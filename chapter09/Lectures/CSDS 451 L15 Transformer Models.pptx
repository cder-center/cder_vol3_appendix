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8C_2D5F7CA4.xml" ContentType="application/vnd.ms-powerpoint.comment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56" r:id="rId2"/>
    <p:sldId id="1568" r:id="rId3"/>
    <p:sldId id="1572" r:id="rId4"/>
    <p:sldId id="1570" r:id="rId5"/>
    <p:sldId id="551" r:id="rId6"/>
    <p:sldId id="1656" r:id="rId7"/>
    <p:sldId id="552" r:id="rId8"/>
    <p:sldId id="1657" r:id="rId9"/>
    <p:sldId id="1658" r:id="rId10"/>
    <p:sldId id="1659" r:id="rId11"/>
    <p:sldId id="554" r:id="rId12"/>
    <p:sldId id="553" r:id="rId13"/>
    <p:sldId id="555" r:id="rId14"/>
    <p:sldId id="556" r:id="rId15"/>
    <p:sldId id="557" r:id="rId16"/>
    <p:sldId id="558" r:id="rId17"/>
    <p:sldId id="559" r:id="rId18"/>
    <p:sldId id="560" r:id="rId19"/>
    <p:sldId id="561" r:id="rId20"/>
    <p:sldId id="562" r:id="rId21"/>
    <p:sldId id="563" r:id="rId22"/>
    <p:sldId id="564" r:id="rId23"/>
    <p:sldId id="1660" r:id="rId24"/>
    <p:sldId id="382" r:id="rId25"/>
    <p:sldId id="383" r:id="rId26"/>
    <p:sldId id="384" r:id="rId27"/>
    <p:sldId id="385" r:id="rId28"/>
    <p:sldId id="387" r:id="rId29"/>
    <p:sldId id="388" r:id="rId30"/>
    <p:sldId id="389" r:id="rId31"/>
    <p:sldId id="390" r:id="rId32"/>
    <p:sldId id="1552" r:id="rId33"/>
    <p:sldId id="392" r:id="rId34"/>
    <p:sldId id="394" r:id="rId35"/>
    <p:sldId id="1557" r:id="rId36"/>
    <p:sldId id="1553" r:id="rId37"/>
    <p:sldId id="1554" r:id="rId38"/>
    <p:sldId id="1555" r:id="rId39"/>
    <p:sldId id="1558" r:id="rId40"/>
    <p:sldId id="1556" r:id="rId41"/>
    <p:sldId id="1559" r:id="rId42"/>
    <p:sldId id="1560" r:id="rId43"/>
    <p:sldId id="1561" r:id="rId44"/>
    <p:sldId id="1562" r:id="rId45"/>
    <p:sldId id="1563" r:id="rId46"/>
    <p:sldId id="399" r:id="rId47"/>
    <p:sldId id="402" r:id="rId48"/>
    <p:sldId id="401" r:id="rId49"/>
    <p:sldId id="395" r:id="rId50"/>
    <p:sldId id="396" r:id="rId51"/>
    <p:sldId id="1571" r:id="rId52"/>
    <p:sldId id="400" r:id="rId53"/>
    <p:sldId id="403" r:id="rId54"/>
    <p:sldId id="404" r:id="rId55"/>
    <p:sldId id="405" r:id="rId56"/>
    <p:sldId id="406" r:id="rId57"/>
    <p:sldId id="407" r:id="rId58"/>
    <p:sldId id="408" r:id="rId59"/>
    <p:sldId id="1564" r:id="rId60"/>
    <p:sldId id="1565" r:id="rId61"/>
    <p:sldId id="409" r:id="rId62"/>
    <p:sldId id="410" r:id="rId63"/>
    <p:sldId id="411" r:id="rId64"/>
    <p:sldId id="412" r:id="rId65"/>
    <p:sldId id="413" r:id="rId66"/>
    <p:sldId id="414" r:id="rId67"/>
    <p:sldId id="415" r:id="rId68"/>
    <p:sldId id="416" r:id="rId69"/>
    <p:sldId id="417" r:id="rId70"/>
    <p:sldId id="1566" r:id="rId71"/>
    <p:sldId id="1567" r:id="rId72"/>
    <p:sldId id="418" r:id="rId73"/>
    <p:sldId id="1551" r:id="rId74"/>
    <p:sldId id="391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1D2640-F4FA-0554-8E98-E42080772A46}" name="Sanmukh Kuppannagari" initials="SK" userId="S::sxk1942@case.edu::ad215094-da36-4b66-9c79-369a17aea26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25" autoAdjust="0"/>
  </p:normalViewPr>
  <p:slideViewPr>
    <p:cSldViewPr snapToGrid="0">
      <p:cViewPr varScale="1">
        <p:scale>
          <a:sx n="79" d="100"/>
          <a:sy n="79" d="100"/>
        </p:scale>
        <p:origin x="50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8/10/relationships/authors" Target="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590864D2-7087-446D-894D-84189D75E730}"/>
    <pc:docChg chg="custSel addSld delSld modSld sldOrd">
      <pc:chgData name="Sanmukh Kuppannagari" userId="ad215094-da36-4b66-9c79-369a17aea26b" providerId="ADAL" clId="{590864D2-7087-446D-894D-84189D75E730}" dt="2025-10-16T14:29:16.424" v="400" actId="20577"/>
      <pc:docMkLst>
        <pc:docMk/>
      </pc:docMkLst>
      <pc:sldChg chg="modSp mod">
        <pc:chgData name="Sanmukh Kuppannagari" userId="ad215094-da36-4b66-9c79-369a17aea26b" providerId="ADAL" clId="{590864D2-7087-446D-894D-84189D75E730}" dt="2025-10-16T13:56:13.020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3513480161" sldId="380"/>
        </pc:sldMkLst>
      </pc:sldChg>
      <pc:sldChg chg="modSp del mod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493727002" sldId="381"/>
        </pc:sldMkLst>
      </pc:sldChg>
      <pc:sldChg chg="modSp mod">
        <pc:chgData name="Sanmukh Kuppannagari" userId="ad215094-da36-4b66-9c79-369a17aea26b" providerId="ADAL" clId="{590864D2-7087-446D-894D-84189D75E730}" dt="2025-10-16T14:27:48.344" v="388" actId="20577"/>
        <pc:sldMkLst>
          <pc:docMk/>
          <pc:sldMk cId="4166039725" sldId="384"/>
        </pc:sldMkLst>
      </pc:sldChg>
      <pc:sldChg chg="modSp del mod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2501429446" sldId="386"/>
        </pc:sldMkLst>
      </pc:sldChg>
      <pc:sldChg chg="modSp mod">
        <pc:chgData name="Sanmukh Kuppannagari" userId="ad215094-da36-4b66-9c79-369a17aea26b" providerId="ADAL" clId="{590864D2-7087-446D-894D-84189D75E730}" dt="2025-10-16T14:00:23.828" v="6" actId="27636"/>
        <pc:sldMkLst>
          <pc:docMk/>
          <pc:sldMk cId="769510508" sldId="394"/>
        </pc:sldMkLst>
      </pc:sldChg>
      <pc:sldChg chg="modSp mod">
        <pc:chgData name="Sanmukh Kuppannagari" userId="ad215094-da36-4b66-9c79-369a17aea26b" providerId="ADAL" clId="{590864D2-7087-446D-894D-84189D75E730}" dt="2025-10-16T14:00:24.442" v="10" actId="27636"/>
        <pc:sldMkLst>
          <pc:docMk/>
          <pc:sldMk cId="173111426" sldId="404"/>
        </pc:sldMkLst>
      </pc:sldChg>
      <pc:sldChg chg="modSp mod">
        <pc:chgData name="Sanmukh Kuppannagari" userId="ad215094-da36-4b66-9c79-369a17aea26b" providerId="ADAL" clId="{590864D2-7087-446D-894D-84189D75E730}" dt="2025-10-16T14:28:58.076" v="398" actId="20577"/>
        <pc:sldMkLst>
          <pc:docMk/>
          <pc:sldMk cId="645276164" sldId="418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450824982" sldId="551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759582378" sldId="552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523510305" sldId="553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711441787" sldId="554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145942796" sldId="555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313141524" sldId="556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50697364" sldId="557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272668016" sldId="558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728432522" sldId="5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760791464" sldId="560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662026886" sldId="561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825797367" sldId="562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268516173" sldId="563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139360390" sldId="56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3924068536" sldId="1431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015219598" sldId="1433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2052288365" sldId="1435"/>
        </pc:sldMkLst>
      </pc:sldChg>
      <pc:sldChg chg="modSp mod">
        <pc:chgData name="Sanmukh Kuppannagari" userId="ad215094-da36-4b66-9c79-369a17aea26b" providerId="ADAL" clId="{590864D2-7087-446D-894D-84189D75E730}" dt="2025-10-16T14:29:16.424" v="400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590864D2-7087-446D-894D-84189D75E730}" dt="2025-10-16T14:00:23.907" v="7" actId="27636"/>
        <pc:sldMkLst>
          <pc:docMk/>
          <pc:sldMk cId="3429093343" sldId="1557"/>
        </pc:sldMkLst>
      </pc:sldChg>
      <pc:sldChg chg="modSp mod">
        <pc:chgData name="Sanmukh Kuppannagari" userId="ad215094-da36-4b66-9c79-369a17aea26b" providerId="ADAL" clId="{590864D2-7087-446D-894D-84189D75E730}" dt="2025-10-16T14:00:24.011" v="8" actId="27636"/>
        <pc:sldMkLst>
          <pc:docMk/>
          <pc:sldMk cId="400322744" sldId="1558"/>
        </pc:sldMkLst>
      </pc:sldChg>
      <pc:sldChg chg="modSp mod">
        <pc:chgData name="Sanmukh Kuppannagari" userId="ad215094-da36-4b66-9c79-369a17aea26b" providerId="ADAL" clId="{590864D2-7087-446D-894D-84189D75E730}" dt="2025-10-16T14:00:24.123" v="9" actId="27636"/>
        <pc:sldMkLst>
          <pc:docMk/>
          <pc:sldMk cId="735200732" sldId="1561"/>
        </pc:sldMkLst>
      </pc:sldChg>
      <pc:sldChg chg="modSp mod">
        <pc:chgData name="Sanmukh Kuppannagari" userId="ad215094-da36-4b66-9c79-369a17aea26b" providerId="ADAL" clId="{590864D2-7087-446D-894D-84189D75E730}" dt="2025-10-16T14:23:20.832" v="273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590864D2-7087-446D-894D-84189D75E730}" dt="2025-10-16T14:19:13.233" v="241" actId="47"/>
        <pc:sldMkLst>
          <pc:docMk/>
          <pc:sldMk cId="3292789048" sldId="1569"/>
        </pc:sldMkLst>
      </pc:sldChg>
      <pc:sldChg chg="modSp mod">
        <pc:chgData name="Sanmukh Kuppannagari" userId="ad215094-da36-4b66-9c79-369a17aea26b" providerId="ADAL" clId="{590864D2-7087-446D-894D-84189D75E730}" dt="2025-10-16T14:25:03.555" v="376" actId="207"/>
        <pc:sldMkLst>
          <pc:docMk/>
          <pc:sldMk cId="3123235236" sldId="1570"/>
        </pc:sldMkLst>
      </pc:sldChg>
      <pc:sldChg chg="del ord">
        <pc:chgData name="Sanmukh Kuppannagari" userId="ad215094-da36-4b66-9c79-369a17aea26b" providerId="ADAL" clId="{590864D2-7087-446D-894D-84189D75E730}" dt="2025-10-16T14:23:42.584" v="277" actId="47"/>
        <pc:sldMkLst>
          <pc:docMk/>
          <pc:sldMk cId="3278008166" sldId="1574"/>
        </pc:sldMkLst>
      </pc:sldChg>
      <pc:sldChg chg="del">
        <pc:chgData name="Sanmukh Kuppannagari" userId="ad215094-da36-4b66-9c79-369a17aea26b" providerId="ADAL" clId="{590864D2-7087-446D-894D-84189D75E730}" dt="2025-10-16T14:19:10.977" v="240" actId="47"/>
        <pc:sldMkLst>
          <pc:docMk/>
          <pc:sldMk cId="1171121697" sldId="1575"/>
        </pc:sldMkLst>
      </pc:sldChg>
      <pc:sldChg chg="modSp add mod">
        <pc:chgData name="Sanmukh Kuppannagari" userId="ad215094-da36-4b66-9c79-369a17aea26b" providerId="ADAL" clId="{590864D2-7087-446D-894D-84189D75E730}" dt="2025-10-16T14:24:13.337" v="372" actId="20577"/>
        <pc:sldMkLst>
          <pc:docMk/>
          <pc:sldMk cId="4196385676" sldId="1654"/>
        </pc:sldMkLst>
      </pc:sldChg>
      <pc:sldChg chg="new del">
        <pc:chgData name="Sanmukh Kuppannagari" userId="ad215094-da36-4b66-9c79-369a17aea26b" providerId="ADAL" clId="{590864D2-7087-446D-894D-84189D75E730}" dt="2025-10-16T14:27:30.115" v="380" actId="47"/>
        <pc:sldMkLst>
          <pc:docMk/>
          <pc:sldMk cId="1642825701" sldId="1655"/>
        </pc:sldMkLst>
      </pc:sldChg>
      <pc:sldChg chg="modSp add del mod">
        <pc:chgData name="Sanmukh Kuppannagari" userId="ad215094-da36-4b66-9c79-369a17aea26b" providerId="ADAL" clId="{590864D2-7087-446D-894D-84189D75E730}" dt="2025-10-16T14:16:09.132" v="15" actId="47"/>
        <pc:sldMkLst>
          <pc:docMk/>
          <pc:sldMk cId="3210438729" sldId="1655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3510532977" sldId="1656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3702006251" sldId="1656"/>
        </pc:sldMkLst>
      </pc:sldChg>
      <pc:sldChg chg="modSp add mod">
        <pc:chgData name="Sanmukh Kuppannagari" userId="ad215094-da36-4b66-9c79-369a17aea26b" providerId="ADAL" clId="{590864D2-7087-446D-894D-84189D75E730}" dt="2025-10-16T14:26:25.764" v="379" actId="27636"/>
        <pc:sldMkLst>
          <pc:docMk/>
          <pc:sldMk cId="1536265715" sldId="1657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751539136" sldId="1657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441245190" sldId="1658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261526272" sldId="1658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1215587902" sldId="16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2443020848" sldId="1659"/>
        </pc:sldMkLst>
      </pc:sldChg>
      <pc:sldChg chg="add">
        <pc:chgData name="Sanmukh Kuppannagari" userId="ad215094-da36-4b66-9c79-369a17aea26b" providerId="ADAL" clId="{590864D2-7087-446D-894D-84189D75E730}" dt="2025-10-16T14:26:25.648" v="378"/>
        <pc:sldMkLst>
          <pc:docMk/>
          <pc:sldMk cId="850483545" sldId="1660"/>
        </pc:sldMkLst>
      </pc:sldChg>
      <pc:sldChg chg="add del">
        <pc:chgData name="Sanmukh Kuppannagari" userId="ad215094-da36-4b66-9c79-369a17aea26b" providerId="ADAL" clId="{590864D2-7087-446D-894D-84189D75E730}" dt="2025-10-16T14:16:09.132" v="15" actId="47"/>
        <pc:sldMkLst>
          <pc:docMk/>
          <pc:sldMk cId="2526446536" sldId="1660"/>
        </pc:sldMkLst>
      </pc:sldChg>
      <pc:sldChg chg="modSp add del mod">
        <pc:chgData name="Sanmukh Kuppannagari" userId="ad215094-da36-4b66-9c79-369a17aea26b" providerId="ADAL" clId="{590864D2-7087-446D-894D-84189D75E730}" dt="2025-10-16T14:23:35.306" v="276" actId="47"/>
        <pc:sldMkLst>
          <pc:docMk/>
          <pc:sldMk cId="314716155" sldId="1661"/>
        </pc:sldMkLst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B69DB1D5-9C4C-4C25-915D-54B5305EDB7B}"/>
    <pc:docChg chg="custSel addSld delSld modSld">
      <pc:chgData name="Sanmukh Kuppannagari" userId="ad215094-da36-4b66-9c79-369a17aea26b" providerId="ADAL" clId="{B69DB1D5-9C4C-4C25-915D-54B5305EDB7B}" dt="2024-10-17T17:17:35.235" v="938" actId="14100"/>
      <pc:docMkLst>
        <pc:docMk/>
      </pc:docMkLst>
      <pc:sldChg chg="modSp mod">
        <pc:chgData name="Sanmukh Kuppannagari" userId="ad215094-da36-4b66-9c79-369a17aea26b" providerId="ADAL" clId="{B69DB1D5-9C4C-4C25-915D-54B5305EDB7B}" dt="2024-10-17T13:19:32.44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B69DB1D5-9C4C-4C25-915D-54B5305EDB7B}" dt="2024-10-17T13:20:31.092" v="61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B69DB1D5-9C4C-4C25-915D-54B5305EDB7B}" dt="2024-10-17T13:22:00.593" v="88" actId="47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58271014" sldId="1299"/>
        </pc:sldMkLst>
      </pc:sldChg>
      <pc:sldChg chg="modSp mod">
        <pc:chgData name="Sanmukh Kuppannagari" userId="ad215094-da36-4b66-9c79-369a17aea26b" providerId="ADAL" clId="{B69DB1D5-9C4C-4C25-915D-54B5305EDB7B}" dt="2024-10-17T13:21:46.720" v="86" actId="2057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3015343" sldId="132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558153898" sldId="132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6468191" sldId="132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70243835" sldId="133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9707620" sldId="1332"/>
        </pc:sldMkLst>
      </pc:sldChg>
      <pc:sldChg chg="modSp mod">
        <pc:chgData name="Sanmukh Kuppannagari" userId="ad215094-da36-4b66-9c79-369a17aea26b" providerId="ADAL" clId="{B69DB1D5-9C4C-4C25-915D-54B5305EDB7B}" dt="2024-10-17T13:22:08.958" v="96" actId="2057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B69DB1D5-9C4C-4C25-915D-54B5305EDB7B}" dt="2024-10-17T13:22:27.885" v="98" actId="47"/>
        <pc:sldMkLst>
          <pc:docMk/>
          <pc:sldMk cId="4042243871" sldId="1349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4189498737" sldId="1350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540455608" sldId="1351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955974285" sldId="1352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190843385" sldId="1353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949718224" sldId="1354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2944983638" sldId="1355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602010999" sldId="1356"/>
        </pc:sldMkLst>
      </pc:sldChg>
      <pc:sldChg chg="modSp del mod">
        <pc:chgData name="Sanmukh Kuppannagari" userId="ad215094-da36-4b66-9c79-369a17aea26b" providerId="ADAL" clId="{B69DB1D5-9C4C-4C25-915D-54B5305EDB7B}" dt="2024-10-17T13:22:39.236" v="107" actId="47"/>
        <pc:sldMkLst>
          <pc:docMk/>
          <pc:sldMk cId="3928916360" sldId="1357"/>
        </pc:sldMkLst>
      </pc:sldChg>
      <pc:sldChg chg="modSp mod">
        <pc:chgData name="Sanmukh Kuppannagari" userId="ad215094-da36-4b66-9c79-369a17aea26b" providerId="ADAL" clId="{B69DB1D5-9C4C-4C25-915D-54B5305EDB7B}" dt="2024-10-17T13:22:44.968" v="115" actId="2057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1255597569" sldId="1359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255600020" sldId="1360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324345654" sldId="1363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952027562" sldId="1364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2681935685" sldId="1365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694987608" sldId="136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1760047259" sldId="138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3990091177" sldId="1389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798029583" sldId="139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47426298" sldId="141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931076547" sldId="141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99857702" sldId="141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715450416" sldId="141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796868375" sldId="141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4085597991" sldId="141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51372455" sldId="141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65169132" sldId="142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52650841" sldId="1421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777539220" sldId="142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831660177" sldId="142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959762428" sldId="142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018266416" sldId="1425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64869930" sldId="1426"/>
        </pc:sldMkLst>
      </pc:sldChg>
      <pc:sldChg chg="addSp delSp modSp add mod">
        <pc:chgData name="Sanmukh Kuppannagari" userId="ad215094-da36-4b66-9c79-369a17aea26b" providerId="ADAL" clId="{B69DB1D5-9C4C-4C25-915D-54B5305EDB7B}" dt="2024-10-17T17:16:45.932" v="931" actId="122"/>
        <pc:sldMkLst>
          <pc:docMk/>
          <pc:sldMk cId="3229075924" sldId="142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88611062" sldId="142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98700407" sldId="1429"/>
        </pc:sldMkLst>
      </pc:sldChg>
      <pc:sldChg chg="addSp modSp add mod">
        <pc:chgData name="Sanmukh Kuppannagari" userId="ad215094-da36-4b66-9c79-369a17aea26b" providerId="ADAL" clId="{B69DB1D5-9C4C-4C25-915D-54B5305EDB7B}" dt="2024-10-17T17:17:15.113" v="933" actId="1076"/>
        <pc:sldMkLst>
          <pc:docMk/>
          <pc:sldMk cId="381585255" sldId="1430"/>
        </pc:sldMkLst>
      </pc:sldChg>
      <pc:sldChg chg="addSp modSp add">
        <pc:chgData name="Sanmukh Kuppannagari" userId="ad215094-da36-4b66-9c79-369a17aea26b" providerId="ADAL" clId="{B69DB1D5-9C4C-4C25-915D-54B5305EDB7B}" dt="2024-10-17T17:17:21.022" v="934"/>
        <pc:sldMkLst>
          <pc:docMk/>
          <pc:sldMk cId="3320575543" sldId="1431"/>
        </pc:sldMkLst>
      </pc:sldChg>
      <pc:sldChg chg="addSp modSp add">
        <pc:chgData name="Sanmukh Kuppannagari" userId="ad215094-da36-4b66-9c79-369a17aea26b" providerId="ADAL" clId="{B69DB1D5-9C4C-4C25-915D-54B5305EDB7B}" dt="2024-10-17T17:17:23.374" v="935"/>
        <pc:sldMkLst>
          <pc:docMk/>
          <pc:sldMk cId="1263179583" sldId="143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65562540" sldId="1435"/>
        </pc:sldMkLst>
      </pc:sldChg>
      <pc:sldChg chg="addSp delSp modSp add mod">
        <pc:chgData name="Sanmukh Kuppannagari" userId="ad215094-da36-4b66-9c79-369a17aea26b" providerId="ADAL" clId="{B69DB1D5-9C4C-4C25-915D-54B5305EDB7B}" dt="2024-10-17T17:17:35.235" v="938" actId="14100"/>
        <pc:sldMkLst>
          <pc:docMk/>
          <pc:sldMk cId="1868073248" sldId="1436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46537403" sldId="143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588532588" sldId="143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606166730" sldId="143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32541632" sldId="144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439492477" sldId="1441"/>
        </pc:sldMkLst>
      </pc:sldChg>
      <pc:sldChg chg="modSp add mod">
        <pc:chgData name="Sanmukh Kuppannagari" userId="ad215094-da36-4b66-9c79-369a17aea26b" providerId="ADAL" clId="{B69DB1D5-9C4C-4C25-915D-54B5305EDB7B}" dt="2024-10-17T14:44:25.738" v="810" actId="20577"/>
        <pc:sldMkLst>
          <pc:docMk/>
          <pc:sldMk cId="3863061003" sldId="1442"/>
        </pc:sldMkLst>
      </pc:sldChg>
      <pc:sldChg chg="modSp mod">
        <pc:chgData name="Sanmukh Kuppannagari" userId="ad215094-da36-4b66-9c79-369a17aea26b" providerId="ADAL" clId="{B69DB1D5-9C4C-4C25-915D-54B5305EDB7B}" dt="2024-10-17T13:20:46.101" v="74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B69DB1D5-9C4C-4C25-915D-54B5305EDB7B}" dt="2024-10-17T14:42:55.233" v="433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B69DB1D5-9C4C-4C25-915D-54B5305EDB7B}" dt="2024-10-17T13:21:12.569" v="77" actId="47"/>
        <pc:sldMkLst>
          <pc:docMk/>
          <pc:sldMk cId="4030791014" sldId="160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460223335" sldId="160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149257190" sldId="160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55736369" sldId="16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5795403" sldId="16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68471985" sldId="1612"/>
        </pc:sldMkLst>
      </pc:sldChg>
      <pc:sldChg chg="addSp modSp mod">
        <pc:chgData name="Sanmukh Kuppannagari" userId="ad215094-da36-4b66-9c79-369a17aea26b" providerId="ADAL" clId="{B69DB1D5-9C4C-4C25-915D-54B5305EDB7B}" dt="2024-10-17T13:26:24.581" v="297" actId="1076"/>
        <pc:sldMkLst>
          <pc:docMk/>
          <pc:sldMk cId="1500153295" sldId="1613"/>
        </pc:sldMkLst>
      </pc:sldChg>
      <pc:sldChg chg="modSp add mod">
        <pc:chgData name="Sanmukh Kuppannagari" userId="ad215094-da36-4b66-9c79-369a17aea26b" providerId="ADAL" clId="{B69DB1D5-9C4C-4C25-915D-54B5305EDB7B}" dt="2024-10-17T13:21:10.086" v="76" actId="207"/>
        <pc:sldMkLst>
          <pc:docMk/>
          <pc:sldMk cId="3880060560" sldId="1614"/>
        </pc:sldMkLst>
      </pc:sldChg>
      <pc:sldChg chg="modSp add mod">
        <pc:chgData name="Sanmukh Kuppannagari" userId="ad215094-da36-4b66-9c79-369a17aea26b" providerId="ADAL" clId="{B69DB1D5-9C4C-4C25-915D-54B5305EDB7B}" dt="2024-10-17T14:27:13.779" v="302" actId="207"/>
        <pc:sldMkLst>
          <pc:docMk/>
          <pc:sldMk cId="3528850612" sldId="1615"/>
        </pc:sldMkLst>
      </pc:sldChg>
      <pc:sldChg chg="modSp add mod">
        <pc:chgData name="Sanmukh Kuppannagari" userId="ad215094-da36-4b66-9c79-369a17aea26b" providerId="ADAL" clId="{B69DB1D5-9C4C-4C25-915D-54B5305EDB7B}" dt="2024-10-17T14:38:20.106" v="310" actId="207"/>
        <pc:sldMkLst>
          <pc:docMk/>
          <pc:sldMk cId="3587678191" sldId="1616"/>
        </pc:sldMkLst>
      </pc:sldChg>
      <pc:sldChg chg="modSp add mod">
        <pc:chgData name="Sanmukh Kuppannagari" userId="ad215094-da36-4b66-9c79-369a17aea26b" providerId="ADAL" clId="{B69DB1D5-9C4C-4C25-915D-54B5305EDB7B}" dt="2024-10-17T14:38:44.446" v="406" actId="2057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4:18:24.77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2282FFC7-29A6-4174-8285-4717AC3C90CE}"/>
    <pc:docChg chg="undo custSel addSld delSld modSld">
      <pc:chgData name="Sanmukh Kuppannagari" userId="ad215094-da36-4b66-9c79-369a17aea26b" providerId="ADAL" clId="{2282FFC7-29A6-4174-8285-4717AC3C90CE}" dt="2024-10-24T19:29:55.223" v="2576" actId="6549"/>
      <pc:docMkLst>
        <pc:docMk/>
      </pc:docMkLst>
      <pc:sldChg chg="modSp mod">
        <pc:chgData name="Sanmukh Kuppannagari" userId="ad215094-da36-4b66-9c79-369a17aea26b" providerId="ADAL" clId="{2282FFC7-29A6-4174-8285-4717AC3C90CE}" dt="2024-10-24T12:43:45.679" v="2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17305151" sldId="261"/>
        </pc:sldMkLst>
      </pc:sldChg>
      <pc:sldChg chg="add del">
        <pc:chgData name="Sanmukh Kuppannagari" userId="ad215094-da36-4b66-9c79-369a17aea26b" providerId="ADAL" clId="{2282FFC7-29A6-4174-8285-4717AC3C90CE}" dt="2024-10-24T14:46:44.195" v="2194" actId="47"/>
        <pc:sldMkLst>
          <pc:docMk/>
          <pc:sldMk cId="1227806320" sldId="37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3480161" sldId="380"/>
        </pc:sldMkLst>
      </pc:sldChg>
      <pc:sldChg chg="modSp add">
        <pc:chgData name="Sanmukh Kuppannagari" userId="ad215094-da36-4b66-9c79-369a17aea26b" providerId="ADAL" clId="{2282FFC7-29A6-4174-8285-4717AC3C90CE}" dt="2024-10-24T13:03:10.198" v="329" actId="20577"/>
        <pc:sldMkLst>
          <pc:docMk/>
          <pc:sldMk cId="493727002" sldId="38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987569806" sldId="382"/>
        </pc:sldMkLst>
      </pc:sldChg>
      <pc:sldChg chg="modSp add">
        <pc:chgData name="Sanmukh Kuppannagari" userId="ad215094-da36-4b66-9c79-369a17aea26b" providerId="ADAL" clId="{2282FFC7-29A6-4174-8285-4717AC3C90CE}" dt="2024-10-24T13:04:51.711" v="435" actId="207"/>
        <pc:sldMkLst>
          <pc:docMk/>
          <pc:sldMk cId="2314141646" sldId="38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66039725" sldId="384"/>
        </pc:sldMkLst>
      </pc:sldChg>
      <pc:sldChg chg="addSp modSp add mod">
        <pc:chgData name="Sanmukh Kuppannagari" userId="ad215094-da36-4b66-9c79-369a17aea26b" providerId="ADAL" clId="{2282FFC7-29A6-4174-8285-4717AC3C90CE}" dt="2024-10-24T13:26:41.186" v="711" actId="1076"/>
        <pc:sldMkLst>
          <pc:docMk/>
          <pc:sldMk cId="3918348740" sldId="385"/>
        </pc:sldMkLst>
      </pc:sldChg>
      <pc:sldChg chg="modSp add mod">
        <pc:chgData name="Sanmukh Kuppannagari" userId="ad215094-da36-4b66-9c79-369a17aea26b" providerId="ADAL" clId="{2282FFC7-29A6-4174-8285-4717AC3C90CE}" dt="2024-10-24T13:03:43.074" v="431" actId="20577"/>
        <pc:sldMkLst>
          <pc:docMk/>
          <pc:sldMk cId="2501429446" sldId="38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64301062" sldId="387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00441437" sldId="38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207470624" sldId="38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815334288" sldId="390"/>
        </pc:sldMkLst>
      </pc:sldChg>
      <pc:sldChg chg="modSp add">
        <pc:chgData name="Sanmukh Kuppannagari" userId="ad215094-da36-4b66-9c79-369a17aea26b" providerId="ADAL" clId="{2282FFC7-29A6-4174-8285-4717AC3C90CE}" dt="2024-10-24T13:09:32.411" v="464" actId="20577"/>
        <pc:sldMkLst>
          <pc:docMk/>
          <pc:sldMk cId="839902624" sldId="392"/>
        </pc:sldMkLst>
      </pc:sldChg>
      <pc:sldChg chg="add del">
        <pc:chgData name="Sanmukh Kuppannagari" userId="ad215094-da36-4b66-9c79-369a17aea26b" providerId="ADAL" clId="{2282FFC7-29A6-4174-8285-4717AC3C90CE}" dt="2024-10-24T13:09:36.238" v="465" actId="47"/>
        <pc:sldMkLst>
          <pc:docMk/>
          <pc:sldMk cId="1019069846" sldId="393"/>
        </pc:sldMkLst>
      </pc:sldChg>
      <pc:sldChg chg="modSp add">
        <pc:chgData name="Sanmukh Kuppannagari" userId="ad215094-da36-4b66-9c79-369a17aea26b" providerId="ADAL" clId="{2282FFC7-29A6-4174-8285-4717AC3C90CE}" dt="2024-10-24T14:22:30.648" v="1145" actId="20577"/>
        <pc:sldMkLst>
          <pc:docMk/>
          <pc:sldMk cId="769510508" sldId="39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810649952" sldId="39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61232548" sldId="396"/>
        </pc:sldMkLst>
      </pc:sldChg>
      <pc:sldChg chg="add del">
        <pc:chgData name="Sanmukh Kuppannagari" userId="ad215094-da36-4b66-9c79-369a17aea26b" providerId="ADAL" clId="{2282FFC7-29A6-4174-8285-4717AC3C90CE}" dt="2024-10-24T14:47:06.182" v="2199" actId="47"/>
        <pc:sldMkLst>
          <pc:docMk/>
          <pc:sldMk cId="3467862507" sldId="39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086022481" sldId="399"/>
        </pc:sldMkLst>
      </pc:sldChg>
      <pc:sldChg chg="modSp add">
        <pc:chgData name="Sanmukh Kuppannagari" userId="ad215094-da36-4b66-9c79-369a17aea26b" providerId="ADAL" clId="{2282FFC7-29A6-4174-8285-4717AC3C90CE}" dt="2024-10-24T14:31:51.119" v="1277" actId="20577"/>
        <pc:sldMkLst>
          <pc:docMk/>
          <pc:sldMk cId="635767275" sldId="40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01861459" sldId="40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73632280" sldId="402"/>
        </pc:sldMkLst>
      </pc:sldChg>
      <pc:sldChg chg="modSp add mod">
        <pc:chgData name="Sanmukh Kuppannagari" userId="ad215094-da36-4b66-9c79-369a17aea26b" providerId="ADAL" clId="{2282FFC7-29A6-4174-8285-4717AC3C90CE}" dt="2024-10-24T14:32:08.878" v="1280" actId="20577"/>
        <pc:sldMkLst>
          <pc:docMk/>
          <pc:sldMk cId="729842550" sldId="403"/>
        </pc:sldMkLst>
      </pc:sldChg>
      <pc:sldChg chg="modSp add">
        <pc:chgData name="Sanmukh Kuppannagari" userId="ad215094-da36-4b66-9c79-369a17aea26b" providerId="ADAL" clId="{2282FFC7-29A6-4174-8285-4717AC3C90CE}" dt="2024-10-24T14:32:16.513" v="1281" actId="20577"/>
        <pc:sldMkLst>
          <pc:docMk/>
          <pc:sldMk cId="173111426" sldId="40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384020216" sldId="40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893908978" sldId="406"/>
        </pc:sldMkLst>
      </pc:sldChg>
      <pc:sldChg chg="modSp add">
        <pc:chgData name="Sanmukh Kuppannagari" userId="ad215094-da36-4b66-9c79-369a17aea26b" providerId="ADAL" clId="{2282FFC7-29A6-4174-8285-4717AC3C90CE}" dt="2024-10-24T14:32:42.022" v="1283" actId="20577"/>
        <pc:sldMkLst>
          <pc:docMk/>
          <pc:sldMk cId="3967707079" sldId="407"/>
        </pc:sldMkLst>
      </pc:sldChg>
      <pc:sldChg chg="modSp add">
        <pc:chgData name="Sanmukh Kuppannagari" userId="ad215094-da36-4b66-9c79-369a17aea26b" providerId="ADAL" clId="{2282FFC7-29A6-4174-8285-4717AC3C90CE}" dt="2024-10-24T14:32:53.787" v="1285" actId="20577"/>
        <pc:sldMkLst>
          <pc:docMk/>
          <pc:sldMk cId="2134846611" sldId="40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05409593" sldId="40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441650656" sldId="41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966939341" sldId="41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630215837" sldId="412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593562061" sldId="41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79492699" sldId="41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180999186" sldId="41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80168295" sldId="41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306970955" sldId="417"/>
        </pc:sldMkLst>
      </pc:sldChg>
      <pc:sldChg chg="modSp add mod">
        <pc:chgData name="Sanmukh Kuppannagari" userId="ad215094-da36-4b66-9c79-369a17aea26b" providerId="ADAL" clId="{2282FFC7-29A6-4174-8285-4717AC3C90CE}" dt="2024-10-24T14:42:05.704" v="1923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58832422" sldId="13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91206708" sldId="136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60047259" sldId="138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90091177" sldId="138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98029583" sldId="139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89880766" sldId="139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47436486" sldId="139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02618607" sldId="139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6476748" sldId="139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6597970" sldId="139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17642017" sldId="139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17602464" sldId="139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35936496" sldId="14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00221882" sldId="14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96018570" sldId="14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82163347" sldId="140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904800431" sldId="140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92244592" sldId="140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697652818" sldId="140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55634612" sldId="140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9119350" sldId="140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80220527" sldId="140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47426298" sldId="141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09862055" sldId="141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31076547" sldId="141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99857702" sldId="14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15450416" sldId="14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96868375" sldId="141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85597991" sldId="1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51372455" sldId="141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65169132" sldId="142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52650841" sldId="142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77539220" sldId="142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1660177" sldId="142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59762428" sldId="142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18266416" sldId="142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64869930" sldId="142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29075924" sldId="142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88611062" sldId="142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98700407" sldId="142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1585255" sldId="1430"/>
        </pc:sldMkLst>
      </pc:sldChg>
      <pc:sldChg chg="modSp add mod">
        <pc:chgData name="Sanmukh Kuppannagari" userId="ad215094-da36-4b66-9c79-369a17aea26b" providerId="ADAL" clId="{2282FFC7-29A6-4174-8285-4717AC3C90CE}" dt="2024-10-24T18:04:46.781" v="2355" actId="2057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20575543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3924068536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263179583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015219598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2052288365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65562540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868073248" sldId="143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46537403" sldId="143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8532588" sldId="143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606166730" sldId="143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32541632" sldId="144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39492477" sldId="144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63061003" sldId="144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2282FFC7-29A6-4174-8285-4717AC3C90CE}" dt="2024-10-24T13:02:01.872" v="272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8660825" sldId="1552"/>
        </pc:sldMkLst>
      </pc:sldChg>
      <pc:sldChg chg="addSp delSp modSp new mod">
        <pc:chgData name="Sanmukh Kuppannagari" userId="ad215094-da36-4b66-9c79-369a17aea26b" providerId="ADAL" clId="{2282FFC7-29A6-4174-8285-4717AC3C90CE}" dt="2024-10-24T14:21:54.808" v="1141" actId="1076"/>
        <pc:sldMkLst>
          <pc:docMk/>
          <pc:sldMk cId="1668494294" sldId="1553"/>
        </pc:sldMkLst>
      </pc:sldChg>
      <pc:sldChg chg="addSp modSp add mod">
        <pc:chgData name="Sanmukh Kuppannagari" userId="ad215094-da36-4b66-9c79-369a17aea26b" providerId="ADAL" clId="{2282FFC7-29A6-4174-8285-4717AC3C90CE}" dt="2024-10-24T14:22:04.314" v="1142"/>
        <pc:sldMkLst>
          <pc:docMk/>
          <pc:sldMk cId="2501767924" sldId="1554"/>
        </pc:sldMkLst>
      </pc:sldChg>
      <pc:sldChg chg="addSp delSp modSp add mod">
        <pc:chgData name="Sanmukh Kuppannagari" userId="ad215094-da36-4b66-9c79-369a17aea26b" providerId="ADAL" clId="{2282FFC7-29A6-4174-8285-4717AC3C90CE}" dt="2024-10-24T14:23:04.472" v="1150" actId="20577"/>
        <pc:sldMkLst>
          <pc:docMk/>
          <pc:sldMk cId="1362731012" sldId="1555"/>
        </pc:sldMkLst>
      </pc:sldChg>
      <pc:sldChg chg="delSp modSp add mod">
        <pc:chgData name="Sanmukh Kuppannagari" userId="ad215094-da36-4b66-9c79-369a17aea26b" providerId="ADAL" clId="{2282FFC7-29A6-4174-8285-4717AC3C90CE}" dt="2024-10-24T14:14:35.836" v="918" actId="20577"/>
        <pc:sldMkLst>
          <pc:docMk/>
          <pc:sldMk cId="4090303317" sldId="1556"/>
        </pc:sldMkLst>
      </pc:sldChg>
      <pc:sldChg chg="modSp add">
        <pc:chgData name="Sanmukh Kuppannagari" userId="ad215094-da36-4b66-9c79-369a17aea26b" providerId="ADAL" clId="{2282FFC7-29A6-4174-8285-4717AC3C90CE}" dt="2024-10-24T14:22:49.686" v="1148" actId="20577"/>
        <pc:sldMkLst>
          <pc:docMk/>
          <pc:sldMk cId="3429093343" sldId="1557"/>
        </pc:sldMkLst>
      </pc:sldChg>
      <pc:sldChg chg="modSp add">
        <pc:chgData name="Sanmukh Kuppannagari" userId="ad215094-da36-4b66-9c79-369a17aea26b" providerId="ADAL" clId="{2282FFC7-29A6-4174-8285-4717AC3C90CE}" dt="2024-10-24T14:23:16.961" v="1152" actId="20577"/>
        <pc:sldMkLst>
          <pc:docMk/>
          <pc:sldMk cId="400322744" sldId="1558"/>
        </pc:sldMkLst>
      </pc:sldChg>
      <pc:sldChg chg="delSp modSp add mod">
        <pc:chgData name="Sanmukh Kuppannagari" userId="ad215094-da36-4b66-9c79-369a17aea26b" providerId="ADAL" clId="{2282FFC7-29A6-4174-8285-4717AC3C90CE}" dt="2024-10-24T14:23:28.852" v="1153" actId="20577"/>
        <pc:sldMkLst>
          <pc:docMk/>
          <pc:sldMk cId="2084123303" sldId="1559"/>
        </pc:sldMkLst>
      </pc:sldChg>
      <pc:sldChg chg="addSp delSp modSp add mod">
        <pc:chgData name="Sanmukh Kuppannagari" userId="ad215094-da36-4b66-9c79-369a17aea26b" providerId="ADAL" clId="{2282FFC7-29A6-4174-8285-4717AC3C90CE}" dt="2024-10-24T14:23:38.892" v="1155" actId="20577"/>
        <pc:sldMkLst>
          <pc:docMk/>
          <pc:sldMk cId="2891138365" sldId="1560"/>
        </pc:sldMkLst>
      </pc:sldChg>
      <pc:sldChg chg="modSp add">
        <pc:chgData name="Sanmukh Kuppannagari" userId="ad215094-da36-4b66-9c79-369a17aea26b" providerId="ADAL" clId="{2282FFC7-29A6-4174-8285-4717AC3C90CE}" dt="2024-10-24T14:23:48.804" v="1157" actId="20577"/>
        <pc:sldMkLst>
          <pc:docMk/>
          <pc:sldMk cId="735200732" sldId="1561"/>
        </pc:sldMkLst>
      </pc:sldChg>
      <pc:sldChg chg="addSp delSp modSp add mod">
        <pc:chgData name="Sanmukh Kuppannagari" userId="ad215094-da36-4b66-9c79-369a17aea26b" providerId="ADAL" clId="{2282FFC7-29A6-4174-8285-4717AC3C90CE}" dt="2024-10-24T14:24:04.998" v="1160" actId="20577"/>
        <pc:sldMkLst>
          <pc:docMk/>
          <pc:sldMk cId="184633821" sldId="1562"/>
        </pc:sldMkLst>
      </pc:sldChg>
      <pc:sldChg chg="delSp modSp add mod">
        <pc:chgData name="Sanmukh Kuppannagari" userId="ad215094-da36-4b66-9c79-369a17aea26b" providerId="ADAL" clId="{2282FFC7-29A6-4174-8285-4717AC3C90CE}" dt="2024-10-24T14:25:11.973" v="1266" actId="478"/>
        <pc:sldMkLst>
          <pc:docMk/>
          <pc:sldMk cId="3469590337" sldId="1563"/>
        </pc:sldMkLst>
      </pc:sldChg>
      <pc:sldChg chg="modSp new mod">
        <pc:chgData name="Sanmukh Kuppannagari" userId="ad215094-da36-4b66-9c79-369a17aea26b" providerId="ADAL" clId="{2282FFC7-29A6-4174-8285-4717AC3C90CE}" dt="2024-10-24T14:33:47.998" v="1365" actId="207"/>
        <pc:sldMkLst>
          <pc:docMk/>
          <pc:sldMk cId="477277082" sldId="1564"/>
        </pc:sldMkLst>
      </pc:sldChg>
      <pc:sldChg chg="addSp modSp add mod">
        <pc:chgData name="Sanmukh Kuppannagari" userId="ad215094-da36-4b66-9c79-369a17aea26b" providerId="ADAL" clId="{2282FFC7-29A6-4174-8285-4717AC3C90CE}" dt="2024-10-24T14:39:01.465" v="1455" actId="20577"/>
        <pc:sldMkLst>
          <pc:docMk/>
          <pc:sldMk cId="1326569452" sldId="1565"/>
        </pc:sldMkLst>
      </pc:sldChg>
      <pc:sldChg chg="modSp new mod">
        <pc:chgData name="Sanmukh Kuppannagari" userId="ad215094-da36-4b66-9c79-369a17aea26b" providerId="ADAL" clId="{2282FFC7-29A6-4174-8285-4717AC3C90CE}" dt="2024-10-24T14:41:58.247" v="1922" actId="20577"/>
        <pc:sldMkLst>
          <pc:docMk/>
          <pc:sldMk cId="1520463495" sldId="1566"/>
        </pc:sldMkLst>
      </pc:sldChg>
      <pc:sldChg chg="modSp new mod">
        <pc:chgData name="Sanmukh Kuppannagari" userId="ad215094-da36-4b66-9c79-369a17aea26b" providerId="ADAL" clId="{2282FFC7-29A6-4174-8285-4717AC3C90CE}" dt="2024-10-24T14:43:11.030" v="2167" actId="20577"/>
        <pc:sldMkLst>
          <pc:docMk/>
          <pc:sldMk cId="196759949" sldId="1567"/>
        </pc:sldMkLst>
      </pc:sldChg>
      <pc:sldChg chg="modSp add mod">
        <pc:chgData name="Sanmukh Kuppannagari" userId="ad215094-da36-4b66-9c79-369a17aea26b" providerId="ADAL" clId="{2282FFC7-29A6-4174-8285-4717AC3C90CE}" dt="2024-10-24T14:46:27.005" v="2190" actId="14"/>
        <pc:sldMkLst>
          <pc:docMk/>
          <pc:sldMk cId="3183358524" sldId="1568"/>
        </pc:sldMkLst>
      </pc:sldChg>
      <pc:sldChg chg="modSp add mod">
        <pc:chgData name="Sanmukh Kuppannagari" userId="ad215094-da36-4b66-9c79-369a17aea26b" providerId="ADAL" clId="{2282FFC7-29A6-4174-8285-4717AC3C90CE}" dt="2024-10-24T14:46:37.077" v="2192" actId="207"/>
        <pc:sldMkLst>
          <pc:docMk/>
          <pc:sldMk cId="3292789048" sldId="1569"/>
        </pc:sldMkLst>
      </pc:sldChg>
      <pc:sldChg chg="modSp add mod">
        <pc:chgData name="Sanmukh Kuppannagari" userId="ad215094-da36-4b66-9c79-369a17aea26b" providerId="ADAL" clId="{2282FFC7-29A6-4174-8285-4717AC3C90CE}" dt="2024-10-24T14:46:51.195" v="2196" actId="207"/>
        <pc:sldMkLst>
          <pc:docMk/>
          <pc:sldMk cId="3123235236" sldId="1570"/>
        </pc:sldMkLst>
      </pc:sldChg>
      <pc:sldChg chg="modSp add mod">
        <pc:chgData name="Sanmukh Kuppannagari" userId="ad215094-da36-4b66-9c79-369a17aea26b" providerId="ADAL" clId="{2282FFC7-29A6-4174-8285-4717AC3C90CE}" dt="2024-10-24T14:47:02.736" v="2198" actId="207"/>
        <pc:sldMkLst>
          <pc:docMk/>
          <pc:sldMk cId="3645698628" sldId="1571"/>
        </pc:sldMkLst>
      </pc:sldChg>
      <pc:sldChg chg="modSp new mod">
        <pc:chgData name="Sanmukh Kuppannagari" userId="ad215094-da36-4b66-9c79-369a17aea26b" providerId="ADAL" clId="{2282FFC7-29A6-4174-8285-4717AC3C90CE}" dt="2024-10-24T19:29:55.223" v="2576" actId="6549"/>
        <pc:sldMkLst>
          <pc:docMk/>
          <pc:sldMk cId="1878988337" sldId="1572"/>
        </pc:sldMkLst>
      </pc:sldChg>
      <pc:sldChg chg="addSp modSp new mod">
        <pc:chgData name="Sanmukh Kuppannagari" userId="ad215094-da36-4b66-9c79-369a17aea26b" providerId="ADAL" clId="{2282FFC7-29A6-4174-8285-4717AC3C90CE}" dt="2024-10-24T18:03:41.195" v="2353" actId="1076"/>
        <pc:sldMkLst>
          <pc:docMk/>
          <pc:sldMk cId="123768210" sldId="1573"/>
        </pc:sldMkLst>
      </pc:sldChg>
      <pc:sldChg chg="modSp new mod">
        <pc:chgData name="Sanmukh Kuppannagari" userId="ad215094-da36-4b66-9c79-369a17aea26b" providerId="ADAL" clId="{2282FFC7-29A6-4174-8285-4717AC3C90CE}" dt="2024-10-24T18:17:29.465" v="2546" actId="20577"/>
        <pc:sldMkLst>
          <pc:docMk/>
          <pc:sldMk cId="3278008166" sldId="1574"/>
        </pc:sldMkLst>
      </pc:sldChg>
      <pc:sldChg chg="modSp new mod">
        <pc:chgData name="Sanmukh Kuppannagari" userId="ad215094-da36-4b66-9c79-369a17aea26b" providerId="ADAL" clId="{2282FFC7-29A6-4174-8285-4717AC3C90CE}" dt="2024-10-24T18:17:51.597" v="2575"/>
        <pc:sldMkLst>
          <pc:docMk/>
          <pc:sldMk cId="1171121697" sldId="157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00153295" sldId="16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80060560" sldId="16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28850612" sldId="161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7678191" sldId="161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5AD0DD8E-94C3-43F5-AB7F-2D8E935C9CFF}"/>
    <pc:docChg chg="undo custSel addSld delSld modSld">
      <pc:chgData name="Sanmukh Kuppannagari" userId="ad215094-da36-4b66-9c79-369a17aea26b" providerId="ADAL" clId="{5AD0DD8E-94C3-43F5-AB7F-2D8E935C9CFF}" dt="2024-10-15T17:05:34.964" v="891" actId="20577"/>
      <pc:docMkLst>
        <pc:docMk/>
      </pc:docMkLst>
      <pc:sldChg chg="modSp mod">
        <pc:chgData name="Sanmukh Kuppannagari" userId="ad215094-da36-4b66-9c79-369a17aea26b" providerId="ADAL" clId="{5AD0DD8E-94C3-43F5-AB7F-2D8E935C9CFF}" dt="2024-10-15T14:03:20.803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AD0DD8E-94C3-43F5-AB7F-2D8E935C9CFF}" dt="2024-10-15T14:03:29.331" v="12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837546598" sldId="96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4284530624" sldId="125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413064123" sldId="125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574746539" sldId="125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927700788" sldId="125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750676043" sldId="125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329904463" sldId="125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892195865" sldId="126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157439954" sldId="126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769619670" sldId="1262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80733138" sldId="126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938244019" sldId="126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16587120" sldId="126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5148523" sldId="126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7822773" sldId="126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66595346" sldId="126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888322834" sldId="126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981461382" sldId="127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073609131" sldId="127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505794832" sldId="1272"/>
        </pc:sldMkLst>
      </pc:sldChg>
      <pc:sldChg chg="addSp delSp modSp mod">
        <pc:chgData name="Sanmukh Kuppannagari" userId="ad215094-da36-4b66-9c79-369a17aea26b" providerId="ADAL" clId="{5AD0DD8E-94C3-43F5-AB7F-2D8E935C9CFF}" dt="2024-10-15T14:34:28.426" v="617" actId="20577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5AD0DD8E-94C3-43F5-AB7F-2D8E935C9CFF}" dt="2024-10-15T14:36:56.355" v="623"/>
        <pc:sldMkLst>
          <pc:docMk/>
          <pc:sldMk cId="558271014" sldId="1299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8832422" sldId="1300"/>
        </pc:sldMkLst>
      </pc:sldChg>
      <pc:sldChg chg="add">
        <pc:chgData name="Sanmukh Kuppannagari" userId="ad215094-da36-4b66-9c79-369a17aea26b" providerId="ADAL" clId="{5AD0DD8E-94C3-43F5-AB7F-2D8E935C9CFF}" dt="2024-10-15T14:37:31.490" v="624"/>
        <pc:sldMkLst>
          <pc:docMk/>
          <pc:sldMk cId="2120621833" sldId="1301"/>
        </pc:sldMkLst>
      </pc:sldChg>
      <pc:sldChg chg="add del">
        <pc:chgData name="Sanmukh Kuppannagari" userId="ad215094-da36-4b66-9c79-369a17aea26b" providerId="ADAL" clId="{5AD0DD8E-94C3-43F5-AB7F-2D8E935C9CFF}" dt="2024-10-15T14:43:51.572" v="629"/>
        <pc:sldMkLst>
          <pc:docMk/>
          <pc:sldMk cId="761206213" sldId="1302"/>
        </pc:sldMkLst>
      </pc:sldChg>
      <pc:sldChg chg="addSp modSp">
        <pc:chgData name="Sanmukh Kuppannagari" userId="ad215094-da36-4b66-9c79-369a17aea26b" providerId="ADAL" clId="{5AD0DD8E-94C3-43F5-AB7F-2D8E935C9CFF}" dt="2024-10-15T14:20:53.772" v="436"/>
        <pc:sldMkLst>
          <pc:docMk/>
          <pc:sldMk cId="3902944658" sldId="1309"/>
        </pc:sldMkLst>
      </pc:sldChg>
      <pc:sldChg chg="addSp modSp">
        <pc:chgData name="Sanmukh Kuppannagari" userId="ad215094-da36-4b66-9c79-369a17aea26b" providerId="ADAL" clId="{5AD0DD8E-94C3-43F5-AB7F-2D8E935C9CFF}" dt="2024-10-15T14:20:55.611" v="437"/>
        <pc:sldMkLst>
          <pc:docMk/>
          <pc:sldMk cId="2577631310" sldId="1310"/>
        </pc:sldMkLst>
      </pc:sldChg>
      <pc:sldChg chg="addSp modSp">
        <pc:chgData name="Sanmukh Kuppannagari" userId="ad215094-da36-4b66-9c79-369a17aea26b" providerId="ADAL" clId="{5AD0DD8E-94C3-43F5-AB7F-2D8E935C9CFF}" dt="2024-10-15T14:20:57.033" v="438"/>
        <pc:sldMkLst>
          <pc:docMk/>
          <pc:sldMk cId="692720287" sldId="1311"/>
        </pc:sldMkLst>
      </pc:sldChg>
      <pc:sldChg chg="addSp modSp mod">
        <pc:chgData name="Sanmukh Kuppannagari" userId="ad215094-da36-4b66-9c79-369a17aea26b" providerId="ADAL" clId="{5AD0DD8E-94C3-43F5-AB7F-2D8E935C9CFF}" dt="2024-10-15T14:20:46.767" v="435" actId="122"/>
        <pc:sldMkLst>
          <pc:docMk/>
          <pc:sldMk cId="4072723455" sldId="1312"/>
        </pc:sldMkLst>
      </pc:sldChg>
      <pc:sldChg chg="addSp modSp">
        <pc:chgData name="Sanmukh Kuppannagari" userId="ad215094-da36-4b66-9c79-369a17aea26b" providerId="ADAL" clId="{5AD0DD8E-94C3-43F5-AB7F-2D8E935C9CFF}" dt="2024-10-15T14:21:03.744" v="440"/>
        <pc:sldMkLst>
          <pc:docMk/>
          <pc:sldMk cId="830590251" sldId="1313"/>
        </pc:sldMkLst>
      </pc:sldChg>
      <pc:sldChg chg="addSp modSp">
        <pc:chgData name="Sanmukh Kuppannagari" userId="ad215094-da36-4b66-9c79-369a17aea26b" providerId="ADAL" clId="{5AD0DD8E-94C3-43F5-AB7F-2D8E935C9CFF}" dt="2024-10-15T14:21:00.492" v="439"/>
        <pc:sldMkLst>
          <pc:docMk/>
          <pc:sldMk cId="3979417289" sldId="1314"/>
        </pc:sldMkLst>
      </pc:sldChg>
      <pc:sldChg chg="addSp modSp mod">
        <pc:chgData name="Sanmukh Kuppannagari" userId="ad215094-da36-4b66-9c79-369a17aea26b" providerId="ADAL" clId="{5AD0DD8E-94C3-43F5-AB7F-2D8E935C9CFF}" dt="2024-10-15T14:21:09.433" v="442" actId="1076"/>
        <pc:sldMkLst>
          <pc:docMk/>
          <pc:sldMk cId="2062603384" sldId="1315"/>
        </pc:sldMkLst>
      </pc:sldChg>
      <pc:sldChg chg="addSp modSp mod">
        <pc:chgData name="Sanmukh Kuppannagari" userId="ad215094-da36-4b66-9c79-369a17aea26b" providerId="ADAL" clId="{5AD0DD8E-94C3-43F5-AB7F-2D8E935C9CFF}" dt="2024-10-15T14:21:15.186" v="444" actId="1076"/>
        <pc:sldMkLst>
          <pc:docMk/>
          <pc:sldMk cId="3238687387" sldId="1316"/>
        </pc:sldMkLst>
      </pc:sldChg>
      <pc:sldChg chg="addSp modSp mod">
        <pc:chgData name="Sanmukh Kuppannagari" userId="ad215094-da36-4b66-9c79-369a17aea26b" providerId="ADAL" clId="{5AD0DD8E-94C3-43F5-AB7F-2D8E935C9CFF}" dt="2024-10-15T14:21:23.356" v="446" actId="1076"/>
        <pc:sldMkLst>
          <pc:docMk/>
          <pc:sldMk cId="105581169" sldId="1317"/>
        </pc:sldMkLst>
      </pc:sldChg>
      <pc:sldChg chg="addSp modSp mod">
        <pc:chgData name="Sanmukh Kuppannagari" userId="ad215094-da36-4b66-9c79-369a17aea26b" providerId="ADAL" clId="{5AD0DD8E-94C3-43F5-AB7F-2D8E935C9CFF}" dt="2024-10-15T14:21:29.336" v="448" actId="1076"/>
        <pc:sldMkLst>
          <pc:docMk/>
          <pc:sldMk cId="1626710577" sldId="1318"/>
        </pc:sldMkLst>
      </pc:sldChg>
      <pc:sldChg chg="addSp modSp mod">
        <pc:chgData name="Sanmukh Kuppannagari" userId="ad215094-da36-4b66-9c79-369a17aea26b" providerId="ADAL" clId="{5AD0DD8E-94C3-43F5-AB7F-2D8E935C9CFF}" dt="2024-10-15T14:21:37.921" v="450" actId="1076"/>
        <pc:sldMkLst>
          <pc:docMk/>
          <pc:sldMk cId="2589855805" sldId="1319"/>
        </pc:sldMkLst>
      </pc:sldChg>
      <pc:sldChg chg="addSp modSp mod">
        <pc:chgData name="Sanmukh Kuppannagari" userId="ad215094-da36-4b66-9c79-369a17aea26b" providerId="ADAL" clId="{5AD0DD8E-94C3-43F5-AB7F-2D8E935C9CFF}" dt="2024-10-15T14:21:44.233" v="452" actId="1076"/>
        <pc:sldMkLst>
          <pc:docMk/>
          <pc:sldMk cId="3870134566" sldId="132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091206708" sldId="1361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324345654" sldId="1363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2027562" sldId="1364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2681935685" sldId="1365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694987608" sldId="1366"/>
        </pc:sldMkLst>
      </pc:sldChg>
      <pc:sldChg chg="modSp mod">
        <pc:chgData name="Sanmukh Kuppannagari" userId="ad215094-da36-4b66-9c79-369a17aea26b" providerId="ADAL" clId="{5AD0DD8E-94C3-43F5-AB7F-2D8E935C9CFF}" dt="2024-10-15T14:04:41.747" v="252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5AD0DD8E-94C3-43F5-AB7F-2D8E935C9CFF}" dt="2024-10-15T14:46:12.171" v="690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15837963" sldId="1592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224980005" sldId="1593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815668378" sldId="1594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715348697" sldId="159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509833866" sldId="1596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616425618" sldId="1597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573490693" sldId="1598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244126963" sldId="1599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09785814" sldId="1600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645901525" sldId="160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5954888" sldId="1602"/>
        </pc:sldMkLst>
      </pc:sldChg>
      <pc:sldChg chg="del">
        <pc:chgData name="Sanmukh Kuppannagari" userId="ad215094-da36-4b66-9c79-369a17aea26b" providerId="ADAL" clId="{5AD0DD8E-94C3-43F5-AB7F-2D8E935C9CFF}" dt="2024-10-15T14:05:06.434" v="256" actId="47"/>
        <pc:sldMkLst>
          <pc:docMk/>
          <pc:sldMk cId="1139153944" sldId="1603"/>
        </pc:sldMkLst>
      </pc:sldChg>
      <pc:sldChg chg="modSp add mod">
        <pc:chgData name="Sanmukh Kuppannagari" userId="ad215094-da36-4b66-9c79-369a17aea26b" providerId="ADAL" clId="{5AD0DD8E-94C3-43F5-AB7F-2D8E935C9CFF}" dt="2024-10-15T14:05:04.491" v="255" actId="207"/>
        <pc:sldMkLst>
          <pc:docMk/>
          <pc:sldMk cId="4030791014" sldId="1604"/>
        </pc:sldMkLst>
      </pc:sldChg>
      <pc:sldChg chg="addSp modSp add mod">
        <pc:chgData name="Sanmukh Kuppannagari" userId="ad215094-da36-4b66-9c79-369a17aea26b" providerId="ADAL" clId="{5AD0DD8E-94C3-43F5-AB7F-2D8E935C9CFF}" dt="2024-10-15T14:21:55.214" v="454" actId="1076"/>
        <pc:sldMkLst>
          <pc:docMk/>
          <pc:sldMk cId="1460223335" sldId="1605"/>
        </pc:sldMkLst>
      </pc:sldChg>
      <pc:sldChg chg="modSp new mod">
        <pc:chgData name="Sanmukh Kuppannagari" userId="ad215094-da36-4b66-9c79-369a17aea26b" providerId="ADAL" clId="{5AD0DD8E-94C3-43F5-AB7F-2D8E935C9CFF}" dt="2024-10-15T14:15:03.705" v="334" actId="207"/>
        <pc:sldMkLst>
          <pc:docMk/>
          <pc:sldMk cId="95513352" sldId="1606"/>
        </pc:sldMkLst>
      </pc:sldChg>
      <pc:sldChg chg="modSp add">
        <pc:chgData name="Sanmukh Kuppannagari" userId="ad215094-da36-4b66-9c79-369a17aea26b" providerId="ADAL" clId="{5AD0DD8E-94C3-43F5-AB7F-2D8E935C9CFF}" dt="2024-10-15T14:35:10.724" v="620" actId="20577"/>
        <pc:sldMkLst>
          <pc:docMk/>
          <pc:sldMk cId="1256665225" sldId="1607"/>
        </pc:sldMkLst>
      </pc:sldChg>
      <pc:sldChg chg="modSp add mod">
        <pc:chgData name="Sanmukh Kuppannagari" userId="ad215094-da36-4b66-9c79-369a17aea26b" providerId="ADAL" clId="{5AD0DD8E-94C3-43F5-AB7F-2D8E935C9CFF}" dt="2024-10-15T14:22:24.084" v="519" actId="207"/>
        <pc:sldMkLst>
          <pc:docMk/>
          <pc:sldMk cId="4149257190" sldId="1608"/>
        </pc:sldMkLst>
      </pc:sldChg>
      <pc:sldChg chg="modSp add mod">
        <pc:chgData name="Sanmukh Kuppannagari" userId="ad215094-da36-4b66-9c79-369a17aea26b" providerId="ADAL" clId="{5AD0DD8E-94C3-43F5-AB7F-2D8E935C9CFF}" dt="2024-10-15T14:23:16.805" v="521" actId="208"/>
        <pc:sldMkLst>
          <pc:docMk/>
          <pc:sldMk cId="455736369" sldId="1609"/>
        </pc:sldMkLst>
      </pc:sldChg>
      <pc:sldChg chg="addSp delSp modSp add mod">
        <pc:chgData name="Sanmukh Kuppannagari" userId="ad215094-da36-4b66-9c79-369a17aea26b" providerId="ADAL" clId="{5AD0DD8E-94C3-43F5-AB7F-2D8E935C9CFF}" dt="2024-10-15T14:33:43.174" v="613" actId="1076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5AD0DD8E-94C3-43F5-AB7F-2D8E935C9CFF}" dt="2024-10-15T14:30:39.725" v="522"/>
        <pc:sldMkLst>
          <pc:docMk/>
          <pc:sldMk cId="3322584748" sldId="1611"/>
        </pc:sldMkLst>
      </pc:sldChg>
      <pc:sldChg chg="modSp add mod">
        <pc:chgData name="Sanmukh Kuppannagari" userId="ad215094-da36-4b66-9c79-369a17aea26b" providerId="ADAL" clId="{5AD0DD8E-94C3-43F5-AB7F-2D8E935C9CFF}" dt="2024-10-15T14:36:21.806" v="622" actId="207"/>
        <pc:sldMkLst>
          <pc:docMk/>
          <pc:sldMk cId="3968471985" sldId="1612"/>
        </pc:sldMkLst>
      </pc:sldChg>
      <pc:sldChg chg="modSp new mod">
        <pc:chgData name="Sanmukh Kuppannagari" userId="ad215094-da36-4b66-9c79-369a17aea26b" providerId="ADAL" clId="{5AD0DD8E-94C3-43F5-AB7F-2D8E935C9CFF}" dt="2024-10-15T17:05:34.964" v="891" actId="20577"/>
        <pc:sldMkLst>
          <pc:docMk/>
          <pc:sldMk cId="1500153295" sldId="1613"/>
        </pc:sldMkLst>
      </pc:sldChg>
      <pc:sldChg chg="new del">
        <pc:chgData name="Sanmukh Kuppannagari" userId="ad215094-da36-4b66-9c79-369a17aea26b" providerId="ADAL" clId="{5AD0DD8E-94C3-43F5-AB7F-2D8E935C9CFF}" dt="2024-10-15T14:43:09.131" v="628" actId="2696"/>
        <pc:sldMkLst>
          <pc:docMk/>
          <pc:sldMk cId="3394277621" sldId="1613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modSp mod">
        <pc:chgData name="Sanmukh Kuppannagari" userId="ad215094-da36-4b66-9c79-369a17aea26b" providerId="ADAL" clId="{11171A05-B6FC-4395-9957-15FB24B3E448}" dt="2024-08-29T02:48:13.037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14DF58E2-5DCD-486C-9091-D93E447591FD}"/>
    <pc:docChg chg="custSel addSld delSld modSld sldOrd">
      <pc:chgData name="Sanmukh Kuppannagari" userId="ad215094-da36-4b66-9c79-369a17aea26b" providerId="ADAL" clId="{14DF58E2-5DCD-486C-9091-D93E447591FD}" dt="2024-10-03T15:17:44.142" v="3678" actId="20577"/>
      <pc:docMkLst>
        <pc:docMk/>
      </pc:docMkLst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402981858" sldId="386"/>
        </pc:sldMkLst>
      </pc:sldChg>
      <pc:sldChg chg="add">
        <pc:chgData name="Sanmukh Kuppannagari" userId="ad215094-da36-4b66-9c79-369a17aea26b" providerId="ADAL" clId="{14DF58E2-5DCD-486C-9091-D93E447591FD}" dt="2024-10-03T13:46:17.043" v="105"/>
        <pc:sldMkLst>
          <pc:docMk/>
          <pc:sldMk cId="1837546598" sldId="965"/>
        </pc:sldMkLst>
      </pc:sldChg>
      <pc:sldChg chg="modSp add mod">
        <pc:chgData name="Sanmukh Kuppannagari" userId="ad215094-da36-4b66-9c79-369a17aea26b" providerId="ADAL" clId="{14DF58E2-5DCD-486C-9091-D93E447591FD}" dt="2024-10-03T13:48:03.639" v="338" actId="20577"/>
        <pc:sldMkLst>
          <pc:docMk/>
          <pc:sldMk cId="3747551071" sldId="9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574746539" sldId="125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927700788" sldId="1257"/>
        </pc:sldMkLst>
      </pc:sldChg>
      <pc:sldChg chg="addSp modSp add mod">
        <pc:chgData name="Sanmukh Kuppannagari" userId="ad215094-da36-4b66-9c79-369a17aea26b" providerId="ADAL" clId="{14DF58E2-5DCD-486C-9091-D93E447591FD}" dt="2024-10-03T15:13:15.224" v="3621" actId="1076"/>
        <pc:sldMkLst>
          <pc:docMk/>
          <pc:sldMk cId="1750676043" sldId="125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80733138" sldId="126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1938244019" sldId="126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14DF58E2-5DCD-486C-9091-D93E447591FD}" dt="2024-10-03T14:40:06.405" v="3595"/>
        <pc:sldMkLst>
          <pc:docMk/>
          <pc:sldMk cId="2899752863" sldId="1280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14DF58E2-5DCD-486C-9091-D93E447591FD}" dt="2024-10-03T15:17:44.142" v="3678" actId="2057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25259238" sldId="1323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10092015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558153898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9066671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44646819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270243835" sldId="1330"/>
        </pc:sldMkLst>
      </pc:sldChg>
      <pc:sldChg chg="modSp add">
        <pc:chgData name="Sanmukh Kuppannagari" userId="ad215094-da36-4b66-9c79-369a17aea26b" providerId="ADAL" clId="{14DF58E2-5DCD-486C-9091-D93E447591FD}" dt="2024-10-03T14:54:13.739" v="3604" actId="2057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14DF58E2-5DCD-486C-9091-D93E447591FD}" dt="2024-10-03T15:10:46.464" v="3611" actId="20577"/>
        <pc:sldMkLst>
          <pc:docMk/>
          <pc:sldMk cId="189707620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48973366" sldId="1514"/>
        </pc:sldMkLst>
      </pc:sldChg>
      <pc:sldChg chg="modSp mod">
        <pc:chgData name="Sanmukh Kuppannagari" userId="ad215094-da36-4b66-9c79-369a17aea26b" providerId="ADAL" clId="{14DF58E2-5DCD-486C-9091-D93E447591FD}" dt="2024-10-03T10:26:04.208" v="35" actId="5793"/>
        <pc:sldMkLst>
          <pc:docMk/>
          <pc:sldMk cId="312789784" sldId="154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93446765" sldId="1550"/>
        </pc:sldMkLst>
      </pc:sldChg>
      <pc:sldChg chg="modSp mod">
        <pc:chgData name="Sanmukh Kuppannagari" userId="ad215094-da36-4b66-9c79-369a17aea26b" providerId="ADAL" clId="{14DF58E2-5DCD-486C-9091-D93E447591FD}" dt="2024-10-03T10:27:23.846" v="104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24305596" sldId="1591"/>
        </pc:sldMkLst>
      </pc:sldChg>
      <pc:sldChg chg="modSp add mod">
        <pc:chgData name="Sanmukh Kuppannagari" userId="ad215094-da36-4b66-9c79-369a17aea26b" providerId="ADAL" clId="{14DF58E2-5DCD-486C-9091-D93E447591FD}" dt="2024-10-03T14:39:17.709" v="3592" actId="207"/>
        <pc:sldMkLst>
          <pc:docMk/>
          <pc:sldMk cId="215837963" sldId="1592"/>
        </pc:sldMkLst>
      </pc:sldChg>
      <pc:sldChg chg="modSp new mod">
        <pc:chgData name="Sanmukh Kuppannagari" userId="ad215094-da36-4b66-9c79-369a17aea26b" providerId="ADAL" clId="{14DF58E2-5DCD-486C-9091-D93E447591FD}" dt="2024-10-03T13:51:31.444" v="1022" actId="20577"/>
        <pc:sldMkLst>
          <pc:docMk/>
          <pc:sldMk cId="2224980005" sldId="1593"/>
        </pc:sldMkLst>
      </pc:sldChg>
      <pc:sldChg chg="modSp new mod">
        <pc:chgData name="Sanmukh Kuppannagari" userId="ad215094-da36-4b66-9c79-369a17aea26b" providerId="ADAL" clId="{14DF58E2-5DCD-486C-9091-D93E447591FD}" dt="2024-10-03T13:53:39.615" v="1359" actId="20577"/>
        <pc:sldMkLst>
          <pc:docMk/>
          <pc:sldMk cId="3815668378" sldId="1594"/>
        </pc:sldMkLst>
      </pc:sldChg>
      <pc:sldChg chg="modSp new mod">
        <pc:chgData name="Sanmukh Kuppannagari" userId="ad215094-da36-4b66-9c79-369a17aea26b" providerId="ADAL" clId="{14DF58E2-5DCD-486C-9091-D93E447591FD}" dt="2024-10-03T13:58:21.495" v="1812" actId="20577"/>
        <pc:sldMkLst>
          <pc:docMk/>
          <pc:sldMk cId="1715348697" sldId="1595"/>
        </pc:sldMkLst>
      </pc:sldChg>
      <pc:sldChg chg="modSp new mod">
        <pc:chgData name="Sanmukh Kuppannagari" userId="ad215094-da36-4b66-9c79-369a17aea26b" providerId="ADAL" clId="{14DF58E2-5DCD-486C-9091-D93E447591FD}" dt="2024-10-03T14:02:41.615" v="2216" actId="20577"/>
        <pc:sldMkLst>
          <pc:docMk/>
          <pc:sldMk cId="2509833866" sldId="1596"/>
        </pc:sldMkLst>
      </pc:sldChg>
      <pc:sldChg chg="modSp new mod ord">
        <pc:chgData name="Sanmukh Kuppannagari" userId="ad215094-da36-4b66-9c79-369a17aea26b" providerId="ADAL" clId="{14DF58E2-5DCD-486C-9091-D93E447591FD}" dt="2024-10-03T14:05:47.216" v="2633" actId="27636"/>
        <pc:sldMkLst>
          <pc:docMk/>
          <pc:sldMk cId="616425618" sldId="1597"/>
        </pc:sldMkLst>
      </pc:sldChg>
      <pc:sldChg chg="modSp new mod">
        <pc:chgData name="Sanmukh Kuppannagari" userId="ad215094-da36-4b66-9c79-369a17aea26b" providerId="ADAL" clId="{14DF58E2-5DCD-486C-9091-D93E447591FD}" dt="2024-10-03T14:07:20.074" v="2794" actId="20577"/>
        <pc:sldMkLst>
          <pc:docMk/>
          <pc:sldMk cId="573490693" sldId="1598"/>
        </pc:sldMkLst>
      </pc:sldChg>
      <pc:sldChg chg="modSp new mod">
        <pc:chgData name="Sanmukh Kuppannagari" userId="ad215094-da36-4b66-9c79-369a17aea26b" providerId="ADAL" clId="{14DF58E2-5DCD-486C-9091-D93E447591FD}" dt="2024-10-03T14:09:16.036" v="3118" actId="20577"/>
        <pc:sldMkLst>
          <pc:docMk/>
          <pc:sldMk cId="3244126963" sldId="1599"/>
        </pc:sldMkLst>
      </pc:sldChg>
      <pc:sldChg chg="modSp new mod">
        <pc:chgData name="Sanmukh Kuppannagari" userId="ad215094-da36-4b66-9c79-369a17aea26b" providerId="ADAL" clId="{14DF58E2-5DCD-486C-9091-D93E447591FD}" dt="2024-10-03T14:14:19.109" v="3383" actId="20577"/>
        <pc:sldMkLst>
          <pc:docMk/>
          <pc:sldMk cId="309785814" sldId="1600"/>
        </pc:sldMkLst>
      </pc:sldChg>
      <pc:sldChg chg="modSp new mod">
        <pc:chgData name="Sanmukh Kuppannagari" userId="ad215094-da36-4b66-9c79-369a17aea26b" providerId="ADAL" clId="{14DF58E2-5DCD-486C-9091-D93E447591FD}" dt="2024-10-03T14:15:43.405" v="3510" actId="20577"/>
        <pc:sldMkLst>
          <pc:docMk/>
          <pc:sldMk cId="1645901525" sldId="1601"/>
        </pc:sldMkLst>
      </pc:sldChg>
      <pc:sldChg chg="modSp new mod">
        <pc:chgData name="Sanmukh Kuppannagari" userId="ad215094-da36-4b66-9c79-369a17aea26b" providerId="ADAL" clId="{14DF58E2-5DCD-486C-9091-D93E447591FD}" dt="2024-10-03T14:16:15.270" v="3590" actId="20577"/>
        <pc:sldMkLst>
          <pc:docMk/>
          <pc:sldMk cId="15954888" sldId="1602"/>
        </pc:sldMkLst>
      </pc:sldChg>
      <pc:sldChg chg="modSp add mod">
        <pc:chgData name="Sanmukh Kuppannagari" userId="ad215094-da36-4b66-9c79-369a17aea26b" providerId="ADAL" clId="{14DF58E2-5DCD-486C-9091-D93E447591FD}" dt="2024-10-03T14:39:35.623" v="3594" actId="207"/>
        <pc:sldMkLst>
          <pc:docMk/>
          <pc:sldMk cId="1139153944" sldId="1603"/>
        </pc:sldMkLst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13CFD19A-1186-4BEA-89CE-73E7B7DE4CDB}"/>
    <pc:docChg chg="custSel addSld modSld">
      <pc:chgData name="Sanmukh Kuppannagari" userId="ad215094-da36-4b66-9c79-369a17aea26b" providerId="ADAL" clId="{13CFD19A-1186-4BEA-89CE-73E7B7DE4CDB}" dt="2025-10-16T18:17:01.300" v="839" actId="20577"/>
      <pc:docMkLst>
        <pc:docMk/>
      </pc:docMkLst>
      <pc:sldChg chg="modSp mod">
        <pc:chgData name="Sanmukh Kuppannagari" userId="ad215094-da36-4b66-9c79-369a17aea26b" providerId="ADAL" clId="{13CFD19A-1186-4BEA-89CE-73E7B7DE4CDB}" dt="2025-10-16T16:08:03.112" v="3" actId="27636"/>
        <pc:sldMkLst>
          <pc:docMk/>
          <pc:sldMk cId="769510508" sldId="394"/>
        </pc:sldMkLst>
      </pc:sldChg>
      <pc:sldChg chg="modSp mod">
        <pc:chgData name="Sanmukh Kuppannagari" userId="ad215094-da36-4b66-9c79-369a17aea26b" providerId="ADAL" clId="{13CFD19A-1186-4BEA-89CE-73E7B7DE4CDB}" dt="2025-10-16T16:08:03.318" v="7" actId="27636"/>
        <pc:sldMkLst>
          <pc:docMk/>
          <pc:sldMk cId="173111426" sldId="404"/>
        </pc:sldMkLst>
      </pc:sldChg>
      <pc:sldChg chg="modSp mod">
        <pc:chgData name="Sanmukh Kuppannagari" userId="ad215094-da36-4b66-9c79-369a17aea26b" providerId="ADAL" clId="{13CFD19A-1186-4BEA-89CE-73E7B7DE4CDB}" dt="2025-10-16T16:27:27.890" v="711" actId="20577"/>
        <pc:sldMkLst>
          <pc:docMk/>
          <pc:sldMk cId="645276164" sldId="418"/>
        </pc:sldMkLst>
      </pc:sldChg>
      <pc:sldChg chg="modSp mod">
        <pc:chgData name="Sanmukh Kuppannagari" userId="ad215094-da36-4b66-9c79-369a17aea26b" providerId="ADAL" clId="{13CFD19A-1186-4BEA-89CE-73E7B7DE4CDB}" dt="2025-10-16T16:20:45.424" v="557" actId="20577"/>
        <pc:sldMkLst>
          <pc:docMk/>
          <pc:sldMk cId="1145942796" sldId="555"/>
        </pc:sldMkLst>
      </pc:sldChg>
      <pc:sldChg chg="modSp mod">
        <pc:chgData name="Sanmukh Kuppannagari" userId="ad215094-da36-4b66-9c79-369a17aea26b" providerId="ADAL" clId="{13CFD19A-1186-4BEA-89CE-73E7B7DE4CDB}" dt="2025-10-16T16:08:03.169" v="4" actId="27636"/>
        <pc:sldMkLst>
          <pc:docMk/>
          <pc:sldMk cId="3429093343" sldId="1557"/>
        </pc:sldMkLst>
      </pc:sldChg>
      <pc:sldChg chg="modSp mod">
        <pc:chgData name="Sanmukh Kuppannagari" userId="ad215094-da36-4b66-9c79-369a17aea26b" providerId="ADAL" clId="{13CFD19A-1186-4BEA-89CE-73E7B7DE4CDB}" dt="2025-10-16T16:08:03.211" v="5" actId="27636"/>
        <pc:sldMkLst>
          <pc:docMk/>
          <pc:sldMk cId="400322744" sldId="1558"/>
        </pc:sldMkLst>
      </pc:sldChg>
      <pc:sldChg chg="modSp mod">
        <pc:chgData name="Sanmukh Kuppannagari" userId="ad215094-da36-4b66-9c79-369a17aea26b" providerId="ADAL" clId="{13CFD19A-1186-4BEA-89CE-73E7B7DE4CDB}" dt="2025-10-16T16:08:03.254" v="6" actId="27636"/>
        <pc:sldMkLst>
          <pc:docMk/>
          <pc:sldMk cId="735200732" sldId="1561"/>
        </pc:sldMkLst>
      </pc:sldChg>
      <pc:sldChg chg="addSp delSp modSp mod">
        <pc:chgData name="Sanmukh Kuppannagari" userId="ad215094-da36-4b66-9c79-369a17aea26b" providerId="ADAL" clId="{13CFD19A-1186-4BEA-89CE-73E7B7DE4CDB}" dt="2025-10-16T18:16:04.932" v="723" actId="20577"/>
        <pc:sldMkLst>
          <pc:docMk/>
          <pc:sldMk cId="123768210" sldId="1573"/>
        </pc:sldMkLst>
      </pc:sldChg>
      <pc:sldChg chg="modSp mod">
        <pc:chgData name="Sanmukh Kuppannagari" userId="ad215094-da36-4b66-9c79-369a17aea26b" providerId="ADAL" clId="{13CFD19A-1186-4BEA-89CE-73E7B7DE4CDB}" dt="2025-10-16T18:17:01.300" v="839" actId="20577"/>
        <pc:sldMkLst>
          <pc:docMk/>
          <pc:sldMk cId="4196385676" sldId="1654"/>
        </pc:sldMkLst>
      </pc:sldChg>
      <pc:sldChg chg="modSp mod">
        <pc:chgData name="Sanmukh Kuppannagari" userId="ad215094-da36-4b66-9c79-369a17aea26b" providerId="ADAL" clId="{13CFD19A-1186-4BEA-89CE-73E7B7DE4CDB}" dt="2025-10-16T16:08:03.053" v="2" actId="27636"/>
        <pc:sldMkLst>
          <pc:docMk/>
          <pc:sldMk cId="1536265715" sldId="1657"/>
        </pc:sldMkLst>
      </pc:sldChg>
      <pc:sldChg chg="addSp modSp add mod">
        <pc:chgData name="Sanmukh Kuppannagari" userId="ad215094-da36-4b66-9c79-369a17aea26b" providerId="ADAL" clId="{13CFD19A-1186-4BEA-89CE-73E7B7DE4CDB}" dt="2025-10-16T18:16:17.958" v="724"/>
        <pc:sldMkLst>
          <pc:docMk/>
          <pc:sldMk cId="589867267" sldId="1661"/>
        </pc:sldMkLst>
      </pc:sldChg>
      <pc:sldChg chg="modSp add mod">
        <pc:chgData name="Sanmukh Kuppannagari" userId="ad215094-da36-4b66-9c79-369a17aea26b" providerId="ADAL" clId="{13CFD19A-1186-4BEA-89CE-73E7B7DE4CDB}" dt="2025-10-16T18:16:22.003" v="725"/>
        <pc:sldMkLst>
          <pc:docMk/>
          <pc:sldMk cId="1583544489" sldId="1662"/>
        </pc:sldMkLst>
      </pc:sldChg>
      <pc:sldChg chg="modSp add mod">
        <pc:chgData name="Sanmukh Kuppannagari" userId="ad215094-da36-4b66-9c79-369a17aea26b" providerId="ADAL" clId="{13CFD19A-1186-4BEA-89CE-73E7B7DE4CDB}" dt="2025-10-16T18:16:26.038" v="726"/>
        <pc:sldMkLst>
          <pc:docMk/>
          <pc:sldMk cId="109981960" sldId="1663"/>
        </pc:sldMkLst>
      </pc:sldChg>
      <pc:sldChg chg="modSp add mod">
        <pc:chgData name="Sanmukh Kuppannagari" userId="ad215094-da36-4b66-9c79-369a17aea26b" providerId="ADAL" clId="{13CFD19A-1186-4BEA-89CE-73E7B7DE4CDB}" dt="2025-10-16T18:16:30.682" v="727"/>
        <pc:sldMkLst>
          <pc:docMk/>
          <pc:sldMk cId="3192982717" sldId="1664"/>
        </pc:sldMkLst>
      </pc:sld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</pc:chgInfo>
</file>

<file path=ppt/comments/modernComment_18C_2D5F7C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D0C786F-ED11-47F3-A424-6120D83E94BE}" authorId="{441D2640-F4FA-0554-8E98-E42080772A46}" created="2025-11-25T19:44:49.05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61232548" sldId="396"/>
      <ac:spMk id="3" creationId="{930E15D2-9050-8B86-6C85-F00C51E31B5F}"/>
      <ac:txMk cp="104" len="3">
        <ac:context len="162" hash="4265676919"/>
      </ac:txMk>
    </ac:txMkLst>
    <p188:pos x="1738745" y="2400011"/>
    <p188:txBody>
      <a:bodyPr/>
      <a:lstStyle/>
      <a:p>
        <a:r>
          <a:rPr lang="en-US"/>
          <a:t>Fix this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06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62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46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rxiv.org/abs/1706.03762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0.png"/><Relationship Id="rId7" Type="http://schemas.openxmlformats.org/officeDocument/2006/relationships/image" Target="../media/image28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0.png"/><Relationship Id="rId7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3.png"/><Relationship Id="rId5" Type="http://schemas.openxmlformats.org/officeDocument/2006/relationships/image" Target="../media/image260.png"/><Relationship Id="rId10" Type="http://schemas.openxmlformats.org/officeDocument/2006/relationships/image" Target="../media/image32.png"/><Relationship Id="rId4" Type="http://schemas.openxmlformats.org/officeDocument/2006/relationships/image" Target="../media/image250.png"/><Relationship Id="rId9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0.png"/><Relationship Id="rId7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3.png"/><Relationship Id="rId5" Type="http://schemas.openxmlformats.org/officeDocument/2006/relationships/image" Target="../media/image260.png"/><Relationship Id="rId10" Type="http://schemas.openxmlformats.org/officeDocument/2006/relationships/image" Target="../media/image32.png"/><Relationship Id="rId4" Type="http://schemas.openxmlformats.org/officeDocument/2006/relationships/image" Target="../media/image250.png"/><Relationship Id="rId9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3" Type="http://schemas.openxmlformats.org/officeDocument/2006/relationships/image" Target="../media/image240.pn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260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250.png"/><Relationship Id="rId9" Type="http://schemas.openxmlformats.org/officeDocument/2006/relationships/image" Target="../media/image35.png"/><Relationship Id="rId1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3" Type="http://schemas.openxmlformats.org/officeDocument/2006/relationships/image" Target="../media/image240.pn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17" Type="http://schemas.openxmlformats.org/officeDocument/2006/relationships/image" Target="../media/image47.png"/><Relationship Id="rId2" Type="http://schemas.openxmlformats.org/officeDocument/2006/relationships/image" Target="../media/image30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260.png"/><Relationship Id="rId15" Type="http://schemas.openxmlformats.org/officeDocument/2006/relationships/image" Target="../media/image45.png"/><Relationship Id="rId10" Type="http://schemas.openxmlformats.org/officeDocument/2006/relationships/image" Target="../media/image38.png"/><Relationship Id="rId4" Type="http://schemas.openxmlformats.org/officeDocument/2006/relationships/image" Target="../media/image250.png"/><Relationship Id="rId9" Type="http://schemas.openxmlformats.org/officeDocument/2006/relationships/image" Target="../media/image35.png"/><Relationship Id="rId1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18" Type="http://schemas.openxmlformats.org/officeDocument/2006/relationships/image" Target="../media/image47.png"/><Relationship Id="rId3" Type="http://schemas.openxmlformats.org/officeDocument/2006/relationships/image" Target="../media/image240.png"/><Relationship Id="rId7" Type="http://schemas.openxmlformats.org/officeDocument/2006/relationships/image" Target="../media/image36.png"/><Relationship Id="rId12" Type="http://schemas.openxmlformats.org/officeDocument/2006/relationships/image" Target="../media/image39.png"/><Relationship Id="rId17" Type="http://schemas.openxmlformats.org/officeDocument/2006/relationships/image" Target="../media/image46.png"/><Relationship Id="rId2" Type="http://schemas.openxmlformats.org/officeDocument/2006/relationships/image" Target="../media/image30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260.png"/><Relationship Id="rId15" Type="http://schemas.openxmlformats.org/officeDocument/2006/relationships/image" Target="../media/image42.png"/><Relationship Id="rId10" Type="http://schemas.openxmlformats.org/officeDocument/2006/relationships/image" Target="../media/image35.png"/><Relationship Id="rId4" Type="http://schemas.openxmlformats.org/officeDocument/2006/relationships/image" Target="../media/image250.png"/><Relationship Id="rId9" Type="http://schemas.openxmlformats.org/officeDocument/2006/relationships/image" Target="../media/image48.png"/><Relationship Id="rId1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490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500.png"/><Relationship Id="rId7" Type="http://schemas.openxmlformats.org/officeDocument/2006/relationships/image" Target="../media/image66.png"/><Relationship Id="rId12" Type="http://schemas.openxmlformats.org/officeDocument/2006/relationships/image" Target="../media/image70.png"/><Relationship Id="rId17" Type="http://schemas.openxmlformats.org/officeDocument/2006/relationships/image" Target="../media/image63.png"/><Relationship Id="rId2" Type="http://schemas.openxmlformats.org/officeDocument/2006/relationships/image" Target="../media/image490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1.png"/><Relationship Id="rId10" Type="http://schemas.openxmlformats.org/officeDocument/2006/relationships/image" Target="../media/image69.png"/><Relationship Id="rId4" Type="http://schemas.openxmlformats.org/officeDocument/2006/relationships/image" Target="../media/image51.png"/><Relationship Id="rId9" Type="http://schemas.openxmlformats.org/officeDocument/2006/relationships/image" Target="../media/image68.png"/><Relationship Id="rId1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60.png"/><Relationship Id="rId3" Type="http://schemas.openxmlformats.org/officeDocument/2006/relationships/image" Target="../media/image500.png"/><Relationship Id="rId7" Type="http://schemas.openxmlformats.org/officeDocument/2006/relationships/image" Target="../media/image72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490.png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76.png"/><Relationship Id="rId10" Type="http://schemas.openxmlformats.org/officeDocument/2006/relationships/image" Target="../media/image75.png"/><Relationship Id="rId4" Type="http://schemas.openxmlformats.org/officeDocument/2006/relationships/image" Target="../media/image51.png"/><Relationship Id="rId9" Type="http://schemas.openxmlformats.org/officeDocument/2006/relationships/image" Target="../media/image74.png"/><Relationship Id="rId1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1.png"/><Relationship Id="rId7" Type="http://schemas.openxmlformats.org/officeDocument/2006/relationships/image" Target="../media/image8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7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7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2.png"/><Relationship Id="rId10" Type="http://schemas.openxmlformats.org/officeDocument/2006/relationships/image" Target="../media/image93.png"/><Relationship Id="rId4" Type="http://schemas.openxmlformats.org/officeDocument/2006/relationships/image" Target="../media/image88.png"/><Relationship Id="rId9" Type="http://schemas.openxmlformats.org/officeDocument/2006/relationships/image" Target="../media/image9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102.png"/><Relationship Id="rId3" Type="http://schemas.openxmlformats.org/officeDocument/2006/relationships/image" Target="../media/image87.png"/><Relationship Id="rId7" Type="http://schemas.openxmlformats.org/officeDocument/2006/relationships/image" Target="../media/image90.png"/><Relationship Id="rId12" Type="http://schemas.openxmlformats.org/officeDocument/2006/relationships/image" Target="../media/image10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100.png"/><Relationship Id="rId5" Type="http://schemas.openxmlformats.org/officeDocument/2006/relationships/image" Target="../media/image82.png"/><Relationship Id="rId10" Type="http://schemas.openxmlformats.org/officeDocument/2006/relationships/image" Target="../media/image99.png"/><Relationship Id="rId4" Type="http://schemas.openxmlformats.org/officeDocument/2006/relationships/image" Target="../media/image97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0.png"/><Relationship Id="rId5" Type="http://schemas.openxmlformats.org/officeDocument/2006/relationships/image" Target="../media/image660.png"/><Relationship Id="rId4" Type="http://schemas.openxmlformats.org/officeDocument/2006/relationships/image" Target="../media/image65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microsoft.com/office/2018/10/relationships/comments" Target="../comments/modernComment_18C_2D5F7CA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0.pn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910.png"/><Relationship Id="rId7" Type="http://schemas.openxmlformats.org/officeDocument/2006/relationships/image" Target="../media/image6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0" Type="http://schemas.openxmlformats.org/officeDocument/2006/relationships/image" Target="../media/image115.png"/><Relationship Id="rId4" Type="http://schemas.openxmlformats.org/officeDocument/2006/relationships/image" Target="../media/image711.png"/><Relationship Id="rId9" Type="http://schemas.openxmlformats.org/officeDocument/2006/relationships/image" Target="../media/image410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15</a:t>
            </a:r>
          </a:p>
          <a:p>
            <a:r>
              <a:rPr lang="en-US" dirty="0"/>
              <a:t>10/16/2024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Transformer Models</a:t>
            </a:r>
          </a:p>
          <a:p>
            <a:r>
              <a:rPr lang="en-US" dirty="0"/>
              <a:t>Transformer Models – Computational Challenges</a:t>
            </a:r>
          </a:p>
        </p:txBody>
      </p:sp>
    </p:spTree>
    <p:extLst>
      <p:ext uri="{BB962C8B-B14F-4D97-AF65-F5344CB8AC3E}">
        <p14:creationId xmlns:p14="http://schemas.microsoft.com/office/powerpoint/2010/main" val="318335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170E5-ABE0-0FBA-C4AB-E109B05AD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B455A-DD1B-206A-4538-C2E2FE9A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Midterm Graded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988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Transformer Models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Transformer Models – Computational Challenges</a:t>
            </a:r>
          </a:p>
        </p:txBody>
      </p:sp>
    </p:spTree>
    <p:extLst>
      <p:ext uri="{BB962C8B-B14F-4D97-AF65-F5344CB8AC3E}">
        <p14:creationId xmlns:p14="http://schemas.microsoft.com/office/powerpoint/2010/main" val="3123235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1B1D4-0AF4-AA99-6947-7ECCA40F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Based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8C26C-0C20-30AC-918B-7BC769ED5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Neural network for language modeling that use Transformer Architecture as a key building block</a:t>
            </a:r>
          </a:p>
          <a:p>
            <a:endParaRPr lang="en-US" dirty="0"/>
          </a:p>
          <a:p>
            <a:r>
              <a:rPr lang="en-US" dirty="0"/>
              <a:t>State of the art architectures for most of the Natural Language Processing Tasks</a:t>
            </a:r>
          </a:p>
          <a:p>
            <a:endParaRPr lang="en-US" dirty="0"/>
          </a:p>
          <a:p>
            <a:r>
              <a:rPr lang="en-US" dirty="0"/>
              <a:t>ChatGPT, Llama, … </a:t>
            </a:r>
          </a:p>
        </p:txBody>
      </p:sp>
    </p:spTree>
    <p:extLst>
      <p:ext uri="{BB962C8B-B14F-4D97-AF65-F5344CB8AC3E}">
        <p14:creationId xmlns:p14="http://schemas.microsoft.com/office/powerpoint/2010/main" val="1450824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07D7-206F-BE16-8442-B04D7E11C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104D3-79B1-9DD4-7F5B-263B3B44E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8428" cy="4351338"/>
          </a:xfrm>
        </p:spPr>
        <p:txBody>
          <a:bodyPr/>
          <a:lstStyle/>
          <a:p>
            <a:r>
              <a:rPr lang="en-US" sz="2800" dirty="0"/>
              <a:t>Key Idea: Attention Mechanism</a:t>
            </a:r>
          </a:p>
          <a:p>
            <a:endParaRPr lang="en-US" sz="2800" dirty="0"/>
          </a:p>
          <a:p>
            <a:r>
              <a:rPr lang="en-US" sz="2800" dirty="0"/>
              <a:t>Original paper: Attention Is All You Need: </a:t>
            </a:r>
            <a:r>
              <a:rPr lang="en-US" sz="2800" dirty="0">
                <a:hlinkClick r:id="rId2"/>
              </a:rPr>
              <a:t>https://arxiv.org/abs/1706.03762</a:t>
            </a:r>
            <a:r>
              <a:rPr lang="en-US" sz="2800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4F08981B-AE83-EAB3-81D9-019FF7880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525" y="1254053"/>
            <a:ext cx="3466343" cy="48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006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3ED3D-30F9-C060-E6EB-245F4B43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64761D0C-12E2-8931-554E-939555F65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130" y="1465012"/>
            <a:ext cx="3652156" cy="53762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B8D9C1-C93F-F632-00C7-560E5C1088F8}"/>
                  </a:ext>
                </a:extLst>
              </p:cNvPr>
              <p:cNvSpPr txBox="1"/>
              <p:nvPr/>
            </p:nvSpPr>
            <p:spPr>
              <a:xfrm>
                <a:off x="724470" y="4183227"/>
                <a:ext cx="31024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Layers of Encoder Blocks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B8D9C1-C93F-F632-00C7-560E5C108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70" y="4183227"/>
                <a:ext cx="3102429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47C323D1-8162-2E4F-BD28-3203B6CA0049}"/>
              </a:ext>
            </a:extLst>
          </p:cNvPr>
          <p:cNvSpPr/>
          <p:nvPr/>
        </p:nvSpPr>
        <p:spPr>
          <a:xfrm>
            <a:off x="3815443" y="3429000"/>
            <a:ext cx="250371" cy="1877786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060F14-260A-DC15-9AB9-8A45C362FB77}"/>
                  </a:ext>
                </a:extLst>
              </p:cNvPr>
              <p:cNvSpPr txBox="1"/>
              <p:nvPr/>
            </p:nvSpPr>
            <p:spPr>
              <a:xfrm>
                <a:off x="8174604" y="3739562"/>
                <a:ext cx="31024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Layers of Decoder Blocks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060F14-260A-DC15-9AB9-8A45C362F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604" y="3739562"/>
                <a:ext cx="3102429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7E256723-8FAD-353A-C0FE-8B986FD7DFC6}"/>
              </a:ext>
            </a:extLst>
          </p:cNvPr>
          <p:cNvSpPr/>
          <p:nvPr/>
        </p:nvSpPr>
        <p:spPr>
          <a:xfrm rot="10800000">
            <a:off x="7848602" y="2601542"/>
            <a:ext cx="326002" cy="2645372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82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8AE50-215A-224D-6C72-8895C4B6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5C2574-D133-93DE-2B43-D574B577B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Encoder-Decoder Architecture</a:t>
                </a:r>
              </a:p>
              <a:p>
                <a:endParaRPr lang="en-US" dirty="0"/>
              </a:p>
              <a:p>
                <a:r>
                  <a:rPr lang="en-US" dirty="0"/>
                  <a:t>Encoder: </a:t>
                </a:r>
              </a:p>
              <a:p>
                <a:pPr lvl="1"/>
                <a:r>
                  <a:rPr lang="en-US" dirty="0"/>
                  <a:t>Map a sequence of input symbols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to</a:t>
                </a:r>
              </a:p>
              <a:p>
                <a:pPr lvl="1"/>
                <a:r>
                  <a:rPr lang="en-US" dirty="0"/>
                  <a:t>A sequence of continuous representation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Decoder:</a:t>
                </a:r>
              </a:p>
              <a:p>
                <a:pPr lvl="1"/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output from previous iteration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5C2574-D133-93DE-2B43-D574B577B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6265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9FC6-498B-D4B5-8B4D-D37ABDD60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 - Encoder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390D9B-5925-778F-EAA4-4D2F5003B1A4}"/>
              </a:ext>
            </a:extLst>
          </p:cNvPr>
          <p:cNvSpPr/>
          <p:nvPr/>
        </p:nvSpPr>
        <p:spPr>
          <a:xfrm>
            <a:off x="4162647" y="2369215"/>
            <a:ext cx="3078125" cy="341305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FBC4801-8F04-3FAE-0690-FC238DAB34FF}"/>
                  </a:ext>
                </a:extLst>
              </p:cNvPr>
              <p:cNvSpPr/>
              <p:nvPr/>
            </p:nvSpPr>
            <p:spPr>
              <a:xfrm>
                <a:off x="4162647" y="6074550"/>
                <a:ext cx="3078125" cy="41832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FBC4801-8F04-3FAE-0690-FC238DAB34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647" y="6074550"/>
                <a:ext cx="3078125" cy="418325"/>
              </a:xfrm>
              <a:prstGeom prst="rect">
                <a:avLst/>
              </a:prstGeom>
              <a:blipFill>
                <a:blip r:embed="rId2"/>
                <a:stretch>
                  <a:fillRect b="-1333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4A71A6-0780-7A14-1BE0-76D529B9C747}"/>
                  </a:ext>
                </a:extLst>
              </p:cNvPr>
              <p:cNvSpPr/>
              <p:nvPr/>
            </p:nvSpPr>
            <p:spPr>
              <a:xfrm>
                <a:off x="4162647" y="1690688"/>
                <a:ext cx="3078125" cy="41832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4A71A6-0780-7A14-1BE0-76D529B9C7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647" y="1690688"/>
                <a:ext cx="3078125" cy="41832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50F725E6-F7B4-7C91-514A-B30375050E75}"/>
              </a:ext>
            </a:extLst>
          </p:cNvPr>
          <p:cNvSpPr/>
          <p:nvPr/>
        </p:nvSpPr>
        <p:spPr>
          <a:xfrm>
            <a:off x="4233529" y="2507587"/>
            <a:ext cx="2915093" cy="33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25E21C-EACF-DC2A-5ACF-F1AD995BCE00}"/>
              </a:ext>
            </a:extLst>
          </p:cNvPr>
          <p:cNvSpPr/>
          <p:nvPr/>
        </p:nvSpPr>
        <p:spPr>
          <a:xfrm>
            <a:off x="4233529" y="3076599"/>
            <a:ext cx="2915093" cy="33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D12654-4F7E-A9C6-E638-6A99A2A6CF98}"/>
              </a:ext>
            </a:extLst>
          </p:cNvPr>
          <p:cNvSpPr/>
          <p:nvPr/>
        </p:nvSpPr>
        <p:spPr>
          <a:xfrm>
            <a:off x="4233529" y="3645611"/>
            <a:ext cx="2915093" cy="33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60CE0-EB8F-DBC3-0A7F-B43EF5D80DF2}"/>
              </a:ext>
            </a:extLst>
          </p:cNvPr>
          <p:cNvSpPr/>
          <p:nvPr/>
        </p:nvSpPr>
        <p:spPr>
          <a:xfrm>
            <a:off x="4233528" y="4214623"/>
            <a:ext cx="2915093" cy="33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D3FF30-A210-4889-70CE-72ADA1429DA5}"/>
              </a:ext>
            </a:extLst>
          </p:cNvPr>
          <p:cNvSpPr/>
          <p:nvPr/>
        </p:nvSpPr>
        <p:spPr>
          <a:xfrm>
            <a:off x="4233527" y="4783635"/>
            <a:ext cx="2915093" cy="33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B50071-A2E9-2967-4FA2-F2723A6CAD5E}"/>
              </a:ext>
            </a:extLst>
          </p:cNvPr>
          <p:cNvSpPr/>
          <p:nvPr/>
        </p:nvSpPr>
        <p:spPr>
          <a:xfrm>
            <a:off x="4233526" y="5352645"/>
            <a:ext cx="2915093" cy="33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1ACFD2-8CA2-67E0-6A33-2B8AE004ACD9}"/>
              </a:ext>
            </a:extLst>
          </p:cNvPr>
          <p:cNvCxnSpPr/>
          <p:nvPr/>
        </p:nvCxnSpPr>
        <p:spPr>
          <a:xfrm>
            <a:off x="7022805" y="2674088"/>
            <a:ext cx="15098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4C98532-70A5-9194-21F4-9D713E402D8C}"/>
              </a:ext>
            </a:extLst>
          </p:cNvPr>
          <p:cNvSpPr txBox="1"/>
          <p:nvPr/>
        </p:nvSpPr>
        <p:spPr>
          <a:xfrm>
            <a:off x="8623005" y="2369215"/>
            <a:ext cx="2099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Transformer Encoder Block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7C18DB-0C0A-3B41-23DB-730F4E38895D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5701710" y="5782266"/>
            <a:ext cx="0" cy="2922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51B0B0-3BF9-6BB1-EC06-5B1DACB69A92}"/>
              </a:ext>
            </a:extLst>
          </p:cNvPr>
          <p:cNvCxnSpPr>
            <a:cxnSpLocks/>
          </p:cNvCxnSpPr>
          <p:nvPr/>
        </p:nvCxnSpPr>
        <p:spPr>
          <a:xfrm flipV="1">
            <a:off x="5701710" y="2076931"/>
            <a:ext cx="0" cy="2922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E0DC011-44C8-47B5-CD49-6AC171AAABEA}"/>
              </a:ext>
            </a:extLst>
          </p:cNvPr>
          <p:cNvCxnSpPr>
            <a:cxnSpLocks/>
          </p:cNvCxnSpPr>
          <p:nvPr/>
        </p:nvCxnSpPr>
        <p:spPr>
          <a:xfrm flipH="1" flipV="1">
            <a:off x="5691074" y="5122178"/>
            <a:ext cx="10636" cy="2304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FFBB80-A443-5B81-7D3C-8D0D3EB0A8E7}"/>
              </a:ext>
            </a:extLst>
          </p:cNvPr>
          <p:cNvCxnSpPr>
            <a:cxnSpLocks/>
          </p:cNvCxnSpPr>
          <p:nvPr/>
        </p:nvCxnSpPr>
        <p:spPr>
          <a:xfrm flipH="1" flipV="1">
            <a:off x="5675118" y="4584074"/>
            <a:ext cx="10636" cy="2304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32C340-4AD3-4921-8397-5F6966C0D1A1}"/>
              </a:ext>
            </a:extLst>
          </p:cNvPr>
          <p:cNvCxnSpPr>
            <a:cxnSpLocks/>
          </p:cNvCxnSpPr>
          <p:nvPr/>
        </p:nvCxnSpPr>
        <p:spPr>
          <a:xfrm flipH="1" flipV="1">
            <a:off x="5664482" y="3980963"/>
            <a:ext cx="10636" cy="2304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959EA80-DFAF-A7DF-D280-AB9BDC3E14C5}"/>
              </a:ext>
            </a:extLst>
          </p:cNvPr>
          <p:cNvCxnSpPr>
            <a:cxnSpLocks/>
          </p:cNvCxnSpPr>
          <p:nvPr/>
        </p:nvCxnSpPr>
        <p:spPr>
          <a:xfrm flipH="1" flipV="1">
            <a:off x="5648526" y="3442859"/>
            <a:ext cx="10636" cy="2304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8C829B-6815-C1DB-49C5-3CA88BAAA665}"/>
              </a:ext>
            </a:extLst>
          </p:cNvPr>
          <p:cNvCxnSpPr>
            <a:cxnSpLocks/>
          </p:cNvCxnSpPr>
          <p:nvPr/>
        </p:nvCxnSpPr>
        <p:spPr>
          <a:xfrm flipH="1" flipV="1">
            <a:off x="5632570" y="2863183"/>
            <a:ext cx="10636" cy="2304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245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9FC6-498B-D4B5-8B4D-D37ABDD60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 - Decoder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390D9B-5925-778F-EAA4-4D2F5003B1A4}"/>
              </a:ext>
            </a:extLst>
          </p:cNvPr>
          <p:cNvSpPr/>
          <p:nvPr/>
        </p:nvSpPr>
        <p:spPr>
          <a:xfrm>
            <a:off x="4027714" y="2369215"/>
            <a:ext cx="3213058" cy="341305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FBC4801-8F04-3FAE-0690-FC238DAB34FF}"/>
                  </a:ext>
                </a:extLst>
              </p:cNvPr>
              <p:cNvSpPr/>
              <p:nvPr/>
            </p:nvSpPr>
            <p:spPr>
              <a:xfrm>
                <a:off x="4162647" y="6074550"/>
                <a:ext cx="3078125" cy="41832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FBC4801-8F04-3FAE-0690-FC238DAB34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647" y="6074550"/>
                <a:ext cx="3078125" cy="418325"/>
              </a:xfrm>
              <a:prstGeom prst="rect">
                <a:avLst/>
              </a:prstGeom>
              <a:blipFill>
                <a:blip r:embed="rId2"/>
                <a:stretch>
                  <a:fillRect b="-2667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4A71A6-0780-7A14-1BE0-76D529B9C747}"/>
                  </a:ext>
                </a:extLst>
              </p:cNvPr>
              <p:cNvSpPr/>
              <p:nvPr/>
            </p:nvSpPr>
            <p:spPr>
              <a:xfrm>
                <a:off x="4162647" y="1690688"/>
                <a:ext cx="3078125" cy="41832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4A71A6-0780-7A14-1BE0-76D529B9C7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647" y="1690688"/>
                <a:ext cx="3078125" cy="418325"/>
              </a:xfrm>
              <a:prstGeom prst="rect">
                <a:avLst/>
              </a:prstGeom>
              <a:blipFill>
                <a:blip r:embed="rId3"/>
                <a:stretch>
                  <a:fillRect b="-2667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50F725E6-F7B4-7C91-514A-B30375050E75}"/>
              </a:ext>
            </a:extLst>
          </p:cNvPr>
          <p:cNvSpPr/>
          <p:nvPr/>
        </p:nvSpPr>
        <p:spPr>
          <a:xfrm>
            <a:off x="4233529" y="2507587"/>
            <a:ext cx="2915093" cy="3385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25E21C-EACF-DC2A-5ACF-F1AD995BCE00}"/>
              </a:ext>
            </a:extLst>
          </p:cNvPr>
          <p:cNvSpPr/>
          <p:nvPr/>
        </p:nvSpPr>
        <p:spPr>
          <a:xfrm>
            <a:off x="4233529" y="3076599"/>
            <a:ext cx="2915093" cy="3385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D12654-4F7E-A9C6-E638-6A99A2A6CF98}"/>
              </a:ext>
            </a:extLst>
          </p:cNvPr>
          <p:cNvSpPr/>
          <p:nvPr/>
        </p:nvSpPr>
        <p:spPr>
          <a:xfrm>
            <a:off x="4233529" y="3645611"/>
            <a:ext cx="2915093" cy="3385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60CE0-EB8F-DBC3-0A7F-B43EF5D80DF2}"/>
              </a:ext>
            </a:extLst>
          </p:cNvPr>
          <p:cNvSpPr/>
          <p:nvPr/>
        </p:nvSpPr>
        <p:spPr>
          <a:xfrm>
            <a:off x="4233528" y="4214623"/>
            <a:ext cx="2915093" cy="3385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D3FF30-A210-4889-70CE-72ADA1429DA5}"/>
              </a:ext>
            </a:extLst>
          </p:cNvPr>
          <p:cNvSpPr/>
          <p:nvPr/>
        </p:nvSpPr>
        <p:spPr>
          <a:xfrm>
            <a:off x="4233527" y="4783635"/>
            <a:ext cx="2915093" cy="3385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B50071-A2E9-2967-4FA2-F2723A6CAD5E}"/>
              </a:ext>
            </a:extLst>
          </p:cNvPr>
          <p:cNvSpPr/>
          <p:nvPr/>
        </p:nvSpPr>
        <p:spPr>
          <a:xfrm>
            <a:off x="4233526" y="5352645"/>
            <a:ext cx="2915093" cy="3385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1ACFD2-8CA2-67E0-6A33-2B8AE004ACD9}"/>
              </a:ext>
            </a:extLst>
          </p:cNvPr>
          <p:cNvCxnSpPr/>
          <p:nvPr/>
        </p:nvCxnSpPr>
        <p:spPr>
          <a:xfrm>
            <a:off x="7022805" y="2674088"/>
            <a:ext cx="15098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4C98532-70A5-9194-21F4-9D713E402D8C}"/>
              </a:ext>
            </a:extLst>
          </p:cNvPr>
          <p:cNvSpPr txBox="1"/>
          <p:nvPr/>
        </p:nvSpPr>
        <p:spPr>
          <a:xfrm>
            <a:off x="8623005" y="2369215"/>
            <a:ext cx="2099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Transformer Decoder Block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92F15A9-9F3A-1C44-826E-43A7019EEBE9}"/>
                  </a:ext>
                </a:extLst>
              </p:cNvPr>
              <p:cNvSpPr/>
              <p:nvPr/>
            </p:nvSpPr>
            <p:spPr>
              <a:xfrm>
                <a:off x="375684" y="3866577"/>
                <a:ext cx="3078125" cy="41832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92F15A9-9F3A-1C44-826E-43A7019EEB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84" y="3866577"/>
                <a:ext cx="3078125" cy="41832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D0CD5D-78B2-A3FA-827F-48C72AC88BE4}"/>
              </a:ext>
            </a:extLst>
          </p:cNvPr>
          <p:cNvCxnSpPr>
            <a:cxnSpLocks/>
          </p:cNvCxnSpPr>
          <p:nvPr/>
        </p:nvCxnSpPr>
        <p:spPr>
          <a:xfrm flipV="1">
            <a:off x="5701710" y="5782266"/>
            <a:ext cx="0" cy="2922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FBDBE6-A9F7-76D2-0404-29A83CFDB0D6}"/>
              </a:ext>
            </a:extLst>
          </p:cNvPr>
          <p:cNvCxnSpPr>
            <a:cxnSpLocks/>
          </p:cNvCxnSpPr>
          <p:nvPr/>
        </p:nvCxnSpPr>
        <p:spPr>
          <a:xfrm flipV="1">
            <a:off x="5701710" y="2076931"/>
            <a:ext cx="0" cy="2922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00FA879F-6224-FB57-75FC-493F21369B3C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3453809" y="2676859"/>
            <a:ext cx="779720" cy="1398881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629D83D-A787-A76D-12AF-21909CB37A7D}"/>
              </a:ext>
            </a:extLst>
          </p:cNvPr>
          <p:cNvCxnSpPr>
            <a:stCxn id="3" idx="3"/>
            <a:endCxn id="8" idx="1"/>
          </p:cNvCxnSpPr>
          <p:nvPr/>
        </p:nvCxnSpPr>
        <p:spPr>
          <a:xfrm flipV="1">
            <a:off x="3453809" y="3245871"/>
            <a:ext cx="779720" cy="829869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BC06240-9BC3-B838-F79B-21F24160B8ED}"/>
              </a:ext>
            </a:extLst>
          </p:cNvPr>
          <p:cNvCxnSpPr>
            <a:stCxn id="3" idx="3"/>
            <a:endCxn id="9" idx="1"/>
          </p:cNvCxnSpPr>
          <p:nvPr/>
        </p:nvCxnSpPr>
        <p:spPr>
          <a:xfrm flipV="1">
            <a:off x="3453809" y="3814883"/>
            <a:ext cx="779720" cy="26085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4A4B65B-4949-740A-FB9F-F48887CEDE9A}"/>
              </a:ext>
            </a:extLst>
          </p:cNvPr>
          <p:cNvCxnSpPr>
            <a:stCxn id="3" idx="3"/>
            <a:endCxn id="10" idx="1"/>
          </p:cNvCxnSpPr>
          <p:nvPr/>
        </p:nvCxnSpPr>
        <p:spPr>
          <a:xfrm>
            <a:off x="3453809" y="4075740"/>
            <a:ext cx="779719" cy="308155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4523E558-821D-2268-F63F-626AE8DF0CE7}"/>
              </a:ext>
            </a:extLst>
          </p:cNvPr>
          <p:cNvCxnSpPr>
            <a:stCxn id="3" idx="3"/>
            <a:endCxn id="11" idx="1"/>
          </p:cNvCxnSpPr>
          <p:nvPr/>
        </p:nvCxnSpPr>
        <p:spPr>
          <a:xfrm>
            <a:off x="3453809" y="4075740"/>
            <a:ext cx="779718" cy="87716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5E8E627-ECDA-BD92-FD53-71F358D9E5B6}"/>
              </a:ext>
            </a:extLst>
          </p:cNvPr>
          <p:cNvCxnSpPr>
            <a:stCxn id="3" idx="3"/>
            <a:endCxn id="12" idx="1"/>
          </p:cNvCxnSpPr>
          <p:nvPr/>
        </p:nvCxnSpPr>
        <p:spPr>
          <a:xfrm>
            <a:off x="3453809" y="4075740"/>
            <a:ext cx="779717" cy="144617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034003D-E630-B6CC-1564-6561C1A8A28D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5691074" y="5122178"/>
            <a:ext cx="10636" cy="2304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D09E15-2D84-5ECF-3E2F-6FA8CF1F0188}"/>
              </a:ext>
            </a:extLst>
          </p:cNvPr>
          <p:cNvCxnSpPr>
            <a:cxnSpLocks/>
          </p:cNvCxnSpPr>
          <p:nvPr/>
        </p:nvCxnSpPr>
        <p:spPr>
          <a:xfrm flipH="1" flipV="1">
            <a:off x="5675118" y="4584074"/>
            <a:ext cx="10636" cy="2304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DE6D2E9-109B-FABC-C102-0299634FC805}"/>
              </a:ext>
            </a:extLst>
          </p:cNvPr>
          <p:cNvCxnSpPr>
            <a:cxnSpLocks/>
          </p:cNvCxnSpPr>
          <p:nvPr/>
        </p:nvCxnSpPr>
        <p:spPr>
          <a:xfrm flipH="1" flipV="1">
            <a:off x="5664482" y="3980963"/>
            <a:ext cx="10636" cy="2304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9CFD022-CD0C-4A0F-3F79-1EDA05BF1E0D}"/>
              </a:ext>
            </a:extLst>
          </p:cNvPr>
          <p:cNvCxnSpPr>
            <a:cxnSpLocks/>
          </p:cNvCxnSpPr>
          <p:nvPr/>
        </p:nvCxnSpPr>
        <p:spPr>
          <a:xfrm flipH="1" flipV="1">
            <a:off x="5648526" y="3442859"/>
            <a:ext cx="10636" cy="2304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2236B86-5D74-E457-C1A0-A623F3A256E9}"/>
              </a:ext>
            </a:extLst>
          </p:cNvPr>
          <p:cNvCxnSpPr>
            <a:cxnSpLocks/>
          </p:cNvCxnSpPr>
          <p:nvPr/>
        </p:nvCxnSpPr>
        <p:spPr>
          <a:xfrm flipH="1" flipV="1">
            <a:off x="5632570" y="2863183"/>
            <a:ext cx="10636" cy="2304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020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5622-65D7-02E5-1C75-4116DA33A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 -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DAE7B-C7F2-6BB4-061B-AE3B868E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actual process depends upon the task</a:t>
            </a:r>
          </a:p>
          <a:p>
            <a:endParaRPr lang="en-US" dirty="0"/>
          </a:p>
          <a:p>
            <a:r>
              <a:rPr lang="en-US" dirty="0"/>
              <a:t>Here we will consider a simple sentence prediction</a:t>
            </a:r>
          </a:p>
          <a:p>
            <a:endParaRPr lang="en-US" dirty="0"/>
          </a:p>
          <a:p>
            <a:r>
              <a:rPr lang="en-US" dirty="0"/>
              <a:t>Input: AI stands for </a:t>
            </a:r>
          </a:p>
          <a:p>
            <a:endParaRPr lang="en-US" dirty="0"/>
          </a:p>
          <a:p>
            <a:r>
              <a:rPr lang="en-US" dirty="0"/>
              <a:t>Output: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711441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B4EA-6AEB-8385-52FF-3EC446CF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E2AD7-8DDB-3310-61B2-FF73F8DF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 - Inference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585F0939-3236-E55E-78C5-C8432945D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130" y="1465012"/>
            <a:ext cx="3652156" cy="53762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A49DC3-581F-C471-CEA8-2EC1288947E3}"/>
                  </a:ext>
                </a:extLst>
              </p:cNvPr>
              <p:cNvSpPr txBox="1"/>
              <p:nvPr/>
            </p:nvSpPr>
            <p:spPr>
              <a:xfrm>
                <a:off x="724470" y="4183227"/>
                <a:ext cx="31024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Layers of Encoder Blocks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A49DC3-581F-C471-CEA8-2EC128894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70" y="4183227"/>
                <a:ext cx="3102429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FE7AA853-1D29-705D-7B09-0507C7F2ABE9}"/>
              </a:ext>
            </a:extLst>
          </p:cNvPr>
          <p:cNvSpPr/>
          <p:nvPr/>
        </p:nvSpPr>
        <p:spPr>
          <a:xfrm>
            <a:off x="3815443" y="3429000"/>
            <a:ext cx="250371" cy="1877786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85FD49-001C-29E7-85EB-DB27D7EC7996}"/>
                  </a:ext>
                </a:extLst>
              </p:cNvPr>
              <p:cNvSpPr txBox="1"/>
              <p:nvPr/>
            </p:nvSpPr>
            <p:spPr>
              <a:xfrm>
                <a:off x="8174604" y="3739562"/>
                <a:ext cx="31024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Layers of Decoder Blocks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85FD49-001C-29E7-85EB-DB27D7EC7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604" y="3739562"/>
                <a:ext cx="3102429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473B8E83-97DE-DB0E-3673-39E8DD501231}"/>
              </a:ext>
            </a:extLst>
          </p:cNvPr>
          <p:cNvSpPr/>
          <p:nvPr/>
        </p:nvSpPr>
        <p:spPr>
          <a:xfrm rot="10800000">
            <a:off x="7848602" y="2601542"/>
            <a:ext cx="326002" cy="2645372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442B0A-5184-181F-86D0-1DB566046A83}"/>
              </a:ext>
            </a:extLst>
          </p:cNvPr>
          <p:cNvSpPr/>
          <p:nvPr/>
        </p:nvSpPr>
        <p:spPr>
          <a:xfrm>
            <a:off x="4245428" y="5306786"/>
            <a:ext cx="1670957" cy="13824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FC95B-C072-C9DF-088C-E263019DAD8E}"/>
              </a:ext>
            </a:extLst>
          </p:cNvPr>
          <p:cNvSpPr txBox="1"/>
          <p:nvPr/>
        </p:nvSpPr>
        <p:spPr>
          <a:xfrm>
            <a:off x="2019300" y="5674862"/>
            <a:ext cx="2046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Generate the input embeddings</a:t>
            </a:r>
          </a:p>
        </p:txBody>
      </p:sp>
    </p:spTree>
    <p:extLst>
      <p:ext uri="{BB962C8B-B14F-4D97-AF65-F5344CB8AC3E}">
        <p14:creationId xmlns:p14="http://schemas.microsoft.com/office/powerpoint/2010/main" val="3523510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762AD-7958-871C-4D43-E86787F18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 -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3A3E9C-83D2-B7FD-2486-76D67E4FAB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Convert the input into embeddings</a:t>
                </a:r>
              </a:p>
              <a:p>
                <a:pPr lvl="1"/>
                <a:r>
                  <a:rPr lang="en-US" dirty="0"/>
                  <a:t>Basically, each word (token) is transformed into a high dimensional vector</a:t>
                </a:r>
              </a:p>
              <a:p>
                <a:pPr lvl="1"/>
                <a:r>
                  <a:rPr lang="en-US" dirty="0"/>
                  <a:t>Example embedding scheme: Word2Vec</a:t>
                </a:r>
              </a:p>
              <a:p>
                <a:endParaRPr lang="en-US" dirty="0"/>
              </a:p>
              <a:p>
                <a:r>
                  <a:rPr lang="en-US" dirty="0"/>
                  <a:t>Input: [AI stands for ]</a:t>
                </a:r>
              </a:p>
              <a:p>
                <a:endParaRPr lang="en-US" dirty="0"/>
              </a:p>
              <a:p>
                <a:r>
                  <a:rPr lang="en-US" dirty="0"/>
                  <a:t>Embeddings: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endParaRPr lang="en-US" dirty="0"/>
              </a:p>
              <a:p>
                <a:r>
                  <a:rPr lang="en-US" dirty="0"/>
                  <a:t>Add positional embeddings – Used to incorporate information about the location of each word. We will not discuss this.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3A3E9C-83D2-B7FD-2486-76D67E4FAB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942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12CA-EEB3-3136-26E5-34A82BF4F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 - Inference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19C6D9B3-FA7C-A092-AB93-1232D7D22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" t="30709" r="49987" b="4339"/>
          <a:stretch/>
        </p:blipFill>
        <p:spPr>
          <a:xfrm>
            <a:off x="4029723" y="2085015"/>
            <a:ext cx="2293035" cy="47235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94C414-9BAB-CD12-B5F1-E991473358B3}"/>
              </a:ext>
            </a:extLst>
          </p:cNvPr>
          <p:cNvSpPr txBox="1"/>
          <p:nvPr/>
        </p:nvSpPr>
        <p:spPr>
          <a:xfrm>
            <a:off x="3222171" y="1545343"/>
            <a:ext cx="3385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Encoding Phase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856F1-9A9D-4F04-2061-42F038068C3A}"/>
              </a:ext>
            </a:extLst>
          </p:cNvPr>
          <p:cNvSpPr txBox="1"/>
          <p:nvPr/>
        </p:nvSpPr>
        <p:spPr>
          <a:xfrm>
            <a:off x="713014" y="4123621"/>
            <a:ext cx="2068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Perform Multi-headed Attention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D16D62-52F5-B3A6-6ED4-CA337AC3E897}"/>
              </a:ext>
            </a:extLst>
          </p:cNvPr>
          <p:cNvCxnSpPr>
            <a:stCxn id="7" idx="3"/>
          </p:cNvCxnSpPr>
          <p:nvPr/>
        </p:nvCxnSpPr>
        <p:spPr>
          <a:xfrm>
            <a:off x="2781300" y="4446787"/>
            <a:ext cx="213359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141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2E7A5-7304-5EEA-C120-2D7417EB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38BE3-26AB-B203-A486-FD169F27D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 - Inference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21B573BD-E04C-68D4-326D-86E39AD56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" t="30709" r="49987" b="4339"/>
          <a:stretch/>
        </p:blipFill>
        <p:spPr>
          <a:xfrm>
            <a:off x="4029723" y="2085015"/>
            <a:ext cx="2293035" cy="47235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A1E620-5710-3341-4F1F-14141D06215F}"/>
              </a:ext>
            </a:extLst>
          </p:cNvPr>
          <p:cNvSpPr txBox="1"/>
          <p:nvPr/>
        </p:nvSpPr>
        <p:spPr>
          <a:xfrm>
            <a:off x="3222171" y="1545343"/>
            <a:ext cx="3385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Encoding Phase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67681-ED67-CBCA-A839-5FF769503A13}"/>
              </a:ext>
            </a:extLst>
          </p:cNvPr>
          <p:cNvSpPr txBox="1"/>
          <p:nvPr/>
        </p:nvSpPr>
        <p:spPr>
          <a:xfrm>
            <a:off x="729343" y="2866322"/>
            <a:ext cx="2068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Feed-forward Network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1502ED-C960-D378-D254-03DCE4F96DC1}"/>
              </a:ext>
            </a:extLst>
          </p:cNvPr>
          <p:cNvCxnSpPr>
            <a:stCxn id="7" idx="3"/>
          </p:cNvCxnSpPr>
          <p:nvPr/>
        </p:nvCxnSpPr>
        <p:spPr>
          <a:xfrm>
            <a:off x="2797629" y="3189488"/>
            <a:ext cx="213359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97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58663-EBB9-2147-DB34-AE57982E1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8BC2D-9CEE-F1C4-A882-928A60DA7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 - Inference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04DC2D7E-28C8-8932-FFDE-86C363C5B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" t="30709" r="49987" b="4339"/>
          <a:stretch/>
        </p:blipFill>
        <p:spPr>
          <a:xfrm>
            <a:off x="4029723" y="2085015"/>
            <a:ext cx="2293035" cy="47235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58FE6C-BC6B-C31C-BCA8-0913BD60A22C}"/>
              </a:ext>
            </a:extLst>
          </p:cNvPr>
          <p:cNvSpPr txBox="1"/>
          <p:nvPr/>
        </p:nvSpPr>
        <p:spPr>
          <a:xfrm>
            <a:off x="3222171" y="1545343"/>
            <a:ext cx="3385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Encoding Phase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55855B-67DA-78D0-3DEC-1D51AF48E085}"/>
                  </a:ext>
                </a:extLst>
              </p:cNvPr>
              <p:cNvSpPr txBox="1"/>
              <p:nvPr/>
            </p:nvSpPr>
            <p:spPr>
              <a:xfrm>
                <a:off x="729343" y="2866322"/>
                <a:ext cx="206828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Perform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times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different layers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55855B-67DA-78D0-3DEC-1D51AF48E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43" y="2866322"/>
                <a:ext cx="2068286" cy="923330"/>
              </a:xfrm>
              <a:prstGeom prst="rect">
                <a:avLst/>
              </a:prstGeom>
              <a:blipFill>
                <a:blip r:embed="rId3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2668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153FC-11EC-85CF-7C44-1FF3860A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AF5A-3731-EC26-CF55-C06FCE9D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 - Inference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503311FE-D1ED-9930-38E4-D7609089C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" t="30709" r="49987" b="4339"/>
          <a:stretch/>
        </p:blipFill>
        <p:spPr>
          <a:xfrm>
            <a:off x="4029723" y="2085015"/>
            <a:ext cx="2293035" cy="47235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EC221A-215C-64E8-47E4-A3337D678866}"/>
              </a:ext>
            </a:extLst>
          </p:cNvPr>
          <p:cNvSpPr txBox="1"/>
          <p:nvPr/>
        </p:nvSpPr>
        <p:spPr>
          <a:xfrm>
            <a:off x="3222171" y="1545343"/>
            <a:ext cx="3385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Encoding Phase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314222-3ACB-FA9F-0864-03E07CC87B7A}"/>
                  </a:ext>
                </a:extLst>
              </p:cNvPr>
              <p:cNvSpPr txBox="1"/>
              <p:nvPr/>
            </p:nvSpPr>
            <p:spPr>
              <a:xfrm>
                <a:off x="408214" y="2017237"/>
                <a:ext cx="249827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Produce Input Encoding: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r>
                  <a:rPr lang="en-US" dirty="0"/>
                  <a:t>Note, same length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314222-3ACB-FA9F-0864-03E07CC87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14" y="2017237"/>
                <a:ext cx="2498272" cy="923330"/>
              </a:xfrm>
              <a:prstGeom prst="rect">
                <a:avLst/>
              </a:prstGeom>
              <a:blipFill>
                <a:blip r:embed="rId3"/>
                <a:stretch>
                  <a:fillRect l="-2195" t="-3974" r="-2927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346ADC4-80BA-77E5-4036-16B4C2BA396E}"/>
              </a:ext>
            </a:extLst>
          </p:cNvPr>
          <p:cNvCxnSpPr/>
          <p:nvPr/>
        </p:nvCxnSpPr>
        <p:spPr>
          <a:xfrm>
            <a:off x="2962923" y="2296859"/>
            <a:ext cx="213359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432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9304-50FA-9761-3458-0DE2ADF25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 -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95871-D32A-B642-897E-F520B3955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the input encodings are produced, the decoding phase starts</a:t>
            </a:r>
          </a:p>
          <a:p>
            <a:endParaRPr lang="en-US" dirty="0"/>
          </a:p>
          <a:p>
            <a:r>
              <a:rPr lang="en-US" dirty="0"/>
              <a:t>Proceeds in an iterative manner, in each iteration:</a:t>
            </a:r>
          </a:p>
          <a:p>
            <a:pPr lvl="1"/>
            <a:r>
              <a:rPr lang="en-US" dirty="0"/>
              <a:t>Using the output produced till now, produce the next token</a:t>
            </a:r>
          </a:p>
        </p:txBody>
      </p:sp>
    </p:spTree>
    <p:extLst>
      <p:ext uri="{BB962C8B-B14F-4D97-AF65-F5344CB8AC3E}">
        <p14:creationId xmlns:p14="http://schemas.microsoft.com/office/powerpoint/2010/main" val="2760791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BCEF2-54E2-E1B3-A10A-19D506B2B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43057" cy="1325563"/>
          </a:xfrm>
        </p:spPr>
        <p:txBody>
          <a:bodyPr/>
          <a:lstStyle/>
          <a:p>
            <a:r>
              <a:rPr lang="en-US" dirty="0"/>
              <a:t>Transformer Models - Inference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1EDEF9E5-4CF8-9530-FADD-534ACB7C0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49" r="2610" b="8738"/>
          <a:stretch/>
        </p:blipFill>
        <p:spPr>
          <a:xfrm>
            <a:off x="7453112" y="183999"/>
            <a:ext cx="2131257" cy="59228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E4DC99-4111-19E0-E236-06E15EF4C087}"/>
                  </a:ext>
                </a:extLst>
              </p:cNvPr>
              <p:cNvSpPr txBox="1"/>
              <p:nvPr/>
            </p:nvSpPr>
            <p:spPr>
              <a:xfrm>
                <a:off x="6210300" y="2360137"/>
                <a:ext cx="12428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E4DC99-4111-19E0-E236-06E15EF4C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2360137"/>
                <a:ext cx="1242812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BA45303-8E0E-3BB1-08DF-2550B51BE288}"/>
              </a:ext>
            </a:extLst>
          </p:cNvPr>
          <p:cNvSpPr txBox="1"/>
          <p:nvPr/>
        </p:nvSpPr>
        <p:spPr>
          <a:xfrm>
            <a:off x="7119256" y="6221441"/>
            <a:ext cx="221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&lt;s&gt;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C377E-FE9B-BE81-8B20-C4FE6588312A}"/>
              </a:ext>
            </a:extLst>
          </p:cNvPr>
          <p:cNvSpPr txBox="1"/>
          <p:nvPr/>
        </p:nvSpPr>
        <p:spPr>
          <a:xfrm>
            <a:off x="3499757" y="5846544"/>
            <a:ext cx="2217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with a special start token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390FED-A3FF-4541-B94E-0049DE7670FB}"/>
              </a:ext>
            </a:extLst>
          </p:cNvPr>
          <p:cNvSpPr txBox="1"/>
          <p:nvPr/>
        </p:nvSpPr>
        <p:spPr>
          <a:xfrm>
            <a:off x="2530928" y="3818821"/>
            <a:ext cx="2068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Perform Multi-headed Attentions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8D5A56-4AF2-204E-522A-F3734ADE4265}"/>
              </a:ext>
            </a:extLst>
          </p:cNvPr>
          <p:cNvCxnSpPr>
            <a:stCxn id="8" idx="3"/>
          </p:cNvCxnSpPr>
          <p:nvPr/>
        </p:nvCxnSpPr>
        <p:spPr>
          <a:xfrm>
            <a:off x="4599214" y="4141987"/>
            <a:ext cx="213359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76E0AE-9E81-AAF3-4E78-FBCD2BAC4EE0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4599214" y="3118730"/>
            <a:ext cx="3113313" cy="102325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F3B1199-A704-A145-7828-101D1F8A573C}"/>
              </a:ext>
            </a:extLst>
          </p:cNvPr>
          <p:cNvSpPr txBox="1"/>
          <p:nvPr/>
        </p:nvSpPr>
        <p:spPr>
          <a:xfrm>
            <a:off x="2540013" y="2104869"/>
            <a:ext cx="2068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Feed forward Network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9851D5-3C0D-B1ED-20E1-A766E6186042}"/>
              </a:ext>
            </a:extLst>
          </p:cNvPr>
          <p:cNvCxnSpPr>
            <a:cxnSpLocks/>
          </p:cNvCxnSpPr>
          <p:nvPr/>
        </p:nvCxnSpPr>
        <p:spPr>
          <a:xfrm flipV="1">
            <a:off x="4359728" y="2149929"/>
            <a:ext cx="3352799" cy="2781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026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3BCA1-FB92-A7FF-0410-E9C1BA3C8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B737B-3C99-B41C-6D0E-8D019DEB5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43057" cy="1325563"/>
          </a:xfrm>
        </p:spPr>
        <p:txBody>
          <a:bodyPr/>
          <a:lstStyle/>
          <a:p>
            <a:r>
              <a:rPr lang="en-US" dirty="0"/>
              <a:t>Transformer Models - Inference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58E13A85-6874-A619-76B7-5EED0D880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49" r="2610" b="8738"/>
          <a:stretch/>
        </p:blipFill>
        <p:spPr>
          <a:xfrm>
            <a:off x="7453112" y="183999"/>
            <a:ext cx="2131257" cy="59228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D28124-82D1-531C-A73F-B4684B00D7E7}"/>
              </a:ext>
            </a:extLst>
          </p:cNvPr>
          <p:cNvSpPr txBox="1"/>
          <p:nvPr/>
        </p:nvSpPr>
        <p:spPr>
          <a:xfrm>
            <a:off x="7119256" y="6221441"/>
            <a:ext cx="221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&lt;s&gt;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5AF857-6465-B057-86EB-1B975AE2869D}"/>
                  </a:ext>
                </a:extLst>
              </p:cNvPr>
              <p:cNvSpPr txBox="1"/>
              <p:nvPr/>
            </p:nvSpPr>
            <p:spPr>
              <a:xfrm>
                <a:off x="8267698" y="887441"/>
                <a:ext cx="221708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[Artificial]</a:t>
                </a:r>
              </a:p>
              <a:p>
                <a:pPr algn="ctr"/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5AF857-6465-B057-86EB-1B975AE28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698" y="887441"/>
                <a:ext cx="2217084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FA3A58-A5ED-3739-2109-EF049343B6F4}"/>
                  </a:ext>
                </a:extLst>
              </p:cNvPr>
              <p:cNvSpPr txBox="1"/>
              <p:nvPr/>
            </p:nvSpPr>
            <p:spPr>
              <a:xfrm>
                <a:off x="6210300" y="2360137"/>
                <a:ext cx="12428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FA3A58-A5ED-3739-2109-EF049343B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2360137"/>
                <a:ext cx="1242812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797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1D60E-1C33-F28F-7968-61421E4A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A4183-E211-D3E0-B111-3924FCA44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43057" cy="1325563"/>
          </a:xfrm>
        </p:spPr>
        <p:txBody>
          <a:bodyPr/>
          <a:lstStyle/>
          <a:p>
            <a:r>
              <a:rPr lang="en-US" dirty="0"/>
              <a:t>Transformer Models - Inference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90A0FE9E-9AFA-AEF4-D750-B48221C35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49" r="2610" b="8738"/>
          <a:stretch/>
        </p:blipFill>
        <p:spPr>
          <a:xfrm>
            <a:off x="7453112" y="183999"/>
            <a:ext cx="2131257" cy="59228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C9C1B7-8055-4743-E275-3CD4F7453760}"/>
                  </a:ext>
                </a:extLst>
              </p:cNvPr>
              <p:cNvSpPr txBox="1"/>
              <p:nvPr/>
            </p:nvSpPr>
            <p:spPr>
              <a:xfrm>
                <a:off x="7119256" y="6221441"/>
                <a:ext cx="2217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[&lt;s&gt;,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C9C1B7-8055-4743-E275-3CD4F7453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256" y="6221441"/>
                <a:ext cx="2217084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EA5818-A106-AC20-1788-1D468824BFDB}"/>
                  </a:ext>
                </a:extLst>
              </p:cNvPr>
              <p:cNvSpPr txBox="1"/>
              <p:nvPr/>
            </p:nvSpPr>
            <p:spPr>
              <a:xfrm>
                <a:off x="8267698" y="887441"/>
                <a:ext cx="221708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[Intelligence]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EA5818-A106-AC20-1788-1D468824B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698" y="887441"/>
                <a:ext cx="2217084" cy="646331"/>
              </a:xfrm>
              <a:prstGeom prst="rect">
                <a:avLst/>
              </a:prstGeom>
              <a:blipFill>
                <a:blip r:embed="rId4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D5402B-6952-BAE8-7016-6672D60ED1A3}"/>
                  </a:ext>
                </a:extLst>
              </p:cNvPr>
              <p:cNvSpPr txBox="1"/>
              <p:nvPr/>
            </p:nvSpPr>
            <p:spPr>
              <a:xfrm>
                <a:off x="6210300" y="2360137"/>
                <a:ext cx="12428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D5402B-6952-BAE8-7016-6672D60ED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2360137"/>
                <a:ext cx="1242812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516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31E31-B823-7078-D634-24B900115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9406-F374-8E65-39B2-33D27D3E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43057" cy="1325563"/>
          </a:xfrm>
        </p:spPr>
        <p:txBody>
          <a:bodyPr/>
          <a:lstStyle/>
          <a:p>
            <a:r>
              <a:rPr lang="en-US" dirty="0"/>
              <a:t>Transformer Models - Inference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CC1B6B6A-A716-F8DE-051E-9A20C80C9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49" r="2610" b="8738"/>
          <a:stretch/>
        </p:blipFill>
        <p:spPr>
          <a:xfrm>
            <a:off x="7453112" y="183999"/>
            <a:ext cx="2131257" cy="59228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6598D2-8D5F-BD1D-069B-7E04FBA6EFF6}"/>
                  </a:ext>
                </a:extLst>
              </p:cNvPr>
              <p:cNvSpPr txBox="1"/>
              <p:nvPr/>
            </p:nvSpPr>
            <p:spPr>
              <a:xfrm>
                <a:off x="7119256" y="6221441"/>
                <a:ext cx="2217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[&lt;s&gt;,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6598D2-8D5F-BD1D-069B-7E04FBA6E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256" y="6221441"/>
                <a:ext cx="2217084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EDF50B1-7661-B188-5240-7F6FE046F853}"/>
              </a:ext>
            </a:extLst>
          </p:cNvPr>
          <p:cNvSpPr txBox="1"/>
          <p:nvPr/>
        </p:nvSpPr>
        <p:spPr>
          <a:xfrm>
            <a:off x="9670196" y="1824273"/>
            <a:ext cx="2217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Stop when a special stop signal is generated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74E9FB-DE2D-C0D0-C3FD-835A25AFEA49}"/>
                  </a:ext>
                </a:extLst>
              </p:cNvPr>
              <p:cNvSpPr txBox="1"/>
              <p:nvPr/>
            </p:nvSpPr>
            <p:spPr>
              <a:xfrm>
                <a:off x="8267698" y="887441"/>
                <a:ext cx="221708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[&lt;/s&gt;]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74E9FB-DE2D-C0D0-C3FD-835A25AFE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698" y="887441"/>
                <a:ext cx="2217084" cy="646331"/>
              </a:xfrm>
              <a:prstGeom prst="rect">
                <a:avLst/>
              </a:prstGeom>
              <a:blipFill>
                <a:blip r:embed="rId4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87DCBE-C205-9C8A-A1C1-637394249D55}"/>
                  </a:ext>
                </a:extLst>
              </p:cNvPr>
              <p:cNvSpPr txBox="1"/>
              <p:nvPr/>
            </p:nvSpPr>
            <p:spPr>
              <a:xfrm>
                <a:off x="6210300" y="2360137"/>
                <a:ext cx="12428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87DCBE-C205-9C8A-A1C1-637394249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2360137"/>
                <a:ext cx="1242812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60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A704-3718-FA41-70C6-C16D0B3F7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DD846-C22D-8F2C-F30C-9EC37C405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Encoder Only Models: Use only the Encoder portion for tasks</a:t>
            </a:r>
          </a:p>
          <a:p>
            <a:pPr lvl="1"/>
            <a:r>
              <a:rPr lang="en-US" dirty="0"/>
              <a:t>BERT</a:t>
            </a:r>
          </a:p>
          <a:p>
            <a:pPr lvl="1"/>
            <a:r>
              <a:rPr lang="en-US" dirty="0"/>
              <a:t>Good for tasks that require understanding the entire text</a:t>
            </a:r>
          </a:p>
          <a:p>
            <a:pPr lvl="1"/>
            <a:r>
              <a:rPr lang="en-US" dirty="0"/>
              <a:t>Example: Classification, similarity, </a:t>
            </a:r>
          </a:p>
          <a:p>
            <a:endParaRPr lang="en-US" dirty="0"/>
          </a:p>
          <a:p>
            <a:r>
              <a:rPr lang="en-US" dirty="0"/>
              <a:t>Decoder Only Models: Use only the Decoder portion for tasks</a:t>
            </a:r>
          </a:p>
          <a:p>
            <a:pPr lvl="1"/>
            <a:r>
              <a:rPr lang="en-US" dirty="0"/>
              <a:t>GPT</a:t>
            </a:r>
          </a:p>
          <a:p>
            <a:pPr lvl="1"/>
            <a:r>
              <a:rPr lang="en-US" dirty="0"/>
              <a:t>Good for auto-regressive tasks</a:t>
            </a:r>
          </a:p>
          <a:p>
            <a:pPr lvl="1"/>
            <a:r>
              <a:rPr lang="en-US" dirty="0"/>
              <a:t>Example: Text completion, Chatbots, code/text generation</a:t>
            </a:r>
          </a:p>
          <a:p>
            <a:endParaRPr lang="en-US" dirty="0"/>
          </a:p>
          <a:p>
            <a:r>
              <a:rPr lang="en-US" dirty="0"/>
              <a:t>Encoder-Decoder Models: Have both Encoder-Decoder portions</a:t>
            </a:r>
          </a:p>
          <a:p>
            <a:pPr lvl="1"/>
            <a:r>
              <a:rPr lang="en-US" dirty="0"/>
              <a:t>Original Transformer that we discussed, T5</a:t>
            </a:r>
          </a:p>
          <a:p>
            <a:pPr lvl="1"/>
            <a:r>
              <a:rPr lang="en-US" dirty="0"/>
              <a:t>Good for tasks that require input to output mappings</a:t>
            </a:r>
          </a:p>
          <a:p>
            <a:pPr lvl="1"/>
            <a:r>
              <a:rPr lang="en-US" dirty="0"/>
              <a:t>Example: Translation, summarization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483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9FC6-498B-D4B5-8B4D-D37ABDD60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 - Encoder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390D9B-5925-778F-EAA4-4D2F5003B1A4}"/>
              </a:ext>
            </a:extLst>
          </p:cNvPr>
          <p:cNvSpPr/>
          <p:nvPr/>
        </p:nvSpPr>
        <p:spPr>
          <a:xfrm>
            <a:off x="4162647" y="2369215"/>
            <a:ext cx="3078125" cy="341305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FBC4801-8F04-3FAE-0690-FC238DAB34FF}"/>
                  </a:ext>
                </a:extLst>
              </p:cNvPr>
              <p:cNvSpPr/>
              <p:nvPr/>
            </p:nvSpPr>
            <p:spPr>
              <a:xfrm>
                <a:off x="4162647" y="6074550"/>
                <a:ext cx="3078125" cy="41832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FBC4801-8F04-3FAE-0690-FC238DAB34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647" y="6074550"/>
                <a:ext cx="3078125" cy="418325"/>
              </a:xfrm>
              <a:prstGeom prst="rect">
                <a:avLst/>
              </a:prstGeom>
              <a:blipFill>
                <a:blip r:embed="rId2"/>
                <a:stretch>
                  <a:fillRect b="-1333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4A71A6-0780-7A14-1BE0-76D529B9C747}"/>
                  </a:ext>
                </a:extLst>
              </p:cNvPr>
              <p:cNvSpPr/>
              <p:nvPr/>
            </p:nvSpPr>
            <p:spPr>
              <a:xfrm>
                <a:off x="4162647" y="1690688"/>
                <a:ext cx="3078125" cy="41832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4A71A6-0780-7A14-1BE0-76D529B9C7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647" y="1690688"/>
                <a:ext cx="3078125" cy="41832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50F725E6-F7B4-7C91-514A-B30375050E75}"/>
              </a:ext>
            </a:extLst>
          </p:cNvPr>
          <p:cNvSpPr/>
          <p:nvPr/>
        </p:nvSpPr>
        <p:spPr>
          <a:xfrm>
            <a:off x="4233529" y="2507587"/>
            <a:ext cx="2915093" cy="33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25E21C-EACF-DC2A-5ACF-F1AD995BCE00}"/>
              </a:ext>
            </a:extLst>
          </p:cNvPr>
          <p:cNvSpPr/>
          <p:nvPr/>
        </p:nvSpPr>
        <p:spPr>
          <a:xfrm>
            <a:off x="4233529" y="3076599"/>
            <a:ext cx="2915093" cy="33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D12654-4F7E-A9C6-E638-6A99A2A6CF98}"/>
              </a:ext>
            </a:extLst>
          </p:cNvPr>
          <p:cNvSpPr/>
          <p:nvPr/>
        </p:nvSpPr>
        <p:spPr>
          <a:xfrm>
            <a:off x="4233529" y="3645611"/>
            <a:ext cx="2915093" cy="33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60CE0-EB8F-DBC3-0A7F-B43EF5D80DF2}"/>
              </a:ext>
            </a:extLst>
          </p:cNvPr>
          <p:cNvSpPr/>
          <p:nvPr/>
        </p:nvSpPr>
        <p:spPr>
          <a:xfrm>
            <a:off x="4233528" y="4214623"/>
            <a:ext cx="2915093" cy="33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D3FF30-A210-4889-70CE-72ADA1429DA5}"/>
              </a:ext>
            </a:extLst>
          </p:cNvPr>
          <p:cNvSpPr/>
          <p:nvPr/>
        </p:nvSpPr>
        <p:spPr>
          <a:xfrm>
            <a:off x="4233527" y="4783635"/>
            <a:ext cx="2915093" cy="33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B50071-A2E9-2967-4FA2-F2723A6CAD5E}"/>
              </a:ext>
            </a:extLst>
          </p:cNvPr>
          <p:cNvSpPr/>
          <p:nvPr/>
        </p:nvSpPr>
        <p:spPr>
          <a:xfrm>
            <a:off x="4233526" y="5352645"/>
            <a:ext cx="2915093" cy="33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1ACFD2-8CA2-67E0-6A33-2B8AE004ACD9}"/>
              </a:ext>
            </a:extLst>
          </p:cNvPr>
          <p:cNvCxnSpPr/>
          <p:nvPr/>
        </p:nvCxnSpPr>
        <p:spPr>
          <a:xfrm>
            <a:off x="7022805" y="2674088"/>
            <a:ext cx="15098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4C98532-70A5-9194-21F4-9D713E402D8C}"/>
              </a:ext>
            </a:extLst>
          </p:cNvPr>
          <p:cNvSpPr txBox="1"/>
          <p:nvPr/>
        </p:nvSpPr>
        <p:spPr>
          <a:xfrm>
            <a:off x="8623005" y="2369215"/>
            <a:ext cx="2099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Transformer Encoder Block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7C18DB-0C0A-3B41-23DB-730F4E38895D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5701710" y="5782266"/>
            <a:ext cx="0" cy="2922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51B0B0-3BF9-6BB1-EC06-5B1DACB69A92}"/>
              </a:ext>
            </a:extLst>
          </p:cNvPr>
          <p:cNvCxnSpPr>
            <a:cxnSpLocks/>
          </p:cNvCxnSpPr>
          <p:nvPr/>
        </p:nvCxnSpPr>
        <p:spPr>
          <a:xfrm flipV="1">
            <a:off x="5701710" y="2076931"/>
            <a:ext cx="0" cy="2922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569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9FC6-498B-D4B5-8B4D-D37ABDD60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 - Decoder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390D9B-5925-778F-EAA4-4D2F5003B1A4}"/>
              </a:ext>
            </a:extLst>
          </p:cNvPr>
          <p:cNvSpPr/>
          <p:nvPr/>
        </p:nvSpPr>
        <p:spPr>
          <a:xfrm>
            <a:off x="4162647" y="2369215"/>
            <a:ext cx="3078125" cy="341305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FBC4801-8F04-3FAE-0690-FC238DAB34FF}"/>
                  </a:ext>
                </a:extLst>
              </p:cNvPr>
              <p:cNvSpPr/>
              <p:nvPr/>
            </p:nvSpPr>
            <p:spPr>
              <a:xfrm>
                <a:off x="4162647" y="6074550"/>
                <a:ext cx="3078125" cy="41832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FBC4801-8F04-3FAE-0690-FC238DAB34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647" y="6074550"/>
                <a:ext cx="3078125" cy="418325"/>
              </a:xfrm>
              <a:prstGeom prst="rect">
                <a:avLst/>
              </a:prstGeom>
              <a:blipFill>
                <a:blip r:embed="rId2"/>
                <a:stretch>
                  <a:fillRect b="-2667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4A71A6-0780-7A14-1BE0-76D529B9C747}"/>
                  </a:ext>
                </a:extLst>
              </p:cNvPr>
              <p:cNvSpPr/>
              <p:nvPr/>
            </p:nvSpPr>
            <p:spPr>
              <a:xfrm>
                <a:off x="4162647" y="1690688"/>
                <a:ext cx="3078125" cy="41832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D4A71A6-0780-7A14-1BE0-76D529B9C7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647" y="1690688"/>
                <a:ext cx="3078125" cy="418325"/>
              </a:xfrm>
              <a:prstGeom prst="rect">
                <a:avLst/>
              </a:prstGeom>
              <a:blipFill>
                <a:blip r:embed="rId3"/>
                <a:stretch>
                  <a:fillRect b="-2667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50F725E6-F7B4-7C91-514A-B30375050E75}"/>
              </a:ext>
            </a:extLst>
          </p:cNvPr>
          <p:cNvSpPr/>
          <p:nvPr/>
        </p:nvSpPr>
        <p:spPr>
          <a:xfrm>
            <a:off x="4233529" y="2507587"/>
            <a:ext cx="2915093" cy="3385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25E21C-EACF-DC2A-5ACF-F1AD995BCE00}"/>
              </a:ext>
            </a:extLst>
          </p:cNvPr>
          <p:cNvSpPr/>
          <p:nvPr/>
        </p:nvSpPr>
        <p:spPr>
          <a:xfrm>
            <a:off x="4233529" y="3076599"/>
            <a:ext cx="2915093" cy="3385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D12654-4F7E-A9C6-E638-6A99A2A6CF98}"/>
              </a:ext>
            </a:extLst>
          </p:cNvPr>
          <p:cNvSpPr/>
          <p:nvPr/>
        </p:nvSpPr>
        <p:spPr>
          <a:xfrm>
            <a:off x="4233529" y="3645611"/>
            <a:ext cx="2915093" cy="3385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60CE0-EB8F-DBC3-0A7F-B43EF5D80DF2}"/>
              </a:ext>
            </a:extLst>
          </p:cNvPr>
          <p:cNvSpPr/>
          <p:nvPr/>
        </p:nvSpPr>
        <p:spPr>
          <a:xfrm>
            <a:off x="4233528" y="4214623"/>
            <a:ext cx="2915093" cy="3385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D3FF30-A210-4889-70CE-72ADA1429DA5}"/>
              </a:ext>
            </a:extLst>
          </p:cNvPr>
          <p:cNvSpPr/>
          <p:nvPr/>
        </p:nvSpPr>
        <p:spPr>
          <a:xfrm>
            <a:off x="4233527" y="4783635"/>
            <a:ext cx="2915093" cy="3385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B50071-A2E9-2967-4FA2-F2723A6CAD5E}"/>
              </a:ext>
            </a:extLst>
          </p:cNvPr>
          <p:cNvSpPr/>
          <p:nvPr/>
        </p:nvSpPr>
        <p:spPr>
          <a:xfrm>
            <a:off x="4233526" y="5352645"/>
            <a:ext cx="2915093" cy="3385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1ACFD2-8CA2-67E0-6A33-2B8AE004ACD9}"/>
              </a:ext>
            </a:extLst>
          </p:cNvPr>
          <p:cNvCxnSpPr/>
          <p:nvPr/>
        </p:nvCxnSpPr>
        <p:spPr>
          <a:xfrm>
            <a:off x="7022805" y="2674088"/>
            <a:ext cx="15098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4C98532-70A5-9194-21F4-9D713E402D8C}"/>
              </a:ext>
            </a:extLst>
          </p:cNvPr>
          <p:cNvSpPr txBox="1"/>
          <p:nvPr/>
        </p:nvSpPr>
        <p:spPr>
          <a:xfrm>
            <a:off x="8623005" y="2369215"/>
            <a:ext cx="2099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Transformer Decoder Block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92F15A9-9F3A-1C44-826E-43A7019EEBE9}"/>
                  </a:ext>
                </a:extLst>
              </p:cNvPr>
              <p:cNvSpPr/>
              <p:nvPr/>
            </p:nvSpPr>
            <p:spPr>
              <a:xfrm>
                <a:off x="375684" y="3866577"/>
                <a:ext cx="3078125" cy="41832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92F15A9-9F3A-1C44-826E-43A7019EEB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84" y="3866577"/>
                <a:ext cx="3078125" cy="41832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D9F9B6-CD18-E3F4-C513-625DAEF3B76D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453809" y="4075740"/>
            <a:ext cx="70883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D0CD5D-78B2-A3FA-827F-48C72AC88BE4}"/>
              </a:ext>
            </a:extLst>
          </p:cNvPr>
          <p:cNvCxnSpPr>
            <a:cxnSpLocks/>
          </p:cNvCxnSpPr>
          <p:nvPr/>
        </p:nvCxnSpPr>
        <p:spPr>
          <a:xfrm flipV="1">
            <a:off x="5701710" y="5782266"/>
            <a:ext cx="0" cy="2922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FBDBE6-A9F7-76D2-0404-29A83CFDB0D6}"/>
              </a:ext>
            </a:extLst>
          </p:cNvPr>
          <p:cNvCxnSpPr>
            <a:cxnSpLocks/>
          </p:cNvCxnSpPr>
          <p:nvPr/>
        </p:nvCxnSpPr>
        <p:spPr>
          <a:xfrm flipV="1">
            <a:off x="5701710" y="2076931"/>
            <a:ext cx="0" cy="2922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141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0012-FEE6-616F-4D70-206F49CE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Encoder Block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E15D2-9050-8B86-6C85-F00C51E31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61121" cy="4351338"/>
          </a:xfrm>
        </p:spPr>
        <p:txBody>
          <a:bodyPr/>
          <a:lstStyle/>
          <a:p>
            <a:r>
              <a:rPr lang="en-US" dirty="0"/>
              <a:t>Contains two sub-layers</a:t>
            </a:r>
          </a:p>
          <a:p>
            <a:pPr lvl="1"/>
            <a:r>
              <a:rPr lang="en-US" dirty="0"/>
              <a:t>Attention Mechanism</a:t>
            </a:r>
          </a:p>
          <a:p>
            <a:pPr lvl="1"/>
            <a:r>
              <a:rPr lang="en-US" dirty="0"/>
              <a:t>Feed Forward Network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37DF2DB0-F000-FE82-EFFD-EDB69D66B1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2" t="37243" r="51523" b="27160"/>
          <a:stretch/>
        </p:blipFill>
        <p:spPr>
          <a:xfrm>
            <a:off x="7120272" y="1956390"/>
            <a:ext cx="2363970" cy="331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039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E9996-9686-0C95-F70B-B26A036A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Mechanism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3D9047-E8CA-3BFA-EDE6-336C0B12A2C4}"/>
              </a:ext>
            </a:extLst>
          </p:cNvPr>
          <p:cNvSpPr/>
          <p:nvPr/>
        </p:nvSpPr>
        <p:spPr>
          <a:xfrm>
            <a:off x="1702979" y="2587334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9EAFB2-2293-0137-033C-2FAA9A864AF3}"/>
              </a:ext>
            </a:extLst>
          </p:cNvPr>
          <p:cNvSpPr/>
          <p:nvPr/>
        </p:nvSpPr>
        <p:spPr>
          <a:xfrm>
            <a:off x="5087676" y="2587333"/>
            <a:ext cx="2915093" cy="24365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7BAC20-E486-A645-6F62-B7E2B650973F}"/>
              </a:ext>
            </a:extLst>
          </p:cNvPr>
          <p:cNvCxnSpPr/>
          <p:nvPr/>
        </p:nvCxnSpPr>
        <p:spPr>
          <a:xfrm>
            <a:off x="1908544" y="285484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AAE771-1CF3-FCBB-24EC-B61D004631C1}"/>
              </a:ext>
            </a:extLst>
          </p:cNvPr>
          <p:cNvCxnSpPr/>
          <p:nvPr/>
        </p:nvCxnSpPr>
        <p:spPr>
          <a:xfrm>
            <a:off x="1908544" y="30976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F6D229-0000-C32A-C11A-0DCA18216F42}"/>
              </a:ext>
            </a:extLst>
          </p:cNvPr>
          <p:cNvCxnSpPr/>
          <p:nvPr/>
        </p:nvCxnSpPr>
        <p:spPr>
          <a:xfrm>
            <a:off x="1908544" y="338292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115D93-F462-BF48-71FF-E870CC6D5C20}"/>
              </a:ext>
            </a:extLst>
          </p:cNvPr>
          <p:cNvCxnSpPr/>
          <p:nvPr/>
        </p:nvCxnSpPr>
        <p:spPr>
          <a:xfrm>
            <a:off x="1908544" y="464288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7B60C6-0A40-60CA-9E96-C9AD6A2B36FE}"/>
                  </a:ext>
                </a:extLst>
              </p:cNvPr>
              <p:cNvSpPr txBox="1"/>
              <p:nvPr/>
            </p:nvSpPr>
            <p:spPr>
              <a:xfrm>
                <a:off x="871870" y="3551276"/>
                <a:ext cx="5472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7B60C6-0A40-60CA-9E96-C9AD6A2B3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870" y="3551276"/>
                <a:ext cx="547266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0AC651-F1CE-EAB4-7F57-5F7BC3AF6C7B}"/>
              </a:ext>
            </a:extLst>
          </p:cNvPr>
          <p:cNvCxnSpPr>
            <a:cxnSpLocks/>
          </p:cNvCxnSpPr>
          <p:nvPr/>
        </p:nvCxnSpPr>
        <p:spPr>
          <a:xfrm>
            <a:off x="5322477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F97FC8-D92A-B6BD-5997-EC91AE5BAB5A}"/>
              </a:ext>
            </a:extLst>
          </p:cNvPr>
          <p:cNvCxnSpPr>
            <a:cxnSpLocks/>
          </p:cNvCxnSpPr>
          <p:nvPr/>
        </p:nvCxnSpPr>
        <p:spPr>
          <a:xfrm>
            <a:off x="5565254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7F2B7A-5A4A-ACBD-A165-2A4953517217}"/>
              </a:ext>
            </a:extLst>
          </p:cNvPr>
          <p:cNvCxnSpPr>
            <a:cxnSpLocks/>
          </p:cNvCxnSpPr>
          <p:nvPr/>
        </p:nvCxnSpPr>
        <p:spPr>
          <a:xfrm>
            <a:off x="5823980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0E9C35C-252C-E425-7940-37FC58E91FF5}"/>
              </a:ext>
            </a:extLst>
          </p:cNvPr>
          <p:cNvCxnSpPr>
            <a:cxnSpLocks/>
          </p:cNvCxnSpPr>
          <p:nvPr/>
        </p:nvCxnSpPr>
        <p:spPr>
          <a:xfrm>
            <a:off x="7151277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19D24A-992A-28F4-D61A-AC49686A4214}"/>
              </a:ext>
            </a:extLst>
          </p:cNvPr>
          <p:cNvCxnSpPr>
            <a:cxnSpLocks/>
          </p:cNvCxnSpPr>
          <p:nvPr/>
        </p:nvCxnSpPr>
        <p:spPr>
          <a:xfrm>
            <a:off x="7431268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913C15-BB26-89F1-99EF-8137C91A42EE}"/>
              </a:ext>
            </a:extLst>
          </p:cNvPr>
          <p:cNvCxnSpPr>
            <a:cxnSpLocks/>
          </p:cNvCxnSpPr>
          <p:nvPr/>
        </p:nvCxnSpPr>
        <p:spPr>
          <a:xfrm>
            <a:off x="7721891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2A5FC5-DDAD-8C07-5CB4-DA41FC5F93CA}"/>
                  </a:ext>
                </a:extLst>
              </p:cNvPr>
              <p:cNvSpPr txBox="1"/>
              <p:nvPr/>
            </p:nvSpPr>
            <p:spPr>
              <a:xfrm>
                <a:off x="6414977" y="5186918"/>
                <a:ext cx="5539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2A5FC5-DDAD-8C07-5CB4-DA41FC5F9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977" y="5186918"/>
                <a:ext cx="553933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0F74EC-8D43-816A-44F1-062833CD0EF1}"/>
                  </a:ext>
                </a:extLst>
              </p:cNvPr>
              <p:cNvSpPr txBox="1"/>
              <p:nvPr/>
            </p:nvSpPr>
            <p:spPr>
              <a:xfrm>
                <a:off x="2854321" y="1975226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0F74EC-8D43-816A-44F1-062833CD0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321" y="1975226"/>
                <a:ext cx="4876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E1A369-E77D-88FD-B01B-4F8C865C5C1D}"/>
                  </a:ext>
                </a:extLst>
              </p:cNvPr>
              <p:cNvSpPr txBox="1"/>
              <p:nvPr/>
            </p:nvSpPr>
            <p:spPr>
              <a:xfrm>
                <a:off x="7984675" y="362094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E1A369-E77D-88FD-B01B-4F8C865C5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675" y="3620943"/>
                <a:ext cx="4876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eft Bracket 21">
            <a:extLst>
              <a:ext uri="{FF2B5EF4-FFF2-40B4-BE49-F238E27FC236}">
                <a16:creationId xmlns:a16="http://schemas.microsoft.com/office/drawing/2014/main" id="{27F5E8B6-1421-3B1E-4540-A77E095BE94C}"/>
              </a:ext>
            </a:extLst>
          </p:cNvPr>
          <p:cNvSpPr/>
          <p:nvPr/>
        </p:nvSpPr>
        <p:spPr>
          <a:xfrm>
            <a:off x="933896" y="1990062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CC3ED531-E301-FB63-E055-BD76643DB689}"/>
              </a:ext>
            </a:extLst>
          </p:cNvPr>
          <p:cNvSpPr/>
          <p:nvPr/>
        </p:nvSpPr>
        <p:spPr>
          <a:xfrm rot="10800000">
            <a:off x="7906343" y="1990062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00AF4D-CF32-D80F-99CC-3CDE775F2EBE}"/>
              </a:ext>
            </a:extLst>
          </p:cNvPr>
          <p:cNvSpPr txBox="1"/>
          <p:nvPr/>
        </p:nvSpPr>
        <p:spPr>
          <a:xfrm>
            <a:off x="41369" y="3569552"/>
            <a:ext cx="9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55A643-5D7A-8841-2A03-B48E113FD28A}"/>
              </a:ext>
            </a:extLst>
          </p:cNvPr>
          <p:cNvSpPr/>
          <p:nvPr/>
        </p:nvSpPr>
        <p:spPr>
          <a:xfrm>
            <a:off x="9171091" y="2469818"/>
            <a:ext cx="2915093" cy="243655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/>
              <p:nvPr/>
            </p:nvSpPr>
            <p:spPr>
              <a:xfrm>
                <a:off x="8603662" y="3482166"/>
                <a:ext cx="5539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662" y="3482166"/>
                <a:ext cx="553933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/>
              <p:nvPr/>
            </p:nvSpPr>
            <p:spPr>
              <a:xfrm>
                <a:off x="10384788" y="2052552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4788" y="2052552"/>
                <a:ext cx="48769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722F58-45A9-50DB-D825-EA4D206AF212}"/>
                  </a:ext>
                </a:extLst>
              </p:cNvPr>
              <p:cNvSpPr txBox="1"/>
              <p:nvPr/>
            </p:nvSpPr>
            <p:spPr>
              <a:xfrm>
                <a:off x="933896" y="5934670"/>
                <a:ext cx="542009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Self-Attention: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Number of queries = number of keys = number of values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722F58-45A9-50DB-D825-EA4D206AF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896" y="5934670"/>
                <a:ext cx="5420097" cy="923330"/>
              </a:xfrm>
              <a:prstGeom prst="rect">
                <a:avLst/>
              </a:prstGeom>
              <a:blipFill>
                <a:blip r:embed="rId8"/>
                <a:stretch>
                  <a:fillRect l="-900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A0721B-0BE6-0A8D-E198-EEF38DAF8E08}"/>
                  </a:ext>
                </a:extLst>
              </p:cNvPr>
              <p:cNvSpPr txBox="1"/>
              <p:nvPr/>
            </p:nvSpPr>
            <p:spPr>
              <a:xfrm>
                <a:off x="2868107" y="2510795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A0721B-0BE6-0A8D-E198-EEF38DAF8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107" y="2510795"/>
                <a:ext cx="428130" cy="338554"/>
              </a:xfrm>
              <a:prstGeom prst="rect">
                <a:avLst/>
              </a:prstGeom>
              <a:blipFill>
                <a:blip r:embed="rId9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1D5D9C-B201-0EEF-318D-40B0AC6E3235}"/>
                  </a:ext>
                </a:extLst>
              </p:cNvPr>
              <p:cNvSpPr txBox="1"/>
              <p:nvPr/>
            </p:nvSpPr>
            <p:spPr>
              <a:xfrm>
                <a:off x="2868107" y="279066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1D5D9C-B201-0EEF-318D-40B0AC6E3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107" y="2790660"/>
                <a:ext cx="432874" cy="338554"/>
              </a:xfrm>
              <a:prstGeom prst="rect">
                <a:avLst/>
              </a:prstGeom>
              <a:blipFill>
                <a:blip r:embed="rId1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482A6F4-EA27-16FB-228C-A2C8F0D72E13}"/>
                  </a:ext>
                </a:extLst>
              </p:cNvPr>
              <p:cNvSpPr txBox="1"/>
              <p:nvPr/>
            </p:nvSpPr>
            <p:spPr>
              <a:xfrm>
                <a:off x="2865446" y="3051176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482A6F4-EA27-16FB-228C-A2C8F0D72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446" y="3051176"/>
                <a:ext cx="432874" cy="338554"/>
              </a:xfrm>
              <a:prstGeom prst="rect">
                <a:avLst/>
              </a:prstGeom>
              <a:blipFill>
                <a:blip r:embed="rId11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DF7D068-0EDF-D9B3-CFAB-8BBFD3C24E01}"/>
                  </a:ext>
                </a:extLst>
              </p:cNvPr>
              <p:cNvSpPr txBox="1"/>
              <p:nvPr/>
            </p:nvSpPr>
            <p:spPr>
              <a:xfrm>
                <a:off x="5004429" y="349034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DF7D068-0EDF-D9B3-CFAB-8BBFD3C24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429" y="3490342"/>
                <a:ext cx="435311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5F2338-91E9-01D2-F6AD-DDE79B8B6C47}"/>
                  </a:ext>
                </a:extLst>
              </p:cNvPr>
              <p:cNvSpPr txBox="1"/>
              <p:nvPr/>
            </p:nvSpPr>
            <p:spPr>
              <a:xfrm>
                <a:off x="5237538" y="350342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5F2338-91E9-01D2-F6AD-DDE79B8B6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38" y="3503428"/>
                <a:ext cx="440056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E04C29F-30EA-7D27-4894-6F0CF65C07F7}"/>
                  </a:ext>
                </a:extLst>
              </p:cNvPr>
              <p:cNvSpPr txBox="1"/>
              <p:nvPr/>
            </p:nvSpPr>
            <p:spPr>
              <a:xfrm>
                <a:off x="5504435" y="350342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E04C29F-30EA-7D27-4894-6F0CF65C0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435" y="3503428"/>
                <a:ext cx="440056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/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C6B86F-0C8A-6FC9-D209-DBC98A359E2A}"/>
              </a:ext>
            </a:extLst>
          </p:cNvPr>
          <p:cNvCxnSpPr>
            <a:cxnSpLocks/>
          </p:cNvCxnSpPr>
          <p:nvPr/>
        </p:nvCxnSpPr>
        <p:spPr>
          <a:xfrm flipH="1">
            <a:off x="3802935" y="1737132"/>
            <a:ext cx="1077902" cy="73268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4FE1B3-A67D-6837-9EE6-1BAA38A03BE1}"/>
              </a:ext>
            </a:extLst>
          </p:cNvPr>
          <p:cNvCxnSpPr>
            <a:cxnSpLocks/>
          </p:cNvCxnSpPr>
          <p:nvPr/>
        </p:nvCxnSpPr>
        <p:spPr>
          <a:xfrm>
            <a:off x="5138688" y="1717592"/>
            <a:ext cx="1276289" cy="86974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8BE19BD-AE3C-7232-CEEE-29BE6A819BC7}"/>
              </a:ext>
            </a:extLst>
          </p:cNvPr>
          <p:cNvCxnSpPr>
            <a:cxnSpLocks/>
          </p:cNvCxnSpPr>
          <p:nvPr/>
        </p:nvCxnSpPr>
        <p:spPr>
          <a:xfrm>
            <a:off x="5484289" y="1648436"/>
            <a:ext cx="3661840" cy="140274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1341A86-BF14-30A4-4854-6410AB3BD3CA}"/>
                  </a:ext>
                </a:extLst>
              </p:cNvPr>
              <p:cNvSpPr txBox="1"/>
              <p:nvPr/>
            </p:nvSpPr>
            <p:spPr>
              <a:xfrm>
                <a:off x="6752026" y="5855793"/>
                <a:ext cx="303387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 Matrix: Each row is a query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Matrix: Each column is a key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Matrix: Each row is a value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1341A86-BF14-30A4-4854-6410AB3BD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026" y="5855793"/>
                <a:ext cx="3033871" cy="923330"/>
              </a:xfrm>
              <a:prstGeom prst="rect">
                <a:avLst/>
              </a:prstGeom>
              <a:blipFill>
                <a:blip r:embed="rId16"/>
                <a:stretch>
                  <a:fillRect l="-1811" t="-3974" r="-1610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C8D83B-7218-6109-3F1B-B4176EC0A58D}"/>
              </a:ext>
            </a:extLst>
          </p:cNvPr>
          <p:cNvCxnSpPr/>
          <p:nvPr/>
        </p:nvCxnSpPr>
        <p:spPr>
          <a:xfrm>
            <a:off x="9430908" y="280717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51F18-991B-8137-7591-471497E524B4}"/>
              </a:ext>
            </a:extLst>
          </p:cNvPr>
          <p:cNvCxnSpPr/>
          <p:nvPr/>
        </p:nvCxnSpPr>
        <p:spPr>
          <a:xfrm>
            <a:off x="9430908" y="304995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4D85CC-080E-68EF-1082-C99BC33006CC}"/>
              </a:ext>
            </a:extLst>
          </p:cNvPr>
          <p:cNvCxnSpPr/>
          <p:nvPr/>
        </p:nvCxnSpPr>
        <p:spPr>
          <a:xfrm>
            <a:off x="9430908" y="333526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CA0708-5842-0EA5-7F63-A672425978B9}"/>
              </a:ext>
            </a:extLst>
          </p:cNvPr>
          <p:cNvCxnSpPr/>
          <p:nvPr/>
        </p:nvCxnSpPr>
        <p:spPr>
          <a:xfrm>
            <a:off x="9430908" y="459522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/>
              <p:nvPr/>
            </p:nvSpPr>
            <p:spPr>
              <a:xfrm>
                <a:off x="10390471" y="2463131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0471" y="2463131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/>
              <p:nvPr/>
            </p:nvSpPr>
            <p:spPr>
              <a:xfrm>
                <a:off x="10390471" y="2742996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0471" y="2742996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/>
              <p:nvPr/>
            </p:nvSpPr>
            <p:spPr>
              <a:xfrm>
                <a:off x="10387810" y="300351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810" y="3003512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C6C34B83-315E-6233-51F8-898C6F42D304}"/>
              </a:ext>
            </a:extLst>
          </p:cNvPr>
          <p:cNvSpPr txBox="1"/>
          <p:nvPr/>
        </p:nvSpPr>
        <p:spPr>
          <a:xfrm>
            <a:off x="4674767" y="3569552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E13FD1-550E-D732-0069-7BE2B688AA97}"/>
              </a:ext>
            </a:extLst>
          </p:cNvPr>
          <p:cNvSpPr txBox="1"/>
          <p:nvPr/>
        </p:nvSpPr>
        <p:spPr>
          <a:xfrm>
            <a:off x="8437162" y="3581846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B1C61B-0364-1DEE-BA2E-613BEF456114}"/>
              </a:ext>
            </a:extLst>
          </p:cNvPr>
          <p:cNvSpPr txBox="1"/>
          <p:nvPr/>
        </p:nvSpPr>
        <p:spPr>
          <a:xfrm>
            <a:off x="10097693" y="6086625"/>
            <a:ext cx="194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X: Matrix MM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3487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E467-9E76-81B3-BD0F-B2B24B49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E1422-FECA-D136-0CAC-6A0E071E30CD}"/>
                  </a:ext>
                </a:extLst>
              </p:cNvPr>
              <p:cNvSpPr txBox="1"/>
              <p:nvPr/>
            </p:nvSpPr>
            <p:spPr>
              <a:xfrm>
                <a:off x="1901289" y="2405960"/>
                <a:ext cx="487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E1422-FECA-D136-0CAC-6A0E071E3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289" y="2405960"/>
                <a:ext cx="487569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5A3F0F-280A-6ED9-EC38-B032C00A5502}"/>
                  </a:ext>
                </a:extLst>
              </p:cNvPr>
              <p:cNvSpPr txBox="1"/>
              <p:nvPr/>
            </p:nvSpPr>
            <p:spPr>
              <a:xfrm>
                <a:off x="3979369" y="2331326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5A3F0F-280A-6ED9-EC38-B032C00A5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69" y="2331326"/>
                <a:ext cx="45448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AAD336-A418-239D-99B8-89B213B1BD71}"/>
                  </a:ext>
                </a:extLst>
              </p:cNvPr>
              <p:cNvSpPr txBox="1"/>
              <p:nvPr/>
            </p:nvSpPr>
            <p:spPr>
              <a:xfrm>
                <a:off x="3979369" y="2971964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AAD336-A418-239D-99B8-89B213B1B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69" y="2971964"/>
                <a:ext cx="454483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131F51-5312-599B-8465-E3BCCB14CAAD}"/>
                  </a:ext>
                </a:extLst>
              </p:cNvPr>
              <p:cNvSpPr txBox="1"/>
              <p:nvPr/>
            </p:nvSpPr>
            <p:spPr>
              <a:xfrm>
                <a:off x="3974624" y="3612602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131F51-5312-599B-8465-E3BCCB14C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624" y="3612602"/>
                <a:ext cx="45448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8845F7-60CD-2936-66FB-3508E31534AF}"/>
                  </a:ext>
                </a:extLst>
              </p:cNvPr>
              <p:cNvSpPr txBox="1"/>
              <p:nvPr/>
            </p:nvSpPr>
            <p:spPr>
              <a:xfrm>
                <a:off x="4760783" y="2331326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8845F7-60CD-2936-66FB-3508E3153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783" y="2331326"/>
                <a:ext cx="454483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3DE379-1175-0C30-9955-78454CAF696E}"/>
                  </a:ext>
                </a:extLst>
              </p:cNvPr>
              <p:cNvSpPr txBox="1"/>
              <p:nvPr/>
            </p:nvSpPr>
            <p:spPr>
              <a:xfrm>
                <a:off x="4760783" y="2971964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3DE379-1175-0C30-9955-78454CAF6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783" y="2971964"/>
                <a:ext cx="45288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7AC33C-8FD8-3B23-0267-49A305C32CCF}"/>
                  </a:ext>
                </a:extLst>
              </p:cNvPr>
              <p:cNvSpPr txBox="1"/>
              <p:nvPr/>
            </p:nvSpPr>
            <p:spPr>
              <a:xfrm>
                <a:off x="4756038" y="3612602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7AC33C-8FD8-3B23-0267-49A305C32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038" y="3612602"/>
                <a:ext cx="45288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D03B480-D798-E7EC-3E68-EC01E2C4B12F}"/>
              </a:ext>
            </a:extLst>
          </p:cNvPr>
          <p:cNvSpPr txBox="1"/>
          <p:nvPr/>
        </p:nvSpPr>
        <p:spPr>
          <a:xfrm>
            <a:off x="2085065" y="4874859"/>
            <a:ext cx="7670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Attention Mechanism: Think of it as a lookup table</a:t>
            </a:r>
          </a:p>
          <a:p>
            <a:endParaRPr lang="en-US" dirty="0"/>
          </a:p>
          <a:p>
            <a:r>
              <a:rPr lang="en-US" dirty="0"/>
              <a:t>Given a </a:t>
            </a:r>
            <a:r>
              <a:rPr lang="en-US" b="1" dirty="0"/>
              <a:t>query</a:t>
            </a:r>
            <a:r>
              <a:rPr lang="en-US" dirty="0"/>
              <a:t>, output a </a:t>
            </a:r>
            <a:r>
              <a:rPr lang="en-US" b="1" dirty="0"/>
              <a:t>value</a:t>
            </a:r>
            <a:r>
              <a:rPr lang="en-US" dirty="0"/>
              <a:t> that is corresponding to the key that is </a:t>
            </a:r>
            <a:r>
              <a:rPr lang="en-US" b="1" i="1" dirty="0"/>
              <a:t>most similar</a:t>
            </a:r>
            <a:r>
              <a:rPr lang="en-US" dirty="0"/>
              <a:t> to query</a:t>
            </a:r>
          </a:p>
        </p:txBody>
      </p:sp>
    </p:spTree>
    <p:extLst>
      <p:ext uri="{BB962C8B-B14F-4D97-AF65-F5344CB8AC3E}">
        <p14:creationId xmlns:p14="http://schemas.microsoft.com/office/powerpoint/2010/main" val="64301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E467-9E76-81B3-BD0F-B2B24B49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E1422-FECA-D136-0CAC-6A0E071E30CD}"/>
                  </a:ext>
                </a:extLst>
              </p:cNvPr>
              <p:cNvSpPr txBox="1"/>
              <p:nvPr/>
            </p:nvSpPr>
            <p:spPr>
              <a:xfrm>
                <a:off x="1901289" y="2282313"/>
                <a:ext cx="487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E1422-FECA-D136-0CAC-6A0E071E3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289" y="2282313"/>
                <a:ext cx="487569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5A3F0F-280A-6ED9-EC38-B032C00A5502}"/>
                  </a:ext>
                </a:extLst>
              </p:cNvPr>
              <p:cNvSpPr txBox="1"/>
              <p:nvPr/>
            </p:nvSpPr>
            <p:spPr>
              <a:xfrm>
                <a:off x="3979369" y="2331326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5A3F0F-280A-6ED9-EC38-B032C00A5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69" y="2331326"/>
                <a:ext cx="45448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AAD336-A418-239D-99B8-89B213B1BD71}"/>
                  </a:ext>
                </a:extLst>
              </p:cNvPr>
              <p:cNvSpPr txBox="1"/>
              <p:nvPr/>
            </p:nvSpPr>
            <p:spPr>
              <a:xfrm>
                <a:off x="3979369" y="2971964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AAD336-A418-239D-99B8-89B213B1B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69" y="2971964"/>
                <a:ext cx="454483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131F51-5312-599B-8465-E3BCCB14CAAD}"/>
                  </a:ext>
                </a:extLst>
              </p:cNvPr>
              <p:cNvSpPr txBox="1"/>
              <p:nvPr/>
            </p:nvSpPr>
            <p:spPr>
              <a:xfrm>
                <a:off x="3974624" y="3612602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131F51-5312-599B-8465-E3BCCB14C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624" y="3612602"/>
                <a:ext cx="45448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8845F7-60CD-2936-66FB-3508E31534AF}"/>
                  </a:ext>
                </a:extLst>
              </p:cNvPr>
              <p:cNvSpPr txBox="1"/>
              <p:nvPr/>
            </p:nvSpPr>
            <p:spPr>
              <a:xfrm>
                <a:off x="4760783" y="2331326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8845F7-60CD-2936-66FB-3508E3153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783" y="2331326"/>
                <a:ext cx="454483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3DE379-1175-0C30-9955-78454CAF696E}"/>
                  </a:ext>
                </a:extLst>
              </p:cNvPr>
              <p:cNvSpPr txBox="1"/>
              <p:nvPr/>
            </p:nvSpPr>
            <p:spPr>
              <a:xfrm>
                <a:off x="4760783" y="2971964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3DE379-1175-0C30-9955-78454CAF6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783" y="2971964"/>
                <a:ext cx="45288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7AC33C-8FD8-3B23-0267-49A305C32CCF}"/>
                  </a:ext>
                </a:extLst>
              </p:cNvPr>
              <p:cNvSpPr txBox="1"/>
              <p:nvPr/>
            </p:nvSpPr>
            <p:spPr>
              <a:xfrm>
                <a:off x="4756038" y="3612602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7AC33C-8FD8-3B23-0267-49A305C32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038" y="3612602"/>
                <a:ext cx="45288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D03B480-D798-E7EC-3E68-EC01E2C4B12F}"/>
              </a:ext>
            </a:extLst>
          </p:cNvPr>
          <p:cNvSpPr txBox="1"/>
          <p:nvPr/>
        </p:nvSpPr>
        <p:spPr>
          <a:xfrm>
            <a:off x="2085065" y="4874859"/>
            <a:ext cx="7670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Attention Mechanism: Think of it as a general version of a lookup table</a:t>
            </a:r>
          </a:p>
          <a:p>
            <a:endParaRPr lang="en-US" dirty="0"/>
          </a:p>
          <a:p>
            <a:r>
              <a:rPr lang="en-US" dirty="0"/>
              <a:t>Lookup Table: Given a </a:t>
            </a:r>
            <a:r>
              <a:rPr lang="en-US" b="1" dirty="0"/>
              <a:t>query</a:t>
            </a:r>
            <a:r>
              <a:rPr lang="en-US" dirty="0"/>
              <a:t>, output a </a:t>
            </a:r>
            <a:r>
              <a:rPr lang="en-US" b="1" dirty="0"/>
              <a:t>value</a:t>
            </a:r>
            <a:r>
              <a:rPr lang="en-US" dirty="0"/>
              <a:t> that is corresponding to the key that is </a:t>
            </a:r>
            <a:r>
              <a:rPr lang="en-US" b="1" i="1" dirty="0"/>
              <a:t>most similar</a:t>
            </a:r>
            <a:r>
              <a:rPr lang="en-US" dirty="0"/>
              <a:t> to query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B31D1C-0A16-9F3F-1292-DC17A8FC745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88858" y="2466979"/>
            <a:ext cx="1590511" cy="336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4DD038-1BDF-DB66-D798-8BDF95C7A756}"/>
                  </a:ext>
                </a:extLst>
              </p:cNvPr>
              <p:cNvSpPr txBox="1"/>
              <p:nvPr/>
            </p:nvSpPr>
            <p:spPr>
              <a:xfrm>
                <a:off x="2636109" y="2029821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4DD038-1BDF-DB66-D798-8BDF95C7A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109" y="2029821"/>
                <a:ext cx="825739" cy="369332"/>
              </a:xfrm>
              <a:prstGeom prst="rect">
                <a:avLst/>
              </a:prstGeom>
              <a:blipFill>
                <a:blip r:embed="rId9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369D44-3AA8-A4A6-FE57-26B3903D990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253722" y="2597579"/>
            <a:ext cx="1725647" cy="543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E98F64-D8FE-8225-4AFD-4640A0CAF0D7}"/>
              </a:ext>
            </a:extLst>
          </p:cNvPr>
          <p:cNvCxnSpPr>
            <a:cxnSpLocks/>
          </p:cNvCxnSpPr>
          <p:nvPr/>
        </p:nvCxnSpPr>
        <p:spPr>
          <a:xfrm>
            <a:off x="2163142" y="2719800"/>
            <a:ext cx="1635128" cy="10164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04D5EC-2D19-0B5E-5124-FA3E97485C6E}"/>
                  </a:ext>
                </a:extLst>
              </p:cNvPr>
              <p:cNvSpPr txBox="1"/>
              <p:nvPr/>
            </p:nvSpPr>
            <p:spPr>
              <a:xfrm>
                <a:off x="2854829" y="2533007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04D5EC-2D19-0B5E-5124-FA3E97485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829" y="2533007"/>
                <a:ext cx="825739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AE4C53-C0AD-E1DE-4DD4-81D7D8EAB904}"/>
                  </a:ext>
                </a:extLst>
              </p:cNvPr>
              <p:cNvSpPr txBox="1"/>
              <p:nvPr/>
            </p:nvSpPr>
            <p:spPr>
              <a:xfrm>
                <a:off x="2567836" y="3354354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AE4C53-C0AD-E1DE-4DD4-81D7D8EAB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836" y="3354354"/>
                <a:ext cx="825739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0441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E467-9E76-81B3-BD0F-B2B24B49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E1422-FECA-D136-0CAC-6A0E071E30CD}"/>
                  </a:ext>
                </a:extLst>
              </p:cNvPr>
              <p:cNvSpPr txBox="1"/>
              <p:nvPr/>
            </p:nvSpPr>
            <p:spPr>
              <a:xfrm>
                <a:off x="1901289" y="2282313"/>
                <a:ext cx="487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E1422-FECA-D136-0CAC-6A0E071E3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289" y="2282313"/>
                <a:ext cx="487569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5A3F0F-280A-6ED9-EC38-B032C00A5502}"/>
                  </a:ext>
                </a:extLst>
              </p:cNvPr>
              <p:cNvSpPr txBox="1"/>
              <p:nvPr/>
            </p:nvSpPr>
            <p:spPr>
              <a:xfrm>
                <a:off x="3979369" y="2331326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5A3F0F-280A-6ED9-EC38-B032C00A5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69" y="2331326"/>
                <a:ext cx="45448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AAD336-A418-239D-99B8-89B213B1BD71}"/>
                  </a:ext>
                </a:extLst>
              </p:cNvPr>
              <p:cNvSpPr txBox="1"/>
              <p:nvPr/>
            </p:nvSpPr>
            <p:spPr>
              <a:xfrm>
                <a:off x="3979369" y="2971964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AAD336-A418-239D-99B8-89B213B1B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69" y="2971964"/>
                <a:ext cx="454483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131F51-5312-599B-8465-E3BCCB14CAAD}"/>
                  </a:ext>
                </a:extLst>
              </p:cNvPr>
              <p:cNvSpPr txBox="1"/>
              <p:nvPr/>
            </p:nvSpPr>
            <p:spPr>
              <a:xfrm>
                <a:off x="3974624" y="3612602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131F51-5312-599B-8465-E3BCCB14C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624" y="3612602"/>
                <a:ext cx="45448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8845F7-60CD-2936-66FB-3508E31534AF}"/>
                  </a:ext>
                </a:extLst>
              </p:cNvPr>
              <p:cNvSpPr txBox="1"/>
              <p:nvPr/>
            </p:nvSpPr>
            <p:spPr>
              <a:xfrm>
                <a:off x="4760783" y="2331326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8845F7-60CD-2936-66FB-3508E3153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783" y="2331326"/>
                <a:ext cx="454483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3DE379-1175-0C30-9955-78454CAF696E}"/>
                  </a:ext>
                </a:extLst>
              </p:cNvPr>
              <p:cNvSpPr txBox="1"/>
              <p:nvPr/>
            </p:nvSpPr>
            <p:spPr>
              <a:xfrm>
                <a:off x="4760783" y="2971964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3DE379-1175-0C30-9955-78454CAF6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783" y="2971964"/>
                <a:ext cx="45288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7AC33C-8FD8-3B23-0267-49A305C32CCF}"/>
                  </a:ext>
                </a:extLst>
              </p:cNvPr>
              <p:cNvSpPr txBox="1"/>
              <p:nvPr/>
            </p:nvSpPr>
            <p:spPr>
              <a:xfrm>
                <a:off x="4756038" y="3612602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7AC33C-8FD8-3B23-0267-49A305C32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038" y="3612602"/>
                <a:ext cx="45288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D03B480-D798-E7EC-3E68-EC01E2C4B12F}"/>
              </a:ext>
            </a:extLst>
          </p:cNvPr>
          <p:cNvSpPr txBox="1"/>
          <p:nvPr/>
        </p:nvSpPr>
        <p:spPr>
          <a:xfrm>
            <a:off x="2085065" y="4874859"/>
            <a:ext cx="7670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Attention Mechanism: Think of it as a general version of a lookup table</a:t>
            </a:r>
          </a:p>
          <a:p>
            <a:endParaRPr lang="en-US" dirty="0"/>
          </a:p>
          <a:p>
            <a:r>
              <a:rPr lang="en-US" dirty="0"/>
              <a:t>Lookup Table: Given a </a:t>
            </a:r>
            <a:r>
              <a:rPr lang="en-US" b="1" dirty="0"/>
              <a:t>query</a:t>
            </a:r>
            <a:r>
              <a:rPr lang="en-US" dirty="0"/>
              <a:t>, output a </a:t>
            </a:r>
            <a:r>
              <a:rPr lang="en-US" b="1" dirty="0"/>
              <a:t>value</a:t>
            </a:r>
            <a:r>
              <a:rPr lang="en-US" dirty="0"/>
              <a:t> that is corresponding to the key that is </a:t>
            </a:r>
            <a:r>
              <a:rPr lang="en-US" b="1" i="1" dirty="0"/>
              <a:t>most similar</a:t>
            </a:r>
            <a:r>
              <a:rPr lang="en-US" dirty="0"/>
              <a:t> to query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B31D1C-0A16-9F3F-1292-DC17A8FC745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88858" y="2466979"/>
            <a:ext cx="1590511" cy="336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4DD038-1BDF-DB66-D798-8BDF95C7A756}"/>
                  </a:ext>
                </a:extLst>
              </p:cNvPr>
              <p:cNvSpPr txBox="1"/>
              <p:nvPr/>
            </p:nvSpPr>
            <p:spPr>
              <a:xfrm>
                <a:off x="2636109" y="2029821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4DD038-1BDF-DB66-D798-8BDF95C7A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109" y="2029821"/>
                <a:ext cx="825739" cy="369332"/>
              </a:xfrm>
              <a:prstGeom prst="rect">
                <a:avLst/>
              </a:prstGeom>
              <a:blipFill>
                <a:blip r:embed="rId9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369D44-3AA8-A4A6-FE57-26B3903D990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253722" y="2597579"/>
            <a:ext cx="1725647" cy="543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E98F64-D8FE-8225-4AFD-4640A0CAF0D7}"/>
              </a:ext>
            </a:extLst>
          </p:cNvPr>
          <p:cNvCxnSpPr>
            <a:cxnSpLocks/>
          </p:cNvCxnSpPr>
          <p:nvPr/>
        </p:nvCxnSpPr>
        <p:spPr>
          <a:xfrm>
            <a:off x="2163142" y="2719800"/>
            <a:ext cx="1635128" cy="10164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04D5EC-2D19-0B5E-5124-FA3E97485C6E}"/>
                  </a:ext>
                </a:extLst>
              </p:cNvPr>
              <p:cNvSpPr txBox="1"/>
              <p:nvPr/>
            </p:nvSpPr>
            <p:spPr>
              <a:xfrm>
                <a:off x="2854829" y="2533007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04D5EC-2D19-0B5E-5124-FA3E97485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829" y="2533007"/>
                <a:ext cx="825739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AE4C53-C0AD-E1DE-4DD4-81D7D8EAB904}"/>
                  </a:ext>
                </a:extLst>
              </p:cNvPr>
              <p:cNvSpPr txBox="1"/>
              <p:nvPr/>
            </p:nvSpPr>
            <p:spPr>
              <a:xfrm>
                <a:off x="2567836" y="3354354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AE4C53-C0AD-E1DE-4DD4-81D7D8EAB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836" y="3354354"/>
                <a:ext cx="825739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D6AA4D5-F326-BE36-4CD2-172C1C774C0F}"/>
              </a:ext>
            </a:extLst>
          </p:cNvPr>
          <p:cNvCxnSpPr>
            <a:cxnSpLocks/>
          </p:cNvCxnSpPr>
          <p:nvPr/>
        </p:nvCxnSpPr>
        <p:spPr>
          <a:xfrm>
            <a:off x="5208919" y="2533007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4706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E467-9E76-81B3-BD0F-B2B24B49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E1422-FECA-D136-0CAC-6A0E071E30CD}"/>
                  </a:ext>
                </a:extLst>
              </p:cNvPr>
              <p:cNvSpPr txBox="1"/>
              <p:nvPr/>
            </p:nvSpPr>
            <p:spPr>
              <a:xfrm>
                <a:off x="1901289" y="2282313"/>
                <a:ext cx="487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E1422-FECA-D136-0CAC-6A0E071E3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289" y="2282313"/>
                <a:ext cx="487569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5A3F0F-280A-6ED9-EC38-B032C00A5502}"/>
                  </a:ext>
                </a:extLst>
              </p:cNvPr>
              <p:cNvSpPr txBox="1"/>
              <p:nvPr/>
            </p:nvSpPr>
            <p:spPr>
              <a:xfrm>
                <a:off x="3979369" y="2331326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5A3F0F-280A-6ED9-EC38-B032C00A5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69" y="2331326"/>
                <a:ext cx="45448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AAD336-A418-239D-99B8-89B213B1BD71}"/>
                  </a:ext>
                </a:extLst>
              </p:cNvPr>
              <p:cNvSpPr txBox="1"/>
              <p:nvPr/>
            </p:nvSpPr>
            <p:spPr>
              <a:xfrm>
                <a:off x="3979369" y="2971964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AAD336-A418-239D-99B8-89B213B1B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69" y="2971964"/>
                <a:ext cx="454483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131F51-5312-599B-8465-E3BCCB14CAAD}"/>
                  </a:ext>
                </a:extLst>
              </p:cNvPr>
              <p:cNvSpPr txBox="1"/>
              <p:nvPr/>
            </p:nvSpPr>
            <p:spPr>
              <a:xfrm>
                <a:off x="3974624" y="3612602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131F51-5312-599B-8465-E3BCCB14C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624" y="3612602"/>
                <a:ext cx="45448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8845F7-60CD-2936-66FB-3508E31534AF}"/>
                  </a:ext>
                </a:extLst>
              </p:cNvPr>
              <p:cNvSpPr txBox="1"/>
              <p:nvPr/>
            </p:nvSpPr>
            <p:spPr>
              <a:xfrm>
                <a:off x="4760783" y="2331326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8845F7-60CD-2936-66FB-3508E3153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783" y="2331326"/>
                <a:ext cx="454483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3DE379-1175-0C30-9955-78454CAF696E}"/>
                  </a:ext>
                </a:extLst>
              </p:cNvPr>
              <p:cNvSpPr txBox="1"/>
              <p:nvPr/>
            </p:nvSpPr>
            <p:spPr>
              <a:xfrm>
                <a:off x="4760783" y="2971964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3DE379-1175-0C30-9955-78454CAF6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783" y="2971964"/>
                <a:ext cx="45288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7AC33C-8FD8-3B23-0267-49A305C32CCF}"/>
                  </a:ext>
                </a:extLst>
              </p:cNvPr>
              <p:cNvSpPr txBox="1"/>
              <p:nvPr/>
            </p:nvSpPr>
            <p:spPr>
              <a:xfrm>
                <a:off x="4756038" y="3612602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7AC33C-8FD8-3B23-0267-49A305C32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038" y="3612602"/>
                <a:ext cx="45288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D03B480-D798-E7EC-3E68-EC01E2C4B12F}"/>
              </a:ext>
            </a:extLst>
          </p:cNvPr>
          <p:cNvSpPr txBox="1"/>
          <p:nvPr/>
        </p:nvSpPr>
        <p:spPr>
          <a:xfrm>
            <a:off x="2085065" y="4874859"/>
            <a:ext cx="76704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Lookup Table: Given a </a:t>
            </a:r>
            <a:r>
              <a:rPr lang="en-US" b="1" dirty="0"/>
              <a:t>query</a:t>
            </a:r>
            <a:r>
              <a:rPr lang="en-US" dirty="0"/>
              <a:t>, output a </a:t>
            </a:r>
            <a:r>
              <a:rPr lang="en-US" b="1" dirty="0"/>
              <a:t>value</a:t>
            </a:r>
            <a:r>
              <a:rPr lang="en-US" dirty="0"/>
              <a:t> that is corresponding to the key that is </a:t>
            </a:r>
            <a:r>
              <a:rPr lang="en-US" b="1" i="1" dirty="0"/>
              <a:t>most similar</a:t>
            </a:r>
            <a:r>
              <a:rPr lang="en-US" dirty="0"/>
              <a:t> to query</a:t>
            </a:r>
          </a:p>
          <a:p>
            <a:endParaRPr lang="en-US" dirty="0"/>
          </a:p>
          <a:p>
            <a:r>
              <a:rPr lang="en-US" dirty="0"/>
              <a:t>Attention Mechanism: weighted combination of values with similarity score as weights.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B31D1C-0A16-9F3F-1292-DC17A8FC745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88858" y="2466979"/>
            <a:ext cx="1590511" cy="336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4DD038-1BDF-DB66-D798-8BDF95C7A756}"/>
                  </a:ext>
                </a:extLst>
              </p:cNvPr>
              <p:cNvSpPr txBox="1"/>
              <p:nvPr/>
            </p:nvSpPr>
            <p:spPr>
              <a:xfrm>
                <a:off x="2636109" y="2029821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4DD038-1BDF-DB66-D798-8BDF95C7A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109" y="2029821"/>
                <a:ext cx="825739" cy="369332"/>
              </a:xfrm>
              <a:prstGeom prst="rect">
                <a:avLst/>
              </a:prstGeom>
              <a:blipFill>
                <a:blip r:embed="rId9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369D44-3AA8-A4A6-FE57-26B3903D990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253722" y="2597579"/>
            <a:ext cx="1725647" cy="543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E98F64-D8FE-8225-4AFD-4640A0CAF0D7}"/>
              </a:ext>
            </a:extLst>
          </p:cNvPr>
          <p:cNvCxnSpPr>
            <a:cxnSpLocks/>
          </p:cNvCxnSpPr>
          <p:nvPr/>
        </p:nvCxnSpPr>
        <p:spPr>
          <a:xfrm>
            <a:off x="2163142" y="2719800"/>
            <a:ext cx="1635128" cy="10164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04D5EC-2D19-0B5E-5124-FA3E97485C6E}"/>
                  </a:ext>
                </a:extLst>
              </p:cNvPr>
              <p:cNvSpPr txBox="1"/>
              <p:nvPr/>
            </p:nvSpPr>
            <p:spPr>
              <a:xfrm>
                <a:off x="2854829" y="2533007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04D5EC-2D19-0B5E-5124-FA3E97485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829" y="2533007"/>
                <a:ext cx="825739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AE4C53-C0AD-E1DE-4DD4-81D7D8EAB904}"/>
                  </a:ext>
                </a:extLst>
              </p:cNvPr>
              <p:cNvSpPr txBox="1"/>
              <p:nvPr/>
            </p:nvSpPr>
            <p:spPr>
              <a:xfrm>
                <a:off x="2567836" y="3354354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AE4C53-C0AD-E1DE-4DD4-81D7D8EAB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836" y="3354354"/>
                <a:ext cx="825739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D6AA4D5-F326-BE36-4CD2-172C1C774C0F}"/>
              </a:ext>
            </a:extLst>
          </p:cNvPr>
          <p:cNvCxnSpPr>
            <a:cxnSpLocks/>
          </p:cNvCxnSpPr>
          <p:nvPr/>
        </p:nvCxnSpPr>
        <p:spPr>
          <a:xfrm>
            <a:off x="5208919" y="2533007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D8A9DC-190D-0B85-E07D-25AA4D5CDA60}"/>
              </a:ext>
            </a:extLst>
          </p:cNvPr>
          <p:cNvCxnSpPr>
            <a:cxnSpLocks/>
          </p:cNvCxnSpPr>
          <p:nvPr/>
        </p:nvCxnSpPr>
        <p:spPr>
          <a:xfrm>
            <a:off x="5208919" y="3186288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C88F149-0E19-4E7D-71C8-44476F87B0B5}"/>
              </a:ext>
            </a:extLst>
          </p:cNvPr>
          <p:cNvCxnSpPr>
            <a:cxnSpLocks/>
          </p:cNvCxnSpPr>
          <p:nvPr/>
        </p:nvCxnSpPr>
        <p:spPr>
          <a:xfrm>
            <a:off x="5203095" y="3822097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F8D9B2-34C8-6162-1BA8-45E0915CF672}"/>
                  </a:ext>
                </a:extLst>
              </p:cNvPr>
              <p:cNvSpPr txBox="1"/>
              <p:nvPr/>
            </p:nvSpPr>
            <p:spPr>
              <a:xfrm>
                <a:off x="5111206" y="2065395"/>
                <a:ext cx="4913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F8D9B2-34C8-6162-1BA8-45E0915CF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206" y="2065395"/>
                <a:ext cx="491353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F96483E-0406-5B9C-6E7C-19965E8F6F8D}"/>
                  </a:ext>
                </a:extLst>
              </p:cNvPr>
              <p:cNvSpPr txBox="1"/>
              <p:nvPr/>
            </p:nvSpPr>
            <p:spPr>
              <a:xfrm>
                <a:off x="5119306" y="2835092"/>
                <a:ext cx="4913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F96483E-0406-5B9C-6E7C-19965E8F6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306" y="2835092"/>
                <a:ext cx="491352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99A8341-A995-BADC-B495-9D0B5543165D}"/>
                  </a:ext>
                </a:extLst>
              </p:cNvPr>
              <p:cNvSpPr txBox="1"/>
              <p:nvPr/>
            </p:nvSpPr>
            <p:spPr>
              <a:xfrm>
                <a:off x="5117031" y="3500219"/>
                <a:ext cx="4913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99A8341-A995-BADC-B495-9D0B55431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031" y="3500219"/>
                <a:ext cx="491353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AC277A-6C47-8FFB-8DDA-D734CBA4051D}"/>
                  </a:ext>
                </a:extLst>
              </p:cNvPr>
              <p:cNvSpPr txBox="1"/>
              <p:nvPr/>
            </p:nvSpPr>
            <p:spPr>
              <a:xfrm>
                <a:off x="5781960" y="1432479"/>
                <a:ext cx="2065822" cy="860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AC277A-6C47-8FFB-8DDA-D734CBA40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960" y="1432479"/>
                <a:ext cx="2065822" cy="86017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FE137B6-50DF-BE4C-F0A0-BDBA3FEB97E1}"/>
                  </a:ext>
                </a:extLst>
              </p:cNvPr>
              <p:cNvSpPr txBox="1"/>
              <p:nvPr/>
            </p:nvSpPr>
            <p:spPr>
              <a:xfrm>
                <a:off x="6327910" y="2928627"/>
                <a:ext cx="20658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FE137B6-50DF-BE4C-F0A0-BDBA3FEB9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910" y="2928627"/>
                <a:ext cx="2065822" cy="400110"/>
              </a:xfrm>
              <a:prstGeom prst="rect">
                <a:avLst/>
              </a:prstGeom>
              <a:blipFill>
                <a:blip r:embed="rId1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3342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E467-9E76-81B3-BD0F-B2B24B49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E1422-FECA-D136-0CAC-6A0E071E30CD}"/>
                  </a:ext>
                </a:extLst>
              </p:cNvPr>
              <p:cNvSpPr txBox="1"/>
              <p:nvPr/>
            </p:nvSpPr>
            <p:spPr>
              <a:xfrm>
                <a:off x="1901289" y="2282313"/>
                <a:ext cx="487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E1422-FECA-D136-0CAC-6A0E071E3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289" y="2282313"/>
                <a:ext cx="487569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5A3F0F-280A-6ED9-EC38-B032C00A5502}"/>
                  </a:ext>
                </a:extLst>
              </p:cNvPr>
              <p:cNvSpPr txBox="1"/>
              <p:nvPr/>
            </p:nvSpPr>
            <p:spPr>
              <a:xfrm>
                <a:off x="3979369" y="2331326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5A3F0F-280A-6ED9-EC38-B032C00A5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69" y="2331326"/>
                <a:ext cx="45448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AAD336-A418-239D-99B8-89B213B1BD71}"/>
                  </a:ext>
                </a:extLst>
              </p:cNvPr>
              <p:cNvSpPr txBox="1"/>
              <p:nvPr/>
            </p:nvSpPr>
            <p:spPr>
              <a:xfrm>
                <a:off x="3979369" y="2971964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AAD336-A418-239D-99B8-89B213B1B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69" y="2971964"/>
                <a:ext cx="454483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131F51-5312-599B-8465-E3BCCB14CAAD}"/>
                  </a:ext>
                </a:extLst>
              </p:cNvPr>
              <p:cNvSpPr txBox="1"/>
              <p:nvPr/>
            </p:nvSpPr>
            <p:spPr>
              <a:xfrm>
                <a:off x="3974624" y="3612602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131F51-5312-599B-8465-E3BCCB14C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624" y="3612602"/>
                <a:ext cx="45448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8845F7-60CD-2936-66FB-3508E31534AF}"/>
                  </a:ext>
                </a:extLst>
              </p:cNvPr>
              <p:cNvSpPr txBox="1"/>
              <p:nvPr/>
            </p:nvSpPr>
            <p:spPr>
              <a:xfrm>
                <a:off x="4760783" y="2331326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8845F7-60CD-2936-66FB-3508E3153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783" y="2331326"/>
                <a:ext cx="454483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3DE379-1175-0C30-9955-78454CAF696E}"/>
                  </a:ext>
                </a:extLst>
              </p:cNvPr>
              <p:cNvSpPr txBox="1"/>
              <p:nvPr/>
            </p:nvSpPr>
            <p:spPr>
              <a:xfrm>
                <a:off x="4760783" y="2971964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3DE379-1175-0C30-9955-78454CAF6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783" y="2971964"/>
                <a:ext cx="45288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7AC33C-8FD8-3B23-0267-49A305C32CCF}"/>
                  </a:ext>
                </a:extLst>
              </p:cNvPr>
              <p:cNvSpPr txBox="1"/>
              <p:nvPr/>
            </p:nvSpPr>
            <p:spPr>
              <a:xfrm>
                <a:off x="4756038" y="3612602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7AC33C-8FD8-3B23-0267-49A305C32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038" y="3612602"/>
                <a:ext cx="45288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D03B480-D798-E7EC-3E68-EC01E2C4B12F}"/>
              </a:ext>
            </a:extLst>
          </p:cNvPr>
          <p:cNvSpPr txBox="1"/>
          <p:nvPr/>
        </p:nvSpPr>
        <p:spPr>
          <a:xfrm>
            <a:off x="2085065" y="4874859"/>
            <a:ext cx="7670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Attention Mechanism: weighted combination of values with similarity score as weights.</a:t>
            </a:r>
          </a:p>
          <a:p>
            <a:endParaRPr lang="en-US" dirty="0"/>
          </a:p>
          <a:p>
            <a:r>
              <a:rPr lang="en-US" dirty="0"/>
              <a:t>Do that for all queries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B31D1C-0A16-9F3F-1292-DC17A8FC745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88858" y="2466979"/>
            <a:ext cx="1590511" cy="336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4DD038-1BDF-DB66-D798-8BDF95C7A756}"/>
                  </a:ext>
                </a:extLst>
              </p:cNvPr>
              <p:cNvSpPr txBox="1"/>
              <p:nvPr/>
            </p:nvSpPr>
            <p:spPr>
              <a:xfrm>
                <a:off x="2636109" y="2029821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4DD038-1BDF-DB66-D798-8BDF95C7A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109" y="2029821"/>
                <a:ext cx="825739" cy="369332"/>
              </a:xfrm>
              <a:prstGeom prst="rect">
                <a:avLst/>
              </a:prstGeom>
              <a:blipFill>
                <a:blip r:embed="rId9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369D44-3AA8-A4A6-FE57-26B3903D990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253722" y="2597579"/>
            <a:ext cx="1725647" cy="543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E98F64-D8FE-8225-4AFD-4640A0CAF0D7}"/>
              </a:ext>
            </a:extLst>
          </p:cNvPr>
          <p:cNvCxnSpPr>
            <a:cxnSpLocks/>
          </p:cNvCxnSpPr>
          <p:nvPr/>
        </p:nvCxnSpPr>
        <p:spPr>
          <a:xfrm>
            <a:off x="2163142" y="2719800"/>
            <a:ext cx="1635128" cy="10164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04D5EC-2D19-0B5E-5124-FA3E97485C6E}"/>
                  </a:ext>
                </a:extLst>
              </p:cNvPr>
              <p:cNvSpPr txBox="1"/>
              <p:nvPr/>
            </p:nvSpPr>
            <p:spPr>
              <a:xfrm>
                <a:off x="2854829" y="2533007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04D5EC-2D19-0B5E-5124-FA3E97485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829" y="2533007"/>
                <a:ext cx="825739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AE4C53-C0AD-E1DE-4DD4-81D7D8EAB904}"/>
                  </a:ext>
                </a:extLst>
              </p:cNvPr>
              <p:cNvSpPr txBox="1"/>
              <p:nvPr/>
            </p:nvSpPr>
            <p:spPr>
              <a:xfrm>
                <a:off x="2567836" y="3354354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AE4C53-C0AD-E1DE-4DD4-81D7D8EAB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836" y="3354354"/>
                <a:ext cx="825739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D6AA4D5-F326-BE36-4CD2-172C1C774C0F}"/>
              </a:ext>
            </a:extLst>
          </p:cNvPr>
          <p:cNvCxnSpPr>
            <a:cxnSpLocks/>
          </p:cNvCxnSpPr>
          <p:nvPr/>
        </p:nvCxnSpPr>
        <p:spPr>
          <a:xfrm>
            <a:off x="5208919" y="2533007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D8A9DC-190D-0B85-E07D-25AA4D5CDA60}"/>
              </a:ext>
            </a:extLst>
          </p:cNvPr>
          <p:cNvCxnSpPr>
            <a:cxnSpLocks/>
          </p:cNvCxnSpPr>
          <p:nvPr/>
        </p:nvCxnSpPr>
        <p:spPr>
          <a:xfrm>
            <a:off x="5208919" y="3186288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C88F149-0E19-4E7D-71C8-44476F87B0B5}"/>
              </a:ext>
            </a:extLst>
          </p:cNvPr>
          <p:cNvCxnSpPr>
            <a:cxnSpLocks/>
          </p:cNvCxnSpPr>
          <p:nvPr/>
        </p:nvCxnSpPr>
        <p:spPr>
          <a:xfrm>
            <a:off x="5203095" y="3822097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F8D9B2-34C8-6162-1BA8-45E0915CF672}"/>
                  </a:ext>
                </a:extLst>
              </p:cNvPr>
              <p:cNvSpPr txBox="1"/>
              <p:nvPr/>
            </p:nvSpPr>
            <p:spPr>
              <a:xfrm>
                <a:off x="5111206" y="2065395"/>
                <a:ext cx="4913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F8D9B2-34C8-6162-1BA8-45E0915CF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206" y="2065395"/>
                <a:ext cx="491353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F96483E-0406-5B9C-6E7C-19965E8F6F8D}"/>
                  </a:ext>
                </a:extLst>
              </p:cNvPr>
              <p:cNvSpPr txBox="1"/>
              <p:nvPr/>
            </p:nvSpPr>
            <p:spPr>
              <a:xfrm>
                <a:off x="5119306" y="2835092"/>
                <a:ext cx="4913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F96483E-0406-5B9C-6E7C-19965E8F6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306" y="2835092"/>
                <a:ext cx="491352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99A8341-A995-BADC-B495-9D0B5543165D}"/>
                  </a:ext>
                </a:extLst>
              </p:cNvPr>
              <p:cNvSpPr txBox="1"/>
              <p:nvPr/>
            </p:nvSpPr>
            <p:spPr>
              <a:xfrm>
                <a:off x="5117031" y="3500219"/>
                <a:ext cx="4913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99A8341-A995-BADC-B495-9D0B55431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031" y="3500219"/>
                <a:ext cx="491353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AC277A-6C47-8FFB-8DDA-D734CBA4051D}"/>
                  </a:ext>
                </a:extLst>
              </p:cNvPr>
              <p:cNvSpPr txBox="1"/>
              <p:nvPr/>
            </p:nvSpPr>
            <p:spPr>
              <a:xfrm>
                <a:off x="7558342" y="2310873"/>
                <a:ext cx="2065822" cy="860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AC277A-6C47-8FFB-8DDA-D734CBA40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342" y="2310873"/>
                <a:ext cx="2065822" cy="86017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F58736-1E95-C3F0-BA03-883AA1C5BE91}"/>
                  </a:ext>
                </a:extLst>
              </p:cNvPr>
              <p:cNvSpPr txBox="1"/>
              <p:nvPr/>
            </p:nvSpPr>
            <p:spPr>
              <a:xfrm>
                <a:off x="1918622" y="3238217"/>
                <a:ext cx="487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F58736-1E95-C3F0-BA03-883AA1C5B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622" y="3238217"/>
                <a:ext cx="487569" cy="369332"/>
              </a:xfrm>
              <a:prstGeom prst="rect">
                <a:avLst/>
              </a:prstGeom>
              <a:blipFill>
                <a:blip r:embed="rId1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36E6AA-4A8C-3E5E-804E-C02A534644FD}"/>
                  </a:ext>
                </a:extLst>
              </p:cNvPr>
              <p:cNvSpPr txBox="1"/>
              <p:nvPr/>
            </p:nvSpPr>
            <p:spPr>
              <a:xfrm>
                <a:off x="1901289" y="4102631"/>
                <a:ext cx="615810" cy="394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36E6AA-4A8C-3E5E-804E-C02A53464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289" y="4102631"/>
                <a:ext cx="615810" cy="394210"/>
              </a:xfrm>
              <a:prstGeom prst="rect">
                <a:avLst/>
              </a:prstGeom>
              <a:blipFill>
                <a:blip r:embed="rId17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660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E467-9E76-81B3-BD0F-B2B24B49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E1422-FECA-D136-0CAC-6A0E071E30CD}"/>
                  </a:ext>
                </a:extLst>
              </p:cNvPr>
              <p:cNvSpPr txBox="1"/>
              <p:nvPr/>
            </p:nvSpPr>
            <p:spPr>
              <a:xfrm>
                <a:off x="1901289" y="2282313"/>
                <a:ext cx="487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E1422-FECA-D136-0CAC-6A0E071E3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289" y="2282313"/>
                <a:ext cx="487569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5A3F0F-280A-6ED9-EC38-B032C00A5502}"/>
                  </a:ext>
                </a:extLst>
              </p:cNvPr>
              <p:cNvSpPr txBox="1"/>
              <p:nvPr/>
            </p:nvSpPr>
            <p:spPr>
              <a:xfrm>
                <a:off x="3979369" y="2331326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5A3F0F-280A-6ED9-EC38-B032C00A5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69" y="2331326"/>
                <a:ext cx="45448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AAD336-A418-239D-99B8-89B213B1BD71}"/>
                  </a:ext>
                </a:extLst>
              </p:cNvPr>
              <p:cNvSpPr txBox="1"/>
              <p:nvPr/>
            </p:nvSpPr>
            <p:spPr>
              <a:xfrm>
                <a:off x="3979369" y="2971964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AAD336-A418-239D-99B8-89B213B1B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69" y="2971964"/>
                <a:ext cx="454483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131F51-5312-599B-8465-E3BCCB14CAAD}"/>
                  </a:ext>
                </a:extLst>
              </p:cNvPr>
              <p:cNvSpPr txBox="1"/>
              <p:nvPr/>
            </p:nvSpPr>
            <p:spPr>
              <a:xfrm>
                <a:off x="3974624" y="3612602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131F51-5312-599B-8465-E3BCCB14C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624" y="3612602"/>
                <a:ext cx="45448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8845F7-60CD-2936-66FB-3508E31534AF}"/>
                  </a:ext>
                </a:extLst>
              </p:cNvPr>
              <p:cNvSpPr txBox="1"/>
              <p:nvPr/>
            </p:nvSpPr>
            <p:spPr>
              <a:xfrm>
                <a:off x="4760783" y="2331326"/>
                <a:ext cx="4544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8845F7-60CD-2936-66FB-3508E3153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783" y="2331326"/>
                <a:ext cx="454483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3DE379-1175-0C30-9955-78454CAF696E}"/>
                  </a:ext>
                </a:extLst>
              </p:cNvPr>
              <p:cNvSpPr txBox="1"/>
              <p:nvPr/>
            </p:nvSpPr>
            <p:spPr>
              <a:xfrm>
                <a:off x="4760783" y="2971964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3DE379-1175-0C30-9955-78454CAF6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783" y="2971964"/>
                <a:ext cx="45288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7AC33C-8FD8-3B23-0267-49A305C32CCF}"/>
                  </a:ext>
                </a:extLst>
              </p:cNvPr>
              <p:cNvSpPr txBox="1"/>
              <p:nvPr/>
            </p:nvSpPr>
            <p:spPr>
              <a:xfrm>
                <a:off x="4756038" y="3612602"/>
                <a:ext cx="4528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7AC33C-8FD8-3B23-0267-49A305C32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038" y="3612602"/>
                <a:ext cx="45288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03B480-D798-E7EC-3E68-EC01E2C4B12F}"/>
                  </a:ext>
                </a:extLst>
              </p:cNvPr>
              <p:cNvSpPr txBox="1"/>
              <p:nvPr/>
            </p:nvSpPr>
            <p:spPr>
              <a:xfrm>
                <a:off x="2085065" y="4874859"/>
                <a:ext cx="767047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What are queries, keys, and values?</a:t>
                </a:r>
              </a:p>
              <a:p>
                <a:endParaRPr lang="en-US" dirty="0"/>
              </a:p>
              <a:p>
                <a:r>
                  <a:rPr lang="en-US" dirty="0"/>
                  <a:t>All three are simply the projection of the input sequence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03B480-D798-E7EC-3E68-EC01E2C4B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065" y="4874859"/>
                <a:ext cx="7670476" cy="923330"/>
              </a:xfrm>
              <a:prstGeom prst="rect">
                <a:avLst/>
              </a:prstGeom>
              <a:blipFill>
                <a:blip r:embed="rId9"/>
                <a:stretch>
                  <a:fillRect l="-636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B31D1C-0A16-9F3F-1292-DC17A8FC745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88858" y="2466979"/>
            <a:ext cx="1590511" cy="336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4DD038-1BDF-DB66-D798-8BDF95C7A756}"/>
                  </a:ext>
                </a:extLst>
              </p:cNvPr>
              <p:cNvSpPr txBox="1"/>
              <p:nvPr/>
            </p:nvSpPr>
            <p:spPr>
              <a:xfrm>
                <a:off x="2636109" y="2029821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4DD038-1BDF-DB66-D798-8BDF95C7A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109" y="2029821"/>
                <a:ext cx="825739" cy="369332"/>
              </a:xfrm>
              <a:prstGeom prst="rect">
                <a:avLst/>
              </a:prstGeom>
              <a:blipFill>
                <a:blip r:embed="rId10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369D44-3AA8-A4A6-FE57-26B3903D990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253722" y="2597579"/>
            <a:ext cx="1725647" cy="543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E98F64-D8FE-8225-4AFD-4640A0CAF0D7}"/>
              </a:ext>
            </a:extLst>
          </p:cNvPr>
          <p:cNvCxnSpPr>
            <a:cxnSpLocks/>
          </p:cNvCxnSpPr>
          <p:nvPr/>
        </p:nvCxnSpPr>
        <p:spPr>
          <a:xfrm>
            <a:off x="2163142" y="2719800"/>
            <a:ext cx="1635128" cy="10164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04D5EC-2D19-0B5E-5124-FA3E97485C6E}"/>
                  </a:ext>
                </a:extLst>
              </p:cNvPr>
              <p:cNvSpPr txBox="1"/>
              <p:nvPr/>
            </p:nvSpPr>
            <p:spPr>
              <a:xfrm>
                <a:off x="2854829" y="2533007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04D5EC-2D19-0B5E-5124-FA3E97485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829" y="2533007"/>
                <a:ext cx="825739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AE4C53-C0AD-E1DE-4DD4-81D7D8EAB904}"/>
                  </a:ext>
                </a:extLst>
              </p:cNvPr>
              <p:cNvSpPr txBox="1"/>
              <p:nvPr/>
            </p:nvSpPr>
            <p:spPr>
              <a:xfrm>
                <a:off x="2567836" y="3354354"/>
                <a:ext cx="825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AE4C53-C0AD-E1DE-4DD4-81D7D8EAB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836" y="3354354"/>
                <a:ext cx="825739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D6AA4D5-F326-BE36-4CD2-172C1C774C0F}"/>
              </a:ext>
            </a:extLst>
          </p:cNvPr>
          <p:cNvCxnSpPr>
            <a:cxnSpLocks/>
          </p:cNvCxnSpPr>
          <p:nvPr/>
        </p:nvCxnSpPr>
        <p:spPr>
          <a:xfrm>
            <a:off x="5208919" y="2533007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D8A9DC-190D-0B85-E07D-25AA4D5CDA60}"/>
              </a:ext>
            </a:extLst>
          </p:cNvPr>
          <p:cNvCxnSpPr>
            <a:cxnSpLocks/>
          </p:cNvCxnSpPr>
          <p:nvPr/>
        </p:nvCxnSpPr>
        <p:spPr>
          <a:xfrm>
            <a:off x="5208919" y="3186288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C88F149-0E19-4E7D-71C8-44476F87B0B5}"/>
              </a:ext>
            </a:extLst>
          </p:cNvPr>
          <p:cNvCxnSpPr>
            <a:cxnSpLocks/>
          </p:cNvCxnSpPr>
          <p:nvPr/>
        </p:nvCxnSpPr>
        <p:spPr>
          <a:xfrm>
            <a:off x="5203095" y="3822097"/>
            <a:ext cx="4405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F8D9B2-34C8-6162-1BA8-45E0915CF672}"/>
                  </a:ext>
                </a:extLst>
              </p:cNvPr>
              <p:cNvSpPr txBox="1"/>
              <p:nvPr/>
            </p:nvSpPr>
            <p:spPr>
              <a:xfrm>
                <a:off x="5111206" y="2065395"/>
                <a:ext cx="4913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F8D9B2-34C8-6162-1BA8-45E0915CF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206" y="2065395"/>
                <a:ext cx="491353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F96483E-0406-5B9C-6E7C-19965E8F6F8D}"/>
                  </a:ext>
                </a:extLst>
              </p:cNvPr>
              <p:cNvSpPr txBox="1"/>
              <p:nvPr/>
            </p:nvSpPr>
            <p:spPr>
              <a:xfrm>
                <a:off x="5119306" y="2835092"/>
                <a:ext cx="4913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F96483E-0406-5B9C-6E7C-19965E8F6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306" y="2835092"/>
                <a:ext cx="491352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99A8341-A995-BADC-B495-9D0B5543165D}"/>
                  </a:ext>
                </a:extLst>
              </p:cNvPr>
              <p:cNvSpPr txBox="1"/>
              <p:nvPr/>
            </p:nvSpPr>
            <p:spPr>
              <a:xfrm>
                <a:off x="5117031" y="3500219"/>
                <a:ext cx="4913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99A8341-A995-BADC-B495-9D0B55431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031" y="3500219"/>
                <a:ext cx="491353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AC277A-6C47-8FFB-8DDA-D734CBA4051D}"/>
                  </a:ext>
                </a:extLst>
              </p:cNvPr>
              <p:cNvSpPr txBox="1"/>
              <p:nvPr/>
            </p:nvSpPr>
            <p:spPr>
              <a:xfrm>
                <a:off x="7558342" y="2310873"/>
                <a:ext cx="2065822" cy="860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AC277A-6C47-8FFB-8DDA-D734CBA40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342" y="2310873"/>
                <a:ext cx="2065822" cy="86017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F58736-1E95-C3F0-BA03-883AA1C5BE91}"/>
                  </a:ext>
                </a:extLst>
              </p:cNvPr>
              <p:cNvSpPr txBox="1"/>
              <p:nvPr/>
            </p:nvSpPr>
            <p:spPr>
              <a:xfrm>
                <a:off x="1918622" y="3238217"/>
                <a:ext cx="487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F58736-1E95-C3F0-BA03-883AA1C5B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622" y="3238217"/>
                <a:ext cx="487569" cy="369332"/>
              </a:xfrm>
              <a:prstGeom prst="rect">
                <a:avLst/>
              </a:prstGeom>
              <a:blipFill>
                <a:blip r:embed="rId1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36E6AA-4A8C-3E5E-804E-C02A534644FD}"/>
                  </a:ext>
                </a:extLst>
              </p:cNvPr>
              <p:cNvSpPr txBox="1"/>
              <p:nvPr/>
            </p:nvSpPr>
            <p:spPr>
              <a:xfrm>
                <a:off x="1901289" y="4102631"/>
                <a:ext cx="615810" cy="394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36E6AA-4A8C-3E5E-804E-C02A53464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289" y="4102631"/>
                <a:ext cx="615810" cy="394210"/>
              </a:xfrm>
              <a:prstGeom prst="rect">
                <a:avLst/>
              </a:prstGeom>
              <a:blipFill>
                <a:blip r:embed="rId18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99026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02C03-C40B-8975-C306-7061B9D8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Multi-Headed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F7E5DD-9DD2-0D45-A838-D5CDFDE5C5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Instead of single attention, perform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attention computations</a:t>
                </a:r>
              </a:p>
              <a:p>
                <a:endParaRPr lang="en-US" dirty="0"/>
              </a:p>
              <a:p>
                <a:r>
                  <a:rPr lang="en-US" dirty="0"/>
                  <a:t>Assuming dimension of embeddings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(also called </a:t>
                </a:r>
                <a:r>
                  <a:rPr lang="en-US" b="1" dirty="0"/>
                  <a:t>model dimension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Project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∈{1,2,…,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𝐴𝑡𝑡𝑒𝑛𝑡𝑖𝑜𝑛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𝐶𝑜𝑛𝑐𝑎𝑡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F7E5DD-9DD2-0D45-A838-D5CDFDE5C5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5105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02C03-C40B-8975-C306-7061B9D8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Multi-Headed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F7E5DD-9DD2-0D45-A838-D5CDFDE5C5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Instead of single attention, perform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attention computations</a:t>
                </a:r>
              </a:p>
              <a:p>
                <a:endParaRPr lang="en-US" dirty="0"/>
              </a:p>
              <a:p>
                <a:r>
                  <a:rPr lang="en-US" dirty="0"/>
                  <a:t>Assuming dimension of embeddings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(also called </a:t>
                </a:r>
                <a:r>
                  <a:rPr lang="en-US" b="1" dirty="0"/>
                  <a:t>model dimension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Project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using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∈{1,2,…,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𝐴𝑡𝑡𝑒𝑛𝑡𝑖𝑜𝑛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𝐶𝑜𝑛𝑐𝑎𝑡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F7E5DD-9DD2-0D45-A838-D5CDFDE5C5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90933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9C1BD-2CE1-E5D7-9613-D0B5A6FE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Multi-Headed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F6FD43-6467-213C-C6F2-6FC2FC2714F8}"/>
              </a:ext>
            </a:extLst>
          </p:cNvPr>
          <p:cNvSpPr/>
          <p:nvPr/>
        </p:nvSpPr>
        <p:spPr>
          <a:xfrm>
            <a:off x="838200" y="1969660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450B63-69A3-23BE-6D64-673E62CDAB45}"/>
              </a:ext>
            </a:extLst>
          </p:cNvPr>
          <p:cNvCxnSpPr/>
          <p:nvPr/>
        </p:nvCxnSpPr>
        <p:spPr>
          <a:xfrm>
            <a:off x="1043765" y="223716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E35215-B463-6EE8-2CFB-A79ED4FF5467}"/>
              </a:ext>
            </a:extLst>
          </p:cNvPr>
          <p:cNvCxnSpPr/>
          <p:nvPr/>
        </p:nvCxnSpPr>
        <p:spPr>
          <a:xfrm>
            <a:off x="1043765" y="247994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DD0026-132E-831C-2BD6-79B29A1B0BEF}"/>
              </a:ext>
            </a:extLst>
          </p:cNvPr>
          <p:cNvCxnSpPr/>
          <p:nvPr/>
        </p:nvCxnSpPr>
        <p:spPr>
          <a:xfrm>
            <a:off x="1043765" y="276525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828A2-8CAE-BBF1-09A9-F1850E1D59EB}"/>
              </a:ext>
            </a:extLst>
          </p:cNvPr>
          <p:cNvCxnSpPr/>
          <p:nvPr/>
        </p:nvCxnSpPr>
        <p:spPr>
          <a:xfrm>
            <a:off x="1043765" y="402521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B46169-BAC1-5C75-AF7A-EF49C7C0C1F7}"/>
                  </a:ext>
                </a:extLst>
              </p:cNvPr>
              <p:cNvSpPr txBox="1"/>
              <p:nvPr/>
            </p:nvSpPr>
            <p:spPr>
              <a:xfrm>
                <a:off x="2003328" y="1893121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B46169-BAC1-5C75-AF7A-EF49C7C0C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328" y="1893121"/>
                <a:ext cx="428130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E1594B-0D6A-E17F-AA25-B363A036525C}"/>
                  </a:ext>
                </a:extLst>
              </p:cNvPr>
              <p:cNvSpPr txBox="1"/>
              <p:nvPr/>
            </p:nvSpPr>
            <p:spPr>
              <a:xfrm>
                <a:off x="2003328" y="2172986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E1594B-0D6A-E17F-AA25-B363A0365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328" y="2172986"/>
                <a:ext cx="432874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56AB53-2D3F-99EB-AD34-C380576BE1D2}"/>
                  </a:ext>
                </a:extLst>
              </p:cNvPr>
              <p:cNvSpPr txBox="1"/>
              <p:nvPr/>
            </p:nvSpPr>
            <p:spPr>
              <a:xfrm>
                <a:off x="2000667" y="243350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56AB53-2D3F-99EB-AD34-C380576BE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667" y="2433502"/>
                <a:ext cx="432874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DC6A0DF-1DD8-5799-2F11-292408DDB1E5}"/>
              </a:ext>
            </a:extLst>
          </p:cNvPr>
          <p:cNvSpPr/>
          <p:nvPr/>
        </p:nvSpPr>
        <p:spPr>
          <a:xfrm>
            <a:off x="4399919" y="1969659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D62981-CE14-CE82-F27D-7207204C7B28}"/>
                  </a:ext>
                </a:extLst>
              </p:cNvPr>
              <p:cNvSpPr txBox="1"/>
              <p:nvPr/>
            </p:nvSpPr>
            <p:spPr>
              <a:xfrm>
                <a:off x="1374627" y="4609539"/>
                <a:ext cx="1344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D62981-CE14-CE82-F27D-7207204C7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627" y="4609539"/>
                <a:ext cx="134435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5F41EB-75A6-FAB7-BCE7-9AA31AF01A22}"/>
                  </a:ext>
                </a:extLst>
              </p:cNvPr>
              <p:cNvSpPr txBox="1"/>
              <p:nvPr/>
            </p:nvSpPr>
            <p:spPr>
              <a:xfrm>
                <a:off x="5239128" y="4609539"/>
                <a:ext cx="1344350" cy="423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5F41EB-75A6-FAB7-BCE7-9AA31AF01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128" y="4609539"/>
                <a:ext cx="1344350" cy="423706"/>
              </a:xfrm>
              <a:prstGeom prst="rect">
                <a:avLst/>
              </a:prstGeom>
              <a:blipFill>
                <a:blip r:embed="rId6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46EBDD8-7E06-6AD2-B9A0-84369495620E}"/>
              </a:ext>
            </a:extLst>
          </p:cNvPr>
          <p:cNvSpPr txBox="1"/>
          <p:nvPr/>
        </p:nvSpPr>
        <p:spPr>
          <a:xfrm>
            <a:off x="3869368" y="2830765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3B35EE-2420-4CB3-C135-FD1AD3541D18}"/>
              </a:ext>
            </a:extLst>
          </p:cNvPr>
          <p:cNvSpPr/>
          <p:nvPr/>
        </p:nvSpPr>
        <p:spPr>
          <a:xfrm>
            <a:off x="8666953" y="1969659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5EAB203-4536-8ABC-3DF3-C126F865ACA2}"/>
              </a:ext>
            </a:extLst>
          </p:cNvPr>
          <p:cNvCxnSpPr/>
          <p:nvPr/>
        </p:nvCxnSpPr>
        <p:spPr>
          <a:xfrm>
            <a:off x="8872518" y="223716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887D67-2304-2535-4696-1C93DE192333}"/>
              </a:ext>
            </a:extLst>
          </p:cNvPr>
          <p:cNvCxnSpPr/>
          <p:nvPr/>
        </p:nvCxnSpPr>
        <p:spPr>
          <a:xfrm>
            <a:off x="8872518" y="247994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BF11A59-BD28-6560-9E52-C9D3530EAC16}"/>
              </a:ext>
            </a:extLst>
          </p:cNvPr>
          <p:cNvCxnSpPr/>
          <p:nvPr/>
        </p:nvCxnSpPr>
        <p:spPr>
          <a:xfrm>
            <a:off x="8872518" y="276525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B51D97-EEEC-98B2-A414-8D0E9D515210}"/>
              </a:ext>
            </a:extLst>
          </p:cNvPr>
          <p:cNvCxnSpPr/>
          <p:nvPr/>
        </p:nvCxnSpPr>
        <p:spPr>
          <a:xfrm>
            <a:off x="8872518" y="402521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C4BA4D-D07A-2749-46A2-61159BBB1A8C}"/>
                  </a:ext>
                </a:extLst>
              </p:cNvPr>
              <p:cNvSpPr txBox="1"/>
              <p:nvPr/>
            </p:nvSpPr>
            <p:spPr>
              <a:xfrm>
                <a:off x="9832081" y="1893120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C4BA4D-D07A-2749-46A2-61159BBB1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2081" y="1893120"/>
                <a:ext cx="428130" cy="338554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281CA9-D5F6-BB1F-E2DD-928AB194E986}"/>
                  </a:ext>
                </a:extLst>
              </p:cNvPr>
              <p:cNvSpPr txBox="1"/>
              <p:nvPr/>
            </p:nvSpPr>
            <p:spPr>
              <a:xfrm>
                <a:off x="9832081" y="2172985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281CA9-D5F6-BB1F-E2DD-928AB194E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2081" y="2172985"/>
                <a:ext cx="432874" cy="338554"/>
              </a:xfrm>
              <a:prstGeom prst="rect">
                <a:avLst/>
              </a:prstGeom>
              <a:blipFill>
                <a:blip r:embed="rId8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B6F6E0-0024-A43F-B03C-EB326329B480}"/>
                  </a:ext>
                </a:extLst>
              </p:cNvPr>
              <p:cNvSpPr txBox="1"/>
              <p:nvPr/>
            </p:nvSpPr>
            <p:spPr>
              <a:xfrm>
                <a:off x="9829420" y="2433501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B6F6E0-0024-A43F-B03C-EB326329B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420" y="2433501"/>
                <a:ext cx="432874" cy="338554"/>
              </a:xfrm>
              <a:prstGeom prst="rect">
                <a:avLst/>
              </a:prstGeom>
              <a:blipFill>
                <a:blip r:embed="rId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0CF2C3-B4F8-0961-CC14-1FC657C60F1C}"/>
                  </a:ext>
                </a:extLst>
              </p:cNvPr>
              <p:cNvSpPr txBox="1"/>
              <p:nvPr/>
            </p:nvSpPr>
            <p:spPr>
              <a:xfrm>
                <a:off x="9654691" y="4582352"/>
                <a:ext cx="1344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0CF2C3-B4F8-0961-CC14-1FC657C60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691" y="4582352"/>
                <a:ext cx="1344350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A71E22A-24A5-296F-A5FC-E302BA438522}"/>
              </a:ext>
            </a:extLst>
          </p:cNvPr>
          <p:cNvSpPr txBox="1"/>
          <p:nvPr/>
        </p:nvSpPr>
        <p:spPr>
          <a:xfrm>
            <a:off x="7847435" y="2830765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FAF17CD-2492-C172-A174-F125BA38AFE2}"/>
                  </a:ext>
                </a:extLst>
              </p:cNvPr>
              <p:cNvSpPr txBox="1"/>
              <p:nvPr/>
            </p:nvSpPr>
            <p:spPr>
              <a:xfrm>
                <a:off x="3209483" y="5328954"/>
                <a:ext cx="56135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={1,2,…,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FAF17CD-2492-C172-A174-F125BA38A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483" y="5328954"/>
                <a:ext cx="5613569" cy="369332"/>
              </a:xfrm>
              <a:prstGeom prst="rect">
                <a:avLst/>
              </a:prstGeom>
              <a:blipFill>
                <a:blip r:embed="rId11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0A8268-F886-6C47-6DA1-C27A4A25313B}"/>
                  </a:ext>
                </a:extLst>
              </p:cNvPr>
              <p:cNvSpPr txBox="1"/>
              <p:nvPr/>
            </p:nvSpPr>
            <p:spPr>
              <a:xfrm>
                <a:off x="1943760" y="1450828"/>
                <a:ext cx="5401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0A8268-F886-6C47-6DA1-C27A4A253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760" y="1450828"/>
                <a:ext cx="54014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21ABC2-52FD-1792-57B8-05E16222E9A0}"/>
                  </a:ext>
                </a:extLst>
              </p:cNvPr>
              <p:cNvSpPr txBox="1"/>
              <p:nvPr/>
            </p:nvSpPr>
            <p:spPr>
              <a:xfrm>
                <a:off x="187357" y="300326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21ABC2-52FD-1792-57B8-05E16222E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57" y="3003269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5B9ED9-6005-3DB9-B53E-96B6E10C292B}"/>
                  </a:ext>
                </a:extLst>
              </p:cNvPr>
              <p:cNvSpPr txBox="1"/>
              <p:nvPr/>
            </p:nvSpPr>
            <p:spPr>
              <a:xfrm>
                <a:off x="7307287" y="2956060"/>
                <a:ext cx="5401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5B9ED9-6005-3DB9-B53E-96B6E10C2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287" y="2956060"/>
                <a:ext cx="54014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987559-83DF-C129-A862-E87764300739}"/>
                  </a:ext>
                </a:extLst>
              </p:cNvPr>
              <p:cNvSpPr txBox="1"/>
              <p:nvPr/>
            </p:nvSpPr>
            <p:spPr>
              <a:xfrm>
                <a:off x="5476119" y="1523788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987559-83DF-C129-A862-E87764300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119" y="1523788"/>
                <a:ext cx="48769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5DE907-7B99-D397-DC56-D0C91EB65ADB}"/>
                  </a:ext>
                </a:extLst>
              </p:cNvPr>
              <p:cNvSpPr txBox="1"/>
              <p:nvPr/>
            </p:nvSpPr>
            <p:spPr>
              <a:xfrm>
                <a:off x="9832637" y="1492131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5DE907-7B99-D397-DC56-D0C91EB65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2637" y="1492131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2E75AB7-A708-35F6-2158-55B3DBFCF28E}"/>
                  </a:ext>
                </a:extLst>
              </p:cNvPr>
              <p:cNvSpPr txBox="1"/>
              <p:nvPr/>
            </p:nvSpPr>
            <p:spPr>
              <a:xfrm>
                <a:off x="8217870" y="2923098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2E75AB7-A708-35F6-2158-55B3DBFCF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870" y="2923098"/>
                <a:ext cx="36574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84942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9C1BD-2CE1-E5D7-9613-D0B5A6FE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Multi-Headed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F6FD43-6467-213C-C6F2-6FC2FC2714F8}"/>
              </a:ext>
            </a:extLst>
          </p:cNvPr>
          <p:cNvSpPr/>
          <p:nvPr/>
        </p:nvSpPr>
        <p:spPr>
          <a:xfrm>
            <a:off x="838200" y="1969660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450B63-69A3-23BE-6D64-673E62CDAB45}"/>
              </a:ext>
            </a:extLst>
          </p:cNvPr>
          <p:cNvCxnSpPr/>
          <p:nvPr/>
        </p:nvCxnSpPr>
        <p:spPr>
          <a:xfrm>
            <a:off x="1043765" y="223716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E35215-B463-6EE8-2CFB-A79ED4FF5467}"/>
              </a:ext>
            </a:extLst>
          </p:cNvPr>
          <p:cNvCxnSpPr/>
          <p:nvPr/>
        </p:nvCxnSpPr>
        <p:spPr>
          <a:xfrm>
            <a:off x="1043765" y="247994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DD0026-132E-831C-2BD6-79B29A1B0BEF}"/>
              </a:ext>
            </a:extLst>
          </p:cNvPr>
          <p:cNvCxnSpPr/>
          <p:nvPr/>
        </p:nvCxnSpPr>
        <p:spPr>
          <a:xfrm>
            <a:off x="1043765" y="276525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828A2-8CAE-BBF1-09A9-F1850E1D59EB}"/>
              </a:ext>
            </a:extLst>
          </p:cNvPr>
          <p:cNvCxnSpPr/>
          <p:nvPr/>
        </p:nvCxnSpPr>
        <p:spPr>
          <a:xfrm>
            <a:off x="1043765" y="402521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B46169-BAC1-5C75-AF7A-EF49C7C0C1F7}"/>
                  </a:ext>
                </a:extLst>
              </p:cNvPr>
              <p:cNvSpPr txBox="1"/>
              <p:nvPr/>
            </p:nvSpPr>
            <p:spPr>
              <a:xfrm>
                <a:off x="2003328" y="1893121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B46169-BAC1-5C75-AF7A-EF49C7C0C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328" y="1893121"/>
                <a:ext cx="428130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E1594B-0D6A-E17F-AA25-B363A036525C}"/>
                  </a:ext>
                </a:extLst>
              </p:cNvPr>
              <p:cNvSpPr txBox="1"/>
              <p:nvPr/>
            </p:nvSpPr>
            <p:spPr>
              <a:xfrm>
                <a:off x="2003328" y="2172986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E1594B-0D6A-E17F-AA25-B363A0365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328" y="2172986"/>
                <a:ext cx="432874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56AB53-2D3F-99EB-AD34-C380576BE1D2}"/>
                  </a:ext>
                </a:extLst>
              </p:cNvPr>
              <p:cNvSpPr txBox="1"/>
              <p:nvPr/>
            </p:nvSpPr>
            <p:spPr>
              <a:xfrm>
                <a:off x="2000667" y="243350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56AB53-2D3F-99EB-AD34-C380576BE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667" y="2433502"/>
                <a:ext cx="432874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DC6A0DF-1DD8-5799-2F11-292408DDB1E5}"/>
              </a:ext>
            </a:extLst>
          </p:cNvPr>
          <p:cNvSpPr/>
          <p:nvPr/>
        </p:nvSpPr>
        <p:spPr>
          <a:xfrm>
            <a:off x="4399919" y="1969659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D62981-CE14-CE82-F27D-7207204C7B28}"/>
                  </a:ext>
                </a:extLst>
              </p:cNvPr>
              <p:cNvSpPr txBox="1"/>
              <p:nvPr/>
            </p:nvSpPr>
            <p:spPr>
              <a:xfrm>
                <a:off x="1374627" y="4609539"/>
                <a:ext cx="1344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D62981-CE14-CE82-F27D-7207204C7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627" y="4609539"/>
                <a:ext cx="134435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5F41EB-75A6-FAB7-BCE7-9AA31AF01A22}"/>
                  </a:ext>
                </a:extLst>
              </p:cNvPr>
              <p:cNvSpPr txBox="1"/>
              <p:nvPr/>
            </p:nvSpPr>
            <p:spPr>
              <a:xfrm>
                <a:off x="5239128" y="4609539"/>
                <a:ext cx="1344350" cy="384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5F41EB-75A6-FAB7-BCE7-9AA31AF01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128" y="4609539"/>
                <a:ext cx="1344350" cy="384464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46EBDD8-7E06-6AD2-B9A0-84369495620E}"/>
              </a:ext>
            </a:extLst>
          </p:cNvPr>
          <p:cNvSpPr txBox="1"/>
          <p:nvPr/>
        </p:nvSpPr>
        <p:spPr>
          <a:xfrm>
            <a:off x="3869368" y="2830765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3B35EE-2420-4CB3-C135-FD1AD3541D18}"/>
              </a:ext>
            </a:extLst>
          </p:cNvPr>
          <p:cNvSpPr/>
          <p:nvPr/>
        </p:nvSpPr>
        <p:spPr>
          <a:xfrm>
            <a:off x="8666953" y="1969659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5EAB203-4536-8ABC-3DF3-C126F865ACA2}"/>
              </a:ext>
            </a:extLst>
          </p:cNvPr>
          <p:cNvCxnSpPr/>
          <p:nvPr/>
        </p:nvCxnSpPr>
        <p:spPr>
          <a:xfrm>
            <a:off x="8872518" y="223716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887D67-2304-2535-4696-1C93DE192333}"/>
              </a:ext>
            </a:extLst>
          </p:cNvPr>
          <p:cNvCxnSpPr/>
          <p:nvPr/>
        </p:nvCxnSpPr>
        <p:spPr>
          <a:xfrm>
            <a:off x="8872518" y="247994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BF11A59-BD28-6560-9E52-C9D3530EAC16}"/>
              </a:ext>
            </a:extLst>
          </p:cNvPr>
          <p:cNvCxnSpPr/>
          <p:nvPr/>
        </p:nvCxnSpPr>
        <p:spPr>
          <a:xfrm>
            <a:off x="8872518" y="276525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B51D97-EEEC-98B2-A414-8D0E9D515210}"/>
              </a:ext>
            </a:extLst>
          </p:cNvPr>
          <p:cNvCxnSpPr/>
          <p:nvPr/>
        </p:nvCxnSpPr>
        <p:spPr>
          <a:xfrm>
            <a:off x="8872518" y="402521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C4BA4D-D07A-2749-46A2-61159BBB1A8C}"/>
                  </a:ext>
                </a:extLst>
              </p:cNvPr>
              <p:cNvSpPr txBox="1"/>
              <p:nvPr/>
            </p:nvSpPr>
            <p:spPr>
              <a:xfrm>
                <a:off x="9832081" y="1893120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C4BA4D-D07A-2749-46A2-61159BBB1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2081" y="1893120"/>
                <a:ext cx="43531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281CA9-D5F6-BB1F-E2DD-928AB194E986}"/>
                  </a:ext>
                </a:extLst>
              </p:cNvPr>
              <p:cNvSpPr txBox="1"/>
              <p:nvPr/>
            </p:nvSpPr>
            <p:spPr>
              <a:xfrm>
                <a:off x="9838137" y="2172985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281CA9-D5F6-BB1F-E2DD-928AB194E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137" y="2172985"/>
                <a:ext cx="440056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B6F6E0-0024-A43F-B03C-EB326329B480}"/>
                  </a:ext>
                </a:extLst>
              </p:cNvPr>
              <p:cNvSpPr txBox="1"/>
              <p:nvPr/>
            </p:nvSpPr>
            <p:spPr>
              <a:xfrm>
                <a:off x="9829420" y="2433501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B6F6E0-0024-A43F-B03C-EB326329B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420" y="2433501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0CF2C3-B4F8-0961-CC14-1FC657C60F1C}"/>
                  </a:ext>
                </a:extLst>
              </p:cNvPr>
              <p:cNvSpPr txBox="1"/>
              <p:nvPr/>
            </p:nvSpPr>
            <p:spPr>
              <a:xfrm>
                <a:off x="9654691" y="4582352"/>
                <a:ext cx="1344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0CF2C3-B4F8-0961-CC14-1FC657C60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691" y="4582352"/>
                <a:ext cx="134435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A71E22A-24A5-296F-A5FC-E302BA438522}"/>
              </a:ext>
            </a:extLst>
          </p:cNvPr>
          <p:cNvSpPr txBox="1"/>
          <p:nvPr/>
        </p:nvSpPr>
        <p:spPr>
          <a:xfrm>
            <a:off x="7847435" y="2830765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FAF17CD-2492-C172-A174-F125BA38AFE2}"/>
                  </a:ext>
                </a:extLst>
              </p:cNvPr>
              <p:cNvSpPr txBox="1"/>
              <p:nvPr/>
            </p:nvSpPr>
            <p:spPr>
              <a:xfrm>
                <a:off x="3209483" y="5328954"/>
                <a:ext cx="56135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={1,2,…,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FAF17CD-2492-C172-A174-F125BA38A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483" y="5328954"/>
                <a:ext cx="5613569" cy="369332"/>
              </a:xfrm>
              <a:prstGeom prst="rect">
                <a:avLst/>
              </a:prstGeom>
              <a:blipFill>
                <a:blip r:embed="rId11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BE0C56-D499-A1BD-F7B5-1529C7D141BC}"/>
                  </a:ext>
                </a:extLst>
              </p:cNvPr>
              <p:cNvSpPr txBox="1"/>
              <p:nvPr/>
            </p:nvSpPr>
            <p:spPr>
              <a:xfrm>
                <a:off x="9368058" y="5698286"/>
                <a:ext cx="22829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Transpose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to use in attention mechanism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BE0C56-D499-A1BD-F7B5-1529C7D14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8058" y="5698286"/>
                <a:ext cx="2282972" cy="646331"/>
              </a:xfrm>
              <a:prstGeom prst="rect">
                <a:avLst/>
              </a:prstGeom>
              <a:blipFill>
                <a:blip r:embed="rId12"/>
                <a:stretch>
                  <a:fillRect l="-2406" t="-5660" r="-26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6A45BE-FFE7-7FAF-0DCD-2BA581ED39F0}"/>
                  </a:ext>
                </a:extLst>
              </p:cNvPr>
              <p:cNvSpPr txBox="1"/>
              <p:nvPr/>
            </p:nvSpPr>
            <p:spPr>
              <a:xfrm>
                <a:off x="1943760" y="1450828"/>
                <a:ext cx="5401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6A45BE-FFE7-7FAF-0DCD-2BA581ED3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760" y="1450828"/>
                <a:ext cx="54014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9818E53-F898-CF1C-3E4F-8574A8E3A635}"/>
                  </a:ext>
                </a:extLst>
              </p:cNvPr>
              <p:cNvSpPr txBox="1"/>
              <p:nvPr/>
            </p:nvSpPr>
            <p:spPr>
              <a:xfrm>
                <a:off x="187357" y="300326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9818E53-F898-CF1C-3E4F-8574A8E3A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57" y="3003269"/>
                <a:ext cx="3657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F170E21-FAD8-9BB9-E980-72381ED09728}"/>
                  </a:ext>
                </a:extLst>
              </p:cNvPr>
              <p:cNvSpPr txBox="1"/>
              <p:nvPr/>
            </p:nvSpPr>
            <p:spPr>
              <a:xfrm>
                <a:off x="7307287" y="2956060"/>
                <a:ext cx="5401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F170E21-FAD8-9BB9-E980-72381ED09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287" y="2956060"/>
                <a:ext cx="54014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EED791-BE0B-B553-C7B8-BC659D0E3889}"/>
                  </a:ext>
                </a:extLst>
              </p:cNvPr>
              <p:cNvSpPr txBox="1"/>
              <p:nvPr/>
            </p:nvSpPr>
            <p:spPr>
              <a:xfrm>
                <a:off x="5476119" y="1523788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EED791-BE0B-B553-C7B8-BC659D0E3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119" y="1523788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6C755F-DC3A-D331-71C7-D9996CD99743}"/>
                  </a:ext>
                </a:extLst>
              </p:cNvPr>
              <p:cNvSpPr txBox="1"/>
              <p:nvPr/>
            </p:nvSpPr>
            <p:spPr>
              <a:xfrm>
                <a:off x="9832637" y="1492131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6C755F-DC3A-D331-71C7-D9996CD99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2637" y="1492131"/>
                <a:ext cx="48769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ABF04DA-C078-16B4-5F1C-2CF644CC971F}"/>
                  </a:ext>
                </a:extLst>
              </p:cNvPr>
              <p:cNvSpPr txBox="1"/>
              <p:nvPr/>
            </p:nvSpPr>
            <p:spPr>
              <a:xfrm>
                <a:off x="8217870" y="2923098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ABF04DA-C078-16B4-5F1C-2CF644CC9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870" y="2923098"/>
                <a:ext cx="36574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7679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9C1BD-2CE1-E5D7-9613-D0B5A6FE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Multi-Headed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F6FD43-6467-213C-C6F2-6FC2FC2714F8}"/>
              </a:ext>
            </a:extLst>
          </p:cNvPr>
          <p:cNvSpPr/>
          <p:nvPr/>
        </p:nvSpPr>
        <p:spPr>
          <a:xfrm>
            <a:off x="838200" y="1969660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450B63-69A3-23BE-6D64-673E62CDAB45}"/>
              </a:ext>
            </a:extLst>
          </p:cNvPr>
          <p:cNvCxnSpPr/>
          <p:nvPr/>
        </p:nvCxnSpPr>
        <p:spPr>
          <a:xfrm>
            <a:off x="1043765" y="223716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E35215-B463-6EE8-2CFB-A79ED4FF5467}"/>
              </a:ext>
            </a:extLst>
          </p:cNvPr>
          <p:cNvCxnSpPr/>
          <p:nvPr/>
        </p:nvCxnSpPr>
        <p:spPr>
          <a:xfrm>
            <a:off x="1043765" y="247994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DD0026-132E-831C-2BD6-79B29A1B0BEF}"/>
              </a:ext>
            </a:extLst>
          </p:cNvPr>
          <p:cNvCxnSpPr/>
          <p:nvPr/>
        </p:nvCxnSpPr>
        <p:spPr>
          <a:xfrm>
            <a:off x="1043765" y="276525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828A2-8CAE-BBF1-09A9-F1850E1D59EB}"/>
              </a:ext>
            </a:extLst>
          </p:cNvPr>
          <p:cNvCxnSpPr/>
          <p:nvPr/>
        </p:nvCxnSpPr>
        <p:spPr>
          <a:xfrm>
            <a:off x="1043765" y="402521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B46169-BAC1-5C75-AF7A-EF49C7C0C1F7}"/>
                  </a:ext>
                </a:extLst>
              </p:cNvPr>
              <p:cNvSpPr txBox="1"/>
              <p:nvPr/>
            </p:nvSpPr>
            <p:spPr>
              <a:xfrm>
                <a:off x="2003328" y="1893121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B46169-BAC1-5C75-AF7A-EF49C7C0C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328" y="1893121"/>
                <a:ext cx="428130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E1594B-0D6A-E17F-AA25-B363A036525C}"/>
                  </a:ext>
                </a:extLst>
              </p:cNvPr>
              <p:cNvSpPr txBox="1"/>
              <p:nvPr/>
            </p:nvSpPr>
            <p:spPr>
              <a:xfrm>
                <a:off x="2003328" y="2172986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E1594B-0D6A-E17F-AA25-B363A0365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328" y="2172986"/>
                <a:ext cx="432874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56AB53-2D3F-99EB-AD34-C380576BE1D2}"/>
                  </a:ext>
                </a:extLst>
              </p:cNvPr>
              <p:cNvSpPr txBox="1"/>
              <p:nvPr/>
            </p:nvSpPr>
            <p:spPr>
              <a:xfrm>
                <a:off x="2000667" y="243350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56AB53-2D3F-99EB-AD34-C380576BE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667" y="2433502"/>
                <a:ext cx="432874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DC6A0DF-1DD8-5799-2F11-292408DDB1E5}"/>
              </a:ext>
            </a:extLst>
          </p:cNvPr>
          <p:cNvSpPr/>
          <p:nvPr/>
        </p:nvSpPr>
        <p:spPr>
          <a:xfrm>
            <a:off x="4399919" y="1969659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D62981-CE14-CE82-F27D-7207204C7B28}"/>
                  </a:ext>
                </a:extLst>
              </p:cNvPr>
              <p:cNvSpPr txBox="1"/>
              <p:nvPr/>
            </p:nvSpPr>
            <p:spPr>
              <a:xfrm>
                <a:off x="1374627" y="4609539"/>
                <a:ext cx="1344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D62981-CE14-CE82-F27D-7207204C7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627" y="4609539"/>
                <a:ext cx="134435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5F41EB-75A6-FAB7-BCE7-9AA31AF01A22}"/>
                  </a:ext>
                </a:extLst>
              </p:cNvPr>
              <p:cNvSpPr txBox="1"/>
              <p:nvPr/>
            </p:nvSpPr>
            <p:spPr>
              <a:xfrm>
                <a:off x="5239128" y="4609539"/>
                <a:ext cx="1344350" cy="384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5F41EB-75A6-FAB7-BCE7-9AA31AF01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128" y="4609539"/>
                <a:ext cx="1344350" cy="384464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46EBDD8-7E06-6AD2-B9A0-84369495620E}"/>
              </a:ext>
            </a:extLst>
          </p:cNvPr>
          <p:cNvSpPr txBox="1"/>
          <p:nvPr/>
        </p:nvSpPr>
        <p:spPr>
          <a:xfrm>
            <a:off x="3869368" y="2830765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3B35EE-2420-4CB3-C135-FD1AD3541D18}"/>
              </a:ext>
            </a:extLst>
          </p:cNvPr>
          <p:cNvSpPr/>
          <p:nvPr/>
        </p:nvSpPr>
        <p:spPr>
          <a:xfrm>
            <a:off x="8666953" y="1969659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5EAB203-4536-8ABC-3DF3-C126F865ACA2}"/>
              </a:ext>
            </a:extLst>
          </p:cNvPr>
          <p:cNvCxnSpPr/>
          <p:nvPr/>
        </p:nvCxnSpPr>
        <p:spPr>
          <a:xfrm>
            <a:off x="8872518" y="2237168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887D67-2304-2535-4696-1C93DE192333}"/>
              </a:ext>
            </a:extLst>
          </p:cNvPr>
          <p:cNvCxnSpPr/>
          <p:nvPr/>
        </p:nvCxnSpPr>
        <p:spPr>
          <a:xfrm>
            <a:off x="8872518" y="247994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BF11A59-BD28-6560-9E52-C9D3530EAC16}"/>
              </a:ext>
            </a:extLst>
          </p:cNvPr>
          <p:cNvCxnSpPr/>
          <p:nvPr/>
        </p:nvCxnSpPr>
        <p:spPr>
          <a:xfrm>
            <a:off x="8872518" y="276525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B51D97-EEEC-98B2-A414-8D0E9D515210}"/>
              </a:ext>
            </a:extLst>
          </p:cNvPr>
          <p:cNvCxnSpPr/>
          <p:nvPr/>
        </p:nvCxnSpPr>
        <p:spPr>
          <a:xfrm>
            <a:off x="8872518" y="402521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C4BA4D-D07A-2749-46A2-61159BBB1A8C}"/>
                  </a:ext>
                </a:extLst>
              </p:cNvPr>
              <p:cNvSpPr txBox="1"/>
              <p:nvPr/>
            </p:nvSpPr>
            <p:spPr>
              <a:xfrm>
                <a:off x="9832081" y="1893120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C4BA4D-D07A-2749-46A2-61159BBB1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2081" y="1893120"/>
                <a:ext cx="43531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281CA9-D5F6-BB1F-E2DD-928AB194E986}"/>
                  </a:ext>
                </a:extLst>
              </p:cNvPr>
              <p:cNvSpPr txBox="1"/>
              <p:nvPr/>
            </p:nvSpPr>
            <p:spPr>
              <a:xfrm>
                <a:off x="9838137" y="2172985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281CA9-D5F6-BB1F-E2DD-928AB194E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137" y="2172985"/>
                <a:ext cx="440056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B6F6E0-0024-A43F-B03C-EB326329B480}"/>
                  </a:ext>
                </a:extLst>
              </p:cNvPr>
              <p:cNvSpPr txBox="1"/>
              <p:nvPr/>
            </p:nvSpPr>
            <p:spPr>
              <a:xfrm>
                <a:off x="9829420" y="2433501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B6F6E0-0024-A43F-B03C-EB326329B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420" y="2433501"/>
                <a:ext cx="44005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0CF2C3-B4F8-0961-CC14-1FC657C60F1C}"/>
                  </a:ext>
                </a:extLst>
              </p:cNvPr>
              <p:cNvSpPr txBox="1"/>
              <p:nvPr/>
            </p:nvSpPr>
            <p:spPr>
              <a:xfrm>
                <a:off x="9654691" y="4582352"/>
                <a:ext cx="1344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0CF2C3-B4F8-0961-CC14-1FC657C60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691" y="4582352"/>
                <a:ext cx="134435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A71E22A-24A5-296F-A5FC-E302BA438522}"/>
              </a:ext>
            </a:extLst>
          </p:cNvPr>
          <p:cNvSpPr txBox="1"/>
          <p:nvPr/>
        </p:nvSpPr>
        <p:spPr>
          <a:xfrm>
            <a:off x="7847435" y="2830765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FAF17CD-2492-C172-A174-F125BA38AFE2}"/>
                  </a:ext>
                </a:extLst>
              </p:cNvPr>
              <p:cNvSpPr txBox="1"/>
              <p:nvPr/>
            </p:nvSpPr>
            <p:spPr>
              <a:xfrm>
                <a:off x="3209483" y="5328954"/>
                <a:ext cx="56135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={1,2,…,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FAF17CD-2492-C172-A174-F125BA38A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483" y="5328954"/>
                <a:ext cx="5613569" cy="369332"/>
              </a:xfrm>
              <a:prstGeom prst="rect">
                <a:avLst/>
              </a:prstGeom>
              <a:blipFill>
                <a:blip r:embed="rId11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3AA8B4-78D0-6422-ABDD-A74E94B20A21}"/>
                  </a:ext>
                </a:extLst>
              </p:cNvPr>
              <p:cNvSpPr txBox="1"/>
              <p:nvPr/>
            </p:nvSpPr>
            <p:spPr>
              <a:xfrm>
                <a:off x="1943760" y="1450828"/>
                <a:ext cx="5401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3AA8B4-78D0-6422-ABDD-A74E94B20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760" y="1450828"/>
                <a:ext cx="54014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C79246-4A33-BA4C-5431-E8B886614F6B}"/>
                  </a:ext>
                </a:extLst>
              </p:cNvPr>
              <p:cNvSpPr txBox="1"/>
              <p:nvPr/>
            </p:nvSpPr>
            <p:spPr>
              <a:xfrm>
                <a:off x="187357" y="3003269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C79246-4A33-BA4C-5431-E8B886614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57" y="3003269"/>
                <a:ext cx="3657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6BCCE3-66EB-B7CC-1166-9A7D4318AB41}"/>
                  </a:ext>
                </a:extLst>
              </p:cNvPr>
              <p:cNvSpPr txBox="1"/>
              <p:nvPr/>
            </p:nvSpPr>
            <p:spPr>
              <a:xfrm>
                <a:off x="7307287" y="2956060"/>
                <a:ext cx="5401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6BCCE3-66EB-B7CC-1166-9A7D4318A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287" y="2956060"/>
                <a:ext cx="54014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631B81-AE47-F3A0-2E9C-3D103F099298}"/>
                  </a:ext>
                </a:extLst>
              </p:cNvPr>
              <p:cNvSpPr txBox="1"/>
              <p:nvPr/>
            </p:nvSpPr>
            <p:spPr>
              <a:xfrm>
                <a:off x="5476119" y="1523788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631B81-AE47-F3A0-2E9C-3D103F099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119" y="1523788"/>
                <a:ext cx="48769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B2DC2F-3F07-B42E-5970-9D59E90ECA38}"/>
                  </a:ext>
                </a:extLst>
              </p:cNvPr>
              <p:cNvSpPr txBox="1"/>
              <p:nvPr/>
            </p:nvSpPr>
            <p:spPr>
              <a:xfrm>
                <a:off x="9832637" y="1492131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B2DC2F-3F07-B42E-5970-9D59E90EC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2637" y="1492131"/>
                <a:ext cx="48769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81CAA2-BD3F-4B93-B205-271890101CC5}"/>
                  </a:ext>
                </a:extLst>
              </p:cNvPr>
              <p:cNvSpPr txBox="1"/>
              <p:nvPr/>
            </p:nvSpPr>
            <p:spPr>
              <a:xfrm>
                <a:off x="8217870" y="2923098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81CAA2-BD3F-4B93-B205-271890101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870" y="2923098"/>
                <a:ext cx="36574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7310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02C03-C40B-8975-C306-7061B9D8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Multi-Headed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F7E5DD-9DD2-0D45-A838-D5CDFDE5C5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Instead of single attention, perform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attention computations</a:t>
                </a:r>
              </a:p>
              <a:p>
                <a:endParaRPr lang="en-US" dirty="0"/>
              </a:p>
              <a:p>
                <a:r>
                  <a:rPr lang="en-US" dirty="0"/>
                  <a:t>Assuming dimension of embeddings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(also called </a:t>
                </a:r>
                <a:r>
                  <a:rPr lang="en-US" b="1" dirty="0"/>
                  <a:t>model dimension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Project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∈{1,2,…,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𝐴𝑡𝑡𝑒𝑛𝑡𝑖𝑜𝑛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𝐶𝑜𝑛𝑐𝑎𝑡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F7E5DD-9DD2-0D45-A838-D5CDFDE5C5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3227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E9996-9686-0C95-F70B-B26A036A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Multi-Headed Attention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3D9047-E8CA-3BFA-EDE6-336C0B12A2C4}"/>
              </a:ext>
            </a:extLst>
          </p:cNvPr>
          <p:cNvSpPr/>
          <p:nvPr/>
        </p:nvSpPr>
        <p:spPr>
          <a:xfrm>
            <a:off x="1702979" y="2587334"/>
            <a:ext cx="2915093" cy="2436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9EAFB2-2293-0137-033C-2FAA9A864AF3}"/>
              </a:ext>
            </a:extLst>
          </p:cNvPr>
          <p:cNvSpPr/>
          <p:nvPr/>
        </p:nvSpPr>
        <p:spPr>
          <a:xfrm>
            <a:off x="5087676" y="2587333"/>
            <a:ext cx="2915093" cy="24365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7BAC20-E486-A645-6F62-B7E2B650973F}"/>
              </a:ext>
            </a:extLst>
          </p:cNvPr>
          <p:cNvCxnSpPr/>
          <p:nvPr/>
        </p:nvCxnSpPr>
        <p:spPr>
          <a:xfrm>
            <a:off x="1908544" y="285484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AAE771-1CF3-FCBB-24EC-B61D004631C1}"/>
              </a:ext>
            </a:extLst>
          </p:cNvPr>
          <p:cNvCxnSpPr/>
          <p:nvPr/>
        </p:nvCxnSpPr>
        <p:spPr>
          <a:xfrm>
            <a:off x="1908544" y="309762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F6D229-0000-C32A-C11A-0DCA18216F42}"/>
              </a:ext>
            </a:extLst>
          </p:cNvPr>
          <p:cNvCxnSpPr/>
          <p:nvPr/>
        </p:nvCxnSpPr>
        <p:spPr>
          <a:xfrm>
            <a:off x="1908544" y="338292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115D93-F462-BF48-71FF-E870CC6D5C20}"/>
              </a:ext>
            </a:extLst>
          </p:cNvPr>
          <p:cNvCxnSpPr/>
          <p:nvPr/>
        </p:nvCxnSpPr>
        <p:spPr>
          <a:xfrm>
            <a:off x="1908544" y="4642885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7B60C6-0A40-60CA-9E96-C9AD6A2B36FE}"/>
                  </a:ext>
                </a:extLst>
              </p:cNvPr>
              <p:cNvSpPr txBox="1"/>
              <p:nvPr/>
            </p:nvSpPr>
            <p:spPr>
              <a:xfrm>
                <a:off x="871870" y="3551276"/>
                <a:ext cx="5472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7B60C6-0A40-60CA-9E96-C9AD6A2B3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870" y="3551276"/>
                <a:ext cx="547266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0AC651-F1CE-EAB4-7F57-5F7BC3AF6C7B}"/>
              </a:ext>
            </a:extLst>
          </p:cNvPr>
          <p:cNvCxnSpPr>
            <a:cxnSpLocks/>
          </p:cNvCxnSpPr>
          <p:nvPr/>
        </p:nvCxnSpPr>
        <p:spPr>
          <a:xfrm>
            <a:off x="5322477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F97FC8-D92A-B6BD-5997-EC91AE5BAB5A}"/>
              </a:ext>
            </a:extLst>
          </p:cNvPr>
          <p:cNvCxnSpPr>
            <a:cxnSpLocks/>
          </p:cNvCxnSpPr>
          <p:nvPr/>
        </p:nvCxnSpPr>
        <p:spPr>
          <a:xfrm>
            <a:off x="5565254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7F2B7A-5A4A-ACBD-A165-2A4953517217}"/>
              </a:ext>
            </a:extLst>
          </p:cNvPr>
          <p:cNvCxnSpPr>
            <a:cxnSpLocks/>
          </p:cNvCxnSpPr>
          <p:nvPr/>
        </p:nvCxnSpPr>
        <p:spPr>
          <a:xfrm>
            <a:off x="5823980" y="2799908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0E9C35C-252C-E425-7940-37FC58E91FF5}"/>
              </a:ext>
            </a:extLst>
          </p:cNvPr>
          <p:cNvCxnSpPr>
            <a:cxnSpLocks/>
          </p:cNvCxnSpPr>
          <p:nvPr/>
        </p:nvCxnSpPr>
        <p:spPr>
          <a:xfrm>
            <a:off x="7151277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19D24A-992A-28F4-D61A-AC49686A4214}"/>
              </a:ext>
            </a:extLst>
          </p:cNvPr>
          <p:cNvCxnSpPr>
            <a:cxnSpLocks/>
          </p:cNvCxnSpPr>
          <p:nvPr/>
        </p:nvCxnSpPr>
        <p:spPr>
          <a:xfrm>
            <a:off x="7431268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913C15-BB26-89F1-99EF-8137C91A42EE}"/>
              </a:ext>
            </a:extLst>
          </p:cNvPr>
          <p:cNvCxnSpPr>
            <a:cxnSpLocks/>
          </p:cNvCxnSpPr>
          <p:nvPr/>
        </p:nvCxnSpPr>
        <p:spPr>
          <a:xfrm>
            <a:off x="7721891" y="2854843"/>
            <a:ext cx="0" cy="203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2A5FC5-DDAD-8C07-5CB4-DA41FC5F93CA}"/>
                  </a:ext>
                </a:extLst>
              </p:cNvPr>
              <p:cNvSpPr txBox="1"/>
              <p:nvPr/>
            </p:nvSpPr>
            <p:spPr>
              <a:xfrm>
                <a:off x="6414977" y="5186918"/>
                <a:ext cx="5539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2A5FC5-DDAD-8C07-5CB4-DA41FC5F9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977" y="5186918"/>
                <a:ext cx="553933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0F74EC-8D43-816A-44F1-062833CD0EF1}"/>
                  </a:ext>
                </a:extLst>
              </p:cNvPr>
              <p:cNvSpPr txBox="1"/>
              <p:nvPr/>
            </p:nvSpPr>
            <p:spPr>
              <a:xfrm>
                <a:off x="2854321" y="1975226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0F74EC-8D43-816A-44F1-062833CD0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321" y="1975226"/>
                <a:ext cx="4876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E1A369-E77D-88FD-B01B-4F8C865C5C1D}"/>
                  </a:ext>
                </a:extLst>
              </p:cNvPr>
              <p:cNvSpPr txBox="1"/>
              <p:nvPr/>
            </p:nvSpPr>
            <p:spPr>
              <a:xfrm>
                <a:off x="7984675" y="362094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E1A369-E77D-88FD-B01B-4F8C865C5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675" y="3620943"/>
                <a:ext cx="4876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eft Bracket 21">
            <a:extLst>
              <a:ext uri="{FF2B5EF4-FFF2-40B4-BE49-F238E27FC236}">
                <a16:creationId xmlns:a16="http://schemas.microsoft.com/office/drawing/2014/main" id="{27F5E8B6-1421-3B1E-4540-A77E095BE94C}"/>
              </a:ext>
            </a:extLst>
          </p:cNvPr>
          <p:cNvSpPr/>
          <p:nvPr/>
        </p:nvSpPr>
        <p:spPr>
          <a:xfrm>
            <a:off x="933896" y="1990062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CC3ED531-E301-FB63-E055-BD76643DB689}"/>
              </a:ext>
            </a:extLst>
          </p:cNvPr>
          <p:cNvSpPr/>
          <p:nvPr/>
        </p:nvSpPr>
        <p:spPr>
          <a:xfrm rot="10800000">
            <a:off x="7906343" y="1990062"/>
            <a:ext cx="496187" cy="36576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00AF4D-CF32-D80F-99CC-3CDE775F2EBE}"/>
              </a:ext>
            </a:extLst>
          </p:cNvPr>
          <p:cNvSpPr txBox="1"/>
          <p:nvPr/>
        </p:nvSpPr>
        <p:spPr>
          <a:xfrm>
            <a:off x="41369" y="3569552"/>
            <a:ext cx="9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55A643-5D7A-8841-2A03-B48E113FD28A}"/>
              </a:ext>
            </a:extLst>
          </p:cNvPr>
          <p:cNvSpPr/>
          <p:nvPr/>
        </p:nvSpPr>
        <p:spPr>
          <a:xfrm>
            <a:off x="9171091" y="2469818"/>
            <a:ext cx="2915093" cy="243655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/>
              <p:nvPr/>
            </p:nvSpPr>
            <p:spPr>
              <a:xfrm>
                <a:off x="8603662" y="3482166"/>
                <a:ext cx="5539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662" y="3482166"/>
                <a:ext cx="553933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/>
              <p:nvPr/>
            </p:nvSpPr>
            <p:spPr>
              <a:xfrm>
                <a:off x="10384788" y="2052552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4788" y="2052552"/>
                <a:ext cx="48769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722F58-45A9-50DB-D825-EA4D206AF212}"/>
                  </a:ext>
                </a:extLst>
              </p:cNvPr>
              <p:cNvSpPr txBox="1"/>
              <p:nvPr/>
            </p:nvSpPr>
            <p:spPr>
              <a:xfrm>
                <a:off x="933896" y="5934670"/>
                <a:ext cx="54200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Perform attention for each head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722F58-45A9-50DB-D825-EA4D206AF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896" y="5934670"/>
                <a:ext cx="5420097" cy="369332"/>
              </a:xfrm>
              <a:prstGeom prst="rect">
                <a:avLst/>
              </a:prstGeom>
              <a:blipFill>
                <a:blip r:embed="rId8"/>
                <a:stretch>
                  <a:fillRect l="-90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A0721B-0BE6-0A8D-E198-EEF38DAF8E08}"/>
                  </a:ext>
                </a:extLst>
              </p:cNvPr>
              <p:cNvSpPr txBox="1"/>
              <p:nvPr/>
            </p:nvSpPr>
            <p:spPr>
              <a:xfrm>
                <a:off x="2868107" y="2510795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A0721B-0BE6-0A8D-E198-EEF38DAF8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107" y="2510795"/>
                <a:ext cx="428130" cy="338554"/>
              </a:xfrm>
              <a:prstGeom prst="rect">
                <a:avLst/>
              </a:prstGeom>
              <a:blipFill>
                <a:blip r:embed="rId9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1D5D9C-B201-0EEF-318D-40B0AC6E3235}"/>
                  </a:ext>
                </a:extLst>
              </p:cNvPr>
              <p:cNvSpPr txBox="1"/>
              <p:nvPr/>
            </p:nvSpPr>
            <p:spPr>
              <a:xfrm>
                <a:off x="2868107" y="279066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1D5D9C-B201-0EEF-318D-40B0AC6E3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107" y="2790660"/>
                <a:ext cx="432874" cy="338554"/>
              </a:xfrm>
              <a:prstGeom prst="rect">
                <a:avLst/>
              </a:prstGeom>
              <a:blipFill>
                <a:blip r:embed="rId1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482A6F4-EA27-16FB-228C-A2C8F0D72E13}"/>
                  </a:ext>
                </a:extLst>
              </p:cNvPr>
              <p:cNvSpPr txBox="1"/>
              <p:nvPr/>
            </p:nvSpPr>
            <p:spPr>
              <a:xfrm>
                <a:off x="2865446" y="3051176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482A6F4-EA27-16FB-228C-A2C8F0D72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446" y="3051176"/>
                <a:ext cx="432874" cy="338554"/>
              </a:xfrm>
              <a:prstGeom prst="rect">
                <a:avLst/>
              </a:prstGeom>
              <a:blipFill>
                <a:blip r:embed="rId11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DF7D068-0EDF-D9B3-CFAB-8BBFD3C24E01}"/>
                  </a:ext>
                </a:extLst>
              </p:cNvPr>
              <p:cNvSpPr txBox="1"/>
              <p:nvPr/>
            </p:nvSpPr>
            <p:spPr>
              <a:xfrm>
                <a:off x="5004429" y="3490342"/>
                <a:ext cx="435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DF7D068-0EDF-D9B3-CFAB-8BBFD3C24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429" y="3490342"/>
                <a:ext cx="435311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5F2338-91E9-01D2-F6AD-DDE79B8B6C47}"/>
                  </a:ext>
                </a:extLst>
              </p:cNvPr>
              <p:cNvSpPr txBox="1"/>
              <p:nvPr/>
            </p:nvSpPr>
            <p:spPr>
              <a:xfrm>
                <a:off x="5237538" y="350342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5F2338-91E9-01D2-F6AD-DDE79B8B6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538" y="3503428"/>
                <a:ext cx="440056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E04C29F-30EA-7D27-4894-6F0CF65C07F7}"/>
                  </a:ext>
                </a:extLst>
              </p:cNvPr>
              <p:cNvSpPr txBox="1"/>
              <p:nvPr/>
            </p:nvSpPr>
            <p:spPr>
              <a:xfrm>
                <a:off x="5504435" y="3503428"/>
                <a:ext cx="440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E04C29F-30EA-7D27-4894-6F0CF65C0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435" y="3503428"/>
                <a:ext cx="440056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/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C6B86F-0C8A-6FC9-D209-DBC98A359E2A}"/>
              </a:ext>
            </a:extLst>
          </p:cNvPr>
          <p:cNvCxnSpPr>
            <a:cxnSpLocks/>
          </p:cNvCxnSpPr>
          <p:nvPr/>
        </p:nvCxnSpPr>
        <p:spPr>
          <a:xfrm flipH="1">
            <a:off x="3802935" y="1737132"/>
            <a:ext cx="1077902" cy="73268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4FE1B3-A67D-6837-9EE6-1BAA38A03BE1}"/>
              </a:ext>
            </a:extLst>
          </p:cNvPr>
          <p:cNvCxnSpPr>
            <a:cxnSpLocks/>
          </p:cNvCxnSpPr>
          <p:nvPr/>
        </p:nvCxnSpPr>
        <p:spPr>
          <a:xfrm>
            <a:off x="5138688" y="1717592"/>
            <a:ext cx="1276289" cy="86974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8BE19BD-AE3C-7232-CEEE-29BE6A819BC7}"/>
              </a:ext>
            </a:extLst>
          </p:cNvPr>
          <p:cNvCxnSpPr>
            <a:cxnSpLocks/>
          </p:cNvCxnSpPr>
          <p:nvPr/>
        </p:nvCxnSpPr>
        <p:spPr>
          <a:xfrm>
            <a:off x="5484289" y="1648436"/>
            <a:ext cx="3661840" cy="140274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C8D83B-7218-6109-3F1B-B4176EC0A58D}"/>
              </a:ext>
            </a:extLst>
          </p:cNvPr>
          <p:cNvCxnSpPr/>
          <p:nvPr/>
        </p:nvCxnSpPr>
        <p:spPr>
          <a:xfrm>
            <a:off x="9430908" y="280717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51F18-991B-8137-7591-471497E524B4}"/>
              </a:ext>
            </a:extLst>
          </p:cNvPr>
          <p:cNvCxnSpPr/>
          <p:nvPr/>
        </p:nvCxnSpPr>
        <p:spPr>
          <a:xfrm>
            <a:off x="9430908" y="3049956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4D85CC-080E-68EF-1082-C99BC33006CC}"/>
              </a:ext>
            </a:extLst>
          </p:cNvPr>
          <p:cNvCxnSpPr/>
          <p:nvPr/>
        </p:nvCxnSpPr>
        <p:spPr>
          <a:xfrm>
            <a:off x="9430908" y="3335263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CA0708-5842-0EA5-7F63-A672425978B9}"/>
              </a:ext>
            </a:extLst>
          </p:cNvPr>
          <p:cNvCxnSpPr/>
          <p:nvPr/>
        </p:nvCxnSpPr>
        <p:spPr>
          <a:xfrm>
            <a:off x="9430908" y="459522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/>
              <p:nvPr/>
            </p:nvSpPr>
            <p:spPr>
              <a:xfrm>
                <a:off x="10390471" y="2463131"/>
                <a:ext cx="42813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0471" y="2463131"/>
                <a:ext cx="428130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/>
              <p:nvPr/>
            </p:nvSpPr>
            <p:spPr>
              <a:xfrm>
                <a:off x="10390471" y="2742996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0471" y="2742996"/>
                <a:ext cx="43646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/>
              <p:nvPr/>
            </p:nvSpPr>
            <p:spPr>
              <a:xfrm>
                <a:off x="10387810" y="3003512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810" y="3003512"/>
                <a:ext cx="432874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C6C34B83-315E-6233-51F8-898C6F42D304}"/>
              </a:ext>
            </a:extLst>
          </p:cNvPr>
          <p:cNvSpPr txBox="1"/>
          <p:nvPr/>
        </p:nvSpPr>
        <p:spPr>
          <a:xfrm>
            <a:off x="4674767" y="3569552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E13FD1-550E-D732-0069-7BE2B688AA97}"/>
              </a:ext>
            </a:extLst>
          </p:cNvPr>
          <p:cNvSpPr txBox="1"/>
          <p:nvPr/>
        </p:nvSpPr>
        <p:spPr>
          <a:xfrm>
            <a:off x="8437162" y="3581846"/>
            <a:ext cx="287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B1C61B-0364-1DEE-BA2E-613BEF456114}"/>
              </a:ext>
            </a:extLst>
          </p:cNvPr>
          <p:cNvSpPr txBox="1"/>
          <p:nvPr/>
        </p:nvSpPr>
        <p:spPr>
          <a:xfrm>
            <a:off x="10097693" y="6086625"/>
            <a:ext cx="194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X: Matrix MM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3033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E9996-9686-0C95-F70B-B26A036A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Multi-Headed Attention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55A643-5D7A-8841-2A03-B48E113FD28A}"/>
              </a:ext>
            </a:extLst>
          </p:cNvPr>
          <p:cNvSpPr/>
          <p:nvPr/>
        </p:nvSpPr>
        <p:spPr>
          <a:xfrm>
            <a:off x="3551468" y="2385769"/>
            <a:ext cx="2915093" cy="243655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/>
              <p:nvPr/>
            </p:nvSpPr>
            <p:spPr>
              <a:xfrm>
                <a:off x="2984039" y="33981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039" y="3398117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/>
              <p:nvPr/>
            </p:nvSpPr>
            <p:spPr>
              <a:xfrm>
                <a:off x="4765165" y="196850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165" y="1968503"/>
                <a:ext cx="48769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722F58-45A9-50DB-D825-EA4D206AF212}"/>
                  </a:ext>
                </a:extLst>
              </p:cNvPr>
              <p:cNvSpPr txBox="1"/>
              <p:nvPr/>
            </p:nvSpPr>
            <p:spPr>
              <a:xfrm>
                <a:off x="933896" y="5934670"/>
                <a:ext cx="54200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Perform attention for each head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722F58-45A9-50DB-D825-EA4D206AF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896" y="5934670"/>
                <a:ext cx="5420097" cy="369332"/>
              </a:xfrm>
              <a:prstGeom prst="rect">
                <a:avLst/>
              </a:prstGeom>
              <a:blipFill>
                <a:blip r:embed="rId4"/>
                <a:stretch>
                  <a:fillRect l="-90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/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C8D83B-7218-6109-3F1B-B4176EC0A58D}"/>
              </a:ext>
            </a:extLst>
          </p:cNvPr>
          <p:cNvCxnSpPr/>
          <p:nvPr/>
        </p:nvCxnSpPr>
        <p:spPr>
          <a:xfrm>
            <a:off x="3811285" y="272313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51F18-991B-8137-7591-471497E524B4}"/>
              </a:ext>
            </a:extLst>
          </p:cNvPr>
          <p:cNvCxnSpPr/>
          <p:nvPr/>
        </p:nvCxnSpPr>
        <p:spPr>
          <a:xfrm>
            <a:off x="3811285" y="296590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4D85CC-080E-68EF-1082-C99BC33006CC}"/>
              </a:ext>
            </a:extLst>
          </p:cNvPr>
          <p:cNvCxnSpPr/>
          <p:nvPr/>
        </p:nvCxnSpPr>
        <p:spPr>
          <a:xfrm>
            <a:off x="3811285" y="325121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CA0708-5842-0EA5-7F63-A672425978B9}"/>
              </a:ext>
            </a:extLst>
          </p:cNvPr>
          <p:cNvCxnSpPr/>
          <p:nvPr/>
        </p:nvCxnSpPr>
        <p:spPr>
          <a:xfrm>
            <a:off x="3811285" y="451117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/>
              <p:nvPr/>
            </p:nvSpPr>
            <p:spPr>
              <a:xfrm>
                <a:off x="4770848" y="2379082"/>
                <a:ext cx="4239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848" y="2379082"/>
                <a:ext cx="423962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/>
              <p:nvPr/>
            </p:nvSpPr>
            <p:spPr>
              <a:xfrm>
                <a:off x="4770848" y="2658947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848" y="2658947"/>
                <a:ext cx="436465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/>
              <p:nvPr/>
            </p:nvSpPr>
            <p:spPr>
              <a:xfrm>
                <a:off x="4768187" y="291946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187" y="2919463"/>
                <a:ext cx="432874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A7B1C61B-0364-1DEE-BA2E-613BEF456114}"/>
              </a:ext>
            </a:extLst>
          </p:cNvPr>
          <p:cNvSpPr txBox="1"/>
          <p:nvPr/>
        </p:nvSpPr>
        <p:spPr>
          <a:xfrm>
            <a:off x="10097693" y="6086625"/>
            <a:ext cx="194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X: Matrix MM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1233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E9996-9686-0C95-F70B-B26A036A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Multi-Headed Attention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55A643-5D7A-8841-2A03-B48E113FD28A}"/>
              </a:ext>
            </a:extLst>
          </p:cNvPr>
          <p:cNvSpPr/>
          <p:nvPr/>
        </p:nvSpPr>
        <p:spPr>
          <a:xfrm>
            <a:off x="1086827" y="2385769"/>
            <a:ext cx="2915093" cy="243655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/>
              <p:nvPr/>
            </p:nvSpPr>
            <p:spPr>
              <a:xfrm>
                <a:off x="519398" y="33981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98" y="3398117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/>
              <p:nvPr/>
            </p:nvSpPr>
            <p:spPr>
              <a:xfrm>
                <a:off x="2300524" y="196850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524" y="1968503"/>
                <a:ext cx="48769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722F58-45A9-50DB-D825-EA4D206AF212}"/>
                  </a:ext>
                </a:extLst>
              </p:cNvPr>
              <p:cNvSpPr txBox="1"/>
              <p:nvPr/>
            </p:nvSpPr>
            <p:spPr>
              <a:xfrm>
                <a:off x="933896" y="5934670"/>
                <a:ext cx="54200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Concatenate all heads to produce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dimensional output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722F58-45A9-50DB-D825-EA4D206AF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896" y="5934670"/>
                <a:ext cx="5420097" cy="646331"/>
              </a:xfrm>
              <a:prstGeom prst="rect">
                <a:avLst/>
              </a:prstGeom>
              <a:blipFill>
                <a:blip r:embed="rId4"/>
                <a:stretch>
                  <a:fillRect l="-900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/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C8D83B-7218-6109-3F1B-B4176EC0A58D}"/>
              </a:ext>
            </a:extLst>
          </p:cNvPr>
          <p:cNvCxnSpPr/>
          <p:nvPr/>
        </p:nvCxnSpPr>
        <p:spPr>
          <a:xfrm>
            <a:off x="1346644" y="272313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51F18-991B-8137-7591-471497E524B4}"/>
              </a:ext>
            </a:extLst>
          </p:cNvPr>
          <p:cNvCxnSpPr/>
          <p:nvPr/>
        </p:nvCxnSpPr>
        <p:spPr>
          <a:xfrm>
            <a:off x="1346644" y="296590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4D85CC-080E-68EF-1082-C99BC33006CC}"/>
              </a:ext>
            </a:extLst>
          </p:cNvPr>
          <p:cNvCxnSpPr/>
          <p:nvPr/>
        </p:nvCxnSpPr>
        <p:spPr>
          <a:xfrm>
            <a:off x="1346644" y="325121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CA0708-5842-0EA5-7F63-A672425978B9}"/>
              </a:ext>
            </a:extLst>
          </p:cNvPr>
          <p:cNvCxnSpPr/>
          <p:nvPr/>
        </p:nvCxnSpPr>
        <p:spPr>
          <a:xfrm>
            <a:off x="1346644" y="451117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/>
              <p:nvPr/>
            </p:nvSpPr>
            <p:spPr>
              <a:xfrm>
                <a:off x="2306207" y="2379082"/>
                <a:ext cx="4239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207" y="2379082"/>
                <a:ext cx="423962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/>
              <p:nvPr/>
            </p:nvSpPr>
            <p:spPr>
              <a:xfrm>
                <a:off x="2306207" y="2658947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207" y="2658947"/>
                <a:ext cx="436465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/>
              <p:nvPr/>
            </p:nvSpPr>
            <p:spPr>
              <a:xfrm>
                <a:off x="2303546" y="291946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546" y="2919463"/>
                <a:ext cx="432874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F148B6F-67CA-9991-D3DA-F86362CE2E00}"/>
              </a:ext>
            </a:extLst>
          </p:cNvPr>
          <p:cNvSpPr/>
          <p:nvPr/>
        </p:nvSpPr>
        <p:spPr>
          <a:xfrm>
            <a:off x="4713300" y="2392456"/>
            <a:ext cx="2915093" cy="243655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CA4F52-6A32-80B3-2AE1-9496B31AAC90}"/>
                  </a:ext>
                </a:extLst>
              </p:cNvPr>
              <p:cNvSpPr txBox="1"/>
              <p:nvPr/>
            </p:nvSpPr>
            <p:spPr>
              <a:xfrm>
                <a:off x="6096000" y="1906980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CA4F52-6A32-80B3-2AE1-9496B31AA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06980"/>
                <a:ext cx="48769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67EF64-AAE4-F212-AE14-CE42492D446F}"/>
              </a:ext>
            </a:extLst>
          </p:cNvPr>
          <p:cNvCxnSpPr/>
          <p:nvPr/>
        </p:nvCxnSpPr>
        <p:spPr>
          <a:xfrm>
            <a:off x="4973117" y="272981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044B84-767B-A468-6CD7-A965BE1E8CA4}"/>
              </a:ext>
            </a:extLst>
          </p:cNvPr>
          <p:cNvCxnSpPr/>
          <p:nvPr/>
        </p:nvCxnSpPr>
        <p:spPr>
          <a:xfrm>
            <a:off x="4973117" y="297259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B60AD1-BDD6-5558-84B9-3B8F6277A3EA}"/>
              </a:ext>
            </a:extLst>
          </p:cNvPr>
          <p:cNvCxnSpPr/>
          <p:nvPr/>
        </p:nvCxnSpPr>
        <p:spPr>
          <a:xfrm>
            <a:off x="4973117" y="3257901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3BF376-8B71-2F51-246D-1A785FA638B8}"/>
              </a:ext>
            </a:extLst>
          </p:cNvPr>
          <p:cNvCxnSpPr/>
          <p:nvPr/>
        </p:nvCxnSpPr>
        <p:spPr>
          <a:xfrm>
            <a:off x="4973117" y="4517859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DBD250-3F09-0A3A-2A08-14218CCA127B}"/>
                  </a:ext>
                </a:extLst>
              </p:cNvPr>
              <p:cNvSpPr txBox="1"/>
              <p:nvPr/>
            </p:nvSpPr>
            <p:spPr>
              <a:xfrm>
                <a:off x="5932680" y="2385769"/>
                <a:ext cx="4239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DBD250-3F09-0A3A-2A08-14218CCA1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680" y="2385769"/>
                <a:ext cx="423962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285B0C-664E-D985-73BB-C167DDBD98CE}"/>
                  </a:ext>
                </a:extLst>
              </p:cNvPr>
              <p:cNvSpPr txBox="1"/>
              <p:nvPr/>
            </p:nvSpPr>
            <p:spPr>
              <a:xfrm>
                <a:off x="5932680" y="2665634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285B0C-664E-D985-73BB-C167DDBD9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680" y="2665634"/>
                <a:ext cx="436465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8D5444-B986-F516-FEC5-2321CB1FC339}"/>
                  </a:ext>
                </a:extLst>
              </p:cNvPr>
              <p:cNvSpPr txBox="1"/>
              <p:nvPr/>
            </p:nvSpPr>
            <p:spPr>
              <a:xfrm>
                <a:off x="5930019" y="2926150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8D5444-B986-F516-FEC5-2321CB1FC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019" y="2926150"/>
                <a:ext cx="432874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5A6237CB-287A-3941-2B58-4BC621B33BD1}"/>
              </a:ext>
            </a:extLst>
          </p:cNvPr>
          <p:cNvSpPr txBox="1"/>
          <p:nvPr/>
        </p:nvSpPr>
        <p:spPr>
          <a:xfrm>
            <a:off x="4001920" y="324140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911383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02C03-C40B-8975-C306-7061B9D8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Multi-Headed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F7E5DD-9DD2-0D45-A838-D5CDFDE5C5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Instead of single attention, perform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attention computations</a:t>
                </a:r>
              </a:p>
              <a:p>
                <a:endParaRPr lang="en-US" dirty="0"/>
              </a:p>
              <a:p>
                <a:r>
                  <a:rPr lang="en-US" dirty="0"/>
                  <a:t>Assuming dimension of embeddings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(also called </a:t>
                </a:r>
                <a:r>
                  <a:rPr lang="en-US" b="1" dirty="0"/>
                  <a:t>model dimension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Project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∈{1,2,…,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𝐴𝑡𝑡𝑒𝑛𝑡𝑖𝑜𝑛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𝐶𝑜𝑛𝑐𝑎𝑡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F7E5DD-9DD2-0D45-A838-D5CDFDE5C5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52007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E9996-9686-0C95-F70B-B26A036A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Multi-Headed Attention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55A643-5D7A-8841-2A03-B48E113FD28A}"/>
              </a:ext>
            </a:extLst>
          </p:cNvPr>
          <p:cNvSpPr/>
          <p:nvPr/>
        </p:nvSpPr>
        <p:spPr>
          <a:xfrm>
            <a:off x="1086827" y="2385769"/>
            <a:ext cx="2915093" cy="243655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/>
              <p:nvPr/>
            </p:nvSpPr>
            <p:spPr>
              <a:xfrm>
                <a:off x="519398" y="33981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98" y="3398117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/>
              <p:nvPr/>
            </p:nvSpPr>
            <p:spPr>
              <a:xfrm>
                <a:off x="2300524" y="196850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524" y="1968503"/>
                <a:ext cx="48769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722F58-45A9-50DB-D825-EA4D206AF212}"/>
                  </a:ext>
                </a:extLst>
              </p:cNvPr>
              <p:cNvSpPr txBox="1"/>
              <p:nvPr/>
            </p:nvSpPr>
            <p:spPr>
              <a:xfrm>
                <a:off x="933896" y="5934670"/>
                <a:ext cx="5420097" cy="647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Multiply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dirty="0"/>
                  <a:t> to produce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dimensional input for the next layer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722F58-45A9-50DB-D825-EA4D206AF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896" y="5934670"/>
                <a:ext cx="5420097" cy="647228"/>
              </a:xfrm>
              <a:prstGeom prst="rect">
                <a:avLst/>
              </a:prstGeom>
              <a:blipFill>
                <a:blip r:embed="rId4"/>
                <a:stretch>
                  <a:fillRect l="-900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/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433" y="1416042"/>
                <a:ext cx="6098458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C8D83B-7218-6109-3F1B-B4176EC0A58D}"/>
              </a:ext>
            </a:extLst>
          </p:cNvPr>
          <p:cNvCxnSpPr/>
          <p:nvPr/>
        </p:nvCxnSpPr>
        <p:spPr>
          <a:xfrm>
            <a:off x="1346644" y="272313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51F18-991B-8137-7591-471497E524B4}"/>
              </a:ext>
            </a:extLst>
          </p:cNvPr>
          <p:cNvCxnSpPr/>
          <p:nvPr/>
        </p:nvCxnSpPr>
        <p:spPr>
          <a:xfrm>
            <a:off x="1346644" y="296590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4D85CC-080E-68EF-1082-C99BC33006CC}"/>
              </a:ext>
            </a:extLst>
          </p:cNvPr>
          <p:cNvCxnSpPr/>
          <p:nvPr/>
        </p:nvCxnSpPr>
        <p:spPr>
          <a:xfrm>
            <a:off x="1346644" y="325121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CA0708-5842-0EA5-7F63-A672425978B9}"/>
              </a:ext>
            </a:extLst>
          </p:cNvPr>
          <p:cNvCxnSpPr/>
          <p:nvPr/>
        </p:nvCxnSpPr>
        <p:spPr>
          <a:xfrm>
            <a:off x="1346644" y="451117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/>
              <p:nvPr/>
            </p:nvSpPr>
            <p:spPr>
              <a:xfrm>
                <a:off x="2306207" y="2379082"/>
                <a:ext cx="4239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207" y="2379082"/>
                <a:ext cx="423962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/>
              <p:nvPr/>
            </p:nvSpPr>
            <p:spPr>
              <a:xfrm>
                <a:off x="2306207" y="2658947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207" y="2658947"/>
                <a:ext cx="436465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/>
              <p:nvPr/>
            </p:nvSpPr>
            <p:spPr>
              <a:xfrm>
                <a:off x="2303546" y="291946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546" y="2919463"/>
                <a:ext cx="432874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F148B6F-67CA-9991-D3DA-F86362CE2E00}"/>
              </a:ext>
            </a:extLst>
          </p:cNvPr>
          <p:cNvSpPr/>
          <p:nvPr/>
        </p:nvSpPr>
        <p:spPr>
          <a:xfrm>
            <a:off x="4203608" y="2385769"/>
            <a:ext cx="2915093" cy="243655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CA4F52-6A32-80B3-2AE1-9496B31AAC90}"/>
                  </a:ext>
                </a:extLst>
              </p:cNvPr>
              <p:cNvSpPr txBox="1"/>
              <p:nvPr/>
            </p:nvSpPr>
            <p:spPr>
              <a:xfrm>
                <a:off x="5417305" y="1968503"/>
                <a:ext cx="487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CA4F52-6A32-80B3-2AE1-9496B31AA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305" y="1968503"/>
                <a:ext cx="48769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67EF64-AAE4-F212-AE14-CE42492D446F}"/>
              </a:ext>
            </a:extLst>
          </p:cNvPr>
          <p:cNvCxnSpPr/>
          <p:nvPr/>
        </p:nvCxnSpPr>
        <p:spPr>
          <a:xfrm>
            <a:off x="4463425" y="272313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044B84-767B-A468-6CD7-A965BE1E8CA4}"/>
              </a:ext>
            </a:extLst>
          </p:cNvPr>
          <p:cNvCxnSpPr/>
          <p:nvPr/>
        </p:nvCxnSpPr>
        <p:spPr>
          <a:xfrm>
            <a:off x="4463425" y="296590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B60AD1-BDD6-5558-84B9-3B8F6277A3EA}"/>
              </a:ext>
            </a:extLst>
          </p:cNvPr>
          <p:cNvCxnSpPr/>
          <p:nvPr/>
        </p:nvCxnSpPr>
        <p:spPr>
          <a:xfrm>
            <a:off x="4463425" y="325121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3BF376-8B71-2F51-246D-1A785FA638B8}"/>
              </a:ext>
            </a:extLst>
          </p:cNvPr>
          <p:cNvCxnSpPr/>
          <p:nvPr/>
        </p:nvCxnSpPr>
        <p:spPr>
          <a:xfrm>
            <a:off x="4463425" y="451117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DBD250-3F09-0A3A-2A08-14218CCA127B}"/>
                  </a:ext>
                </a:extLst>
              </p:cNvPr>
              <p:cNvSpPr txBox="1"/>
              <p:nvPr/>
            </p:nvSpPr>
            <p:spPr>
              <a:xfrm>
                <a:off x="5422988" y="2379082"/>
                <a:ext cx="4239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DBD250-3F09-0A3A-2A08-14218CCA1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988" y="2379082"/>
                <a:ext cx="423962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285B0C-664E-D985-73BB-C167DDBD98CE}"/>
                  </a:ext>
                </a:extLst>
              </p:cNvPr>
              <p:cNvSpPr txBox="1"/>
              <p:nvPr/>
            </p:nvSpPr>
            <p:spPr>
              <a:xfrm>
                <a:off x="5422988" y="2658947"/>
                <a:ext cx="436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285B0C-664E-D985-73BB-C167DDBD9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988" y="2658947"/>
                <a:ext cx="436465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8D5444-B986-F516-FEC5-2321CB1FC339}"/>
                  </a:ext>
                </a:extLst>
              </p:cNvPr>
              <p:cNvSpPr txBox="1"/>
              <p:nvPr/>
            </p:nvSpPr>
            <p:spPr>
              <a:xfrm>
                <a:off x="5420327" y="2919463"/>
                <a:ext cx="432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8D5444-B986-F516-FEC5-2321CB1FC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327" y="2919463"/>
                <a:ext cx="432874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00884FCC-3AFA-2ED6-C5DD-EC0FBC10AD1C}"/>
              </a:ext>
            </a:extLst>
          </p:cNvPr>
          <p:cNvSpPr/>
          <p:nvPr/>
        </p:nvSpPr>
        <p:spPr>
          <a:xfrm>
            <a:off x="8825921" y="2379082"/>
            <a:ext cx="2915093" cy="243655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CC3521-81D1-4D75-14DC-7D320D35B254}"/>
                  </a:ext>
                </a:extLst>
              </p:cNvPr>
              <p:cNvSpPr txBox="1"/>
              <p:nvPr/>
            </p:nvSpPr>
            <p:spPr>
              <a:xfrm>
                <a:off x="10039618" y="1961816"/>
                <a:ext cx="5401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CC3521-81D1-4D75-14DC-7D320D35B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9618" y="1961816"/>
                <a:ext cx="54014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5A6237CB-287A-3941-2B58-4BC621B33BD1}"/>
              </a:ext>
            </a:extLst>
          </p:cNvPr>
          <p:cNvSpPr txBox="1"/>
          <p:nvPr/>
        </p:nvSpPr>
        <p:spPr>
          <a:xfrm>
            <a:off x="7478702" y="334270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F78552-BF1A-3A8C-D66A-BCEE2433435A}"/>
                  </a:ext>
                </a:extLst>
              </p:cNvPr>
              <p:cNvSpPr txBox="1"/>
              <p:nvPr/>
            </p:nvSpPr>
            <p:spPr>
              <a:xfrm>
                <a:off x="8301543" y="3258681"/>
                <a:ext cx="6159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F78552-BF1A-3A8C-D66A-BCEE24334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543" y="3258681"/>
                <a:ext cx="61593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6338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E9996-9686-0C95-F70B-B26A036A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Multi-Headed Attention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55A643-5D7A-8841-2A03-B48E113FD28A}"/>
              </a:ext>
            </a:extLst>
          </p:cNvPr>
          <p:cNvSpPr/>
          <p:nvPr/>
        </p:nvSpPr>
        <p:spPr>
          <a:xfrm>
            <a:off x="3551468" y="2385769"/>
            <a:ext cx="2915093" cy="243655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/>
              <p:nvPr/>
            </p:nvSpPr>
            <p:spPr>
              <a:xfrm>
                <a:off x="2984039" y="3398117"/>
                <a:ext cx="365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9CEB31-D3CF-8956-CC73-5EBEDBB0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039" y="3398117"/>
                <a:ext cx="3657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/>
              <p:nvPr/>
            </p:nvSpPr>
            <p:spPr>
              <a:xfrm>
                <a:off x="4765165" y="1968503"/>
                <a:ext cx="5401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0A79F2-DF8B-D9DD-7644-AA5D59079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165" y="1968503"/>
                <a:ext cx="5401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/>
              <p:nvPr/>
            </p:nvSpPr>
            <p:spPr>
              <a:xfrm>
                <a:off x="1590446" y="1578721"/>
                <a:ext cx="7429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Input to the next layer is again a sequence of dimension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- model size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EE004-781F-BC87-E94D-90FD7A63B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446" y="1578721"/>
                <a:ext cx="7429733" cy="369332"/>
              </a:xfrm>
              <a:prstGeom prst="rect">
                <a:avLst/>
              </a:prstGeom>
              <a:blipFill>
                <a:blip r:embed="rId4"/>
                <a:stretch>
                  <a:fillRect l="-738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C8D83B-7218-6109-3F1B-B4176EC0A58D}"/>
              </a:ext>
            </a:extLst>
          </p:cNvPr>
          <p:cNvCxnSpPr/>
          <p:nvPr/>
        </p:nvCxnSpPr>
        <p:spPr>
          <a:xfrm>
            <a:off x="3811285" y="2723130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51F18-991B-8137-7591-471497E524B4}"/>
              </a:ext>
            </a:extLst>
          </p:cNvPr>
          <p:cNvCxnSpPr/>
          <p:nvPr/>
        </p:nvCxnSpPr>
        <p:spPr>
          <a:xfrm>
            <a:off x="3811285" y="2965907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4D85CC-080E-68EF-1082-C99BC33006CC}"/>
              </a:ext>
            </a:extLst>
          </p:cNvPr>
          <p:cNvCxnSpPr/>
          <p:nvPr/>
        </p:nvCxnSpPr>
        <p:spPr>
          <a:xfrm>
            <a:off x="3811285" y="3251214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CA0708-5842-0EA5-7F63-A672425978B9}"/>
              </a:ext>
            </a:extLst>
          </p:cNvPr>
          <p:cNvCxnSpPr/>
          <p:nvPr/>
        </p:nvCxnSpPr>
        <p:spPr>
          <a:xfrm>
            <a:off x="3811285" y="4511172"/>
            <a:ext cx="24454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/>
              <p:nvPr/>
            </p:nvSpPr>
            <p:spPr>
              <a:xfrm>
                <a:off x="4770848" y="2379082"/>
                <a:ext cx="4513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5289582-5DC1-AEB4-3D5A-23E51C9A2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848" y="2379082"/>
                <a:ext cx="45134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/>
              <p:nvPr/>
            </p:nvSpPr>
            <p:spPr>
              <a:xfrm>
                <a:off x="4770848" y="2658947"/>
                <a:ext cx="45134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64DDC-4B1B-6541-5A04-ABF563D9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848" y="2658947"/>
                <a:ext cx="451342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/>
              <p:nvPr/>
            </p:nvSpPr>
            <p:spPr>
              <a:xfrm>
                <a:off x="4768187" y="2919463"/>
                <a:ext cx="45134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80B2FD-544C-5E01-9D80-56D083441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187" y="2919463"/>
                <a:ext cx="451342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5903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F2F19-3EE4-FB98-6FA7-EBEFA0AC1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BD31A1-106D-F2F1-2B24-A6A2BE50D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5094" y="1576303"/>
            <a:ext cx="4442054" cy="4916572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302154-5505-AE1C-CC7F-45678E0347A7}"/>
                  </a:ext>
                </a:extLst>
              </p:cNvPr>
              <p:cNvSpPr txBox="1"/>
              <p:nvPr/>
            </p:nvSpPr>
            <p:spPr>
              <a:xfrm>
                <a:off x="538316" y="4248839"/>
                <a:ext cx="1113503" cy="386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302154-5505-AE1C-CC7F-45678E034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16" y="4248839"/>
                <a:ext cx="1113503" cy="386068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7E8CC0-A099-E94C-BCFD-F34AD1705B1C}"/>
                  </a:ext>
                </a:extLst>
              </p:cNvPr>
              <p:cNvSpPr txBox="1"/>
              <p:nvPr/>
            </p:nvSpPr>
            <p:spPr>
              <a:xfrm>
                <a:off x="538315" y="4954303"/>
                <a:ext cx="1113503" cy="386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7E8CC0-A099-E94C-BCFD-F34AD1705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15" y="4954303"/>
                <a:ext cx="1113503" cy="386068"/>
              </a:xfrm>
              <a:prstGeom prst="rect">
                <a:avLst/>
              </a:prstGeom>
              <a:blipFill>
                <a:blip r:embed="rId4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B9A1C9-8CCB-679D-39B0-F669FA0E100B}"/>
                  </a:ext>
                </a:extLst>
              </p:cNvPr>
              <p:cNvSpPr txBox="1"/>
              <p:nvPr/>
            </p:nvSpPr>
            <p:spPr>
              <a:xfrm>
                <a:off x="7976419" y="4688833"/>
                <a:ext cx="1113503" cy="423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B9A1C9-8CCB-679D-39B0-F669FA0E1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419" y="4688833"/>
                <a:ext cx="1113503" cy="423706"/>
              </a:xfrm>
              <a:prstGeom prst="rect">
                <a:avLst/>
              </a:prstGeom>
              <a:blipFill>
                <a:blip r:embed="rId5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BE0FF0-6560-53CC-0671-5C15B13445C0}"/>
              </a:ext>
            </a:extLst>
          </p:cNvPr>
          <p:cNvCxnSpPr>
            <a:stCxn id="7" idx="3"/>
          </p:cNvCxnSpPr>
          <p:nvPr/>
        </p:nvCxnSpPr>
        <p:spPr>
          <a:xfrm flipV="1">
            <a:off x="1651818" y="5095568"/>
            <a:ext cx="3914303" cy="517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DDD2F8-63E0-6E14-C144-35DCB5ED4EF5}"/>
              </a:ext>
            </a:extLst>
          </p:cNvPr>
          <p:cNvCxnSpPr>
            <a:cxnSpLocks/>
          </p:cNvCxnSpPr>
          <p:nvPr/>
        </p:nvCxnSpPr>
        <p:spPr>
          <a:xfrm>
            <a:off x="1387942" y="4428430"/>
            <a:ext cx="2918587" cy="4109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924852-DA4E-7D44-BAFC-2847D0D6251E}"/>
              </a:ext>
            </a:extLst>
          </p:cNvPr>
          <p:cNvCxnSpPr>
            <a:cxnSpLocks/>
          </p:cNvCxnSpPr>
          <p:nvPr/>
        </p:nvCxnSpPr>
        <p:spPr>
          <a:xfrm flipH="1">
            <a:off x="6577781" y="4941875"/>
            <a:ext cx="1707225" cy="8732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4B2466-2FBE-895B-DE41-2AA6115D0CFE}"/>
                  </a:ext>
                </a:extLst>
              </p:cNvPr>
              <p:cNvSpPr txBox="1"/>
              <p:nvPr/>
            </p:nvSpPr>
            <p:spPr>
              <a:xfrm>
                <a:off x="8160773" y="2390661"/>
                <a:ext cx="11135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4B2466-2FBE-895B-DE41-2AA6115D0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773" y="2390661"/>
                <a:ext cx="11135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4608DE-FAFB-3C47-9A8A-F64B70E4D385}"/>
              </a:ext>
            </a:extLst>
          </p:cNvPr>
          <p:cNvCxnSpPr>
            <a:cxnSpLocks/>
          </p:cNvCxnSpPr>
          <p:nvPr/>
        </p:nvCxnSpPr>
        <p:spPr>
          <a:xfrm flipH="1">
            <a:off x="6017342" y="2611445"/>
            <a:ext cx="2434812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0224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0012-FEE6-616F-4D70-206F49CE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Block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E15D2-9050-8B86-6C85-F00C51E31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61121" cy="4351338"/>
          </a:xfrm>
        </p:spPr>
        <p:txBody>
          <a:bodyPr/>
          <a:lstStyle/>
          <a:p>
            <a:r>
              <a:rPr lang="en-US" dirty="0"/>
              <a:t>Contains two sub-layers</a:t>
            </a:r>
          </a:p>
          <a:p>
            <a:pPr lvl="1"/>
            <a:r>
              <a:rPr lang="en-US" dirty="0"/>
              <a:t>Attention Mechanism</a:t>
            </a:r>
          </a:p>
          <a:p>
            <a:pPr lvl="1"/>
            <a:r>
              <a:rPr lang="en-US" dirty="0"/>
              <a:t>Feed Forward Network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37DF2DB0-F000-FE82-EFFD-EDB69D66B1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2" t="37243" r="51523" b="27160"/>
          <a:stretch/>
        </p:blipFill>
        <p:spPr>
          <a:xfrm>
            <a:off x="7120272" y="1956390"/>
            <a:ext cx="2363970" cy="331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6322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CA4FF-49DE-84AF-25C6-9CA0F954A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B636ED-4A1B-6815-3E85-CEF49B593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Simply a 2 layer fully connected network</a:t>
                </a:r>
              </a:p>
              <a:p>
                <a:endParaRPr lang="en-US" dirty="0"/>
              </a:p>
              <a:p>
                <a:r>
                  <a:rPr lang="en-US" dirty="0"/>
                  <a:t>Input dimension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Hidden dimension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𝑓𝑓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Output dimension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B636ED-4A1B-6815-3E85-CEF49B593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18614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A8DAB-2EBB-D6D2-5900-1CC601168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63726F-5DF0-02E5-2FBA-784E679B34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Operations in each Transformer Block</a:t>
                </a:r>
              </a:p>
              <a:p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3 Matrix Multiplications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Matrix Multiplications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heads</a:t>
                </a:r>
              </a:p>
              <a:p>
                <a:endParaRPr lang="en-US" dirty="0"/>
              </a:p>
              <a:p>
                <a:r>
                  <a:rPr lang="en-US" dirty="0"/>
                  <a:t>Attention(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2 Matrix Multiplications per attention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 Matrix Multiplications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heads</a:t>
                </a:r>
              </a:p>
              <a:p>
                <a:pPr lvl="1"/>
                <a:r>
                  <a:rPr lang="en-US" dirty="0"/>
                  <a:t>1 Matrix Multiplication after concatenation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Feedforward Network</a:t>
                </a:r>
              </a:p>
              <a:p>
                <a:pPr lvl="1"/>
                <a:r>
                  <a:rPr lang="en-US" dirty="0"/>
                  <a:t>2 Matrix Multiplications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63726F-5DF0-02E5-2FBA-784E679B34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06499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0012-FEE6-616F-4D70-206F49CE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Decoder Block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0E15D2-9050-8B86-6C85-F00C51E31B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:r>
                  <a:rPr lang="en-US" dirty="0"/>
                  <a:t>Contains three sub-layers</a:t>
                </a:r>
              </a:p>
              <a:p>
                <a:pPr lvl="1"/>
                <a:r>
                  <a:rPr lang="en-US" dirty="0"/>
                  <a:t>Attention Mechanisms</a:t>
                </a:r>
              </a:p>
              <a:p>
                <a:pPr lvl="1"/>
                <a:r>
                  <a:rPr lang="en-US" dirty="0"/>
                  <a:t>Feed Forward Network</a:t>
                </a:r>
              </a:p>
              <a:p>
                <a:endParaRPr lang="en-US" dirty="0"/>
              </a:p>
              <a:p>
                <a:r>
                  <a:rPr lang="en-US" dirty="0"/>
                  <a:t>Total Matrix Multiplications: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for the attention mechanisms</a:t>
                </a:r>
              </a:p>
              <a:p>
                <a:pPr lvl="1"/>
                <a:r>
                  <a:rPr lang="en-US" dirty="0"/>
                  <a:t>1 for feed forward network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0E15D2-9050-8B86-6C85-F00C51E31B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3"/>
                <a:stretch>
                  <a:fillRect l="-208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3B965771-C8E2-52F8-786C-7A2407A2030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62"/>
          <a:stretch/>
        </p:blipFill>
        <p:spPr>
          <a:xfrm>
            <a:off x="8340213" y="1217182"/>
            <a:ext cx="1769145" cy="48835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C7CAB25-FA43-547F-FC21-872636B48AB8}"/>
                  </a:ext>
                </a:extLst>
              </p:cNvPr>
              <p:cNvSpPr/>
              <p:nvPr/>
            </p:nvSpPr>
            <p:spPr>
              <a:xfrm>
                <a:off x="5132039" y="2753073"/>
                <a:ext cx="3078125" cy="41832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C7CAB25-FA43-547F-FC21-872636B48A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039" y="2753073"/>
                <a:ext cx="3078125" cy="418325"/>
              </a:xfrm>
              <a:prstGeom prst="rect">
                <a:avLst/>
              </a:prstGeom>
              <a:blipFill>
                <a:blip r:embed="rId5"/>
                <a:stretch>
                  <a:fillRect b="-1351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12325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Project Information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Transformer Models</a:t>
            </a:r>
          </a:p>
          <a:p>
            <a:r>
              <a:rPr lang="en-US" dirty="0"/>
              <a:t>Challenges in Transformer Models</a:t>
            </a:r>
          </a:p>
        </p:txBody>
      </p:sp>
    </p:spTree>
    <p:extLst>
      <p:ext uri="{BB962C8B-B14F-4D97-AF65-F5344CB8AC3E}">
        <p14:creationId xmlns:p14="http://schemas.microsoft.com/office/powerpoint/2010/main" val="36456986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A1F4B-0945-4236-1EE3-88C8CEE2C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Learnable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5461E1-5DB1-3E96-3548-7342EF895D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each Transformer Block</a:t>
                </a:r>
              </a:p>
              <a:p>
                <a:endParaRPr lang="en-US" dirty="0"/>
              </a:p>
              <a:p>
                <a:r>
                  <a:rPr lang="en-US" dirty="0"/>
                  <a:t>Projection Matrices: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b="0" dirty="0"/>
                  <a:t>Output of </a:t>
                </a:r>
                <a:r>
                  <a:rPr lang="en-US" dirty="0"/>
                  <a:t>Concatenate Matrix: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 </a:t>
                </a:r>
              </a:p>
              <a:p>
                <a:endParaRPr lang="en-US" dirty="0"/>
              </a:p>
              <a:p>
                <a:r>
                  <a:rPr lang="en-US" dirty="0"/>
                  <a:t>Feed Forward Matrices: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𝑓𝑓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𝑓𝑓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5461E1-5DB1-3E96-3548-7342EF895D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57672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5571-327A-C2D9-0A7E-2BA29245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CE5AC1-81A1-4164-CDB1-697E5575CD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Assuming a sequence length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Projection Matrices: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Multiply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K,Q, V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dimensions with the projection matrices</a:t>
                </a:r>
              </a:p>
              <a:p>
                <a:endParaRPr lang="en-US" dirty="0"/>
              </a:p>
              <a:p>
                <a:r>
                  <a:rPr lang="en-US" dirty="0"/>
                  <a:t>Multi-head Attention: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QK product: First matrix multiplication calculates similarities between all pairs of the sequence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Softmax</a:t>
                </a:r>
                <a:r>
                  <a:rPr lang="en-US" dirty="0"/>
                  <a:t>-V product: Second matrix multiplication computes weighted sum for all elements of sequence using all values (again elements of the sequence)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CE5AC1-81A1-4164-CDB1-697E5575CD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98425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0BDF-4D5E-4F1C-C065-A98E201CE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1450A7-EDCA-6732-48BA-E0947C96B9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Output of Concatenate Matrix: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Feedforward Matrix Multiplications: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Main Bottleneck: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dependency on the sequence length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Limits the number of tokens that models can take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1450A7-EDCA-6732-48BA-E0947C96B9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1114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2F5DA-386C-3C5E-CE9E-41D52760D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82CBF-F834-F60B-85A2-CC8CF0932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Training/Fine-tuning: Learn the LLM model using a large corpus of data</a:t>
            </a:r>
          </a:p>
          <a:p>
            <a:endParaRPr lang="en-US" dirty="0"/>
          </a:p>
          <a:p>
            <a:r>
              <a:rPr lang="en-US" dirty="0"/>
              <a:t>Inference: Query the model to obtain output</a:t>
            </a:r>
          </a:p>
        </p:txBody>
      </p:sp>
    </p:spTree>
    <p:extLst>
      <p:ext uri="{BB962C8B-B14F-4D97-AF65-F5344CB8AC3E}">
        <p14:creationId xmlns:p14="http://schemas.microsoft.com/office/powerpoint/2010/main" val="13840202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34FF4-81A2-F915-8D93-01DFD0851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F128A9-BC80-979D-D27B-849C240603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667831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Inference</a:t>
                </a:r>
              </a:p>
              <a:p>
                <a:endParaRPr lang="en-US" dirty="0"/>
              </a:p>
              <a:p>
                <a:r>
                  <a:rPr lang="en-US" dirty="0"/>
                  <a:t>Need to store</a:t>
                </a:r>
              </a:p>
              <a:p>
                <a:pPr lvl="1"/>
                <a:r>
                  <a:rPr lang="en-US" dirty="0"/>
                  <a:t>Projection matrices for each Transformer block</a:t>
                </a:r>
              </a:p>
              <a:p>
                <a:pPr lvl="1"/>
                <a:r>
                  <a:rPr lang="en-US" dirty="0"/>
                  <a:t>Concatenate Output matrices for each Transformer block</a:t>
                </a:r>
              </a:p>
              <a:p>
                <a:pPr lvl="1"/>
                <a:r>
                  <a:rPr lang="en-US" dirty="0"/>
                  <a:t>Feedforward weights for each Transformer block</a:t>
                </a:r>
              </a:p>
              <a:p>
                <a:pPr lvl="1"/>
                <a:r>
                  <a:rPr lang="en-US" dirty="0"/>
                  <a:t>A few copies of Inputs/Activations need to be stored at any given time (to create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output of layers, etc.)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F128A9-BC80-979D-D27B-849C240603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667831" cy="4351338"/>
              </a:xfrm>
              <a:blipFill>
                <a:blip r:embed="rId2"/>
                <a:stretch>
                  <a:fillRect l="-1647" t="-3081" r="-1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2CE986A-B554-AA06-9228-33C4846C7A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2" t="37243" r="51523" b="27160"/>
          <a:stretch/>
        </p:blipFill>
        <p:spPr>
          <a:xfrm>
            <a:off x="8559458" y="1825625"/>
            <a:ext cx="2363970" cy="331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089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34FF4-81A2-F915-8D93-01DFD0851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F128A9-BC80-979D-D27B-849C240603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9135"/>
                <a:ext cx="6667831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Inference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number of Encoder/Decoder Layers</a:t>
                </a:r>
              </a:p>
              <a:p>
                <a:endParaRPr lang="en-US" dirty="0"/>
              </a:p>
              <a:p>
                <a:r>
                  <a:rPr lang="en-US" dirty="0"/>
                  <a:t>Need to store</a:t>
                </a:r>
              </a:p>
              <a:p>
                <a:pPr lvl="1"/>
                <a:r>
                  <a:rPr lang="en-US" dirty="0"/>
                  <a:t>Projection matrices for each Transformer block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Concatenate Output matrices for each Transformer block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Feedforward weights for each Transformer block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few copies of Inputs/Activations need to be stored at any given time (to create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output of layers, etc.)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F128A9-BC80-979D-D27B-849C240603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9135"/>
                <a:ext cx="6667831" cy="4351338"/>
              </a:xfrm>
              <a:blipFill>
                <a:blip r:embed="rId2"/>
                <a:stretch>
                  <a:fillRect l="-1281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2CE986A-B554-AA06-9228-33C4846C7A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2" t="37243" r="51523" b="27160"/>
          <a:stretch/>
        </p:blipFill>
        <p:spPr>
          <a:xfrm>
            <a:off x="8559458" y="1825625"/>
            <a:ext cx="2363970" cy="331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070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34FF4-81A2-F915-8D93-01DFD0851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F128A9-BC80-979D-D27B-849C240603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9135"/>
                <a:ext cx="6667831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Training/Fine-tuning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number of Encoder/Decoder Layers</a:t>
                </a:r>
              </a:p>
              <a:p>
                <a:endParaRPr lang="en-US" dirty="0"/>
              </a:p>
              <a:p>
                <a:r>
                  <a:rPr lang="en-US" dirty="0"/>
                  <a:t>Need to store</a:t>
                </a:r>
              </a:p>
              <a:p>
                <a:pPr lvl="1"/>
                <a:r>
                  <a:rPr lang="en-US" dirty="0"/>
                  <a:t>Projection matrices for each Transformer block and their gradients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Concatenate Output matrices for each Transformer block and their gradients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Feedforward weights for each Transformer block and their gradients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All</a:t>
                </a:r>
                <a:r>
                  <a:rPr lang="en-US" dirty="0"/>
                  <a:t> Inputs/Activations need to be stored at any given time (to create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output of layers, etc.)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F128A9-BC80-979D-D27B-849C240603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9135"/>
                <a:ext cx="6667831" cy="4351338"/>
              </a:xfrm>
              <a:blipFill>
                <a:blip r:embed="rId2"/>
                <a:stretch>
                  <a:fillRect l="-1281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2CE986A-B554-AA06-9228-33C4846C7A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2" t="37243" r="51523" b="27160"/>
          <a:stretch/>
        </p:blipFill>
        <p:spPr>
          <a:xfrm>
            <a:off x="8559458" y="1825625"/>
            <a:ext cx="2363970" cy="331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466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95A4C-80AB-E3AF-ACD1-9E3EA2857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CCF18-AAF6-4CA3-DE67-72207B792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Why do we need to store ALL Inputs/Activations?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72770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95A4C-80AB-E3AF-ACD1-9E3EA2857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CCF18-AAF6-4CA3-DE67-72207B792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we need to store ALL Inputs/Activations? Recall from CNN.</a:t>
            </a:r>
          </a:p>
          <a:p>
            <a:r>
              <a:rPr lang="en-US" dirty="0"/>
              <a:t>Here, we need matrix multiplications instead of Conv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B7C642-2E14-CD4D-BA52-ABB08E968554}"/>
              </a:ext>
            </a:extLst>
          </p:cNvPr>
          <p:cNvGrpSpPr/>
          <p:nvPr/>
        </p:nvGrpSpPr>
        <p:grpSpPr>
          <a:xfrm>
            <a:off x="10255530" y="3802932"/>
            <a:ext cx="484941" cy="375327"/>
            <a:chOff x="2303098" y="3253400"/>
            <a:chExt cx="484941" cy="37532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5DDECCA-21D1-8D37-B45D-E6BDACC7FCF5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B4CBC15-B906-6995-2C9E-20DECE66B1B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57A4459-CB7B-AA9A-A6D1-FD126CD8F618}"/>
              </a:ext>
            </a:extLst>
          </p:cNvPr>
          <p:cNvGrpSpPr/>
          <p:nvPr/>
        </p:nvGrpSpPr>
        <p:grpSpPr>
          <a:xfrm>
            <a:off x="10326558" y="4736508"/>
            <a:ext cx="439846" cy="375327"/>
            <a:chOff x="2348193" y="3253400"/>
            <a:chExt cx="439846" cy="37532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D2513F4-0BEA-2E9E-9518-7C0151D35E08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293B6D4-2C81-8664-6939-C9E4EB6A2C5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218C0D-0EB9-AAE3-48B0-ECD86ED6DEDC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10498001" y="4178259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98B40E-1057-A6FA-8ED8-D3CBAEA45093}"/>
              </a:ext>
            </a:extLst>
          </p:cNvPr>
          <p:cNvGrpSpPr/>
          <p:nvPr/>
        </p:nvGrpSpPr>
        <p:grpSpPr>
          <a:xfrm>
            <a:off x="8285889" y="3551594"/>
            <a:ext cx="1059735" cy="896233"/>
            <a:chOff x="1792466" y="2749256"/>
            <a:chExt cx="1059735" cy="89623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2C573EB-39F2-7AE4-ED6B-5A48018939B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CAE0614-23B3-9C40-FBB3-30DE3CA66532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CCD8189-7C2B-648C-B685-8E646D4AC438}"/>
              </a:ext>
            </a:extLst>
          </p:cNvPr>
          <p:cNvGrpSpPr/>
          <p:nvPr/>
        </p:nvGrpSpPr>
        <p:grpSpPr>
          <a:xfrm>
            <a:off x="4681995" y="3551593"/>
            <a:ext cx="1059735" cy="896233"/>
            <a:chOff x="1792466" y="2749256"/>
            <a:chExt cx="1059735" cy="8962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681A469-252B-5386-64FB-63D8309B8FB6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D05534B-B148-98BF-EEC0-92F2801A16B8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8EDBE33-F135-BB47-DC82-DC241F1E5DD0}"/>
              </a:ext>
            </a:extLst>
          </p:cNvPr>
          <p:cNvGrpSpPr/>
          <p:nvPr/>
        </p:nvGrpSpPr>
        <p:grpSpPr>
          <a:xfrm>
            <a:off x="5917063" y="3365725"/>
            <a:ext cx="1468490" cy="1325563"/>
            <a:chOff x="1792466" y="2749256"/>
            <a:chExt cx="1468490" cy="13255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7DF0010-B5AC-7C9E-A953-FCD53B800F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E73B017-245C-68B9-FDAA-2860CBC75520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466538E-534E-A85B-C459-A05EF4D6AACE}"/>
              </a:ext>
            </a:extLst>
          </p:cNvPr>
          <p:cNvSpPr txBox="1"/>
          <p:nvPr/>
        </p:nvSpPr>
        <p:spPr>
          <a:xfrm>
            <a:off x="7687209" y="377690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F2B7631-4D65-2AD3-3003-491B9C09496C}"/>
              </a:ext>
            </a:extLst>
          </p:cNvPr>
          <p:cNvGrpSpPr/>
          <p:nvPr/>
        </p:nvGrpSpPr>
        <p:grpSpPr>
          <a:xfrm>
            <a:off x="1393562" y="3551594"/>
            <a:ext cx="1059735" cy="896233"/>
            <a:chOff x="1792466" y="2749256"/>
            <a:chExt cx="1059735" cy="89623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5ACD725-34C5-3D05-BB03-796A41DD58B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94433AC-010A-121B-457A-3D137B13168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097CED-DD9A-19A1-5013-69B003CE3C66}"/>
              </a:ext>
            </a:extLst>
          </p:cNvPr>
          <p:cNvGrpSpPr/>
          <p:nvPr/>
        </p:nvGrpSpPr>
        <p:grpSpPr>
          <a:xfrm>
            <a:off x="2852571" y="3298788"/>
            <a:ext cx="1468490" cy="1325563"/>
            <a:chOff x="1792466" y="2749256"/>
            <a:chExt cx="1468490" cy="132556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39D8826-0DC7-F5F0-FD45-E072FB5F205D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40633F0-5BF7-7516-EDB8-87DBF86376DB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6EDD87-9499-186F-4DDB-57F64B50C521}"/>
                  </a:ext>
                </a:extLst>
              </p:cNvPr>
              <p:cNvSpPr txBox="1"/>
              <p:nvPr/>
            </p:nvSpPr>
            <p:spPr>
              <a:xfrm>
                <a:off x="1986022" y="6089911"/>
                <a:ext cx="5320239" cy="676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6EDD87-9499-186F-4DDB-57F64B50C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022" y="6089911"/>
                <a:ext cx="5320239" cy="6765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DC248D36-08F9-2C4E-E111-9BA18F3ED47C}"/>
              </a:ext>
            </a:extLst>
          </p:cNvPr>
          <p:cNvCxnSpPr>
            <a:stCxn id="25" idx="0"/>
            <a:endCxn id="22" idx="0"/>
          </p:cNvCxnSpPr>
          <p:nvPr/>
        </p:nvCxnSpPr>
        <p:spPr>
          <a:xfrm rot="16200000" flipH="1" flipV="1">
            <a:off x="2628720" y="2593498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4E92A1FB-6100-D647-CB9D-FC4F146B460F}"/>
              </a:ext>
            </a:extLst>
          </p:cNvPr>
          <p:cNvCxnSpPr>
            <a:cxnSpLocks/>
            <a:stCxn id="18" idx="0"/>
            <a:endCxn id="25" idx="0"/>
          </p:cNvCxnSpPr>
          <p:nvPr/>
        </p:nvCxnSpPr>
        <p:spPr>
          <a:xfrm rot="16200000" flipV="1">
            <a:off x="5085594" y="1800011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3D00E6E1-0A2F-BDB5-48C5-7B11EB7D7D37}"/>
              </a:ext>
            </a:extLst>
          </p:cNvPr>
          <p:cNvCxnSpPr>
            <a:cxnSpLocks/>
            <a:endCxn id="18" idx="0"/>
          </p:cNvCxnSpPr>
          <p:nvPr/>
        </p:nvCxnSpPr>
        <p:spPr>
          <a:xfrm rot="10800000">
            <a:off x="6651309" y="3365725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5694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A137-3ED5-8588-7CF4-FA5C3910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 – Going Deeper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FFA4E-9034-CA42-1A31-E995A88FB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Excellent paper that explains the memory requirements by Microsoft Research</a:t>
            </a:r>
          </a:p>
          <a:p>
            <a:pPr lvl="1"/>
            <a:r>
              <a:rPr lang="en-US" dirty="0" err="1"/>
              <a:t>Rajbhandari</a:t>
            </a:r>
            <a:r>
              <a:rPr lang="en-US" dirty="0"/>
              <a:t>, S., </a:t>
            </a:r>
            <a:r>
              <a:rPr lang="en-US" dirty="0" err="1"/>
              <a:t>Rasley</a:t>
            </a:r>
            <a:r>
              <a:rPr lang="en-US" dirty="0"/>
              <a:t>, J., </a:t>
            </a:r>
            <a:r>
              <a:rPr lang="en-US" dirty="0" err="1"/>
              <a:t>Ruwase</a:t>
            </a:r>
            <a:r>
              <a:rPr lang="en-US" dirty="0"/>
              <a:t>, O., &amp; He, Y. (2020, November). </a:t>
            </a:r>
            <a:r>
              <a:rPr lang="en-US" b="1" i="1" dirty="0"/>
              <a:t>Zero: Memory optimizations toward training trillion parameter models.</a:t>
            </a:r>
            <a:r>
              <a:rPr lang="en-US" dirty="0"/>
              <a:t> In </a:t>
            </a:r>
            <a:r>
              <a:rPr lang="en-US" i="1" dirty="0"/>
              <a:t>SC20: International Conference for High Performance Computing, Networking, Storage and Analysis</a:t>
            </a:r>
            <a:r>
              <a:rPr lang="en-US" dirty="0"/>
              <a:t> (pp. 1-16). IEEE.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4095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3724C-D5A8-A11C-669D-66676333A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 – Going Deeper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9884E-98BC-0430-B2C8-BA24A910F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from the paper</a:t>
            </a:r>
          </a:p>
          <a:p>
            <a:endParaRPr lang="en-US" dirty="0"/>
          </a:p>
          <a:p>
            <a:r>
              <a:rPr lang="en-US" dirty="0"/>
              <a:t>Consider 1.5 Billion parameter GPT-2 model.</a:t>
            </a:r>
          </a:p>
          <a:p>
            <a:pPr lvl="1"/>
            <a:r>
              <a:rPr lang="en-US" dirty="0"/>
              <a:t>Each parameter requires 2 bytes</a:t>
            </a:r>
          </a:p>
          <a:p>
            <a:pPr lvl="1"/>
            <a:endParaRPr lang="en-US" dirty="0"/>
          </a:p>
          <a:p>
            <a:r>
              <a:rPr lang="en-US" dirty="0"/>
              <a:t>Total memory needed for the parameters</a:t>
            </a:r>
            <a:r>
              <a:rPr lang="en-US" dirty="0">
                <a:solidFill>
                  <a:srgbClr val="FF0000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4416506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3724C-D5A8-A11C-669D-66676333A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 – Going Deeper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9884E-98BC-0430-B2C8-BA24A910F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from the paper</a:t>
            </a:r>
          </a:p>
          <a:p>
            <a:endParaRPr lang="en-US" dirty="0"/>
          </a:p>
          <a:p>
            <a:r>
              <a:rPr lang="en-US" dirty="0"/>
              <a:t>Consider 1.5 Billion parameter GPT-2 model.</a:t>
            </a:r>
          </a:p>
          <a:p>
            <a:pPr lvl="1"/>
            <a:r>
              <a:rPr lang="en-US" dirty="0"/>
              <a:t>Each parameter requires 2 bytes</a:t>
            </a:r>
          </a:p>
          <a:p>
            <a:pPr lvl="1"/>
            <a:endParaRPr lang="en-US" dirty="0"/>
          </a:p>
          <a:p>
            <a:r>
              <a:rPr lang="en-US" dirty="0"/>
              <a:t>Total memory needed for the parameters</a:t>
            </a:r>
            <a:r>
              <a:rPr lang="en-US" dirty="0">
                <a:solidFill>
                  <a:srgbClr val="FF0000"/>
                </a:solidFill>
              </a:rPr>
              <a:t> – 3 GB</a:t>
            </a:r>
          </a:p>
        </p:txBody>
      </p:sp>
    </p:spTree>
    <p:extLst>
      <p:ext uri="{BB962C8B-B14F-4D97-AF65-F5344CB8AC3E}">
        <p14:creationId xmlns:p14="http://schemas.microsoft.com/office/powerpoint/2010/main" val="9669393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9177-D310-F250-1556-EF955C07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 – Going Deeper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9DD57-3078-5521-9A1A-0994334A9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GPU with 32 GB memory</a:t>
            </a:r>
          </a:p>
          <a:p>
            <a:endParaRPr lang="en-US" dirty="0"/>
          </a:p>
          <a:p>
            <a:r>
              <a:rPr lang="en-US" dirty="0"/>
              <a:t>Consider the GPT model that requires 3 GB memory.</a:t>
            </a:r>
          </a:p>
          <a:p>
            <a:endParaRPr lang="en-US" dirty="0"/>
          </a:p>
          <a:p>
            <a:r>
              <a:rPr lang="en-US" dirty="0"/>
              <a:t>Can we train it on the GPU</a:t>
            </a:r>
            <a:r>
              <a:rPr lang="en-US" dirty="0">
                <a:solidFill>
                  <a:srgbClr val="FF0000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16302158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9177-D310-F250-1556-EF955C07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 – Going Deeper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9DD57-3078-5521-9A1A-0994334A9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GPU with 32 GB memory</a:t>
            </a:r>
          </a:p>
          <a:p>
            <a:endParaRPr lang="en-US" dirty="0"/>
          </a:p>
          <a:p>
            <a:r>
              <a:rPr lang="en-US" dirty="0"/>
              <a:t>Consider the GPT model that requires 3 GB memory.</a:t>
            </a:r>
          </a:p>
          <a:p>
            <a:endParaRPr lang="en-US" dirty="0"/>
          </a:p>
          <a:p>
            <a:r>
              <a:rPr lang="en-US" dirty="0"/>
              <a:t>Can we train it on the GPU</a:t>
            </a:r>
            <a:r>
              <a:rPr lang="en-US" dirty="0">
                <a:solidFill>
                  <a:srgbClr val="FF0000"/>
                </a:solidFill>
              </a:rPr>
              <a:t> – No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Optimizer states and residual memory consume a </a:t>
            </a:r>
            <a:r>
              <a:rPr lang="en-US">
                <a:solidFill>
                  <a:srgbClr val="FF0000"/>
                </a:solidFill>
              </a:rPr>
              <a:t>significant portion </a:t>
            </a:r>
            <a:r>
              <a:rPr lang="en-US" dirty="0">
                <a:solidFill>
                  <a:srgbClr val="FF0000"/>
                </a:solidFill>
              </a:rPr>
              <a:t>of memory</a:t>
            </a:r>
          </a:p>
        </p:txBody>
      </p:sp>
    </p:spTree>
    <p:extLst>
      <p:ext uri="{BB962C8B-B14F-4D97-AF65-F5344CB8AC3E}">
        <p14:creationId xmlns:p14="http://schemas.microsoft.com/office/powerpoint/2010/main" val="5935620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A5DAE-8B1E-A430-D03C-538F20C1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 – Going Deeper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ABA97-5192-D331-7552-C221304511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 model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parameters, with ADAM optimizer</a:t>
                </a:r>
              </a:p>
              <a:p>
                <a:endParaRPr lang="en-US" dirty="0"/>
              </a:p>
              <a:p>
                <a:r>
                  <a:rPr lang="en-US" dirty="0"/>
                  <a:t>Memory for parameters: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bytes</a:t>
                </a:r>
              </a:p>
              <a:p>
                <a:endParaRPr lang="en-US" dirty="0"/>
              </a:p>
              <a:p>
                <a:r>
                  <a:rPr lang="en-US" dirty="0"/>
                  <a:t>Memory for gradients: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bytes</a:t>
                </a:r>
              </a:p>
              <a:p>
                <a:endParaRPr lang="en-US" dirty="0"/>
              </a:p>
              <a:p>
                <a:r>
                  <a:rPr lang="en-US" dirty="0"/>
                  <a:t>For our GPT model this (gradients, parameters) is 6 GB.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ABA97-5192-D331-7552-C221304511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94926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A5DAE-8B1E-A430-D03C-538F20C1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 – Going Deeper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ABA97-5192-D331-7552-C221304511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Consider a model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parameters, with ADAM optimizer</a:t>
                </a:r>
              </a:p>
              <a:p>
                <a:endParaRPr lang="en-US" dirty="0"/>
              </a:p>
              <a:p>
                <a:r>
                  <a:rPr lang="en-US" dirty="0"/>
                  <a:t>Memory to store parameters for ADAM optimizer state 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bytes (floating points stored for improved precision)</a:t>
                </a:r>
              </a:p>
              <a:p>
                <a:endParaRPr lang="en-US" dirty="0"/>
              </a:p>
              <a:p>
                <a:r>
                  <a:rPr lang="en-US" dirty="0"/>
                  <a:t>Memory to store momentum for ADAM: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bytes</a:t>
                </a:r>
              </a:p>
              <a:p>
                <a:endParaRPr lang="en-US" dirty="0"/>
              </a:p>
              <a:p>
                <a:r>
                  <a:rPr lang="en-US" dirty="0"/>
                  <a:t>Memory to store variance for ADAM optimizer state 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bytes</a:t>
                </a:r>
              </a:p>
              <a:p>
                <a:endParaRPr lang="en-US" dirty="0"/>
              </a:p>
              <a:p>
                <a:r>
                  <a:rPr lang="en-US" dirty="0"/>
                  <a:t>For our GPT model this (optimizer states) is 12 x 1.5 GB = 18 GB.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ABA97-5192-D331-7552-C221304511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580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09991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9A03B-B7C1-365F-CCBF-F36C8C76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 – Going Deeper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D8C8CF-F864-6ABA-25EB-7016D1539A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So, total memory requirement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𝐾𝑃</m:t>
                    </m:r>
                  </m:oMath>
                </a14:m>
                <a:r>
                  <a:rPr lang="en-US" dirty="0"/>
                  <a:t> bytes,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the memory requirement factor due to the optimizer</a:t>
                </a:r>
              </a:p>
              <a:p>
                <a:endParaRPr lang="en-US" dirty="0"/>
              </a:p>
              <a:p>
                <a:r>
                  <a:rPr lang="en-US" dirty="0"/>
                  <a:t>In our example,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/>
                  <a:t>, so total memory needed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dirty="0"/>
                  <a:t> GB</a:t>
                </a:r>
              </a:p>
              <a:p>
                <a:endParaRPr lang="en-US" dirty="0"/>
              </a:p>
              <a:p>
                <a:r>
                  <a:rPr lang="en-US" dirty="0"/>
                  <a:t>Other memory requirements</a:t>
                </a:r>
              </a:p>
              <a:p>
                <a:pPr lvl="1"/>
                <a:r>
                  <a:rPr lang="en-US" dirty="0"/>
                  <a:t>Activations</a:t>
                </a:r>
              </a:p>
              <a:p>
                <a:pPr lvl="1"/>
                <a:r>
                  <a:rPr lang="en-US" dirty="0"/>
                  <a:t>Temporary buffers</a:t>
                </a:r>
              </a:p>
              <a:p>
                <a:pPr lvl="1"/>
                <a:r>
                  <a:rPr lang="en-US" dirty="0"/>
                  <a:t>Memory fragmentation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D8C8CF-F864-6ABA-25EB-7016D1539A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01682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B6BF8-C45D-7A8F-00FB-471D37A96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Requirements – Going Deeper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2E3DD-64C6-03B4-9286-5D14A0489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for Activations</a:t>
            </a:r>
          </a:p>
          <a:p>
            <a:endParaRPr lang="en-US" dirty="0"/>
          </a:p>
          <a:p>
            <a:r>
              <a:rPr lang="en-US" dirty="0"/>
              <a:t>Our GPT model with 1K sequence length and batch size of 32 will require 60 GB (equation provided in the paper)</a:t>
            </a:r>
          </a:p>
        </p:txBody>
      </p:sp>
    </p:spTree>
    <p:extLst>
      <p:ext uri="{BB962C8B-B14F-4D97-AF65-F5344CB8AC3E}">
        <p14:creationId xmlns:p14="http://schemas.microsoft.com/office/powerpoint/2010/main" val="23069709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48F4-77A2-FA5F-7902-4BBA59CCB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Accelerating Transformer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086CEF-3451-4EEB-1538-4132683AD8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To summarize</a:t>
                </a:r>
              </a:p>
              <a:p>
                <a:endParaRPr lang="en-US" dirty="0"/>
              </a:p>
              <a:p>
                <a:r>
                  <a:rPr lang="en-US" dirty="0"/>
                  <a:t>Learnable Parameters – Projection matrices, feedforward networks consume memory </a:t>
                </a:r>
              </a:p>
              <a:p>
                <a:endParaRPr lang="en-US" dirty="0"/>
              </a:p>
              <a:p>
                <a:r>
                  <a:rPr lang="en-US" dirty="0"/>
                  <a:t>Inputs and activations consume memory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However, in practice the temporary matrix that we create by the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has the biggest memory footprint.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.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This is what we will focus in this class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086CEF-3451-4EEB-1538-4132683AD8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04634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F193B-9E4D-2587-CF38-C6A6A2DCA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Accelerating Transformer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09CAF-89A7-D065-A863-778DBB27B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Ungraded HW assignment</a:t>
            </a:r>
          </a:p>
          <a:p>
            <a:endParaRPr lang="en-US" dirty="0"/>
          </a:p>
          <a:p>
            <a:r>
              <a:rPr lang="en-US" dirty="0"/>
              <a:t>Read the Microsoft Paper and understand as much as you can</a:t>
            </a:r>
          </a:p>
          <a:p>
            <a:endParaRPr lang="en-US" dirty="0"/>
          </a:p>
          <a:p>
            <a:r>
              <a:rPr lang="en-US" dirty="0"/>
              <a:t>We did not have time to go into it detail now. We will revisit this paper and related optimizations when we do distributed training.</a:t>
            </a:r>
          </a:p>
        </p:txBody>
      </p:sp>
    </p:spTree>
    <p:extLst>
      <p:ext uri="{BB962C8B-B14F-4D97-AF65-F5344CB8AC3E}">
        <p14:creationId xmlns:p14="http://schemas.microsoft.com/office/powerpoint/2010/main" val="1967599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3455-0213-58F7-454C-D2DE30CEB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Accelerating Transformer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EC969-2C91-5495-10B4-6E9CE4C00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Approaches for Accelerating LLMs</a:t>
            </a:r>
          </a:p>
          <a:p>
            <a:endParaRPr lang="en-US" dirty="0"/>
          </a:p>
          <a:p>
            <a:r>
              <a:rPr lang="en-US" dirty="0"/>
              <a:t>Tiled attention calculation to improve cache reuse: </a:t>
            </a:r>
            <a:r>
              <a:rPr lang="en-US" dirty="0" err="1"/>
              <a:t>Flashattention</a:t>
            </a:r>
            <a:endParaRPr lang="en-US" dirty="0"/>
          </a:p>
          <a:p>
            <a:r>
              <a:rPr lang="en-US" dirty="0"/>
              <a:t>Sparsity to reduce the number of attentions or quantization</a:t>
            </a:r>
          </a:p>
          <a:p>
            <a:r>
              <a:rPr lang="en-US" dirty="0"/>
              <a:t>Brief Overview of Other techniques: Kernel methods, alternates to attention for sequence modeling, KV Caching</a:t>
            </a:r>
          </a:p>
          <a:p>
            <a:r>
              <a:rPr lang="en-US" dirty="0"/>
              <a:t>Distributed Training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2761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10/23 </a:t>
            </a:r>
            <a:r>
              <a:rPr lang="en-US" dirty="0"/>
              <a:t>Lecture 16</a:t>
            </a:r>
          </a:p>
          <a:p>
            <a:pPr lvl="1"/>
            <a:r>
              <a:rPr lang="en-US" dirty="0"/>
              <a:t>Accelerating Transformer Model: Sparsity </a:t>
            </a:r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5378</TotalTime>
  <Words>2812</Words>
  <Application>Microsoft Office PowerPoint</Application>
  <PresentationFormat>Widescreen</PresentationFormat>
  <Paragraphs>644</Paragraphs>
  <Slides>74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9" baseType="lpstr"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Announcements</vt:lpstr>
      <vt:lpstr>Outline</vt:lpstr>
      <vt:lpstr>Transformer Based Models</vt:lpstr>
      <vt:lpstr>Transformer Models</vt:lpstr>
      <vt:lpstr>Transformer Models</vt:lpstr>
      <vt:lpstr>Transformer Models</vt:lpstr>
      <vt:lpstr>Transformer Models - Encoder</vt:lpstr>
      <vt:lpstr>Transformer Models - Decoder</vt:lpstr>
      <vt:lpstr>Transformer Models - Inference</vt:lpstr>
      <vt:lpstr>Transformer Models - Inference</vt:lpstr>
      <vt:lpstr>Transformer Models - Inference</vt:lpstr>
      <vt:lpstr>Transformer Models - Inference</vt:lpstr>
      <vt:lpstr>Transformer Models - Inference</vt:lpstr>
      <vt:lpstr>Transformer Models - Inference</vt:lpstr>
      <vt:lpstr>Transformer Models - Inference</vt:lpstr>
      <vt:lpstr>Transformer Models - Inference</vt:lpstr>
      <vt:lpstr>Transformer Models - Inference</vt:lpstr>
      <vt:lpstr>Transformer Models - Inference</vt:lpstr>
      <vt:lpstr>Transformer Models - Inference</vt:lpstr>
      <vt:lpstr>Transformer Models - Inference</vt:lpstr>
      <vt:lpstr>Transformer Model Types</vt:lpstr>
      <vt:lpstr>Transformer Models - Encoder</vt:lpstr>
      <vt:lpstr>Transformer Models - Decoder</vt:lpstr>
      <vt:lpstr>Transformer Encoder Block </vt:lpstr>
      <vt:lpstr>Attention Mechanism</vt:lpstr>
      <vt:lpstr>Attention Mechanism</vt:lpstr>
      <vt:lpstr>Attention Mechanism</vt:lpstr>
      <vt:lpstr>Attention Mechanism</vt:lpstr>
      <vt:lpstr>Attention Mechanism</vt:lpstr>
      <vt:lpstr>Attention Mechanism</vt:lpstr>
      <vt:lpstr>Attention Mechanism</vt:lpstr>
      <vt:lpstr>Multi-Headed Attention</vt:lpstr>
      <vt:lpstr>Multi-Headed Attention</vt:lpstr>
      <vt:lpstr>Multi-Headed Attention</vt:lpstr>
      <vt:lpstr>Multi-Headed Attention</vt:lpstr>
      <vt:lpstr>Multi-Headed Attention</vt:lpstr>
      <vt:lpstr>Multi-Headed Attention</vt:lpstr>
      <vt:lpstr>Multi-Headed Attention</vt:lpstr>
      <vt:lpstr>Multi-Headed Attention</vt:lpstr>
      <vt:lpstr>Multi-Headed Attention</vt:lpstr>
      <vt:lpstr>Multi-Headed Attention</vt:lpstr>
      <vt:lpstr>Multi-Headed Attention</vt:lpstr>
      <vt:lpstr>Multi-Headed Attention</vt:lpstr>
      <vt:lpstr>Multi-head Attention</vt:lpstr>
      <vt:lpstr>Transformer Block </vt:lpstr>
      <vt:lpstr>Feed-Forward Network</vt:lpstr>
      <vt:lpstr>Computationally</vt:lpstr>
      <vt:lpstr>Transformer Decoder Block </vt:lpstr>
      <vt:lpstr>Outline</vt:lpstr>
      <vt:lpstr>Learnable Parameters</vt:lpstr>
      <vt:lpstr>Matrix Multiplication Operations</vt:lpstr>
      <vt:lpstr>Matrix Multiplication Operations</vt:lpstr>
      <vt:lpstr>Memory Requirements</vt:lpstr>
      <vt:lpstr>Memory Requirements</vt:lpstr>
      <vt:lpstr>Memory Requirements</vt:lpstr>
      <vt:lpstr>Memory Requirements</vt:lpstr>
      <vt:lpstr>Memory Requirements</vt:lpstr>
      <vt:lpstr>Memory Requirements</vt:lpstr>
      <vt:lpstr>Memory Requirements – Going Deeper</vt:lpstr>
      <vt:lpstr>Memory Requirements – Going Deeper</vt:lpstr>
      <vt:lpstr>Memory Requirements – Going Deeper</vt:lpstr>
      <vt:lpstr>Memory Requirements – Going Deeper</vt:lpstr>
      <vt:lpstr>Memory Requirements – Going Deeper</vt:lpstr>
      <vt:lpstr>Memory Requirements – Going Deeper</vt:lpstr>
      <vt:lpstr>Memory Requirements – Going Deeper</vt:lpstr>
      <vt:lpstr>Memory Requirements – Going Deeper</vt:lpstr>
      <vt:lpstr>Memory Requirements – Going Deeper</vt:lpstr>
      <vt:lpstr>Accelerating Transformer Models</vt:lpstr>
      <vt:lpstr>Accelerating Transformer Models</vt:lpstr>
      <vt:lpstr>Accelerating Transformer Models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100</cp:revision>
  <dcterms:created xsi:type="dcterms:W3CDTF">2022-08-26T11:47:57Z</dcterms:created>
  <dcterms:modified xsi:type="dcterms:W3CDTF">2026-02-15T20:45:26Z</dcterms:modified>
</cp:coreProperties>
</file>
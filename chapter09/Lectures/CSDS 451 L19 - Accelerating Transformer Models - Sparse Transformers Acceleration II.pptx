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6" r:id="rId2"/>
    <p:sldId id="1568" r:id="rId3"/>
    <p:sldId id="1709" r:id="rId4"/>
    <p:sldId id="1740" r:id="rId5"/>
    <p:sldId id="1741" r:id="rId6"/>
    <p:sldId id="1719" r:id="rId7"/>
    <p:sldId id="1725" r:id="rId8"/>
    <p:sldId id="1575" r:id="rId9"/>
    <p:sldId id="1576" r:id="rId10"/>
    <p:sldId id="1577" r:id="rId11"/>
    <p:sldId id="1578" r:id="rId12"/>
    <p:sldId id="1598" r:id="rId13"/>
    <p:sldId id="1726" r:id="rId14"/>
    <p:sldId id="1728" r:id="rId15"/>
    <p:sldId id="1727" r:id="rId16"/>
    <p:sldId id="1625" r:id="rId17"/>
    <p:sldId id="1600" r:id="rId18"/>
    <p:sldId id="1735" r:id="rId19"/>
    <p:sldId id="1608" r:id="rId20"/>
    <p:sldId id="1609" r:id="rId21"/>
    <p:sldId id="1611" r:id="rId22"/>
    <p:sldId id="1610" r:id="rId23"/>
    <p:sldId id="1620" r:id="rId24"/>
    <p:sldId id="1621" r:id="rId25"/>
    <p:sldId id="1623" r:id="rId26"/>
    <p:sldId id="1624" r:id="rId27"/>
    <p:sldId id="1637" r:id="rId28"/>
    <p:sldId id="1622" r:id="rId29"/>
    <p:sldId id="1633" r:id="rId30"/>
    <p:sldId id="1634" r:id="rId31"/>
    <p:sldId id="1635" r:id="rId32"/>
    <p:sldId id="1742" r:id="rId33"/>
    <p:sldId id="1744" r:id="rId34"/>
    <p:sldId id="1769" r:id="rId35"/>
    <p:sldId id="1770" r:id="rId36"/>
    <p:sldId id="1745" r:id="rId37"/>
    <p:sldId id="1746" r:id="rId38"/>
    <p:sldId id="1747" r:id="rId39"/>
    <p:sldId id="1748" r:id="rId40"/>
    <p:sldId id="1749" r:id="rId41"/>
    <p:sldId id="1750" r:id="rId42"/>
    <p:sldId id="1751" r:id="rId43"/>
    <p:sldId id="1752" r:id="rId44"/>
    <p:sldId id="1753" r:id="rId45"/>
    <p:sldId id="1636" r:id="rId46"/>
    <p:sldId id="1754" r:id="rId47"/>
    <p:sldId id="1638" r:id="rId48"/>
    <p:sldId id="1639" r:id="rId49"/>
    <p:sldId id="1640" r:id="rId50"/>
    <p:sldId id="1641" r:id="rId51"/>
    <p:sldId id="1642" r:id="rId52"/>
    <p:sldId id="1643" r:id="rId53"/>
    <p:sldId id="1755" r:id="rId54"/>
    <p:sldId id="1756" r:id="rId55"/>
    <p:sldId id="1743" r:id="rId56"/>
    <p:sldId id="1757" r:id="rId57"/>
    <p:sldId id="1758" r:id="rId58"/>
    <p:sldId id="1646" r:id="rId59"/>
    <p:sldId id="1647" r:id="rId60"/>
    <p:sldId id="1648" r:id="rId61"/>
    <p:sldId id="1649" r:id="rId62"/>
    <p:sldId id="1650" r:id="rId63"/>
    <p:sldId id="1651" r:id="rId64"/>
    <p:sldId id="1652" r:id="rId65"/>
    <p:sldId id="1653" r:id="rId66"/>
    <p:sldId id="1654" r:id="rId67"/>
    <p:sldId id="1657" r:id="rId68"/>
    <p:sldId id="1658" r:id="rId69"/>
    <p:sldId id="1659" r:id="rId70"/>
    <p:sldId id="1660" r:id="rId71"/>
    <p:sldId id="1661" r:id="rId72"/>
    <p:sldId id="1662" r:id="rId73"/>
    <p:sldId id="1663" r:id="rId74"/>
    <p:sldId id="1664" r:id="rId75"/>
    <p:sldId id="1762" r:id="rId76"/>
    <p:sldId id="1764" r:id="rId77"/>
    <p:sldId id="1763" r:id="rId78"/>
    <p:sldId id="1765" r:id="rId79"/>
    <p:sldId id="1766" r:id="rId80"/>
    <p:sldId id="1767" r:id="rId81"/>
    <p:sldId id="1768" r:id="rId82"/>
    <p:sldId id="1669" r:id="rId83"/>
    <p:sldId id="1670" r:id="rId84"/>
    <p:sldId id="1671" r:id="rId85"/>
    <p:sldId id="1672" r:id="rId86"/>
    <p:sldId id="1673" r:id="rId87"/>
    <p:sldId id="1674" r:id="rId88"/>
    <p:sldId id="1675" r:id="rId89"/>
    <p:sldId id="1676" r:id="rId90"/>
    <p:sldId id="1678" r:id="rId91"/>
    <p:sldId id="1677" r:id="rId92"/>
    <p:sldId id="1679" r:id="rId93"/>
    <p:sldId id="1680" r:id="rId94"/>
    <p:sldId id="1681" r:id="rId95"/>
    <p:sldId id="1682" r:id="rId96"/>
    <p:sldId id="1683" r:id="rId97"/>
    <p:sldId id="1684" r:id="rId98"/>
    <p:sldId id="1685" r:id="rId99"/>
    <p:sldId id="1686" r:id="rId100"/>
    <p:sldId id="1759" r:id="rId101"/>
    <p:sldId id="1551" r:id="rId102"/>
    <p:sldId id="391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23ADB-01A6-4771-9E42-531FD7D5D6F0}" v="594" dt="2025-11-04T15:13:39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93" autoAdjust="0"/>
  </p:normalViewPr>
  <p:slideViewPr>
    <p:cSldViewPr snapToGrid="0">
      <p:cViewPr varScale="1">
        <p:scale>
          <a:sx n="82" d="100"/>
          <a:sy n="82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590864D2-7087-446D-894D-84189D75E730}"/>
    <pc:docChg chg="custSel addSld delSld modSld sldOrd">
      <pc:chgData name="Sanmukh Kuppannagari" userId="ad215094-da36-4b66-9c79-369a17aea26b" providerId="ADAL" clId="{590864D2-7087-446D-894D-84189D75E730}" dt="2025-10-16T14:29:16.424" v="400" actId="20577"/>
      <pc:docMkLst>
        <pc:docMk/>
      </pc:docMkLst>
      <pc:sldChg chg="modSp mod">
        <pc:chgData name="Sanmukh Kuppannagari" userId="ad215094-da36-4b66-9c79-369a17aea26b" providerId="ADAL" clId="{590864D2-7087-446D-894D-84189D75E730}" dt="2025-10-16T13:56:13.020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590864D2-7087-446D-894D-84189D75E730}" dt="2025-10-16T13:56:13.020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3513480161" sldId="380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493727002" sldId="381"/>
        </pc:sldMkLst>
      </pc:sldChg>
      <pc:sldChg chg="modSp mod">
        <pc:chgData name="Sanmukh Kuppannagari" userId="ad215094-da36-4b66-9c79-369a17aea26b" providerId="ADAL" clId="{590864D2-7087-446D-894D-84189D75E730}" dt="2025-10-16T14:27:48.344" v="388" actId="20577"/>
        <pc:sldMkLst>
          <pc:docMk/>
          <pc:sldMk cId="4166039725" sldId="384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2501429446" sldId="386"/>
        </pc:sldMkLst>
      </pc:sldChg>
      <pc:sldChg chg="modSp mod">
        <pc:chgData name="Sanmukh Kuppannagari" userId="ad215094-da36-4b66-9c79-369a17aea26b" providerId="ADAL" clId="{590864D2-7087-446D-894D-84189D75E730}" dt="2025-10-16T14:00:23.828" v="6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590864D2-7087-446D-894D-84189D75E730}" dt="2025-10-16T14:00:24.442" v="10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590864D2-7087-446D-894D-84189D75E730}" dt="2025-10-16T14:28:58.076" v="398" actId="2057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450824982" sldId="55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59582378" sldId="55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523510305" sldId="55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11441787" sldId="554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145942796" sldId="555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313141524" sldId="5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50697364" sldId="5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72668016" sldId="55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28432522" sldId="5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760791464" sldId="560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662026886" sldId="56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825797367" sldId="56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68516173" sldId="56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39360390" sldId="56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590864D2-7087-446D-894D-84189D75E730}" dt="2025-10-16T14:29:16.424" v="40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590864D2-7087-446D-894D-84189D75E730}" dt="2025-10-16T14:29:16.424" v="40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590864D2-7087-446D-894D-84189D75E730}" dt="2025-10-16T14:00:23.907" v="7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590864D2-7087-446D-894D-84189D75E730}" dt="2025-10-16T14:00:24.011" v="8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590864D2-7087-446D-894D-84189D75E730}" dt="2025-10-16T14:00:24.123" v="9" actId="27636"/>
        <pc:sldMkLst>
          <pc:docMk/>
          <pc:sldMk cId="735200732" sldId="1561"/>
        </pc:sldMkLst>
      </pc:sldChg>
      <pc:sldChg chg="modSp mod">
        <pc:chgData name="Sanmukh Kuppannagari" userId="ad215094-da36-4b66-9c79-369a17aea26b" providerId="ADAL" clId="{590864D2-7087-446D-894D-84189D75E730}" dt="2025-10-16T14:23:20.832" v="273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590864D2-7087-446D-894D-84189D75E730}" dt="2025-10-16T14:23:20.832" v="273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590864D2-7087-446D-894D-84189D75E730}" dt="2025-10-16T14:19:13.233" v="241" actId="47"/>
        <pc:sldMkLst>
          <pc:docMk/>
          <pc:sldMk cId="3292789048" sldId="1569"/>
        </pc:sldMkLst>
      </pc:sldChg>
      <pc:sldChg chg="modSp mod">
        <pc:chgData name="Sanmukh Kuppannagari" userId="ad215094-da36-4b66-9c79-369a17aea26b" providerId="ADAL" clId="{590864D2-7087-446D-894D-84189D75E730}" dt="2025-10-16T14:25:03.555" v="376" actId="207"/>
        <pc:sldMkLst>
          <pc:docMk/>
          <pc:sldMk cId="3123235236" sldId="1570"/>
        </pc:sldMkLst>
      </pc:sldChg>
      <pc:sldChg chg="del ord">
        <pc:chgData name="Sanmukh Kuppannagari" userId="ad215094-da36-4b66-9c79-369a17aea26b" providerId="ADAL" clId="{590864D2-7087-446D-894D-84189D75E730}" dt="2025-10-16T14:23:42.584" v="277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171121697" sldId="1575"/>
        </pc:sldMkLst>
      </pc:sldChg>
      <pc:sldChg chg="modSp add mod">
        <pc:chgData name="Sanmukh Kuppannagari" userId="ad215094-da36-4b66-9c79-369a17aea26b" providerId="ADAL" clId="{590864D2-7087-446D-894D-84189D75E730}" dt="2025-10-16T14:24:13.337" v="372" actId="20577"/>
        <pc:sldMkLst>
          <pc:docMk/>
          <pc:sldMk cId="4196385676" sldId="1654"/>
        </pc:sldMkLst>
      </pc:sldChg>
      <pc:sldChg chg="new 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1642825701" sldId="1655"/>
        </pc:sldMkLst>
      </pc:sldChg>
      <pc:sldChg chg="modSp add del mod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210438729" sldId="1655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510532977" sldId="16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02006251" sldId="1656"/>
        </pc:sldMkLst>
      </pc:sldChg>
      <pc:sldChg chg="modSp add mod">
        <pc:chgData name="Sanmukh Kuppannagari" userId="ad215094-da36-4b66-9c79-369a17aea26b" providerId="ADAL" clId="{590864D2-7087-446D-894D-84189D75E730}" dt="2025-10-16T14:26:25.764" v="379" actId="27636"/>
        <pc:sldMkLst>
          <pc:docMk/>
          <pc:sldMk cId="1536265715" sldId="1657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751539136" sldId="16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441245190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261526272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1215587902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443020848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850483545" sldId="1660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526446536" sldId="1660"/>
        </pc:sldMkLst>
      </pc:sldChg>
      <pc:sldChg chg="modSp add del mod">
        <pc:chgData name="Sanmukh Kuppannagari" userId="ad215094-da36-4b66-9c79-369a17aea26b" providerId="ADAL" clId="{590864D2-7087-446D-894D-84189D75E730}" dt="2025-10-16T14:23:35.306" v="276" actId="47"/>
        <pc:sldMkLst>
          <pc:docMk/>
          <pc:sldMk cId="314716155" sldId="1661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8DA49F4-CD4F-46E0-AB35-D6CB797BE416}"/>
    <pc:docChg chg="undo redo custSel addSld delSld modSld sldOrd">
      <pc:chgData name="Sanmukh Kuppannagari" userId="ad215094-da36-4b66-9c79-369a17aea26b" providerId="ADAL" clId="{18DA49F4-CD4F-46E0-AB35-D6CB797BE416}" dt="2025-11-04T15:13:39.676" v="13857" actId="20577"/>
      <pc:docMkLst>
        <pc:docMk/>
      </pc:docMkLst>
      <pc:sldChg chg="modSp mod">
        <pc:chgData name="Sanmukh Kuppannagari" userId="ad215094-da36-4b66-9c79-369a17aea26b" providerId="ADAL" clId="{18DA49F4-CD4F-46E0-AB35-D6CB797BE416}" dt="2025-11-04T13:09:56.314" v="9285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18DA49F4-CD4F-46E0-AB35-D6CB797BE416}" dt="2025-11-04T13:09:56.314" v="9285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166039725" sldId="384"/>
        </pc:sldMkLst>
      </pc:sldChg>
      <pc:sldChg chg="addSp delSp modSp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306970955" sldId="41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5276164" sldId="418"/>
        </pc:sldMkLst>
      </pc:sldChg>
      <pc:sldChg chg="modSp add del">
        <pc:chgData name="Sanmukh Kuppannagari" userId="ad215094-da36-4b66-9c79-369a17aea26b" providerId="ADAL" clId="{18DA49F4-CD4F-46E0-AB35-D6CB797BE416}" dt="2025-10-30T13:27:31.460" v="8011" actId="47"/>
        <pc:sldMkLst>
          <pc:docMk/>
          <pc:sldMk cId="724930187" sldId="421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59658705" sldId="42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629983926" sldId="42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2973371" sldId="42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753733990" sldId="426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151445815" sldId="427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01899917" sldId="428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944291425" sldId="42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836978265" sldId="430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311539244" sldId="431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78570096" sldId="432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576002580" sldId="433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63207235" sldId="434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990935921" sldId="43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940354538" sldId="436"/>
        </pc:sldMkLst>
      </pc:sldChg>
      <pc:sldChg chg="modSp 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3976867335" sldId="437"/>
        </pc:sldMkLst>
      </pc:sldChg>
      <pc:sldChg chg="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1011520680" sldId="438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893186507" sldId="43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406261468" sldId="440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323582431" sldId="441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565966128" sldId="442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632519047" sldId="44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554119236" sldId="44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73254755" sldId="445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09819789" sldId="446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271664296" sldId="447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100843867" sldId="448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55613574" sldId="44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720382076" sldId="450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4039188923" sldId="451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645858176" sldId="452"/>
        </pc:sldMkLst>
      </pc:sldChg>
      <pc:sldChg chg="modSp add del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454390023" sldId="453"/>
        </pc:sldMkLst>
      </pc:sldChg>
      <pc:sldChg chg="modSp add del mod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974613922" sldId="45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856037237" sldId="456"/>
        </pc:sldMkLst>
      </pc:sldChg>
      <pc:sldChg chg="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659536501" sldId="477"/>
        </pc:sldMkLst>
      </pc:sldChg>
      <pc:sldChg chg="modSp 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18DA49F4-CD4F-46E0-AB35-D6CB797BE416}" dt="2025-10-23T00:19:53.742" v="23" actId="47"/>
        <pc:sldMkLst>
          <pc:docMk/>
          <pc:sldMk cId="1450824982" sldId="551"/>
        </pc:sldMkLst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759582378" sldId="55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523510305" sldId="55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11441787" sldId="554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145942796" sldId="555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313141524" sldId="556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50697364" sldId="5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72668016" sldId="558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728432522" sldId="5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760791464" sldId="560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662026886" sldId="561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825797367" sldId="56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68516173" sldId="56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39360390" sldId="564"/>
        </pc:sldMkLst>
      </pc:sldChg>
      <pc:sldChg chg="add del">
        <pc:chgData name="Sanmukh Kuppannagari" userId="ad215094-da36-4b66-9c79-369a17aea26b" providerId="ADAL" clId="{18DA49F4-CD4F-46E0-AB35-D6CB797BE416}" dt="2025-11-04T13:25:58.787" v="981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18DA49F4-CD4F-46E0-AB35-D6CB797BE416}" dt="2025-11-04T14:29:06.708" v="12415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1-04T14:29:06.708" v="12415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18DA49F4-CD4F-46E0-AB35-D6CB797BE416}" dt="2025-11-04T13:18:45.191" v="9286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18DA49F4-CD4F-46E0-AB35-D6CB797BE416}" dt="2025-11-04T13:18:45.191" v="9286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add del">
        <pc:chgData name="Sanmukh Kuppannagari" userId="ad215094-da36-4b66-9c79-369a17aea26b" providerId="ADAL" clId="{18DA49F4-CD4F-46E0-AB35-D6CB797BE416}" dt="2025-10-30T13:27:28.770" v="8010" actId="47"/>
        <pc:sldMkLst>
          <pc:docMk/>
          <pc:sldMk cId="1310001645" sldId="1569"/>
        </pc:sldMkLst>
      </pc:sldChg>
      <pc:sldChg chg="modSp del">
        <pc:chgData name="Sanmukh Kuppannagari" userId="ad215094-da36-4b66-9c79-369a17aea26b" providerId="ADAL" clId="{18DA49F4-CD4F-46E0-AB35-D6CB797BE416}" dt="2025-10-28T14:09:14.885" v="6503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45698628" sldId="1571"/>
        </pc:sldMkLst>
      </pc:sldChg>
      <pc:sldChg chg="modSp del mod">
        <pc:chgData name="Sanmukh Kuppannagari" userId="ad215094-da36-4b66-9c79-369a17aea26b" providerId="ADAL" clId="{18DA49F4-CD4F-46E0-AB35-D6CB797BE416}" dt="2025-10-23T14:13:07.699" v="4982" actId="47"/>
        <pc:sldMkLst>
          <pc:docMk/>
          <pc:sldMk cId="1878988337" sldId="1572"/>
        </pc:sldMkLst>
      </pc:sldChg>
      <pc:sldChg chg="addSp modSp add del mod">
        <pc:chgData name="Sanmukh Kuppannagari" userId="ad215094-da36-4b66-9c79-369a17aea26b" providerId="ADAL" clId="{18DA49F4-CD4F-46E0-AB35-D6CB797BE416}" dt="2025-10-30T13:28:33.926" v="8012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23768210" sldId="1573"/>
        </pc:sldMkLst>
      </pc:sldChg>
      <pc:sldChg chg="modSp add del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3044227913" sldId="1573"/>
        </pc:sldMkLst>
      </pc:sldChg>
      <pc:sldChg chg="modSp add del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912820729" sldId="1574"/>
        </pc:sldMkLst>
      </pc:sldChg>
      <pc:sldChg chg="modSp add">
        <pc:chgData name="Sanmukh Kuppannagari" userId="ad215094-da36-4b66-9c79-369a17aea26b" providerId="ADAL" clId="{18DA49F4-CD4F-46E0-AB35-D6CB797BE416}" dt="2025-10-28T14:27:16.430" v="7545" actId="20577"/>
        <pc:sldMkLst>
          <pc:docMk/>
          <pc:sldMk cId="2887999413" sldId="1575"/>
        </pc:sldMkLst>
        <pc:spChg chg="mod">
          <ac:chgData name="Sanmukh Kuppannagari" userId="ad215094-da36-4b66-9c79-369a17aea26b" providerId="ADAL" clId="{18DA49F4-CD4F-46E0-AB35-D6CB797BE416}" dt="2025-10-28T14:27:16.430" v="7545" actId="20577"/>
          <ac:spMkLst>
            <pc:docMk/>
            <pc:sldMk cId="2887999413" sldId="1575"/>
            <ac:spMk id="10" creationId="{28D5BEAC-0504-1C62-A55A-650F4BB09CFA}"/>
          </ac:spMkLst>
        </pc:spChg>
        <pc:spChg chg="mod">
          <ac:chgData name="Sanmukh Kuppannagari" userId="ad215094-da36-4b66-9c79-369a17aea26b" providerId="ADAL" clId="{18DA49F4-CD4F-46E0-AB35-D6CB797BE416}" dt="2025-10-28T14:27:09.490" v="7543" actId="20577"/>
          <ac:spMkLst>
            <pc:docMk/>
            <pc:sldMk cId="2887999413" sldId="1575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13.304" v="7544" actId="20577"/>
          <ac:spMkLst>
            <pc:docMk/>
            <pc:sldMk cId="2887999413" sldId="1575"/>
            <ac:spMk id="97" creationId="{BB24AD36-0B32-A972-E71B-6B52B5B98A80}"/>
          </ac:spMkLst>
        </pc:spChg>
      </pc:sldChg>
      <pc:sldChg chg="modSp add">
        <pc:chgData name="Sanmukh Kuppannagari" userId="ad215094-da36-4b66-9c79-369a17aea26b" providerId="ADAL" clId="{18DA49F4-CD4F-46E0-AB35-D6CB797BE416}" dt="2025-10-30T13:29:51.801" v="8018" actId="20577"/>
        <pc:sldMkLst>
          <pc:docMk/>
          <pc:sldMk cId="4161213131" sldId="1576"/>
        </pc:sldMkLst>
        <pc:spChg chg="mod">
          <ac:chgData name="Sanmukh Kuppannagari" userId="ad215094-da36-4b66-9c79-369a17aea26b" providerId="ADAL" clId="{18DA49F4-CD4F-46E0-AB35-D6CB797BE416}" dt="2025-10-28T14:27:25.530" v="7546" actId="20577"/>
          <ac:spMkLst>
            <pc:docMk/>
            <pc:sldMk cId="4161213131" sldId="1576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29.750" v="7547" actId="20577"/>
          <ac:spMkLst>
            <pc:docMk/>
            <pc:sldMk cId="4161213131" sldId="1576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24.694" v="6219" actId="20577"/>
          <ac:spMkLst>
            <pc:docMk/>
            <pc:sldMk cId="4161213131" sldId="1576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37.900" v="7549" actId="20577"/>
          <ac:spMkLst>
            <pc:docMk/>
            <pc:sldMk cId="4161213131" sldId="1576"/>
            <ac:spMk id="168" creationId="{3F1D6FEF-7783-67E8-7907-E8ACE4201DD7}"/>
          </ac:spMkLst>
        </pc:spChg>
        <pc:spChg chg="mod">
          <ac:chgData name="Sanmukh Kuppannagari" userId="ad215094-da36-4b66-9c79-369a17aea26b" providerId="ADAL" clId="{18DA49F4-CD4F-46E0-AB35-D6CB797BE416}" dt="2025-10-28T14:27:34.253" v="7548" actId="20577"/>
          <ac:spMkLst>
            <pc:docMk/>
            <pc:sldMk cId="4161213131" sldId="1576"/>
            <ac:spMk id="172" creationId="{674EAC24-AF46-394A-C19B-1BE0038F7A18}"/>
          </ac:spMkLst>
        </pc:spChg>
        <pc:spChg chg="mod">
          <ac:chgData name="Sanmukh Kuppannagari" userId="ad215094-da36-4b66-9c79-369a17aea26b" providerId="ADAL" clId="{18DA49F4-CD4F-46E0-AB35-D6CB797BE416}" dt="2025-10-30T13:29:51.801" v="8018" actId="20577"/>
          <ac:spMkLst>
            <pc:docMk/>
            <pc:sldMk cId="4161213131" sldId="1576"/>
            <ac:spMk id="174" creationId="{7BE145D1-CA6A-0BFF-26D8-7A9E202AAF81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55.559" v="7553" actId="20577"/>
        <pc:sldMkLst>
          <pc:docMk/>
          <pc:sldMk cId="212075645" sldId="1577"/>
        </pc:sldMkLst>
        <pc:spChg chg="mod">
          <ac:chgData name="Sanmukh Kuppannagari" userId="ad215094-da36-4b66-9c79-369a17aea26b" providerId="ADAL" clId="{18DA49F4-CD4F-46E0-AB35-D6CB797BE416}" dt="2025-10-28T14:27:44.642" v="7550" actId="20577"/>
          <ac:spMkLst>
            <pc:docMk/>
            <pc:sldMk cId="212075645" sldId="1577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48.400" v="7551" actId="20577"/>
          <ac:spMkLst>
            <pc:docMk/>
            <pc:sldMk cId="212075645" sldId="1577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43.357" v="6220" actId="20577"/>
          <ac:spMkLst>
            <pc:docMk/>
            <pc:sldMk cId="212075645" sldId="1577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55.559" v="7553" actId="20577"/>
          <ac:spMkLst>
            <pc:docMk/>
            <pc:sldMk cId="212075645" sldId="1577"/>
            <ac:spMk id="219" creationId="{03228814-766F-33D3-BB48-C6E8C376C50E}"/>
          </ac:spMkLst>
        </pc:spChg>
        <pc:spChg chg="mod">
          <ac:chgData name="Sanmukh Kuppannagari" userId="ad215094-da36-4b66-9c79-369a17aea26b" providerId="ADAL" clId="{18DA49F4-CD4F-46E0-AB35-D6CB797BE416}" dt="2025-10-28T14:27:51.878" v="7552" actId="20577"/>
          <ac:spMkLst>
            <pc:docMk/>
            <pc:sldMk cId="212075645" sldId="1577"/>
            <ac:spMk id="223" creationId="{81386BE7-6462-0F99-9E84-B6AA2131A273}"/>
          </ac:spMkLst>
        </pc:spChg>
      </pc:sldChg>
      <pc:sldChg chg="modSp add">
        <pc:chgData name="Sanmukh Kuppannagari" userId="ad215094-da36-4b66-9c79-369a17aea26b" providerId="ADAL" clId="{18DA49F4-CD4F-46E0-AB35-D6CB797BE416}" dt="2025-10-28T14:28:13.119" v="7556" actId="20577"/>
        <pc:sldMkLst>
          <pc:docMk/>
          <pc:sldMk cId="897900727" sldId="1578"/>
        </pc:sldMkLst>
        <pc:spChg chg="mod">
          <ac:chgData name="Sanmukh Kuppannagari" userId="ad215094-da36-4b66-9c79-369a17aea26b" providerId="ADAL" clId="{18DA49F4-CD4F-46E0-AB35-D6CB797BE416}" dt="2025-10-28T14:28:02.795" v="7554" actId="20577"/>
          <ac:spMkLst>
            <pc:docMk/>
            <pc:sldMk cId="897900727" sldId="1578"/>
            <ac:spMk id="146" creationId="{5F8D9DB7-A791-D8C6-5C4B-BEC523044273}"/>
          </ac:spMkLst>
        </pc:spChg>
        <pc:spChg chg="mod">
          <ac:chgData name="Sanmukh Kuppannagari" userId="ad215094-da36-4b66-9c79-369a17aea26b" providerId="ADAL" clId="{18DA49F4-CD4F-46E0-AB35-D6CB797BE416}" dt="2025-10-28T14:28:06.730" v="7555" actId="20577"/>
          <ac:spMkLst>
            <pc:docMk/>
            <pc:sldMk cId="897900727" sldId="1578"/>
            <ac:spMk id="150" creationId="{F1DA8FAC-306E-19A9-4A1B-AAB3BBB47A0E}"/>
          </ac:spMkLst>
        </pc:spChg>
        <pc:spChg chg="mod">
          <ac:chgData name="Sanmukh Kuppannagari" userId="ad215094-da36-4b66-9c79-369a17aea26b" providerId="ADAL" clId="{18DA49F4-CD4F-46E0-AB35-D6CB797BE416}" dt="2025-10-28T14:28:13.119" v="7556" actId="20577"/>
          <ac:spMkLst>
            <pc:docMk/>
            <pc:sldMk cId="897900727" sldId="1578"/>
            <ac:spMk id="152" creationId="{513CC2A8-5851-C4FC-759A-5355215C5FE3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366667923" sldId="1579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418387073" sldId="1580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967358820" sldId="158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104593775" sldId="158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949565610" sldId="1586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37341798" sldId="1587"/>
        </pc:sldMkLst>
      </pc:sldChg>
      <pc:sldChg chg="add">
        <pc:chgData name="Sanmukh Kuppannagari" userId="ad215094-da36-4b66-9c79-369a17aea26b" providerId="ADAL" clId="{18DA49F4-CD4F-46E0-AB35-D6CB797BE416}" dt="2025-10-28T14:04:07.546" v="6221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18DA49F4-CD4F-46E0-AB35-D6CB797BE416}" dt="2025-10-30T13:59:45.336" v="8317" actId="20577"/>
        <pc:sldMkLst>
          <pc:docMk/>
          <pc:sldMk cId="3797456560" sldId="1600"/>
        </pc:sldMkLst>
        <pc:spChg chg="mod">
          <ac:chgData name="Sanmukh Kuppannagari" userId="ad215094-da36-4b66-9c79-369a17aea26b" providerId="ADAL" clId="{18DA49F4-CD4F-46E0-AB35-D6CB797BE416}" dt="2025-10-30T13:59:45.336" v="8317" actId="20577"/>
          <ac:spMkLst>
            <pc:docMk/>
            <pc:sldMk cId="3797456560" sldId="1600"/>
            <ac:spMk id="3" creationId="{2DBCCB26-DA72-E9AC-1B6A-1E2AA1124704}"/>
          </ac:spMkLst>
        </pc:spChg>
      </pc:sldChg>
      <pc:sldChg chg="add del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693005505" sldId="1601"/>
        </pc:sldMkLst>
      </pc:sldChg>
      <pc:sldChg chg="add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3313563272" sldId="1602"/>
        </pc:sldMkLst>
      </pc:sldChg>
      <pc:sldChg chg="modSp add del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3907449202" sldId="1603"/>
        </pc:sldMkLst>
      </pc:sldChg>
      <pc:sldChg chg="addSp delSp modSp add del mod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1261395334" sldId="1604"/>
        </pc:sldMkLst>
      </pc:sldChg>
      <pc:sldChg chg="addSp delSp modSp add del mod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3986643695" sldId="1605"/>
        </pc:sldMkLst>
      </pc:sldChg>
      <pc:sldChg chg="addSp delSp modSp add del mod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1680640391" sldId="1606"/>
        </pc:sldMkLst>
      </pc:sldChg>
      <pc:sldChg chg="add del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399252937" sldId="1607"/>
        </pc:sldMkLst>
      </pc:sldChg>
      <pc:sldChg chg="addSp delSp modSp add mod">
        <pc:chgData name="Sanmukh Kuppannagari" userId="ad215094-da36-4b66-9c79-369a17aea26b" providerId="ADAL" clId="{18DA49F4-CD4F-46E0-AB35-D6CB797BE416}" dt="2025-10-30T14:29:24.746" v="8924" actId="1076"/>
        <pc:sldMkLst>
          <pc:docMk/>
          <pc:sldMk cId="2267267742" sldId="1608"/>
        </pc:sldMkLst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83" creationId="{1916AADF-6921-5504-DDB9-24F852AD902D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05" creationId="{A88A4615-8258-B514-BB3F-1ECD37F1F2C8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15" creationId="{B8CF90F3-7336-F3B3-6C70-1501661D834A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16" creationId="{61CD270C-1820-F33E-F7CF-CA46B81E9E3D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24" creationId="{BBC3439E-AEB2-B109-D26D-AE78DB7C9DE9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42" creationId="{40B03936-1C0C-95BA-9CAF-7C572AC8FC0A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44" creationId="{2751E0EE-D395-A9E6-EB5A-23A0E4A13074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7" creationId="{5981CD19-B43D-AF6F-7DFA-BEB7BB7C9513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8" creationId="{184C0983-20C7-7B94-124F-AC54EA06CEB5}"/>
          </ac:spMkLst>
        </pc:spChg>
        <pc:spChg chg="add 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9" creationId="{2B5D39C9-E5F8-A04C-F1E7-AFB46BC1ADAA}"/>
          </ac:spMkLst>
        </pc:spChg>
        <pc:spChg chg="add 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50" creationId="{2157F4A7-CBEC-200B-73FB-26EFCEA83EDB}"/>
          </ac:spMkLst>
        </pc:spChg>
        <pc:spChg chg="add 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1" creationId="{5F6182EB-7F30-D404-EDEF-0332EB6E2141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2" creationId="{00AF9B3C-2978-18D4-EDA3-1BC61E7BD85F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3" creationId="{23089D10-2FB8-EAD1-152D-1FE6CB4B1561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4" creationId="{EB13433D-031B-61F3-50D9-FA065672D53B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5" creationId="{577015F7-0365-54FA-0422-0EA5758A09F4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6" creationId="{F063B079-2262-F8FC-2031-587E49919630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7" creationId="{6E906C42-6F0D-2BF6-3780-F1DB2692FF85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058626297" sldId="1609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780095048" sldId="1610"/>
        </pc:sldMkLst>
      </pc:sldChg>
      <pc:sldChg chg="addSp delSp modSp add mod">
        <pc:chgData name="Sanmukh Kuppannagari" userId="ad215094-da36-4b66-9c79-369a17aea26b" providerId="ADAL" clId="{18DA49F4-CD4F-46E0-AB35-D6CB797BE416}" dt="2025-10-30T14:42:38.564" v="9086" actId="20577"/>
        <pc:sldMkLst>
          <pc:docMk/>
          <pc:sldMk cId="4256113819" sldId="1611"/>
        </pc:sldMkLst>
        <pc:spChg chg="mod">
          <ac:chgData name="Sanmukh Kuppannagari" userId="ad215094-da36-4b66-9c79-369a17aea26b" providerId="ADAL" clId="{18DA49F4-CD4F-46E0-AB35-D6CB797BE416}" dt="2025-10-30T14:42:38.564" v="9086" actId="20577"/>
          <ac:spMkLst>
            <pc:docMk/>
            <pc:sldMk cId="4256113819" sldId="1611"/>
            <ac:spMk id="3" creationId="{3068997B-E8C6-50ED-5891-AE2A2ACCCF40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86" creationId="{4B4D5B08-DB92-33E7-C8E2-EBEE6B1E9C40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88" creationId="{526D48E1-1741-8338-DB88-F08246DB02FD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95" creationId="{1D96A265-30E1-227B-FA7F-9A74D841FF53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99" creationId="{63D3B58A-B8E0-4654-414C-17A6401C050E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15" creationId="{79ED2BB8-7266-A01A-7E64-4F84D341D144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23" creationId="{ED2B9F88-23FF-3577-8E50-1000A2383680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28" creationId="{3115D144-AC30-2ECE-96CA-9072BB2C8428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0" creationId="{FB3D37CA-4F8D-A2B0-4A5D-84ACF46545D7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5" creationId="{A5514FC7-75E9-3F82-F569-72208BD11654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47" creationId="{A41705E5-6847-FE58-AADE-50F86DF6E215}"/>
          </ac:spMkLst>
        </pc:spChg>
        <pc:spChg chg="add 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8" creationId="{3BFCE39A-5494-F4EB-09EB-62E9F68CE522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49" creationId="{00661222-5975-BE1C-DC66-7C426677DD43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0" creationId="{2632DE81-1BB4-E770-C515-49DF25DE0100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1" creationId="{71BC6EB4-C5E6-1C19-9A9C-B9B2B911616E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2" creationId="{8066BD22-C18E-A7F0-1B61-BF1CD22F7888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3" creationId="{47764FE9-DD10-1235-B390-DC131566C6FA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4" creationId="{1D1639BD-7599-4F3A-ECBD-1C9B3CD9A4FF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5" creationId="{A87C1F25-F8DC-77C6-C301-24FAC6315D05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6" creationId="{113BF938-B4E8-7210-B06E-09C44CD61714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7" creationId="{3B07232A-949C-1B38-8EC2-2D9F5A7603F3}"/>
          </ac:spMkLst>
        </pc:spChg>
      </pc:sldChg>
      <pc:sldChg chg="add del">
        <pc:chgData name="Sanmukh Kuppannagari" userId="ad215094-da36-4b66-9c79-369a17aea26b" providerId="ADAL" clId="{18DA49F4-CD4F-46E0-AB35-D6CB797BE416}" dt="2025-11-04T13:25:38.976" v="9815" actId="47"/>
        <pc:sldMkLst>
          <pc:docMk/>
          <pc:sldMk cId="2933520038" sldId="1612"/>
        </pc:sldMkLst>
      </pc:sldChg>
      <pc:sldChg chg="add del">
        <pc:chgData name="Sanmukh Kuppannagari" userId="ad215094-da36-4b66-9c79-369a17aea26b" providerId="ADAL" clId="{18DA49F4-CD4F-46E0-AB35-D6CB797BE416}" dt="2025-11-04T13:25:38.976" v="9815" actId="47"/>
        <pc:sldMkLst>
          <pc:docMk/>
          <pc:sldMk cId="406680847" sldId="1613"/>
        </pc:sldMkLst>
      </pc:sldChg>
      <pc:sldChg chg="add del">
        <pc:chgData name="Sanmukh Kuppannagari" userId="ad215094-da36-4b66-9c79-369a17aea26b" providerId="ADAL" clId="{18DA49F4-CD4F-46E0-AB35-D6CB797BE416}" dt="2025-11-04T13:25:48.608" v="9816" actId="47"/>
        <pc:sldMkLst>
          <pc:docMk/>
          <pc:sldMk cId="921639447" sldId="1614"/>
        </pc:sldMkLst>
      </pc:sldChg>
      <pc:sldChg chg="modSp add del">
        <pc:chgData name="Sanmukh Kuppannagari" userId="ad215094-da36-4b66-9c79-369a17aea26b" providerId="ADAL" clId="{18DA49F4-CD4F-46E0-AB35-D6CB797BE416}" dt="2025-11-04T13:25:48.608" v="9816" actId="47"/>
        <pc:sldMkLst>
          <pc:docMk/>
          <pc:sldMk cId="905905525" sldId="1615"/>
        </pc:sldMkLst>
      </pc:sldChg>
      <pc:sldChg chg="add del">
        <pc:chgData name="Sanmukh Kuppannagari" userId="ad215094-da36-4b66-9c79-369a17aea26b" providerId="ADAL" clId="{18DA49F4-CD4F-46E0-AB35-D6CB797BE416}" dt="2025-11-04T13:25:48.608" v="9816" actId="47"/>
        <pc:sldMkLst>
          <pc:docMk/>
          <pc:sldMk cId="4182474925" sldId="1616"/>
        </pc:sldMkLst>
      </pc:sldChg>
      <pc:sldChg chg="add del">
        <pc:chgData name="Sanmukh Kuppannagari" userId="ad215094-da36-4b66-9c79-369a17aea26b" providerId="ADAL" clId="{18DA49F4-CD4F-46E0-AB35-D6CB797BE416}" dt="2025-11-04T13:25:33.943" v="9814" actId="47"/>
        <pc:sldMkLst>
          <pc:docMk/>
          <pc:sldMk cId="2087289126" sldId="1617"/>
        </pc:sldMkLst>
      </pc:sldChg>
      <pc:sldChg chg="add del">
        <pc:chgData name="Sanmukh Kuppannagari" userId="ad215094-da36-4b66-9c79-369a17aea26b" providerId="ADAL" clId="{18DA49F4-CD4F-46E0-AB35-D6CB797BE416}" dt="2025-11-04T13:25:58.787" v="9817" actId="47"/>
        <pc:sldMkLst>
          <pc:docMk/>
          <pc:sldMk cId="993807214" sldId="1618"/>
        </pc:sldMkLst>
      </pc:sldChg>
      <pc:sldChg chg="add del">
        <pc:chgData name="Sanmukh Kuppannagari" userId="ad215094-da36-4b66-9c79-369a17aea26b" providerId="ADAL" clId="{18DA49F4-CD4F-46E0-AB35-D6CB797BE416}" dt="2025-11-04T13:25:58.787" v="9817" actId="47"/>
        <pc:sldMkLst>
          <pc:docMk/>
          <pc:sldMk cId="414805936" sldId="1619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1714458313" sldId="1620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562125515" sldId="1621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214346942" sldId="1622"/>
        </pc:sldMkLst>
      </pc:sldChg>
      <pc:sldChg chg="modSp add">
        <pc:chgData name="Sanmukh Kuppannagari" userId="ad215094-da36-4b66-9c79-369a17aea26b" providerId="ADAL" clId="{18DA49F4-CD4F-46E0-AB35-D6CB797BE416}" dt="2025-10-30T14:46:04.226" v="9092" actId="20577"/>
        <pc:sldMkLst>
          <pc:docMk/>
          <pc:sldMk cId="1160332016" sldId="1623"/>
        </pc:sldMkLst>
        <pc:spChg chg="mod">
          <ac:chgData name="Sanmukh Kuppannagari" userId="ad215094-da36-4b66-9c79-369a17aea26b" providerId="ADAL" clId="{18DA49F4-CD4F-46E0-AB35-D6CB797BE416}" dt="2025-10-30T14:46:04.226" v="9092" actId="20577"/>
          <ac:spMkLst>
            <pc:docMk/>
            <pc:sldMk cId="1160332016" sldId="1623"/>
            <ac:spMk id="14" creationId="{6AFDC43F-601A-C0C4-05F0-63A358BF2A56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4:19:30.223" v="11960" actId="20577"/>
        <pc:sldMkLst>
          <pc:docMk/>
          <pc:sldMk cId="980671827" sldId="1624"/>
        </pc:sldMkLst>
        <pc:spChg chg="mod">
          <ac:chgData name="Sanmukh Kuppannagari" userId="ad215094-da36-4b66-9c79-369a17aea26b" providerId="ADAL" clId="{18DA49F4-CD4F-46E0-AB35-D6CB797BE416}" dt="2025-11-04T14:19:30.223" v="11960" actId="20577"/>
          <ac:spMkLst>
            <pc:docMk/>
            <pc:sldMk cId="980671827" sldId="1624"/>
            <ac:spMk id="14" creationId="{6AFDC43F-601A-C0C4-05F0-63A358BF2A56}"/>
          </ac:spMkLst>
        </pc:spChg>
      </pc:sldChg>
      <pc:sldChg chg="add">
        <pc:chgData name="Sanmukh Kuppannagari" userId="ad215094-da36-4b66-9c79-369a17aea26b" providerId="ADAL" clId="{18DA49F4-CD4F-46E0-AB35-D6CB797BE416}" dt="2025-10-30T13:58:50.809" v="8272"/>
        <pc:sldMkLst>
          <pc:docMk/>
          <pc:sldMk cId="157613999" sldId="1625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3294109236" sldId="1626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2829692619" sldId="1627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2811330501" sldId="1628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3815602038" sldId="1629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2883496550" sldId="1630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1288722780" sldId="1631"/>
        </pc:sldMkLst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977554441" sldId="1632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36635294" sldId="1633"/>
        </pc:sldMkLst>
      </pc:sldChg>
      <pc:sldChg chg="modSp add">
        <pc:chgData name="Sanmukh Kuppannagari" userId="ad215094-da36-4b66-9c79-369a17aea26b" providerId="ADAL" clId="{18DA49F4-CD4F-46E0-AB35-D6CB797BE416}" dt="2025-10-30T14:49:16.687" v="9226" actId="20577"/>
        <pc:sldMkLst>
          <pc:docMk/>
          <pc:sldMk cId="2916696527" sldId="1634"/>
        </pc:sldMkLst>
        <pc:spChg chg="mod">
          <ac:chgData name="Sanmukh Kuppannagari" userId="ad215094-da36-4b66-9c79-369a17aea26b" providerId="ADAL" clId="{18DA49F4-CD4F-46E0-AB35-D6CB797BE416}" dt="2025-10-30T14:49:16.687" v="9226" actId="20577"/>
          <ac:spMkLst>
            <pc:docMk/>
            <pc:sldMk cId="2916696527" sldId="1634"/>
            <ac:spMk id="3" creationId="{307FD174-0877-7976-D6B4-4D69F816257A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26:30.781" v="9820" actId="5793"/>
        <pc:sldMkLst>
          <pc:docMk/>
          <pc:sldMk cId="2093206662" sldId="1635"/>
        </pc:sldMkLst>
        <pc:spChg chg="mod">
          <ac:chgData name="Sanmukh Kuppannagari" userId="ad215094-da36-4b66-9c79-369a17aea26b" providerId="ADAL" clId="{18DA49F4-CD4F-46E0-AB35-D6CB797BE416}" dt="2025-11-04T13:26:30.781" v="9820" actId="5793"/>
          <ac:spMkLst>
            <pc:docMk/>
            <pc:sldMk cId="2093206662" sldId="1635"/>
            <ac:spMk id="3" creationId="{307FD174-0877-7976-D6B4-4D69F816257A}"/>
          </ac:spMkLst>
        </pc:spChg>
      </pc:sldChg>
      <pc:sldChg chg="add del">
        <pc:chgData name="Sanmukh Kuppannagari" userId="ad215094-da36-4b66-9c79-369a17aea26b" providerId="ADAL" clId="{18DA49F4-CD4F-46E0-AB35-D6CB797BE416}" dt="2025-11-04T13:26:18.869" v="9818" actId="47"/>
        <pc:sldMkLst>
          <pc:docMk/>
          <pc:sldMk cId="1357504419" sldId="1636"/>
        </pc:sldMkLst>
      </pc:sldChg>
      <pc:sldChg chg="addSp delSp modSp add mod">
        <pc:chgData name="Sanmukh Kuppannagari" userId="ad215094-da36-4b66-9c79-369a17aea26b" providerId="ADAL" clId="{18DA49F4-CD4F-46E0-AB35-D6CB797BE416}" dt="2025-11-04T13:52:54.890" v="10430" actId="167"/>
        <pc:sldMkLst>
          <pc:docMk/>
          <pc:sldMk cId="3337974634" sldId="1636"/>
        </pc:sldMkLst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54" creationId="{5BFF20A7-90C4-E04F-89D1-DA1CB0FC1591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58" creationId="{D131306A-2215-5E70-AD00-6D0BD1B7AD3D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59" creationId="{73B73E21-EE44-ABF0-C7F1-D546B9558E29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61" creationId="{7F796497-9DAD-9B4A-8E41-C3394EEE8951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62" creationId="{BE42EE65-B1EB-C2E0-3EAF-8A4070A5EA98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70" creationId="{93FD9F51-9FA0-8B7A-23FA-D853D790C01B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74" creationId="{EA1C8328-405A-8A7F-3F7D-E05F52C96CD8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76" creationId="{44ACA5A8-15DA-125C-F8E4-0F3E5EB83899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83" creationId="{C0D8EA0B-6272-1964-954D-5C6D60299FED}"/>
          </ac:spMkLst>
        </pc:spChg>
        <pc:spChg chg="mod">
          <ac:chgData name="Sanmukh Kuppannagari" userId="ad215094-da36-4b66-9c79-369a17aea26b" providerId="ADAL" clId="{18DA49F4-CD4F-46E0-AB35-D6CB797BE416}" dt="2025-11-04T13:52:50.648" v="10429"/>
          <ac:spMkLst>
            <pc:docMk/>
            <pc:sldMk cId="3337974634" sldId="1636"/>
            <ac:spMk id="190" creationId="{B2A5056B-DDB7-31E2-48FC-355CD1081516}"/>
          </ac:spMkLst>
        </pc:spChg>
        <pc:grpChg chg="del">
          <ac:chgData name="Sanmukh Kuppannagari" userId="ad215094-da36-4b66-9c79-369a17aea26b" providerId="ADAL" clId="{18DA49F4-CD4F-46E0-AB35-D6CB797BE416}" dt="2025-11-04T13:52:49.959" v="10428" actId="478"/>
          <ac:grpSpMkLst>
            <pc:docMk/>
            <pc:sldMk cId="3337974634" sldId="1636"/>
            <ac:grpSpMk id="4" creationId="{229D058A-B8D3-2DD9-DAFA-5C9087B9B4B7}"/>
          </ac:grpSpMkLst>
        </pc:grpChg>
        <pc:grpChg chg="ord">
          <ac:chgData name="Sanmukh Kuppannagari" userId="ad215094-da36-4b66-9c79-369a17aea26b" providerId="ADAL" clId="{18DA49F4-CD4F-46E0-AB35-D6CB797BE416}" dt="2025-11-04T13:52:54.890" v="10430" actId="167"/>
          <ac:grpSpMkLst>
            <pc:docMk/>
            <pc:sldMk cId="3337974634" sldId="1636"/>
            <ac:grpSpMk id="140" creationId="{4ED57730-B167-3AA5-8782-D1AECC470EDF}"/>
          </ac:grpSpMkLst>
        </pc:gr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333948210" sldId="1637"/>
        </pc:sldMkLst>
      </pc:sldChg>
      <pc:sldChg chg="addSp delSp modSp add mod">
        <pc:chgData name="Sanmukh Kuppannagari" userId="ad215094-da36-4b66-9c79-369a17aea26b" providerId="ADAL" clId="{18DA49F4-CD4F-46E0-AB35-D6CB797BE416}" dt="2025-11-04T13:54:34.431" v="10516" actId="113"/>
        <pc:sldMkLst>
          <pc:docMk/>
          <pc:sldMk cId="3282786581" sldId="1638"/>
        </pc:sldMkLst>
        <pc:spChg chg="mod">
          <ac:chgData name="Sanmukh Kuppannagari" userId="ad215094-da36-4b66-9c79-369a17aea26b" providerId="ADAL" clId="{18DA49F4-CD4F-46E0-AB35-D6CB797BE416}" dt="2025-11-04T13:54:34.431" v="10516" actId="113"/>
          <ac:spMkLst>
            <pc:docMk/>
            <pc:sldMk cId="3282786581" sldId="1638"/>
            <ac:spMk id="3" creationId="{A8EBC278-2B3B-51C4-C8DD-E2CE2F9C4190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44" creationId="{1B384A52-E3C5-F3A0-B6C7-BAB1B491BD52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49" creationId="{46074F68-8012-59EC-717B-29D6722E5B0F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56" creationId="{CE8FFA34-F7A5-D964-3D5B-53A667074755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65" creationId="{B5E09118-20A2-059C-5BB7-A57702480FF4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81" creationId="{44D23A13-9CD9-E9BE-A140-46BD2754A7DB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82" creationId="{F10A0433-80C0-40B4-14BF-C208286DA770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89" creationId="{24754B0B-21FA-E814-8164-8ABE4690F582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91" creationId="{AB620F69-F0E2-E301-1369-F86123C1A8F6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192" creationId="{2AC0ADF6-BC3E-C05A-E61C-A0D3CA3D53B4}"/>
          </ac:spMkLst>
        </pc:spChg>
        <pc:spChg chg="mod">
          <ac:chgData name="Sanmukh Kuppannagari" userId="ad215094-da36-4b66-9c79-369a17aea26b" providerId="ADAL" clId="{18DA49F4-CD4F-46E0-AB35-D6CB797BE416}" dt="2025-11-04T13:53:08.764" v="10435"/>
          <ac:spMkLst>
            <pc:docMk/>
            <pc:sldMk cId="3282786581" sldId="1638"/>
            <ac:spMk id="206" creationId="{D762371E-714C-C7C2-32C8-CBA1528D367B}"/>
          </ac:spMkLst>
        </pc:spChg>
        <pc:grpChg chg="del">
          <ac:chgData name="Sanmukh Kuppannagari" userId="ad215094-da36-4b66-9c79-369a17aea26b" providerId="ADAL" clId="{18DA49F4-CD4F-46E0-AB35-D6CB797BE416}" dt="2025-11-04T13:53:07.536" v="10434" actId="478"/>
          <ac:grpSpMkLst>
            <pc:docMk/>
            <pc:sldMk cId="3282786581" sldId="1638"/>
            <ac:grpSpMk id="4" creationId="{229D058A-B8D3-2DD9-DAFA-5C9087B9B4B7}"/>
          </ac:grpSpMkLst>
        </pc:grpChg>
        <pc:grpChg chg="ord">
          <ac:chgData name="Sanmukh Kuppannagari" userId="ad215094-da36-4b66-9c79-369a17aea26b" providerId="ADAL" clId="{18DA49F4-CD4F-46E0-AB35-D6CB797BE416}" dt="2025-11-04T13:53:12.786" v="10436" actId="167"/>
          <ac:grpSpMkLst>
            <pc:docMk/>
            <pc:sldMk cId="3282786581" sldId="1638"/>
            <ac:grpSpMk id="142" creationId="{C07CCB65-5010-5D15-BFA7-938C19AAAD7D}"/>
          </ac:grpSpMkLst>
        </pc:grpChg>
        <pc:picChg chg="del mod">
          <ac:chgData name="Sanmukh Kuppannagari" userId="ad215094-da36-4b66-9c79-369a17aea26b" providerId="ADAL" clId="{18DA49F4-CD4F-46E0-AB35-D6CB797BE416}" dt="2025-11-04T13:53:52.611" v="10446" actId="478"/>
          <ac:picMkLst>
            <pc:docMk/>
            <pc:sldMk cId="3282786581" sldId="1638"/>
            <ac:picMk id="137" creationId="{811D4C6A-FE85-297B-E4B8-2531F1D593F9}"/>
          </ac:picMkLst>
        </pc:picChg>
      </pc:sldChg>
      <pc:sldChg chg="addSp delSp modSp add mod">
        <pc:chgData name="Sanmukh Kuppannagari" userId="ad215094-da36-4b66-9c79-369a17aea26b" providerId="ADAL" clId="{18DA49F4-CD4F-46E0-AB35-D6CB797BE416}" dt="2025-11-04T13:53:57.226" v="10447" actId="478"/>
        <pc:sldMkLst>
          <pc:docMk/>
          <pc:sldMk cId="1245155834" sldId="1639"/>
        </pc:sldMkLst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48" creationId="{F90E96FD-B175-5D4B-9150-72823B6C1EAD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60" creationId="{51D1BBFB-2D99-18FE-04A4-6131244397A8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61" creationId="{35922C9E-16A3-CF8E-E8D1-27FFB0081E02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67" creationId="{CF2DD761-22A7-3DE2-2278-72D3E868F56E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74" creationId="{20BABBB8-CD9B-9093-A902-50E653E326BC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82" creationId="{32D47FAD-048E-FDBC-2B77-69AEB35D3B49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91" creationId="{425ABD19-A09E-C263-FC89-2AB08FDFE53B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96" creationId="{B6D6F790-9D01-EAC4-5C17-18C577F35BEA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198" creationId="{C62DDEC2-4D43-B3B8-5ED7-54B966655D39}"/>
          </ac:spMkLst>
        </pc:spChg>
        <pc:spChg chg="mod">
          <ac:chgData name="Sanmukh Kuppannagari" userId="ad215094-da36-4b66-9c79-369a17aea26b" providerId="ADAL" clId="{18DA49F4-CD4F-46E0-AB35-D6CB797BE416}" dt="2025-11-04T13:53:18.088" v="10438"/>
          <ac:spMkLst>
            <pc:docMk/>
            <pc:sldMk cId="1245155834" sldId="1639"/>
            <ac:spMk id="206" creationId="{979C87BC-6757-1E30-ED49-762BC0CE98B5}"/>
          </ac:spMkLst>
        </pc:spChg>
        <pc:grpChg chg="del">
          <ac:chgData name="Sanmukh Kuppannagari" userId="ad215094-da36-4b66-9c79-369a17aea26b" providerId="ADAL" clId="{18DA49F4-CD4F-46E0-AB35-D6CB797BE416}" dt="2025-11-04T13:53:16.922" v="10437" actId="478"/>
          <ac:grpSpMkLst>
            <pc:docMk/>
            <pc:sldMk cId="1245155834" sldId="1639"/>
            <ac:grpSpMk id="4" creationId="{229D058A-B8D3-2DD9-DAFA-5C9087B9B4B7}"/>
          </ac:grpSpMkLst>
        </pc:grpChg>
        <pc:grpChg chg="ord">
          <ac:chgData name="Sanmukh Kuppannagari" userId="ad215094-da36-4b66-9c79-369a17aea26b" providerId="ADAL" clId="{18DA49F4-CD4F-46E0-AB35-D6CB797BE416}" dt="2025-11-04T13:53:22.194" v="10439" actId="167"/>
          <ac:grpSpMkLst>
            <pc:docMk/>
            <pc:sldMk cId="1245155834" sldId="1639"/>
            <ac:grpSpMk id="143" creationId="{0803F472-D8F2-2EC8-EBCD-A288473A2D12}"/>
          </ac:grpSpMkLst>
        </pc:grpChg>
        <pc:picChg chg="del">
          <ac:chgData name="Sanmukh Kuppannagari" userId="ad215094-da36-4b66-9c79-369a17aea26b" providerId="ADAL" clId="{18DA49F4-CD4F-46E0-AB35-D6CB797BE416}" dt="2025-11-04T13:53:57.226" v="10447" actId="478"/>
          <ac:picMkLst>
            <pc:docMk/>
            <pc:sldMk cId="1245155834" sldId="1639"/>
            <ac:picMk id="139" creationId="{5C3D0059-8627-D2AB-8335-0FE996672519}"/>
          </ac:picMkLst>
        </pc:picChg>
      </pc:sldChg>
      <pc:sldChg chg="addSp delSp modSp add mod">
        <pc:chgData name="Sanmukh Kuppannagari" userId="ad215094-da36-4b66-9c79-369a17aea26b" providerId="ADAL" clId="{18DA49F4-CD4F-46E0-AB35-D6CB797BE416}" dt="2025-11-04T13:54:50.428" v="10519" actId="20577"/>
        <pc:sldMkLst>
          <pc:docMk/>
          <pc:sldMk cId="1844206030" sldId="1640"/>
        </pc:sldMkLst>
        <pc:spChg chg="mod">
          <ac:chgData name="Sanmukh Kuppannagari" userId="ad215094-da36-4b66-9c79-369a17aea26b" providerId="ADAL" clId="{18DA49F4-CD4F-46E0-AB35-D6CB797BE416}" dt="2025-11-04T13:54:50.428" v="10519" actId="20577"/>
          <ac:spMkLst>
            <pc:docMk/>
            <pc:sldMk cId="1844206030" sldId="1640"/>
            <ac:spMk id="3" creationId="{03CAAFC2-976D-1A9C-5A9C-1F8954E7E082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71" creationId="{CB962130-645B-BF7F-9938-3BE09B4203BD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80" creationId="{4247A217-7C69-D41D-E884-7EA3B5B4AD5B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85" creationId="{0992FB97-A6F6-EFE1-7659-FFC71C1C0BF1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89" creationId="{CFDC0831-69F2-C023-33CA-2AA6364EA01D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93" creationId="{210F88ED-F6AC-5A9B-7434-9479879FFC78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196" creationId="{76BEBBD6-CD76-1FD8-1CB0-F53F16ED7ED9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203" creationId="{895299A5-2745-738C-9E5E-5EF49D8DF735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212" creationId="{25434137-6D1E-7F82-0ECA-A305742A3EA9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216" creationId="{1D057FE5-120F-FAE0-3322-D0C3AF082493}"/>
          </ac:spMkLst>
        </pc:spChg>
        <pc:spChg chg="mod">
          <ac:chgData name="Sanmukh Kuppannagari" userId="ad215094-da36-4b66-9c79-369a17aea26b" providerId="ADAL" clId="{18DA49F4-CD4F-46E0-AB35-D6CB797BE416}" dt="2025-11-04T13:53:27.092" v="10441"/>
          <ac:spMkLst>
            <pc:docMk/>
            <pc:sldMk cId="1844206030" sldId="1640"/>
            <ac:spMk id="217" creationId="{5432E3EB-BD3E-18D0-0187-F139D02169F0}"/>
          </ac:spMkLst>
        </pc:spChg>
        <pc:grpChg chg="del">
          <ac:chgData name="Sanmukh Kuppannagari" userId="ad215094-da36-4b66-9c79-369a17aea26b" providerId="ADAL" clId="{18DA49F4-CD4F-46E0-AB35-D6CB797BE416}" dt="2025-11-04T13:53:26.111" v="10440" actId="478"/>
          <ac:grpSpMkLst>
            <pc:docMk/>
            <pc:sldMk cId="1844206030" sldId="1640"/>
            <ac:grpSpMk id="4" creationId="{229D058A-B8D3-2DD9-DAFA-5C9087B9B4B7}"/>
          </ac:grpSpMkLst>
        </pc:grpChg>
        <pc:grpChg chg="ord">
          <ac:chgData name="Sanmukh Kuppannagari" userId="ad215094-da36-4b66-9c79-369a17aea26b" providerId="ADAL" clId="{18DA49F4-CD4F-46E0-AB35-D6CB797BE416}" dt="2025-11-04T13:53:32.552" v="10442" actId="167"/>
          <ac:grpSpMkLst>
            <pc:docMk/>
            <pc:sldMk cId="1844206030" sldId="1640"/>
            <ac:grpSpMk id="154" creationId="{F6172568-B094-41BA-C1AE-0241CDE07417}"/>
          </ac:grpSpMkLst>
        </pc:grpChg>
        <pc:picChg chg="del">
          <ac:chgData name="Sanmukh Kuppannagari" userId="ad215094-da36-4b66-9c79-369a17aea26b" providerId="ADAL" clId="{18DA49F4-CD4F-46E0-AB35-D6CB797BE416}" dt="2025-11-04T13:54:00.108" v="10448" actId="478"/>
          <ac:picMkLst>
            <pc:docMk/>
            <pc:sldMk cId="1844206030" sldId="1640"/>
            <ac:picMk id="140" creationId="{757CA8D5-2A3D-AE10-4B7B-A79940AB7FAE}"/>
          </ac:picMkLst>
        </pc:picChg>
      </pc:sldChg>
      <pc:sldChg chg="add">
        <pc:chgData name="Sanmukh Kuppannagari" userId="ad215094-da36-4b66-9c79-369a17aea26b" providerId="ADAL" clId="{18DA49F4-CD4F-46E0-AB35-D6CB797BE416}" dt="2025-11-04T13:55:21.925" v="10522"/>
        <pc:sldMkLst>
          <pc:docMk/>
          <pc:sldMk cId="3250903322" sldId="1641"/>
        </pc:sldMkLst>
      </pc:sldChg>
      <pc:sldChg chg="add">
        <pc:chgData name="Sanmukh Kuppannagari" userId="ad215094-da36-4b66-9c79-369a17aea26b" providerId="ADAL" clId="{18DA49F4-CD4F-46E0-AB35-D6CB797BE416}" dt="2025-11-04T13:55:21.925" v="10522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18DA49F4-CD4F-46E0-AB35-D6CB797BE416}" dt="2025-11-04T15:13:39.676" v="13857" actId="20577"/>
        <pc:sldMkLst>
          <pc:docMk/>
          <pc:sldMk cId="1765491602" sldId="1643"/>
        </pc:sldMkLst>
        <pc:spChg chg="mod">
          <ac:chgData name="Sanmukh Kuppannagari" userId="ad215094-da36-4b66-9c79-369a17aea26b" providerId="ADAL" clId="{18DA49F4-CD4F-46E0-AB35-D6CB797BE416}" dt="2025-11-04T15:13:39.676" v="13857" actId="20577"/>
          <ac:spMkLst>
            <pc:docMk/>
            <pc:sldMk cId="1765491602" sldId="1643"/>
            <ac:spMk id="3" creationId="{923BC3CF-AEBC-A0AF-2AAC-73B36E91DA0B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04T14:07:43.107" v="11379" actId="122"/>
        <pc:sldMkLst>
          <pc:docMk/>
          <pc:sldMk cId="3639779663" sldId="1646"/>
        </pc:sldMkLst>
        <pc:spChg chg="add mod">
          <ac:chgData name="Sanmukh Kuppannagari" userId="ad215094-da36-4b66-9c79-369a17aea26b" providerId="ADAL" clId="{18DA49F4-CD4F-46E0-AB35-D6CB797BE416}" dt="2025-11-04T14:07:43.107" v="11379" actId="122"/>
          <ac:spMkLst>
            <pc:docMk/>
            <pc:sldMk cId="3639779663" sldId="1646"/>
            <ac:spMk id="3" creationId="{D91E2944-456D-C397-5BB0-35BA562F0FD1}"/>
          </ac:spMkLst>
        </pc:spChg>
        <pc:spChg chg="mod">
          <ac:chgData name="Sanmukh Kuppannagari" userId="ad215094-da36-4b66-9c79-369a17aea26b" providerId="ADAL" clId="{18DA49F4-CD4F-46E0-AB35-D6CB797BE416}" dt="2025-11-04T14:06:36.341" v="11351" actId="20577"/>
          <ac:spMkLst>
            <pc:docMk/>
            <pc:sldMk cId="3639779663" sldId="1646"/>
            <ac:spMk id="139" creationId="{1F391B0F-BA1F-3DAB-E10B-740EF32D6AE6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7:54.160" v="11382" actId="20577"/>
        <pc:sldMkLst>
          <pc:docMk/>
          <pc:sldMk cId="4186956841" sldId="1647"/>
        </pc:sldMkLst>
        <pc:spChg chg="add mod">
          <ac:chgData name="Sanmukh Kuppannagari" userId="ad215094-da36-4b66-9c79-369a17aea26b" providerId="ADAL" clId="{18DA49F4-CD4F-46E0-AB35-D6CB797BE416}" dt="2025-11-04T14:06:43.030" v="11353"/>
          <ac:spMkLst>
            <pc:docMk/>
            <pc:sldMk cId="4186956841" sldId="1647"/>
            <ac:spMk id="137" creationId="{402FBE6E-41A1-44C5-3934-2B97FD6CD409}"/>
          </ac:spMkLst>
        </pc:spChg>
        <pc:spChg chg="add mod">
          <ac:chgData name="Sanmukh Kuppannagari" userId="ad215094-da36-4b66-9c79-369a17aea26b" providerId="ADAL" clId="{18DA49F4-CD4F-46E0-AB35-D6CB797BE416}" dt="2025-11-04T14:07:54.160" v="11382" actId="20577"/>
          <ac:spMkLst>
            <pc:docMk/>
            <pc:sldMk cId="4186956841" sldId="1647"/>
            <ac:spMk id="138" creationId="{525E9F14-0010-B877-D934-193CA664D5D4}"/>
          </ac:spMkLst>
        </pc:spChg>
        <pc:spChg chg="del">
          <ac:chgData name="Sanmukh Kuppannagari" userId="ad215094-da36-4b66-9c79-369a17aea26b" providerId="ADAL" clId="{18DA49F4-CD4F-46E0-AB35-D6CB797BE416}" dt="2025-11-04T14:06:41.648" v="11352" actId="478"/>
          <ac:spMkLst>
            <pc:docMk/>
            <pc:sldMk cId="4186956841" sldId="1647"/>
            <ac:spMk id="139" creationId="{1F391B0F-BA1F-3DAB-E10B-740EF32D6AE6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8:01.129" v="11386" actId="20577"/>
        <pc:sldMkLst>
          <pc:docMk/>
          <pc:sldMk cId="4042585612" sldId="1648"/>
        </pc:sldMkLst>
        <pc:spChg chg="add mod">
          <ac:chgData name="Sanmukh Kuppannagari" userId="ad215094-da36-4b66-9c79-369a17aea26b" providerId="ADAL" clId="{18DA49F4-CD4F-46E0-AB35-D6CB797BE416}" dt="2025-11-04T14:06:48.015" v="11355"/>
          <ac:spMkLst>
            <pc:docMk/>
            <pc:sldMk cId="4042585612" sldId="1648"/>
            <ac:spMk id="138" creationId="{2D46D4FB-7F10-7EBD-7543-96CA2633DB55}"/>
          </ac:spMkLst>
        </pc:spChg>
        <pc:spChg chg="del">
          <ac:chgData name="Sanmukh Kuppannagari" userId="ad215094-da36-4b66-9c79-369a17aea26b" providerId="ADAL" clId="{18DA49F4-CD4F-46E0-AB35-D6CB797BE416}" dt="2025-11-04T14:06:46.878" v="11354" actId="478"/>
          <ac:spMkLst>
            <pc:docMk/>
            <pc:sldMk cId="4042585612" sldId="1648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8:01.129" v="11386" actId="20577"/>
          <ac:spMkLst>
            <pc:docMk/>
            <pc:sldMk cId="4042585612" sldId="1648"/>
            <ac:spMk id="141" creationId="{E5B6233C-DF80-7D92-5CCE-CE5011C4ECC4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8:19.552" v="11389" actId="1076"/>
        <pc:sldMkLst>
          <pc:docMk/>
          <pc:sldMk cId="4275191448" sldId="1649"/>
        </pc:sldMkLst>
        <pc:spChg chg="del">
          <ac:chgData name="Sanmukh Kuppannagari" userId="ad215094-da36-4b66-9c79-369a17aea26b" providerId="ADAL" clId="{18DA49F4-CD4F-46E0-AB35-D6CB797BE416}" dt="2025-11-04T14:06:51.586" v="11356" actId="478"/>
          <ac:spMkLst>
            <pc:docMk/>
            <pc:sldMk cId="4275191448" sldId="1649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6:52.303" v="11357"/>
          <ac:spMkLst>
            <pc:docMk/>
            <pc:sldMk cId="4275191448" sldId="1649"/>
            <ac:spMk id="142" creationId="{2D36F257-0DE1-8318-05CE-F69F7071CAB6}"/>
          </ac:spMkLst>
        </pc:spChg>
        <pc:spChg chg="add mod">
          <ac:chgData name="Sanmukh Kuppannagari" userId="ad215094-da36-4b66-9c79-369a17aea26b" providerId="ADAL" clId="{18DA49F4-CD4F-46E0-AB35-D6CB797BE416}" dt="2025-11-04T14:08:19.552" v="11389" actId="1076"/>
          <ac:spMkLst>
            <pc:docMk/>
            <pc:sldMk cId="4275191448" sldId="1649"/>
            <ac:spMk id="143" creationId="{4AF7D5A2-F8AC-CCC3-5FFC-F05F262E75FC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8:22.795" v="11390"/>
        <pc:sldMkLst>
          <pc:docMk/>
          <pc:sldMk cId="3854469762" sldId="1650"/>
        </pc:sldMkLst>
        <pc:spChg chg="del">
          <ac:chgData name="Sanmukh Kuppannagari" userId="ad215094-da36-4b66-9c79-369a17aea26b" providerId="ADAL" clId="{18DA49F4-CD4F-46E0-AB35-D6CB797BE416}" dt="2025-11-04T14:06:56.097" v="11358" actId="478"/>
          <ac:spMkLst>
            <pc:docMk/>
            <pc:sldMk cId="3854469762" sldId="1650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6:56.939" v="11359"/>
          <ac:spMkLst>
            <pc:docMk/>
            <pc:sldMk cId="3854469762" sldId="1650"/>
            <ac:spMk id="142" creationId="{86963631-845C-CF4B-15E1-17651E662144}"/>
          </ac:spMkLst>
        </pc:spChg>
        <pc:spChg chg="add mod">
          <ac:chgData name="Sanmukh Kuppannagari" userId="ad215094-da36-4b66-9c79-369a17aea26b" providerId="ADAL" clId="{18DA49F4-CD4F-46E0-AB35-D6CB797BE416}" dt="2025-11-04T14:08:22.795" v="11390"/>
          <ac:spMkLst>
            <pc:docMk/>
            <pc:sldMk cId="3854469762" sldId="1650"/>
            <ac:spMk id="143" creationId="{3A2091B7-F5B2-3701-5EB9-2C15635EB27A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8:30.228" v="11392" actId="20577"/>
        <pc:sldMkLst>
          <pc:docMk/>
          <pc:sldMk cId="665947422" sldId="1651"/>
        </pc:sldMkLst>
        <pc:spChg chg="del">
          <ac:chgData name="Sanmukh Kuppannagari" userId="ad215094-da36-4b66-9c79-369a17aea26b" providerId="ADAL" clId="{18DA49F4-CD4F-46E0-AB35-D6CB797BE416}" dt="2025-11-04T14:07:00.705" v="11360" actId="478"/>
          <ac:spMkLst>
            <pc:docMk/>
            <pc:sldMk cId="665947422" sldId="1651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7:01.346" v="11361"/>
          <ac:spMkLst>
            <pc:docMk/>
            <pc:sldMk cId="665947422" sldId="1651"/>
            <ac:spMk id="142" creationId="{1613667C-6CCE-FF20-E939-18E98962C187}"/>
          </ac:spMkLst>
        </pc:spChg>
        <pc:spChg chg="add mod">
          <ac:chgData name="Sanmukh Kuppannagari" userId="ad215094-da36-4b66-9c79-369a17aea26b" providerId="ADAL" clId="{18DA49F4-CD4F-46E0-AB35-D6CB797BE416}" dt="2025-11-04T14:08:30.228" v="11392" actId="20577"/>
          <ac:spMkLst>
            <pc:docMk/>
            <pc:sldMk cId="665947422" sldId="1651"/>
            <ac:spMk id="143" creationId="{4E541D01-4C36-A943-73E0-E9C88C8B7352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21:46.844" v="11961" actId="20577"/>
        <pc:sldMkLst>
          <pc:docMk/>
          <pc:sldMk cId="2980679193" sldId="1652"/>
        </pc:sldMkLst>
        <pc:spChg chg="del">
          <ac:chgData name="Sanmukh Kuppannagari" userId="ad215094-da36-4b66-9c79-369a17aea26b" providerId="ADAL" clId="{18DA49F4-CD4F-46E0-AB35-D6CB797BE416}" dt="2025-11-04T14:07:06.174" v="11362" actId="478"/>
          <ac:spMkLst>
            <pc:docMk/>
            <pc:sldMk cId="2980679193" sldId="1652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7:06.987" v="11363"/>
          <ac:spMkLst>
            <pc:docMk/>
            <pc:sldMk cId="2980679193" sldId="1652"/>
            <ac:spMk id="144" creationId="{7CC1B290-C811-599D-8329-104116E56A3F}"/>
          </ac:spMkLst>
        </pc:spChg>
        <pc:spChg chg="add mod">
          <ac:chgData name="Sanmukh Kuppannagari" userId="ad215094-da36-4b66-9c79-369a17aea26b" providerId="ADAL" clId="{18DA49F4-CD4F-46E0-AB35-D6CB797BE416}" dt="2025-11-04T14:21:46.844" v="11961" actId="20577"/>
          <ac:spMkLst>
            <pc:docMk/>
            <pc:sldMk cId="2980679193" sldId="1652"/>
            <ac:spMk id="145" creationId="{EF79C0DD-14D9-A3DA-4F3A-42718B4CE794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09:48.557" v="11401" actId="1076"/>
        <pc:sldMkLst>
          <pc:docMk/>
          <pc:sldMk cId="216647267" sldId="1653"/>
        </pc:sldMkLst>
        <pc:spChg chg="del">
          <ac:chgData name="Sanmukh Kuppannagari" userId="ad215094-da36-4b66-9c79-369a17aea26b" providerId="ADAL" clId="{18DA49F4-CD4F-46E0-AB35-D6CB797BE416}" dt="2025-11-04T14:07:12.010" v="11364" actId="478"/>
          <ac:spMkLst>
            <pc:docMk/>
            <pc:sldMk cId="216647267" sldId="1653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4:07:12.814" v="11365"/>
          <ac:spMkLst>
            <pc:docMk/>
            <pc:sldMk cId="216647267" sldId="1653"/>
            <ac:spMk id="150" creationId="{51A3C6DC-CAB6-819A-F064-2523CE5C35A8}"/>
          </ac:spMkLst>
        </pc:spChg>
        <pc:spChg chg="add mod">
          <ac:chgData name="Sanmukh Kuppannagari" userId="ad215094-da36-4b66-9c79-369a17aea26b" providerId="ADAL" clId="{18DA49F4-CD4F-46E0-AB35-D6CB797BE416}" dt="2025-11-04T14:08:49.548" v="11398" actId="207"/>
          <ac:spMkLst>
            <pc:docMk/>
            <pc:sldMk cId="216647267" sldId="1653"/>
            <ac:spMk id="151" creationId="{D5EC8F77-AF85-37BA-0E85-0E5B9D5AA6C4}"/>
          </ac:spMkLst>
        </pc:spChg>
        <pc:picChg chg="add mod">
          <ac:chgData name="Sanmukh Kuppannagari" userId="ad215094-da36-4b66-9c79-369a17aea26b" providerId="ADAL" clId="{18DA49F4-CD4F-46E0-AB35-D6CB797BE416}" dt="2025-11-04T14:09:48.557" v="11401" actId="1076"/>
          <ac:picMkLst>
            <pc:docMk/>
            <pc:sldMk cId="216647267" sldId="1653"/>
            <ac:picMk id="152" creationId="{6F61BB3C-5639-93EA-BB2B-B3B5506E99EE}"/>
          </ac:picMkLst>
        </pc:picChg>
      </pc:sldChg>
      <pc:sldChg chg="addSp modSp add mod">
        <pc:chgData name="Sanmukh Kuppannagari" userId="ad215094-da36-4b66-9c79-369a17aea26b" providerId="ADAL" clId="{18DA49F4-CD4F-46E0-AB35-D6CB797BE416}" dt="2025-11-04T14:10:27.833" v="11409" actId="20577"/>
        <pc:sldMkLst>
          <pc:docMk/>
          <pc:sldMk cId="1677622787" sldId="1654"/>
        </pc:sldMkLst>
        <pc:spChg chg="add mod">
          <ac:chgData name="Sanmukh Kuppannagari" userId="ad215094-da36-4b66-9c79-369a17aea26b" providerId="ADAL" clId="{18DA49F4-CD4F-46E0-AB35-D6CB797BE416}" dt="2025-11-04T14:10:27.833" v="11409" actId="20577"/>
          <ac:spMkLst>
            <pc:docMk/>
            <pc:sldMk cId="1677622787" sldId="1654"/>
            <ac:spMk id="150" creationId="{91186480-BE9F-D28C-21E1-B989F45F5851}"/>
          </ac:spMkLst>
        </pc:spChg>
        <pc:picChg chg="add mod">
          <ac:chgData name="Sanmukh Kuppannagari" userId="ad215094-da36-4b66-9c79-369a17aea26b" providerId="ADAL" clId="{18DA49F4-CD4F-46E0-AB35-D6CB797BE416}" dt="2025-11-04T14:09:54.376" v="11403" actId="1076"/>
          <ac:picMkLst>
            <pc:docMk/>
            <pc:sldMk cId="1677622787" sldId="1654"/>
            <ac:picMk id="151" creationId="{201D9CFF-C2E1-2382-FFA0-2C164AF8C556}"/>
          </ac:picMkLst>
        </pc:picChg>
      </pc:sldChg>
      <pc:sldChg chg="modSp del mod">
        <pc:chgData name="Sanmukh Kuppannagari" userId="ad215094-da36-4b66-9c79-369a17aea26b" providerId="ADAL" clId="{18DA49F4-CD4F-46E0-AB35-D6CB797BE416}" dt="2025-11-04T13:18:48.601" v="9287" actId="47"/>
        <pc:sldMkLst>
          <pc:docMk/>
          <pc:sldMk cId="4196385676" sldId="1654"/>
        </pc:sldMkLst>
      </pc:sldChg>
      <pc:sldChg chg="add del">
        <pc:chgData name="Sanmukh Kuppannagari" userId="ad215094-da36-4b66-9c79-369a17aea26b" providerId="ADAL" clId="{18DA49F4-CD4F-46E0-AB35-D6CB797BE416}" dt="2025-11-04T14:07:24.632" v="11366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02006251" sldId="1656"/>
        </pc:sldMkLst>
      </pc:sldChg>
      <pc:sldChg chg="addSp modSp add mod">
        <pc:chgData name="Sanmukh Kuppannagari" userId="ad215094-da36-4b66-9c79-369a17aea26b" providerId="ADAL" clId="{18DA49F4-CD4F-46E0-AB35-D6CB797BE416}" dt="2025-11-04T14:10:59.948" v="11411"/>
        <pc:sldMkLst>
          <pc:docMk/>
          <pc:sldMk cId="740734978" sldId="1657"/>
        </pc:sldMkLst>
        <pc:spChg chg="add mod">
          <ac:chgData name="Sanmukh Kuppannagari" userId="ad215094-da36-4b66-9c79-369a17aea26b" providerId="ADAL" clId="{18DA49F4-CD4F-46E0-AB35-D6CB797BE416}" dt="2025-11-04T14:10:59.948" v="11411"/>
          <ac:spMkLst>
            <pc:docMk/>
            <pc:sldMk cId="740734978" sldId="1657"/>
            <ac:spMk id="150" creationId="{8F5EA873-DDDC-1BD8-9FF4-530F4B553AD3}"/>
          </ac:spMkLst>
        </pc:spChg>
        <pc:picChg chg="add mod">
          <ac:chgData name="Sanmukh Kuppannagari" userId="ad215094-da36-4b66-9c79-369a17aea26b" providerId="ADAL" clId="{18DA49F4-CD4F-46E0-AB35-D6CB797BE416}" dt="2025-11-04T14:10:00.390" v="11405" actId="1076"/>
          <ac:picMkLst>
            <pc:docMk/>
            <pc:sldMk cId="740734978" sldId="1657"/>
            <ac:picMk id="3" creationId="{48DCE8C8-A2DD-C310-0FFD-C4A02F89A0E4}"/>
          </ac:picMkLst>
        </pc:picChg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6265715" sldId="16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41245190" sldId="1658"/>
        </pc:sldMkLst>
      </pc:sldChg>
      <pc:sldChg chg="addSp modSp add mod">
        <pc:chgData name="Sanmukh Kuppannagari" userId="ad215094-da36-4b66-9c79-369a17aea26b" providerId="ADAL" clId="{18DA49F4-CD4F-46E0-AB35-D6CB797BE416}" dt="2025-11-04T14:11:02.479" v="11412"/>
        <pc:sldMkLst>
          <pc:docMk/>
          <pc:sldMk cId="682505045" sldId="1658"/>
        </pc:sldMkLst>
        <pc:spChg chg="add mod">
          <ac:chgData name="Sanmukh Kuppannagari" userId="ad215094-da36-4b66-9c79-369a17aea26b" providerId="ADAL" clId="{18DA49F4-CD4F-46E0-AB35-D6CB797BE416}" dt="2025-11-04T14:11:02.479" v="11412"/>
          <ac:spMkLst>
            <pc:docMk/>
            <pc:sldMk cId="682505045" sldId="1658"/>
            <ac:spMk id="149" creationId="{4B299099-83A4-05E0-B227-5C9C06213EEF}"/>
          </ac:spMkLst>
        </pc:spChg>
        <pc:picChg chg="add mod">
          <ac:chgData name="Sanmukh Kuppannagari" userId="ad215094-da36-4b66-9c79-369a17aea26b" providerId="ADAL" clId="{18DA49F4-CD4F-46E0-AB35-D6CB797BE416}" dt="2025-11-04T14:10:10.065" v="11407" actId="1076"/>
          <ac:picMkLst>
            <pc:docMk/>
            <pc:sldMk cId="682505045" sldId="1658"/>
            <ac:picMk id="3" creationId="{404C8207-B400-957F-4CFF-FE86654D4B08}"/>
          </ac:picMkLst>
        </pc:picChg>
      </pc:sldChg>
      <pc:sldChg chg="addSp del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969658794" sldId="1658"/>
        </pc:sldMkLst>
      </pc:sldChg>
      <pc:sldChg chg="add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2103841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443020848" sldId="1659"/>
        </pc:sldMkLst>
      </pc:sldChg>
      <pc:sldChg chg="addSp modSp add mod">
        <pc:chgData name="Sanmukh Kuppannagari" userId="ad215094-da36-4b66-9c79-369a17aea26b" providerId="ADAL" clId="{18DA49F4-CD4F-46E0-AB35-D6CB797BE416}" dt="2025-11-04T14:11:09.754" v="11414" actId="20577"/>
        <pc:sldMkLst>
          <pc:docMk/>
          <pc:sldMk cId="2701904922" sldId="1659"/>
        </pc:sldMkLst>
        <pc:spChg chg="add mod">
          <ac:chgData name="Sanmukh Kuppannagari" userId="ad215094-da36-4b66-9c79-369a17aea26b" providerId="ADAL" clId="{18DA49F4-CD4F-46E0-AB35-D6CB797BE416}" dt="2025-11-04T14:11:09.754" v="11414" actId="20577"/>
          <ac:spMkLst>
            <pc:docMk/>
            <pc:sldMk cId="2701904922" sldId="1659"/>
            <ac:spMk id="143" creationId="{C8A0D639-A8CA-A36E-73DB-B950CE6F10E2}"/>
          </ac:spMkLst>
        </pc:spChg>
        <pc:picChg chg="add mod">
          <ac:chgData name="Sanmukh Kuppannagari" userId="ad215094-da36-4b66-9c79-369a17aea26b" providerId="ADAL" clId="{18DA49F4-CD4F-46E0-AB35-D6CB797BE416}" dt="2025-11-04T14:10:43.338" v="11410"/>
          <ac:picMkLst>
            <pc:docMk/>
            <pc:sldMk cId="2701904922" sldId="1659"/>
            <ac:picMk id="3" creationId="{584905BE-4121-B0C7-62DB-3E3DE206C8A5}"/>
          </ac:picMkLst>
        </pc:pic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850483545" sldId="1660"/>
        </pc:sldMkLst>
      </pc:sldChg>
      <pc:sldChg chg="addSp modSp add">
        <pc:chgData name="Sanmukh Kuppannagari" userId="ad215094-da36-4b66-9c79-369a17aea26b" providerId="ADAL" clId="{18DA49F4-CD4F-46E0-AB35-D6CB797BE416}" dt="2025-11-04T14:11:34.463" v="11417"/>
        <pc:sldMkLst>
          <pc:docMk/>
          <pc:sldMk cId="2359573420" sldId="1660"/>
        </pc:sldMkLst>
        <pc:spChg chg="add mod">
          <ac:chgData name="Sanmukh Kuppannagari" userId="ad215094-da36-4b66-9c79-369a17aea26b" providerId="ADAL" clId="{18DA49F4-CD4F-46E0-AB35-D6CB797BE416}" dt="2025-11-04T14:11:20.382" v="11415"/>
          <ac:spMkLst>
            <pc:docMk/>
            <pc:sldMk cId="2359573420" sldId="1660"/>
            <ac:spMk id="3" creationId="{45AA5F7D-2186-19AA-23D0-6987B67F0ED8}"/>
          </ac:spMkLst>
        </pc:spChg>
        <pc:picChg chg="add mod">
          <ac:chgData name="Sanmukh Kuppannagari" userId="ad215094-da36-4b66-9c79-369a17aea26b" providerId="ADAL" clId="{18DA49F4-CD4F-46E0-AB35-D6CB797BE416}" dt="2025-11-04T14:11:34.463" v="11417"/>
          <ac:picMkLst>
            <pc:docMk/>
            <pc:sldMk cId="2359573420" sldId="1660"/>
            <ac:picMk id="143" creationId="{52248DC6-F00E-129D-45C4-C2B1713928ED}"/>
          </ac:picMkLst>
        </pc:picChg>
      </pc:sldChg>
      <pc:sldChg chg="addSp 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388776300" sldId="1660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589867267" sldId="1661"/>
        </pc:sldMkLst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090295250" sldId="1661"/>
        </pc:sldMkLst>
      </pc:sldChg>
      <pc:sldChg chg="addSp modSp add">
        <pc:chgData name="Sanmukh Kuppannagari" userId="ad215094-da36-4b66-9c79-369a17aea26b" providerId="ADAL" clId="{18DA49F4-CD4F-46E0-AB35-D6CB797BE416}" dt="2025-11-04T14:11:37.182" v="11418"/>
        <pc:sldMkLst>
          <pc:docMk/>
          <pc:sldMk cId="4094260836" sldId="1661"/>
        </pc:sldMkLst>
        <pc:spChg chg="add mod">
          <ac:chgData name="Sanmukh Kuppannagari" userId="ad215094-da36-4b66-9c79-369a17aea26b" providerId="ADAL" clId="{18DA49F4-CD4F-46E0-AB35-D6CB797BE416}" dt="2025-11-04T14:11:23.239" v="11416"/>
          <ac:spMkLst>
            <pc:docMk/>
            <pc:sldMk cId="4094260836" sldId="1661"/>
            <ac:spMk id="3" creationId="{EC8D8BFB-BA31-BE5C-4134-DDC888D11BDB}"/>
          </ac:spMkLst>
        </pc:spChg>
        <pc:picChg chg="add mod">
          <ac:chgData name="Sanmukh Kuppannagari" userId="ad215094-da36-4b66-9c79-369a17aea26b" providerId="ADAL" clId="{18DA49F4-CD4F-46E0-AB35-D6CB797BE416}" dt="2025-11-04T14:11:37.182" v="11418"/>
          <ac:picMkLst>
            <pc:docMk/>
            <pc:sldMk cId="4094260836" sldId="1661"/>
            <ac:picMk id="143" creationId="{A3EF6C27-7E12-8D55-F9E8-A28D54429BA2}"/>
          </ac:picMkLst>
        </pc:picChg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300222817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8DA49F4-CD4F-46E0-AB35-D6CB797BE416}" dt="2025-11-04T14:23:42.478" v="11964" actId="20577"/>
        <pc:sldMkLst>
          <pc:docMk/>
          <pc:sldMk cId="3223833842" sldId="1662"/>
        </pc:sldMkLst>
        <pc:spChg chg="mod">
          <ac:chgData name="Sanmukh Kuppannagari" userId="ad215094-da36-4b66-9c79-369a17aea26b" providerId="ADAL" clId="{18DA49F4-CD4F-46E0-AB35-D6CB797BE416}" dt="2025-11-04T14:23:42.478" v="11964" actId="20577"/>
          <ac:spMkLst>
            <pc:docMk/>
            <pc:sldMk cId="3223833842" sldId="1662"/>
            <ac:spMk id="3" creationId="{1C8A6E0F-2CCF-3351-0B23-3A9EAB4879A1}"/>
          </ac:spMkLst>
        </pc:sp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09981960" sldId="1663"/>
        </pc:sldMkLst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874471416" sldId="1663"/>
        </pc:sldMkLst>
      </pc:sldChg>
      <pc:sldChg chg="modSp add mod">
        <pc:chgData name="Sanmukh Kuppannagari" userId="ad215094-da36-4b66-9c79-369a17aea26b" providerId="ADAL" clId="{18DA49F4-CD4F-46E0-AB35-D6CB797BE416}" dt="2025-11-04T14:23:57.911" v="11999" actId="20577"/>
        <pc:sldMkLst>
          <pc:docMk/>
          <pc:sldMk cId="1557462687" sldId="1663"/>
        </pc:sldMkLst>
        <pc:spChg chg="mod">
          <ac:chgData name="Sanmukh Kuppannagari" userId="ad215094-da36-4b66-9c79-369a17aea26b" providerId="ADAL" clId="{18DA49F4-CD4F-46E0-AB35-D6CB797BE416}" dt="2025-11-04T14:23:57.911" v="11999" actId="20577"/>
          <ac:spMkLst>
            <pc:docMk/>
            <pc:sldMk cId="1557462687" sldId="1663"/>
            <ac:spMk id="3" creationId="{05BB1BD0-A487-D784-A3AC-AF412B8B067F}"/>
          </ac:spMkLst>
        </pc:spChg>
      </pc:sldChg>
      <pc:sldChg chg="delSp modSp add mod">
        <pc:chgData name="Sanmukh Kuppannagari" userId="ad215094-da36-4b66-9c79-369a17aea26b" providerId="ADAL" clId="{18DA49F4-CD4F-46E0-AB35-D6CB797BE416}" dt="2025-11-04T14:49:56.305" v="12491" actId="478"/>
        <pc:sldMkLst>
          <pc:docMk/>
          <pc:sldMk cId="2562102177" sldId="1664"/>
        </pc:sldMkLst>
        <pc:spChg chg="mod">
          <ac:chgData name="Sanmukh Kuppannagari" userId="ad215094-da36-4b66-9c79-369a17aea26b" providerId="ADAL" clId="{18DA49F4-CD4F-46E0-AB35-D6CB797BE416}" dt="2025-11-04T14:49:41.981" v="12488" actId="27636"/>
          <ac:spMkLst>
            <pc:docMk/>
            <pc:sldMk cId="2562102177" sldId="1664"/>
            <ac:spMk id="3" creationId="{D0518AAD-BF67-75EB-BB2D-A2405AE211E3}"/>
          </ac:spMkLst>
        </pc:spChg>
        <pc:spChg chg="del">
          <ac:chgData name="Sanmukh Kuppannagari" userId="ad215094-da36-4b66-9c79-369a17aea26b" providerId="ADAL" clId="{18DA49F4-CD4F-46E0-AB35-D6CB797BE416}" dt="2025-11-04T14:49:54.973" v="12490" actId="478"/>
          <ac:spMkLst>
            <pc:docMk/>
            <pc:sldMk cId="2562102177" sldId="1664"/>
            <ac:spMk id="136" creationId="{CC8E8CF6-1A02-971E-C275-86D9EC6DFE16}"/>
          </ac:spMkLst>
        </pc:spChg>
        <pc:cxnChg chg="del">
          <ac:chgData name="Sanmukh Kuppannagari" userId="ad215094-da36-4b66-9c79-369a17aea26b" providerId="ADAL" clId="{18DA49F4-CD4F-46E0-AB35-D6CB797BE416}" dt="2025-11-04T14:49:56.305" v="12491" actId="478"/>
          <ac:cxnSpMkLst>
            <pc:docMk/>
            <pc:sldMk cId="2562102177" sldId="1664"/>
            <ac:cxnSpMk id="135" creationId="{92AEBBA6-2301-FCDF-173F-C693D59C93B2}"/>
          </ac:cxnSpMkLst>
        </pc:cxnChg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2572123172" sldId="1664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3192982717" sldId="1664"/>
        </pc:sldMkLst>
      </pc:sldChg>
      <pc:sldChg chg="addSp modSp add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1559486047" sldId="1665"/>
        </pc:sldMkLst>
      </pc:sldChg>
      <pc:sldChg chg="add del">
        <pc:chgData name="Sanmukh Kuppannagari" userId="ad215094-da36-4b66-9c79-369a17aea26b" providerId="ADAL" clId="{18DA49F4-CD4F-46E0-AB35-D6CB797BE416}" dt="2025-11-04T14:54:59.280" v="12750" actId="47"/>
        <pc:sldMkLst>
          <pc:docMk/>
          <pc:sldMk cId="2937975433" sldId="1665"/>
        </pc:sldMkLst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232190179" sldId="1666"/>
        </pc:sldMkLst>
      </pc:sldChg>
      <pc:sldChg chg="add del">
        <pc:chgData name="Sanmukh Kuppannagari" userId="ad215094-da36-4b66-9c79-369a17aea26b" providerId="ADAL" clId="{18DA49F4-CD4F-46E0-AB35-D6CB797BE416}" dt="2025-11-04T14:56:13.187" v="12768" actId="47"/>
        <pc:sldMkLst>
          <pc:docMk/>
          <pc:sldMk cId="1025623174" sldId="1666"/>
        </pc:sldMkLst>
      </pc:sldChg>
      <pc:sldChg chg="add del">
        <pc:chgData name="Sanmukh Kuppannagari" userId="ad215094-da36-4b66-9c79-369a17aea26b" providerId="ADAL" clId="{18DA49F4-CD4F-46E0-AB35-D6CB797BE416}" dt="2025-11-04T14:56:49.692" v="12774" actId="47"/>
        <pc:sldMkLst>
          <pc:docMk/>
          <pc:sldMk cId="877085988" sldId="1667"/>
        </pc:sldMkLst>
      </pc:sldChg>
      <pc:sldChg chg="modSp add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4100036021" sldId="1667"/>
        </pc:sldMkLst>
      </pc:sldChg>
      <pc:sldChg chg="add del">
        <pc:chgData name="Sanmukh Kuppannagari" userId="ad215094-da36-4b66-9c79-369a17aea26b" providerId="ADAL" clId="{18DA49F4-CD4F-46E0-AB35-D6CB797BE416}" dt="2025-11-04T14:57:11.897" v="12796" actId="47"/>
        <pc:sldMkLst>
          <pc:docMk/>
          <pc:sldMk cId="26589442" sldId="1668"/>
        </pc:sldMkLst>
      </pc:sldChg>
      <pc:sldChg chg="addSp delSp 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558447713" sldId="1668"/>
        </pc:sldMkLst>
      </pc:sldChg>
      <pc:sldChg chg="addSp modSp add mod">
        <pc:chgData name="Sanmukh Kuppannagari" userId="ad215094-da36-4b66-9c79-369a17aea26b" providerId="ADAL" clId="{18DA49F4-CD4F-46E0-AB35-D6CB797BE416}" dt="2025-11-04T14:58:02.741" v="12852" actId="20577"/>
        <pc:sldMkLst>
          <pc:docMk/>
          <pc:sldMk cId="2333549580" sldId="1669"/>
        </pc:sldMkLst>
        <pc:spChg chg="mod">
          <ac:chgData name="Sanmukh Kuppannagari" userId="ad215094-da36-4b66-9c79-369a17aea26b" providerId="ADAL" clId="{18DA49F4-CD4F-46E0-AB35-D6CB797BE416}" dt="2025-11-04T14:58:02.741" v="12852" actId="20577"/>
          <ac:spMkLst>
            <pc:docMk/>
            <pc:sldMk cId="2333549580" sldId="1669"/>
            <ac:spMk id="2" creationId="{0F382370-A4E2-4519-972F-BD8AB084248F}"/>
          </ac:spMkLst>
        </pc:spChg>
        <pc:spChg chg="mod">
          <ac:chgData name="Sanmukh Kuppannagari" userId="ad215094-da36-4b66-9c79-369a17aea26b" providerId="ADAL" clId="{18DA49F4-CD4F-46E0-AB35-D6CB797BE416}" dt="2025-11-04T14:57:33.920" v="12800" actId="27636"/>
          <ac:spMkLst>
            <pc:docMk/>
            <pc:sldMk cId="2333549580" sldId="1669"/>
            <ac:spMk id="3" creationId="{D0518AAD-BF67-75EB-BB2D-A2405AE211E3}"/>
          </ac:spMkLst>
        </pc:spChg>
        <pc:spChg chg="add mod">
          <ac:chgData name="Sanmukh Kuppannagari" userId="ad215094-da36-4b66-9c79-369a17aea26b" providerId="ADAL" clId="{18DA49F4-CD4F-46E0-AB35-D6CB797BE416}" dt="2025-11-04T14:25:52.099" v="12080" actId="113"/>
          <ac:spMkLst>
            <pc:docMk/>
            <pc:sldMk cId="2333549580" sldId="1669"/>
            <ac:spMk id="69" creationId="{810758B1-B5B8-4B2E-D3FA-71EC3707A933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2712878077" sldId="1669"/>
        </pc:sldMkLst>
      </pc:sldChg>
      <pc:sldChg chg="addSp delSp 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615511159" sldId="1670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365070291" sldId="1670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284615017" sldId="1671"/>
        </pc:sldMkLst>
      </pc:sldChg>
      <pc:sldChg chg="addSp modSp add del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332615286" sldId="1671"/>
        </pc:sldMkLst>
      </pc:sldChg>
      <pc:sldChg chg="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130598928" sldId="1672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882264176" sldId="1672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52866541" sldId="1673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985731518" sldId="1673"/>
        </pc:sldMkLst>
      </pc:sldChg>
      <pc:sldChg chg="addSp delSp 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70841179" sldId="1674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635089384" sldId="1674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13803335" sldId="1675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96645940" sldId="1675"/>
        </pc:sldMkLst>
      </pc:sldChg>
      <pc:sldChg chg="modSp new del mod">
        <pc:chgData name="Sanmukh Kuppannagari" userId="ad215094-da36-4b66-9c79-369a17aea26b" providerId="ADAL" clId="{18DA49F4-CD4F-46E0-AB35-D6CB797BE416}" dt="2025-10-30T13:25:58.527" v="8005" actId="47"/>
        <pc:sldMkLst>
          <pc:docMk/>
          <pc:sldMk cId="1567451459" sldId="1676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856943849" sldId="1676"/>
        </pc:sldMkLst>
      </pc:sldChg>
      <pc:sldChg chg="modSp add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970732802" sldId="1677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986577428" sldId="1677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928041951" sldId="1678"/>
        </pc:sldMkLst>
      </pc:sldChg>
      <pc:sldChg chg="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2897068765" sldId="1678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495840474" sldId="1679"/>
        </pc:sldMkLst>
      </pc:sldChg>
      <pc:sldChg chg="addSp delSp modSp new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285416070" sldId="1679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5717642" sldId="1680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244982969" sldId="1680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221772985" sldId="1681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287910746" sldId="1681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154890462" sldId="1682"/>
        </pc:sldMkLst>
      </pc:sldChg>
      <pc:sldChg chg="addSp delSp modSp add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148215155" sldId="1682"/>
        </pc:sldMkLst>
      </pc:sldChg>
      <pc:sldChg chg="add">
        <pc:chgData name="Sanmukh Kuppannagari" userId="ad215094-da36-4b66-9c79-369a17aea26b" providerId="ADAL" clId="{18DA49F4-CD4F-46E0-AB35-D6CB797BE416}" dt="2025-11-04T14:05:53.250" v="11254"/>
        <pc:sldMkLst>
          <pc:docMk/>
          <pc:sldMk cId="3436858653" sldId="1683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788973768" sldId="1683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71473113" sldId="1684"/>
        </pc:sldMkLst>
      </pc:sldChg>
      <pc:sldChg chg="modSp add mod">
        <pc:chgData name="Sanmukh Kuppannagari" userId="ad215094-da36-4b66-9c79-369a17aea26b" providerId="ADAL" clId="{18DA49F4-CD4F-46E0-AB35-D6CB797BE416}" dt="2025-11-04T14:27:09.167" v="12081" actId="20577"/>
        <pc:sldMkLst>
          <pc:docMk/>
          <pc:sldMk cId="3013173445" sldId="1684"/>
        </pc:sldMkLst>
        <pc:spChg chg="mod">
          <ac:chgData name="Sanmukh Kuppannagari" userId="ad215094-da36-4b66-9c79-369a17aea26b" providerId="ADAL" clId="{18DA49F4-CD4F-46E0-AB35-D6CB797BE416}" dt="2025-11-04T14:27:09.167" v="12081" actId="20577"/>
          <ac:spMkLst>
            <pc:docMk/>
            <pc:sldMk cId="3013173445" sldId="1684"/>
            <ac:spMk id="3" creationId="{0BD8DDF7-9AC1-44FE-0C3B-9D30247CDA5E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04T14:13:17.890" v="11420" actId="1076"/>
        <pc:sldMkLst>
          <pc:docMk/>
          <pc:sldMk cId="44376231" sldId="1685"/>
        </pc:sldMkLst>
        <pc:picChg chg="add mod">
          <ac:chgData name="Sanmukh Kuppannagari" userId="ad215094-da36-4b66-9c79-369a17aea26b" providerId="ADAL" clId="{18DA49F4-CD4F-46E0-AB35-D6CB797BE416}" dt="2025-11-04T14:13:17.890" v="11420" actId="1076"/>
          <ac:picMkLst>
            <pc:docMk/>
            <pc:sldMk cId="44376231" sldId="1685"/>
            <ac:picMk id="3" creationId="{EBE4C0DA-162A-770E-C763-ECAB0FADE8F5}"/>
          </ac:picMkLst>
        </pc:picChg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083395396" sldId="1685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69301058" sldId="1686"/>
        </pc:sldMkLst>
      </pc:sldChg>
      <pc:sldChg chg="addSp modSp add mod">
        <pc:chgData name="Sanmukh Kuppannagari" userId="ad215094-da36-4b66-9c79-369a17aea26b" providerId="ADAL" clId="{18DA49F4-CD4F-46E0-AB35-D6CB797BE416}" dt="2025-11-04T14:13:23.849" v="11422" actId="1076"/>
        <pc:sldMkLst>
          <pc:docMk/>
          <pc:sldMk cId="1260636141" sldId="1686"/>
        </pc:sldMkLst>
        <pc:picChg chg="add mod">
          <ac:chgData name="Sanmukh Kuppannagari" userId="ad215094-da36-4b66-9c79-369a17aea26b" providerId="ADAL" clId="{18DA49F4-CD4F-46E0-AB35-D6CB797BE416}" dt="2025-11-04T14:13:23.849" v="11422" actId="1076"/>
          <ac:picMkLst>
            <pc:docMk/>
            <pc:sldMk cId="1260636141" sldId="1686"/>
            <ac:picMk id="3" creationId="{19D47309-FE5F-D7E5-7A77-58EFA154871D}"/>
          </ac:picMkLst>
        </pc:picChg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670661456" sldId="1687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977302209" sldId="1688"/>
        </pc:sldMkLst>
      </pc:sldChg>
      <pc:sldChg chg="addSp delSp modSp new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909262847" sldId="1689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235697716" sldId="1690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891503891" sldId="1691"/>
        </pc:sldMkLst>
      </pc:sldChg>
      <pc:sldChg chg="delSp add del mod">
        <pc:chgData name="Sanmukh Kuppannagari" userId="ad215094-da36-4b66-9c79-369a17aea26b" providerId="ADAL" clId="{18DA49F4-CD4F-46E0-AB35-D6CB797BE416}" dt="2025-10-23T13:17:19.402" v="3434" actId="47"/>
        <pc:sldMkLst>
          <pc:docMk/>
          <pc:sldMk cId="220303092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289384677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1252242452" sldId="1693"/>
        </pc:sldMkLst>
      </pc:sldChg>
      <pc:sldChg chg="delSp 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1528649637" sldId="1693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626874924" sldId="1694"/>
        </pc:sldMkLst>
      </pc:sldChg>
      <pc:sldChg chg="delSp 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1710881797" sldId="1694"/>
        </pc:sldMkLst>
      </pc:sldChg>
      <pc:sldChg chg="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747825771" sldId="1695"/>
        </pc:sldMkLst>
      </pc:sldChg>
      <pc:sldChg chg="modSp add del mod">
        <pc:chgData name="Sanmukh Kuppannagari" userId="ad215094-da36-4b66-9c79-369a17aea26b" providerId="ADAL" clId="{18DA49F4-CD4F-46E0-AB35-D6CB797BE416}" dt="2025-10-28T13:39:44.862" v="5409" actId="47"/>
        <pc:sldMkLst>
          <pc:docMk/>
          <pc:sldMk cId="3087895613" sldId="1696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319733629" sldId="1697"/>
        </pc:sldMkLst>
      </pc:sldChg>
      <pc:sldChg chg="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802081178" sldId="1698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76126290" sldId="1699"/>
        </pc:sldMkLst>
      </pc:sldChg>
      <pc:sldChg chg="modSp add del">
        <pc:chgData name="Sanmukh Kuppannagari" userId="ad215094-da36-4b66-9c79-369a17aea26b" providerId="ADAL" clId="{18DA49F4-CD4F-46E0-AB35-D6CB797BE416}" dt="2025-10-23T14:00:07.618" v="3973" actId="47"/>
        <pc:sldMkLst>
          <pc:docMk/>
          <pc:sldMk cId="736217599" sldId="1700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526937110" sldId="1701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695318788" sldId="1702"/>
        </pc:sldMkLst>
      </pc:sldChg>
      <pc:sldChg chg="add del">
        <pc:chgData name="Sanmukh Kuppannagari" userId="ad215094-da36-4b66-9c79-369a17aea26b" providerId="ADAL" clId="{18DA49F4-CD4F-46E0-AB35-D6CB797BE416}" dt="2025-10-23T14:01:40.060" v="3989" actId="47"/>
        <pc:sldMkLst>
          <pc:docMk/>
          <pc:sldMk cId="62188570" sldId="1703"/>
        </pc:sldMkLst>
      </pc:sldChg>
      <pc:sldChg chg="modSp add del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65640967" sldId="1703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26140327" sldId="1704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75340048" sldId="1705"/>
        </pc:sldMkLst>
      </pc:sldChg>
      <pc:sldChg chg="addSp modSp new del mod">
        <pc:chgData name="Sanmukh Kuppannagari" userId="ad215094-da36-4b66-9c79-369a17aea26b" providerId="ADAL" clId="{18DA49F4-CD4F-46E0-AB35-D6CB797BE416}" dt="2025-10-30T13:26:16.448" v="8006" actId="47"/>
        <pc:sldMkLst>
          <pc:docMk/>
          <pc:sldMk cId="4211309781" sldId="1706"/>
        </pc:sldMkLst>
      </pc:sldChg>
      <pc:sldChg chg="modSp new del mod">
        <pc:chgData name="Sanmukh Kuppannagari" userId="ad215094-da36-4b66-9c79-369a17aea26b" providerId="ADAL" clId="{18DA49F4-CD4F-46E0-AB35-D6CB797BE416}" dt="2025-10-23T14:12:54.939" v="4981" actId="47"/>
        <pc:sldMkLst>
          <pc:docMk/>
          <pc:sldMk cId="3491880809" sldId="1707"/>
        </pc:sldMkLst>
      </pc:sldChg>
      <pc:sldChg chg="modSp new del mod">
        <pc:chgData name="Sanmukh Kuppannagari" userId="ad215094-da36-4b66-9c79-369a17aea26b" providerId="ADAL" clId="{18DA49F4-CD4F-46E0-AB35-D6CB797BE416}" dt="2025-10-28T13:44:25.315" v="5438" actId="47"/>
        <pc:sldMkLst>
          <pc:docMk/>
          <pc:sldMk cId="2384807416" sldId="1708"/>
        </pc:sldMkLst>
      </pc:sldChg>
      <pc:sldChg chg="modSp new mod">
        <pc:chgData name="Sanmukh Kuppannagari" userId="ad215094-da36-4b66-9c79-369a17aea26b" providerId="ADAL" clId="{18DA49F4-CD4F-46E0-AB35-D6CB797BE416}" dt="2025-11-04T13:19:38.317" v="9438" actId="20577"/>
        <pc:sldMkLst>
          <pc:docMk/>
          <pc:sldMk cId="1046170412" sldId="1709"/>
        </pc:sldMkLst>
        <pc:spChg chg="mod">
          <ac:chgData name="Sanmukh Kuppannagari" userId="ad215094-da36-4b66-9c79-369a17aea26b" providerId="ADAL" clId="{18DA49F4-CD4F-46E0-AB35-D6CB797BE416}" dt="2025-10-28T13:31:12.555" v="5082"/>
          <ac:spMkLst>
            <pc:docMk/>
            <pc:sldMk cId="1046170412" sldId="1709"/>
            <ac:spMk id="2" creationId="{D2568B0B-DD77-D587-4EA3-5CCD5ACD7321}"/>
          </ac:spMkLst>
        </pc:spChg>
        <pc:spChg chg="mod">
          <ac:chgData name="Sanmukh Kuppannagari" userId="ad215094-da36-4b66-9c79-369a17aea26b" providerId="ADAL" clId="{18DA49F4-CD4F-46E0-AB35-D6CB797BE416}" dt="2025-11-04T13:19:38.317" v="9438" actId="20577"/>
          <ac:spMkLst>
            <pc:docMk/>
            <pc:sldMk cId="1046170412" sldId="1709"/>
            <ac:spMk id="3" creationId="{78D9EA17-ED0D-C0D7-396C-7C20617F4DD9}"/>
          </ac:spMkLst>
        </pc:spChg>
      </pc:sldChg>
      <pc:sldChg chg="modSp new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3552022092" sldId="1710"/>
        </pc:sldMkLst>
      </pc:sldChg>
      <pc:sldChg chg="addSp delSp 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1570196503" sldId="1711"/>
        </pc:sldMkLst>
      </pc:sldChg>
      <pc:sldChg chg="delSp 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33394513" sldId="1712"/>
        </pc:sldMkLst>
      </pc:sldChg>
      <pc:sldChg chg="delSp modSp add del mod">
        <pc:chgData name="Sanmukh Kuppannagari" userId="ad215094-da36-4b66-9c79-369a17aea26b" providerId="ADAL" clId="{18DA49F4-CD4F-46E0-AB35-D6CB797BE416}" dt="2025-11-04T13:24:11.171" v="9809" actId="47"/>
        <pc:sldMkLst>
          <pc:docMk/>
          <pc:sldMk cId="927528461" sldId="1713"/>
        </pc:sldMkLst>
      </pc:sldChg>
      <pc:sldChg chg="modSp new del mod">
        <pc:chgData name="Sanmukh Kuppannagari" userId="ad215094-da36-4b66-9c79-369a17aea26b" providerId="ADAL" clId="{18DA49F4-CD4F-46E0-AB35-D6CB797BE416}" dt="2025-10-30T13:27:18.083" v="8007" actId="47"/>
        <pc:sldMkLst>
          <pc:docMk/>
          <pc:sldMk cId="1170149298" sldId="1714"/>
        </pc:sldMkLst>
      </pc:sldChg>
      <pc:sldChg chg="modSp add del mod">
        <pc:chgData name="Sanmukh Kuppannagari" userId="ad215094-da36-4b66-9c79-369a17aea26b" providerId="ADAL" clId="{18DA49F4-CD4F-46E0-AB35-D6CB797BE416}" dt="2025-10-30T13:27:21.651" v="8008" actId="47"/>
        <pc:sldMkLst>
          <pc:docMk/>
          <pc:sldMk cId="3132745710" sldId="1715"/>
        </pc:sldMkLst>
      </pc:sldChg>
      <pc:sldChg chg="addSp delSp modSp new del mod">
        <pc:chgData name="Sanmukh Kuppannagari" userId="ad215094-da36-4b66-9c79-369a17aea26b" providerId="ADAL" clId="{18DA49F4-CD4F-46E0-AB35-D6CB797BE416}" dt="2025-10-30T13:27:27.190" v="8009" actId="47"/>
        <pc:sldMkLst>
          <pc:docMk/>
          <pc:sldMk cId="2402990269" sldId="1716"/>
        </pc:sldMkLst>
      </pc:sldChg>
      <pc:sldChg chg="addSp modSp add del mod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3603032599" sldId="1717"/>
        </pc:sldMkLst>
      </pc:sldChg>
      <pc:sldChg chg="modSp new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790325136" sldId="1718"/>
        </pc:sldMkLst>
      </pc:sldChg>
      <pc:sldChg chg="modSp add mod">
        <pc:chgData name="Sanmukh Kuppannagari" userId="ad215094-da36-4b66-9c79-369a17aea26b" providerId="ADAL" clId="{18DA49F4-CD4F-46E0-AB35-D6CB797BE416}" dt="2025-11-04T13:23:45.683" v="9808" actId="20577"/>
        <pc:sldMkLst>
          <pc:docMk/>
          <pc:sldMk cId="1007127024" sldId="1719"/>
        </pc:sldMkLst>
        <pc:spChg chg="mod">
          <ac:chgData name="Sanmukh Kuppannagari" userId="ad215094-da36-4b66-9c79-369a17aea26b" providerId="ADAL" clId="{18DA49F4-CD4F-46E0-AB35-D6CB797BE416}" dt="2025-11-04T13:23:45.683" v="9808" actId="20577"/>
          <ac:spMkLst>
            <pc:docMk/>
            <pc:sldMk cId="1007127024" sldId="1719"/>
            <ac:spMk id="3" creationId="{433EFF3E-888E-B6C9-31D3-0E2097065396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0342026" sldId="1720"/>
        </pc:sldMkLst>
      </pc:sldChg>
      <pc:sldChg chg="modSp add del mod">
        <pc:chgData name="Sanmukh Kuppannagari" userId="ad215094-da36-4b66-9c79-369a17aea26b" providerId="ADAL" clId="{18DA49F4-CD4F-46E0-AB35-D6CB797BE416}" dt="2025-11-04T13:24:16.651" v="9810" actId="47"/>
        <pc:sldMkLst>
          <pc:docMk/>
          <pc:sldMk cId="1373556054" sldId="1721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548440460" sldId="1722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937867006" sldId="1723"/>
        </pc:sldMkLst>
      </pc:sldChg>
      <pc:sldChg chg="modSp new mod">
        <pc:chgData name="Sanmukh Kuppannagari" userId="ad215094-da36-4b66-9c79-369a17aea26b" providerId="ADAL" clId="{18DA49F4-CD4F-46E0-AB35-D6CB797BE416}" dt="2025-11-04T13:19:14.755" v="9400" actId="20577"/>
        <pc:sldMkLst>
          <pc:docMk/>
          <pc:sldMk cId="1952056366" sldId="1724"/>
        </pc:sldMkLst>
        <pc:spChg chg="mod">
          <ac:chgData name="Sanmukh Kuppannagari" userId="ad215094-da36-4b66-9c79-369a17aea26b" providerId="ADAL" clId="{18DA49F4-CD4F-46E0-AB35-D6CB797BE416}" dt="2025-10-28T14:20:53.669" v="6821" actId="20577"/>
          <ac:spMkLst>
            <pc:docMk/>
            <pc:sldMk cId="1952056366" sldId="1724"/>
            <ac:spMk id="2" creationId="{159C677B-FCCA-EB05-D83B-E613484F2B6E}"/>
          </ac:spMkLst>
        </pc:spChg>
        <pc:spChg chg="mod">
          <ac:chgData name="Sanmukh Kuppannagari" userId="ad215094-da36-4b66-9c79-369a17aea26b" providerId="ADAL" clId="{18DA49F4-CD4F-46E0-AB35-D6CB797BE416}" dt="2025-11-04T13:19:14.755" v="9400" actId="20577"/>
          <ac:spMkLst>
            <pc:docMk/>
            <pc:sldMk cId="1952056366" sldId="1724"/>
            <ac:spMk id="3" creationId="{C32998E1-2FB2-CC4E-56B2-224D072FF061}"/>
          </ac:spMkLst>
        </pc:spChg>
      </pc:sldChg>
      <pc:sldChg chg="add">
        <pc:chgData name="Sanmukh Kuppannagari" userId="ad215094-da36-4b66-9c79-369a17aea26b" providerId="ADAL" clId="{18DA49F4-CD4F-46E0-AB35-D6CB797BE416}" dt="2025-10-30T13:29:12.480" v="8016"/>
        <pc:sldMkLst>
          <pc:docMk/>
          <pc:sldMk cId="2265954081" sldId="1725"/>
        </pc:sldMkLst>
      </pc:sldChg>
      <pc:sldChg chg="new del">
        <pc:chgData name="Sanmukh Kuppannagari" userId="ad215094-da36-4b66-9c79-369a17aea26b" providerId="ADAL" clId="{18DA49F4-CD4F-46E0-AB35-D6CB797BE416}" dt="2025-10-30T13:29:06.211" v="8015" actId="47"/>
        <pc:sldMkLst>
          <pc:docMk/>
          <pc:sldMk cId="2586050832" sldId="1725"/>
        </pc:sldMkLst>
      </pc:sldChg>
      <pc:sldChg chg="modSp add mod">
        <pc:chgData name="Sanmukh Kuppannagari" userId="ad215094-da36-4b66-9c79-369a17aea26b" providerId="ADAL" clId="{18DA49F4-CD4F-46E0-AB35-D6CB797BE416}" dt="2025-10-30T13:35:23.802" v="8128" actId="20577"/>
        <pc:sldMkLst>
          <pc:docMk/>
          <pc:sldMk cId="911518448" sldId="1726"/>
        </pc:sldMkLst>
        <pc:spChg chg="mod">
          <ac:chgData name="Sanmukh Kuppannagari" userId="ad215094-da36-4b66-9c79-369a17aea26b" providerId="ADAL" clId="{18DA49F4-CD4F-46E0-AB35-D6CB797BE416}" dt="2025-10-30T13:35:23.802" v="8128" actId="20577"/>
          <ac:spMkLst>
            <pc:docMk/>
            <pc:sldMk cId="911518448" sldId="1726"/>
            <ac:spMk id="3" creationId="{12117301-FB2D-26CE-1420-4BCB7DDFEEF8}"/>
          </ac:spMkLst>
        </pc:spChg>
      </pc:sldChg>
      <pc:sldChg chg="modSp new mod">
        <pc:chgData name="Sanmukh Kuppannagari" userId="ad215094-da36-4b66-9c79-369a17aea26b" providerId="ADAL" clId="{18DA49F4-CD4F-46E0-AB35-D6CB797BE416}" dt="2025-10-30T13:58:31.270" v="8271" actId="20577"/>
        <pc:sldMkLst>
          <pc:docMk/>
          <pc:sldMk cId="444335945" sldId="1727"/>
        </pc:sldMkLst>
        <pc:spChg chg="mod">
          <ac:chgData name="Sanmukh Kuppannagari" userId="ad215094-da36-4b66-9c79-369a17aea26b" providerId="ADAL" clId="{18DA49F4-CD4F-46E0-AB35-D6CB797BE416}" dt="2025-10-30T13:45:31.771" v="8130"/>
          <ac:spMkLst>
            <pc:docMk/>
            <pc:sldMk cId="444335945" sldId="1727"/>
            <ac:spMk id="2" creationId="{6DD4B68B-A4C0-532C-DC46-4C7CE015FBF4}"/>
          </ac:spMkLst>
        </pc:spChg>
        <pc:spChg chg="mod">
          <ac:chgData name="Sanmukh Kuppannagari" userId="ad215094-da36-4b66-9c79-369a17aea26b" providerId="ADAL" clId="{18DA49F4-CD4F-46E0-AB35-D6CB797BE416}" dt="2025-10-30T13:58:31.270" v="8271" actId="20577"/>
          <ac:spMkLst>
            <pc:docMk/>
            <pc:sldMk cId="444335945" sldId="1727"/>
            <ac:spMk id="3" creationId="{B97466B2-1C10-3AA5-4D86-9F2A2E055006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3:59:07.650" v="8276" actId="14100"/>
        <pc:sldMkLst>
          <pc:docMk/>
          <pc:sldMk cId="225404697" sldId="1728"/>
        </pc:sldMkLst>
        <pc:spChg chg="add mod">
          <ac:chgData name="Sanmukh Kuppannagari" userId="ad215094-da36-4b66-9c79-369a17aea26b" providerId="ADAL" clId="{18DA49F4-CD4F-46E0-AB35-D6CB797BE416}" dt="2025-10-30T13:59:07.650" v="8276" actId="14100"/>
          <ac:spMkLst>
            <pc:docMk/>
            <pc:sldMk cId="225404697" sldId="1728"/>
            <ac:spMk id="4" creationId="{F57AE2FA-0DE6-8825-D47B-4602F5BD363C}"/>
          </ac:spMkLst>
        </pc:spChg>
      </pc:sldChg>
      <pc:sldChg chg="addSp modSp add del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2567262913" sldId="1729"/>
        </pc:sldMkLst>
      </pc:sldChg>
      <pc:sldChg chg="add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1910555518" sldId="1730"/>
        </pc:sldMkLst>
      </pc:sldChg>
      <pc:sldChg chg="add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2022294268" sldId="1731"/>
        </pc:sldMkLst>
      </pc:sldChg>
      <pc:sldChg chg="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4279572750" sldId="1732"/>
        </pc:sldMkLst>
      </pc:sldChg>
      <pc:sldChg chg="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3383718684" sldId="1733"/>
        </pc:sldMkLst>
      </pc:sldChg>
      <pc:sldChg chg="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1458787335" sldId="1734"/>
        </pc:sldMkLst>
      </pc:sldChg>
      <pc:sldChg chg="add del">
        <pc:chgData name="Sanmukh Kuppannagari" userId="ad215094-da36-4b66-9c79-369a17aea26b" providerId="ADAL" clId="{18DA49F4-CD4F-46E0-AB35-D6CB797BE416}" dt="2025-11-04T13:25:06.497" v="9812" actId="47"/>
        <pc:sldMkLst>
          <pc:docMk/>
          <pc:sldMk cId="322617582" sldId="1735"/>
        </pc:sldMkLst>
      </pc:sldChg>
      <pc:sldChg chg="addSp delSp modSp new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2195557778" sldId="1736"/>
        </pc:sldMkLst>
      </pc:sldChg>
      <pc:sldChg chg="addSp del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3053683100" sldId="1737"/>
        </pc:sldMkLst>
      </pc:sldChg>
      <pc:sldChg chg="add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668168571" sldId="1738"/>
        </pc:sldMkLst>
      </pc:sldChg>
      <pc:sldChg chg="addSp modSp add del mod">
        <pc:chgData name="Sanmukh Kuppannagari" userId="ad215094-da36-4b66-9c79-369a17aea26b" providerId="ADAL" clId="{18DA49F4-CD4F-46E0-AB35-D6CB797BE416}" dt="2025-11-04T13:25:20.545" v="9813" actId="47"/>
        <pc:sldMkLst>
          <pc:docMk/>
          <pc:sldMk cId="769760065" sldId="1739"/>
        </pc:sldMkLst>
      </pc:sldChg>
      <pc:sldChg chg="modSp new mod">
        <pc:chgData name="Sanmukh Kuppannagari" userId="ad215094-da36-4b66-9c79-369a17aea26b" providerId="ADAL" clId="{18DA49F4-CD4F-46E0-AB35-D6CB797BE416}" dt="2025-11-04T13:23:34.169" v="9807" actId="20577"/>
        <pc:sldMkLst>
          <pc:docMk/>
          <pc:sldMk cId="2877298007" sldId="1740"/>
        </pc:sldMkLst>
        <pc:spChg chg="mod">
          <ac:chgData name="Sanmukh Kuppannagari" userId="ad215094-da36-4b66-9c79-369a17aea26b" providerId="ADAL" clId="{18DA49F4-CD4F-46E0-AB35-D6CB797BE416}" dt="2025-11-04T13:19:57.610" v="9469" actId="20577"/>
          <ac:spMkLst>
            <pc:docMk/>
            <pc:sldMk cId="2877298007" sldId="1740"/>
            <ac:spMk id="2" creationId="{8D99CF17-A15B-5BF4-A34A-43F648EB0B8F}"/>
          </ac:spMkLst>
        </pc:spChg>
        <pc:spChg chg="mod">
          <ac:chgData name="Sanmukh Kuppannagari" userId="ad215094-da36-4b66-9c79-369a17aea26b" providerId="ADAL" clId="{18DA49F4-CD4F-46E0-AB35-D6CB797BE416}" dt="2025-11-04T13:23:34.169" v="9807" actId="20577"/>
          <ac:spMkLst>
            <pc:docMk/>
            <pc:sldMk cId="2877298007" sldId="1740"/>
            <ac:spMk id="3" creationId="{FA8A5B8D-53FD-FAFB-4295-C01E68277EB1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23:20.754" v="9796" actId="20577"/>
        <pc:sldMkLst>
          <pc:docMk/>
          <pc:sldMk cId="3877080844" sldId="1741"/>
        </pc:sldMkLst>
        <pc:spChg chg="mod">
          <ac:chgData name="Sanmukh Kuppannagari" userId="ad215094-da36-4b66-9c79-369a17aea26b" providerId="ADAL" clId="{18DA49F4-CD4F-46E0-AB35-D6CB797BE416}" dt="2025-11-04T13:23:20.754" v="9796" actId="20577"/>
          <ac:spMkLst>
            <pc:docMk/>
            <pc:sldMk cId="3877080844" sldId="1741"/>
            <ac:spMk id="3" creationId="{01D77C58-771A-AABA-9095-DBADA59B7CC8}"/>
          </ac:spMkLst>
        </pc:spChg>
      </pc:sldChg>
      <pc:sldChg chg="modSp new mod">
        <pc:chgData name="Sanmukh Kuppannagari" userId="ad215094-da36-4b66-9c79-369a17aea26b" providerId="ADAL" clId="{18DA49F4-CD4F-46E0-AB35-D6CB797BE416}" dt="2025-11-04T13:33:58.868" v="10052" actId="20577"/>
        <pc:sldMkLst>
          <pc:docMk/>
          <pc:sldMk cId="1504402337" sldId="1742"/>
        </pc:sldMkLst>
        <pc:spChg chg="mod">
          <ac:chgData name="Sanmukh Kuppannagari" userId="ad215094-da36-4b66-9c79-369a17aea26b" providerId="ADAL" clId="{18DA49F4-CD4F-46E0-AB35-D6CB797BE416}" dt="2025-11-04T13:28:55.162" v="9837" actId="20577"/>
          <ac:spMkLst>
            <pc:docMk/>
            <pc:sldMk cId="1504402337" sldId="1742"/>
            <ac:spMk id="2" creationId="{E29079AE-9B27-6521-948E-B53A057F2255}"/>
          </ac:spMkLst>
        </pc:spChg>
        <pc:spChg chg="mod">
          <ac:chgData name="Sanmukh Kuppannagari" userId="ad215094-da36-4b66-9c79-369a17aea26b" providerId="ADAL" clId="{18DA49F4-CD4F-46E0-AB35-D6CB797BE416}" dt="2025-11-04T13:33:58.868" v="10052" actId="20577"/>
          <ac:spMkLst>
            <pc:docMk/>
            <pc:sldMk cId="1504402337" sldId="1742"/>
            <ac:spMk id="3" creationId="{EAC9B3DC-03DB-0B27-91A6-40A4651FF4FB}"/>
          </ac:spMkLst>
        </pc:spChg>
      </pc:sldChg>
      <pc:sldChg chg="modSp add mod ord">
        <pc:chgData name="Sanmukh Kuppannagari" userId="ad215094-da36-4b66-9c79-369a17aea26b" providerId="ADAL" clId="{18DA49F4-CD4F-46E0-AB35-D6CB797BE416}" dt="2025-11-04T14:02:39.067" v="11253"/>
        <pc:sldMkLst>
          <pc:docMk/>
          <pc:sldMk cId="4174386715" sldId="1743"/>
        </pc:sldMkLst>
        <pc:spChg chg="mod">
          <ac:chgData name="Sanmukh Kuppannagari" userId="ad215094-da36-4b66-9c79-369a17aea26b" providerId="ADAL" clId="{18DA49F4-CD4F-46E0-AB35-D6CB797BE416}" dt="2025-11-04T13:55:02.941" v="10521" actId="207"/>
          <ac:spMkLst>
            <pc:docMk/>
            <pc:sldMk cId="4174386715" sldId="1743"/>
            <ac:spMk id="3" creationId="{31DF6DBE-A930-879B-9167-C1480B41FBDB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34:18.093" v="10056" actId="207"/>
        <pc:sldMkLst>
          <pc:docMk/>
          <pc:sldMk cId="2521538533" sldId="1744"/>
        </pc:sldMkLst>
        <pc:spChg chg="mod">
          <ac:chgData name="Sanmukh Kuppannagari" userId="ad215094-da36-4b66-9c79-369a17aea26b" providerId="ADAL" clId="{18DA49F4-CD4F-46E0-AB35-D6CB797BE416}" dt="2025-11-04T13:34:18.093" v="10056" actId="207"/>
          <ac:spMkLst>
            <pc:docMk/>
            <pc:sldMk cId="2521538533" sldId="1744"/>
            <ac:spMk id="3" creationId="{25440181-094C-2A5E-0F8B-33BE7B7905D3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3:44:56.694" v="10136" actId="21"/>
        <pc:sldMkLst>
          <pc:docMk/>
          <pc:sldMk cId="3294578800" sldId="1745"/>
        </pc:sldMkLst>
        <pc:spChg chg="mod">
          <ac:chgData name="Sanmukh Kuppannagari" userId="ad215094-da36-4b66-9c79-369a17aea26b" providerId="ADAL" clId="{18DA49F4-CD4F-46E0-AB35-D6CB797BE416}" dt="2025-11-04T13:34:25.764" v="10058" actId="207"/>
          <ac:spMkLst>
            <pc:docMk/>
            <pc:sldMk cId="3294578800" sldId="1745"/>
            <ac:spMk id="3" creationId="{B2892C32-8F74-644A-2A5B-3BCC4C1EB864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9" creationId="{47E95725-9497-9400-399B-C1C3B9997B9E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13" creationId="{5BCCE6B2-4BFF-D9EC-1557-C9A15BEC5A26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28" creationId="{4FBAF406-12A7-8E0F-9378-CC411437D79D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38" creationId="{07234F5B-9410-0535-B451-B93439D5C728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39" creationId="{0031F7DA-907D-BCFF-8EDA-61F07A0DF033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45" creationId="{F8FA83D0-BC86-70FE-A740-5E483C617BEB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49" creationId="{4B0F1AB2-D524-FDC5-8D5B-A749549D11ED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50" creationId="{7D179C56-30E7-FAC1-406F-0DC0C1E4F47B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54" creationId="{B30F9E16-A719-E13C-980B-8863FECB2009}"/>
          </ac:spMkLst>
        </pc:spChg>
        <pc:spChg chg="mod">
          <ac:chgData name="Sanmukh Kuppannagari" userId="ad215094-da36-4b66-9c79-369a17aea26b" providerId="ADAL" clId="{18DA49F4-CD4F-46E0-AB35-D6CB797BE416}" dt="2025-11-04T13:44:50.003" v="10134"/>
          <ac:spMkLst>
            <pc:docMk/>
            <pc:sldMk cId="3294578800" sldId="1745"/>
            <ac:spMk id="59" creationId="{96A6D5D3-2858-C6A5-6758-1DCF796A8B9F}"/>
          </ac:spMkLst>
        </pc:spChg>
        <pc:grpChg chg="del">
          <ac:chgData name="Sanmukh Kuppannagari" userId="ad215094-da36-4b66-9c79-369a17aea26b" providerId="ADAL" clId="{18DA49F4-CD4F-46E0-AB35-D6CB797BE416}" dt="2025-11-04T13:44:56.694" v="10136" actId="21"/>
          <ac:grpSpMkLst>
            <pc:docMk/>
            <pc:sldMk cId="3294578800" sldId="1745"/>
            <ac:grpSpMk id="4" creationId="{DAB6736B-30E0-88E7-5F46-38E853B83136}"/>
          </ac:grpSpMkLst>
        </pc:grpChg>
      </pc:sldChg>
      <pc:sldChg chg="addSp delSp modSp new mod">
        <pc:chgData name="Sanmukh Kuppannagari" userId="ad215094-da36-4b66-9c79-369a17aea26b" providerId="ADAL" clId="{18DA49F4-CD4F-46E0-AB35-D6CB797BE416}" dt="2025-11-04T13:37:58.851" v="10133" actId="404"/>
        <pc:sldMkLst>
          <pc:docMk/>
          <pc:sldMk cId="3155323626" sldId="1746"/>
        </pc:sldMkLst>
        <pc:spChg chg="mod">
          <ac:chgData name="Sanmukh Kuppannagari" userId="ad215094-da36-4b66-9c79-369a17aea26b" providerId="ADAL" clId="{18DA49F4-CD4F-46E0-AB35-D6CB797BE416}" dt="2025-11-04T13:37:58.851" v="10133" actId="404"/>
          <ac:spMkLst>
            <pc:docMk/>
            <pc:sldMk cId="3155323626" sldId="1746"/>
            <ac:spMk id="2" creationId="{754EBF28-4584-CDF4-76C0-6B27A9F7495F}"/>
          </ac:spMkLst>
        </pc:spChg>
        <pc:spChg chg="del">
          <ac:chgData name="Sanmukh Kuppannagari" userId="ad215094-da36-4b66-9c79-369a17aea26b" providerId="ADAL" clId="{18DA49F4-CD4F-46E0-AB35-D6CB797BE416}" dt="2025-11-04T13:36:59.418" v="10102" actId="478"/>
          <ac:spMkLst>
            <pc:docMk/>
            <pc:sldMk cId="3155323626" sldId="1746"/>
            <ac:spMk id="3" creationId="{0A51BEE3-1C51-E824-3D49-E66E414D2C48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9" creationId="{B3DEB3A0-BB5F-45B4-88BE-63816E648364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13" creationId="{DE02B2AC-6337-46A1-DFDE-1E5D47A33006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25" creationId="{CAFEAEFA-26CC-C88E-C52B-AF329D578A19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28" creationId="{83CDFFB5-2E2A-8432-2F96-296DB2648085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36" creationId="{8DD204FC-E2F8-AD37-B445-DE8CA9285F9B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74" creationId="{6A09F482-D4A0-2F22-EA74-890813843B80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75" creationId="{81176575-B932-56EA-3314-598002CE1C78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76" creationId="{EB305F01-06E0-6B2D-FAF6-CDD27F91F7B2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78" creationId="{1F232C0B-FA3B-FA93-4010-DED5BCB7D533}"/>
          </ac:spMkLst>
        </pc:spChg>
        <pc:spChg chg="add mod">
          <ac:chgData name="Sanmukh Kuppannagari" userId="ad215094-da36-4b66-9c79-369a17aea26b" providerId="ADAL" clId="{18DA49F4-CD4F-46E0-AB35-D6CB797BE416}" dt="2025-11-04T13:37:55.074" v="10132" actId="1076"/>
          <ac:spMkLst>
            <pc:docMk/>
            <pc:sldMk cId="3155323626" sldId="1746"/>
            <ac:spMk id="83" creationId="{C524ED30-6762-68C0-8969-181044397E16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04T13:45:36.241" v="10168" actId="20577"/>
        <pc:sldMkLst>
          <pc:docMk/>
          <pc:sldMk cId="3991062199" sldId="1747"/>
        </pc:sldMkLst>
        <pc:spChg chg="mod">
          <ac:chgData name="Sanmukh Kuppannagari" userId="ad215094-da36-4b66-9c79-369a17aea26b" providerId="ADAL" clId="{18DA49F4-CD4F-46E0-AB35-D6CB797BE416}" dt="2025-11-04T13:45:36.241" v="10168" actId="20577"/>
          <ac:spMkLst>
            <pc:docMk/>
            <pc:sldMk cId="3991062199" sldId="1747"/>
            <ac:spMk id="2" creationId="{58D43925-BCC6-6D43-24B8-6CC4D3E502A4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87" creationId="{521D4365-03C9-A469-3C3D-5C9A1938F1FE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95" creationId="{35EBE96B-F2B5-2E7F-A277-5F77C9466D63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97" creationId="{00C3F8E7-5D66-4520-6F8D-C37681ECA29C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01" creationId="{AA7B3E8A-C5B2-392B-8A63-9E82A61C8B86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04" creationId="{C9AE08E8-BED2-8753-1F79-81DBD26710AD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07" creationId="{4FBAF406-12A7-8E0F-9378-CC411437D79D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08" creationId="{7E2741A4-6693-AF4A-3AE6-44FB6C77611B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33" creationId="{B30F9E16-A719-E13C-980B-8863FECB2009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45" creationId="{AEC737BC-5B7C-ACA2-CFC2-3285F57A424A}"/>
          </ac:spMkLst>
        </pc:spChg>
        <pc:spChg chg="mod">
          <ac:chgData name="Sanmukh Kuppannagari" userId="ad215094-da36-4b66-9c79-369a17aea26b" providerId="ADAL" clId="{18DA49F4-CD4F-46E0-AB35-D6CB797BE416}" dt="2025-11-04T13:44:58.223" v="10137"/>
          <ac:spMkLst>
            <pc:docMk/>
            <pc:sldMk cId="3991062199" sldId="1747"/>
            <ac:spMk id="146" creationId="{56542294-AB59-C903-0FA3-65B3F8C76059}"/>
          </ac:spMkLst>
        </pc:spChg>
        <pc:grpChg chg="mod">
          <ac:chgData name="Sanmukh Kuppannagari" userId="ad215094-da36-4b66-9c79-369a17aea26b" providerId="ADAL" clId="{18DA49F4-CD4F-46E0-AB35-D6CB797BE416}" dt="2025-11-04T13:45:06.807" v="10141" actId="14100"/>
          <ac:grpSpMkLst>
            <pc:docMk/>
            <pc:sldMk cId="3991062199" sldId="1747"/>
            <ac:grpSpMk id="3" creationId="{DAB6736B-30E0-88E7-5F46-38E853B83136}"/>
          </ac:grpSpMkLst>
        </pc:grpChg>
      </pc:sldChg>
      <pc:sldChg chg="addSp delSp modSp add mod">
        <pc:chgData name="Sanmukh Kuppannagari" userId="ad215094-da36-4b66-9c79-369a17aea26b" providerId="ADAL" clId="{18DA49F4-CD4F-46E0-AB35-D6CB797BE416}" dt="2025-11-04T13:47:45.001" v="10183" actId="1076"/>
        <pc:sldMkLst>
          <pc:docMk/>
          <pc:sldMk cId="683138431" sldId="1748"/>
        </pc:sldMkLst>
        <pc:spChg chg="add 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3" creationId="{C36B331E-F950-25FB-5C82-E40C88A1F58D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6" creationId="{180E32F7-9906-8670-0671-458FCF57FF26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8" creationId="{028019B6-D3D7-C5C5-2280-EC3B4CC4FE9B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9" creationId="{00185FE2-3E21-8BD8-6F6B-EDDACCD045FF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11" creationId="{FE9F4625-FD48-E2E8-8BA8-92F8E2411252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17" creationId="{352ED51E-A874-7B49-8346-C0B6D9ADB160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23" creationId="{6911406C-FE68-A4BA-1278-C34B63252020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27" creationId="{0D745560-DD47-FF43-96D7-5074E8D3CE01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39" creationId="{B89AEA99-1F7D-7B14-D8F5-1A65522C5F24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40" creationId="{590D8030-3311-4AA4-7C14-DAE09FAAB9EB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42" creationId="{D2B28ED4-5F4D-5330-3124-0149C6CD2F4F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46" creationId="{854F1DC1-D730-0FCB-CEFE-FDAA36B415C9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47" creationId="{8F8C4C14-89D6-8984-F385-4A2D16D2C1B5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50" creationId="{E5F3F8FA-0472-2BE2-F010-434E4CBE5FFC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58" creationId="{23DE2A92-20DD-6439-CC71-9579D0434430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59" creationId="{84437DC1-0EA1-A53B-5792-8AA6EC7785CE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60" creationId="{2D568CD5-8D80-52C1-5125-6A32816E4C9E}"/>
          </ac:spMkLst>
        </pc:spChg>
        <pc:spChg chg="mod">
          <ac:chgData name="Sanmukh Kuppannagari" userId="ad215094-da36-4b66-9c79-369a17aea26b" providerId="ADAL" clId="{18DA49F4-CD4F-46E0-AB35-D6CB797BE416}" dt="2025-11-04T13:46:40.104" v="10174" actId="207"/>
          <ac:spMkLst>
            <pc:docMk/>
            <pc:sldMk cId="683138431" sldId="1748"/>
            <ac:spMk id="63" creationId="{71BA7A00-CA54-D1E8-D88B-DE5AD644B496}"/>
          </ac:spMkLst>
        </pc:spChg>
        <pc:spChg chg="mod">
          <ac:chgData name="Sanmukh Kuppannagari" userId="ad215094-da36-4b66-9c79-369a17aea26b" providerId="ADAL" clId="{18DA49F4-CD4F-46E0-AB35-D6CB797BE416}" dt="2025-11-04T13:46:24.228" v="10173" actId="571"/>
          <ac:spMkLst>
            <pc:docMk/>
            <pc:sldMk cId="683138431" sldId="1748"/>
            <ac:spMk id="67" creationId="{289DC9C9-9936-2CB1-C21C-3B337B791FF8}"/>
          </ac:spMkLst>
        </pc:spChg>
        <pc:spChg chg="mod">
          <ac:chgData name="Sanmukh Kuppannagari" userId="ad215094-da36-4b66-9c79-369a17aea26b" providerId="ADAL" clId="{18DA49F4-CD4F-46E0-AB35-D6CB797BE416}" dt="2025-11-04T13:47:45.001" v="10183" actId="1076"/>
          <ac:spMkLst>
            <pc:docMk/>
            <pc:sldMk cId="683138431" sldId="1748"/>
            <ac:spMk id="135" creationId="{684E3059-7692-416D-1142-3C486E71FA32}"/>
          </ac:spMkLst>
        </pc:spChg>
        <pc:spChg chg="del">
          <ac:chgData name="Sanmukh Kuppannagari" userId="ad215094-da36-4b66-9c79-369a17aea26b" providerId="ADAL" clId="{18DA49F4-CD4F-46E0-AB35-D6CB797BE416}" dt="2025-11-04T13:47:12.328" v="10179" actId="478"/>
          <ac:spMkLst>
            <pc:docMk/>
            <pc:sldMk cId="683138431" sldId="1748"/>
            <ac:spMk id="139" creationId="{1F391B0F-BA1F-3DAB-E10B-740EF32D6AE6}"/>
          </ac:spMkLst>
        </pc:spChg>
        <pc:spChg chg="add mod">
          <ac:chgData name="Sanmukh Kuppannagari" userId="ad215094-da36-4b66-9c79-369a17aea26b" providerId="ADAL" clId="{18DA49F4-CD4F-46E0-AB35-D6CB797BE416}" dt="2025-11-04T13:47:08.228" v="10178" actId="1076"/>
          <ac:spMkLst>
            <pc:docMk/>
            <pc:sldMk cId="683138431" sldId="1748"/>
            <ac:spMk id="144" creationId="{51C7CFDD-522D-D92C-2D67-4DA9A00429AD}"/>
          </ac:spMkLst>
        </pc:spChg>
        <pc:spChg chg="add mod">
          <ac:chgData name="Sanmukh Kuppannagari" userId="ad215094-da36-4b66-9c79-369a17aea26b" providerId="ADAL" clId="{18DA49F4-CD4F-46E0-AB35-D6CB797BE416}" dt="2025-11-04T13:46:59.572" v="10176" actId="1076"/>
          <ac:spMkLst>
            <pc:docMk/>
            <pc:sldMk cId="683138431" sldId="1748"/>
            <ac:spMk id="147" creationId="{E0D6DDFE-6ECE-8583-006F-ED66B2F435FE}"/>
          </ac:spMkLst>
        </pc:spChg>
        <pc:cxnChg chg="add mod">
          <ac:chgData name="Sanmukh Kuppannagari" userId="ad215094-da36-4b66-9c79-369a17aea26b" providerId="ADAL" clId="{18DA49F4-CD4F-46E0-AB35-D6CB797BE416}" dt="2025-11-04T13:46:59.572" v="10176" actId="1076"/>
          <ac:cxnSpMkLst>
            <pc:docMk/>
            <pc:sldMk cId="683138431" sldId="1748"/>
            <ac:cxnSpMk id="145" creationId="{5EAE9270-77A0-005C-1046-B15EFCEC6C70}"/>
          </ac:cxnSpMkLst>
        </pc:cxnChg>
        <pc:cxnChg chg="add mod">
          <ac:chgData name="Sanmukh Kuppannagari" userId="ad215094-da36-4b66-9c79-369a17aea26b" providerId="ADAL" clId="{18DA49F4-CD4F-46E0-AB35-D6CB797BE416}" dt="2025-11-04T13:47:03.101" v="10177" actId="14100"/>
          <ac:cxnSpMkLst>
            <pc:docMk/>
            <pc:sldMk cId="683138431" sldId="1748"/>
            <ac:cxnSpMk id="146" creationId="{A6776209-EC2B-62DB-E220-F578C584C715}"/>
          </ac:cxnSpMkLst>
        </pc:cxnChg>
      </pc:sldChg>
      <pc:sldChg chg="new del">
        <pc:chgData name="Sanmukh Kuppannagari" userId="ad215094-da36-4b66-9c79-369a17aea26b" providerId="ADAL" clId="{18DA49F4-CD4F-46E0-AB35-D6CB797BE416}" dt="2025-11-04T13:46:04.978" v="10170" actId="47"/>
        <pc:sldMkLst>
          <pc:docMk/>
          <pc:sldMk cId="3972494598" sldId="1748"/>
        </pc:sldMkLst>
      </pc:sldChg>
      <pc:sldChg chg="addSp delSp modSp add mod">
        <pc:chgData name="Sanmukh Kuppannagari" userId="ad215094-da36-4b66-9c79-369a17aea26b" providerId="ADAL" clId="{18DA49F4-CD4F-46E0-AB35-D6CB797BE416}" dt="2025-11-04T13:49:07.400" v="10196" actId="164"/>
        <pc:sldMkLst>
          <pc:docMk/>
          <pc:sldMk cId="2765528879" sldId="1749"/>
        </pc:sldMkLst>
        <pc:spChg chg="mod">
          <ac:chgData name="Sanmukh Kuppannagari" userId="ad215094-da36-4b66-9c79-369a17aea26b" providerId="ADAL" clId="{18DA49F4-CD4F-46E0-AB35-D6CB797BE416}" dt="2025-11-04T13:48:43.472" v="10191" actId="1076"/>
          <ac:spMkLst>
            <pc:docMk/>
            <pc:sldMk cId="2765528879" sldId="1749"/>
            <ac:spMk id="2" creationId="{6F2AD987-D5A7-8951-6477-FBE74DAA6552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71" creationId="{1A8CEF5E-766E-364D-C1F2-7187A8E16722}"/>
          </ac:spMkLst>
        </pc:spChg>
        <pc:spChg chg="mod">
          <ac:chgData name="Sanmukh Kuppannagari" userId="ad215094-da36-4b66-9c79-369a17aea26b" providerId="ADAL" clId="{18DA49F4-CD4F-46E0-AB35-D6CB797BE416}" dt="2025-11-04T13:49:00.487" v="10195" actId="207"/>
          <ac:spMkLst>
            <pc:docMk/>
            <pc:sldMk cId="2765528879" sldId="1749"/>
            <ac:spMk id="72" creationId="{F95E92E0-FBFE-02B6-29D4-1A207B28D9E2}"/>
          </ac:spMkLst>
        </pc:spChg>
        <pc:spChg chg="mod">
          <ac:chgData name="Sanmukh Kuppannagari" userId="ad215094-da36-4b66-9c79-369a17aea26b" providerId="ADAL" clId="{18DA49F4-CD4F-46E0-AB35-D6CB797BE416}" dt="2025-11-04T13:48:28.555" v="10190" actId="207"/>
          <ac:spMkLst>
            <pc:docMk/>
            <pc:sldMk cId="2765528879" sldId="1749"/>
            <ac:spMk id="73" creationId="{3BFDC683-5C24-DD26-0428-54D3703C4B93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78" creationId="{90D5D634-05A1-7C01-450B-49F58F3375CF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80" creationId="{FBA64199-23E0-AC9B-AB21-12950775F6D4}"/>
          </ac:spMkLst>
        </pc:spChg>
        <pc:spChg chg="mod">
          <ac:chgData name="Sanmukh Kuppannagari" userId="ad215094-da36-4b66-9c79-369a17aea26b" providerId="ADAL" clId="{18DA49F4-CD4F-46E0-AB35-D6CB797BE416}" dt="2025-11-04T13:48:53.066" v="10193" actId="207"/>
          <ac:spMkLst>
            <pc:docMk/>
            <pc:sldMk cId="2765528879" sldId="1749"/>
            <ac:spMk id="81" creationId="{B9E5248F-D7F4-B8EC-E4EA-B809A6EA6BC9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95" creationId="{60A846C7-8F76-EC93-52DC-3D9BD266CFE0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99" creationId="{EC47168F-8E33-4C3F-BD48-D3811FA77612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102" creationId="{3790CF24-1F90-D579-C437-842CE219AE7B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116" creationId="{B8652F93-8E6D-4F0E-96D0-1FDF1EA85548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118" creationId="{3A9E5FE6-1716-FAD6-02B2-FED82514EEEE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123" creationId="{BE9E9B54-F876-12CC-4514-063AC354FA47}"/>
          </ac:spMkLst>
        </pc:spChg>
        <pc:spChg chg="mod topLvl">
          <ac:chgData name="Sanmukh Kuppannagari" userId="ad215094-da36-4b66-9c79-369a17aea26b" providerId="ADAL" clId="{18DA49F4-CD4F-46E0-AB35-D6CB797BE416}" dt="2025-11-04T13:49:07.400" v="10196" actId="164"/>
          <ac:spMkLst>
            <pc:docMk/>
            <pc:sldMk cId="2765528879" sldId="1749"/>
            <ac:spMk id="130" creationId="{80DABBE9-A4AB-7756-C26C-7B490F16FC5B}"/>
          </ac:spMkLst>
        </pc:spChg>
        <pc:spChg chg="mod">
          <ac:chgData name="Sanmukh Kuppannagari" userId="ad215094-da36-4b66-9c79-369a17aea26b" providerId="ADAL" clId="{18DA49F4-CD4F-46E0-AB35-D6CB797BE416}" dt="2025-11-04T13:47:57.087" v="10185" actId="1076"/>
          <ac:spMkLst>
            <pc:docMk/>
            <pc:sldMk cId="2765528879" sldId="1749"/>
            <ac:spMk id="136" creationId="{E0A7AE72-FA66-2782-4783-C07F8991E7EC}"/>
          </ac:spMkLst>
        </pc:spChg>
        <pc:spChg chg="del">
          <ac:chgData name="Sanmukh Kuppannagari" userId="ad215094-da36-4b66-9c79-369a17aea26b" providerId="ADAL" clId="{18DA49F4-CD4F-46E0-AB35-D6CB797BE416}" dt="2025-11-04T13:48:00.122" v="10186" actId="478"/>
          <ac:spMkLst>
            <pc:docMk/>
            <pc:sldMk cId="2765528879" sldId="1749"/>
            <ac:spMk id="144" creationId="{5C483318-11E1-3376-731B-1A8ADC504B11}"/>
          </ac:spMkLst>
        </pc:spChg>
        <pc:spChg chg="del">
          <ac:chgData name="Sanmukh Kuppannagari" userId="ad215094-da36-4b66-9c79-369a17aea26b" providerId="ADAL" clId="{18DA49F4-CD4F-46E0-AB35-D6CB797BE416}" dt="2025-11-04T13:48:01.738" v="10188" actId="478"/>
          <ac:spMkLst>
            <pc:docMk/>
            <pc:sldMk cId="2765528879" sldId="1749"/>
            <ac:spMk id="147" creationId="{E91A0B1D-79A1-2B7E-B07E-04C96B16DB1D}"/>
          </ac:spMkLst>
        </pc:spChg>
        <pc:cxnChg chg="del">
          <ac:chgData name="Sanmukh Kuppannagari" userId="ad215094-da36-4b66-9c79-369a17aea26b" providerId="ADAL" clId="{18DA49F4-CD4F-46E0-AB35-D6CB797BE416}" dt="2025-11-04T13:48:03.189" v="10189" actId="478"/>
          <ac:cxnSpMkLst>
            <pc:docMk/>
            <pc:sldMk cId="2765528879" sldId="1749"/>
            <ac:cxnSpMk id="145" creationId="{87D32152-49F4-149B-AF92-106681D39733}"/>
          </ac:cxnSpMkLst>
        </pc:cxnChg>
        <pc:cxnChg chg="del">
          <ac:chgData name="Sanmukh Kuppannagari" userId="ad215094-da36-4b66-9c79-369a17aea26b" providerId="ADAL" clId="{18DA49F4-CD4F-46E0-AB35-D6CB797BE416}" dt="2025-11-04T13:48:01.057" v="10187" actId="478"/>
          <ac:cxnSpMkLst>
            <pc:docMk/>
            <pc:sldMk cId="2765528879" sldId="1749"/>
            <ac:cxnSpMk id="146" creationId="{B6836F2B-87BD-E780-0318-696CB8CF66B1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04T13:49:55.303" v="10202" actId="207"/>
        <pc:sldMkLst>
          <pc:docMk/>
          <pc:sldMk cId="3957491381" sldId="1750"/>
        </pc:sldMkLst>
        <pc:spChg chg="mod">
          <ac:chgData name="Sanmukh Kuppannagari" userId="ad215094-da36-4b66-9c79-369a17aea26b" providerId="ADAL" clId="{18DA49F4-CD4F-46E0-AB35-D6CB797BE416}" dt="2025-11-04T13:49:52.233" v="10201" actId="207"/>
          <ac:spMkLst>
            <pc:docMk/>
            <pc:sldMk cId="3957491381" sldId="1750"/>
            <ac:spMk id="74" creationId="{C9623AAB-5799-075B-3B33-CE882E491041}"/>
          </ac:spMkLst>
        </pc:spChg>
        <pc:spChg chg="mod">
          <ac:chgData name="Sanmukh Kuppannagari" userId="ad215094-da36-4b66-9c79-369a17aea26b" providerId="ADAL" clId="{18DA49F4-CD4F-46E0-AB35-D6CB797BE416}" dt="2025-11-04T13:49:43.905" v="10199" actId="207"/>
          <ac:spMkLst>
            <pc:docMk/>
            <pc:sldMk cId="3957491381" sldId="1750"/>
            <ac:spMk id="75" creationId="{C03C68CD-2FC0-83D4-0F69-BE5A31D2D823}"/>
          </ac:spMkLst>
        </pc:spChg>
        <pc:spChg chg="mod">
          <ac:chgData name="Sanmukh Kuppannagari" userId="ad215094-da36-4b66-9c79-369a17aea26b" providerId="ADAL" clId="{18DA49F4-CD4F-46E0-AB35-D6CB797BE416}" dt="2025-11-04T13:49:43.905" v="10199" actId="207"/>
          <ac:spMkLst>
            <pc:docMk/>
            <pc:sldMk cId="3957491381" sldId="1750"/>
            <ac:spMk id="76" creationId="{3DC28E15-E970-10DD-BE83-64A3AA3413D6}"/>
          </ac:spMkLst>
        </pc:spChg>
        <pc:spChg chg="mod">
          <ac:chgData name="Sanmukh Kuppannagari" userId="ad215094-da36-4b66-9c79-369a17aea26b" providerId="ADAL" clId="{18DA49F4-CD4F-46E0-AB35-D6CB797BE416}" dt="2025-11-04T13:49:43.905" v="10199" actId="207"/>
          <ac:spMkLst>
            <pc:docMk/>
            <pc:sldMk cId="3957491381" sldId="1750"/>
            <ac:spMk id="77" creationId="{2E40AC86-E2DB-6238-B1AA-BFF7287EB52E}"/>
          </ac:spMkLst>
        </pc:spChg>
        <pc:spChg chg="mod">
          <ac:chgData name="Sanmukh Kuppannagari" userId="ad215094-da36-4b66-9c79-369a17aea26b" providerId="ADAL" clId="{18DA49F4-CD4F-46E0-AB35-D6CB797BE416}" dt="2025-11-04T13:49:49.923" v="10200" actId="207"/>
          <ac:spMkLst>
            <pc:docMk/>
            <pc:sldMk cId="3957491381" sldId="1750"/>
            <ac:spMk id="82" creationId="{A98C7A38-8811-1773-7074-80186285657F}"/>
          </ac:spMkLst>
        </pc:spChg>
        <pc:spChg chg="mod">
          <ac:chgData name="Sanmukh Kuppannagari" userId="ad215094-da36-4b66-9c79-369a17aea26b" providerId="ADAL" clId="{18DA49F4-CD4F-46E0-AB35-D6CB797BE416}" dt="2025-11-04T13:49:43.905" v="10199" actId="207"/>
          <ac:spMkLst>
            <pc:docMk/>
            <pc:sldMk cId="3957491381" sldId="1750"/>
            <ac:spMk id="83" creationId="{0F2AAC17-3949-352D-F4A8-2CB3F9A6602E}"/>
          </ac:spMkLst>
        </pc:spChg>
        <pc:spChg chg="mod">
          <ac:chgData name="Sanmukh Kuppannagari" userId="ad215094-da36-4b66-9c79-369a17aea26b" providerId="ADAL" clId="{18DA49F4-CD4F-46E0-AB35-D6CB797BE416}" dt="2025-11-04T13:49:55.303" v="10202" actId="207"/>
          <ac:spMkLst>
            <pc:docMk/>
            <pc:sldMk cId="3957491381" sldId="1750"/>
            <ac:spMk id="84" creationId="{18BEA544-53A6-DE02-BF47-B5492BC0F10E}"/>
          </ac:spMkLst>
        </pc:spChg>
        <pc:spChg chg="mod">
          <ac:chgData name="Sanmukh Kuppannagari" userId="ad215094-da36-4b66-9c79-369a17aea26b" providerId="ADAL" clId="{18DA49F4-CD4F-46E0-AB35-D6CB797BE416}" dt="2025-11-04T13:49:43.905" v="10199" actId="207"/>
          <ac:spMkLst>
            <pc:docMk/>
            <pc:sldMk cId="3957491381" sldId="1750"/>
            <ac:spMk id="85" creationId="{70895BB2-A784-A435-DF06-0E8489683107}"/>
          </ac:spMkLst>
        </pc:spChg>
        <pc:spChg chg="mod">
          <ac:chgData name="Sanmukh Kuppannagari" userId="ad215094-da36-4b66-9c79-369a17aea26b" providerId="ADAL" clId="{18DA49F4-CD4F-46E0-AB35-D6CB797BE416}" dt="2025-11-04T13:49:34.147" v="10198" actId="1076"/>
          <ac:spMkLst>
            <pc:docMk/>
            <pc:sldMk cId="3957491381" sldId="1750"/>
            <ac:spMk id="136" creationId="{5FBE8C13-DAF1-AC8A-629D-1A40C00968B6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50:09.014" v="10205" actId="207"/>
        <pc:sldMkLst>
          <pc:docMk/>
          <pc:sldMk cId="763321887" sldId="1751"/>
        </pc:sldMkLst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72" creationId="{7A71B331-08D9-8554-D847-E1B104FF4AE6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84" creationId="{4250FB21-209C-89E4-4CBC-766AF2149A88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85" creationId="{81A6B99E-407D-E10C-51D4-2BCC74C32A3F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93" creationId="{3EE701A6-641C-D47F-B4D8-B34ADAC03322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96" creationId="{1A3FC101-228C-0878-816F-7067B1675AFF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98" creationId="{C93346B3-F3B9-9C36-ADE5-D095CBFD9270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102" creationId="{97436505-349D-A099-BE2F-1592DF72CFCA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108" creationId="{B2A5A0DB-FAFF-F7B3-F01D-DF337787EA54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115" creationId="{E56646E0-90B1-CDCC-F983-2086BBA74632}"/>
          </ac:spMkLst>
        </pc:spChg>
        <pc:spChg chg="mod">
          <ac:chgData name="Sanmukh Kuppannagari" userId="ad215094-da36-4b66-9c79-369a17aea26b" providerId="ADAL" clId="{18DA49F4-CD4F-46E0-AB35-D6CB797BE416}" dt="2025-11-04T13:50:09.014" v="10205" actId="207"/>
          <ac:spMkLst>
            <pc:docMk/>
            <pc:sldMk cId="763321887" sldId="1751"/>
            <ac:spMk id="129" creationId="{CEE4FC14-2D82-47C4-2692-2162F9393EBD}"/>
          </ac:spMkLst>
        </pc:spChg>
        <pc:spChg chg="mod">
          <ac:chgData name="Sanmukh Kuppannagari" userId="ad215094-da36-4b66-9c79-369a17aea26b" providerId="ADAL" clId="{18DA49F4-CD4F-46E0-AB35-D6CB797BE416}" dt="2025-11-04T13:50:04.943" v="10204" actId="1076"/>
          <ac:spMkLst>
            <pc:docMk/>
            <pc:sldMk cId="763321887" sldId="1751"/>
            <ac:spMk id="136" creationId="{A3C18800-44EC-09B5-FEE5-167230EAD8E8}"/>
          </ac:spMkLst>
        </pc:spChg>
      </pc:sldChg>
      <pc:sldChg chg="modSp new mod">
        <pc:chgData name="Sanmukh Kuppannagari" userId="ad215094-da36-4b66-9c79-369a17aea26b" providerId="ADAL" clId="{18DA49F4-CD4F-46E0-AB35-D6CB797BE416}" dt="2025-11-04T13:51:12.670" v="10423" actId="20577"/>
        <pc:sldMkLst>
          <pc:docMk/>
          <pc:sldMk cId="3778520824" sldId="1752"/>
        </pc:sldMkLst>
        <pc:spChg chg="mod">
          <ac:chgData name="Sanmukh Kuppannagari" userId="ad215094-da36-4b66-9c79-369a17aea26b" providerId="ADAL" clId="{18DA49F4-CD4F-46E0-AB35-D6CB797BE416}" dt="2025-11-04T13:50:28.595" v="10214" actId="20577"/>
          <ac:spMkLst>
            <pc:docMk/>
            <pc:sldMk cId="3778520824" sldId="1752"/>
            <ac:spMk id="2" creationId="{F2837B0E-2582-D23D-99F8-321A4977C0A2}"/>
          </ac:spMkLst>
        </pc:spChg>
        <pc:spChg chg="mod">
          <ac:chgData name="Sanmukh Kuppannagari" userId="ad215094-da36-4b66-9c79-369a17aea26b" providerId="ADAL" clId="{18DA49F4-CD4F-46E0-AB35-D6CB797BE416}" dt="2025-11-04T13:51:12.670" v="10423" actId="20577"/>
          <ac:spMkLst>
            <pc:docMk/>
            <pc:sldMk cId="3778520824" sldId="1752"/>
            <ac:spMk id="3" creationId="{3401FFD7-84A7-4B69-4E5B-10ACF7A7EC0D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52:43.603" v="10427" actId="207"/>
        <pc:sldMkLst>
          <pc:docMk/>
          <pc:sldMk cId="3810503459" sldId="1753"/>
        </pc:sldMkLst>
        <pc:spChg chg="mod">
          <ac:chgData name="Sanmukh Kuppannagari" userId="ad215094-da36-4b66-9c79-369a17aea26b" providerId="ADAL" clId="{18DA49F4-CD4F-46E0-AB35-D6CB797BE416}" dt="2025-11-04T13:52:39.554" v="10426" actId="207"/>
          <ac:spMkLst>
            <pc:docMk/>
            <pc:sldMk cId="3810503459" sldId="1753"/>
            <ac:spMk id="12" creationId="{CD666F51-F9B6-BE78-5101-CAD3C84ED8BB}"/>
          </ac:spMkLst>
        </pc:spChg>
        <pc:spChg chg="mod">
          <ac:chgData name="Sanmukh Kuppannagari" userId="ad215094-da36-4b66-9c79-369a17aea26b" providerId="ADAL" clId="{18DA49F4-CD4F-46E0-AB35-D6CB797BE416}" dt="2025-11-04T13:52:36.271" v="10425" actId="207"/>
          <ac:spMkLst>
            <pc:docMk/>
            <pc:sldMk cId="3810503459" sldId="1753"/>
            <ac:spMk id="19" creationId="{F2350FA5-2BFC-22CF-F9AF-AE38CE3F414F}"/>
          </ac:spMkLst>
        </pc:spChg>
        <pc:spChg chg="mod">
          <ac:chgData name="Sanmukh Kuppannagari" userId="ad215094-da36-4b66-9c79-369a17aea26b" providerId="ADAL" clId="{18DA49F4-CD4F-46E0-AB35-D6CB797BE416}" dt="2025-11-04T13:52:43.603" v="10427" actId="207"/>
          <ac:spMkLst>
            <pc:docMk/>
            <pc:sldMk cId="3810503459" sldId="1753"/>
            <ac:spMk id="20" creationId="{1B15C34E-D2E3-959C-54AF-B4D7A13905B9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3:53:03.428" v="10433" actId="167"/>
        <pc:sldMkLst>
          <pc:docMk/>
          <pc:sldMk cId="4132770037" sldId="1754"/>
        </pc:sldMkLst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47" creationId="{71D5A885-6AB3-AB4D-A2F0-85F472DF8047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49" creationId="{18FF82B4-F735-AE11-59CE-2ED0F08F422D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57" creationId="{23E0C985-7726-8D45-0628-1752AAB2726A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64" creationId="{906B08AA-894E-4295-F5EB-0E2B394DC50B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73" creationId="{B576204B-638D-D804-4216-03FA7D14DCB4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82" creationId="{709022F7-B772-4F51-649C-9032DF28BB49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88" creationId="{48CD8176-11A7-AFB7-0D68-7060AC217B6B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93" creationId="{94816A2C-DE07-D757-B0CD-D9CE1F044F58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196" creationId="{5F47E91F-DEAE-39DF-44F7-93ED20F1DEAF}"/>
          </ac:spMkLst>
        </pc:spChg>
        <pc:spChg chg="mod">
          <ac:chgData name="Sanmukh Kuppannagari" userId="ad215094-da36-4b66-9c79-369a17aea26b" providerId="ADAL" clId="{18DA49F4-CD4F-46E0-AB35-D6CB797BE416}" dt="2025-11-04T13:52:59.875" v="10432"/>
          <ac:spMkLst>
            <pc:docMk/>
            <pc:sldMk cId="4132770037" sldId="1754"/>
            <ac:spMk id="203" creationId="{05C157A5-D8E8-D967-9795-0537F8479723}"/>
          </ac:spMkLst>
        </pc:spChg>
        <pc:grpChg chg="del">
          <ac:chgData name="Sanmukh Kuppannagari" userId="ad215094-da36-4b66-9c79-369a17aea26b" providerId="ADAL" clId="{18DA49F4-CD4F-46E0-AB35-D6CB797BE416}" dt="2025-11-04T13:52:58.725" v="10431" actId="478"/>
          <ac:grpSpMkLst>
            <pc:docMk/>
            <pc:sldMk cId="4132770037" sldId="1754"/>
            <ac:grpSpMk id="4" creationId="{229D058A-B8D3-2DD9-DAFA-5C9087B9B4B7}"/>
          </ac:grpSpMkLst>
        </pc:grpChg>
        <pc:grpChg chg="ord">
          <ac:chgData name="Sanmukh Kuppannagari" userId="ad215094-da36-4b66-9c79-369a17aea26b" providerId="ADAL" clId="{18DA49F4-CD4F-46E0-AB35-D6CB797BE416}" dt="2025-11-04T13:53:03.428" v="10433" actId="167"/>
          <ac:grpSpMkLst>
            <pc:docMk/>
            <pc:sldMk cId="4132770037" sldId="1754"/>
            <ac:grpSpMk id="141" creationId="{71B95903-5FC4-AE1E-DC9C-2D76923DE998}"/>
          </ac:grpSpMkLst>
        </pc:grpChg>
      </pc:sldChg>
      <pc:sldChg chg="modSp new mod">
        <pc:chgData name="Sanmukh Kuppannagari" userId="ad215094-da36-4b66-9c79-369a17aea26b" providerId="ADAL" clId="{18DA49F4-CD4F-46E0-AB35-D6CB797BE416}" dt="2025-11-04T13:56:29.518" v="10600" actId="207"/>
        <pc:sldMkLst>
          <pc:docMk/>
          <pc:sldMk cId="3173106761" sldId="1755"/>
        </pc:sldMkLst>
        <pc:spChg chg="mod">
          <ac:chgData name="Sanmukh Kuppannagari" userId="ad215094-da36-4b66-9c79-369a17aea26b" providerId="ADAL" clId="{18DA49F4-CD4F-46E0-AB35-D6CB797BE416}" dt="2025-11-04T13:56:23.559" v="10596" actId="20577"/>
          <ac:spMkLst>
            <pc:docMk/>
            <pc:sldMk cId="3173106761" sldId="1755"/>
            <ac:spMk id="2" creationId="{7157A20C-C6CF-8085-596F-FF4AF3306A16}"/>
          </ac:spMkLst>
        </pc:spChg>
        <pc:spChg chg="mod">
          <ac:chgData name="Sanmukh Kuppannagari" userId="ad215094-da36-4b66-9c79-369a17aea26b" providerId="ADAL" clId="{18DA49F4-CD4F-46E0-AB35-D6CB797BE416}" dt="2025-11-04T13:56:29.518" v="10600" actId="207"/>
          <ac:spMkLst>
            <pc:docMk/>
            <pc:sldMk cId="3173106761" sldId="1755"/>
            <ac:spMk id="3" creationId="{F0B06D36-7964-748F-571F-8A2F2AD1005E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3:57:53.250" v="10859" actId="20577"/>
        <pc:sldMkLst>
          <pc:docMk/>
          <pc:sldMk cId="38277441" sldId="1756"/>
        </pc:sldMkLst>
        <pc:spChg chg="mod">
          <ac:chgData name="Sanmukh Kuppannagari" userId="ad215094-da36-4b66-9c79-369a17aea26b" providerId="ADAL" clId="{18DA49F4-CD4F-46E0-AB35-D6CB797BE416}" dt="2025-11-04T13:57:53.250" v="10859" actId="20577"/>
          <ac:spMkLst>
            <pc:docMk/>
            <pc:sldMk cId="38277441" sldId="1756"/>
            <ac:spMk id="3" creationId="{D276B30C-151C-56FE-4E6B-2F98CEAE12A5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1-04T13:59:00.196" v="10946" actId="20577"/>
        <pc:sldMkLst>
          <pc:docMk/>
          <pc:sldMk cId="1391490535" sldId="1757"/>
        </pc:sldMkLst>
        <pc:spChg chg="mod">
          <ac:chgData name="Sanmukh Kuppannagari" userId="ad215094-da36-4b66-9c79-369a17aea26b" providerId="ADAL" clId="{18DA49F4-CD4F-46E0-AB35-D6CB797BE416}" dt="2025-11-04T13:58:09.367" v="10865" actId="20577"/>
          <ac:spMkLst>
            <pc:docMk/>
            <pc:sldMk cId="1391490535" sldId="1757"/>
            <ac:spMk id="2" creationId="{46A2AE85-70A3-5703-0A41-1A9AB85DEED5}"/>
          </ac:spMkLst>
        </pc:spChg>
        <pc:spChg chg="del">
          <ac:chgData name="Sanmukh Kuppannagari" userId="ad215094-da36-4b66-9c79-369a17aea26b" providerId="ADAL" clId="{18DA49F4-CD4F-46E0-AB35-D6CB797BE416}" dt="2025-11-04T13:58:21.974" v="10866"/>
          <ac:spMkLst>
            <pc:docMk/>
            <pc:sldMk cId="1391490535" sldId="1757"/>
            <ac:spMk id="3" creationId="{210EB29F-DB1F-6831-AC10-13516290073D}"/>
          </ac:spMkLst>
        </pc:spChg>
        <pc:spChg chg="add mod">
          <ac:chgData name="Sanmukh Kuppannagari" userId="ad215094-da36-4b66-9c79-369a17aea26b" providerId="ADAL" clId="{18DA49F4-CD4F-46E0-AB35-D6CB797BE416}" dt="2025-11-04T13:59:00.196" v="10946" actId="20577"/>
          <ac:spMkLst>
            <pc:docMk/>
            <pc:sldMk cId="1391490535" sldId="1757"/>
            <ac:spMk id="6" creationId="{8D16274A-A6E0-68D9-6EA5-24D13598D386}"/>
          </ac:spMkLst>
        </pc:spChg>
        <pc:picChg chg="add mod">
          <ac:chgData name="Sanmukh Kuppannagari" userId="ad215094-da36-4b66-9c79-369a17aea26b" providerId="ADAL" clId="{18DA49F4-CD4F-46E0-AB35-D6CB797BE416}" dt="2025-11-04T13:58:24.546" v="10869" actId="962"/>
          <ac:picMkLst>
            <pc:docMk/>
            <pc:sldMk cId="1391490535" sldId="1757"/>
            <ac:picMk id="5" creationId="{FFB95A12-82C7-343F-470D-6CA2BA87B95B}"/>
          </ac:picMkLst>
        </pc:picChg>
      </pc:sldChg>
      <pc:sldChg chg="modSp new mod">
        <pc:chgData name="Sanmukh Kuppannagari" userId="ad215094-da36-4b66-9c79-369a17aea26b" providerId="ADAL" clId="{18DA49F4-CD4F-46E0-AB35-D6CB797BE416}" dt="2025-11-04T14:01:39.142" v="11251" actId="20577"/>
        <pc:sldMkLst>
          <pc:docMk/>
          <pc:sldMk cId="3625486995" sldId="1758"/>
        </pc:sldMkLst>
        <pc:spChg chg="mod">
          <ac:chgData name="Sanmukh Kuppannagari" userId="ad215094-da36-4b66-9c79-369a17aea26b" providerId="ADAL" clId="{18DA49F4-CD4F-46E0-AB35-D6CB797BE416}" dt="2025-11-04T13:59:23.587" v="10975" actId="20577"/>
          <ac:spMkLst>
            <pc:docMk/>
            <pc:sldMk cId="3625486995" sldId="1758"/>
            <ac:spMk id="2" creationId="{BB43B3AA-0534-28BD-BFD2-ECDCDCE34E62}"/>
          </ac:spMkLst>
        </pc:spChg>
        <pc:spChg chg="mod">
          <ac:chgData name="Sanmukh Kuppannagari" userId="ad215094-da36-4b66-9c79-369a17aea26b" providerId="ADAL" clId="{18DA49F4-CD4F-46E0-AB35-D6CB797BE416}" dt="2025-11-04T14:01:39.142" v="11251" actId="20577"/>
          <ac:spMkLst>
            <pc:docMk/>
            <pc:sldMk cId="3625486995" sldId="1758"/>
            <ac:spMk id="3" creationId="{EF418F6B-14A2-2D93-1F1E-D1F52A2F63F1}"/>
          </ac:spMkLst>
        </pc:spChg>
      </pc:sldChg>
      <pc:sldChg chg="modSp new mod">
        <pc:chgData name="Sanmukh Kuppannagari" userId="ad215094-da36-4b66-9c79-369a17aea26b" providerId="ADAL" clId="{18DA49F4-CD4F-46E0-AB35-D6CB797BE416}" dt="2025-11-04T14:28:33.114" v="12379" actId="27636"/>
        <pc:sldMkLst>
          <pc:docMk/>
          <pc:sldMk cId="3486912278" sldId="1759"/>
        </pc:sldMkLst>
        <pc:spChg chg="mod">
          <ac:chgData name="Sanmukh Kuppannagari" userId="ad215094-da36-4b66-9c79-369a17aea26b" providerId="ADAL" clId="{18DA49F4-CD4F-46E0-AB35-D6CB797BE416}" dt="2025-11-04T14:13:38.179" v="11446" actId="20577"/>
          <ac:spMkLst>
            <pc:docMk/>
            <pc:sldMk cId="3486912278" sldId="1759"/>
            <ac:spMk id="2" creationId="{19EB1709-6D09-9098-835A-8448EB6CCB00}"/>
          </ac:spMkLst>
        </pc:spChg>
        <pc:spChg chg="mod">
          <ac:chgData name="Sanmukh Kuppannagari" userId="ad215094-da36-4b66-9c79-369a17aea26b" providerId="ADAL" clId="{18DA49F4-CD4F-46E0-AB35-D6CB797BE416}" dt="2025-11-04T14:28:33.114" v="12379" actId="27636"/>
          <ac:spMkLst>
            <pc:docMk/>
            <pc:sldMk cId="3486912278" sldId="1759"/>
            <ac:spMk id="3" creationId="{09FDE67F-7167-DD88-07FB-C67A7CC554E0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1-04T14:17:45.199" v="11895" actId="14100"/>
        <pc:sldMkLst>
          <pc:docMk/>
          <pc:sldMk cId="252154399" sldId="1760"/>
        </pc:sldMkLst>
        <pc:spChg chg="mod">
          <ac:chgData name="Sanmukh Kuppannagari" userId="ad215094-da36-4b66-9c79-369a17aea26b" providerId="ADAL" clId="{18DA49F4-CD4F-46E0-AB35-D6CB797BE416}" dt="2025-11-04T14:15:00.587" v="11794"/>
          <ac:spMkLst>
            <pc:docMk/>
            <pc:sldMk cId="252154399" sldId="1760"/>
            <ac:spMk id="2" creationId="{B70ED0D4-81A0-743F-32FA-2CDF89C62677}"/>
          </ac:spMkLst>
        </pc:spChg>
        <pc:spChg chg="del">
          <ac:chgData name="Sanmukh Kuppannagari" userId="ad215094-da36-4b66-9c79-369a17aea26b" providerId="ADAL" clId="{18DA49F4-CD4F-46E0-AB35-D6CB797BE416}" dt="2025-11-04T14:15:22.646" v="11795" actId="22"/>
          <ac:spMkLst>
            <pc:docMk/>
            <pc:sldMk cId="252154399" sldId="1760"/>
            <ac:spMk id="3" creationId="{EDCB4EBA-0F76-1333-AD94-CDD39E6B004B}"/>
          </ac:spMkLst>
        </pc:spChg>
        <pc:spChg chg="add mod">
          <ac:chgData name="Sanmukh Kuppannagari" userId="ad215094-da36-4b66-9c79-369a17aea26b" providerId="ADAL" clId="{18DA49F4-CD4F-46E0-AB35-D6CB797BE416}" dt="2025-11-04T14:16:21.586" v="11807" actId="1076"/>
          <ac:spMkLst>
            <pc:docMk/>
            <pc:sldMk cId="252154399" sldId="1760"/>
            <ac:spMk id="6" creationId="{330FDEED-CC53-16DB-05D2-65A15EC1F178}"/>
          </ac:spMkLst>
        </pc:spChg>
        <pc:spChg chg="add mod">
          <ac:chgData name="Sanmukh Kuppannagari" userId="ad215094-da36-4b66-9c79-369a17aea26b" providerId="ADAL" clId="{18DA49F4-CD4F-46E0-AB35-D6CB797BE416}" dt="2025-11-04T14:16:40.541" v="11827" actId="122"/>
          <ac:spMkLst>
            <pc:docMk/>
            <pc:sldMk cId="252154399" sldId="1760"/>
            <ac:spMk id="7" creationId="{18EB6396-1DE5-8485-C8D3-98875C2FFB2C}"/>
          </ac:spMkLst>
        </pc:spChg>
        <pc:spChg chg="add mod">
          <ac:chgData name="Sanmukh Kuppannagari" userId="ad215094-da36-4b66-9c79-369a17aea26b" providerId="ADAL" clId="{18DA49F4-CD4F-46E0-AB35-D6CB797BE416}" dt="2025-11-04T14:17:14.255" v="11889" actId="14100"/>
          <ac:spMkLst>
            <pc:docMk/>
            <pc:sldMk cId="252154399" sldId="1760"/>
            <ac:spMk id="8" creationId="{C2090831-908F-8EC4-8DD5-22B2E13FA31C}"/>
          </ac:spMkLst>
        </pc:spChg>
        <pc:picChg chg="add mod ord modCrop">
          <ac:chgData name="Sanmukh Kuppannagari" userId="ad215094-da36-4b66-9c79-369a17aea26b" providerId="ADAL" clId="{18DA49F4-CD4F-46E0-AB35-D6CB797BE416}" dt="2025-11-04T14:16:18.333" v="11806" actId="14100"/>
          <ac:picMkLst>
            <pc:docMk/>
            <pc:sldMk cId="252154399" sldId="1760"/>
            <ac:picMk id="5" creationId="{2EFC85DB-FA76-8FC0-AF1F-45AB11A3F61E}"/>
          </ac:picMkLst>
        </pc:picChg>
        <pc:cxnChg chg="add mod">
          <ac:chgData name="Sanmukh Kuppannagari" userId="ad215094-da36-4b66-9c79-369a17aea26b" providerId="ADAL" clId="{18DA49F4-CD4F-46E0-AB35-D6CB797BE416}" dt="2025-11-04T14:17:35.404" v="11892" actId="1582"/>
          <ac:cxnSpMkLst>
            <pc:docMk/>
            <pc:sldMk cId="252154399" sldId="1760"/>
            <ac:cxnSpMk id="10" creationId="{7B476BE8-B6F1-6649-FF32-F4DE03A7C7FC}"/>
          </ac:cxnSpMkLst>
        </pc:cxnChg>
        <pc:cxnChg chg="add mod">
          <ac:chgData name="Sanmukh Kuppannagari" userId="ad215094-da36-4b66-9c79-369a17aea26b" providerId="ADAL" clId="{18DA49F4-CD4F-46E0-AB35-D6CB797BE416}" dt="2025-11-04T14:17:45.199" v="11895" actId="14100"/>
          <ac:cxnSpMkLst>
            <pc:docMk/>
            <pc:sldMk cId="252154399" sldId="1760"/>
            <ac:cxnSpMk id="11" creationId="{137797C0-C9EE-04BC-C11E-B941D44F4521}"/>
          </ac:cxnSpMkLst>
        </pc:cxnChg>
      </pc:sldChg>
      <pc:sldChg chg="modSp add del">
        <pc:chgData name="Sanmukh Kuppannagari" userId="ad215094-da36-4b66-9c79-369a17aea26b" providerId="ADAL" clId="{18DA49F4-CD4F-46E0-AB35-D6CB797BE416}" dt="2025-11-04T14:55:14.480" v="12751" actId="47"/>
        <pc:sldMkLst>
          <pc:docMk/>
          <pc:sldMk cId="3421447963" sldId="1761"/>
        </pc:sldMkLst>
        <pc:spChg chg="mod">
          <ac:chgData name="Sanmukh Kuppannagari" userId="ad215094-da36-4b66-9c79-369a17aea26b" providerId="ADAL" clId="{18DA49F4-CD4F-46E0-AB35-D6CB797BE416}" dt="2025-11-04T14:51:58.485" v="12710" actId="20577"/>
          <ac:spMkLst>
            <pc:docMk/>
            <pc:sldMk cId="3421447963" sldId="1761"/>
            <ac:spMk id="136" creationId="{248A216C-8DA8-4FC8-E965-DFAA0E434F92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4:51:33.994" v="12700" actId="20577"/>
        <pc:sldMkLst>
          <pc:docMk/>
          <pc:sldMk cId="3572151698" sldId="1762"/>
        </pc:sldMkLst>
        <pc:spChg chg="mod">
          <ac:chgData name="Sanmukh Kuppannagari" userId="ad215094-da36-4b66-9c79-369a17aea26b" providerId="ADAL" clId="{18DA49F4-CD4F-46E0-AB35-D6CB797BE416}" dt="2025-11-04T14:51:33.994" v="12700" actId="20577"/>
          <ac:spMkLst>
            <pc:docMk/>
            <pc:sldMk cId="3572151698" sldId="1762"/>
            <ac:spMk id="3" creationId="{6D180A70-5B91-0647-56B8-8C8450ED32DB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53:56.735" v="12742" actId="207"/>
        <pc:sldMkLst>
          <pc:docMk/>
          <pc:sldMk cId="1958891253" sldId="1763"/>
        </pc:sldMkLst>
        <pc:spChg chg="add del mod">
          <ac:chgData name="Sanmukh Kuppannagari" userId="ad215094-da36-4b66-9c79-369a17aea26b" providerId="ADAL" clId="{18DA49F4-CD4F-46E0-AB35-D6CB797BE416}" dt="2025-11-04T14:53:38.873" v="12738" actId="478"/>
          <ac:spMkLst>
            <pc:docMk/>
            <pc:sldMk cId="1958891253" sldId="1763"/>
            <ac:spMk id="5" creationId="{402BEA16-288E-5DF5-543D-0EBFE2B00205}"/>
          </ac:spMkLst>
        </pc:spChg>
        <pc:spChg chg="add mod">
          <ac:chgData name="Sanmukh Kuppannagari" userId="ad215094-da36-4b66-9c79-369a17aea26b" providerId="ADAL" clId="{18DA49F4-CD4F-46E0-AB35-D6CB797BE416}" dt="2025-11-04T14:53:56.735" v="12742" actId="207"/>
          <ac:spMkLst>
            <pc:docMk/>
            <pc:sldMk cId="1958891253" sldId="1763"/>
            <ac:spMk id="7" creationId="{D327DC4E-F5BF-285E-051B-F01F1BA61798}"/>
          </ac:spMkLst>
        </pc:spChg>
        <pc:cxnChg chg="add mod">
          <ac:chgData name="Sanmukh Kuppannagari" userId="ad215094-da36-4b66-9c79-369a17aea26b" providerId="ADAL" clId="{18DA49F4-CD4F-46E0-AB35-D6CB797BE416}" dt="2025-11-04T14:52:22.098" v="12712"/>
          <ac:cxnSpMkLst>
            <pc:docMk/>
            <pc:sldMk cId="1958891253" sldId="1763"/>
            <ac:cxnSpMk id="4" creationId="{85AF1709-95DC-D4D7-DEA2-0E86AEEDBBAB}"/>
          </ac:cxnSpMkLst>
        </pc:cxnChg>
        <pc:cxnChg chg="add mod">
          <ac:chgData name="Sanmukh Kuppannagari" userId="ad215094-da36-4b66-9c79-369a17aea26b" providerId="ADAL" clId="{18DA49F4-CD4F-46E0-AB35-D6CB797BE416}" dt="2025-11-04T14:52:51.519" v="12714"/>
          <ac:cxnSpMkLst>
            <pc:docMk/>
            <pc:sldMk cId="1958891253" sldId="1763"/>
            <ac:cxnSpMk id="6" creationId="{439957BD-CAFC-5359-7703-7B0D23964B55}"/>
          </ac:cxnSpMkLst>
        </pc:cxnChg>
      </pc:sldChg>
      <pc:sldChg chg="add del ord">
        <pc:chgData name="Sanmukh Kuppannagari" userId="ad215094-da36-4b66-9c79-369a17aea26b" providerId="ADAL" clId="{18DA49F4-CD4F-46E0-AB35-D6CB797BE416}" dt="2025-11-04T14:54:49.959" v="12749"/>
        <pc:sldMkLst>
          <pc:docMk/>
          <pc:sldMk cId="4237227706" sldId="1764"/>
        </pc:sldMkLst>
      </pc:sldChg>
      <pc:sldChg chg="delSp modSp add mod">
        <pc:chgData name="Sanmukh Kuppannagari" userId="ad215094-da36-4b66-9c79-369a17aea26b" providerId="ADAL" clId="{18DA49F4-CD4F-46E0-AB35-D6CB797BE416}" dt="2025-11-04T14:54:20.095" v="12745" actId="20577"/>
        <pc:sldMkLst>
          <pc:docMk/>
          <pc:sldMk cId="3547040472" sldId="1765"/>
        </pc:sldMkLst>
        <pc:spChg chg="del">
          <ac:chgData name="Sanmukh Kuppannagari" userId="ad215094-da36-4b66-9c79-369a17aea26b" providerId="ADAL" clId="{18DA49F4-CD4F-46E0-AB35-D6CB797BE416}" dt="2025-11-04T14:53:32.027" v="12737" actId="478"/>
          <ac:spMkLst>
            <pc:docMk/>
            <pc:sldMk cId="3547040472" sldId="1765"/>
            <ac:spMk id="5" creationId="{1B72E635-903B-2A03-F15C-4361D220A3F5}"/>
          </ac:spMkLst>
        </pc:spChg>
        <pc:spChg chg="mod">
          <ac:chgData name="Sanmukh Kuppannagari" userId="ad215094-da36-4b66-9c79-369a17aea26b" providerId="ADAL" clId="{18DA49F4-CD4F-46E0-AB35-D6CB797BE416}" dt="2025-11-04T14:54:20.095" v="12745" actId="20577"/>
          <ac:spMkLst>
            <pc:docMk/>
            <pc:sldMk cId="3547040472" sldId="1765"/>
            <ac:spMk id="7" creationId="{CF5CC41E-4F98-2483-A8AA-9AE7BE0E1EB1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1-04T14:56:09.710" v="12767" actId="1076"/>
        <pc:sldMkLst>
          <pc:docMk/>
          <pc:sldMk cId="1576104360" sldId="1766"/>
        </pc:sldMkLst>
        <pc:spChg chg="del">
          <ac:chgData name="Sanmukh Kuppannagari" userId="ad215094-da36-4b66-9c79-369a17aea26b" providerId="ADAL" clId="{18DA49F4-CD4F-46E0-AB35-D6CB797BE416}" dt="2025-11-04T14:55:37.185" v="12754" actId="478"/>
          <ac:spMkLst>
            <pc:docMk/>
            <pc:sldMk cId="1576104360" sldId="1766"/>
            <ac:spMk id="7" creationId="{5AE27237-5990-B268-A5D7-622D8A1E951E}"/>
          </ac:spMkLst>
        </pc:spChg>
        <pc:spChg chg="add mod">
          <ac:chgData name="Sanmukh Kuppannagari" userId="ad215094-da36-4b66-9c79-369a17aea26b" providerId="ADAL" clId="{18DA49F4-CD4F-46E0-AB35-D6CB797BE416}" dt="2025-11-04T14:56:09.710" v="12767" actId="1076"/>
          <ac:spMkLst>
            <pc:docMk/>
            <pc:sldMk cId="1576104360" sldId="1766"/>
            <ac:spMk id="8" creationId="{FB4FC7FE-505D-454C-4585-25E76B5D6704}"/>
          </ac:spMkLst>
        </pc:spChg>
        <pc:cxnChg chg="add mod">
          <ac:chgData name="Sanmukh Kuppannagari" userId="ad215094-da36-4b66-9c79-369a17aea26b" providerId="ADAL" clId="{18DA49F4-CD4F-46E0-AB35-D6CB797BE416}" dt="2025-11-04T14:55:46.302" v="12755" actId="14100"/>
          <ac:cxnSpMkLst>
            <pc:docMk/>
            <pc:sldMk cId="1576104360" sldId="1766"/>
            <ac:cxnSpMk id="5" creationId="{B2FB4CFD-B056-C687-B1CB-476E19BD97E9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04T14:56:36.209" v="12773" actId="20577"/>
        <pc:sldMkLst>
          <pc:docMk/>
          <pc:sldMk cId="1949306786" sldId="1767"/>
        </pc:sldMkLst>
        <pc:spChg chg="mod">
          <ac:chgData name="Sanmukh Kuppannagari" userId="ad215094-da36-4b66-9c79-369a17aea26b" providerId="ADAL" clId="{18DA49F4-CD4F-46E0-AB35-D6CB797BE416}" dt="2025-11-04T14:56:36.209" v="12773" actId="20577"/>
          <ac:spMkLst>
            <pc:docMk/>
            <pc:sldMk cId="1949306786" sldId="1767"/>
            <ac:spMk id="8" creationId="{B7BB3C07-6EB1-1F88-4099-16CD4725A348}"/>
          </ac:spMkLst>
        </pc:spChg>
        <pc:cxnChg chg="mod">
          <ac:chgData name="Sanmukh Kuppannagari" userId="ad215094-da36-4b66-9c79-369a17aea26b" providerId="ADAL" clId="{18DA49F4-CD4F-46E0-AB35-D6CB797BE416}" dt="2025-11-04T14:56:26.372" v="12771" actId="14100"/>
          <ac:cxnSpMkLst>
            <pc:docMk/>
            <pc:sldMk cId="1949306786" sldId="1767"/>
            <ac:cxnSpMk id="5" creationId="{37C50A66-552E-82D6-4F9E-48563FAD0443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04T14:57:08.061" v="12795" actId="207"/>
        <pc:sldMkLst>
          <pc:docMk/>
          <pc:sldMk cId="1957561783" sldId="1768"/>
        </pc:sldMkLst>
        <pc:spChg chg="mod">
          <ac:chgData name="Sanmukh Kuppannagari" userId="ad215094-da36-4b66-9c79-369a17aea26b" providerId="ADAL" clId="{18DA49F4-CD4F-46E0-AB35-D6CB797BE416}" dt="2025-11-04T14:57:08.061" v="12795" actId="207"/>
          <ac:spMkLst>
            <pc:docMk/>
            <pc:sldMk cId="1957561783" sldId="1768"/>
            <ac:spMk id="3" creationId="{FEEFC635-E564-607E-12D7-7E7E548AE700}"/>
          </ac:spMkLst>
        </pc:spChg>
      </pc:sldChg>
      <pc:sldChg chg="modSp new mod">
        <pc:chgData name="Sanmukh Kuppannagari" userId="ad215094-da36-4b66-9c79-369a17aea26b" providerId="ADAL" clId="{18DA49F4-CD4F-46E0-AB35-D6CB797BE416}" dt="2025-11-04T15:10:07.247" v="13551" actId="20577"/>
        <pc:sldMkLst>
          <pc:docMk/>
          <pc:sldMk cId="2467444261" sldId="1769"/>
        </pc:sldMkLst>
        <pc:spChg chg="mod">
          <ac:chgData name="Sanmukh Kuppannagari" userId="ad215094-da36-4b66-9c79-369a17aea26b" providerId="ADAL" clId="{18DA49F4-CD4F-46E0-AB35-D6CB797BE416}" dt="2025-11-04T14:59:44.132" v="12905" actId="20577"/>
          <ac:spMkLst>
            <pc:docMk/>
            <pc:sldMk cId="2467444261" sldId="1769"/>
            <ac:spMk id="2" creationId="{0DABAA49-1E58-E84F-231E-F1BA68786D76}"/>
          </ac:spMkLst>
        </pc:spChg>
        <pc:spChg chg="mod">
          <ac:chgData name="Sanmukh Kuppannagari" userId="ad215094-da36-4b66-9c79-369a17aea26b" providerId="ADAL" clId="{18DA49F4-CD4F-46E0-AB35-D6CB797BE416}" dt="2025-11-04T15:10:07.247" v="13551" actId="20577"/>
          <ac:spMkLst>
            <pc:docMk/>
            <pc:sldMk cId="2467444261" sldId="1769"/>
            <ac:spMk id="3" creationId="{931716E0-32F5-C013-BF21-AC85E85828A4}"/>
          </ac:spMkLst>
        </pc:spChg>
      </pc:sldChg>
      <pc:sldChg chg="modSp add mod">
        <pc:chgData name="Sanmukh Kuppannagari" userId="ad215094-da36-4b66-9c79-369a17aea26b" providerId="ADAL" clId="{18DA49F4-CD4F-46E0-AB35-D6CB797BE416}" dt="2025-11-04T15:11:53.460" v="13844" actId="20577"/>
        <pc:sldMkLst>
          <pc:docMk/>
          <pc:sldMk cId="3894796304" sldId="1770"/>
        </pc:sldMkLst>
        <pc:spChg chg="mod">
          <ac:chgData name="Sanmukh Kuppannagari" userId="ad215094-da36-4b66-9c79-369a17aea26b" providerId="ADAL" clId="{18DA49F4-CD4F-46E0-AB35-D6CB797BE416}" dt="2025-11-04T15:11:53.460" v="13844" actId="20577"/>
          <ac:spMkLst>
            <pc:docMk/>
            <pc:sldMk cId="3894796304" sldId="1770"/>
            <ac:spMk id="3" creationId="{1B32532D-FEE5-A83D-DEC6-8BC1DFB5BA67}"/>
          </ac:spMkLst>
        </pc:spChg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0.803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13CFD19A-1186-4BEA-89CE-73E7B7DE4CDB}"/>
    <pc:docChg chg="custSel addSld modSld">
      <pc:chgData name="Sanmukh Kuppannagari" userId="ad215094-da36-4b66-9c79-369a17aea26b" providerId="ADAL" clId="{13CFD19A-1186-4BEA-89CE-73E7B7DE4CDB}" dt="2025-10-16T18:17:01.300" v="839" actId="20577"/>
      <pc:docMkLst>
        <pc:docMk/>
      </pc:docMkLst>
      <pc:sldChg chg="modSp mod">
        <pc:chgData name="Sanmukh Kuppannagari" userId="ad215094-da36-4b66-9c79-369a17aea26b" providerId="ADAL" clId="{13CFD19A-1186-4BEA-89CE-73E7B7DE4CDB}" dt="2025-10-16T16:08:03.112" v="3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13CFD19A-1186-4BEA-89CE-73E7B7DE4CDB}" dt="2025-10-16T16:08:03.318" v="7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13CFD19A-1186-4BEA-89CE-73E7B7DE4CDB}" dt="2025-10-16T16:27:27.890" v="711" actId="20577"/>
        <pc:sldMkLst>
          <pc:docMk/>
          <pc:sldMk cId="645276164" sldId="418"/>
        </pc:sldMkLst>
      </pc:sldChg>
      <pc:sldChg chg="modSp mod">
        <pc:chgData name="Sanmukh Kuppannagari" userId="ad215094-da36-4b66-9c79-369a17aea26b" providerId="ADAL" clId="{13CFD19A-1186-4BEA-89CE-73E7B7DE4CDB}" dt="2025-10-16T16:20:45.424" v="557" actId="20577"/>
        <pc:sldMkLst>
          <pc:docMk/>
          <pc:sldMk cId="1145942796" sldId="555"/>
        </pc:sldMkLst>
      </pc:sldChg>
      <pc:sldChg chg="modSp mod">
        <pc:chgData name="Sanmukh Kuppannagari" userId="ad215094-da36-4b66-9c79-369a17aea26b" providerId="ADAL" clId="{13CFD19A-1186-4BEA-89CE-73E7B7DE4CDB}" dt="2025-10-16T16:08:03.169" v="4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13CFD19A-1186-4BEA-89CE-73E7B7DE4CDB}" dt="2025-10-16T16:08:03.211" v="5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13CFD19A-1186-4BEA-89CE-73E7B7DE4CDB}" dt="2025-10-16T16:08:03.254" v="6" actId="27636"/>
        <pc:sldMkLst>
          <pc:docMk/>
          <pc:sldMk cId="735200732" sldId="1561"/>
        </pc:sldMkLst>
      </pc:sldChg>
      <pc:sldChg chg="addSp delSp modSp mod">
        <pc:chgData name="Sanmukh Kuppannagari" userId="ad215094-da36-4b66-9c79-369a17aea26b" providerId="ADAL" clId="{13CFD19A-1186-4BEA-89CE-73E7B7DE4CDB}" dt="2025-10-16T18:16:04.932" v="723" actId="2057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3CFD19A-1186-4BEA-89CE-73E7B7DE4CDB}" dt="2025-10-16T18:17:01.300" v="839" actId="20577"/>
        <pc:sldMkLst>
          <pc:docMk/>
          <pc:sldMk cId="4196385676" sldId="1654"/>
        </pc:sldMkLst>
      </pc:sldChg>
      <pc:sldChg chg="modSp mod">
        <pc:chgData name="Sanmukh Kuppannagari" userId="ad215094-da36-4b66-9c79-369a17aea26b" providerId="ADAL" clId="{13CFD19A-1186-4BEA-89CE-73E7B7DE4CDB}" dt="2025-10-16T16:08:03.053" v="2" actId="27636"/>
        <pc:sldMkLst>
          <pc:docMk/>
          <pc:sldMk cId="1536265715" sldId="1657"/>
        </pc:sldMkLst>
      </pc:sldChg>
      <pc:sldChg chg="addSp modSp add mod">
        <pc:chgData name="Sanmukh Kuppannagari" userId="ad215094-da36-4b66-9c79-369a17aea26b" providerId="ADAL" clId="{13CFD19A-1186-4BEA-89CE-73E7B7DE4CDB}" dt="2025-10-16T18:16:17.958" v="724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3CFD19A-1186-4BEA-89CE-73E7B7DE4CDB}" dt="2025-10-16T18:16:22.003" v="725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3CFD19A-1186-4BEA-89CE-73E7B7DE4CDB}" dt="2025-10-16T18:16:26.038" v="726"/>
        <pc:sldMkLst>
          <pc:docMk/>
          <pc:sldMk cId="109981960" sldId="1663"/>
        </pc:sldMkLst>
      </pc:sldChg>
      <pc:sldChg chg="modSp add mod">
        <pc:chgData name="Sanmukh Kuppannagari" userId="ad215094-da36-4b66-9c79-369a17aea26b" providerId="ADAL" clId="{13CFD19A-1186-4BEA-89CE-73E7B7DE4CDB}" dt="2025-10-16T18:16:30.682" v="727"/>
        <pc:sldMkLst>
          <pc:docMk/>
          <pc:sldMk cId="3192982717" sldId="1664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E989-C55D-5340-82EF-E96A597D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0B514-E6F4-2CCF-2818-68467EEB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95EE9-A3F5-9ABC-5E12-E91DDEEA2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FEC2-F94D-12C0-F59F-B0814A33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9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4.png"/><Relationship Id="rId18" Type="http://schemas.openxmlformats.org/officeDocument/2006/relationships/image" Target="../media/image690.png"/><Relationship Id="rId3" Type="http://schemas.openxmlformats.org/officeDocument/2006/relationships/image" Target="../media/image50.png"/><Relationship Id="rId21" Type="http://schemas.openxmlformats.org/officeDocument/2006/relationships/image" Target="../media/image660.png"/><Relationship Id="rId7" Type="http://schemas.openxmlformats.org/officeDocument/2006/relationships/image" Target="../media/image55.png"/><Relationship Id="rId12" Type="http://schemas.openxmlformats.org/officeDocument/2006/relationships/image" Target="../media/image600.png"/><Relationship Id="rId17" Type="http://schemas.openxmlformats.org/officeDocument/2006/relationships/image" Target="../media/image45.png"/><Relationship Id="rId2" Type="http://schemas.openxmlformats.org/officeDocument/2006/relationships/image" Target="../media/image42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.png"/><Relationship Id="rId19" Type="http://schemas.openxmlformats.org/officeDocument/2006/relationships/image" Target="../media/image67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12.png"/><Relationship Id="rId18" Type="http://schemas.openxmlformats.org/officeDocument/2006/relationships/image" Target="../media/image146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801.png"/><Relationship Id="rId17" Type="http://schemas.openxmlformats.org/officeDocument/2006/relationships/image" Target="../media/image851.png"/><Relationship Id="rId2" Type="http://schemas.openxmlformats.org/officeDocument/2006/relationships/image" Target="../media/image700.png"/><Relationship Id="rId16" Type="http://schemas.openxmlformats.org/officeDocument/2006/relationships/image" Target="../media/image841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791.png"/><Relationship Id="rId5" Type="http://schemas.openxmlformats.org/officeDocument/2006/relationships/image" Target="../media/image142.png"/><Relationship Id="rId15" Type="http://schemas.openxmlformats.org/officeDocument/2006/relationships/image" Target="../media/image831.png"/><Relationship Id="rId10" Type="http://schemas.openxmlformats.org/officeDocument/2006/relationships/image" Target="../media/image144.png"/><Relationship Id="rId19" Type="http://schemas.openxmlformats.org/officeDocument/2006/relationships/image" Target="../media/image660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1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01.png"/><Relationship Id="rId18" Type="http://schemas.openxmlformats.org/officeDocument/2006/relationships/image" Target="../media/image851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791.png"/><Relationship Id="rId17" Type="http://schemas.openxmlformats.org/officeDocument/2006/relationships/image" Target="../media/image841.png"/><Relationship Id="rId2" Type="http://schemas.openxmlformats.org/officeDocument/2006/relationships/image" Target="../media/image700.png"/><Relationship Id="rId16" Type="http://schemas.openxmlformats.org/officeDocument/2006/relationships/image" Target="../media/image831.png"/><Relationship Id="rId20" Type="http://schemas.openxmlformats.org/officeDocument/2006/relationships/image" Target="../media/image8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660.png"/><Relationship Id="rId5" Type="http://schemas.openxmlformats.org/officeDocument/2006/relationships/image" Target="../media/image142.png"/><Relationship Id="rId15" Type="http://schemas.openxmlformats.org/officeDocument/2006/relationships/image" Target="../media/image145.png"/><Relationship Id="rId10" Type="http://schemas.openxmlformats.org/officeDocument/2006/relationships/image" Target="../media/image147.png"/><Relationship Id="rId19" Type="http://schemas.openxmlformats.org/officeDocument/2006/relationships/image" Target="../media/image146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8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13" Type="http://schemas.openxmlformats.org/officeDocument/2006/relationships/image" Target="../media/image1010.png"/><Relationship Id="rId3" Type="http://schemas.openxmlformats.org/officeDocument/2006/relationships/image" Target="../media/image910.png"/><Relationship Id="rId7" Type="http://schemas.openxmlformats.org/officeDocument/2006/relationships/image" Target="../media/image950.png"/><Relationship Id="rId12" Type="http://schemas.openxmlformats.org/officeDocument/2006/relationships/image" Target="../media/image1000.png"/><Relationship Id="rId17" Type="http://schemas.openxmlformats.org/officeDocument/2006/relationships/image" Target="../media/image1050.png"/><Relationship Id="rId2" Type="http://schemas.openxmlformats.org/officeDocument/2006/relationships/image" Target="../media/image901.png"/><Relationship Id="rId16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0.png"/><Relationship Id="rId11" Type="http://schemas.openxmlformats.org/officeDocument/2006/relationships/image" Target="../media/image990.png"/><Relationship Id="rId5" Type="http://schemas.openxmlformats.org/officeDocument/2006/relationships/image" Target="../media/image148.png"/><Relationship Id="rId15" Type="http://schemas.openxmlformats.org/officeDocument/2006/relationships/image" Target="../media/image1030.png"/><Relationship Id="rId10" Type="http://schemas.openxmlformats.org/officeDocument/2006/relationships/image" Target="../media/image150.png"/><Relationship Id="rId4" Type="http://schemas.openxmlformats.org/officeDocument/2006/relationships/image" Target="../media/image920.png"/><Relationship Id="rId9" Type="http://schemas.openxmlformats.org/officeDocument/2006/relationships/image" Target="../media/image149.png"/><Relationship Id="rId14" Type="http://schemas.openxmlformats.org/officeDocument/2006/relationships/image" Target="../media/image10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8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7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3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21" Type="http://schemas.openxmlformats.org/officeDocument/2006/relationships/image" Target="../media/image29.png"/><Relationship Id="rId34" Type="http://schemas.openxmlformats.org/officeDocument/2006/relationships/image" Target="../media/image4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7.png"/><Relationship Id="rId10" Type="http://schemas.openxmlformats.org/officeDocument/2006/relationships/image" Target="../media/image16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6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21" Type="http://schemas.openxmlformats.org/officeDocument/2006/relationships/image" Target="../media/image29.png"/><Relationship Id="rId34" Type="http://schemas.openxmlformats.org/officeDocument/2006/relationships/image" Target="../media/image4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7.png"/><Relationship Id="rId10" Type="http://schemas.openxmlformats.org/officeDocument/2006/relationships/image" Target="../media/image16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6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1.png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han-lab/Block-Sparse-Attention" TargetMode="External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matlab/math/sparse-matrix-reordering.html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Graph_bandwidth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Graph_bandwidth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pdf/10.1145/800195.805928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hyperlink" Target="https://en.wikipedia.org/wiki/Cuthill%E2%80%93McKee_algorithm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hyperlink" Target="https://en.wikipedia.org/wiki/Cuthill%E2%80%93McKee_algorithm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hyperlink" Target="https://en.wikipedia.org/wiki/Cuthill%E2%80%93McKee_algorithm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hyperlink" Target="https://en.wikipedia.org/wiki/Cuthill%E2%80%93McKee_algorithm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80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19</a:t>
            </a:r>
          </a:p>
          <a:p>
            <a:r>
              <a:rPr lang="en-US"/>
              <a:t>11/4/2025</a:t>
            </a:r>
            <a:endParaRPr lang="en-US" dirty="0"/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Accelerating Sparse Transformers – Part II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8B0B-DD77-D587-4EA3-5CCD5ACD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EA17-ED0D-C0D7-396C-7C20617F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 3 was out</a:t>
            </a:r>
          </a:p>
          <a:p>
            <a:endParaRPr lang="en-US" dirty="0"/>
          </a:p>
          <a:p>
            <a:r>
              <a:rPr lang="en-US" dirty="0"/>
              <a:t>Due by next Saturday</a:t>
            </a:r>
          </a:p>
        </p:txBody>
      </p:sp>
    </p:spTree>
    <p:extLst>
      <p:ext uri="{BB962C8B-B14F-4D97-AF65-F5344CB8AC3E}">
        <p14:creationId xmlns:p14="http://schemas.microsoft.com/office/powerpoint/2010/main" val="104617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CF17-A15B-5BF4-A34A-43F648EB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Few Classes and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5B8D-53FD-FAFB-4295-C01E68277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11/6 – Modeling Cluster of Accelerators</a:t>
            </a:r>
          </a:p>
          <a:p>
            <a:endParaRPr lang="en-US" dirty="0"/>
          </a:p>
          <a:p>
            <a:r>
              <a:rPr lang="en-US" dirty="0"/>
              <a:t>11/11 – Distributed Training Techniques</a:t>
            </a:r>
          </a:p>
          <a:p>
            <a:endParaRPr lang="en-US" dirty="0"/>
          </a:p>
          <a:p>
            <a:r>
              <a:rPr lang="en-US" dirty="0"/>
              <a:t>11/13 – Distributed Training Techniques (WA 3 due)</a:t>
            </a:r>
          </a:p>
          <a:p>
            <a:endParaRPr lang="en-US" dirty="0"/>
          </a:p>
          <a:p>
            <a:r>
              <a:rPr lang="en-US" dirty="0"/>
              <a:t>11/18 – No Class (Traveling for a  conference)</a:t>
            </a:r>
          </a:p>
          <a:p>
            <a:endParaRPr lang="en-US" dirty="0"/>
          </a:p>
          <a:p>
            <a:r>
              <a:rPr lang="en-US" dirty="0"/>
              <a:t>11/20 – Distributed Training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87729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FC59-DD99-ADF8-6035-71CEB41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F92B-51A9-4A0F-091C-25963F0A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Few Classes and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7C58-771A-AABA-9095-DBADA59B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11/25 – Exam</a:t>
            </a:r>
          </a:p>
          <a:p>
            <a:endParaRPr lang="en-US" dirty="0"/>
          </a:p>
          <a:p>
            <a:r>
              <a:rPr lang="en-US" dirty="0"/>
              <a:t>11/27 – Thanksgiving Holiday</a:t>
            </a:r>
          </a:p>
          <a:p>
            <a:endParaRPr lang="en-US" dirty="0"/>
          </a:p>
          <a:p>
            <a:r>
              <a:rPr lang="en-US" dirty="0"/>
              <a:t>12/2 – Guest Lecture</a:t>
            </a:r>
          </a:p>
          <a:p>
            <a:endParaRPr lang="en-US" dirty="0"/>
          </a:p>
          <a:p>
            <a:r>
              <a:rPr lang="en-US" dirty="0"/>
              <a:t>12/4 – Guest Lecture (WA4 due)</a:t>
            </a:r>
          </a:p>
          <a:p>
            <a:endParaRPr lang="en-US" dirty="0"/>
          </a:p>
          <a:p>
            <a:r>
              <a:rPr lang="en-US" dirty="0"/>
              <a:t>12/10 – NO final. Projects Due</a:t>
            </a:r>
          </a:p>
        </p:txBody>
      </p:sp>
    </p:spTree>
    <p:extLst>
      <p:ext uri="{BB962C8B-B14F-4D97-AF65-F5344CB8AC3E}">
        <p14:creationId xmlns:p14="http://schemas.microsoft.com/office/powerpoint/2010/main" val="387708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EC13-21A1-58EE-9166-65C0F65E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A93A-3AAF-D595-514B-2BF3E52E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FF3E-888E-B6C9-31D3-0E209706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Accelerating Sparse Transformers – Part II</a:t>
            </a:r>
          </a:p>
        </p:txBody>
      </p:sp>
    </p:spTree>
    <p:extLst>
      <p:ext uri="{BB962C8B-B14F-4D97-AF65-F5344CB8AC3E}">
        <p14:creationId xmlns:p14="http://schemas.microsoft.com/office/powerpoint/2010/main" val="100712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40A1-35DF-315B-201C-72DB7789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DE3E-9DDD-B4EA-DF0C-1CBF8708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D46F6-4D15-9327-81F8-2023F13DD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matrices under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95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9C7D-D14B-41CC-8221-B672E1447A0E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9B067-FACF-E4CA-3BD8-178226675A20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08F7F-C46D-68CC-F251-76C38C6FDF0C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B0872-E730-F5C6-BAB9-9EF98E27DDEE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E43BA-94D2-DD39-1A58-F07B930EC971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48847-BC93-8DC8-43CB-4E7E6B58B082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E0F0D-F9E8-509B-3B22-1586DA2F7C90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C8CF2-E824-FC01-39DE-572ED60A2307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339CE-BEAB-35BE-68B3-CF1ADB41E562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5AD08-7875-AA10-4544-4DF090D958F8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7BFE-AA35-EEEE-E3E6-3A506727AD66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C73561-7A70-B7F4-1EC8-4347E005B7D0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03B450-B509-EBD0-76D3-09D3724D70B5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Each entry in the attention mask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corresponds to 1 dot-product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entries in total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Sparsity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determines how many dot-products actually need to be computed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blipFill>
                <a:blip r:embed="rId18"/>
                <a:stretch>
                  <a:fillRect l="-712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1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999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Product will lead 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sized matrix with 0 and non-zero elements similar to mask: How? Will ask in WA 3. </a:t>
                </a:r>
              </a:p>
              <a:p>
                <a:r>
                  <a:rPr lang="en-US" dirty="0"/>
                  <a:t>In practice, elements corresponding to 0 mask are set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Why? Will ask in WA 3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blipFill>
                <a:blip r:embed="rId10"/>
                <a:stretch>
                  <a:fillRect l="-586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074743-E80C-0B38-FD68-D553BBB729C8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8E5BF3D-4B11-6CF6-75A9-E01C43BA92A4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F1F96F0-1365-DFBB-00B4-72CE342038DF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1F135C-BEC5-58A0-4FB9-24921A26D12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99BA596-BF26-7F8A-06D1-22FCE0D38B9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522A529-422A-0FAD-EA8E-40D5809228B2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33210BA-21CD-CE28-2B0A-ED280ABA73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753F00-E9B8-0974-68F6-F2325C8D3FF1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706AED3-117D-7541-A37E-E2A689456C4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844D568-9FF9-F05D-95A2-EB3FAF3E8FAC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29C5E19-52D7-8F87-C243-6B8E5321AD8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15CF7B6-FD61-6174-A053-19DA1F1FDFC3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764622E-1C22-6E9B-87AF-30356D643CF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B6E5FDF-DEB4-BB85-A11F-573D34FF08DB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99C50C-426F-15E5-E043-E46AE15570A6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7A1D8C9-8340-BCC8-65E1-9A88C30D3F2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7FD1D71-D5E3-506B-BBBB-36245CE6C98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9456EB7-B1C5-001A-40BF-5810BF64143C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17F2F2F-7735-EA9F-D989-87973092E883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E8DCAF8-CEFD-B733-254B-F8EB539AF6F3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167AF3C-40D6-2D58-A96D-133CA778069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E703C08-E659-41C2-F7CF-59E3C5D4EE0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49233FE-3B7C-CB18-1012-0CC21A8AB0CE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E82EE42-9248-1F3B-F964-D97166A1486E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CD85F82-D24E-1E74-D7CD-AA8FB40E3801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A615D64-7A3C-9453-95F6-411D1216FD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7EF043A-216E-269E-A602-7D4203C258B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E4BE7F1-8E2E-2457-1CDF-DCE83973A5B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6394BFA-603F-4905-E5BB-5E803E7B8D3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210B4EE-5BE2-7E10-464F-E2FF078C4267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94B5BD2-731D-EB0E-A904-05768D6BF7F5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EA96FD3-2BAD-8558-AEB0-841B94E3D48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A185EDA-87AE-8D77-E4D2-B6EE708D59F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A7125E5-949D-7759-E385-A89C21E3FF0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C3AB7C6-5CC5-A26A-A4E9-BA4F7A4267A2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E630719-0387-44C5-92D0-20D7BD45172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1D8B9C4-0AF2-6D73-CCDB-0C4C728B01B2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9660344-F2DD-8AB1-6850-A07C8C3E0FE1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1907921-ECA7-4530-8CF5-16F92576F61B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F9D32D4-365C-3B2F-F9C5-6A870FB6FC0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DAD8C13-FA23-B984-8D5D-B26031F5DE20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0AF6041-3039-BE15-4179-62DE084D34CC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BBB8D30-9258-483F-CD26-D36E71179E4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DFA1DE7-739C-9104-F2AC-F3811EC0618E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ED58D1E-952B-3FA2-569F-76CE8DC3C44E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B229F1C-60E1-8814-D780-98C35A2CEC89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2ECB162-E32F-3155-134C-42A8F2C6DAE2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81C78E3-6D93-1EE6-2B4C-48D592679C2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6FC1C49-6C6B-5855-FC4C-2E73F72D9F04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E6636A7-E10A-0F3E-F5B9-D39DA090F0D0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B33861A-8812-DA90-E80D-3412C1DF25C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6E71518-8211-CFF7-EFD3-BAECBDCB522F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B26DE09-D855-ACB9-9E56-73F59AA4938E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C08B473-0A7D-9DAD-E7BD-ECE217A32BCC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8FA7F55-2DB3-C076-D423-882B422DCB0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B5F70A8-04F5-62AC-FCEF-28D95271B7A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67ED4A2-708B-59FF-3BCC-6B09D0804681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C55C23-796A-B898-555D-2C1F6A62B45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CA6B63E-5A6C-AC58-1A62-04CF613E3A7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8F747EA2-0F36-FCF9-2809-D5FF101DB8DB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D742236-4553-FE3B-57CF-88BA00557C3B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EC60891-AD66-BB09-B90F-E9CC76B2A906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01DBFDE-7F78-3B75-F87B-B658231E1525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B033FE1-C69C-BCCC-434E-749D7EB2467E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8E27D71-7122-CBA4-ABA3-0BAA369947E2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/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21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Softmax will replace all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How? Will ask in WA 3.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pattern of 0 and non-zero still remains the same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blipFill>
                <a:blip r:embed="rId10"/>
                <a:stretch>
                  <a:fillRect l="-80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70EE2A6-33DB-709D-E67E-43CBDD6E7E2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9EB06F-6A34-4A22-A2FE-8505F91DC07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61E12A-1C31-E180-6073-A271B7CD41B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635AA7-4A37-CB7A-0777-79ABD588688A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D691A1-C893-5747-918C-0D912478DF1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E7844D-C2B7-9B66-F3C1-F8DA4782808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28336-7EC3-87AC-0C55-FF50CA8B199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FB2C5B-316F-7C86-3B42-BC60BF1F069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DBF8E6-4F90-1798-20C8-E4C7B41A87E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6E4964-389C-A4F8-7D61-2556AE6E8809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6271F-6ABF-6C4E-8CCC-7F84306B7DB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1DFCDB-0504-4DEE-DC72-D7A06E847FD8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C85F05-4049-CAA2-E5E8-D922A23AF00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E62B6F-B94B-AEF6-B220-594D734AEFA7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ADBDF2-BB83-CC8B-3229-3A16A798935F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FFCB54-A2E7-F709-7E41-54F2FBE53E2A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33C6B2-AA37-A0D0-34E5-74609A01961B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D35803-0070-E687-C22A-760EE789A8D2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37DA89B-92A0-D457-4FE6-D3D4713B1782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DAB2CC-FAA0-4DDC-6CE9-602E6C637DB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F3270D-1917-737F-5B73-74F2D7CDC6D3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BE76EB0-236D-2314-9831-3AE9B9B7DAC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8D8FD18-C760-8118-6865-96E686EAA969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357C47B-0CA8-41A5-B166-A919F3BD03F6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53A7824-DE80-5385-F433-8CA8228E3139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3731E0EB-0D83-4D57-07EC-F9CC7B45566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BC857E2-75A7-FD3D-AEC5-0F6912BDD18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CA42A3F-32F2-293C-3307-6224B400D3AB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A5D9EAE-FC12-A4D9-ACF5-98BA9636FAA1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A70221B-CD94-5D15-F726-7C8616897E2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C7DD021-74DB-1FFE-401F-ECC37B46BD82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C4B3933-EE0E-EF0F-A193-32E81A383080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19B4BBC-0210-70A4-46DF-AF4D98D1E532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A5A104F-BFC4-410A-DFF8-0BFA2E2C78C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28AACB5-BE54-AA35-D733-C7ED2319962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CB426E7-8A01-4664-9376-0F3CC31782F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69870DB-361B-A189-152F-ED23C8E2D4B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E42771A-56E9-FC78-9D16-8B0865943D6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C7E607C-B840-5B6F-D415-BF135480038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13C484F-D18C-4756-6E19-A4BFB06F8D5D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2AA82E0-A862-EEFA-A8FA-46F9860F7ECA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9BDF9986-D209-745F-1C2D-5AEF007DC540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22E5305-ADBF-BCB8-793E-176A6C234648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0C5460F-F717-C6CE-F0D4-18A26A6F3D4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25C982E-0D3D-0892-1319-B11F7798D45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D3F7137-2899-85B4-6EF9-CC789F2A064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74580C6-341A-B10D-5C6C-183B255952F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D4FEA06-95F5-2565-140B-975D4A8D80C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2E2F42E-10A9-E25E-31EB-82F5116E3EFF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3F81CAB-C7A8-8CC0-1EE9-4A4DEDAE99F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3662E34-660D-D42B-1EE5-E3E4A89821F7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43832C9-6574-9DB0-E42A-8BE2C5D6797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914CC9F-815F-63A8-E67C-0FC39404EDB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0D807D4-2C36-C2D5-2E29-0D11BEA8EC9D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1846F93-9CA7-E131-FD86-92EC3D228A33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525BC9A-811A-A5CA-D76F-0CA118808BF3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86F1B2E-3B65-0C10-0A33-9C45E3724738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3421EF9-944C-B05F-07EA-2FE0BA68BBD0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361B91E-7C94-106B-8AFC-25ED0D9ABF8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A2FDC7F-C26C-0E91-EB7D-FFBBE66A7A2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18967CD-6F56-B3B0-8EF1-5D2D065FF3B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CE9AA34-01CB-C614-AA05-7A1C1242C17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2B0746A-3F3D-6485-78F1-577A198266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8053F39-DCAF-1F28-A9F3-B8D2FF70AC4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37333814-60A5-5DE2-CF1A-EAC668FF0A64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/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blipFill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7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with V Matrix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080B9F-8A69-D76A-0B4D-2FA544323BB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3A4909-14E1-7538-865E-C9C265AF1B3F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C140629-5288-CEC7-1B92-4FCF283E068D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EBA522-AEEA-21D8-0384-96DB85ECC5A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1A5A5C-1AE7-5917-2A0C-F165186C475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DFD83C-0CAD-7932-8586-BEED30EBE59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C90472-DF7F-1479-AD19-569F6314274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29F47A5-580A-F43E-F337-11EE0F695B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EFB6805-65F2-4E86-5F6B-5E41FE69317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93D1BC5-7374-BC46-5C2B-97D1C9BDA511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42423D4-F393-CDF9-E2BA-671D5CF3FA4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7C9A2F-9AE0-CDAC-4BA6-4C81B0D8FD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B90B0C-C430-2B9F-2F06-B2161D58D73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ABFEEE-2DE3-A971-F48B-6B99A03F371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5FB86-424C-DE1B-22AA-5781C4E6D6DB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2F9D0E-9FB5-C5F2-40EA-D6081E8C655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288F30-AB02-E2DC-7209-261F771839D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B06D9C-632B-3984-F0C6-AF094A81C94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6D7CCF-2491-484E-86EC-48746B1AE5C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035B0A-67E8-C9BF-4EC7-8ADA94B4DC3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30BFDF7-5BAC-C3BC-60B5-31F53AB961B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EE3863E-03A1-4661-3A92-04A8E54BEA1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8EE9F87-7131-C7EA-D9B1-66AC8EF964E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03C8D81-B79B-0248-73E1-CA9FB90409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FC33E-3678-02DB-616D-655DEED4D6F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4BCE65D-4EBB-B6B1-551A-205B302AD8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5448909-49C0-3F54-3EFD-D6DE3FD74F0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738FE39-DAE8-9BFB-C51B-A02C48B7F4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7AA080-2722-145C-DE23-CD9B809C1FF6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3B5B54-8347-9A49-4A58-260ACFDAD33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EA8BA5-7F50-EF9B-86DF-D2A355CE4EC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0EAE84F-4D80-81A8-BABA-CDF0A4144C0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41417C2-9F63-810C-EEA4-F97AACB4033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E8255D-4E20-5562-B1C8-27AF8E36B3F5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834E34-0151-7654-44E2-5C42DA5D194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9752BF-D926-816D-6650-DD2E662EDF85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A815B1A-0E26-88C5-C36D-10B1163DAE2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4BB3373-18B4-9A01-99F1-FD71A06FBD7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E94FC14-88A8-FDB7-01A1-134D3206529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4F9ADB6-0E1C-B9BC-FEE3-4A873E43471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82501E-C93A-18D7-21FE-36AF80D7911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1BA19A-BF0C-71BC-6534-69C2E2444CA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E2ECE1-1674-42C1-E3E4-6C85222E7A6C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D3DC8A-F56C-A6E9-E567-7211A5F9D07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DD8D76-C4E5-CCAF-1AE1-42A8C1F0217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CF21C8-A45E-5502-9A22-9B4CB0BDEEE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5860D7B-5A78-B298-4187-D04EB4034C4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C2DCAAF-262C-DE53-B7AF-3DA83953F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4BA726F-2B1D-D7FD-C98B-03C35E55F29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2C73C55-DAB0-0FD9-4D86-1C9D31E8946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139DAA7-CB54-1D91-F9B7-2A73C4B9123C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96D269D-B586-7A12-74F5-84D1DE334EA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4D16F8-861B-DC23-A59B-4B41E40782A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A0475CF-FCA2-E74D-B349-DFB40C4AF5AE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A2BE6AE-3D3B-5D8D-94AA-231C2513060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220007C-373E-2004-3997-0F3E3C4DE4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0A1B003-0785-49E3-D575-ACD06059AF16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3CAC0C3-7026-99EB-656F-F0181C66492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CFE2579-F5A9-0EE8-6A1A-636E7204BC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39A169-2C0E-0758-C530-078E7342E1C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EC7E466-906C-4223-B37D-B51F14F3EE1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4699D9-1405-35B8-53DF-487EF13E99B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1EFB07-2DE1-15A0-F336-CAEC40E898B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1E4A8EE-31CB-4E55-EC34-D11EF81A347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2B4D636-F502-24F2-2B1C-40F33730A4B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1CD293F7-FCCC-14A8-9BF5-A4768F30C1A9}"/>
              </a:ext>
            </a:extLst>
          </p:cNvPr>
          <p:cNvSpPr/>
          <p:nvPr/>
        </p:nvSpPr>
        <p:spPr>
          <a:xfrm>
            <a:off x="6096000" y="2698435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/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/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01D699C-DF0B-70C3-43EA-014D1A35AF37}"/>
              </a:ext>
            </a:extLst>
          </p:cNvPr>
          <p:cNvCxnSpPr/>
          <p:nvPr/>
        </p:nvCxnSpPr>
        <p:spPr>
          <a:xfrm>
            <a:off x="6355817" y="303579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05263EF-4A45-6C23-7646-7BA26DA05835}"/>
              </a:ext>
            </a:extLst>
          </p:cNvPr>
          <p:cNvCxnSpPr/>
          <p:nvPr/>
        </p:nvCxnSpPr>
        <p:spPr>
          <a:xfrm>
            <a:off x="6355817" y="327857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3AB00E3-0D35-710D-43DD-02B8FB861AE9}"/>
              </a:ext>
            </a:extLst>
          </p:cNvPr>
          <p:cNvCxnSpPr/>
          <p:nvPr/>
        </p:nvCxnSpPr>
        <p:spPr>
          <a:xfrm>
            <a:off x="6355817" y="356388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AD8163D-B087-7D86-155F-1533744A9882}"/>
              </a:ext>
            </a:extLst>
          </p:cNvPr>
          <p:cNvCxnSpPr/>
          <p:nvPr/>
        </p:nvCxnSpPr>
        <p:spPr>
          <a:xfrm>
            <a:off x="6355817" y="482383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/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/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/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/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Product of a sparse matrix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and dense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</a:t>
                </a: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blipFill>
                <a:blip r:embed="rId15"/>
                <a:stretch>
                  <a:fillRect l="-78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/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900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matrices under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0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94D6-6635-0E87-A12A-1C843EB2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DF1F-C428-9636-14D5-FAAC0E46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17301-FB2D-26CE-1420-4BCB7DDFEE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 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 </a:t>
                </a:r>
                <a:r>
                  <a:rPr lang="en-US" b="1" dirty="0"/>
                  <a:t>Product of a sparse and dense matrix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17301-FB2D-26CE-1420-4BCB7DDFEE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51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9C116-4060-76D2-A3C2-F74B088E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A10-B502-412C-B4DA-BCA6E9AF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38188-1862-1E66-83EE-5D1AFE206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 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 </a:t>
                </a:r>
                <a:r>
                  <a:rPr lang="en-US" b="1" dirty="0"/>
                  <a:t>Product of a sparse and dense matrix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38188-1862-1E66-83EE-5D1AFE206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7AE2FA-0DE6-8825-D47B-4602F5BD363C}"/>
              </a:ext>
            </a:extLst>
          </p:cNvPr>
          <p:cNvSpPr/>
          <p:nvPr/>
        </p:nvSpPr>
        <p:spPr>
          <a:xfrm>
            <a:off x="760991" y="2670532"/>
            <a:ext cx="10839576" cy="6782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4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D4B68B-A4C0-532C-DC46-4C7CE015FB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D4B68B-A4C0-532C-DC46-4C7CE015F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r="-1159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66B2-1C10-3AA5-4D86-9F2A2E055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as Sampled Dense </a:t>
            </a:r>
            <a:r>
              <a:rPr lang="en-US" dirty="0" err="1"/>
              <a:t>Dense</a:t>
            </a:r>
            <a:r>
              <a:rPr lang="en-US" dirty="0"/>
              <a:t> Matrix Multiplication</a:t>
            </a:r>
          </a:p>
          <a:p>
            <a:endParaRPr lang="en-US" dirty="0"/>
          </a:p>
          <a:p>
            <a:r>
              <a:rPr lang="en-US" dirty="0"/>
              <a:t>Just a handful of papers on accelerating this kernel – we will discuss in next class</a:t>
            </a:r>
          </a:p>
        </p:txBody>
      </p:sp>
    </p:spTree>
    <p:extLst>
      <p:ext uri="{BB962C8B-B14F-4D97-AF65-F5344CB8AC3E}">
        <p14:creationId xmlns:p14="http://schemas.microsoft.com/office/powerpoint/2010/main" val="444335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dense matrices under a sparse mask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matrices: </a:t>
                </a:r>
                <a:r>
                  <a:rPr lang="en-US" b="1" dirty="0"/>
                  <a:t>Product of a sparse and dense matrix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C3EB890-B3C3-1DBD-5ABD-B88F5C6A3899}"/>
              </a:ext>
            </a:extLst>
          </p:cNvPr>
          <p:cNvSpPr/>
          <p:nvPr/>
        </p:nvSpPr>
        <p:spPr>
          <a:xfrm>
            <a:off x="676212" y="3849668"/>
            <a:ext cx="10839576" cy="80105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BC74-19E6-E50A-7BF1-BD7B0A8A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Sparse-Dense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CCB26-DA72-E9AC-1B6A-1E2AA1124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important kernel in scientific computing</a:t>
            </a:r>
          </a:p>
          <a:p>
            <a:endParaRPr lang="en-US" dirty="0"/>
          </a:p>
          <a:p>
            <a:r>
              <a:rPr lang="en-US" dirty="0"/>
              <a:t>In machine learning, an important kernel in Graph Neural Networks (GNNs), pruned CNNs, and Sparse Transformers</a:t>
            </a:r>
          </a:p>
          <a:p>
            <a:endParaRPr lang="en-US" dirty="0"/>
          </a:p>
          <a:p>
            <a:r>
              <a:rPr lang="en-US" dirty="0"/>
              <a:t>Extensive Research has been performed (and still continuing) on accelerating </a:t>
            </a:r>
            <a:r>
              <a:rPr lang="en-US" dirty="0" err="1"/>
              <a:t>SpMM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56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65B-D776-DF09-6FEC-F4C9841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Key Challenge: Cannot use dense-dense matrix multiplication techniques</a:t>
                </a:r>
              </a:p>
              <a:p>
                <a:pPr lvl="1"/>
                <a:r>
                  <a:rPr lang="en-US" dirty="0"/>
                  <a:t>Inefficient Storage</a:t>
                </a:r>
              </a:p>
              <a:p>
                <a:pPr lvl="1"/>
                <a:r>
                  <a:rPr lang="en-US" dirty="0"/>
                  <a:t>Non-useful computations </a:t>
                </a:r>
              </a:p>
              <a:p>
                <a:endParaRPr lang="en-US" dirty="0"/>
              </a:p>
              <a:p>
                <a:r>
                  <a:rPr lang="en-US" dirty="0"/>
                  <a:t>Optimizations</a:t>
                </a:r>
              </a:p>
              <a:p>
                <a:pPr lvl="1"/>
                <a:r>
                  <a:rPr lang="en-US" dirty="0"/>
                  <a:t>Efficient Storage of Sparse Matrices</a:t>
                </a:r>
              </a:p>
              <a:p>
                <a:pPr lvl="1"/>
                <a:r>
                  <a:rPr lang="en-US" dirty="0"/>
                  <a:t>Work optimal task scheduling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17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46C2-5E28-08DD-29EC-984B8514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Coordinate format</a:t>
                </a:r>
              </a:p>
              <a:p>
                <a:endParaRPr lang="en-US" dirty="0"/>
              </a:p>
              <a:p>
                <a:r>
                  <a:rPr lang="en-US" dirty="0"/>
                  <a:t>Each non-zero entry is assigned a coordinate</a:t>
                </a:r>
              </a:p>
              <a:p>
                <a:pPr lvl="1"/>
                <a:r>
                  <a:rPr lang="en-US" dirty="0" err="1"/>
                  <a:t>RowID,ColumnID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Three arrays, each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are used to store the matrix</a:t>
                </a:r>
              </a:p>
              <a:p>
                <a:pPr lvl="1"/>
                <a:r>
                  <a:rPr lang="en-US" dirty="0"/>
                  <a:t>Row: Array of </a:t>
                </a:r>
                <a:r>
                  <a:rPr lang="en-US" dirty="0" err="1"/>
                  <a:t>RowIDs</a:t>
                </a:r>
                <a:endParaRPr lang="en-US" dirty="0"/>
              </a:p>
              <a:p>
                <a:pPr lvl="1"/>
                <a:r>
                  <a:rPr lang="en-US" dirty="0"/>
                  <a:t>Column: Array of </a:t>
                </a:r>
                <a:r>
                  <a:rPr lang="en-US" dirty="0" err="1"/>
                  <a:t>ColumnIDs</a:t>
                </a:r>
                <a:endParaRPr lang="en-US" dirty="0"/>
              </a:p>
              <a:p>
                <a:pPr lvl="1"/>
                <a:r>
                  <a:rPr lang="en-US" dirty="0"/>
                  <a:t>Value: Array of Values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  <a:blipFill>
                <a:blip r:embed="rId2"/>
                <a:stretch>
                  <a:fillRect l="-1629" t="-2801" r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DBA49F7-DEA4-B44C-0AD4-69E9AF3DBC60}"/>
              </a:ext>
            </a:extLst>
          </p:cNvPr>
          <p:cNvGrpSpPr/>
          <p:nvPr/>
        </p:nvGrpSpPr>
        <p:grpSpPr>
          <a:xfrm>
            <a:off x="8612912" y="225805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916AADF-6921-5504-DDB9-24F852AD90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4CFC0AE-C135-3114-7E18-BB54C5F70B75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C7D84AC-4824-2B25-870B-9DCC7C413FD9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E75556B-878E-EA3D-DE97-8977A0DFFCC5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E615F30-1E4F-4FD0-E09F-719F869AFEC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DEE48F6-1F70-B157-268A-8A88B1BBF67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B9C114B-D5FA-0621-E269-365A62D3424E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E75B7D2-FECA-DBA8-4965-3660947C57AE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190F063-F656-2A29-A83A-18F237B0A9A5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2043A0F-877C-D484-6F7B-3EE86CDFFC8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B5A07F3-5AAF-A035-D59C-0D4CE807EDCB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8C866FD-CD1D-98BF-EB12-1AE2C8D6A9AB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B5A234E-7F81-CFD3-817A-F6C6AF6FAC3F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0929081-748F-233F-E795-185E5554C4A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19617BA-F258-2F5A-1412-61E0E299CCD0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B3ECEF3-8735-38CD-A5A8-A69ED3CD7F73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2E404D6-9D1B-F01B-314B-9B3270B299E7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9F9B9FC-0ACE-4446-7701-86D668C7E609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788833D-CC49-D24E-ECBF-4B36FE15A17B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23FDADA-F234-5FEC-C7B7-FA3AD3A0B97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573640-B038-075D-8D80-F3A1B27A92E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2758E54-682F-F60C-7C1C-4A9A513D7CD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88A4615-8258-B514-BB3F-1ECD37F1F2C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973E515-1D19-F0C5-0ED7-88C5044A12C4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F43A90A-4766-A29F-BCD9-34F08FE6FB15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7F64F4A-7F41-BEC8-A879-A9E88A29D2F6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FB3F856-2AC5-7FB2-C64E-7F10EA815CF2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66A1B06-58F5-37CC-89CD-D711EDA11B41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D3D5BA7-B188-53EA-96D8-170C4DA7A361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A1FCC58-6A26-1ED4-9051-BFE87388F14F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3FB1F8A-7AA2-DE60-9D75-4B698D636025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5B6621A-3DF9-156F-0E5E-921A5633414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8CF90F3-7336-F3B3-6C70-1501661D834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1CD270C-1820-F33E-F7CF-CA46B81E9E3D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E6E149B-F07F-59EA-9908-583D8E0153CA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F7C26909-A5A0-7138-D9E5-E2063C03A016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BDD1AC4-EEBF-55AD-069B-5ECF957556FF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FC0F3CD-0660-EAA3-A10E-579602B15968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7181D83-318F-D6BE-2F0C-E8CC08AE6210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B69932A-AD30-0EC4-EB6E-7EC71086C867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B503256-E0AD-C6CC-AFD1-5BA05556E1AB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BC3439E-AEB2-B109-D26D-AE78DB7C9DE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133821F-9EA0-A004-B9D4-B6F06548F59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F3DA7DF-2429-C90D-DF9F-120A3A251B1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1C81E7A-0ECF-B333-5D8F-848E921C2AD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04AF6F9-4ACD-9748-F970-A495DAC97628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AFA53DC-AF08-D3D6-FBD1-2CEF2027F538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7983F92-67C0-D0B3-067E-0BAA7D0C9B9D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35CE46D-DFFB-7EF6-CC1B-71D756CE971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93B7DA0-330A-3429-7738-83280BADB3A2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213B6F0-E92B-ED9E-C4F8-DBB282695A14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711EC72-8AFE-0369-8F91-A1E58AE6DFA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995D435-2676-A702-79D0-044B14D1312F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2003956-BB8B-4F54-1DE3-7B172D17AA79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1D3E5B1-3007-F9FD-4AFA-74A8E31F5CEB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FD74FEC-2525-BB7F-8D91-7A562C10DF0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BF772DE-8E91-6354-3A20-9DB9A2A33247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EA5C9C0-EEB8-1023-F93D-4A8AF7CCC1F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FA1D438-5255-7D39-93B9-D650E230926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0B03936-1C0C-95BA-9CAF-7C572AC8FC0A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C053CE0-B736-447B-8BAB-0BCF4A1FC297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751E0EE-D395-A9E6-EB5A-23A0E4A13074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82E1D55-A1AF-ABE5-3EB2-CB0396066C99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46E65B2-4070-C61F-1D91-5F415D0195A5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981CD19-B43D-AF6F-7DFA-BEB7BB7C9513}"/>
                  </a:ext>
                </a:extLst>
              </p:cNvPr>
              <p:cNvSpPr txBox="1"/>
              <p:nvPr/>
            </p:nvSpPr>
            <p:spPr>
              <a:xfrm>
                <a:off x="7962088" y="225805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981CD19-B43D-AF6F-7DFA-BEB7BB7C9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088" y="2258050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84C0983-20C7-7B94-124F-AC54EA06CEB5}"/>
                  </a:ext>
                </a:extLst>
              </p:cNvPr>
              <p:cNvSpPr txBox="1"/>
              <p:nvPr/>
            </p:nvSpPr>
            <p:spPr>
              <a:xfrm>
                <a:off x="7920432" y="272856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84C0983-20C7-7B94-124F-AC54EA06C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32" y="272856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B5D39C9-E5F8-A04C-F1E7-AFB46BC1ADAA}"/>
                  </a:ext>
                </a:extLst>
              </p:cNvPr>
              <p:cNvSpPr txBox="1"/>
              <p:nvPr/>
            </p:nvSpPr>
            <p:spPr>
              <a:xfrm>
                <a:off x="7920432" y="319907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B5D39C9-E5F8-A04C-F1E7-AFB46BC1A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32" y="3199070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157F4A7-CBEC-200B-73FB-26EFCEA83EDB}"/>
                  </a:ext>
                </a:extLst>
              </p:cNvPr>
              <p:cNvSpPr txBox="1"/>
              <p:nvPr/>
            </p:nvSpPr>
            <p:spPr>
              <a:xfrm>
                <a:off x="7962088" y="531553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157F4A7-CBEC-200B-73FB-26EFCEA8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088" y="5315538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F6182EB-7F30-D404-EDEF-0332EB6E2141}"/>
                  </a:ext>
                </a:extLst>
              </p:cNvPr>
              <p:cNvSpPr txBox="1"/>
              <p:nvPr/>
            </p:nvSpPr>
            <p:spPr>
              <a:xfrm>
                <a:off x="8572585" y="173801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F6182EB-7F30-D404-EDEF-0332EB6E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85" y="1738014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0AF9B3C-2978-18D4-EDA3-1BC61E7BD85F}"/>
                  </a:ext>
                </a:extLst>
              </p:cNvPr>
              <p:cNvSpPr txBox="1"/>
              <p:nvPr/>
            </p:nvSpPr>
            <p:spPr>
              <a:xfrm>
                <a:off x="8950038" y="173801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0AF9B3C-2978-18D4-EDA3-1BC61E7B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038" y="173801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3089D10-2FB8-EAD1-152D-1FE6CB4B1561}"/>
                  </a:ext>
                </a:extLst>
              </p:cNvPr>
              <p:cNvSpPr txBox="1"/>
              <p:nvPr/>
            </p:nvSpPr>
            <p:spPr>
              <a:xfrm>
                <a:off x="9373140" y="173801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3089D10-2FB8-EAD1-152D-1FE6CB4B1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140" y="1738014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B13433D-031B-61F3-50D9-FA065672D53B}"/>
                  </a:ext>
                </a:extLst>
              </p:cNvPr>
              <p:cNvSpPr txBox="1"/>
              <p:nvPr/>
            </p:nvSpPr>
            <p:spPr>
              <a:xfrm>
                <a:off x="11218351" y="173801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B13433D-031B-61F3-50D9-FA065672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351" y="1738014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77015F7-0365-54FA-0422-0EA5758A09F4}"/>
                  </a:ext>
                </a:extLst>
              </p:cNvPr>
              <p:cNvSpPr txBox="1"/>
              <p:nvPr/>
            </p:nvSpPr>
            <p:spPr>
              <a:xfrm>
                <a:off x="8746346" y="590302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77015F7-0365-54FA-0422-0EA5758A0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346" y="5903026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63B079-2262-F8FC-2031-587E49919630}"/>
                  </a:ext>
                </a:extLst>
              </p:cNvPr>
              <p:cNvSpPr txBox="1"/>
              <p:nvPr/>
            </p:nvSpPr>
            <p:spPr>
              <a:xfrm>
                <a:off x="7529038" y="370666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63B079-2262-F8FC-2031-587E49919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038" y="3706667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E906C42-6F0D-2BF6-3780-F1DB2692FF85}"/>
                  </a:ext>
                </a:extLst>
              </p:cNvPr>
              <p:cNvSpPr txBox="1"/>
              <p:nvPr/>
            </p:nvSpPr>
            <p:spPr>
              <a:xfrm>
                <a:off x="9943311" y="142773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E906C42-6F0D-2BF6-3780-F1DB2692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311" y="1427735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342D9CD-0539-E096-FEEE-0AFB49FFF651}"/>
              </a:ext>
            </a:extLst>
          </p:cNvPr>
          <p:cNvCxnSpPr/>
          <p:nvPr/>
        </p:nvCxnSpPr>
        <p:spPr>
          <a:xfrm>
            <a:off x="7846048" y="244271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E3F0158-16CB-8CAB-9D2F-1B30E3E6B632}"/>
              </a:ext>
            </a:extLst>
          </p:cNvPr>
          <p:cNvCxnSpPr>
            <a:cxnSpLocks/>
          </p:cNvCxnSpPr>
          <p:nvPr/>
        </p:nvCxnSpPr>
        <p:spPr>
          <a:xfrm>
            <a:off x="8584450" y="173801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67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E334-799A-DC1B-1699-7738A8DE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4EC82FA0-D946-F108-0855-99BAB2898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268" y="1825625"/>
            <a:ext cx="8665463" cy="4351338"/>
          </a:xfrm>
        </p:spPr>
      </p:pic>
    </p:spTree>
    <p:extLst>
      <p:ext uri="{BB962C8B-B14F-4D97-AF65-F5344CB8AC3E}">
        <p14:creationId xmlns:p14="http://schemas.microsoft.com/office/powerpoint/2010/main" val="30586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46C2-5E28-08DD-29EC-984B8514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Compressed Sparse Row Format</a:t>
                </a:r>
              </a:p>
              <a:p>
                <a:endParaRPr lang="en-US" dirty="0"/>
              </a:p>
              <a:p>
                <a:r>
                  <a:rPr lang="en-US" dirty="0"/>
                  <a:t>Row array is compressed so that its entries point to offsets in column whenever  new row starts</a:t>
                </a:r>
              </a:p>
              <a:p>
                <a:endParaRPr lang="en-US" dirty="0"/>
              </a:p>
              <a:p>
                <a:r>
                  <a:rPr lang="en-US" dirty="0"/>
                  <a:t>Row: Array of offsets into Column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(number of rows)</a:t>
                </a:r>
              </a:p>
              <a:p>
                <a:r>
                  <a:rPr lang="en-US" dirty="0"/>
                  <a:t>Column: Array of </a:t>
                </a:r>
                <a:r>
                  <a:rPr lang="en-US" dirty="0" err="1"/>
                  <a:t>ColumnIDs</a:t>
                </a:r>
                <a:r>
                  <a:rPr lang="en-US" dirty="0"/>
                  <a:t>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Value: Array of Values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  <a:blipFill>
                <a:blip r:embed="rId2"/>
                <a:stretch>
                  <a:fillRect l="-1629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4B27875-80C2-1E04-1F8B-1D8AECF98FA7}"/>
              </a:ext>
            </a:extLst>
          </p:cNvPr>
          <p:cNvGrpSpPr/>
          <p:nvPr/>
        </p:nvGrpSpPr>
        <p:grpSpPr>
          <a:xfrm>
            <a:off x="8572143" y="2322117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F47AF5D-0210-AA1F-E7DA-07A44F78D24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CCBF1E7-BD94-373D-FB76-054E96CEBECC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A39B22F-7AF1-76EA-9EB4-C07A26FC4218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B4D5B08-DB92-33E7-C8E2-EBEE6B1E9C40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17F70CF-E40A-7940-CA90-FC0CC0C9938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6D48E1-1741-8338-DB88-F08246DB02FD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01A4F71-C983-7CBE-E37D-F2D1A882947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0223456-63D6-F35E-510A-EEB2EE1B003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F8C7E25-07D3-9915-70D3-D65E5AC6A893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D5A46EA-8BFD-E5C2-BF1B-B0EA101E4F3F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11D1B7D-3A3F-17EA-32FE-6A20C516D7A4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2B3DBD-0A65-A27E-4DCE-120B15131C5E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D96A265-30E1-227B-FA7F-9A74D841FF5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AB7EA49-0EFC-8A0A-6558-05A8D868868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6CCACCE-22CA-FEB6-0A64-C55A2E948BE8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E036CAF-C498-16F9-50F5-97BE9D235E3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3D3B58A-B8E0-4654-414C-17A6401C050E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60C0A64-8688-590B-2204-F03DF94B573B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82073F-2951-D8FE-E76F-547EA8F8B188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A20466-F609-389A-C591-3B4A38C9911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73C4779-0CB2-3ADF-64AA-43275A407A2B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C148AF6-AA0A-E6E2-7312-9C122573A744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AD51237-E705-E8D4-0D4E-BB2FBD9B8317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37FF9A5-D384-D81A-3E71-0392CCC25C0D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D3373FD-CFB3-4791-EC4A-108DCAC865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E25C032-3FB6-AD32-B040-3F5277B2302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F3F7483-3879-CD2B-26D9-6D3F5A9E4D71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607D1B3-8116-0BCF-528C-82004C0AFA1E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39B8BBD-44CE-27A2-7AEA-5D97BB4F53A0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CE01C0C-0307-C0D7-AE3D-7B76B684644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77E0E61-5916-870A-CDB3-0D1E65ED504F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BC18DD6-59A2-163C-CE69-7F81A2FCEA5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9ED2BB8-7266-A01A-7E64-4F84D341D144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BB4686D-3BBF-AD94-7677-7FC4DD534DB2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6B63349-2FC7-2E11-667D-53251773C6E7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9F6C156-7D52-2C60-39FE-206F36C0E3B9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BCF6AE3-DB99-D6A4-44F0-3AB58AE1A409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2BB0CF-7817-C31B-326C-AE2E4AE8C3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E9C735D-B2C2-5D8B-BE8B-958A66794395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1EA6F87-7587-22AF-6815-DB243551A2B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D2B9F88-23FF-3577-8E50-1000A2383680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45F02F6-750C-A61A-39EC-4C12CC251C7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34336D7-D6D8-82D8-E55F-66031CA167C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3791E44-29C1-AE70-BD5D-7A280FD726D3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9730019-BA75-64F9-A571-8992D1AF727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115D144-AC30-2ECE-96CA-9072BB2C8428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A2886B-071D-8979-4B17-A8D37145970F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8DC8E95-DDF2-1A1F-821C-044F0C4375DA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1A465DB-8F63-E3A5-C3DB-E9F9CA46C9C2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3DCA780-4698-FBC3-A2E8-D7C9610598CF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6737515-F02E-99B0-A6EA-F3950DBA95C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20038FB-3C39-DAE2-5BE6-6AA508E4EC11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4CAE468-1AF5-21DE-24E8-436CFD2BD697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33ECBB9-FBBF-AD0B-DB37-977A9A1DA8EA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982828-3C82-9F8F-3DE6-EC31E1C1404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E07143-BA13-1EA7-FE0B-1F349ED0D41C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BFA68C1-1A6B-E4B3-E347-6C1BADD7C0F2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B3D37CA-4F8D-A2B0-4A5D-84ACF46545D7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7F7F2FF-F496-B6DD-7DB4-A193B8F0D96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B4ACA10-DC06-4C68-DD49-ED50A670E7E4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BF9EEDF-C5A9-F4F8-6673-5FF3EA40E6D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4BB6C9B-81CC-7965-8FD2-3F005E3321FF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5514FC7-75E9-3F82-F569-72208BD11654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C31AD60-FC73-72B7-E555-50E5FA47EBA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41705E5-6847-FE58-AADE-50F86DF6E215}"/>
                  </a:ext>
                </a:extLst>
              </p:cNvPr>
              <p:cNvSpPr txBox="1"/>
              <p:nvPr/>
            </p:nvSpPr>
            <p:spPr>
              <a:xfrm>
                <a:off x="7921319" y="232211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41705E5-6847-FE58-AADE-50F86DF6E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19" y="2322117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BFCE39A-5494-F4EB-09EB-62E9F68CE522}"/>
                  </a:ext>
                </a:extLst>
              </p:cNvPr>
              <p:cNvSpPr txBox="1"/>
              <p:nvPr/>
            </p:nvSpPr>
            <p:spPr>
              <a:xfrm>
                <a:off x="7879663" y="27926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BFCE39A-5494-F4EB-09EB-62E9F68CE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63" y="2792627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0661222-5975-BE1C-DC66-7C426677DD43}"/>
                  </a:ext>
                </a:extLst>
              </p:cNvPr>
              <p:cNvSpPr txBox="1"/>
              <p:nvPr/>
            </p:nvSpPr>
            <p:spPr>
              <a:xfrm>
                <a:off x="7879663" y="326313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0661222-5975-BE1C-DC66-7C426677D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63" y="3263137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632DE81-1BB4-E770-C515-49DF25DE0100}"/>
                  </a:ext>
                </a:extLst>
              </p:cNvPr>
              <p:cNvSpPr txBox="1"/>
              <p:nvPr/>
            </p:nvSpPr>
            <p:spPr>
              <a:xfrm>
                <a:off x="7921319" y="5379605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632DE81-1BB4-E770-C515-49DF25DE0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19" y="5379605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1BC6EB4-C5E6-1C19-9A9C-B9B2B911616E}"/>
                  </a:ext>
                </a:extLst>
              </p:cNvPr>
              <p:cNvSpPr txBox="1"/>
              <p:nvPr/>
            </p:nvSpPr>
            <p:spPr>
              <a:xfrm>
                <a:off x="8531816" y="1802081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1BC6EB4-C5E6-1C19-9A9C-B9B2B9116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816" y="1802081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066BD22-C18E-A7F0-1B61-BF1CD22F7888}"/>
                  </a:ext>
                </a:extLst>
              </p:cNvPr>
              <p:cNvSpPr txBox="1"/>
              <p:nvPr/>
            </p:nvSpPr>
            <p:spPr>
              <a:xfrm>
                <a:off x="8909269" y="1802081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066BD22-C18E-A7F0-1B61-BF1CD22F7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269" y="1802081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7764FE9-DD10-1235-B390-DC131566C6FA}"/>
                  </a:ext>
                </a:extLst>
              </p:cNvPr>
              <p:cNvSpPr txBox="1"/>
              <p:nvPr/>
            </p:nvSpPr>
            <p:spPr>
              <a:xfrm>
                <a:off x="9332371" y="1802081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7764FE9-DD10-1235-B390-DC131566C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371" y="1802081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D1639BD-7599-4F3A-ECBD-1C9B3CD9A4FF}"/>
                  </a:ext>
                </a:extLst>
              </p:cNvPr>
              <p:cNvSpPr txBox="1"/>
              <p:nvPr/>
            </p:nvSpPr>
            <p:spPr>
              <a:xfrm>
                <a:off x="11177582" y="180208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D1639BD-7599-4F3A-ECBD-1C9B3CD9A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7582" y="1802081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87C1F25-F8DC-77C6-C301-24FAC6315D05}"/>
                  </a:ext>
                </a:extLst>
              </p:cNvPr>
              <p:cNvSpPr txBox="1"/>
              <p:nvPr/>
            </p:nvSpPr>
            <p:spPr>
              <a:xfrm>
                <a:off x="8705577" y="596709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87C1F25-F8DC-77C6-C301-24FAC631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577" y="5967093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13BF938-B4E8-7210-B06E-09C44CD61714}"/>
                  </a:ext>
                </a:extLst>
              </p:cNvPr>
              <p:cNvSpPr txBox="1"/>
              <p:nvPr/>
            </p:nvSpPr>
            <p:spPr>
              <a:xfrm>
                <a:off x="7488269" y="37707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13BF938-B4E8-7210-B06E-09C44CD61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269" y="3770734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07232A-949C-1B38-8EC2-2D9F5A7603F3}"/>
                  </a:ext>
                </a:extLst>
              </p:cNvPr>
              <p:cNvSpPr txBox="1"/>
              <p:nvPr/>
            </p:nvSpPr>
            <p:spPr>
              <a:xfrm>
                <a:off x="9902542" y="149180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07232A-949C-1B38-8EC2-2D9F5A760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542" y="149180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A9DBF42-01A3-ADD1-61D5-67869B7AE1D5}"/>
              </a:ext>
            </a:extLst>
          </p:cNvPr>
          <p:cNvCxnSpPr/>
          <p:nvPr/>
        </p:nvCxnSpPr>
        <p:spPr>
          <a:xfrm>
            <a:off x="7805279" y="2506783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438D221-8290-7E19-F670-C1AF97F255F9}"/>
              </a:ext>
            </a:extLst>
          </p:cNvPr>
          <p:cNvCxnSpPr>
            <a:cxnSpLocks/>
          </p:cNvCxnSpPr>
          <p:nvPr/>
        </p:nvCxnSpPr>
        <p:spPr>
          <a:xfrm>
            <a:off x="8543681" y="1802081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13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CE5B-79B4-EFF3-4990-6B7974EF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5A40E6C-445F-4EC2-D646-8458A6715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817" y="1690688"/>
            <a:ext cx="8665463" cy="4351338"/>
          </a:xfrm>
        </p:spPr>
      </p:pic>
    </p:spTree>
    <p:extLst>
      <p:ext uri="{BB962C8B-B14F-4D97-AF65-F5344CB8AC3E}">
        <p14:creationId xmlns:p14="http://schemas.microsoft.com/office/powerpoint/2010/main" val="2780095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 #1: Assign each row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560710" y="2007380"/>
            <a:ext cx="4052054" cy="14216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</p:cNvCxnSpPr>
          <p:nvPr/>
        </p:nvCxnSpPr>
        <p:spPr>
          <a:xfrm flipH="1">
            <a:off x="4033049" y="2323281"/>
            <a:ext cx="5390437" cy="110571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822907" y="2324072"/>
            <a:ext cx="5528297" cy="10811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45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 #1: Assign each row to a SMP</a:t>
            </a:r>
          </a:p>
          <a:p>
            <a:r>
              <a:rPr lang="en-US" dirty="0"/>
              <a:t>Processors execute the non-zero elements of the row.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  <a:endCxn id="10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53891739-5FFB-36D6-2AC5-4C9EA5CFEEB1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0EBBE7A-4A47-BE42-C30C-9B951DF3D1AD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23B6116-60B9-398C-A2CC-673975C89A78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25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317BB-2554-8172-C8F5-9ADC2CD8DBF7}"/>
              </a:ext>
            </a:extLst>
          </p:cNvPr>
          <p:cNvGrpSpPr/>
          <p:nvPr/>
        </p:nvGrpSpPr>
        <p:grpSpPr>
          <a:xfrm>
            <a:off x="-77642" y="1570341"/>
            <a:ext cx="4031968" cy="2256817"/>
            <a:chOff x="334140" y="2502908"/>
            <a:chExt cx="4031968" cy="2256817"/>
          </a:xfrm>
        </p:grpSpPr>
        <p:pic>
          <p:nvPicPr>
            <p:cNvPr id="4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928F68-5FCC-0822-3FF5-F047513B9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5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2A4CB3-A607-333A-6B0C-7CDDDAFAC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/>
              <p:nvPr/>
            </p:nvSpPr>
            <p:spPr>
              <a:xfrm>
                <a:off x="5540901" y="4505388"/>
                <a:ext cx="4602278" cy="2095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1: Scale the rows of the second matrix with assigned non-zero values </a:t>
                </a:r>
              </a:p>
              <a:p>
                <a:r>
                  <a:rPr lang="en-US" dirty="0"/>
                  <a:t>Processor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Processor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Step 2: All-reduce to produce a single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901" y="4505388"/>
                <a:ext cx="4602278" cy="2095574"/>
              </a:xfrm>
              <a:prstGeom prst="rect">
                <a:avLst/>
              </a:prstGeom>
              <a:blipFill>
                <a:blip r:embed="rId5"/>
                <a:stretch>
                  <a:fillRect l="-1192" t="-1453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7CA113-BE0A-46CD-C6A0-D5C512860BF2}"/>
              </a:ext>
            </a:extLst>
          </p:cNvPr>
          <p:cNvSpPr txBox="1"/>
          <p:nvPr/>
        </p:nvSpPr>
        <p:spPr>
          <a:xfrm>
            <a:off x="9283279" y="5056450"/>
            <a:ext cx="271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Assuming processors are 1 indexed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D25C0-E4CF-501E-6303-B210289D1B42}"/>
              </a:ext>
            </a:extLst>
          </p:cNvPr>
          <p:cNvGrpSpPr/>
          <p:nvPr/>
        </p:nvGrpSpPr>
        <p:grpSpPr>
          <a:xfrm>
            <a:off x="-59475" y="1570341"/>
            <a:ext cx="4031968" cy="2256817"/>
            <a:chOff x="334140" y="2502908"/>
            <a:chExt cx="4031968" cy="2256817"/>
          </a:xfrm>
        </p:grpSpPr>
        <p:pic>
          <p:nvPicPr>
            <p:cNvPr id="10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35E85F72-4125-A759-FCC0-DB5B9682D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11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1803D717-BBED-DC24-36AA-81B91199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BB7038C-BA70-D2FD-A0FA-315C6C2E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95482" y="4980757"/>
            <a:ext cx="2080613" cy="145142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4DFCA-C4F9-45A4-77F1-CCD09ACC2B7E}"/>
              </a:ext>
            </a:extLst>
          </p:cNvPr>
          <p:cNvCxnSpPr>
            <a:cxnSpLocks/>
          </p:cNvCxnSpPr>
          <p:nvPr/>
        </p:nvCxnSpPr>
        <p:spPr>
          <a:xfrm flipV="1">
            <a:off x="1696117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F67667-F6CF-8687-2A67-C73A50FBFFD7}"/>
              </a:ext>
            </a:extLst>
          </p:cNvPr>
          <p:cNvCxnSpPr>
            <a:cxnSpLocks/>
          </p:cNvCxnSpPr>
          <p:nvPr/>
        </p:nvCxnSpPr>
        <p:spPr>
          <a:xfrm flipV="1">
            <a:off x="2194659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32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317BB-2554-8172-C8F5-9ADC2CD8DBF7}"/>
              </a:ext>
            </a:extLst>
          </p:cNvPr>
          <p:cNvGrpSpPr/>
          <p:nvPr/>
        </p:nvGrpSpPr>
        <p:grpSpPr>
          <a:xfrm>
            <a:off x="-77642" y="1570341"/>
            <a:ext cx="4031968" cy="2256817"/>
            <a:chOff x="334140" y="2502908"/>
            <a:chExt cx="4031968" cy="2256817"/>
          </a:xfrm>
        </p:grpSpPr>
        <p:pic>
          <p:nvPicPr>
            <p:cNvPr id="4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928F68-5FCC-0822-3FF5-F047513B9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5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2A4CB3-A607-333A-6B0C-7CDDDAFAC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FDC43F-601A-C0C4-05F0-63A358BF2A56}"/>
              </a:ext>
            </a:extLst>
          </p:cNvPr>
          <p:cNvSpPr txBox="1"/>
          <p:nvPr/>
        </p:nvSpPr>
        <p:spPr>
          <a:xfrm>
            <a:off x="7391943" y="1465462"/>
            <a:ext cx="4602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 in WA 3</a:t>
            </a:r>
          </a:p>
          <a:p>
            <a:endParaRPr lang="en-US" dirty="0"/>
          </a:p>
          <a:p>
            <a:r>
              <a:rPr lang="en-US" dirty="0"/>
              <a:t>Given </a:t>
            </a:r>
            <a:r>
              <a:rPr lang="en-US" dirty="0" err="1"/>
              <a:t>BlockID</a:t>
            </a:r>
            <a:r>
              <a:rPr lang="en-US" dirty="0"/>
              <a:t>, </a:t>
            </a:r>
            <a:r>
              <a:rPr lang="en-US" dirty="0" err="1"/>
              <a:t>ThreadID</a:t>
            </a:r>
            <a:r>
              <a:rPr lang="en-US" dirty="0"/>
              <a:t>, can you write a GPU code for </a:t>
            </a:r>
            <a:r>
              <a:rPr lang="en-US" dirty="0" err="1"/>
              <a:t>SpMM</a:t>
            </a:r>
            <a:r>
              <a:rPr lang="en-US" dirty="0"/>
              <a:t>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Divide rows evenly among the blocks of GPU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Within each block, divide column indices of rows evenly among the threads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thread scales rows that it owns (based on column indices) of the second matrix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Synchthreads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All-reduce of the scaled outputs to produce final output (Recall Parallel Sum? In practice, GPUs have APIs to do this)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71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33BB0016-CBB5-437C-4B6B-2F8CBD596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3B8D21-82E6-E398-1A5B-DD6B3865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21AC1-95ED-483B-393B-83E44FC44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3523C-64ED-C903-2F24-5372938A860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189F1D-B957-2F90-E02B-1B81D616A4FE}"/>
              </a:ext>
            </a:extLst>
          </p:cNvPr>
          <p:cNvCxnSpPr>
            <a:cxnSpLocks/>
            <a:endCxn id="12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FC169B-18E8-317B-C7D2-733FBC1A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4F321D-46AD-16C0-4C74-1D7AF063C6C4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>
            <a:extLst>
              <a:ext uri="{FF2B5EF4-FFF2-40B4-BE49-F238E27FC236}">
                <a16:creationId xmlns:a16="http://schemas.microsoft.com/office/drawing/2014/main" id="{5327AD6E-7B1C-2903-3A17-7B826910851D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1537258-2517-2F86-DCCC-1EE30EF82CE8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AFF8093-0628-82C8-DF1C-15E2E3E6A46C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F2FA47-B0D4-2E9F-1906-AE0DFE1E7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237" y="46712"/>
            <a:ext cx="1976433" cy="16538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1810942-3A8E-A4C5-4213-D03AED005619}"/>
              </a:ext>
            </a:extLst>
          </p:cNvPr>
          <p:cNvGrpSpPr/>
          <p:nvPr/>
        </p:nvGrpSpPr>
        <p:grpSpPr>
          <a:xfrm>
            <a:off x="382199" y="215208"/>
            <a:ext cx="2966564" cy="1316841"/>
            <a:chOff x="334140" y="2502908"/>
            <a:chExt cx="4031968" cy="2256817"/>
          </a:xfrm>
        </p:grpSpPr>
        <p:pic>
          <p:nvPicPr>
            <p:cNvPr id="16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0E5E06-6BDB-F395-D5E4-2B6EE505C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17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CE4E0816-0194-941B-7929-7AD9B2076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52097C9-8028-350E-0280-DDFD768D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59172" y="1908216"/>
            <a:ext cx="808388" cy="56392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304885-0019-1B16-FCAC-38BF010A1197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342192" y="1532049"/>
            <a:ext cx="1315970" cy="7269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E8295C-2D8F-9567-CFD9-BCACBEE36A2F}"/>
              </a:ext>
            </a:extLst>
          </p:cNvPr>
          <p:cNvCxnSpPr>
            <a:cxnSpLocks/>
          </p:cNvCxnSpPr>
          <p:nvPr/>
        </p:nvCxnSpPr>
        <p:spPr>
          <a:xfrm flipV="1">
            <a:off x="2768514" y="254218"/>
            <a:ext cx="2003547" cy="10476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942DC9-E93F-A2A9-8430-C5A8640D4E2A}"/>
              </a:ext>
            </a:extLst>
          </p:cNvPr>
          <p:cNvCxnSpPr>
            <a:cxnSpLocks/>
          </p:cNvCxnSpPr>
          <p:nvPr/>
        </p:nvCxnSpPr>
        <p:spPr>
          <a:xfrm flipV="1">
            <a:off x="1569181" y="1490114"/>
            <a:ext cx="1638763" cy="8331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16F373-B534-5E29-F2F0-DABF5ABB4036}"/>
              </a:ext>
            </a:extLst>
          </p:cNvPr>
          <p:cNvCxnSpPr>
            <a:cxnSpLocks/>
          </p:cNvCxnSpPr>
          <p:nvPr/>
        </p:nvCxnSpPr>
        <p:spPr>
          <a:xfrm flipV="1">
            <a:off x="3348763" y="656801"/>
            <a:ext cx="1438561" cy="6314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94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23967" cy="4351338"/>
          </a:xfrm>
        </p:spPr>
        <p:txBody>
          <a:bodyPr/>
          <a:lstStyle/>
          <a:p>
            <a:r>
              <a:rPr lang="en-US" dirty="0"/>
              <a:t>Approach #1: Assign each row to a SMP</a:t>
            </a:r>
          </a:p>
          <a:p>
            <a:r>
              <a:rPr lang="en-US" dirty="0"/>
              <a:t>Processors execute the non-zero elements of the row.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  <a:endCxn id="10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53891739-5FFB-36D6-2AC5-4C9EA5CFEEB1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0EBBE7A-4A47-BE42-C30C-9B951DF3D1AD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23B6116-60B9-398C-A2CC-673975C89A78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E287E-A119-B87E-D922-615DE9E119A4}"/>
              </a:ext>
            </a:extLst>
          </p:cNvPr>
          <p:cNvSpPr txBox="1"/>
          <p:nvPr/>
        </p:nvSpPr>
        <p:spPr>
          <a:xfrm>
            <a:off x="8913886" y="3488042"/>
            <a:ext cx="3052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 CSR format naturally leads to the assignment</a:t>
            </a:r>
          </a:p>
          <a:p>
            <a:endParaRPr lang="en-US" dirty="0"/>
          </a:p>
          <a:p>
            <a:r>
              <a:rPr lang="en-US" dirty="0"/>
              <a:t>Cons: Load imbalance across SMPs</a:t>
            </a:r>
          </a:p>
        </p:txBody>
      </p:sp>
    </p:spTree>
    <p:extLst>
      <p:ext uri="{BB962C8B-B14F-4D97-AF65-F5344CB8AC3E}">
        <p14:creationId xmlns:p14="http://schemas.microsoft.com/office/powerpoint/2010/main" val="4214346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dense matrices under a sparse mask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matrices: </a:t>
                </a:r>
                <a:r>
                  <a:rPr lang="en-US" b="1" dirty="0"/>
                  <a:t>Product of a sparse and dense matrix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C3EB890-B3C3-1DBD-5ABD-B88F5C6A3899}"/>
              </a:ext>
            </a:extLst>
          </p:cNvPr>
          <p:cNvSpPr/>
          <p:nvPr/>
        </p:nvSpPr>
        <p:spPr>
          <a:xfrm>
            <a:off x="676212" y="2627944"/>
            <a:ext cx="10839576" cy="80105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35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7FD174-0877-7976-D6B4-4D69F8162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Pytorch Way</a:t>
                </a:r>
              </a:p>
              <a:p>
                <a:endParaRPr lang="en-US" dirty="0"/>
              </a:p>
              <a:p>
                <a:r>
                  <a:rPr lang="en-US" dirty="0"/>
                  <a:t>Dense-dense matrix multiplication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Computation Complexity: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Storage Requirements: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if using </a:t>
                </a:r>
                <a:r>
                  <a:rPr lang="en-US" dirty="0" err="1"/>
                  <a:t>flashattention</a:t>
                </a:r>
                <a:r>
                  <a:rPr lang="en-US" dirty="0"/>
                  <a:t>) </a:t>
                </a:r>
              </a:p>
              <a:p>
                <a:endParaRPr lang="en-US" dirty="0"/>
              </a:p>
              <a:p>
                <a:r>
                  <a:rPr lang="en-US" dirty="0"/>
                  <a:t>Invalidate entries (Set them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)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Alternatively, initialize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 and only update the valid entries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7FD174-0877-7976-D6B4-4D69F8162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696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D174-0877-7976-D6B4-4D69F8162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directly use </a:t>
            </a:r>
            <a:r>
              <a:rPr lang="en-US" dirty="0" err="1"/>
              <a:t>SpMM</a:t>
            </a:r>
            <a:r>
              <a:rPr lang="en-US" dirty="0"/>
              <a:t> kernel?</a:t>
            </a:r>
          </a:p>
          <a:p>
            <a:endParaRPr lang="en-US" dirty="0"/>
          </a:p>
          <a:p>
            <a:r>
              <a:rPr lang="en-US" dirty="0"/>
              <a:t>No. But similar ideas can be utilized – Sampled Dense </a:t>
            </a:r>
            <a:r>
              <a:rPr lang="en-US" dirty="0" err="1"/>
              <a:t>Dense</a:t>
            </a:r>
            <a:r>
              <a:rPr lang="en-US" dirty="0"/>
              <a:t> Matrix Multiplication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06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79AE-9B27-6521-948E-B53A057F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B3DC-03DB-0B27-91A6-40A4651FF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SDDMM Algorithm Design Idea</a:t>
            </a:r>
          </a:p>
          <a:p>
            <a:pPr lvl="1"/>
            <a:r>
              <a:rPr lang="en-US" dirty="0"/>
              <a:t>You will implement the algorithm in WA3</a:t>
            </a:r>
          </a:p>
          <a:p>
            <a:endParaRPr lang="en-US" dirty="0"/>
          </a:p>
          <a:p>
            <a:r>
              <a:rPr lang="en-US" dirty="0"/>
              <a:t>Using Flash attention on sparse masks</a:t>
            </a:r>
          </a:p>
          <a:p>
            <a:pPr lvl="1"/>
            <a:r>
              <a:rPr lang="en-US" dirty="0"/>
              <a:t>Block Sparsity</a:t>
            </a:r>
          </a:p>
          <a:p>
            <a:endParaRPr lang="en-US" dirty="0"/>
          </a:p>
          <a:p>
            <a:r>
              <a:rPr lang="en-US" dirty="0"/>
              <a:t>Algorithms to reduce the number of blocks in block sparsity</a:t>
            </a:r>
          </a:p>
        </p:txBody>
      </p:sp>
    </p:spTree>
    <p:extLst>
      <p:ext uri="{BB962C8B-B14F-4D97-AF65-F5344CB8AC3E}">
        <p14:creationId xmlns:p14="http://schemas.microsoft.com/office/powerpoint/2010/main" val="1504402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5F4E-50D4-2977-24FD-EB6A50BC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5885-6D8A-23FD-7A6F-749B8734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40181-094C-2A5E-0F8B-33BE7B79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SDDMM Algorithm Design Idea</a:t>
            </a:r>
          </a:p>
          <a:p>
            <a:pPr lvl="1"/>
            <a:r>
              <a:rPr lang="en-US" dirty="0"/>
              <a:t>You will implement the algorithm in WA3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Using Flash attention on sparse masks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Block Sparsity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Algorithms to reduce the number of blocks in block sparsity</a:t>
            </a:r>
          </a:p>
        </p:txBody>
      </p:sp>
    </p:spTree>
    <p:extLst>
      <p:ext uri="{BB962C8B-B14F-4D97-AF65-F5344CB8AC3E}">
        <p14:creationId xmlns:p14="http://schemas.microsoft.com/office/powerpoint/2010/main" val="2521538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AA49-1E58-E84F-231E-F1BA6878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Sampled Dense </a:t>
            </a:r>
            <a:r>
              <a:rPr lang="en-US" dirty="0" err="1"/>
              <a:t>Dense</a:t>
            </a:r>
            <a:r>
              <a:rPr lang="en-US" dirty="0"/>
              <a:t> Matrix Multiplication (SDDMM)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716E0-32F5-C013-BF21-AC85E8582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Key Idea/Similarity with </a:t>
                </a:r>
                <a:r>
                  <a:rPr lang="en-US" dirty="0" err="1"/>
                  <a:t>SpMM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SpMM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sparse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dense matrix</a:t>
                </a:r>
              </a:p>
              <a:p>
                <a:pPr lvl="1"/>
                <a:r>
                  <a:rPr lang="en-US" dirty="0"/>
                  <a:t>For each non-zero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at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Fetch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V</a:t>
                </a:r>
              </a:p>
              <a:p>
                <a:pPr lvl="2"/>
                <a:r>
                  <a:rPr lang="en-US" dirty="0"/>
                  <a:t>Multiply with the element</a:t>
                </a:r>
              </a:p>
              <a:p>
                <a:pPr lvl="2"/>
                <a:r>
                  <a:rPr lang="en-US" dirty="0"/>
                  <a:t>Add the result to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	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SDDMM: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dense matrices,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sparse mask</a:t>
                </a:r>
              </a:p>
              <a:p>
                <a:pPr lvl="1"/>
                <a:r>
                  <a:rPr lang="en-US" dirty="0"/>
                  <a:t>For each non-zero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at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Fetch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Fetch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2"/>
                <a:r>
                  <a:rPr lang="en-US" dirty="0"/>
                  <a:t>Perform dot product between the fetched row and column</a:t>
                </a:r>
              </a:p>
              <a:p>
                <a:pPr lvl="2"/>
                <a:r>
                  <a:rPr lang="en-US" dirty="0"/>
                  <a:t>Write the result to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716E0-32F5-C013-BF21-AC85E8582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44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6F7B-9278-43F7-EFB2-EF1AEDE9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5214-CFA2-C683-C22E-BABF8334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Sampled Dense </a:t>
            </a:r>
            <a:r>
              <a:rPr lang="en-US" dirty="0" err="1"/>
              <a:t>Dense</a:t>
            </a:r>
            <a:r>
              <a:rPr lang="en-US" dirty="0"/>
              <a:t> Matrix Multiplication (SDDMM)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532D-FEE5-A83D-DEC6-8BC1DFB5B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Idea/Similarity with </a:t>
            </a:r>
            <a:r>
              <a:rPr lang="en-US" dirty="0" err="1"/>
              <a:t>SpMM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each non-zero, instead of a vector scaling operation</a:t>
            </a:r>
          </a:p>
          <a:p>
            <a:pPr lvl="1"/>
            <a:r>
              <a:rPr lang="en-US" dirty="0"/>
              <a:t>You perform a dot product</a:t>
            </a:r>
          </a:p>
          <a:p>
            <a:endParaRPr lang="en-US" dirty="0"/>
          </a:p>
          <a:p>
            <a:r>
              <a:rPr lang="en-US" dirty="0"/>
              <a:t>WA3, second part of Q5</a:t>
            </a:r>
          </a:p>
          <a:p>
            <a:pPr lvl="1"/>
            <a:r>
              <a:rPr lang="en-US" dirty="0"/>
              <a:t>I will make that extra credits. (so 10 points extra credits) </a:t>
            </a:r>
          </a:p>
          <a:p>
            <a:pPr lvl="1"/>
            <a:r>
              <a:rPr lang="en-US" dirty="0"/>
              <a:t>Will not ask in exam</a:t>
            </a:r>
          </a:p>
          <a:p>
            <a:endParaRPr lang="en-US" dirty="0"/>
          </a:p>
          <a:p>
            <a:r>
              <a:rPr lang="en-US" dirty="0"/>
              <a:t>(This lecture is already getting too big :’-) )</a:t>
            </a:r>
          </a:p>
        </p:txBody>
      </p:sp>
    </p:spTree>
    <p:extLst>
      <p:ext uri="{BB962C8B-B14F-4D97-AF65-F5344CB8AC3E}">
        <p14:creationId xmlns:p14="http://schemas.microsoft.com/office/powerpoint/2010/main" val="3894796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F0B0-ADE5-C31D-CFA0-F1E02A32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2C2B-773F-9ADB-492B-1F6B6166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2C32-8F74-644A-2A5B-3BCC4C1EB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SDDMM Algorithm Design Idea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You will implement the algorithm in WA3</a:t>
            </a:r>
          </a:p>
          <a:p>
            <a:endParaRPr lang="en-US" dirty="0"/>
          </a:p>
          <a:p>
            <a:r>
              <a:rPr lang="en-US" dirty="0"/>
              <a:t>Using Flash attention on sparse masks</a:t>
            </a:r>
          </a:p>
          <a:p>
            <a:pPr lvl="1"/>
            <a:r>
              <a:rPr lang="en-US" dirty="0"/>
              <a:t>Block Sparsity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Algorithms to reduce the number of blocks in block sparsity</a:t>
            </a:r>
          </a:p>
        </p:txBody>
      </p:sp>
    </p:spTree>
    <p:extLst>
      <p:ext uri="{BB962C8B-B14F-4D97-AF65-F5344CB8AC3E}">
        <p14:creationId xmlns:p14="http://schemas.microsoft.com/office/powerpoint/2010/main" val="3294578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BF28-4584-CDF4-76C0-6B27A9F7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4" y="329566"/>
            <a:ext cx="1053269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Recall: </a:t>
            </a:r>
            <a:r>
              <a:rPr lang="en-US" sz="4000" dirty="0" err="1"/>
              <a:t>Flashattention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036AE-9BD8-437A-0902-7A13DE8CD886}"/>
              </a:ext>
            </a:extLst>
          </p:cNvPr>
          <p:cNvSpPr/>
          <p:nvPr/>
        </p:nvSpPr>
        <p:spPr>
          <a:xfrm>
            <a:off x="5046226" y="3690720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10942-9909-C526-E3EC-A830AAAC0BC6}"/>
                  </a:ext>
                </a:extLst>
              </p:cNvPr>
              <p:cNvSpPr txBox="1"/>
              <p:nvPr/>
            </p:nvSpPr>
            <p:spPr>
              <a:xfrm>
                <a:off x="8150046" y="470371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10942-9909-C526-E3EC-A830AAAC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46" y="4703718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291904-6F5B-B236-FBA9-89DA27ED1980}"/>
                  </a:ext>
                </a:extLst>
              </p:cNvPr>
              <p:cNvSpPr txBox="1"/>
              <p:nvPr/>
            </p:nvSpPr>
            <p:spPr>
              <a:xfrm>
                <a:off x="6371087" y="642730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291904-6F5B-B236-FBA9-89DA27ED1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87" y="642730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6DD3AA-8B06-0AC6-DC30-1B6D09CAA0E4}"/>
              </a:ext>
            </a:extLst>
          </p:cNvPr>
          <p:cNvCxnSpPr>
            <a:cxnSpLocks/>
          </p:cNvCxnSpPr>
          <p:nvPr/>
        </p:nvCxnSpPr>
        <p:spPr>
          <a:xfrm flipH="1">
            <a:off x="5046226" y="6310503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48529D-280D-F5AF-A27A-E1E51E63DED0}"/>
              </a:ext>
            </a:extLst>
          </p:cNvPr>
          <p:cNvCxnSpPr>
            <a:cxnSpLocks/>
          </p:cNvCxnSpPr>
          <p:nvPr/>
        </p:nvCxnSpPr>
        <p:spPr>
          <a:xfrm>
            <a:off x="8150046" y="370324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DEB3A0-BB5F-45B4-88BE-63816E648364}"/>
                  </a:ext>
                </a:extLst>
              </p:cNvPr>
              <p:cNvSpPr txBox="1"/>
              <p:nvPr/>
            </p:nvSpPr>
            <p:spPr>
              <a:xfrm>
                <a:off x="7236544" y="375554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DEB3A0-BB5F-45B4-88BE-63816E648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544" y="3755549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5CC7128-2EB0-9E54-4FBE-4160BFF3743A}"/>
              </a:ext>
            </a:extLst>
          </p:cNvPr>
          <p:cNvSpPr txBox="1"/>
          <p:nvPr/>
        </p:nvSpPr>
        <p:spPr>
          <a:xfrm>
            <a:off x="6527617" y="369072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3EB087-0CC2-4212-83FC-852E5CE679A6}"/>
                  </a:ext>
                </a:extLst>
              </p:cNvPr>
              <p:cNvSpPr txBox="1"/>
              <p:nvPr/>
            </p:nvSpPr>
            <p:spPr>
              <a:xfrm>
                <a:off x="7236544" y="427507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3EB087-0CC2-4212-83FC-852E5CE6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544" y="4275074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B481DE7-A477-2CEE-EE67-6091C64380FF}"/>
              </a:ext>
            </a:extLst>
          </p:cNvPr>
          <p:cNvSpPr txBox="1"/>
          <p:nvPr/>
        </p:nvSpPr>
        <p:spPr>
          <a:xfrm>
            <a:off x="6527617" y="421024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02B2AC-6337-46A1-DFDE-1E5D47A33006}"/>
                  </a:ext>
                </a:extLst>
              </p:cNvPr>
              <p:cNvSpPr txBox="1"/>
              <p:nvPr/>
            </p:nvSpPr>
            <p:spPr>
              <a:xfrm>
                <a:off x="7245394" y="568435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02B2AC-6337-46A1-DFDE-1E5D47A33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394" y="5684350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D69E865-397E-4A06-BC26-99F119F0CF96}"/>
              </a:ext>
            </a:extLst>
          </p:cNvPr>
          <p:cNvSpPr txBox="1"/>
          <p:nvPr/>
        </p:nvSpPr>
        <p:spPr>
          <a:xfrm>
            <a:off x="6536467" y="5619521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12E2CA-B83C-C119-A2C7-DCAB9052D77D}"/>
              </a:ext>
            </a:extLst>
          </p:cNvPr>
          <p:cNvSpPr/>
          <p:nvPr/>
        </p:nvSpPr>
        <p:spPr>
          <a:xfrm>
            <a:off x="1230281" y="3695397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0F9C9C-8AA3-BFFD-03F8-0C0FADD8789D}"/>
              </a:ext>
            </a:extLst>
          </p:cNvPr>
          <p:cNvCxnSpPr/>
          <p:nvPr/>
        </p:nvCxnSpPr>
        <p:spPr>
          <a:xfrm>
            <a:off x="1435846" y="575094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F6D166-F655-1C6A-0926-FDA003157883}"/>
                  </a:ext>
                </a:extLst>
              </p:cNvPr>
              <p:cNvSpPr txBox="1"/>
              <p:nvPr/>
            </p:nvSpPr>
            <p:spPr>
              <a:xfrm>
                <a:off x="2395409" y="542924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F6D166-F655-1C6A-0926-FDA003157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409" y="5429249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7AE57BB0-F3BA-CDA5-6A21-7A8A7DA3D719}"/>
              </a:ext>
            </a:extLst>
          </p:cNvPr>
          <p:cNvSpPr/>
          <p:nvPr/>
        </p:nvSpPr>
        <p:spPr>
          <a:xfrm>
            <a:off x="4941350" y="38890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42058D-B976-C683-5340-0A68F1E56E64}"/>
              </a:ext>
            </a:extLst>
          </p:cNvPr>
          <p:cNvCxnSpPr>
            <a:cxnSpLocks/>
          </p:cNvCxnSpPr>
          <p:nvPr/>
        </p:nvCxnSpPr>
        <p:spPr>
          <a:xfrm>
            <a:off x="5176151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B63E52-C1EC-B28F-CA27-3F0C43A50393}"/>
              </a:ext>
            </a:extLst>
          </p:cNvPr>
          <p:cNvCxnSpPr>
            <a:cxnSpLocks/>
          </p:cNvCxnSpPr>
          <p:nvPr/>
        </p:nvCxnSpPr>
        <p:spPr>
          <a:xfrm>
            <a:off x="5418928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9041B6-9592-AA24-A0FA-950DDFC51EFB}"/>
              </a:ext>
            </a:extLst>
          </p:cNvPr>
          <p:cNvCxnSpPr>
            <a:cxnSpLocks/>
          </p:cNvCxnSpPr>
          <p:nvPr/>
        </p:nvCxnSpPr>
        <p:spPr>
          <a:xfrm>
            <a:off x="5677654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939A13-C50F-28D3-2D08-CDF8B0799423}"/>
              </a:ext>
            </a:extLst>
          </p:cNvPr>
          <p:cNvCxnSpPr>
            <a:cxnSpLocks/>
          </p:cNvCxnSpPr>
          <p:nvPr/>
        </p:nvCxnSpPr>
        <p:spPr>
          <a:xfrm>
            <a:off x="7004951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C02DD6-96BB-6DEE-A74A-B3AA7B8B1458}"/>
              </a:ext>
            </a:extLst>
          </p:cNvPr>
          <p:cNvCxnSpPr>
            <a:cxnSpLocks/>
          </p:cNvCxnSpPr>
          <p:nvPr/>
        </p:nvCxnSpPr>
        <p:spPr>
          <a:xfrm>
            <a:off x="7284942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42912B-DB19-8A04-4D01-9CF461360C4B}"/>
              </a:ext>
            </a:extLst>
          </p:cNvPr>
          <p:cNvCxnSpPr>
            <a:cxnSpLocks/>
          </p:cNvCxnSpPr>
          <p:nvPr/>
        </p:nvCxnSpPr>
        <p:spPr>
          <a:xfrm>
            <a:off x="7575565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FEAEFA-26CC-C88E-C52B-AF329D578A19}"/>
                  </a:ext>
                </a:extLst>
              </p:cNvPr>
              <p:cNvSpPr txBox="1"/>
              <p:nvPr/>
            </p:nvSpPr>
            <p:spPr>
              <a:xfrm>
                <a:off x="4858103" y="1291915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FEAEFA-26CC-C88E-C52B-AF329D578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103" y="1291915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D4395F-61DF-E435-4D02-72A3B49901B1}"/>
                  </a:ext>
                </a:extLst>
              </p:cNvPr>
              <p:cNvSpPr txBox="1"/>
              <p:nvPr/>
            </p:nvSpPr>
            <p:spPr>
              <a:xfrm>
                <a:off x="5091212" y="13050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D4395F-61DF-E435-4D02-72A3B4990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212" y="1305001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CEF463-BD93-DFDC-E999-8A5215FFC083}"/>
                  </a:ext>
                </a:extLst>
              </p:cNvPr>
              <p:cNvSpPr txBox="1"/>
              <p:nvPr/>
            </p:nvSpPr>
            <p:spPr>
              <a:xfrm>
                <a:off x="5358109" y="13050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CEF463-BD93-DFDC-E999-8A5215FFC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109" y="1305001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CDFFB5-2E2A-8432-2F96-296DB2648085}"/>
                  </a:ext>
                </a:extLst>
              </p:cNvPr>
              <p:cNvSpPr txBox="1"/>
              <p:nvPr/>
            </p:nvSpPr>
            <p:spPr>
              <a:xfrm>
                <a:off x="7263829" y="137112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CDFFB5-2E2A-8432-2F96-296DB2648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829" y="1371125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9DCEB741-2ECD-CE12-D751-862DDC77413E}"/>
              </a:ext>
            </a:extLst>
          </p:cNvPr>
          <p:cNvSpPr/>
          <p:nvPr/>
        </p:nvSpPr>
        <p:spPr>
          <a:xfrm>
            <a:off x="4968244" y="3696770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9B57F1-AA7E-C121-EE27-0A3603F7A31B}"/>
                  </a:ext>
                </a:extLst>
              </p:cNvPr>
              <p:cNvSpPr txBox="1"/>
              <p:nvPr/>
            </p:nvSpPr>
            <p:spPr>
              <a:xfrm>
                <a:off x="5448077" y="2952639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9B57F1-AA7E-C121-EE27-0A3603F7A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077" y="2952639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89BAA8-DCA1-61EF-848D-85FC1ED1540B}"/>
              </a:ext>
            </a:extLst>
          </p:cNvPr>
          <p:cNvCxnSpPr>
            <a:cxnSpLocks/>
          </p:cNvCxnSpPr>
          <p:nvPr/>
        </p:nvCxnSpPr>
        <p:spPr>
          <a:xfrm flipV="1">
            <a:off x="4853188" y="3653829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784FA3-DD05-4294-5D6B-BADEA32D450E}"/>
              </a:ext>
            </a:extLst>
          </p:cNvPr>
          <p:cNvCxnSpPr>
            <a:cxnSpLocks/>
          </p:cNvCxnSpPr>
          <p:nvPr/>
        </p:nvCxnSpPr>
        <p:spPr>
          <a:xfrm flipH="1">
            <a:off x="4926811" y="3625111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FD772C6-E090-1D40-CA01-136B1BDB76BE}"/>
                  </a:ext>
                </a:extLst>
              </p:cNvPr>
              <p:cNvSpPr txBox="1"/>
              <p:nvPr/>
            </p:nvSpPr>
            <p:spPr>
              <a:xfrm>
                <a:off x="4396999" y="404996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FD772C6-E090-1D40-CA01-136B1BDB7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999" y="4049964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62CAE6D8-469F-1A1D-1115-96C01C247BAD}"/>
              </a:ext>
            </a:extLst>
          </p:cNvPr>
          <p:cNvSpPr/>
          <p:nvPr/>
        </p:nvSpPr>
        <p:spPr>
          <a:xfrm>
            <a:off x="1044117" y="3684048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DC410A-EA45-CE3E-00FE-23858331DFAC}"/>
              </a:ext>
            </a:extLst>
          </p:cNvPr>
          <p:cNvCxnSpPr>
            <a:cxnSpLocks/>
          </p:cNvCxnSpPr>
          <p:nvPr/>
        </p:nvCxnSpPr>
        <p:spPr>
          <a:xfrm flipV="1">
            <a:off x="4415753" y="3682246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DD204FC-E2F8-AD37-B445-DE8CA9285F9B}"/>
              </a:ext>
            </a:extLst>
          </p:cNvPr>
          <p:cNvSpPr/>
          <p:nvPr/>
        </p:nvSpPr>
        <p:spPr>
          <a:xfrm>
            <a:off x="4869127" y="329566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6BCF41B-BF38-7036-9C34-BA4674B2FE62}"/>
              </a:ext>
            </a:extLst>
          </p:cNvPr>
          <p:cNvCxnSpPr>
            <a:cxnSpLocks/>
          </p:cNvCxnSpPr>
          <p:nvPr/>
        </p:nvCxnSpPr>
        <p:spPr>
          <a:xfrm flipH="1">
            <a:off x="4840421" y="2952639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EF7B3BB-8B2E-C0FE-6B1D-209CBD1E561A}"/>
              </a:ext>
            </a:extLst>
          </p:cNvPr>
          <p:cNvSpPr/>
          <p:nvPr/>
        </p:nvSpPr>
        <p:spPr>
          <a:xfrm>
            <a:off x="8730579" y="3755549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9635CB6-5723-160F-A925-7821F22A9809}"/>
                  </a:ext>
                </a:extLst>
              </p:cNvPr>
              <p:cNvSpPr txBox="1"/>
              <p:nvPr/>
            </p:nvSpPr>
            <p:spPr>
              <a:xfrm>
                <a:off x="10059025" y="320610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9635CB6-5723-160F-A925-7821F22A9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025" y="3206106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D557BF-73E1-1BDC-B57F-98244F9136AD}"/>
              </a:ext>
            </a:extLst>
          </p:cNvPr>
          <p:cNvCxnSpPr/>
          <p:nvPr/>
        </p:nvCxnSpPr>
        <p:spPr>
          <a:xfrm>
            <a:off x="8990396" y="409291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7E15E0-2DF4-A098-AA79-C038DE1D5A45}"/>
              </a:ext>
            </a:extLst>
          </p:cNvPr>
          <p:cNvCxnSpPr/>
          <p:nvPr/>
        </p:nvCxnSpPr>
        <p:spPr>
          <a:xfrm>
            <a:off x="8990396" y="433568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FE5DB6-8539-F9A2-0618-8B0971014FF2}"/>
              </a:ext>
            </a:extLst>
          </p:cNvPr>
          <p:cNvCxnSpPr/>
          <p:nvPr/>
        </p:nvCxnSpPr>
        <p:spPr>
          <a:xfrm>
            <a:off x="8990396" y="46209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87AC571-F41C-AE9C-5E40-34388158DF88}"/>
              </a:ext>
            </a:extLst>
          </p:cNvPr>
          <p:cNvCxnSpPr/>
          <p:nvPr/>
        </p:nvCxnSpPr>
        <p:spPr>
          <a:xfrm>
            <a:off x="8990396" y="58809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CDA42E-068F-C06B-A1FA-22031EFFF418}"/>
                  </a:ext>
                </a:extLst>
              </p:cNvPr>
              <p:cNvSpPr txBox="1"/>
              <p:nvPr/>
            </p:nvSpPr>
            <p:spPr>
              <a:xfrm>
                <a:off x="9949959" y="3748862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CDA42E-068F-C06B-A1FA-22031EFF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59" y="3748862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BD5E68A-80B9-517D-AB6B-904247DF23C2}"/>
                  </a:ext>
                </a:extLst>
              </p:cNvPr>
              <p:cNvSpPr txBox="1"/>
              <p:nvPr/>
            </p:nvSpPr>
            <p:spPr>
              <a:xfrm>
                <a:off x="9949959" y="402872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BD5E68A-80B9-517D-AB6B-904247DF2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59" y="4028727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597EE23-60B0-9E91-7E46-CD11E46E9BC5}"/>
                  </a:ext>
                </a:extLst>
              </p:cNvPr>
              <p:cNvSpPr txBox="1"/>
              <p:nvPr/>
            </p:nvSpPr>
            <p:spPr>
              <a:xfrm>
                <a:off x="9947298" y="428924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597EE23-60B0-9E91-7E46-CD11E46E9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298" y="4289243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A88200-FBF4-F899-0B48-CCFA7D951E9E}"/>
                  </a:ext>
                </a:extLst>
              </p:cNvPr>
              <p:cNvSpPr txBox="1"/>
              <p:nvPr/>
            </p:nvSpPr>
            <p:spPr>
              <a:xfrm>
                <a:off x="9971688" y="558851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A88200-FBF4-F899-0B48-CCFA7D951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688" y="5588516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E71E68-6D74-5F53-950A-2720386BB9E6}"/>
              </a:ext>
            </a:extLst>
          </p:cNvPr>
          <p:cNvCxnSpPr>
            <a:cxnSpLocks/>
          </p:cNvCxnSpPr>
          <p:nvPr/>
        </p:nvCxnSpPr>
        <p:spPr>
          <a:xfrm>
            <a:off x="8602144" y="3755549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5897CD-682B-BA7A-9E6F-C358B991A54F}"/>
              </a:ext>
            </a:extLst>
          </p:cNvPr>
          <p:cNvCxnSpPr>
            <a:cxnSpLocks/>
          </p:cNvCxnSpPr>
          <p:nvPr/>
        </p:nvCxnSpPr>
        <p:spPr>
          <a:xfrm>
            <a:off x="8746849" y="3622731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9AF32F1-A640-4CCB-B04B-E21D07369C6C}"/>
              </a:ext>
            </a:extLst>
          </p:cNvPr>
          <p:cNvSpPr/>
          <p:nvPr/>
        </p:nvSpPr>
        <p:spPr>
          <a:xfrm>
            <a:off x="8625994" y="353468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22AEFA-8E4B-5B13-5CB4-452D832EDA9D}"/>
              </a:ext>
            </a:extLst>
          </p:cNvPr>
          <p:cNvCxnSpPr/>
          <p:nvPr/>
        </p:nvCxnSpPr>
        <p:spPr>
          <a:xfrm>
            <a:off x="8885811" y="69082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5F2F17D-C159-1F16-D6F0-AF39367AA061}"/>
              </a:ext>
            </a:extLst>
          </p:cNvPr>
          <p:cNvCxnSpPr/>
          <p:nvPr/>
        </p:nvCxnSpPr>
        <p:spPr>
          <a:xfrm>
            <a:off x="8885811" y="93360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361CF52-5A7D-5AB0-3E2F-D5940F1CC127}"/>
              </a:ext>
            </a:extLst>
          </p:cNvPr>
          <p:cNvCxnSpPr/>
          <p:nvPr/>
        </p:nvCxnSpPr>
        <p:spPr>
          <a:xfrm>
            <a:off x="8885811" y="12189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2EFDB2-B8C5-7BFD-153B-762D39A03628}"/>
              </a:ext>
            </a:extLst>
          </p:cNvPr>
          <p:cNvCxnSpPr/>
          <p:nvPr/>
        </p:nvCxnSpPr>
        <p:spPr>
          <a:xfrm>
            <a:off x="8885811" y="247887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7982DA8-22E6-12B6-4BEA-767BDA157987}"/>
              </a:ext>
            </a:extLst>
          </p:cNvPr>
          <p:cNvCxnSpPr>
            <a:cxnSpLocks/>
          </p:cNvCxnSpPr>
          <p:nvPr/>
        </p:nvCxnSpPr>
        <p:spPr>
          <a:xfrm>
            <a:off x="8497559" y="353468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F36CEE0-047E-3E11-26F4-A025BFA76A6C}"/>
                  </a:ext>
                </a:extLst>
              </p:cNvPr>
              <p:cNvSpPr txBox="1"/>
              <p:nvPr/>
            </p:nvSpPr>
            <p:spPr>
              <a:xfrm>
                <a:off x="10029655" y="6338160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F36CEE0-047E-3E11-26F4-A025BFA76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655" y="6338160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AA18A0D-C98B-AFCB-90AB-686F058F1E2C}"/>
              </a:ext>
            </a:extLst>
          </p:cNvPr>
          <p:cNvCxnSpPr>
            <a:cxnSpLocks/>
          </p:cNvCxnSpPr>
          <p:nvPr/>
        </p:nvCxnSpPr>
        <p:spPr>
          <a:xfrm>
            <a:off x="8730578" y="635096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3B868A-C845-CDC7-E265-B38C87D9F4D6}"/>
                  </a:ext>
                </a:extLst>
              </p:cNvPr>
              <p:cNvSpPr txBox="1"/>
              <p:nvPr/>
            </p:nvSpPr>
            <p:spPr>
              <a:xfrm>
                <a:off x="8131818" y="142060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3B868A-C845-CDC7-E265-B38C87D9F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18" y="1420607"/>
                <a:ext cx="3657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C726BD76-EC09-1416-BC92-6A5D771CC05E}"/>
              </a:ext>
            </a:extLst>
          </p:cNvPr>
          <p:cNvSpPr txBox="1"/>
          <p:nvPr/>
        </p:nvSpPr>
        <p:spPr>
          <a:xfrm>
            <a:off x="7933568" y="510684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F014DE-0387-94FF-2F6E-4C536DA68C35}"/>
              </a:ext>
            </a:extLst>
          </p:cNvPr>
          <p:cNvSpPr txBox="1"/>
          <p:nvPr/>
        </p:nvSpPr>
        <p:spPr>
          <a:xfrm rot="16200000">
            <a:off x="9744635" y="292352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5AF8E83-5B50-E056-0C4D-A04AFBF3D7ED}"/>
              </a:ext>
            </a:extLst>
          </p:cNvPr>
          <p:cNvSpPr/>
          <p:nvPr/>
        </p:nvSpPr>
        <p:spPr>
          <a:xfrm>
            <a:off x="8666252" y="369453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E7A967-5443-FCE6-DAE1-4A77A68BC80A}"/>
              </a:ext>
            </a:extLst>
          </p:cNvPr>
          <p:cNvSpPr/>
          <p:nvPr/>
        </p:nvSpPr>
        <p:spPr>
          <a:xfrm>
            <a:off x="8425300" y="346235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ED081B6-1A08-8902-EDBF-5BC7F9B55840}"/>
                  </a:ext>
                </a:extLst>
              </p:cNvPr>
              <p:cNvSpPr txBox="1"/>
              <p:nvPr/>
            </p:nvSpPr>
            <p:spPr>
              <a:xfrm>
                <a:off x="12088834" y="406901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ED081B6-1A08-8902-EDBF-5BC7F9B55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834" y="4069015"/>
                <a:ext cx="54980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4BDB2C-34D4-541F-AC5D-1946C79DEF4E}"/>
              </a:ext>
            </a:extLst>
          </p:cNvPr>
          <p:cNvCxnSpPr>
            <a:cxnSpLocks/>
          </p:cNvCxnSpPr>
          <p:nvPr/>
        </p:nvCxnSpPr>
        <p:spPr>
          <a:xfrm>
            <a:off x="12111971" y="3705007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FA34454-4591-9413-EBCB-2EAD5998B7A1}"/>
                  </a:ext>
                </a:extLst>
              </p:cNvPr>
              <p:cNvSpPr txBox="1"/>
              <p:nvPr/>
            </p:nvSpPr>
            <p:spPr>
              <a:xfrm>
                <a:off x="11886370" y="486040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FA34454-4591-9413-EBCB-2EAD5998B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6370" y="486040"/>
                <a:ext cx="5498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9CC176-CFFC-C063-F7CD-36671F12C336}"/>
              </a:ext>
            </a:extLst>
          </p:cNvPr>
          <p:cNvCxnSpPr>
            <a:cxnSpLocks/>
          </p:cNvCxnSpPr>
          <p:nvPr/>
        </p:nvCxnSpPr>
        <p:spPr>
          <a:xfrm>
            <a:off x="11870071" y="340401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8A12810-3AF7-C3A6-C498-2C3654805E18}"/>
                  </a:ext>
                </a:extLst>
              </p:cNvPr>
              <p:cNvSpPr txBox="1"/>
              <p:nvPr/>
            </p:nvSpPr>
            <p:spPr>
              <a:xfrm>
                <a:off x="8722625" y="345473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8A12810-3AF7-C3A6-C498-2C3654805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625" y="345473"/>
                <a:ext cx="273055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0483A6C-2059-1252-F1F3-DED0F9C51AAD}"/>
                  </a:ext>
                </a:extLst>
              </p:cNvPr>
              <p:cNvSpPr txBox="1"/>
              <p:nvPr/>
            </p:nvSpPr>
            <p:spPr>
              <a:xfrm>
                <a:off x="8730578" y="609527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0483A6C-2059-1252-F1F3-DED0F9C5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8" y="609527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E37C360-518D-CC76-F314-81A51DE8D88D}"/>
                  </a:ext>
                </a:extLst>
              </p:cNvPr>
              <p:cNvSpPr txBox="1"/>
              <p:nvPr/>
            </p:nvSpPr>
            <p:spPr>
              <a:xfrm>
                <a:off x="8730578" y="889161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E37C360-518D-CC76-F314-81A51DE8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8" y="889161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036F8E7-DF85-4A85-07E0-0404D80248D2}"/>
                  </a:ext>
                </a:extLst>
              </p:cNvPr>
              <p:cNvSpPr txBox="1"/>
              <p:nvPr/>
            </p:nvSpPr>
            <p:spPr>
              <a:xfrm>
                <a:off x="8730577" y="2122077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036F8E7-DF85-4A85-07E0-0404D8024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7" y="2122077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5813AF-D5B8-9A8C-D865-8E33CF341F01}"/>
              </a:ext>
            </a:extLst>
          </p:cNvPr>
          <p:cNvCxnSpPr/>
          <p:nvPr/>
        </p:nvCxnSpPr>
        <p:spPr>
          <a:xfrm>
            <a:off x="1366283" y="404945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8158F54-30C2-55C5-ECF9-AC65F45D547D}"/>
              </a:ext>
            </a:extLst>
          </p:cNvPr>
          <p:cNvCxnSpPr/>
          <p:nvPr/>
        </p:nvCxnSpPr>
        <p:spPr>
          <a:xfrm>
            <a:off x="1398812" y="44296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213E002-33D5-7030-A35C-19E62CA80442}"/>
                  </a:ext>
                </a:extLst>
              </p:cNvPr>
              <p:cNvSpPr txBox="1"/>
              <p:nvPr/>
            </p:nvSpPr>
            <p:spPr>
              <a:xfrm>
                <a:off x="2325846" y="3742493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213E002-33D5-7030-A35C-19E62CA80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846" y="3742493"/>
                <a:ext cx="428131" cy="338554"/>
              </a:xfrm>
              <a:prstGeom prst="rect">
                <a:avLst/>
              </a:prstGeom>
              <a:blipFill>
                <a:blip r:embed="rId2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A09F482-D4A0-2F22-EA74-890813843B80}"/>
                  </a:ext>
                </a:extLst>
              </p:cNvPr>
              <p:cNvSpPr txBox="1"/>
              <p:nvPr/>
            </p:nvSpPr>
            <p:spPr>
              <a:xfrm>
                <a:off x="2355714" y="4097901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A09F482-D4A0-2F22-EA74-890813843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4" y="4097901"/>
                <a:ext cx="432874" cy="338554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1176575-B932-56EA-3314-598002CE1C78}"/>
                  </a:ext>
                </a:extLst>
              </p:cNvPr>
              <p:cNvSpPr txBox="1"/>
              <p:nvPr/>
            </p:nvSpPr>
            <p:spPr>
              <a:xfrm>
                <a:off x="5008765" y="381389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1176575-B932-56EA-3314-598002CE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65" y="3813898"/>
                <a:ext cx="63584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B305F01-06E0-6B2D-FAF6-CDD27F91F7B2}"/>
                  </a:ext>
                </a:extLst>
              </p:cNvPr>
              <p:cNvSpPr txBox="1"/>
              <p:nvPr/>
            </p:nvSpPr>
            <p:spPr>
              <a:xfrm>
                <a:off x="5476868" y="38273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B305F01-06E0-6B2D-FAF6-CDD27F91F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3827346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1FABD15-F0F3-F123-6B79-D27E19709D2E}"/>
                  </a:ext>
                </a:extLst>
              </p:cNvPr>
              <p:cNvSpPr txBox="1"/>
              <p:nvPr/>
            </p:nvSpPr>
            <p:spPr>
              <a:xfrm>
                <a:off x="5008765" y="433342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1FABD15-F0F3-F123-6B79-D27E19709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65" y="4333423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F232C0B-FA3B-FA93-4010-DED5BCB7D533}"/>
                  </a:ext>
                </a:extLst>
              </p:cNvPr>
              <p:cNvSpPr txBox="1"/>
              <p:nvPr/>
            </p:nvSpPr>
            <p:spPr>
              <a:xfrm>
                <a:off x="5476868" y="435066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F232C0B-FA3B-FA93-4010-DED5BCB7D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4350664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C1A7E6C-EFCB-8600-7E63-1A80913022F0}"/>
                  </a:ext>
                </a:extLst>
              </p:cNvPr>
              <p:cNvSpPr txBox="1"/>
              <p:nvPr/>
            </p:nvSpPr>
            <p:spPr>
              <a:xfrm>
                <a:off x="5017615" y="574269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C1A7E6C-EFCB-8600-7E63-1A8091302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615" y="5742699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55DC2D0-49A2-2197-6FD6-02C5D2F2C50C}"/>
                  </a:ext>
                </a:extLst>
              </p:cNvPr>
              <p:cNvSpPr txBox="1"/>
              <p:nvPr/>
            </p:nvSpPr>
            <p:spPr>
              <a:xfrm>
                <a:off x="5476868" y="57592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55DC2D0-49A2-2197-6FD6-02C5D2F2C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5759283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490325B-0E8C-6558-F5D6-1FCC385F482C}"/>
                  </a:ext>
                </a:extLst>
              </p:cNvPr>
              <p:cNvSpPr txBox="1"/>
              <p:nvPr/>
            </p:nvSpPr>
            <p:spPr>
              <a:xfrm>
                <a:off x="5944970" y="381379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490325B-0E8C-6558-F5D6-1FCC385F4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970" y="3813794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DAC0792-DBEE-2F94-DB7A-38A0B1B479D7}"/>
                  </a:ext>
                </a:extLst>
              </p:cNvPr>
              <p:cNvSpPr txBox="1"/>
              <p:nvPr/>
            </p:nvSpPr>
            <p:spPr>
              <a:xfrm>
                <a:off x="5966942" y="43679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DAC0792-DBEE-2F94-DB7A-38A0B1B47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942" y="4367905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24ED30-6762-68C0-8969-181044397E16}"/>
                  </a:ext>
                </a:extLst>
              </p:cNvPr>
              <p:cNvSpPr txBox="1"/>
              <p:nvPr/>
            </p:nvSpPr>
            <p:spPr>
              <a:xfrm>
                <a:off x="5983515" y="576705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24ED30-6762-68C0-8969-18104439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515" y="576705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323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5191-4533-FE47-6961-F705F931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3925-BCC6-6D43-24B8-6CC4D3E50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20" y="-404494"/>
            <a:ext cx="1053269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With Mask (so crowded)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9C052-BE03-5047-E45C-7FA89E282240}"/>
              </a:ext>
            </a:extLst>
          </p:cNvPr>
          <p:cNvSpPr/>
          <p:nvPr/>
        </p:nvSpPr>
        <p:spPr>
          <a:xfrm>
            <a:off x="5046226" y="3690720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79C50C-E86F-7CFE-F309-5C48B435BAD2}"/>
                  </a:ext>
                </a:extLst>
              </p:cNvPr>
              <p:cNvSpPr txBox="1"/>
              <p:nvPr/>
            </p:nvSpPr>
            <p:spPr>
              <a:xfrm>
                <a:off x="8150046" y="470371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79C50C-E86F-7CFE-F309-5C48B435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46" y="4703718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29363A-6D2D-E444-B8DD-5887CE96F96C}"/>
                  </a:ext>
                </a:extLst>
              </p:cNvPr>
              <p:cNvSpPr txBox="1"/>
              <p:nvPr/>
            </p:nvSpPr>
            <p:spPr>
              <a:xfrm>
                <a:off x="6371087" y="642730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29363A-6D2D-E444-B8DD-5887CE96F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87" y="642730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DBA804-AAB7-B6CD-B0D8-AEF6893F834B}"/>
              </a:ext>
            </a:extLst>
          </p:cNvPr>
          <p:cNvCxnSpPr>
            <a:cxnSpLocks/>
          </p:cNvCxnSpPr>
          <p:nvPr/>
        </p:nvCxnSpPr>
        <p:spPr>
          <a:xfrm flipH="1">
            <a:off x="5046226" y="6310503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0A4B0B-FF06-E985-AEF0-CA7AFD369F9D}"/>
              </a:ext>
            </a:extLst>
          </p:cNvPr>
          <p:cNvCxnSpPr>
            <a:cxnSpLocks/>
          </p:cNvCxnSpPr>
          <p:nvPr/>
        </p:nvCxnSpPr>
        <p:spPr>
          <a:xfrm>
            <a:off x="8150046" y="370324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27D0F-68FB-65D7-4645-5056CDE17FF4}"/>
                  </a:ext>
                </a:extLst>
              </p:cNvPr>
              <p:cNvSpPr txBox="1"/>
              <p:nvPr/>
            </p:nvSpPr>
            <p:spPr>
              <a:xfrm>
                <a:off x="7236544" y="375554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27D0F-68FB-65D7-4645-5056CDE1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544" y="3755549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B991338-5FCB-6FFD-0B76-EF4C4C8D7309}"/>
              </a:ext>
            </a:extLst>
          </p:cNvPr>
          <p:cNvSpPr txBox="1"/>
          <p:nvPr/>
        </p:nvSpPr>
        <p:spPr>
          <a:xfrm>
            <a:off x="6527617" y="369072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BECF42-AAB4-DC98-17AE-38C38282B523}"/>
                  </a:ext>
                </a:extLst>
              </p:cNvPr>
              <p:cNvSpPr txBox="1"/>
              <p:nvPr/>
            </p:nvSpPr>
            <p:spPr>
              <a:xfrm>
                <a:off x="7236544" y="427507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BECF42-AAB4-DC98-17AE-38C38282B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544" y="4275074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55A1FF7-2289-4301-C700-A0EDB509BD2F}"/>
              </a:ext>
            </a:extLst>
          </p:cNvPr>
          <p:cNvSpPr txBox="1"/>
          <p:nvPr/>
        </p:nvSpPr>
        <p:spPr>
          <a:xfrm>
            <a:off x="6527617" y="421024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503FC7-2730-DB9D-DB34-9534405FC384}"/>
                  </a:ext>
                </a:extLst>
              </p:cNvPr>
              <p:cNvSpPr txBox="1"/>
              <p:nvPr/>
            </p:nvSpPr>
            <p:spPr>
              <a:xfrm>
                <a:off x="7245394" y="568435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503FC7-2730-DB9D-DB34-9534405FC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394" y="5684350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65B210A-EC92-EE25-6505-4DF4CEB95206}"/>
              </a:ext>
            </a:extLst>
          </p:cNvPr>
          <p:cNvSpPr txBox="1"/>
          <p:nvPr/>
        </p:nvSpPr>
        <p:spPr>
          <a:xfrm>
            <a:off x="6536467" y="5619521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0243BA-30DC-7559-52C8-0C31FCFBC666}"/>
              </a:ext>
            </a:extLst>
          </p:cNvPr>
          <p:cNvSpPr/>
          <p:nvPr/>
        </p:nvSpPr>
        <p:spPr>
          <a:xfrm>
            <a:off x="1230281" y="3695397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BD4DAB-0F15-378D-3776-C43D2DE2F083}"/>
              </a:ext>
            </a:extLst>
          </p:cNvPr>
          <p:cNvCxnSpPr/>
          <p:nvPr/>
        </p:nvCxnSpPr>
        <p:spPr>
          <a:xfrm>
            <a:off x="1435846" y="575094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56F6F-5FA5-B61E-5B5B-6F4151BE2C0A}"/>
                  </a:ext>
                </a:extLst>
              </p:cNvPr>
              <p:cNvSpPr txBox="1"/>
              <p:nvPr/>
            </p:nvSpPr>
            <p:spPr>
              <a:xfrm>
                <a:off x="2395409" y="542924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56F6F-5FA5-B61E-5B5B-6F4151BE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409" y="5429249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D616442-1C3B-D8E4-20A9-345687CABBB6}"/>
              </a:ext>
            </a:extLst>
          </p:cNvPr>
          <p:cNvSpPr/>
          <p:nvPr/>
        </p:nvSpPr>
        <p:spPr>
          <a:xfrm>
            <a:off x="4941350" y="38890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0ED3B5-8CF7-0A80-DBEB-220312708589}"/>
              </a:ext>
            </a:extLst>
          </p:cNvPr>
          <p:cNvCxnSpPr>
            <a:cxnSpLocks/>
          </p:cNvCxnSpPr>
          <p:nvPr/>
        </p:nvCxnSpPr>
        <p:spPr>
          <a:xfrm>
            <a:off x="5176151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08521E-3705-BA24-55CC-148EA41B3EE0}"/>
              </a:ext>
            </a:extLst>
          </p:cNvPr>
          <p:cNvCxnSpPr>
            <a:cxnSpLocks/>
          </p:cNvCxnSpPr>
          <p:nvPr/>
        </p:nvCxnSpPr>
        <p:spPr>
          <a:xfrm>
            <a:off x="5418928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CD3DCA-61C8-57D7-7BCD-E1C470FD6425}"/>
              </a:ext>
            </a:extLst>
          </p:cNvPr>
          <p:cNvCxnSpPr>
            <a:cxnSpLocks/>
          </p:cNvCxnSpPr>
          <p:nvPr/>
        </p:nvCxnSpPr>
        <p:spPr>
          <a:xfrm>
            <a:off x="5677654" y="60148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F0379B-9DD5-984B-3C12-8321FE492834}"/>
              </a:ext>
            </a:extLst>
          </p:cNvPr>
          <p:cNvCxnSpPr>
            <a:cxnSpLocks/>
          </p:cNvCxnSpPr>
          <p:nvPr/>
        </p:nvCxnSpPr>
        <p:spPr>
          <a:xfrm>
            <a:off x="7004951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4FD9C2-4F3D-B99D-25A8-83B42ADFD3C2}"/>
              </a:ext>
            </a:extLst>
          </p:cNvPr>
          <p:cNvCxnSpPr>
            <a:cxnSpLocks/>
          </p:cNvCxnSpPr>
          <p:nvPr/>
        </p:nvCxnSpPr>
        <p:spPr>
          <a:xfrm>
            <a:off x="7284942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7F864B-A386-9C99-1EF8-769D42FB9EAD}"/>
              </a:ext>
            </a:extLst>
          </p:cNvPr>
          <p:cNvCxnSpPr>
            <a:cxnSpLocks/>
          </p:cNvCxnSpPr>
          <p:nvPr/>
        </p:nvCxnSpPr>
        <p:spPr>
          <a:xfrm>
            <a:off x="7575565" y="65641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DB7232-57D3-747B-8910-A27C0D59F168}"/>
                  </a:ext>
                </a:extLst>
              </p:cNvPr>
              <p:cNvSpPr txBox="1"/>
              <p:nvPr/>
            </p:nvSpPr>
            <p:spPr>
              <a:xfrm>
                <a:off x="4858103" y="1291915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DB7232-57D3-747B-8910-A27C0D59F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103" y="1291915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29DEA1-B720-B4D6-DE01-161E0700C4A4}"/>
                  </a:ext>
                </a:extLst>
              </p:cNvPr>
              <p:cNvSpPr txBox="1"/>
              <p:nvPr/>
            </p:nvSpPr>
            <p:spPr>
              <a:xfrm>
                <a:off x="5091212" y="13050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29DEA1-B720-B4D6-DE01-161E0700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212" y="1305001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22CDD4-BFDE-E644-362E-2E71389A04E1}"/>
                  </a:ext>
                </a:extLst>
              </p:cNvPr>
              <p:cNvSpPr txBox="1"/>
              <p:nvPr/>
            </p:nvSpPr>
            <p:spPr>
              <a:xfrm>
                <a:off x="5358109" y="13050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22CDD4-BFDE-E644-362E-2E71389A0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109" y="1305001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338F8-3983-6FF1-4A6E-AAF6B540E03C}"/>
                  </a:ext>
                </a:extLst>
              </p:cNvPr>
              <p:cNvSpPr txBox="1"/>
              <p:nvPr/>
            </p:nvSpPr>
            <p:spPr>
              <a:xfrm>
                <a:off x="7263829" y="137112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338F8-3983-6FF1-4A6E-AAF6B540E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829" y="1371125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6CC2284D-3128-3757-00BC-4B94C888B962}"/>
              </a:ext>
            </a:extLst>
          </p:cNvPr>
          <p:cNvSpPr/>
          <p:nvPr/>
        </p:nvSpPr>
        <p:spPr>
          <a:xfrm>
            <a:off x="4968244" y="3696770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2FC5497-6D3C-4FD3-B0DA-178104D98B91}"/>
                  </a:ext>
                </a:extLst>
              </p:cNvPr>
              <p:cNvSpPr txBox="1"/>
              <p:nvPr/>
            </p:nvSpPr>
            <p:spPr>
              <a:xfrm>
                <a:off x="5448077" y="2952639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2FC5497-6D3C-4FD3-B0DA-178104D98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077" y="2952639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5485A7-5C3A-1FEE-CB43-F19EDA664DB1}"/>
              </a:ext>
            </a:extLst>
          </p:cNvPr>
          <p:cNvCxnSpPr>
            <a:cxnSpLocks/>
          </p:cNvCxnSpPr>
          <p:nvPr/>
        </p:nvCxnSpPr>
        <p:spPr>
          <a:xfrm flipV="1">
            <a:off x="4853188" y="3653829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5D2C07-FC50-94AB-018D-9F290D65345C}"/>
              </a:ext>
            </a:extLst>
          </p:cNvPr>
          <p:cNvCxnSpPr>
            <a:cxnSpLocks/>
          </p:cNvCxnSpPr>
          <p:nvPr/>
        </p:nvCxnSpPr>
        <p:spPr>
          <a:xfrm flipH="1">
            <a:off x="4926811" y="3625111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16F7D1-233F-8AEB-624D-4EBD0CE21263}"/>
                  </a:ext>
                </a:extLst>
              </p:cNvPr>
              <p:cNvSpPr txBox="1"/>
              <p:nvPr/>
            </p:nvSpPr>
            <p:spPr>
              <a:xfrm>
                <a:off x="4396999" y="404996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16F7D1-233F-8AEB-624D-4EBD0CE21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999" y="4049964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C894DF8A-7EDA-337D-8C01-7BFABA0B1B17}"/>
              </a:ext>
            </a:extLst>
          </p:cNvPr>
          <p:cNvSpPr/>
          <p:nvPr/>
        </p:nvSpPr>
        <p:spPr>
          <a:xfrm>
            <a:off x="1044117" y="3684048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643818-0DBD-2FD6-1335-D3E081602002}"/>
              </a:ext>
            </a:extLst>
          </p:cNvPr>
          <p:cNvCxnSpPr>
            <a:cxnSpLocks/>
          </p:cNvCxnSpPr>
          <p:nvPr/>
        </p:nvCxnSpPr>
        <p:spPr>
          <a:xfrm flipV="1">
            <a:off x="4415753" y="3682246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A0A9482-7537-7DB5-C4AB-76F220FC284A}"/>
              </a:ext>
            </a:extLst>
          </p:cNvPr>
          <p:cNvSpPr/>
          <p:nvPr/>
        </p:nvSpPr>
        <p:spPr>
          <a:xfrm>
            <a:off x="4869127" y="329566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285564-1DEF-1A5B-C539-4F82A70A5868}"/>
              </a:ext>
            </a:extLst>
          </p:cNvPr>
          <p:cNvCxnSpPr>
            <a:cxnSpLocks/>
          </p:cNvCxnSpPr>
          <p:nvPr/>
        </p:nvCxnSpPr>
        <p:spPr>
          <a:xfrm flipH="1">
            <a:off x="4840421" y="2952639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E40E544-25CC-F1D7-250D-50C099014F67}"/>
              </a:ext>
            </a:extLst>
          </p:cNvPr>
          <p:cNvSpPr/>
          <p:nvPr/>
        </p:nvSpPr>
        <p:spPr>
          <a:xfrm>
            <a:off x="8730579" y="3755549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2DAE5A-737A-740D-3218-351A735F5BFE}"/>
                  </a:ext>
                </a:extLst>
              </p:cNvPr>
              <p:cNvSpPr txBox="1"/>
              <p:nvPr/>
            </p:nvSpPr>
            <p:spPr>
              <a:xfrm>
                <a:off x="10059025" y="320610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2DAE5A-737A-740D-3218-351A735F5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025" y="3206106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204971-2A10-6863-2291-2342A967022E}"/>
              </a:ext>
            </a:extLst>
          </p:cNvPr>
          <p:cNvCxnSpPr/>
          <p:nvPr/>
        </p:nvCxnSpPr>
        <p:spPr>
          <a:xfrm>
            <a:off x="8990396" y="409291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8BFC8F5-98F1-47E5-4709-D8BDE7CEC040}"/>
              </a:ext>
            </a:extLst>
          </p:cNvPr>
          <p:cNvCxnSpPr/>
          <p:nvPr/>
        </p:nvCxnSpPr>
        <p:spPr>
          <a:xfrm>
            <a:off x="8990396" y="433568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C15830D-BB12-8CF9-3B03-C93D68968ED0}"/>
              </a:ext>
            </a:extLst>
          </p:cNvPr>
          <p:cNvCxnSpPr/>
          <p:nvPr/>
        </p:nvCxnSpPr>
        <p:spPr>
          <a:xfrm>
            <a:off x="8990396" y="46209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0400D9-2207-1DB3-9E21-3E73AF499973}"/>
              </a:ext>
            </a:extLst>
          </p:cNvPr>
          <p:cNvCxnSpPr/>
          <p:nvPr/>
        </p:nvCxnSpPr>
        <p:spPr>
          <a:xfrm>
            <a:off x="8990396" y="58809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20A30E-2B51-3DCB-474F-FB7AEA69BB54}"/>
                  </a:ext>
                </a:extLst>
              </p:cNvPr>
              <p:cNvSpPr txBox="1"/>
              <p:nvPr/>
            </p:nvSpPr>
            <p:spPr>
              <a:xfrm>
                <a:off x="9949959" y="3748862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20A30E-2B51-3DCB-474F-FB7AEA69B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59" y="3748862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A11476-DBDC-936E-124F-27DBE358096C}"/>
                  </a:ext>
                </a:extLst>
              </p:cNvPr>
              <p:cNvSpPr txBox="1"/>
              <p:nvPr/>
            </p:nvSpPr>
            <p:spPr>
              <a:xfrm>
                <a:off x="9949959" y="402872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A11476-DBDC-936E-124F-27DBE3580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59" y="4028727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FA77CE4-D70C-F090-8C25-872A7118B5D8}"/>
                  </a:ext>
                </a:extLst>
              </p:cNvPr>
              <p:cNvSpPr txBox="1"/>
              <p:nvPr/>
            </p:nvSpPr>
            <p:spPr>
              <a:xfrm>
                <a:off x="9947298" y="428924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FA77CE4-D70C-F090-8C25-872A7118B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298" y="4289243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AB1792-5800-C9AA-46BF-0608C356DD27}"/>
                  </a:ext>
                </a:extLst>
              </p:cNvPr>
              <p:cNvSpPr txBox="1"/>
              <p:nvPr/>
            </p:nvSpPr>
            <p:spPr>
              <a:xfrm>
                <a:off x="9971688" y="558851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AB1792-5800-C9AA-46BF-0608C356D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688" y="5588516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DB8404-A20D-86F8-3192-622807AFDF06}"/>
              </a:ext>
            </a:extLst>
          </p:cNvPr>
          <p:cNvCxnSpPr>
            <a:cxnSpLocks/>
          </p:cNvCxnSpPr>
          <p:nvPr/>
        </p:nvCxnSpPr>
        <p:spPr>
          <a:xfrm>
            <a:off x="8602144" y="3755549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67C165E-F4B0-501C-5D93-44964AF26E0D}"/>
              </a:ext>
            </a:extLst>
          </p:cNvPr>
          <p:cNvCxnSpPr>
            <a:cxnSpLocks/>
          </p:cNvCxnSpPr>
          <p:nvPr/>
        </p:nvCxnSpPr>
        <p:spPr>
          <a:xfrm>
            <a:off x="8746849" y="3622731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D7E3570-9113-36A2-9313-548AE6E31376}"/>
              </a:ext>
            </a:extLst>
          </p:cNvPr>
          <p:cNvSpPr/>
          <p:nvPr/>
        </p:nvSpPr>
        <p:spPr>
          <a:xfrm>
            <a:off x="8625994" y="353468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606B16-DD25-2703-550B-3E78848CEC06}"/>
              </a:ext>
            </a:extLst>
          </p:cNvPr>
          <p:cNvCxnSpPr/>
          <p:nvPr/>
        </p:nvCxnSpPr>
        <p:spPr>
          <a:xfrm>
            <a:off x="8885811" y="69082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1C3875-A39C-B212-22DA-F8399AA4EA9D}"/>
              </a:ext>
            </a:extLst>
          </p:cNvPr>
          <p:cNvCxnSpPr/>
          <p:nvPr/>
        </p:nvCxnSpPr>
        <p:spPr>
          <a:xfrm>
            <a:off x="8885811" y="93360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D9F31B7-9F98-D9DA-5A86-01D3D4A3FF58}"/>
              </a:ext>
            </a:extLst>
          </p:cNvPr>
          <p:cNvCxnSpPr/>
          <p:nvPr/>
        </p:nvCxnSpPr>
        <p:spPr>
          <a:xfrm>
            <a:off x="8885811" y="12189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D52475A-7B49-0B9D-9B4E-F1CADB4C6342}"/>
              </a:ext>
            </a:extLst>
          </p:cNvPr>
          <p:cNvCxnSpPr/>
          <p:nvPr/>
        </p:nvCxnSpPr>
        <p:spPr>
          <a:xfrm>
            <a:off x="8885811" y="247887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608A5EE-086A-1AF7-1F2F-6EF7EB09A685}"/>
              </a:ext>
            </a:extLst>
          </p:cNvPr>
          <p:cNvCxnSpPr>
            <a:cxnSpLocks/>
          </p:cNvCxnSpPr>
          <p:nvPr/>
        </p:nvCxnSpPr>
        <p:spPr>
          <a:xfrm>
            <a:off x="8497559" y="353468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A60294-E2EA-8F94-54E4-C14B68113D71}"/>
                  </a:ext>
                </a:extLst>
              </p:cNvPr>
              <p:cNvSpPr txBox="1"/>
              <p:nvPr/>
            </p:nvSpPr>
            <p:spPr>
              <a:xfrm>
                <a:off x="10029655" y="6338160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A60294-E2EA-8F94-54E4-C14B68113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655" y="6338160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BBAB5AF-31E1-430A-05AB-5DFB3D733A1F}"/>
              </a:ext>
            </a:extLst>
          </p:cNvPr>
          <p:cNvCxnSpPr>
            <a:cxnSpLocks/>
          </p:cNvCxnSpPr>
          <p:nvPr/>
        </p:nvCxnSpPr>
        <p:spPr>
          <a:xfrm>
            <a:off x="8730578" y="635096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0CCAEE-4662-5553-380E-87880F04F1B4}"/>
                  </a:ext>
                </a:extLst>
              </p:cNvPr>
              <p:cNvSpPr txBox="1"/>
              <p:nvPr/>
            </p:nvSpPr>
            <p:spPr>
              <a:xfrm>
                <a:off x="8131818" y="142060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0CCAEE-4662-5553-380E-87880F04F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18" y="1420607"/>
                <a:ext cx="3657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001B625D-821A-7879-8C1C-0AA6C5A28251}"/>
              </a:ext>
            </a:extLst>
          </p:cNvPr>
          <p:cNvSpPr txBox="1"/>
          <p:nvPr/>
        </p:nvSpPr>
        <p:spPr>
          <a:xfrm>
            <a:off x="7933568" y="510684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31ECDC-D530-61BB-5D36-D36C34337B82}"/>
              </a:ext>
            </a:extLst>
          </p:cNvPr>
          <p:cNvSpPr txBox="1"/>
          <p:nvPr/>
        </p:nvSpPr>
        <p:spPr>
          <a:xfrm rot="16200000">
            <a:off x="9744635" y="292352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27D593F-681C-75EB-F062-282E73E2282C}"/>
              </a:ext>
            </a:extLst>
          </p:cNvPr>
          <p:cNvSpPr/>
          <p:nvPr/>
        </p:nvSpPr>
        <p:spPr>
          <a:xfrm>
            <a:off x="8666252" y="369453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5D3A15-5BB4-D25D-0A0F-15CC49CBCB36}"/>
              </a:ext>
            </a:extLst>
          </p:cNvPr>
          <p:cNvSpPr/>
          <p:nvPr/>
        </p:nvSpPr>
        <p:spPr>
          <a:xfrm>
            <a:off x="8425300" y="346235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AD686D3-ACD1-D2C4-174D-0BE7815636D4}"/>
                  </a:ext>
                </a:extLst>
              </p:cNvPr>
              <p:cNvSpPr txBox="1"/>
              <p:nvPr/>
            </p:nvSpPr>
            <p:spPr>
              <a:xfrm>
                <a:off x="12088834" y="406901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AD686D3-ACD1-D2C4-174D-0BE781563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834" y="4069015"/>
                <a:ext cx="54980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279F111-DEA5-7C4A-389E-88077F9C70A9}"/>
              </a:ext>
            </a:extLst>
          </p:cNvPr>
          <p:cNvCxnSpPr>
            <a:cxnSpLocks/>
          </p:cNvCxnSpPr>
          <p:nvPr/>
        </p:nvCxnSpPr>
        <p:spPr>
          <a:xfrm>
            <a:off x="12111971" y="3705007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9C5AA4-9D9D-63CF-D5E2-4BDA3D9AAA7E}"/>
                  </a:ext>
                </a:extLst>
              </p:cNvPr>
              <p:cNvSpPr txBox="1"/>
              <p:nvPr/>
            </p:nvSpPr>
            <p:spPr>
              <a:xfrm>
                <a:off x="11886370" y="486040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9C5AA4-9D9D-63CF-D5E2-4BDA3D9AA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6370" y="486040"/>
                <a:ext cx="5498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B09BBCE-8D04-3839-E681-25F11A72EE90}"/>
              </a:ext>
            </a:extLst>
          </p:cNvPr>
          <p:cNvCxnSpPr>
            <a:cxnSpLocks/>
          </p:cNvCxnSpPr>
          <p:nvPr/>
        </p:nvCxnSpPr>
        <p:spPr>
          <a:xfrm>
            <a:off x="11870071" y="340401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DE6040-E835-88DD-A15D-7EDF971368BF}"/>
                  </a:ext>
                </a:extLst>
              </p:cNvPr>
              <p:cNvSpPr txBox="1"/>
              <p:nvPr/>
            </p:nvSpPr>
            <p:spPr>
              <a:xfrm>
                <a:off x="8722625" y="345473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DE6040-E835-88DD-A15D-7EDF97136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625" y="345473"/>
                <a:ext cx="273055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D64669-BB59-C4B7-470A-2330A6F623E1}"/>
                  </a:ext>
                </a:extLst>
              </p:cNvPr>
              <p:cNvSpPr txBox="1"/>
              <p:nvPr/>
            </p:nvSpPr>
            <p:spPr>
              <a:xfrm>
                <a:off x="8730578" y="609527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D64669-BB59-C4B7-470A-2330A6F62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8" y="609527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6BC4E0-A8F9-57B5-775D-0B41E24D9227}"/>
                  </a:ext>
                </a:extLst>
              </p:cNvPr>
              <p:cNvSpPr txBox="1"/>
              <p:nvPr/>
            </p:nvSpPr>
            <p:spPr>
              <a:xfrm>
                <a:off x="8730578" y="889161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6BC4E0-A8F9-57B5-775D-0B41E24D9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8" y="889161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2D7DE9-00AF-E898-72A3-C88AD3C7ABD3}"/>
                  </a:ext>
                </a:extLst>
              </p:cNvPr>
              <p:cNvSpPr txBox="1"/>
              <p:nvPr/>
            </p:nvSpPr>
            <p:spPr>
              <a:xfrm>
                <a:off x="8730577" y="2122077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2D7DE9-00AF-E898-72A3-C88AD3C7A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77" y="2122077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A3CFF83-22FC-677E-BF95-FF4568162E96}"/>
              </a:ext>
            </a:extLst>
          </p:cNvPr>
          <p:cNvCxnSpPr/>
          <p:nvPr/>
        </p:nvCxnSpPr>
        <p:spPr>
          <a:xfrm>
            <a:off x="1366283" y="404945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7E417F-B24C-2038-96AE-3C9CE6364798}"/>
              </a:ext>
            </a:extLst>
          </p:cNvPr>
          <p:cNvCxnSpPr/>
          <p:nvPr/>
        </p:nvCxnSpPr>
        <p:spPr>
          <a:xfrm>
            <a:off x="1398812" y="44296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4779766-1D6F-F95D-33A1-46ACD20714FC}"/>
                  </a:ext>
                </a:extLst>
              </p:cNvPr>
              <p:cNvSpPr txBox="1"/>
              <p:nvPr/>
            </p:nvSpPr>
            <p:spPr>
              <a:xfrm>
                <a:off x="2325846" y="3742493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4779766-1D6F-F95D-33A1-46ACD2071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846" y="3742493"/>
                <a:ext cx="428131" cy="338554"/>
              </a:xfrm>
              <a:prstGeom prst="rect">
                <a:avLst/>
              </a:prstGeom>
              <a:blipFill>
                <a:blip r:embed="rId2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80E8D1-D5A0-00F7-8DF7-B68EE74DE472}"/>
                  </a:ext>
                </a:extLst>
              </p:cNvPr>
              <p:cNvSpPr txBox="1"/>
              <p:nvPr/>
            </p:nvSpPr>
            <p:spPr>
              <a:xfrm>
                <a:off x="2355714" y="4097901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80E8D1-D5A0-00F7-8DF7-B68EE74DE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4" y="4097901"/>
                <a:ext cx="432874" cy="338554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98F7B2-0F52-B226-B4E2-EB38B6C23DD6}"/>
                  </a:ext>
                </a:extLst>
              </p:cNvPr>
              <p:cNvSpPr txBox="1"/>
              <p:nvPr/>
            </p:nvSpPr>
            <p:spPr>
              <a:xfrm>
                <a:off x="5008765" y="381389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98F7B2-0F52-B226-B4E2-EB38B6C23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65" y="3813898"/>
                <a:ext cx="63584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F528917-C7A4-BD9D-6E14-6538DA23B6BD}"/>
                  </a:ext>
                </a:extLst>
              </p:cNvPr>
              <p:cNvSpPr txBox="1"/>
              <p:nvPr/>
            </p:nvSpPr>
            <p:spPr>
              <a:xfrm>
                <a:off x="5476868" y="38273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F528917-C7A4-BD9D-6E14-6538DA23B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3827346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DDD58F6-F663-8317-71B9-A48FAFF42680}"/>
                  </a:ext>
                </a:extLst>
              </p:cNvPr>
              <p:cNvSpPr txBox="1"/>
              <p:nvPr/>
            </p:nvSpPr>
            <p:spPr>
              <a:xfrm>
                <a:off x="5008765" y="433342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DDD58F6-F663-8317-71B9-A48FAFF42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65" y="4333423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76A70A3-C366-2B18-5340-B655FC32F84B}"/>
                  </a:ext>
                </a:extLst>
              </p:cNvPr>
              <p:cNvSpPr txBox="1"/>
              <p:nvPr/>
            </p:nvSpPr>
            <p:spPr>
              <a:xfrm>
                <a:off x="5476868" y="435066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76A70A3-C366-2B18-5340-B655FC32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4350664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5552221-DA9E-5742-D61E-5F84B6D9635D}"/>
                  </a:ext>
                </a:extLst>
              </p:cNvPr>
              <p:cNvSpPr txBox="1"/>
              <p:nvPr/>
            </p:nvSpPr>
            <p:spPr>
              <a:xfrm>
                <a:off x="5017615" y="574269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5552221-DA9E-5742-D61E-5F84B6D96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615" y="5742699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3DD28BE-01BF-8918-03B3-4CC72F747520}"/>
                  </a:ext>
                </a:extLst>
              </p:cNvPr>
              <p:cNvSpPr txBox="1"/>
              <p:nvPr/>
            </p:nvSpPr>
            <p:spPr>
              <a:xfrm>
                <a:off x="5476868" y="57592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3DD28BE-01BF-8918-03B3-4CC72F747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68" y="5759283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5BB1D2E-E684-760A-3B56-9BDD40094E4E}"/>
                  </a:ext>
                </a:extLst>
              </p:cNvPr>
              <p:cNvSpPr txBox="1"/>
              <p:nvPr/>
            </p:nvSpPr>
            <p:spPr>
              <a:xfrm>
                <a:off x="5944970" y="381379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5BB1D2E-E684-760A-3B56-9BDD40094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970" y="3813794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DD545E4-EBA3-29E7-C2FC-18B27A5D57B1}"/>
                  </a:ext>
                </a:extLst>
              </p:cNvPr>
              <p:cNvSpPr txBox="1"/>
              <p:nvPr/>
            </p:nvSpPr>
            <p:spPr>
              <a:xfrm>
                <a:off x="5966942" y="43679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DD545E4-EBA3-29E7-C2FC-18B27A5D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942" y="4367905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8FDCC91-7316-B2FC-00D6-38E9C7329DB7}"/>
                  </a:ext>
                </a:extLst>
              </p:cNvPr>
              <p:cNvSpPr txBox="1"/>
              <p:nvPr/>
            </p:nvSpPr>
            <p:spPr>
              <a:xfrm>
                <a:off x="5983515" y="576705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8FDCC91-7316-B2FC-00D6-38E9C732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515" y="576705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AB6736B-30E0-88E7-5F46-38E853B83136}"/>
              </a:ext>
            </a:extLst>
          </p:cNvPr>
          <p:cNvGrpSpPr/>
          <p:nvPr/>
        </p:nvGrpSpPr>
        <p:grpSpPr>
          <a:xfrm>
            <a:off x="1466886" y="547482"/>
            <a:ext cx="2468809" cy="2866575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5E34E1D-D02E-C0D9-2F81-41F4E05C87E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D37E43E-9279-2DD6-C243-153365E8C8D3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C912460-F46D-AC03-EE14-3D5DBF1DE92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21D4365-03C9-A469-3C3D-5C9A1938F1FE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7E95725-9497-9400-399B-C1C3B9997B9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A4843FC-26F4-545A-A4B8-E15BA9B3D89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99391D3-CAC1-9D7B-5A10-CAB23AE185F7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65794E1-56EA-6608-ACAC-5E167ACA960C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BCCE6B2-4BFF-D9EC-1557-C9A15BEC5A26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3CE0CB4-74D2-52F3-99D3-ACE223078FC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236C0A4-9E19-BBC9-8952-779307B77871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5EBE96B-F2B5-2E7F-A277-5F77C9466D6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7A590BB-67E7-5FEF-5EC0-28748803288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0C3F8E7-5D66-4520-6F8D-C37681ECA29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44B22B2-96D3-C4BE-DC68-17180B7B5561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3507A6C-0939-EEC2-409C-8898B86E95A8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7BA5AA0-8F80-F15D-D170-412413476E15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7B3E8A-C5B2-392B-8A63-9E82A61C8B86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EA3F184-EDB8-62E5-A598-F3113F3FC92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B90C33A-A498-D34B-2FF8-CF91BC39903B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9AE08E8-BED2-8753-1F79-81DBD26710A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07DA390-FEEF-827A-93E5-6580485A6A36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959A76-2A01-A4F6-D519-6FA6B8C1C540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FBAF406-12A7-8E0F-9378-CC411437D79D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E2741A4-6693-AF4A-3AE6-44FB6C77611B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9C6DC18-23D9-65B0-6E61-BEF19DFC6FF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DEA1C63-E2C7-F620-B7B6-2232869A8D06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472F198-150D-9FFF-FC09-7E351A4EDCC0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830742-8764-DC3A-A4F3-D326196B1F73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3DAB9A4-850A-6E1C-D702-1A493D36075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8372FD1-AF52-DCC4-6CC2-103600269253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72F0DDC-E4D1-852D-77CB-2BFF798D0AD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0EB0F45-E4D2-DA23-5EB9-91379F9A36F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7234F5B-9410-0535-B451-B93439D5C728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031F7DA-907D-BCFF-8EDA-61F07A0DF033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5969724-7194-2D19-18C5-937F29CF7D7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9B6B709-8CAF-4C0A-500F-2779B92D7753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6DB4425-02D2-BC7A-15E7-AFC5054DE55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23B3BC5-7412-667A-5CB0-2F37DA71E308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6920A66-4036-D967-F75F-B2EE57003DA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8FA83D0-BC86-70FE-A740-5E483C617BEB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C4D2B80-71CF-CF12-7E42-78B5F053C88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26A81C3-3219-1607-5187-0D3182EF8817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E59A586-6AD6-158E-096F-AA5071C8F226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B0F1AB2-D524-FDC5-8D5B-A749549D11ED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D179C56-30E7-FAC1-406F-0DC0C1E4F47B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936296F-D766-EA71-BC28-231C68419ECF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D6EE8C7-21A5-3022-2881-F45957C3B7C1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FB1E773-994A-FD6F-E218-AD9AFBA1DDFA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30F9E16-A719-E13C-980B-8863FECB2009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7F9BFCC-38B6-36D5-9866-E68D01CF44C6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F53C34A-FBE6-C330-0FED-5B8C2A28CCA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2FD6661-E399-4832-6EE3-BEB101870437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5F9BD8C-5FC9-BFF2-1EE1-1107ACF1693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6A6D5D3-2858-C6A5-6758-1DCF796A8B9F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131CFF4-9F83-5108-A47F-F28FEB81A8F0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B64FA64-ACD0-E2AD-E8C3-4BD20983DDDF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EC451CC-7C70-5C57-CD56-E75ADBF02149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2781F3C-C183-9072-0B32-534DE90D50E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E3ABCB1-8A5A-28E5-8925-8839AD3B3A2B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262F462-D0F5-D10F-6FDE-19260DB853A2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EC737BC-5B7C-ACA2-CFC2-3285F57A424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6542294-AB59-C903-0FA3-65B3F8C76059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996F965-7258-B8C4-DDD6-46530C5378F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062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1637443" y="1998358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1C7CFDD-522D-D92C-2D67-4DA9A00429AD}"/>
                  </a:ext>
                </a:extLst>
              </p:cNvPr>
              <p:cNvSpPr txBox="1"/>
              <p:nvPr/>
            </p:nvSpPr>
            <p:spPr>
              <a:xfrm>
                <a:off x="1875337" y="149268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1C7CFDD-522D-D92C-2D67-4DA9A004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337" y="1492683"/>
                <a:ext cx="5498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EAE9270-77A0-005C-1046-B15EFCEC6C70}"/>
              </a:ext>
            </a:extLst>
          </p:cNvPr>
          <p:cNvCxnSpPr>
            <a:cxnSpLocks/>
          </p:cNvCxnSpPr>
          <p:nvPr/>
        </p:nvCxnSpPr>
        <p:spPr>
          <a:xfrm flipV="1">
            <a:off x="1510095" y="1936180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6776209-EC2B-62DB-E220-F578C584C715}"/>
              </a:ext>
            </a:extLst>
          </p:cNvPr>
          <p:cNvCxnSpPr>
            <a:cxnSpLocks/>
          </p:cNvCxnSpPr>
          <p:nvPr/>
        </p:nvCxnSpPr>
        <p:spPr>
          <a:xfrm flipH="1">
            <a:off x="1583718" y="1907462"/>
            <a:ext cx="102552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0D6DDFE-6ECE-8583-006F-ED66B2F435FE}"/>
                  </a:ext>
                </a:extLst>
              </p:cNvPr>
              <p:cNvSpPr txBox="1"/>
              <p:nvPr/>
            </p:nvSpPr>
            <p:spPr>
              <a:xfrm>
                <a:off x="1053906" y="233231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0D6DDFE-6ECE-8583-006F-ED66B2F43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06" y="2332315"/>
                <a:ext cx="5498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138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1BC1-0464-3FBF-3533-32B61791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D987-D5A7-8951-6477-FBE74DAA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954"/>
            <a:ext cx="10515600" cy="1325563"/>
          </a:xfrm>
        </p:spPr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38980A-50EB-2A84-CB7C-5CF1931E126A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3FCBF9-DCBB-92AA-4D91-CE8E5C535E55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858C9B-945E-1957-64AA-9BC46463243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DB32E7-4DAA-38F9-B305-E961BF13C570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9AE853-52FB-5260-9004-513D328F3E4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5EDB49-5BC1-EA1A-D447-3B016D304D4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591678-0AE3-DE5E-8859-2BF868ACA1FB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D0F397-39F6-E0DB-280A-FAD8EA39695C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0F7FBA-4D3E-3B56-B40E-F951E680C26E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61656D-B00F-6544-03D4-C171F16CCF8E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54F8F4-5784-4735-9C6C-78A4A230B92D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6ACC4F-6589-1403-8A1B-0D228884557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7F1AE2-C480-EFE5-9366-C1CEE712E14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9731B0-241E-58EA-B237-56C42F4C6A05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396793-DA90-D26F-4317-CF06B48B2429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6378EB4-F1EF-BF8A-9246-5126B5BF7B1B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5B35AC-777E-B554-1BD1-5E5C5AECB6F0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96971F-252A-01EC-1D68-7BF1B17A7A2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3ED892-ABC2-82D1-2594-D0649658CF30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192AEE-4B3B-DEAC-B25F-A9CDE703B254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A2A40E-4FDB-FA37-DCB2-AE423B811DEE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C1C4421-6D84-B5C8-5671-B6917273942A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100565-CBE7-9552-0C89-69B2EA91644E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03BE37-F549-14C7-C4FD-7DDFBEF91D26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22A328D-5DE5-F31A-A47F-D6B2134BBAA1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0A84F6-35C0-657D-E3F8-EF41E8FC16CE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0B0838-658F-384A-625A-17F78BD712EF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6E7AE1C-4747-F31E-94FC-98AD091239FE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9EBCEF-9753-249C-FBDE-C7B2D7E85290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F07F4F1-B6EB-F9DD-C1DC-228B5522478E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16FFCD-87D2-6A89-55F7-B6CAE7ECD409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D7BC3A4-4660-4CC7-5719-C241C441C31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106A34-0447-0EE4-0921-D9100654282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F36C655-4CBA-362A-B7D2-98B0932DB35D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5FB2644-53FB-26A5-61BC-9369FA346A69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31C458-BB69-2606-D2CC-8659C20CF833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C620818-60D8-159C-4392-F0E6FB3EAB74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15C9BEE-7378-CF77-2F01-97736B6F1E9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BA5311F-4FE3-A847-9156-E2C881D2B742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3D837F-F277-9F33-4FFF-5D7B9504B938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7530AB-E337-6E0E-7483-094C3F928603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642FE41-2445-9ED3-4A9C-5E6736689B33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E1847E-9439-75A0-B049-B9CF68AF6C4B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1C667B0-99FC-8D35-E4E2-BD32CEAA1B1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38C2970-52AC-3619-D140-717A66DB5FF2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AEC1699-5042-AEF0-D1F1-F8035C6322F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A758EEA-B6C4-F68E-52ED-7F1CF22029D5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98EBB72-1CD5-AAC1-0D42-708FB30C834E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3DE0AF7-9529-7191-85F5-26E54249F3BC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658ED88-6711-0EE2-7A9B-5DBD8299192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75FD031-0AB7-7596-04C7-AE3F18F87052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D2DEAE8-034F-5F1C-7E17-CB861324BA39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2E7DA9-BC58-B984-9F11-851EA15CB571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297D79C-BEDE-FB57-B5E7-982F25DA50A1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CD1429D-995A-8FD4-1CF6-1865A7AC0E2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15FC3D-CE05-0666-5FB2-1B577AC9F13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B295E4B-CFF2-1767-F0CF-153EDBC81C4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53CF246-9B1A-66E8-259D-A5A900D8D91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B475EEB-7CE6-A852-44B0-51022923B70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9219623-9DA1-2F04-B4E6-BB0E141D9F1D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0E8E384-3B63-623E-9CC7-6F273C856820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04C142E-93E3-3214-7109-56494577A82D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08C932F-FE1C-6A5B-5EF4-ECD6DCAC3D56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B4E308E-45FE-6EC7-D848-0149279A350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5768A31-7BD4-C957-7D1A-876453C383B3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6ECEFF-844E-1F12-B27F-C73819A9E79F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6664104" y="2210724"/>
            <a:chExt cx="3035594" cy="349427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E3CE606-836D-88C3-C015-C2E92B6564C5}"/>
                </a:ext>
              </a:extLst>
            </p:cNvPr>
            <p:cNvSpPr/>
            <p:nvPr/>
          </p:nvSpPr>
          <p:spPr>
            <a:xfrm>
              <a:off x="6664104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A8CEF5E-766E-364D-C1F2-7187A8E16722}"/>
                </a:ext>
              </a:extLst>
            </p:cNvPr>
            <p:cNvSpPr/>
            <p:nvPr/>
          </p:nvSpPr>
          <p:spPr>
            <a:xfrm>
              <a:off x="7044218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95E92E0-FBFE-02B6-29D4-1A207B28D9E2}"/>
                </a:ext>
              </a:extLst>
            </p:cNvPr>
            <p:cNvSpPr/>
            <p:nvPr/>
          </p:nvSpPr>
          <p:spPr>
            <a:xfrm>
              <a:off x="7426991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BFDC683-5C24-DD26-0428-54D3703C4B93}"/>
                </a:ext>
              </a:extLst>
            </p:cNvPr>
            <p:cNvSpPr/>
            <p:nvPr/>
          </p:nvSpPr>
          <p:spPr>
            <a:xfrm>
              <a:off x="7804446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FC05523-69AB-56C4-A8F0-5D03653E3334}"/>
                </a:ext>
              </a:extLst>
            </p:cNvPr>
            <p:cNvSpPr/>
            <p:nvPr/>
          </p:nvSpPr>
          <p:spPr>
            <a:xfrm>
              <a:off x="8184560" y="221072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4BA18CC-1948-B915-1240-594EF611D3EC}"/>
                </a:ext>
              </a:extLst>
            </p:cNvPr>
            <p:cNvSpPr/>
            <p:nvPr/>
          </p:nvSpPr>
          <p:spPr>
            <a:xfrm>
              <a:off x="8562015" y="221072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0F7F8AC-A1D0-72B7-C24F-60CBDF4128C1}"/>
                </a:ext>
              </a:extLst>
            </p:cNvPr>
            <p:cNvSpPr/>
            <p:nvPr/>
          </p:nvSpPr>
          <p:spPr>
            <a:xfrm>
              <a:off x="8942129" y="221072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D36CD1A-92CE-C73E-4885-960CB91BAD35}"/>
                </a:ext>
              </a:extLst>
            </p:cNvPr>
            <p:cNvSpPr/>
            <p:nvPr/>
          </p:nvSpPr>
          <p:spPr>
            <a:xfrm>
              <a:off x="9319584" y="221072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0D5D634-05A1-7C01-450B-49F58F3375CF}"/>
                </a:ext>
              </a:extLst>
            </p:cNvPr>
            <p:cNvSpPr/>
            <p:nvPr/>
          </p:nvSpPr>
          <p:spPr>
            <a:xfrm>
              <a:off x="6664104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0691E1A-890E-E71E-76A6-086A11FF0EE6}"/>
                </a:ext>
              </a:extLst>
            </p:cNvPr>
            <p:cNvSpPr/>
            <p:nvPr/>
          </p:nvSpPr>
          <p:spPr>
            <a:xfrm>
              <a:off x="7044218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BA64199-23E0-AC9B-AB21-12950775F6D4}"/>
                </a:ext>
              </a:extLst>
            </p:cNvPr>
            <p:cNvSpPr/>
            <p:nvPr/>
          </p:nvSpPr>
          <p:spPr>
            <a:xfrm>
              <a:off x="7426991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9E5248F-D7F4-B8EC-E4EA-B809A6EA6BC9}"/>
                </a:ext>
              </a:extLst>
            </p:cNvPr>
            <p:cNvSpPr/>
            <p:nvPr/>
          </p:nvSpPr>
          <p:spPr>
            <a:xfrm>
              <a:off x="7804446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6B26E40-6EF9-A058-19BC-F1D4621AD673}"/>
                </a:ext>
              </a:extLst>
            </p:cNvPr>
            <p:cNvSpPr/>
            <p:nvPr/>
          </p:nvSpPr>
          <p:spPr>
            <a:xfrm>
              <a:off x="8184560" y="264750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D822124-E6D5-93B5-79F2-DD34C10DA8E1}"/>
                </a:ext>
              </a:extLst>
            </p:cNvPr>
            <p:cNvSpPr/>
            <p:nvPr/>
          </p:nvSpPr>
          <p:spPr>
            <a:xfrm>
              <a:off x="8562015" y="264750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1D90BE8-3B05-4046-CB79-CC95BF96FF53}"/>
                </a:ext>
              </a:extLst>
            </p:cNvPr>
            <p:cNvSpPr/>
            <p:nvPr/>
          </p:nvSpPr>
          <p:spPr>
            <a:xfrm>
              <a:off x="8942129" y="264750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666C7E2-ED07-BB0F-F708-E74D7FEF9525}"/>
                </a:ext>
              </a:extLst>
            </p:cNvPr>
            <p:cNvSpPr/>
            <p:nvPr/>
          </p:nvSpPr>
          <p:spPr>
            <a:xfrm>
              <a:off x="9319584" y="264750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0C79642-92A4-D7D5-A664-82FA185E4671}"/>
                </a:ext>
              </a:extLst>
            </p:cNvPr>
            <p:cNvSpPr/>
            <p:nvPr/>
          </p:nvSpPr>
          <p:spPr>
            <a:xfrm>
              <a:off x="6664104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D3FA479-9E7C-816B-A679-8D67C365EC31}"/>
                </a:ext>
              </a:extLst>
            </p:cNvPr>
            <p:cNvSpPr/>
            <p:nvPr/>
          </p:nvSpPr>
          <p:spPr>
            <a:xfrm>
              <a:off x="7044218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EEC2B2C-B735-F040-F692-254EEE40D7DF}"/>
                </a:ext>
              </a:extLst>
            </p:cNvPr>
            <p:cNvSpPr/>
            <p:nvPr/>
          </p:nvSpPr>
          <p:spPr>
            <a:xfrm>
              <a:off x="7426991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3A0982C-0F41-7CE2-2DAA-108365C27044}"/>
                </a:ext>
              </a:extLst>
            </p:cNvPr>
            <p:cNvSpPr/>
            <p:nvPr/>
          </p:nvSpPr>
          <p:spPr>
            <a:xfrm>
              <a:off x="7804446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F2F73FD-8FF6-A0B0-9BAB-164B3FD309FC}"/>
                </a:ext>
              </a:extLst>
            </p:cNvPr>
            <p:cNvSpPr/>
            <p:nvPr/>
          </p:nvSpPr>
          <p:spPr>
            <a:xfrm>
              <a:off x="8184560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CEA1BFF-917A-A8BC-2CE6-5A39C9F86C33}"/>
                </a:ext>
              </a:extLst>
            </p:cNvPr>
            <p:cNvSpPr/>
            <p:nvPr/>
          </p:nvSpPr>
          <p:spPr>
            <a:xfrm>
              <a:off x="8562015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71C3712-B727-AFDA-C43A-D3CD5A74A0AD}"/>
                </a:ext>
              </a:extLst>
            </p:cNvPr>
            <p:cNvSpPr/>
            <p:nvPr/>
          </p:nvSpPr>
          <p:spPr>
            <a:xfrm>
              <a:off x="8942129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1F1A837-D820-F0B4-4D90-73A0E3C5DC9B}"/>
                </a:ext>
              </a:extLst>
            </p:cNvPr>
            <p:cNvSpPr/>
            <p:nvPr/>
          </p:nvSpPr>
          <p:spPr>
            <a:xfrm>
              <a:off x="9319584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53C062F-1F70-5FE7-8EB8-E4BA389CD979}"/>
                </a:ext>
              </a:extLst>
            </p:cNvPr>
            <p:cNvSpPr/>
            <p:nvPr/>
          </p:nvSpPr>
          <p:spPr>
            <a:xfrm>
              <a:off x="6664104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0A846C7-8F76-EC93-52DC-3D9BD266CFE0}"/>
                </a:ext>
              </a:extLst>
            </p:cNvPr>
            <p:cNvSpPr/>
            <p:nvPr/>
          </p:nvSpPr>
          <p:spPr>
            <a:xfrm>
              <a:off x="7044218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3501357-8439-AC3C-76E0-05282D84211F}"/>
                </a:ext>
              </a:extLst>
            </p:cNvPr>
            <p:cNvSpPr/>
            <p:nvPr/>
          </p:nvSpPr>
          <p:spPr>
            <a:xfrm>
              <a:off x="7426991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07EBECD-C47D-173B-D49A-D2B6E0B4DF1C}"/>
                </a:ext>
              </a:extLst>
            </p:cNvPr>
            <p:cNvSpPr/>
            <p:nvPr/>
          </p:nvSpPr>
          <p:spPr>
            <a:xfrm>
              <a:off x="7804446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9AA611-DAF1-FBEC-8D87-77BD5193EEFF}"/>
                </a:ext>
              </a:extLst>
            </p:cNvPr>
            <p:cNvSpPr/>
            <p:nvPr/>
          </p:nvSpPr>
          <p:spPr>
            <a:xfrm>
              <a:off x="8184560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C47168F-8E33-4C3F-BD48-D3811FA77612}"/>
                </a:ext>
              </a:extLst>
            </p:cNvPr>
            <p:cNvSpPr/>
            <p:nvPr/>
          </p:nvSpPr>
          <p:spPr>
            <a:xfrm>
              <a:off x="8562015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31A799E-F4F7-A673-7CDF-456D23636950}"/>
                </a:ext>
              </a:extLst>
            </p:cNvPr>
            <p:cNvSpPr/>
            <p:nvPr/>
          </p:nvSpPr>
          <p:spPr>
            <a:xfrm>
              <a:off x="8942129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A5F7F39-2A5A-3DA7-6D5F-73E00BD1E966}"/>
                </a:ext>
              </a:extLst>
            </p:cNvPr>
            <p:cNvSpPr/>
            <p:nvPr/>
          </p:nvSpPr>
          <p:spPr>
            <a:xfrm>
              <a:off x="9319584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790CF24-1F90-D579-C437-842CE219AE7B}"/>
                </a:ext>
              </a:extLst>
            </p:cNvPr>
            <p:cNvSpPr/>
            <p:nvPr/>
          </p:nvSpPr>
          <p:spPr>
            <a:xfrm>
              <a:off x="6664104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2771EBF-BD0E-3702-6572-5899E873830C}"/>
                </a:ext>
              </a:extLst>
            </p:cNvPr>
            <p:cNvSpPr/>
            <p:nvPr/>
          </p:nvSpPr>
          <p:spPr>
            <a:xfrm>
              <a:off x="7044218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B74D63-8457-BA2C-F248-82F35180FED2}"/>
                </a:ext>
              </a:extLst>
            </p:cNvPr>
            <p:cNvSpPr/>
            <p:nvPr/>
          </p:nvSpPr>
          <p:spPr>
            <a:xfrm>
              <a:off x="7426991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45ED5AA-1C91-1A8B-FB5C-C3B68CC9446E}"/>
                </a:ext>
              </a:extLst>
            </p:cNvPr>
            <p:cNvSpPr/>
            <p:nvPr/>
          </p:nvSpPr>
          <p:spPr>
            <a:xfrm>
              <a:off x="7804446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FC079EE-F473-C562-2C8D-4618E6AA44F8}"/>
                </a:ext>
              </a:extLst>
            </p:cNvPr>
            <p:cNvSpPr/>
            <p:nvPr/>
          </p:nvSpPr>
          <p:spPr>
            <a:xfrm>
              <a:off x="8184560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47DB145-F183-40CB-AD4E-D35CC0E4B9EF}"/>
                </a:ext>
              </a:extLst>
            </p:cNvPr>
            <p:cNvSpPr/>
            <p:nvPr/>
          </p:nvSpPr>
          <p:spPr>
            <a:xfrm>
              <a:off x="8562015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B5C20DB-8200-48DE-BE13-C7D4A0462AD1}"/>
                </a:ext>
              </a:extLst>
            </p:cNvPr>
            <p:cNvSpPr/>
            <p:nvPr/>
          </p:nvSpPr>
          <p:spPr>
            <a:xfrm>
              <a:off x="8942129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31887E0-D2A0-714B-AA18-75E77DE2139C}"/>
                </a:ext>
              </a:extLst>
            </p:cNvPr>
            <p:cNvSpPr/>
            <p:nvPr/>
          </p:nvSpPr>
          <p:spPr>
            <a:xfrm>
              <a:off x="9319584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70189A9-7578-E498-A1A5-11471DE227B5}"/>
                </a:ext>
              </a:extLst>
            </p:cNvPr>
            <p:cNvSpPr/>
            <p:nvPr/>
          </p:nvSpPr>
          <p:spPr>
            <a:xfrm>
              <a:off x="6664104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8939AE5-D134-4753-FB75-A9A55C094660}"/>
                </a:ext>
              </a:extLst>
            </p:cNvPr>
            <p:cNvSpPr/>
            <p:nvPr/>
          </p:nvSpPr>
          <p:spPr>
            <a:xfrm>
              <a:off x="7044218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3207B04-FAF0-5BF1-06D4-80280FDFA135}"/>
                </a:ext>
              </a:extLst>
            </p:cNvPr>
            <p:cNvSpPr/>
            <p:nvPr/>
          </p:nvSpPr>
          <p:spPr>
            <a:xfrm>
              <a:off x="7426991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A86E143-5C8D-E7D1-308F-901BCA38420A}"/>
                </a:ext>
              </a:extLst>
            </p:cNvPr>
            <p:cNvSpPr/>
            <p:nvPr/>
          </p:nvSpPr>
          <p:spPr>
            <a:xfrm>
              <a:off x="7804446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EA5E635-1019-1097-5F41-9F14222C89C8}"/>
                </a:ext>
              </a:extLst>
            </p:cNvPr>
            <p:cNvSpPr/>
            <p:nvPr/>
          </p:nvSpPr>
          <p:spPr>
            <a:xfrm>
              <a:off x="8184560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9B1D51F-2E41-6788-D08F-16D934CFA4C2}"/>
                </a:ext>
              </a:extLst>
            </p:cNvPr>
            <p:cNvSpPr/>
            <p:nvPr/>
          </p:nvSpPr>
          <p:spPr>
            <a:xfrm>
              <a:off x="8562015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8652F93-8E6D-4F0E-96D0-1FDF1EA85548}"/>
                </a:ext>
              </a:extLst>
            </p:cNvPr>
            <p:cNvSpPr/>
            <p:nvPr/>
          </p:nvSpPr>
          <p:spPr>
            <a:xfrm>
              <a:off x="8942129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21A1C40-CB2C-CF21-66BB-CE7F08709F6A}"/>
                </a:ext>
              </a:extLst>
            </p:cNvPr>
            <p:cNvSpPr/>
            <p:nvPr/>
          </p:nvSpPr>
          <p:spPr>
            <a:xfrm>
              <a:off x="9319584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A9E5FE6-1716-FAD6-02B2-FED82514EEEE}"/>
                </a:ext>
              </a:extLst>
            </p:cNvPr>
            <p:cNvSpPr/>
            <p:nvPr/>
          </p:nvSpPr>
          <p:spPr>
            <a:xfrm>
              <a:off x="6664104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EED3940-DD12-EBEF-08A8-1E1E0EC18A37}"/>
                </a:ext>
              </a:extLst>
            </p:cNvPr>
            <p:cNvSpPr/>
            <p:nvPr/>
          </p:nvSpPr>
          <p:spPr>
            <a:xfrm>
              <a:off x="7044218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B6F6838-5464-2FAC-AFE7-4A5357016A53}"/>
                </a:ext>
              </a:extLst>
            </p:cNvPr>
            <p:cNvSpPr/>
            <p:nvPr/>
          </p:nvSpPr>
          <p:spPr>
            <a:xfrm>
              <a:off x="7426991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CD6E93C-A366-1E0C-E108-768E44680C4C}"/>
                </a:ext>
              </a:extLst>
            </p:cNvPr>
            <p:cNvSpPr/>
            <p:nvPr/>
          </p:nvSpPr>
          <p:spPr>
            <a:xfrm>
              <a:off x="7804446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3E97460-2257-2A19-6E2D-7AF759BBB61E}"/>
                </a:ext>
              </a:extLst>
            </p:cNvPr>
            <p:cNvSpPr/>
            <p:nvPr/>
          </p:nvSpPr>
          <p:spPr>
            <a:xfrm>
              <a:off x="8184560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E9E9B54-F876-12CC-4514-063AC354FA47}"/>
                </a:ext>
              </a:extLst>
            </p:cNvPr>
            <p:cNvSpPr/>
            <p:nvPr/>
          </p:nvSpPr>
          <p:spPr>
            <a:xfrm>
              <a:off x="8562015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4B623D3-CD4F-EFCA-7327-3F74156A2AC7}"/>
                </a:ext>
              </a:extLst>
            </p:cNvPr>
            <p:cNvSpPr/>
            <p:nvPr/>
          </p:nvSpPr>
          <p:spPr>
            <a:xfrm>
              <a:off x="8942129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0AA1400-F2D3-5C13-459D-C1149A462A6E}"/>
                </a:ext>
              </a:extLst>
            </p:cNvPr>
            <p:cNvSpPr/>
            <p:nvPr/>
          </p:nvSpPr>
          <p:spPr>
            <a:xfrm>
              <a:off x="9319584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08261BD-AD2B-315F-39D0-BB0C2FF7366D}"/>
                </a:ext>
              </a:extLst>
            </p:cNvPr>
            <p:cNvSpPr/>
            <p:nvPr/>
          </p:nvSpPr>
          <p:spPr>
            <a:xfrm>
              <a:off x="6664104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2793239-AD3E-7173-9E46-89348EA28102}"/>
                </a:ext>
              </a:extLst>
            </p:cNvPr>
            <p:cNvSpPr/>
            <p:nvPr/>
          </p:nvSpPr>
          <p:spPr>
            <a:xfrm>
              <a:off x="7044218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F0866E3-3E1C-DE75-3617-822A5BDBD7B2}"/>
                </a:ext>
              </a:extLst>
            </p:cNvPr>
            <p:cNvSpPr/>
            <p:nvPr/>
          </p:nvSpPr>
          <p:spPr>
            <a:xfrm>
              <a:off x="7426991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74EB4B4-6E3C-789D-A525-38E040E79D76}"/>
                </a:ext>
              </a:extLst>
            </p:cNvPr>
            <p:cNvSpPr/>
            <p:nvPr/>
          </p:nvSpPr>
          <p:spPr>
            <a:xfrm>
              <a:off x="7804446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0DABBE9-A4AB-7756-C26C-7B490F16FC5B}"/>
                </a:ext>
              </a:extLst>
            </p:cNvPr>
            <p:cNvSpPr/>
            <p:nvPr/>
          </p:nvSpPr>
          <p:spPr>
            <a:xfrm>
              <a:off x="8184560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7837AB9-81D9-5A51-8CEF-9FF686AB0405}"/>
                </a:ext>
              </a:extLst>
            </p:cNvPr>
            <p:cNvSpPr/>
            <p:nvPr/>
          </p:nvSpPr>
          <p:spPr>
            <a:xfrm>
              <a:off x="8562015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4EE3174-9AD2-39A2-A867-FE22CF3CE75E}"/>
                </a:ext>
              </a:extLst>
            </p:cNvPr>
            <p:cNvSpPr/>
            <p:nvPr/>
          </p:nvSpPr>
          <p:spPr>
            <a:xfrm>
              <a:off x="8942129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9517694-EC9F-08F0-E973-D0845D2AAE7F}"/>
                </a:ext>
              </a:extLst>
            </p:cNvPr>
            <p:cNvSpPr/>
            <p:nvPr/>
          </p:nvSpPr>
          <p:spPr>
            <a:xfrm>
              <a:off x="9319584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5C3935F-665A-416A-9E79-507EC55091D1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C46E010-1871-A883-C637-2AB923952651}"/>
                  </a:ext>
                </a:extLst>
              </p:cNvPr>
              <p:cNvSpPr txBox="1"/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C46E010-1871-A883-C637-2AB923952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E0A7AE72-FA66-2782-4783-C07F8991E7EC}"/>
              </a:ext>
            </a:extLst>
          </p:cNvPr>
          <p:cNvSpPr/>
          <p:nvPr/>
        </p:nvSpPr>
        <p:spPr>
          <a:xfrm>
            <a:off x="2394389" y="2015640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9436937-2CDA-DC8B-C64B-6944CB6617BC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528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1F71-CD32-9647-8B90-3E185867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3D7C-9740-2238-4DB4-ADAB61BF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954"/>
            <a:ext cx="10515600" cy="1325563"/>
          </a:xfrm>
        </p:spPr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C0182F-1EA3-CBE5-C804-2119D902919A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5E93CE6-B50B-856E-74D2-58C54D705E2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46C6A4-D982-A50C-8526-A52ED9D6ADE7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ABFA30-0789-AF8F-15DB-C5D5A8E46009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15A5CD-816D-D774-FBF7-C2D6AC4A473E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337FD6-82B0-70E5-620A-05AE74A13234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159897-773A-4B3A-233D-9C20A8214BD3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53AE31-BEAF-6326-82BF-92ED7465AD6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4E52E3-EBEF-C9F7-39FF-3371B8A9B12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2057EE-B5F0-99D6-7C6D-459D1575D52B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C2E14E-96E2-F0EB-E4E3-75FF86A883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190C19-EA77-5AD6-55AF-14DA217918EA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0A4CB6-2FBA-3F98-EDEA-9D6CB0C5FDA1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E67BDF-37F2-47AE-3D8E-53336CC898EB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191601-0217-45BF-69C8-79F58D3B3E15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4B7034-7CF5-8BB2-6A6F-52515F62042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A9BE67-260F-1529-2FB9-1079528CB051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F212AAE-405E-4930-C5E7-FAE45B1B3CD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1A63EF-37FB-C91A-30F4-0683BA425CD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86DF1D7-7B94-ADCC-ED3C-8818ABC5FC95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36AFBB-1BE9-2328-FD69-E3208F60505E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ED2283-6E91-78A9-9699-AC8D7CEF1AC1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FC2815-1AD6-1A2B-338D-5D9182C26E67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34B824-C1B8-1EDA-2C2E-3AA8F4D050F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53F346-2FD6-0E43-058F-68C031BF443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6F8ABA5-AE70-D29A-442E-F5E3ED39F7CB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B92A22D-C087-A53E-2ED5-1BFE31564C15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7A17520-0B06-7220-BF68-0C9FB7865BB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87EA94C-8683-56FE-FB37-D96F434B7DE5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1363D3-5A0B-95E9-3934-77AC8B1BB999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EA9C91-38F6-B826-DF2E-EAAEBE00C954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49793D9-E5AE-8523-A56E-79D00A396DD1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73F7B2-6173-10DE-6598-B14CF217110F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96DA12E-BF42-53BC-C67F-EC2E5447D414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176FA76-61DF-9370-284E-4D480A762CD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60B598-F181-C2D1-D13A-96EF34B480DF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8C7133-3DA3-1E4D-16E7-9DC26BF4982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2A307A5-040A-1C42-82AC-3B34995F87F0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3F9C38F-7D6B-9568-45AB-89BD1800B113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8176E7-4C66-494F-7629-9DAF624119AB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3FCBC43-53B7-3BEA-255C-38E60AC0A99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4604F91-D3D0-5603-A494-CB373AEC6EFD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6FDE55A-4776-EF74-4EC0-135A1FFFB68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ED2231-E9EB-64DB-C57B-CCACBB6AC2B0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8832BD-E499-F4EA-262B-599110479221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DD22DE4-FF96-EA3E-85F1-9384499CE731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34DCE88-52E5-3960-3DED-38B7815AAFE3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88AB96-6756-4AA4-7E6F-7BD754077F8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16D7F46-20D1-79E0-1FA7-6D60ABFE436F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C1CDC4C-5739-FB68-AACD-18F26B5BB23A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C2CE147-1637-9B89-D3E4-02ECC8230EE6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B207CF5-2F91-FFDA-6312-9405BFCC43A0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399A469-6D25-E604-EC28-C30E45E0624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D76D5D-B203-F8F6-875E-A0E07A3B24C6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DBB1D6A-94B1-BF0F-A634-CB2E2910FA25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5C82F3-FEFF-4502-143A-17EE12A4192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02A2F0F-2ECF-FEF6-23DF-24AFD2EA665D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B4E8B5A-112A-142B-E7EF-05C20C674C8A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3BF3EBD-5909-C407-2F5F-A755EB4CBE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F65B9F8-E0A1-3E06-9498-D2076268FF7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B8C5DAB-68A8-AF94-AB29-5A72DB42CD94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B569334-B6CB-AB4B-6B35-7B90797CE186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0929866-C391-C454-E8E9-41B631653C88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D64EFAF-54DE-6FD9-6A4F-0697E38A714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BF3ABA7-EBA4-A5BA-840A-8B8278F7AA02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EBBBA0-AAAB-6B41-E861-576F5FC77639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6664104" y="2210724"/>
            <a:chExt cx="3035594" cy="349427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0D47B03-9C77-39FD-C7C4-1BB502CC0961}"/>
                </a:ext>
              </a:extLst>
            </p:cNvPr>
            <p:cNvSpPr/>
            <p:nvPr/>
          </p:nvSpPr>
          <p:spPr>
            <a:xfrm>
              <a:off x="6664104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A680B13-BE0E-D5CC-4248-5EF4F6CAAE60}"/>
                </a:ext>
              </a:extLst>
            </p:cNvPr>
            <p:cNvSpPr/>
            <p:nvPr/>
          </p:nvSpPr>
          <p:spPr>
            <a:xfrm>
              <a:off x="7044218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37C84B2-73BF-9617-4231-F3A1C33B374D}"/>
                </a:ext>
              </a:extLst>
            </p:cNvPr>
            <p:cNvSpPr/>
            <p:nvPr/>
          </p:nvSpPr>
          <p:spPr>
            <a:xfrm>
              <a:off x="7426991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E04D854-DE0B-11C4-DF40-87352CE65241}"/>
                </a:ext>
              </a:extLst>
            </p:cNvPr>
            <p:cNvSpPr/>
            <p:nvPr/>
          </p:nvSpPr>
          <p:spPr>
            <a:xfrm>
              <a:off x="7804446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9623AAB-5799-075B-3B33-CE882E491041}"/>
                </a:ext>
              </a:extLst>
            </p:cNvPr>
            <p:cNvSpPr/>
            <p:nvPr/>
          </p:nvSpPr>
          <p:spPr>
            <a:xfrm>
              <a:off x="8184560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03C68CD-2FC0-83D4-0F69-BE5A31D2D823}"/>
                </a:ext>
              </a:extLst>
            </p:cNvPr>
            <p:cNvSpPr/>
            <p:nvPr/>
          </p:nvSpPr>
          <p:spPr>
            <a:xfrm>
              <a:off x="8562015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DC28E15-E970-10DD-BE83-64A3AA3413D6}"/>
                </a:ext>
              </a:extLst>
            </p:cNvPr>
            <p:cNvSpPr/>
            <p:nvPr/>
          </p:nvSpPr>
          <p:spPr>
            <a:xfrm>
              <a:off x="8942129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E40AC86-E2DB-6238-B1AA-BFF7287EB52E}"/>
                </a:ext>
              </a:extLst>
            </p:cNvPr>
            <p:cNvSpPr/>
            <p:nvPr/>
          </p:nvSpPr>
          <p:spPr>
            <a:xfrm>
              <a:off x="9319584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55D1FE9-AF54-CB07-38DA-78C3FC2D9A8E}"/>
                </a:ext>
              </a:extLst>
            </p:cNvPr>
            <p:cNvSpPr/>
            <p:nvPr/>
          </p:nvSpPr>
          <p:spPr>
            <a:xfrm>
              <a:off x="6664104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01B767F-8B2B-C6B7-746A-8E9A4FDB2371}"/>
                </a:ext>
              </a:extLst>
            </p:cNvPr>
            <p:cNvSpPr/>
            <p:nvPr/>
          </p:nvSpPr>
          <p:spPr>
            <a:xfrm>
              <a:off x="7044218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575B4CB-08FD-CBC1-D4B9-EBAB92BAD424}"/>
                </a:ext>
              </a:extLst>
            </p:cNvPr>
            <p:cNvSpPr/>
            <p:nvPr/>
          </p:nvSpPr>
          <p:spPr>
            <a:xfrm>
              <a:off x="7426991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EE1EDAC-C625-3AF3-B79F-09DCB9C3670E}"/>
                </a:ext>
              </a:extLst>
            </p:cNvPr>
            <p:cNvSpPr/>
            <p:nvPr/>
          </p:nvSpPr>
          <p:spPr>
            <a:xfrm>
              <a:off x="7804446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98C7A38-8811-1773-7074-80186285657F}"/>
                </a:ext>
              </a:extLst>
            </p:cNvPr>
            <p:cNvSpPr/>
            <p:nvPr/>
          </p:nvSpPr>
          <p:spPr>
            <a:xfrm>
              <a:off x="8184560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F2AAC17-3949-352D-F4A8-2CB3F9A6602E}"/>
                </a:ext>
              </a:extLst>
            </p:cNvPr>
            <p:cNvSpPr/>
            <p:nvPr/>
          </p:nvSpPr>
          <p:spPr>
            <a:xfrm>
              <a:off x="8562015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8BEA544-53A6-DE02-BF47-B5492BC0F10E}"/>
                </a:ext>
              </a:extLst>
            </p:cNvPr>
            <p:cNvSpPr/>
            <p:nvPr/>
          </p:nvSpPr>
          <p:spPr>
            <a:xfrm>
              <a:off x="8942129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0895BB2-A784-A435-DF06-0E8489683107}"/>
                </a:ext>
              </a:extLst>
            </p:cNvPr>
            <p:cNvSpPr/>
            <p:nvPr/>
          </p:nvSpPr>
          <p:spPr>
            <a:xfrm>
              <a:off x="9319584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C3CB5E7-85B1-4940-1C82-70E2241ADDD6}"/>
                </a:ext>
              </a:extLst>
            </p:cNvPr>
            <p:cNvSpPr/>
            <p:nvPr/>
          </p:nvSpPr>
          <p:spPr>
            <a:xfrm>
              <a:off x="6664104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05860BC-DD2E-99F4-F927-F97A1C497DBA}"/>
                </a:ext>
              </a:extLst>
            </p:cNvPr>
            <p:cNvSpPr/>
            <p:nvPr/>
          </p:nvSpPr>
          <p:spPr>
            <a:xfrm>
              <a:off x="7044218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C80E456-2445-2197-B215-38EDC9DDE78E}"/>
                </a:ext>
              </a:extLst>
            </p:cNvPr>
            <p:cNvSpPr/>
            <p:nvPr/>
          </p:nvSpPr>
          <p:spPr>
            <a:xfrm>
              <a:off x="7426991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8D3DCD9-DB0A-E728-14AF-639635EC2AD7}"/>
                </a:ext>
              </a:extLst>
            </p:cNvPr>
            <p:cNvSpPr/>
            <p:nvPr/>
          </p:nvSpPr>
          <p:spPr>
            <a:xfrm>
              <a:off x="7804446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367C28A-EF71-C340-6090-00CFD4667B88}"/>
                </a:ext>
              </a:extLst>
            </p:cNvPr>
            <p:cNvSpPr/>
            <p:nvPr/>
          </p:nvSpPr>
          <p:spPr>
            <a:xfrm>
              <a:off x="8184560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3BDFD37-026C-F46D-8C25-6532AF9C7418}"/>
                </a:ext>
              </a:extLst>
            </p:cNvPr>
            <p:cNvSpPr/>
            <p:nvPr/>
          </p:nvSpPr>
          <p:spPr>
            <a:xfrm>
              <a:off x="8562015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AA77994-BBE0-638A-7B0B-D996542C692A}"/>
                </a:ext>
              </a:extLst>
            </p:cNvPr>
            <p:cNvSpPr/>
            <p:nvPr/>
          </p:nvSpPr>
          <p:spPr>
            <a:xfrm>
              <a:off x="8942129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0AC11C8-C395-FA41-CC3E-B65AA99667BC}"/>
                </a:ext>
              </a:extLst>
            </p:cNvPr>
            <p:cNvSpPr/>
            <p:nvPr/>
          </p:nvSpPr>
          <p:spPr>
            <a:xfrm>
              <a:off x="9319584" y="308429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4E10B40-3400-BEFA-F07E-D8358D126EBF}"/>
                </a:ext>
              </a:extLst>
            </p:cNvPr>
            <p:cNvSpPr/>
            <p:nvPr/>
          </p:nvSpPr>
          <p:spPr>
            <a:xfrm>
              <a:off x="6664104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604C705-8E58-B67F-3912-88CFC0A6F6C6}"/>
                </a:ext>
              </a:extLst>
            </p:cNvPr>
            <p:cNvSpPr/>
            <p:nvPr/>
          </p:nvSpPr>
          <p:spPr>
            <a:xfrm>
              <a:off x="7044218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3FCC260-9B93-4CD3-0B68-2F431EE116FD}"/>
                </a:ext>
              </a:extLst>
            </p:cNvPr>
            <p:cNvSpPr/>
            <p:nvPr/>
          </p:nvSpPr>
          <p:spPr>
            <a:xfrm>
              <a:off x="7426991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D733656-DCAA-A1A8-D0AD-DDA2A2A47CCD}"/>
                </a:ext>
              </a:extLst>
            </p:cNvPr>
            <p:cNvSpPr/>
            <p:nvPr/>
          </p:nvSpPr>
          <p:spPr>
            <a:xfrm>
              <a:off x="7804446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4F1B76D-DA68-61A6-C97F-DCDD6444EE65}"/>
                </a:ext>
              </a:extLst>
            </p:cNvPr>
            <p:cNvSpPr/>
            <p:nvPr/>
          </p:nvSpPr>
          <p:spPr>
            <a:xfrm>
              <a:off x="8184560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1DAC94C-710B-4AC6-3C10-9D1950AA6FD8}"/>
                </a:ext>
              </a:extLst>
            </p:cNvPr>
            <p:cNvSpPr/>
            <p:nvPr/>
          </p:nvSpPr>
          <p:spPr>
            <a:xfrm>
              <a:off x="8562015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D476774-C63D-8BE2-688E-57C640503F93}"/>
                </a:ext>
              </a:extLst>
            </p:cNvPr>
            <p:cNvSpPr/>
            <p:nvPr/>
          </p:nvSpPr>
          <p:spPr>
            <a:xfrm>
              <a:off x="8942129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969BD75-E939-0E21-4C55-1A9759C78F96}"/>
                </a:ext>
              </a:extLst>
            </p:cNvPr>
            <p:cNvSpPr/>
            <p:nvPr/>
          </p:nvSpPr>
          <p:spPr>
            <a:xfrm>
              <a:off x="9319584" y="3521076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9913551-F3BB-66B3-3D94-9CBC866D464F}"/>
                </a:ext>
              </a:extLst>
            </p:cNvPr>
            <p:cNvSpPr/>
            <p:nvPr/>
          </p:nvSpPr>
          <p:spPr>
            <a:xfrm>
              <a:off x="6664104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5EAC90-EC09-200A-58C3-A60F7AEDD7F8}"/>
                </a:ext>
              </a:extLst>
            </p:cNvPr>
            <p:cNvSpPr/>
            <p:nvPr/>
          </p:nvSpPr>
          <p:spPr>
            <a:xfrm>
              <a:off x="7044218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4C49BA7-9AC5-70B7-4AE0-3454D5AAC154}"/>
                </a:ext>
              </a:extLst>
            </p:cNvPr>
            <p:cNvSpPr/>
            <p:nvPr/>
          </p:nvSpPr>
          <p:spPr>
            <a:xfrm>
              <a:off x="7426991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E169432-B964-6773-67D3-2411C3117C46}"/>
                </a:ext>
              </a:extLst>
            </p:cNvPr>
            <p:cNvSpPr/>
            <p:nvPr/>
          </p:nvSpPr>
          <p:spPr>
            <a:xfrm>
              <a:off x="7804446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AB95171-2AE4-A927-42E9-9823F97F7B0C}"/>
                </a:ext>
              </a:extLst>
            </p:cNvPr>
            <p:cNvSpPr/>
            <p:nvPr/>
          </p:nvSpPr>
          <p:spPr>
            <a:xfrm>
              <a:off x="8184560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221F699-4ECE-1E0B-42C0-27D40A20741A}"/>
                </a:ext>
              </a:extLst>
            </p:cNvPr>
            <p:cNvSpPr/>
            <p:nvPr/>
          </p:nvSpPr>
          <p:spPr>
            <a:xfrm>
              <a:off x="8562015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D8274FE-F5C3-AD8C-59FB-CBC187EDD020}"/>
                </a:ext>
              </a:extLst>
            </p:cNvPr>
            <p:cNvSpPr/>
            <p:nvPr/>
          </p:nvSpPr>
          <p:spPr>
            <a:xfrm>
              <a:off x="8942129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290D1E0-47A3-ABCD-AC8E-FBC38575C922}"/>
                </a:ext>
              </a:extLst>
            </p:cNvPr>
            <p:cNvSpPr/>
            <p:nvPr/>
          </p:nvSpPr>
          <p:spPr>
            <a:xfrm>
              <a:off x="9319584" y="3957860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7004C2F-4EC7-14A9-DD75-789DC4B68570}"/>
                </a:ext>
              </a:extLst>
            </p:cNvPr>
            <p:cNvSpPr/>
            <p:nvPr/>
          </p:nvSpPr>
          <p:spPr>
            <a:xfrm>
              <a:off x="6664104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FCC0363-38CC-7B66-DD72-9CF5C022461F}"/>
                </a:ext>
              </a:extLst>
            </p:cNvPr>
            <p:cNvSpPr/>
            <p:nvPr/>
          </p:nvSpPr>
          <p:spPr>
            <a:xfrm>
              <a:off x="7044218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EDD665E-3BDD-77FB-04A1-1714EF4FD18D}"/>
                </a:ext>
              </a:extLst>
            </p:cNvPr>
            <p:cNvSpPr/>
            <p:nvPr/>
          </p:nvSpPr>
          <p:spPr>
            <a:xfrm>
              <a:off x="7426991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1A5C15C-3595-DC9F-F592-DE4B16662E34}"/>
                </a:ext>
              </a:extLst>
            </p:cNvPr>
            <p:cNvSpPr/>
            <p:nvPr/>
          </p:nvSpPr>
          <p:spPr>
            <a:xfrm>
              <a:off x="7804446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7950E9A-D007-8D84-E284-6ABC9A5B6A81}"/>
                </a:ext>
              </a:extLst>
            </p:cNvPr>
            <p:cNvSpPr/>
            <p:nvPr/>
          </p:nvSpPr>
          <p:spPr>
            <a:xfrm>
              <a:off x="8184560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1ABAC66-E4B4-971E-C32C-864D70C8C477}"/>
                </a:ext>
              </a:extLst>
            </p:cNvPr>
            <p:cNvSpPr/>
            <p:nvPr/>
          </p:nvSpPr>
          <p:spPr>
            <a:xfrm>
              <a:off x="8562015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5D77B2A-656E-2E6B-1222-BD930C17D8FE}"/>
                </a:ext>
              </a:extLst>
            </p:cNvPr>
            <p:cNvSpPr/>
            <p:nvPr/>
          </p:nvSpPr>
          <p:spPr>
            <a:xfrm>
              <a:off x="8942129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B325C2C-53DB-A0D4-F797-6F82C6993082}"/>
                </a:ext>
              </a:extLst>
            </p:cNvPr>
            <p:cNvSpPr/>
            <p:nvPr/>
          </p:nvSpPr>
          <p:spPr>
            <a:xfrm>
              <a:off x="9319584" y="4394644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F07814F-E97F-8501-3F9E-3E07128A08B1}"/>
                </a:ext>
              </a:extLst>
            </p:cNvPr>
            <p:cNvSpPr/>
            <p:nvPr/>
          </p:nvSpPr>
          <p:spPr>
            <a:xfrm>
              <a:off x="6664104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E923F82-1BE6-445B-14EC-D10DDA84C619}"/>
                </a:ext>
              </a:extLst>
            </p:cNvPr>
            <p:cNvSpPr/>
            <p:nvPr/>
          </p:nvSpPr>
          <p:spPr>
            <a:xfrm>
              <a:off x="7044218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E1AA818-843B-2335-B057-03F361217385}"/>
                </a:ext>
              </a:extLst>
            </p:cNvPr>
            <p:cNvSpPr/>
            <p:nvPr/>
          </p:nvSpPr>
          <p:spPr>
            <a:xfrm>
              <a:off x="7426991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467F2D0-80BC-57BF-00F7-6971514AEC2A}"/>
                </a:ext>
              </a:extLst>
            </p:cNvPr>
            <p:cNvSpPr/>
            <p:nvPr/>
          </p:nvSpPr>
          <p:spPr>
            <a:xfrm>
              <a:off x="7804446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52A2A6E-EB7B-096D-22C8-B350654380B8}"/>
                </a:ext>
              </a:extLst>
            </p:cNvPr>
            <p:cNvSpPr/>
            <p:nvPr/>
          </p:nvSpPr>
          <p:spPr>
            <a:xfrm>
              <a:off x="8184560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D365320-F8CD-989A-274F-5BC4C93CB4B9}"/>
                </a:ext>
              </a:extLst>
            </p:cNvPr>
            <p:cNvSpPr/>
            <p:nvPr/>
          </p:nvSpPr>
          <p:spPr>
            <a:xfrm>
              <a:off x="8562015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D1CF9AD-AD3F-B1BD-A9F7-8EB55DFC0007}"/>
                </a:ext>
              </a:extLst>
            </p:cNvPr>
            <p:cNvSpPr/>
            <p:nvPr/>
          </p:nvSpPr>
          <p:spPr>
            <a:xfrm>
              <a:off x="8942129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F72E6B8-62BD-292A-E2C1-1C65C0B03499}"/>
                </a:ext>
              </a:extLst>
            </p:cNvPr>
            <p:cNvSpPr/>
            <p:nvPr/>
          </p:nvSpPr>
          <p:spPr>
            <a:xfrm>
              <a:off x="9319584" y="4831428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B7D5607-292B-E6CF-2D06-D7ACF359C1E8}"/>
                </a:ext>
              </a:extLst>
            </p:cNvPr>
            <p:cNvSpPr/>
            <p:nvPr/>
          </p:nvSpPr>
          <p:spPr>
            <a:xfrm>
              <a:off x="6664104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8F6E587-269F-7F1F-BE04-1F432A560BFF}"/>
                </a:ext>
              </a:extLst>
            </p:cNvPr>
            <p:cNvSpPr/>
            <p:nvPr/>
          </p:nvSpPr>
          <p:spPr>
            <a:xfrm>
              <a:off x="7044218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F222D3B-6AE4-F0A4-F915-6ECB4C0ACEBE}"/>
                </a:ext>
              </a:extLst>
            </p:cNvPr>
            <p:cNvSpPr/>
            <p:nvPr/>
          </p:nvSpPr>
          <p:spPr>
            <a:xfrm>
              <a:off x="7426991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840B0E-DF9A-69C4-4C7D-226D2EE47F6B}"/>
                </a:ext>
              </a:extLst>
            </p:cNvPr>
            <p:cNvSpPr/>
            <p:nvPr/>
          </p:nvSpPr>
          <p:spPr>
            <a:xfrm>
              <a:off x="7804446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00E76FD-081D-C87E-E93C-2B4AD0092093}"/>
                </a:ext>
              </a:extLst>
            </p:cNvPr>
            <p:cNvSpPr/>
            <p:nvPr/>
          </p:nvSpPr>
          <p:spPr>
            <a:xfrm>
              <a:off x="8184560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F3AB308-9C23-F9DE-8B2F-482A992D8EAC}"/>
                </a:ext>
              </a:extLst>
            </p:cNvPr>
            <p:cNvSpPr/>
            <p:nvPr/>
          </p:nvSpPr>
          <p:spPr>
            <a:xfrm>
              <a:off x="8562015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65473B5-DFA4-C58B-CD70-5AA95A18F4C7}"/>
                </a:ext>
              </a:extLst>
            </p:cNvPr>
            <p:cNvSpPr/>
            <p:nvPr/>
          </p:nvSpPr>
          <p:spPr>
            <a:xfrm>
              <a:off x="8942129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1DD240D-F235-7BB0-CCEF-26534EB1D5B9}"/>
                </a:ext>
              </a:extLst>
            </p:cNvPr>
            <p:cNvSpPr/>
            <p:nvPr/>
          </p:nvSpPr>
          <p:spPr>
            <a:xfrm>
              <a:off x="9319584" y="5268212"/>
              <a:ext cx="380114" cy="43678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B84DDE0-9BBC-2891-BC51-6B110F623CE7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AFEACB6-D31A-0164-4910-8313F23345B1}"/>
                  </a:ext>
                </a:extLst>
              </p:cNvPr>
              <p:cNvSpPr txBox="1"/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AFEACB6-D31A-0164-4910-8313F2334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5FBE8C13-DAF1-AC8A-629D-1A40C00968B6}"/>
              </a:ext>
            </a:extLst>
          </p:cNvPr>
          <p:cNvSpPr/>
          <p:nvPr/>
        </p:nvSpPr>
        <p:spPr>
          <a:xfrm>
            <a:off x="3882104" y="2022897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FBA7B10-038F-0AB1-E5C8-BAC9776BD53E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491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B377-D26F-F645-5509-72034C9F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FFF8-90B7-D170-1B79-DBA233EA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954"/>
            <a:ext cx="10515600" cy="1325563"/>
          </a:xfrm>
        </p:spPr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BC52E3-D868-8BE1-F23F-10D0286550A5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BF7F27-DDCD-A9BE-C48E-4A40F85AB16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25C774-4CA1-9AD7-A1D2-8C4FFC3CCD61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8C6368-5252-C9CC-D63C-A037AA9EE848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A89E10-3163-6103-4AE9-3108072E0C3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7CACAC-728C-357B-4458-04ADA96FFBB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D2D334-7F4F-4FF2-21B9-28D55A8FB451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C7BD4D-CFB5-1E39-7545-54F402E153A3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8B140B-3E22-9064-CE14-65D7682802A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C41EDF-1108-55FF-0FEE-E04593317CE6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9336BF-C8C9-ABF0-5209-15446481D7C0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705428-0172-997D-B5D2-5C76F9482E8B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081B18-C79C-0D5D-A6E0-13B4B2BC753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6379D2-54B5-58DD-8A10-B6677E5BA994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41ADE3D-AD58-EE68-05DE-6EAA619B6280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EF9B8A-0317-E786-CA18-0B6A3DAD4852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3A9B87-9F1A-8136-090B-460A36005212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05BA286-6627-B5C8-B563-87291310657C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ED13E70-37B3-5663-7061-A10DEB9D254E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BF9822A-3D23-2961-0836-0AB0F45DC9D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F13C51-3404-7CDB-624D-ECDCF00D7256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3C3E063-A305-6791-EF82-676C12FDDDFF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583A68-F90B-992D-31DD-F8975AA57A3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417F215-56E4-A10A-EE3A-7608AAC9F7E3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86360AB-94A0-7DF4-C2EC-8636C057F6F5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2BA8561-DBAA-AF87-FE8A-C79707448822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3112E01-4761-1B90-9D5F-E26B7D878CEF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CEC5A7-4311-E2DF-87EE-8372D3E0D48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680688-4732-3EAD-3831-FDD1F6BF12E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29CEB8-09C9-6AA0-557C-F29753E3DACD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76EF0F1-85AA-550E-B2F6-124554DFAF5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D9980E-1AAF-4A02-B615-B61E042EBAFD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6F6DBA0-5655-DB63-E25B-A9F986790CCF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39320D4-0BE7-ECDE-3D92-414C9395CAD2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1D3A3B-3CA1-0DAB-B8DC-D45A77318FA1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6DBF50B-34D0-227B-566B-4A992B686493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E5CAE5F-834D-6E81-F029-A0D465DD7D9A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CAFD71F-7D52-9771-4A19-57F7AF54EB8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6B6D3E5-21C5-ABB8-2102-1B808C1F0F9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E429D02-ED09-4812-0533-DBA6E5FE01AB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00B5E0E-F559-9CD2-4366-0BE09D30193D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4BC92A2-9813-63C5-AF83-F51BE62F73F8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2DB9188-7A85-D272-9FF2-7AC8E6935788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D9B0FD4-8DBE-236B-B225-F305B90946D6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B3DB4F-A88D-5500-D700-ABE17B252983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3441B13-E1FC-44B3-012D-9C31B6DA15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96EB3E-840F-00AB-37BA-A3B86214611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8282651-2AAA-17BF-F8C5-14F4953A1C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C16C993-D1AE-5EA8-DFC1-870D2BE297FD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B48FD5-7825-7F6C-F08A-7BD6531E0E11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C2ABE6E-8EA0-09B2-6D3D-C8F82B0B3F4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6CE4AC-8A35-8C00-411F-C83F392C6E8B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FB27C6F-F652-020A-4134-28C0AAC691AD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128B223-794E-1783-8F90-91419FED387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A45F95A-0D09-DE41-974E-63FB348034D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F436D69-B9B5-F1CC-A0B9-B750294F185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CC37BE8-9E58-857B-7328-31BE388A89A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3145B9D-36B3-3112-8315-3C091BD111E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AAD4169-8AB5-51EF-C6D6-1FE3EFEE58B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58C8065-06E5-42C4-A260-C46E3842F2EC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AB34F07-3C01-751F-7975-ECA422ACBD30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F759537-B253-0FBD-5A9A-4E6BB934E5C7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2327457-5AAC-9F5D-4FE1-41D5589CC8D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2F502E7-9595-7AD1-9E15-B35188FFF5AB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FBD2E96-2876-08B6-75C8-509654FB7366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3A4603-FCDF-0E1E-763E-175F76EBB3B6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6664104" y="2210724"/>
            <a:chExt cx="3035594" cy="3494272"/>
          </a:xfrm>
          <a:solidFill>
            <a:schemeClr val="bg1">
              <a:lumMod val="75000"/>
            </a:schemeClr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3391465-C044-2207-F2E7-3F591B72DC1D}"/>
                </a:ext>
              </a:extLst>
            </p:cNvPr>
            <p:cNvSpPr/>
            <p:nvPr/>
          </p:nvSpPr>
          <p:spPr>
            <a:xfrm>
              <a:off x="666410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EF92EAD-B5FD-746B-B8BB-C3F3FF0763E6}"/>
                </a:ext>
              </a:extLst>
            </p:cNvPr>
            <p:cNvSpPr/>
            <p:nvPr/>
          </p:nvSpPr>
          <p:spPr>
            <a:xfrm>
              <a:off x="7044218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A71B331-08D9-8554-D847-E1B104FF4AE6}"/>
                </a:ext>
              </a:extLst>
            </p:cNvPr>
            <p:cNvSpPr/>
            <p:nvPr/>
          </p:nvSpPr>
          <p:spPr>
            <a:xfrm>
              <a:off x="742699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C8FC071-3470-DC96-991C-7FA96416B0D4}"/>
                </a:ext>
              </a:extLst>
            </p:cNvPr>
            <p:cNvSpPr/>
            <p:nvPr/>
          </p:nvSpPr>
          <p:spPr>
            <a:xfrm>
              <a:off x="780444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D3D4246-BA78-E81D-96CA-EBCA7FC1F6DD}"/>
                </a:ext>
              </a:extLst>
            </p:cNvPr>
            <p:cNvSpPr/>
            <p:nvPr/>
          </p:nvSpPr>
          <p:spPr>
            <a:xfrm>
              <a:off x="818456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7D7B200-708D-02D1-6E2D-4825FE7E35F0}"/>
                </a:ext>
              </a:extLst>
            </p:cNvPr>
            <p:cNvSpPr/>
            <p:nvPr/>
          </p:nvSpPr>
          <p:spPr>
            <a:xfrm>
              <a:off x="856201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5A19209-C188-38B7-F5D7-09731D19AFDD}"/>
                </a:ext>
              </a:extLst>
            </p:cNvPr>
            <p:cNvSpPr/>
            <p:nvPr/>
          </p:nvSpPr>
          <p:spPr>
            <a:xfrm>
              <a:off x="894212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510100B-7CAF-057C-6549-01C3D2A53CD5}"/>
                </a:ext>
              </a:extLst>
            </p:cNvPr>
            <p:cNvSpPr/>
            <p:nvPr/>
          </p:nvSpPr>
          <p:spPr>
            <a:xfrm>
              <a:off x="931958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2D64C35-AFA8-F03F-6D4B-1C04B55116BD}"/>
                </a:ext>
              </a:extLst>
            </p:cNvPr>
            <p:cNvSpPr/>
            <p:nvPr/>
          </p:nvSpPr>
          <p:spPr>
            <a:xfrm>
              <a:off x="666410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B244C8C-18A0-4B10-2435-0FF254596B46}"/>
                </a:ext>
              </a:extLst>
            </p:cNvPr>
            <p:cNvSpPr/>
            <p:nvPr/>
          </p:nvSpPr>
          <p:spPr>
            <a:xfrm>
              <a:off x="704421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DEAC9EF-E66A-CA34-B32E-963AC35FD590}"/>
                </a:ext>
              </a:extLst>
            </p:cNvPr>
            <p:cNvSpPr/>
            <p:nvPr/>
          </p:nvSpPr>
          <p:spPr>
            <a:xfrm>
              <a:off x="742699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6E90534-9ACC-68C9-CE65-05448D911D64}"/>
                </a:ext>
              </a:extLst>
            </p:cNvPr>
            <p:cNvSpPr/>
            <p:nvPr/>
          </p:nvSpPr>
          <p:spPr>
            <a:xfrm>
              <a:off x="780444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50B42BE-E8B1-4B2A-F51B-D0E75D86024C}"/>
                </a:ext>
              </a:extLst>
            </p:cNvPr>
            <p:cNvSpPr/>
            <p:nvPr/>
          </p:nvSpPr>
          <p:spPr>
            <a:xfrm>
              <a:off x="818456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1E64925-7ADB-D101-BF9C-2EA4E7886DE7}"/>
                </a:ext>
              </a:extLst>
            </p:cNvPr>
            <p:cNvSpPr/>
            <p:nvPr/>
          </p:nvSpPr>
          <p:spPr>
            <a:xfrm>
              <a:off x="856201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250FB21-209C-89E4-4CBC-766AF2149A88}"/>
                </a:ext>
              </a:extLst>
            </p:cNvPr>
            <p:cNvSpPr/>
            <p:nvPr/>
          </p:nvSpPr>
          <p:spPr>
            <a:xfrm>
              <a:off x="894212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1A6B99E-407D-E10C-51D4-2BCC74C32A3F}"/>
                </a:ext>
              </a:extLst>
            </p:cNvPr>
            <p:cNvSpPr/>
            <p:nvPr/>
          </p:nvSpPr>
          <p:spPr>
            <a:xfrm>
              <a:off x="931958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B9B7BC1-1F65-7EDF-C248-7B3DEB775E0E}"/>
                </a:ext>
              </a:extLst>
            </p:cNvPr>
            <p:cNvSpPr/>
            <p:nvPr/>
          </p:nvSpPr>
          <p:spPr>
            <a:xfrm>
              <a:off x="666410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887F34B-58AE-9837-FB14-15515040F18D}"/>
                </a:ext>
              </a:extLst>
            </p:cNvPr>
            <p:cNvSpPr/>
            <p:nvPr/>
          </p:nvSpPr>
          <p:spPr>
            <a:xfrm>
              <a:off x="704421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62A1EFA-787E-2C4C-ABFA-649CFAE438B9}"/>
                </a:ext>
              </a:extLst>
            </p:cNvPr>
            <p:cNvSpPr/>
            <p:nvPr/>
          </p:nvSpPr>
          <p:spPr>
            <a:xfrm>
              <a:off x="742699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A3654B3-9E6F-86F4-8F83-44A30AFEDCC1}"/>
                </a:ext>
              </a:extLst>
            </p:cNvPr>
            <p:cNvSpPr/>
            <p:nvPr/>
          </p:nvSpPr>
          <p:spPr>
            <a:xfrm>
              <a:off x="780444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5F03E6A-F27B-4347-38B3-57DC156EFA08}"/>
                </a:ext>
              </a:extLst>
            </p:cNvPr>
            <p:cNvSpPr/>
            <p:nvPr/>
          </p:nvSpPr>
          <p:spPr>
            <a:xfrm>
              <a:off x="818456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B8D58DB-1148-A87F-2947-CCDF5E6D2EFF}"/>
                </a:ext>
              </a:extLst>
            </p:cNvPr>
            <p:cNvSpPr/>
            <p:nvPr/>
          </p:nvSpPr>
          <p:spPr>
            <a:xfrm>
              <a:off x="856201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A3B9EF6-19E3-E779-E248-0C992A6510B1}"/>
                </a:ext>
              </a:extLst>
            </p:cNvPr>
            <p:cNvSpPr/>
            <p:nvPr/>
          </p:nvSpPr>
          <p:spPr>
            <a:xfrm>
              <a:off x="894212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EE701A6-641C-D47F-B4D8-B34ADAC03322}"/>
                </a:ext>
              </a:extLst>
            </p:cNvPr>
            <p:cNvSpPr/>
            <p:nvPr/>
          </p:nvSpPr>
          <p:spPr>
            <a:xfrm>
              <a:off x="931958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59948B4-2EE5-00AE-5394-091DA2878ED7}"/>
                </a:ext>
              </a:extLst>
            </p:cNvPr>
            <p:cNvSpPr/>
            <p:nvPr/>
          </p:nvSpPr>
          <p:spPr>
            <a:xfrm>
              <a:off x="666410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BF19AFD-0C32-2E2F-47A4-FD01EDC18870}"/>
                </a:ext>
              </a:extLst>
            </p:cNvPr>
            <p:cNvSpPr/>
            <p:nvPr/>
          </p:nvSpPr>
          <p:spPr>
            <a:xfrm>
              <a:off x="704421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A3FC101-228C-0878-816F-7067B1675AFF}"/>
                </a:ext>
              </a:extLst>
            </p:cNvPr>
            <p:cNvSpPr/>
            <p:nvPr/>
          </p:nvSpPr>
          <p:spPr>
            <a:xfrm>
              <a:off x="742699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C214AED-8B53-5062-20A2-6EB1954410B8}"/>
                </a:ext>
              </a:extLst>
            </p:cNvPr>
            <p:cNvSpPr/>
            <p:nvPr/>
          </p:nvSpPr>
          <p:spPr>
            <a:xfrm>
              <a:off x="780444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93346B3-F3B9-9C36-ADE5-D095CBFD9270}"/>
                </a:ext>
              </a:extLst>
            </p:cNvPr>
            <p:cNvSpPr/>
            <p:nvPr/>
          </p:nvSpPr>
          <p:spPr>
            <a:xfrm>
              <a:off x="818456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E45141-9BED-0CCE-1110-D1EEAF8FA1C8}"/>
                </a:ext>
              </a:extLst>
            </p:cNvPr>
            <p:cNvSpPr/>
            <p:nvPr/>
          </p:nvSpPr>
          <p:spPr>
            <a:xfrm>
              <a:off x="856201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A7ECF3A-87FB-D0FD-844B-E4C60A52050F}"/>
                </a:ext>
              </a:extLst>
            </p:cNvPr>
            <p:cNvSpPr/>
            <p:nvPr/>
          </p:nvSpPr>
          <p:spPr>
            <a:xfrm>
              <a:off x="894212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69953AC-1E05-9874-B68E-F0845A91F69E}"/>
                </a:ext>
              </a:extLst>
            </p:cNvPr>
            <p:cNvSpPr/>
            <p:nvPr/>
          </p:nvSpPr>
          <p:spPr>
            <a:xfrm>
              <a:off x="931958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7436505-349D-A099-BE2F-1592DF72CFCA}"/>
                </a:ext>
              </a:extLst>
            </p:cNvPr>
            <p:cNvSpPr/>
            <p:nvPr/>
          </p:nvSpPr>
          <p:spPr>
            <a:xfrm>
              <a:off x="666410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F9B8DFF-0BA9-9F29-9B0D-4F678FA21F87}"/>
                </a:ext>
              </a:extLst>
            </p:cNvPr>
            <p:cNvSpPr/>
            <p:nvPr/>
          </p:nvSpPr>
          <p:spPr>
            <a:xfrm>
              <a:off x="704421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530E6BB-5BB4-42C1-2EAF-4F6DC2C70CF8}"/>
                </a:ext>
              </a:extLst>
            </p:cNvPr>
            <p:cNvSpPr/>
            <p:nvPr/>
          </p:nvSpPr>
          <p:spPr>
            <a:xfrm>
              <a:off x="742699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F280617-C287-49F4-FB23-548868040559}"/>
                </a:ext>
              </a:extLst>
            </p:cNvPr>
            <p:cNvSpPr/>
            <p:nvPr/>
          </p:nvSpPr>
          <p:spPr>
            <a:xfrm>
              <a:off x="780444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7917AEF-9AE5-3E76-B7F8-D2B25B49DE32}"/>
                </a:ext>
              </a:extLst>
            </p:cNvPr>
            <p:cNvSpPr/>
            <p:nvPr/>
          </p:nvSpPr>
          <p:spPr>
            <a:xfrm>
              <a:off x="818456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EF3479D-A8A8-4AB3-C48B-E102B45F66DC}"/>
                </a:ext>
              </a:extLst>
            </p:cNvPr>
            <p:cNvSpPr/>
            <p:nvPr/>
          </p:nvSpPr>
          <p:spPr>
            <a:xfrm>
              <a:off x="856201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2A5A0DB-FAFF-F7B3-F01D-DF337787EA54}"/>
                </a:ext>
              </a:extLst>
            </p:cNvPr>
            <p:cNvSpPr/>
            <p:nvPr/>
          </p:nvSpPr>
          <p:spPr>
            <a:xfrm>
              <a:off x="894212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F56B114-D107-4ED9-A0E0-3CA02F65D833}"/>
                </a:ext>
              </a:extLst>
            </p:cNvPr>
            <p:cNvSpPr/>
            <p:nvPr/>
          </p:nvSpPr>
          <p:spPr>
            <a:xfrm>
              <a:off x="931958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94C3293-256D-9360-6597-45AF0470584E}"/>
                </a:ext>
              </a:extLst>
            </p:cNvPr>
            <p:cNvSpPr/>
            <p:nvPr/>
          </p:nvSpPr>
          <p:spPr>
            <a:xfrm>
              <a:off x="666410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9605264-249A-5B25-D8F0-D2BD8BD57384}"/>
                </a:ext>
              </a:extLst>
            </p:cNvPr>
            <p:cNvSpPr/>
            <p:nvPr/>
          </p:nvSpPr>
          <p:spPr>
            <a:xfrm>
              <a:off x="704421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E176133-48CA-FD61-86D0-6D578E7007BD}"/>
                </a:ext>
              </a:extLst>
            </p:cNvPr>
            <p:cNvSpPr/>
            <p:nvPr/>
          </p:nvSpPr>
          <p:spPr>
            <a:xfrm>
              <a:off x="742699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351411B-2373-E0AC-D12E-D4D24B4C4C4F}"/>
                </a:ext>
              </a:extLst>
            </p:cNvPr>
            <p:cNvSpPr/>
            <p:nvPr/>
          </p:nvSpPr>
          <p:spPr>
            <a:xfrm>
              <a:off x="780444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F6EFB36-3F5F-2FE1-8319-7F2FE8145E74}"/>
                </a:ext>
              </a:extLst>
            </p:cNvPr>
            <p:cNvSpPr/>
            <p:nvPr/>
          </p:nvSpPr>
          <p:spPr>
            <a:xfrm>
              <a:off x="818456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56646E0-90B1-CDCC-F983-2086BBA74632}"/>
                </a:ext>
              </a:extLst>
            </p:cNvPr>
            <p:cNvSpPr/>
            <p:nvPr/>
          </p:nvSpPr>
          <p:spPr>
            <a:xfrm>
              <a:off x="856201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9914EA3-55C7-4829-7B96-69E874B59E6A}"/>
                </a:ext>
              </a:extLst>
            </p:cNvPr>
            <p:cNvSpPr/>
            <p:nvPr/>
          </p:nvSpPr>
          <p:spPr>
            <a:xfrm>
              <a:off x="894212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15FAE39-5EF4-B441-274A-46CC462053E2}"/>
                </a:ext>
              </a:extLst>
            </p:cNvPr>
            <p:cNvSpPr/>
            <p:nvPr/>
          </p:nvSpPr>
          <p:spPr>
            <a:xfrm>
              <a:off x="931958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5F82E1F-4E6A-2EFC-5848-36CF452FE287}"/>
                </a:ext>
              </a:extLst>
            </p:cNvPr>
            <p:cNvSpPr/>
            <p:nvPr/>
          </p:nvSpPr>
          <p:spPr>
            <a:xfrm>
              <a:off x="666410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43393A6-9D78-911E-6246-FD2069C5B5E2}"/>
                </a:ext>
              </a:extLst>
            </p:cNvPr>
            <p:cNvSpPr/>
            <p:nvPr/>
          </p:nvSpPr>
          <p:spPr>
            <a:xfrm>
              <a:off x="704421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EE9C6D0-5A29-F494-C8FD-B5DB6FBB443B}"/>
                </a:ext>
              </a:extLst>
            </p:cNvPr>
            <p:cNvSpPr/>
            <p:nvPr/>
          </p:nvSpPr>
          <p:spPr>
            <a:xfrm>
              <a:off x="742699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7D984E9-C62B-223D-7B76-63C152733D56}"/>
                </a:ext>
              </a:extLst>
            </p:cNvPr>
            <p:cNvSpPr/>
            <p:nvPr/>
          </p:nvSpPr>
          <p:spPr>
            <a:xfrm>
              <a:off x="780444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BFC623C-3FDE-E7C2-93AE-FEEADC189A18}"/>
                </a:ext>
              </a:extLst>
            </p:cNvPr>
            <p:cNvSpPr/>
            <p:nvPr/>
          </p:nvSpPr>
          <p:spPr>
            <a:xfrm>
              <a:off x="818456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93397DB-AAC0-22E5-54E6-82C90B97032F}"/>
                </a:ext>
              </a:extLst>
            </p:cNvPr>
            <p:cNvSpPr/>
            <p:nvPr/>
          </p:nvSpPr>
          <p:spPr>
            <a:xfrm>
              <a:off x="856201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EC340AC-FA56-6129-628A-A08FE971E59C}"/>
                </a:ext>
              </a:extLst>
            </p:cNvPr>
            <p:cNvSpPr/>
            <p:nvPr/>
          </p:nvSpPr>
          <p:spPr>
            <a:xfrm>
              <a:off x="894212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7FA3C48-5B0D-D33C-9381-14C880BEB497}"/>
                </a:ext>
              </a:extLst>
            </p:cNvPr>
            <p:cNvSpPr/>
            <p:nvPr/>
          </p:nvSpPr>
          <p:spPr>
            <a:xfrm>
              <a:off x="931958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2764BB-4CB1-BD7A-28CF-6FEF8397CEC4}"/>
                </a:ext>
              </a:extLst>
            </p:cNvPr>
            <p:cNvSpPr/>
            <p:nvPr/>
          </p:nvSpPr>
          <p:spPr>
            <a:xfrm>
              <a:off x="666410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E5E4EF0-4A94-A1C0-21C7-D1909689CACB}"/>
                </a:ext>
              </a:extLst>
            </p:cNvPr>
            <p:cNvSpPr/>
            <p:nvPr/>
          </p:nvSpPr>
          <p:spPr>
            <a:xfrm>
              <a:off x="704421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51689B-B1CB-9701-6B7D-C23C32E13482}"/>
                </a:ext>
              </a:extLst>
            </p:cNvPr>
            <p:cNvSpPr/>
            <p:nvPr/>
          </p:nvSpPr>
          <p:spPr>
            <a:xfrm>
              <a:off x="742699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EE4FC14-2D82-47C4-2692-2162F9393EBD}"/>
                </a:ext>
              </a:extLst>
            </p:cNvPr>
            <p:cNvSpPr/>
            <p:nvPr/>
          </p:nvSpPr>
          <p:spPr>
            <a:xfrm>
              <a:off x="780444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F730074-F5F1-9B6D-C42A-2F4FE026D045}"/>
                </a:ext>
              </a:extLst>
            </p:cNvPr>
            <p:cNvSpPr/>
            <p:nvPr/>
          </p:nvSpPr>
          <p:spPr>
            <a:xfrm>
              <a:off x="818456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444B2C-F374-B4BF-55D6-DAA59FF75A32}"/>
                </a:ext>
              </a:extLst>
            </p:cNvPr>
            <p:cNvSpPr/>
            <p:nvPr/>
          </p:nvSpPr>
          <p:spPr>
            <a:xfrm>
              <a:off x="856201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CF2EED9-39D4-76A4-968B-903F49461105}"/>
                </a:ext>
              </a:extLst>
            </p:cNvPr>
            <p:cNvSpPr/>
            <p:nvPr/>
          </p:nvSpPr>
          <p:spPr>
            <a:xfrm>
              <a:off x="894212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701334B-4A2A-3783-B461-DB4C8BFCABCB}"/>
                </a:ext>
              </a:extLst>
            </p:cNvPr>
            <p:cNvSpPr/>
            <p:nvPr/>
          </p:nvSpPr>
          <p:spPr>
            <a:xfrm>
              <a:off x="931958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862DB81-1C7E-01EF-BE12-21F984C7EB3C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04566B9-BD12-AA9C-49F5-E05C03C8A732}"/>
                  </a:ext>
                </a:extLst>
              </p:cNvPr>
              <p:cNvSpPr txBox="1"/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04566B9-BD12-AA9C-49F5-E05C03C8A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589" y="1538670"/>
                <a:ext cx="102552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A3C18800-44EC-09B5-FEE5-167230EAD8E8}"/>
              </a:ext>
            </a:extLst>
          </p:cNvPr>
          <p:cNvSpPr/>
          <p:nvPr/>
        </p:nvSpPr>
        <p:spPr>
          <a:xfrm>
            <a:off x="3889361" y="4620955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8433D92-272E-A1B7-050C-BE6654DDFD9C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321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7B0E-2582-D23D-99F8-321A4977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Sparse Attention Mask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FD7-84A7-4B69-4E5B-10ACF7A7E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Pretty much the same thing happens</a:t>
            </a:r>
          </a:p>
          <a:p>
            <a:endParaRPr lang="en-US" dirty="0"/>
          </a:p>
          <a:p>
            <a:r>
              <a:rPr lang="en-US" dirty="0"/>
              <a:t>If a block has at least one non-zero element, </a:t>
            </a:r>
            <a:r>
              <a:rPr lang="en-US" dirty="0" err="1"/>
              <a:t>Flashattention</a:t>
            </a:r>
            <a:r>
              <a:rPr lang="en-US" dirty="0"/>
              <a:t> ignores the mask and computes the entire block</a:t>
            </a:r>
          </a:p>
        </p:txBody>
      </p:sp>
    </p:spTree>
    <p:extLst>
      <p:ext uri="{BB962C8B-B14F-4D97-AF65-F5344CB8AC3E}">
        <p14:creationId xmlns:p14="http://schemas.microsoft.com/office/powerpoint/2010/main" val="3778520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1637443" y="1998358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503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ED57730-B167-3AA5-8782-D1AECC470EDF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A70045C-2321-F3B5-BC07-91170929A2AA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5DF11DB-9157-0202-9E95-5E89E13C1779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62B9573-3E56-CC6A-8E49-E0B3BE1271AA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D6BEB90-3B7C-F002-EE7A-D76A89365F2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8FC0E7C-15DD-58E2-7B69-57AA8CE1BD3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12EA938-4CD3-C5B8-A277-5A4BE81F7319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286D3D5-4FE8-DBDE-2863-419B4AC2DC5A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E056C08-ADAD-14DA-B398-DAA680363B6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DB62B59-0169-B55C-DCEB-160E945B118F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489BF050-8782-A9AE-A74B-CB153489E5B7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95398D70-793D-D65A-9EA8-AB215DF80AD3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287122D-D0A7-33B8-6B66-D73B333DB10E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3A4D072-8734-8303-6BF9-EDD8792F9A86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5BFF20A7-90C4-E04F-89D1-DA1CB0FC1591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C0E42F1-1F01-D73A-39CA-F1834A11102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2CDA439-8699-7FAC-0EA7-0C1BC163B59C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5EE3FD5-BBB8-6F50-410A-B4F28C22B2A9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131306A-2215-5E70-AD00-6D0BD1B7AD3D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73B73E21-EE44-ABF0-C7F1-D546B9558E2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CC953FE-6660-FC77-9888-A564B8D39CE4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7F796497-9DAD-9B4A-8E41-C3394EEE8951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E42EE65-B1EB-C2E0-3EAF-8A4070A5EA9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3F5BA23-145D-67D7-DB0F-A5DBF160966B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7A14669-C949-F125-4E94-693521A72E0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11A81DC-6DF2-8E37-606B-D01334116A85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524FCF4-0686-640F-7250-C0863BA558A8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28B0B9E-2EE4-BA57-062C-1F48099743EB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A484C5F-6C2B-D019-FE57-6427CF863D45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0B05D9D-ADA4-0311-060C-876C474D2261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3FD9F51-9FA0-8B7A-23FA-D853D790C01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689DAED-EF13-640D-2FF9-E80911A37F6C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CFE7848-7628-E9AB-E9AA-8948D036446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4BD4DF3-957E-7702-C803-EC2718664DBF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A1C8328-405A-8A7F-3F7D-E05F52C96CD8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770211B8-5345-50C9-5D16-5167560D724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4ACA5A8-15DA-125C-F8E4-0F3E5EB83899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C8B6A347-0B4F-42AD-8E6E-3285D60F78F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96CCB92-E773-3505-957B-FF6C3596F753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A24B311-7D17-930F-ADD0-7FB1A4EDE36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C9D7487-C863-35A8-7EDC-A46A529FE347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C3A9E32D-459A-F65F-4B91-5CEAA4B69E74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BF8AE40-285E-1142-BD03-988123B345D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0D8EA0B-6272-1964-954D-5C6D60299FED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5828D7B-B9B3-647B-D54E-CD925A8F3128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9639ADD1-6688-2D0C-4154-71D5EA623B9A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FF3E7C6-E7B4-270B-592F-BE59E395B59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7A4DE92-E61F-B02C-2C08-52F450E4413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FBEE542-8656-5CB8-A4F6-9FBBD1808911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DFCD8BD-B929-E9A8-3262-6D2AA319A5BB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2A5056B-DDB7-31E2-48FC-355CD1081516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B5F0DD0-3B66-95CC-0191-1DBC32311910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38312FC8-81A5-8EE2-EA27-F76395B18040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B657C0AC-7AA5-12E7-8902-443A9A327EF1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4D21359-229D-C0E4-BDF7-F58FB5298755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5F7B0B8-0EE9-57AD-0233-DB47D2D2428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3B2A34E6-C5DF-0072-BC07-1921149004F0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3CADC54-31A9-EC50-03D1-B576859C9B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1F68B9E-4C4C-55A2-15A6-3912429301A1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3E25F04-5F41-1A13-F514-90B14683A5B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F322BCE2-CF86-8DDC-A7AA-A85C3EA0028A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6F5DDA6-7398-E537-072D-DB47CB07B0E3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B11CE83-901E-9E77-41CF-2105349224AB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F977F0EA-DDC1-04A6-814A-F2DB7B41CFA9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E14BB12B-C743-7CAF-7609-1112E29E9A79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2400330" y="2031523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11D4C6A-FE85-297B-E4B8-2531F1D59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30979" y="2214267"/>
            <a:ext cx="757569" cy="834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60F16-7CC1-6847-D1F4-60031CE536CF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908535D-1E64-1CED-083A-8E1C3BC4D602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908535D-1E64-1CED-083A-8E1C3BC4D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Picture 138">
            <a:extLst>
              <a:ext uri="{FF2B5EF4-FFF2-40B4-BE49-F238E27FC236}">
                <a16:creationId xmlns:a16="http://schemas.microsoft.com/office/drawing/2014/main" id="{ED93501F-F1AF-192C-8DF2-12179ACF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4739" y="221654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746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1B95903-5FC4-AE1E-DC9C-2D76923DE998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33AF94B-5494-BC48-F30E-2E54ACFA59D0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9482701D-DD3F-308D-120E-0627B8E40FF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92220B3-A24E-51BC-986C-31973B0FCDF9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B07813E-239A-C32E-4B45-48126BAA2C05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E2CE1AF-4575-2CDB-F10F-05881F33F50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1D5A885-6AB3-AB4D-A2F0-85F472DF804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AE49703-5A2F-AD2E-F1DD-D4E9B3A745B3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FF82B4-F735-AE11-59CE-2ED0F08F422D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0588A6D-5727-034E-FE50-97D31A375250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96E50888-0C9F-A324-AAE7-5C29CA2A232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0CDCB14B-0D92-89D0-79EB-28FC4A0195A0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5C479F2-066A-7170-5371-1C1884A378B9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493A97A-A6D4-5172-7ED8-0B69DB02F9D6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6446174-6503-F7B7-8D27-B5583E505C9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0468CEC-35EE-FB4A-7579-E751DAF452B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3E0C985-7726-8D45-0628-1752AAB2726A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2A3DED6-C9A3-88C6-BF7B-76EF5A97A12E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3FC755-7C9E-A53E-CAC4-9E80135E90D6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7785F518-85B6-6407-5021-D31F590C08B3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ACAF639-8D03-88CC-2CC7-8057DA0A95AE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97FF2E7-2DB9-9DEC-9DBB-F255E29F9D72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5B9A361-967F-3D99-C67B-79EB7D304289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06B08AA-894E-4295-F5EB-0E2B394DC50B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122E296-C61E-3C3D-504A-0F821F13AF8C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2252D44-6D83-154E-C009-9A7A08ED73DA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564BC48-D746-BF9F-0AA2-5FE268CBD0FC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1A0897C-545D-3E20-59C1-64C4B751AEE1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19753784-B392-0250-B610-1BA7973235F4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04B4EBA-0E93-2486-9A57-4478234D5620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AA26EA02-9401-A89D-0CB2-DD89BC16457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603BE3D-F502-E8EA-21D7-36368AAC8F66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576204B-638D-D804-4216-03FA7D14DCB4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A89F1AA-9ECA-C5B5-EBDA-42A57FE86058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CD5C6A9A-187B-9F4D-D2C9-D7A6C18AFB50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E2C3ACB-8AAE-95DA-5A88-079CB18498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B53E889C-2E4E-8888-A428-93064BEA675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43CE6B84-ADE5-7DB5-3CE5-4E8A9DF7B073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563475D-61A3-3D41-08C5-4263AA1C69E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AA6A2C3-F693-F731-C60D-28DE0BF51C92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FF60FB7-47E1-907B-FDB3-C897DE01CB23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09022F7-B772-4F51-649C-9032DF28BB4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91DA007-3CD4-8AAC-AC54-0364B96D6858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CDD22BF-03D1-902D-41B1-DD4B1CAD4B56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03DAB42-DDD1-AF1A-712A-10BCCF1D56E6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A50EAD5B-D5AE-4C87-5821-60F8E88C756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205A6C7-8C14-375E-A7F8-D3481AB86DC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8CD8176-11A7-AFB7-0D68-7060AC217B6B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9456ADD7-29D6-74BF-CFAD-B221C49CD679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C70159B-F36B-1F0C-D9B8-046CA4BFD7C0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E5E3A79-F460-C082-2B15-F5ECC6F949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9746C4B-29B1-1307-6619-1E7BB0774637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4816A2C-DE07-D757-B0CD-D9CE1F044F5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CA3DE4E-5669-305D-0796-0879070A0429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30AA493-1568-39AF-BAAA-143536D91E06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F47E91F-DEAE-39DF-44F7-93ED20F1DEAF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B681B31-9988-9973-D9A1-FC3B30B2038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18B7FBFC-91A4-E1B4-43DC-90D65765D83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CDB33D70-AD48-8437-EC8A-B5C1E0AAAF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EB7AC5E-7B8E-D900-D90A-ECCF867536D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547ABDB0-8C28-7520-AA7C-2C69C9234C80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0A99BB5-B0F1-3512-F911-4BE59AC75B6B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5C157A5-D8E8-D967-9795-0537F8479723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EBB96F20-71AB-41C4-66BA-FC1FCE7743EC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6900E8E2-F5F4-DF78-C8E0-08F215D21F6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3102703" y="2012103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11D4C6A-FE85-297B-E4B8-2531F1D59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86330" y="2237906"/>
            <a:ext cx="757569" cy="834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1E8C8-10E5-43D2-A751-C5F70801B927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E31EE69-1622-F810-7E28-DDDA69F3309B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E31EE69-1622-F810-7E28-DDDA69F33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Picture 138">
            <a:extLst>
              <a:ext uri="{FF2B5EF4-FFF2-40B4-BE49-F238E27FC236}">
                <a16:creationId xmlns:a16="http://schemas.microsoft.com/office/drawing/2014/main" id="{C9ED9D70-0A42-71B0-84FC-4DC804D014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30979" y="2214267"/>
            <a:ext cx="757569" cy="83488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441BD7B3-79C9-49C4-D2E1-A9348F3485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4739" y="221654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70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07CCB65-5010-5D15-BFA7-938C19AAAD7D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22C1872-C80B-834A-80D7-2CFF92D6AE85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B384A52-E3C5-F3A0-B6C7-BAB1B491BD52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6A9A673-F3B7-4A36-6A96-4E99419F32B3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9950A49-6A10-A081-F62B-EEF1B0BB9D94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8B8372C-6DDA-9A55-EC7C-2408CD2C2A5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1E7F705E-AA91-EF31-250F-34F0BDC09DB9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6074F68-8012-59EC-717B-29D6722E5B0F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F9D146A-9079-651F-B9AC-A7FC4A247DA4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3288E9D7-5F51-8CCF-AA96-472075B5069C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244A399-3C13-8290-BCAD-D0618D55B73D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D62DDCD-9AD3-C4A1-4F83-A839D4A66961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F57B326A-B9EF-DDF3-7921-99E5A89E15A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995743B-B285-0826-684C-CFB1E4B77CED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E8FFA34-F7A5-D964-3D5B-53A667074755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88FC6BA-0C2D-7D97-E4EF-F466D3FADF68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F5714F4-C8E4-4636-4532-D70B190962A3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78749E20-6692-C704-32C0-288EB48B7FB7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18E727B-470B-FFDE-9720-0D2549565AD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FF8E170-D881-E773-8A52-ED7996925A11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5134A3D-3F57-3744-CCFB-24652096367A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51B7BB0-1637-AA7C-02A3-EA7689820C7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9DECF93-441C-D249-A1B7-33F73C1CE0D3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5E09118-20A2-059C-5BB7-A57702480FF4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05ADA75-215F-E721-2889-98F1C1A37BCC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8F319EA-F70F-901E-A357-404FF4383342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83EC116A-34F3-AF2C-28DE-F151DA5C1C43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375BC4B-9630-5C47-654E-3E857DA4C41D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D73564AD-F59D-32F1-5BFC-93089658ECE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2D40022-77E0-99E8-761E-D2F921601B89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B72AD37D-AFBE-C8FA-737F-5C16B32CDEF9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07D39EA-0610-7892-728F-551E2750BF03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451A597-CD2D-37E0-C3F3-BECD3BEDB9C8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080BC1F-CA3C-8579-9DCC-A2585BE8436C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8AB5766-5C08-4FB7-2A20-E981C7C3CAD7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A8EB4FA-35E7-5DF9-31B3-75092AADB103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C5B213E-2834-60F5-5738-F04DA8AD7D21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32D2306-5C79-9130-72F8-A1BB6973413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3EEF3B9-9733-8A47-376A-337EB5A51A85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4D23A13-9CD9-E9BE-A140-46BD2754A7DB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F10A0433-80C0-40B4-14BF-C208286DA770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2360089F-DA98-93C8-AFA4-3BA950E51A8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87962F8-559A-8A19-76C4-75D7905A2CA5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5A36EB0-67D6-7F4A-3D32-E375B94AD34D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8F39F3E-12DE-1A78-5A68-4FCCA405EE1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3DDB512-2D28-2CE3-2C4D-DB731BD4CF3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7C0C8A6-5C73-14F6-6AB4-7986513BFE5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4754B0B-21FA-E814-8164-8ABE4690F582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DD4DE40-241B-79C3-7F61-E4D109EEBE78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B620F69-F0E2-E301-1369-F86123C1A8F6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2AC0ADF6-BC3E-C05A-E61C-A0D3CA3D53B4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8C226A8-1F45-A691-E5B0-A5CE26D8DA13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CB3FE58-D813-81DD-37B9-157C9677B4E9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44888D4-30AD-09A3-2E75-363F2987A13A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3841048-E161-8C1B-5C19-D1D6824BEC74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20828BE-5C96-A44C-27E1-2C9D9B699F0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1C5E617-601F-AF92-38D2-9B6E3747D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34279C5-0018-F64D-1576-C4B3D85FC4A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85F5E0FB-1685-F328-D494-C7ABDA8AAAC6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AFFA510-B75B-4E20-391E-55DA4659EC37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4BE7215-A45D-EC61-3526-41A206FABAA3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DA86B16-1A11-1F27-6927-5486D653AB86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7FB20C1-0607-31AF-E212-7B43F6453B13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6A1CE7CE-099C-5753-C97C-259A8A6E462A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D762371E-714C-C7C2-32C8-CBA1528D367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3887429" y="1972952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BC278-2B3B-51C4-C8DD-E2CE2F9C4190}"/>
              </a:ext>
            </a:extLst>
          </p:cNvPr>
          <p:cNvSpPr txBox="1"/>
          <p:nvPr/>
        </p:nvSpPr>
        <p:spPr>
          <a:xfrm>
            <a:off x="3028121" y="5943600"/>
            <a:ext cx="59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If a block is fully empty, </a:t>
            </a:r>
            <a:r>
              <a:rPr lang="en-US" b="1" dirty="0" err="1"/>
              <a:t>Flashattention</a:t>
            </a:r>
            <a:r>
              <a:rPr lang="en-US" b="1" dirty="0"/>
              <a:t> will ignore it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07DE96E-1967-283F-A880-39B8CC1C3D85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07DE96E-1967-283F-A880-39B8CC1C3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Picture 138">
            <a:extLst>
              <a:ext uri="{FF2B5EF4-FFF2-40B4-BE49-F238E27FC236}">
                <a16:creationId xmlns:a16="http://schemas.microsoft.com/office/drawing/2014/main" id="{4E6CB980-B661-4ACD-C66E-E474AD1470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9" t="1189" r="74655" b="75160"/>
          <a:stretch/>
        </p:blipFill>
        <p:spPr>
          <a:xfrm>
            <a:off x="8186330" y="2237906"/>
            <a:ext cx="757569" cy="83488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60EAC333-537C-02B6-A0F0-DEDB137902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9" t="1189" r="74655" b="75160"/>
          <a:stretch/>
        </p:blipFill>
        <p:spPr>
          <a:xfrm>
            <a:off x="7430979" y="221426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D4FD418C-22F8-04D9-5F94-1564A979EC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9" t="1189" r="74655" b="75160"/>
          <a:stretch/>
        </p:blipFill>
        <p:spPr>
          <a:xfrm>
            <a:off x="6674739" y="221654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86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03F472-D8F2-2EC8-EBCD-A288473A2D12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8B7BC21-7A5F-942F-B753-1A43975C16C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826D95F-F920-A8BE-48B9-A03A2522993F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34BCD63-2578-0B64-06CB-900D0477FCD9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BA0FD25-9319-9690-3308-4D5F815B3376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90E96FD-B175-5D4B-9150-72823B6C1EA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BA8ED6F-3D50-1A6C-CE54-B67A4213292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953184A-4186-1559-2129-A820435336DE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966D7A2-7E88-97C8-49C1-05D44925D1B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F4FBC24-C8D3-C554-88BB-12DF9C374276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F073BE8-BD77-919B-CB69-1583A26A5C4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6B2A929-9BBD-50F4-FE2D-FADB5C01C97F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E0BE8FB-D38D-4DF3-35FD-A4AF733933A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FF0A6B1-EC49-2DB2-5ED0-5EA7A083C336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ABEA186-AC16-686F-EF57-5F23890E1EC1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346C3AE-94D8-24A8-5093-DFEAC89DB21C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4D1CA6D-0FD7-00E0-0991-180578914A0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1D1BBFB-2D99-18FE-04A4-6131244397A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5922C9E-16A3-CF8E-E8D1-27FFB0081E02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5ADC72F-D833-767C-74AB-E35159FD577B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F905B85-4A63-8534-79D8-AED580FACDB8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A61F496-1431-1352-66C0-D4D1F8A4E1A2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E2D8444-3D18-C14C-1C3C-4089117056F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DF4FE6B-377F-7252-EE74-3C0FDB020B6C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F2DD761-22A7-3DE2-2278-72D3E868F56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BA1824EA-1A4C-611B-3A54-668321471D02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8B85B8BC-936E-8280-644A-751727B0169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DE0912F-F0CB-14C6-BCA3-89993543844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08C7863-07AE-5414-8804-E93DB17854B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F40F70C-43C1-CED6-B45B-252B9F1BE6FF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A26DC1A-B71A-6E01-7646-5C6F10E97619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0BABBB8-CD9B-9093-A902-50E653E326BC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19ADA3C-2846-554A-ECA8-25FE10B4632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2C6000F-42DA-52C2-9092-95F1E6363BA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7CD000E-10B4-7F78-B62F-AA57AF5F7CD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8802EA3-91B9-C30F-9E94-20515C418AE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11BFEF5-A49A-D614-5C43-6C82C163407F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9EE9728-CB68-D563-5849-6F4D3A341858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E8BEDA9-255C-5B5D-C6AA-74B577A60EA1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2D47FAD-048E-FDBC-2B77-69AEB35D3B4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D1658CE7-0B50-0571-9FE7-D8CA7F4FADBD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968CDAD-AE1C-42EA-A80A-7172D559497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1BB0457-5A78-FBC3-2C49-8A9C4E95F961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7C20774-BB4A-BD46-2667-EFB2E07639D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ECED2CF-8D84-4EFA-0DE8-C5E9688B780E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19DFD79-B011-4D25-8243-8D5D9AE773D6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E10C3305-FCA5-A420-B77A-18941C12E85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63EA246-BD5B-8213-EE94-E2859DF19A58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25ABD19-A09E-C263-FC89-2AB08FDFE53B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F321B19-4262-C98E-7150-D4C3E3B2F948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97D94CD-6937-D80B-FC34-3DD67E22A622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5C37E0C-C003-A890-BAF1-FDDF23BCE67D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9C29E0C9-DBF6-382B-05F6-BF36EE0C93D6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6D6F790-9D01-EAC4-5C17-18C577F35BEA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7AC69DBB-4F27-DB11-5400-D6919793ADEB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62DDEC2-4D43-B3B8-5ED7-54B966655D39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D8DF3741-4C38-6BED-9DEA-41E6DF253439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7843E53-FCFA-37DA-A438-6C3E8234AE1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3D009D3-F054-5CAD-FD5F-E1652EDC00EF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DF6E0CD-6D32-086F-E180-2D651BF7165B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DDEC03B-34BC-CFDA-13F1-4E3A4B38ED75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319F6F8-F626-10AC-6DEA-B906AA5E98C4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2D4EE85-4F2D-AEBC-4E67-9F4253EDF5A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79C87BC-6757-1E30-ED49-762BC0CE98B5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0C57348-02B1-FCA5-C1F8-D4016694EF93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1613833" y="2899416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11D4C6A-FE85-297B-E4B8-2531F1D59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2168" y="3103632"/>
            <a:ext cx="757569" cy="834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598A4-D205-BFDD-911E-236A064DEA19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D29A26F-1F60-00EA-A86D-C14D8DC0F58B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D29A26F-1F60-00EA-A86D-C14D8DC0F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0" name="Picture 139">
            <a:extLst>
              <a:ext uri="{FF2B5EF4-FFF2-40B4-BE49-F238E27FC236}">
                <a16:creationId xmlns:a16="http://schemas.microsoft.com/office/drawing/2014/main" id="{7B845827-3479-2757-090A-5A7FCBEA89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86330" y="2237906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035CAD5C-320A-2B33-D70F-A116751C94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30979" y="2214267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73E810B3-A398-ADE8-59AF-B9B4126E8E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4739" y="221654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558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6172568-B094-41BA-C1AE-0241CDE0741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CD8BCD0-A256-8C92-4D4C-A1A506BAE11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2213041-28E3-A0B5-21C6-7A7741B04B7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6341C39-5050-3452-9E6B-2CE54F5B501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F5871C0-8B18-1E0E-7E5A-CD7A06774E06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9A6246B-6EE2-169A-AFDE-EBA924A1C97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25E49769-2078-9591-FCE4-D4F8CA57D1DA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4535927-6BA3-8DFD-6C19-20064C02D4E4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FCB51CA-C6CA-71C9-0DEA-F74EDF37CA63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84617E7-754E-1A3A-21F3-DCDE98620579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E7A3EAA-8F7B-ABB8-0DF0-5075485A16C7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54EAEBF-810A-E329-738A-579555F95B1D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565E224-8CCF-F93D-E6A4-8C39693B3F5F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F2E33C1-B6D1-8A53-8DE3-578ADD9AD6BD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63D166F-B420-139F-A935-980AA613A81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4A8F8B4-7841-5A61-60F2-6C8967FCD05D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A4C04A2-C0FF-6E51-F1CC-F7AC51F9696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B962130-645B-BF7F-9938-3BE09B4203B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5A9CFCA-0D85-D600-DF30-CB10DA4D8481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B9CB0CF-69C2-A627-A3B1-9B57D94BB07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C330FD6-FFE1-DD4A-DD3F-286ADF234258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D928F34-30DB-C72C-544C-09C748098D1A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8C1B477-8685-08A1-B31C-34969415442E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DAB68BE-22D7-8FA9-BB47-2F3821E5C7A5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BD7A6925-4BF7-65D8-400D-9161048D82E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0922B65-52CB-366A-0C03-86026E585E1D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4247A217-7C69-D41D-E884-7EA3B5B4AD5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FFD8B30-ABD2-893E-1D8A-6CEC37B5703B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0E46891-3A62-36C0-EB6F-CF1F35B3C545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B51337D-25CD-FE45-26E0-1ACFBEB3E3E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84B7D6A8-0B91-87C9-6E28-33DB2850AFF9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992FB97-A6F6-EFE1-7659-FFC71C1C0BF1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1D5C2F9C-943E-86A5-6B13-7791DB5BFBB7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5004FCB-F3DB-3BF4-F625-2FC8BABF4FD7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9E64B9-0B78-F47A-29ED-1113580B4E4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CFDC0831-69F2-C023-33CA-2AA6364EA01D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17EAE69C-BF80-C30E-AA4F-FA18873B1ADE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C272305F-2333-02B6-30FF-8C037ECF82E8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76C2362-788B-117B-A710-8616919F022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210F88ED-F6AC-5A9B-7434-9479879FFC78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42C021-4BF2-A1CF-93EC-7FBBE9B7DB9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8F54023-76D8-8407-5D9E-F0B05814D33D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6BEBBD6-CD76-1FD8-1CB0-F53F16ED7ED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06F06FF-7532-5F20-9B0E-EDC66378233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20182AD-97B4-4F24-8D20-4E8C7897695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2EA95A6-A92A-8A59-25F7-0345B99D9D35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A6A8CAA-F497-44D1-3819-277171016D10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CB4340B-5F3C-331A-EB11-B7B74E202130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A60F2A4-D478-369B-F39D-CE71A754B6F0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95299A5-2745-738C-9E5E-5EF49D8DF73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F9BE8BD-67B8-9E0A-E8F0-D608744C44B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17D7E76C-BE93-23DC-24B3-FD5B6C6BAF4F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FF0F113-6F87-2CAC-5D83-3B5A1C3808A4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A525031-602C-1303-90D2-70CDE8DF0EDC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7468F0B-0D87-9692-BF5D-BDA40DB0E5DC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216CD6E-FEF4-12EF-B845-073B62CA2197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DD05D83-E0B0-D75C-6409-17038DD4E353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83053D29-CDD3-BF6A-22E6-22F2F23737EF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5434137-6D1E-7F82-0ECA-A305742A3EA9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DE5E45C7-F913-E418-93F5-EB9B467E46A7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FD95AA8-8485-BB9A-E4FA-672C3CA59835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8A3DE8D-019C-D4C9-3E18-C39F6AB83CCC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1D057FE5-120F-FAE0-3322-D0C3AF082493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5432E3EB-BD3E-18D0-0187-F139D02169F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F9D87726-7AAA-7EFF-06EE-70B83F5E4F79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angle 135">
            <a:extLst>
              <a:ext uri="{FF2B5EF4-FFF2-40B4-BE49-F238E27FC236}">
                <a16:creationId xmlns:a16="http://schemas.microsoft.com/office/drawing/2014/main" id="{4E97E06A-4686-B083-FEB7-4D8585CBB28C}"/>
              </a:ext>
            </a:extLst>
          </p:cNvPr>
          <p:cNvSpPr/>
          <p:nvPr/>
        </p:nvSpPr>
        <p:spPr>
          <a:xfrm>
            <a:off x="3889199" y="4611418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11D4C6A-FE85-297B-E4B8-2531F1D59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940799" y="4850768"/>
            <a:ext cx="757569" cy="834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CAAFC2-976D-1A9C-5A9C-1F8954E7E082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Flashattention</a:t>
            </a:r>
            <a:r>
              <a:rPr lang="en-US" dirty="0"/>
              <a:t> will ignore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how all the elements are getting calculated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3B3F316-20FF-7090-C79B-705CAFFB0F68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3B3F316-20FF-7090-C79B-705CAFFB0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Picture 138">
            <a:extLst>
              <a:ext uri="{FF2B5EF4-FFF2-40B4-BE49-F238E27FC236}">
                <a16:creationId xmlns:a16="http://schemas.microsoft.com/office/drawing/2014/main" id="{A3BD6C92-536B-248B-9049-C1323317E4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2168" y="3103632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1D3392AF-BB40-2EAA-56E2-35668DEDDF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86330" y="2237906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126896CB-0A38-1378-5DAF-C3055CB1C3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30979" y="2214267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4DE47E3-1CE9-CD9F-3C1E-696BC1F82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74739" y="2216542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E9EEFFCD-6EC1-F629-38C3-BFC8258DA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82109" y="4870109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FA72A22A-2DA9-B2F6-0134-98151C2CB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984864" y="3996541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9C50CACE-C257-4AC5-6875-177BD76735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96271" y="4004383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285F8379-DEC2-200D-AD6F-95A332CF35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40920" y="3980744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7878C96D-C7F6-496A-E1F3-4A24F90422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6684680" y="3983019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0D0868D2-D432-74F6-47A0-0F70F6C482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96271" y="4868533"/>
            <a:ext cx="757569" cy="834887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ABC71B07-58DA-3AAF-EC46-53045225C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40920" y="4844894"/>
            <a:ext cx="757569" cy="834887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6B0BA844-EC09-5248-495C-C47EA7DF6A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986193" y="3098546"/>
            <a:ext cx="757569" cy="834887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61F62C67-EFC8-67C4-5E9C-B4D363C44E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8197600" y="3106388"/>
            <a:ext cx="757569" cy="834887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6682677-6E76-EE3A-D172-87825C3E23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1189" r="74655" b="75160"/>
          <a:stretch/>
        </p:blipFill>
        <p:spPr>
          <a:xfrm>
            <a:off x="7442249" y="3082749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06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A53C-0334-C154-B44C-D8A332F5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BC3CF-AEBC-A0AF-2AAC-73B36E91D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Total Memory Needed?</a:t>
            </a:r>
          </a:p>
        </p:txBody>
      </p:sp>
    </p:spTree>
    <p:extLst>
      <p:ext uri="{BB962C8B-B14F-4D97-AF65-F5344CB8AC3E}">
        <p14:creationId xmlns:p14="http://schemas.microsoft.com/office/powerpoint/2010/main" val="3250903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A53C-0334-C154-B44C-D8A332F5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BC3CF-AEBC-A0AF-2AAC-73B36E91D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Memory Needed? 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cache size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Total Computations?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BC3CF-AEBC-A0AF-2AAC-73B36E91D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684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A53C-0334-C154-B44C-D8A332F5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 on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BC3CF-AEBC-A0AF-2AAC-73B36E91D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Total Memory Needed? 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cache size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Total Computations? </a:t>
                </a:r>
                <a:r>
                  <a:rPr lang="en-US" dirty="0">
                    <a:solidFill>
                      <a:srgbClr val="C00000"/>
                    </a:solidFill>
                  </a:rPr>
                  <a:t>Still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>
                    <a:solidFill>
                      <a:srgbClr val="C00000"/>
                    </a:solidFill>
                  </a:rPr>
                  <a:t>in worst case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Performs a lot of non-useful computations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3BC3CF-AEBC-A0AF-2AAC-73B36E91D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491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A20C-C6CF-8085-596F-FF4AF330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Improve Performance?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6D36-7964-748F-571F-8A2F2AD10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1731067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9513-D691-FDB4-A2BE-B9BDBE97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C2FA-475A-AA8C-F72F-93A65D63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Improve Performance?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B30C-151C-56FE-4E6B-2F98CEAE1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Idea #1: Design masks that have block like structure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Non-zeros are packed together to get dense blocks on which </a:t>
            </a:r>
            <a:r>
              <a:rPr lang="en-US" dirty="0" err="1">
                <a:solidFill>
                  <a:srgbClr val="C00000"/>
                </a:solidFill>
              </a:rPr>
              <a:t>Flashattention</a:t>
            </a:r>
            <a:r>
              <a:rPr lang="en-US" dirty="0">
                <a:solidFill>
                  <a:srgbClr val="C00000"/>
                </a:solidFill>
              </a:rPr>
              <a:t> performs the computations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Idea #2: Reorder the attention mask to achieve better block like structure</a:t>
            </a:r>
          </a:p>
        </p:txBody>
      </p:sp>
    </p:spTree>
    <p:extLst>
      <p:ext uri="{BB962C8B-B14F-4D97-AF65-F5344CB8AC3E}">
        <p14:creationId xmlns:p14="http://schemas.microsoft.com/office/powerpoint/2010/main" val="38277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16ED-158C-4394-30A0-7564F1A2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33D4-82B3-1F63-6476-F0CBE25C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F6DBE-A930-879B-9167-C1480B41F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SDDMM Algorithm Design Idea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You will implement the algorithm in WA3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Using Flash attention on sparse masks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Block Sparsity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/>
              <a:t>Algorithms to reduce the number of blocks in block sparsity</a:t>
            </a:r>
          </a:p>
        </p:txBody>
      </p:sp>
    </p:spTree>
    <p:extLst>
      <p:ext uri="{BB962C8B-B14F-4D97-AF65-F5344CB8AC3E}">
        <p14:creationId xmlns:p14="http://schemas.microsoft.com/office/powerpoint/2010/main" val="41743867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AE85-70A3-5703-0A41-1A9AB85D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Design masks that have block like structure</a:t>
            </a:r>
          </a:p>
        </p:txBody>
      </p:sp>
      <p:pic>
        <p:nvPicPr>
          <p:cNvPr id="5" name="Content Placeholder 4" descr="A collage of a grid with a grid and a grid with text&#10;&#10;AI-generated content may be incorrect.">
            <a:extLst>
              <a:ext uri="{FF2B5EF4-FFF2-40B4-BE49-F238E27FC236}">
                <a16:creationId xmlns:a16="http://schemas.microsoft.com/office/drawing/2014/main" id="{FFB95A12-82C7-343F-470D-6CA2BA87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38429"/>
            <a:ext cx="10515600" cy="31146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16274A-A6E0-68D9-6EA5-24D13598D386}"/>
              </a:ext>
            </a:extLst>
          </p:cNvPr>
          <p:cNvSpPr txBox="1"/>
          <p:nvPr/>
        </p:nvSpPr>
        <p:spPr>
          <a:xfrm>
            <a:off x="1146628" y="5204154"/>
            <a:ext cx="10116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Example: </a:t>
            </a:r>
            <a:r>
              <a:rPr lang="en-US" dirty="0">
                <a:hlinkClick r:id="rId3"/>
              </a:rPr>
              <a:t>https://github.com/mit-han-lab/Block-Sparse-Attention</a:t>
            </a:r>
            <a:endParaRPr lang="en-US" dirty="0"/>
          </a:p>
          <a:p>
            <a:pPr algn="ctr"/>
            <a:r>
              <a:rPr lang="en-US" dirty="0"/>
              <a:t>We will not discuss how to build these.</a:t>
            </a:r>
          </a:p>
        </p:txBody>
      </p:sp>
    </p:spTree>
    <p:extLst>
      <p:ext uri="{BB962C8B-B14F-4D97-AF65-F5344CB8AC3E}">
        <p14:creationId xmlns:p14="http://schemas.microsoft.com/office/powerpoint/2010/main" val="13914905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B3AA-0534-28BD-BFD2-ECDCDCE3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Reorder Attention Masks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18F6B-14A2-2D93-1F1E-D1F52A2F6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  <a:p>
            <a:pPr lvl="1"/>
            <a:r>
              <a:rPr lang="en-US" dirty="0"/>
              <a:t>Sharma, Agniv, and Jonas </a:t>
            </a:r>
            <a:r>
              <a:rPr lang="en-US" dirty="0" err="1"/>
              <a:t>Geiping</a:t>
            </a:r>
            <a:r>
              <a:rPr lang="en-US" dirty="0"/>
              <a:t>. "Efficiently Dispatching Flash Attention For Partially Filled Attention Masks." </a:t>
            </a:r>
            <a:r>
              <a:rPr lang="en-US" i="1" dirty="0" err="1"/>
              <a:t>arXiv</a:t>
            </a:r>
            <a:r>
              <a:rPr lang="en-US" i="1" dirty="0"/>
              <a:t> preprint arXiv:2409.15097</a:t>
            </a:r>
            <a:r>
              <a:rPr lang="en-US" dirty="0"/>
              <a:t> (2024).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Other Resource: “Exploring Binary Block Masking with Hypergraph-Based Token Reordering for GPU-Efficient Attention,” Kutay Tasci, Nathaniel Tomczak, Sanmukh Kuppannagari (Under review)</a:t>
            </a:r>
          </a:p>
          <a:p>
            <a:pPr lvl="1"/>
            <a:r>
              <a:rPr lang="en-US" dirty="0"/>
              <a:t>(Our technique is much better than the above, but still under review so unavailable for you to read. ;-)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4869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91E2944-456D-C397-5BB0-35BA562F0FD1}"/>
              </a:ext>
            </a:extLst>
          </p:cNvPr>
          <p:cNvSpPr txBox="1"/>
          <p:nvPr/>
        </p:nvSpPr>
        <p:spPr>
          <a:xfrm>
            <a:off x="10435771" y="3135086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=0</a:t>
            </a:r>
          </a:p>
        </p:txBody>
      </p:sp>
    </p:spTree>
    <p:extLst>
      <p:ext uri="{BB962C8B-B14F-4D97-AF65-F5344CB8AC3E}">
        <p14:creationId xmlns:p14="http://schemas.microsoft.com/office/powerpoint/2010/main" val="3639779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1634909" y="2012103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2210724"/>
            <a:ext cx="757569" cy="83488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402FBE6E-41A1-44C5-3934-2B97FD6CD409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25E9F14-0010-B877-D934-193CA664D5D4}"/>
              </a:ext>
            </a:extLst>
          </p:cNvPr>
          <p:cNvSpPr txBox="1"/>
          <p:nvPr/>
        </p:nvSpPr>
        <p:spPr>
          <a:xfrm>
            <a:off x="10435771" y="3135086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=1</a:t>
            </a:r>
          </a:p>
        </p:txBody>
      </p:sp>
    </p:spTree>
    <p:extLst>
      <p:ext uri="{BB962C8B-B14F-4D97-AF65-F5344CB8AC3E}">
        <p14:creationId xmlns:p14="http://schemas.microsoft.com/office/powerpoint/2010/main" val="41869568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2399001" y="2007479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54651652-2FB3-6EFE-5C44-B94AF30C83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2D46D4FB-7F10-7EBD-7543-96CA2633DB55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B6233C-DF80-7D92-5CCE-CE5011C4ECC4}"/>
              </a:ext>
            </a:extLst>
          </p:cNvPr>
          <p:cNvSpPr txBox="1"/>
          <p:nvPr/>
        </p:nvSpPr>
        <p:spPr>
          <a:xfrm>
            <a:off x="10435771" y="3135086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2</a:t>
            </a:r>
          </a:p>
        </p:txBody>
      </p:sp>
    </p:spTree>
    <p:extLst>
      <p:ext uri="{BB962C8B-B14F-4D97-AF65-F5344CB8AC3E}">
        <p14:creationId xmlns:p14="http://schemas.microsoft.com/office/powerpoint/2010/main" val="40425856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3154919" y="2012103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A92C8A34-672D-F078-F940-7781B0A0234D}"/>
              </a:ext>
            </a:extLst>
          </p:cNvPr>
          <p:cNvSpPr txBox="1"/>
          <p:nvPr/>
        </p:nvSpPr>
        <p:spPr>
          <a:xfrm>
            <a:off x="10075817" y="3291840"/>
            <a:ext cx="175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process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D98420AE-6E77-777E-D63A-D4477C7EA1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7E394B02-49C6-3EDB-9AD6-7B0659E4B3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2D36F257-0DE1-8318-05CE-F69F7071CAB6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AF7D5A2-F8AC-CCC3-5FFC-F05F262E75FC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2</a:t>
            </a:r>
          </a:p>
        </p:txBody>
      </p:sp>
    </p:spTree>
    <p:extLst>
      <p:ext uri="{BB962C8B-B14F-4D97-AF65-F5344CB8AC3E}">
        <p14:creationId xmlns:p14="http://schemas.microsoft.com/office/powerpoint/2010/main" val="42751914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3888922" y="1998799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9FCB8E60-6298-5DF8-15F7-7077C8DDDAB0}"/>
              </a:ext>
            </a:extLst>
          </p:cNvPr>
          <p:cNvSpPr txBox="1"/>
          <p:nvPr/>
        </p:nvSpPr>
        <p:spPr>
          <a:xfrm>
            <a:off x="10075817" y="3291840"/>
            <a:ext cx="175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process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02F833EF-E6DB-0F9A-449E-E37D1325A5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FEA00468-7AB3-E6BC-F826-91D13769FC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86963631-845C-CF4B-15E1-17651E662144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A2091B7-F5B2-3701-5EB9-2C15635EB27A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2</a:t>
            </a:r>
          </a:p>
        </p:txBody>
      </p:sp>
    </p:spTree>
    <p:extLst>
      <p:ext uri="{BB962C8B-B14F-4D97-AF65-F5344CB8AC3E}">
        <p14:creationId xmlns:p14="http://schemas.microsoft.com/office/powerpoint/2010/main" val="38544697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1613833" y="2885671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1613667C-6CCE-FF20-E939-18E98962C187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E541D01-4C36-A943-73E0-E9C88C8B7352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3</a:t>
            </a:r>
          </a:p>
        </p:txBody>
      </p:sp>
    </p:spTree>
    <p:extLst>
      <p:ext uri="{BB962C8B-B14F-4D97-AF65-F5344CB8AC3E}">
        <p14:creationId xmlns:p14="http://schemas.microsoft.com/office/powerpoint/2010/main" val="6659474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3906868" y="2872367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7CC1B290-C811-599D-8329-104116E56A3F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F79C0DD-14D9-A3DA-4F3A-42718B4CE794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5</a:t>
            </a:r>
          </a:p>
        </p:txBody>
      </p:sp>
    </p:spTree>
    <p:extLst>
      <p:ext uri="{BB962C8B-B14F-4D97-AF65-F5344CB8AC3E}">
        <p14:creationId xmlns:p14="http://schemas.microsoft.com/office/powerpoint/2010/main" val="29806791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3912489" y="4632807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0F65B167-8D26-DF20-9F02-62180921B0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51A3C6DC-CAB6-819A-F064-2523CE5C35A8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Lets calculate the number of blocks computed by </a:t>
            </a:r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5EC8F77-AF85-37BA-0E85-0E5B9D5AA6C4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6F61BB3C-5639-93EA-BB2B-B3B5506E99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70778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72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Significant reduction in computations can be obtained if the number of blocks with non-zeros are less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D7FE30-0317-FDC3-DFD1-47AA778B29B6}"/>
              </a:ext>
            </a:extLst>
          </p:cNvPr>
          <p:cNvSpPr/>
          <p:nvPr/>
        </p:nvSpPr>
        <p:spPr>
          <a:xfrm>
            <a:off x="3912489" y="4632807"/>
            <a:ext cx="905921" cy="10026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66D51794-EDBC-FDD0-E103-D68EAC8561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91186480-BE9F-D28C-21E1-B989F45F5851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12</a:t>
            </a: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201D9CFF-C2E1-2382-FFA0-2C164AF8C5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3002" y="3977448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2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What could have led to an even better reduction in computation?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58D1220-15CD-6493-634E-D224E8D7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CE8C8-A2DD-C310-0FFD-C4A02F89A0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47904"/>
            <a:ext cx="757569" cy="834887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8F5EA873-DDDC-1BD8-9FF4-530F4B553AD3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07349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What could have led to an even better reduction in computation?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ADF870B-DCFA-CE07-1DDE-E01AB73F7F65}"/>
              </a:ext>
            </a:extLst>
          </p:cNvPr>
          <p:cNvCxnSpPr>
            <a:cxnSpLocks/>
            <a:stCxn id="46" idx="1"/>
          </p:cNvCxnSpPr>
          <p:nvPr/>
        </p:nvCxnSpPr>
        <p:spPr>
          <a:xfrm>
            <a:off x="2066794" y="4478972"/>
            <a:ext cx="96132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2D99044-EC28-9575-9E16-CE751B7364A9}"/>
              </a:ext>
            </a:extLst>
          </p:cNvPr>
          <p:cNvCxnSpPr>
            <a:cxnSpLocks/>
          </p:cNvCxnSpPr>
          <p:nvPr/>
        </p:nvCxnSpPr>
        <p:spPr>
          <a:xfrm>
            <a:off x="2066794" y="5362892"/>
            <a:ext cx="14013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6096FD-6D97-7A15-2D12-719D9373A906}"/>
              </a:ext>
            </a:extLst>
          </p:cNvPr>
          <p:cNvCxnSpPr>
            <a:cxnSpLocks/>
            <a:stCxn id="28" idx="2"/>
            <a:endCxn id="52" idx="0"/>
          </p:cNvCxnSpPr>
          <p:nvPr/>
        </p:nvCxnSpPr>
        <p:spPr>
          <a:xfrm>
            <a:off x="4532217" y="3387012"/>
            <a:ext cx="0" cy="8735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" name="Picture 158">
            <a:extLst>
              <a:ext uri="{FF2B5EF4-FFF2-40B4-BE49-F238E27FC236}">
                <a16:creationId xmlns:a16="http://schemas.microsoft.com/office/drawing/2014/main" id="{CB4CA935-C3B7-4147-FD8F-F99C6BC88B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4C8207-B400-957F-4CFF-FE86654D4B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56432"/>
            <a:ext cx="757569" cy="834887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4B299099-83A4-05E0-B227-5C9C06213EEF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25050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could have led to an even better reduction in computation?</a:t>
            </a:r>
            <a:r>
              <a:rPr lang="en-US" dirty="0">
                <a:solidFill>
                  <a:srgbClr val="C00000"/>
                </a:solidFill>
              </a:rPr>
              <a:t> If non-zero elements are packed closed to the diagonal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64922" y="4839163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ADF870B-DCFA-CE07-1DDE-E01AB73F7F65}"/>
              </a:ext>
            </a:extLst>
          </p:cNvPr>
          <p:cNvCxnSpPr>
            <a:cxnSpLocks/>
            <a:stCxn id="46" idx="1"/>
          </p:cNvCxnSpPr>
          <p:nvPr/>
        </p:nvCxnSpPr>
        <p:spPr>
          <a:xfrm>
            <a:off x="2066794" y="4478972"/>
            <a:ext cx="96132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2D99044-EC28-9575-9E16-CE751B7364A9}"/>
              </a:ext>
            </a:extLst>
          </p:cNvPr>
          <p:cNvCxnSpPr>
            <a:cxnSpLocks/>
          </p:cNvCxnSpPr>
          <p:nvPr/>
        </p:nvCxnSpPr>
        <p:spPr>
          <a:xfrm>
            <a:off x="2066794" y="5362892"/>
            <a:ext cx="14013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6096FD-6D97-7A15-2D12-719D9373A906}"/>
              </a:ext>
            </a:extLst>
          </p:cNvPr>
          <p:cNvCxnSpPr>
            <a:cxnSpLocks/>
            <a:stCxn id="28" idx="2"/>
            <a:endCxn id="52" idx="0"/>
          </p:cNvCxnSpPr>
          <p:nvPr/>
        </p:nvCxnSpPr>
        <p:spPr>
          <a:xfrm>
            <a:off x="4532217" y="3387012"/>
            <a:ext cx="0" cy="8735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84905BE-4121-B0C7-62DB-3E3DE206C8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56432"/>
            <a:ext cx="757569" cy="834887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C8A0D639-A8CA-A36E-73DB-B950CE6F10E2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019049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we cannot simply take a non-zero and move it.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64922" y="4839163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ADF870B-DCFA-CE07-1DDE-E01AB73F7F65}"/>
              </a:ext>
            </a:extLst>
          </p:cNvPr>
          <p:cNvCxnSpPr>
            <a:cxnSpLocks/>
            <a:stCxn id="46" idx="1"/>
          </p:cNvCxnSpPr>
          <p:nvPr/>
        </p:nvCxnSpPr>
        <p:spPr>
          <a:xfrm>
            <a:off x="2066794" y="4478972"/>
            <a:ext cx="96132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2D99044-EC28-9575-9E16-CE751B7364A9}"/>
              </a:ext>
            </a:extLst>
          </p:cNvPr>
          <p:cNvCxnSpPr>
            <a:cxnSpLocks/>
          </p:cNvCxnSpPr>
          <p:nvPr/>
        </p:nvCxnSpPr>
        <p:spPr>
          <a:xfrm>
            <a:off x="2066794" y="5362892"/>
            <a:ext cx="14013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6096FD-6D97-7A15-2D12-719D9373A906}"/>
              </a:ext>
            </a:extLst>
          </p:cNvPr>
          <p:cNvCxnSpPr>
            <a:cxnSpLocks/>
            <a:stCxn id="28" idx="2"/>
            <a:endCxn id="52" idx="0"/>
          </p:cNvCxnSpPr>
          <p:nvPr/>
        </p:nvCxnSpPr>
        <p:spPr>
          <a:xfrm>
            <a:off x="4532217" y="3387012"/>
            <a:ext cx="0" cy="8735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A5F7D-2186-19AA-23D0-6987B67F0ED8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52248DC6-F00E-129D-45C4-C2B1713928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5643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734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we cannot simply take a non-zero and move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Solution: Matrix Reordering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64922" y="4839163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ADF870B-DCFA-CE07-1DDE-E01AB73F7F65}"/>
              </a:ext>
            </a:extLst>
          </p:cNvPr>
          <p:cNvCxnSpPr>
            <a:cxnSpLocks/>
            <a:stCxn id="46" idx="1"/>
          </p:cNvCxnSpPr>
          <p:nvPr/>
        </p:nvCxnSpPr>
        <p:spPr>
          <a:xfrm>
            <a:off x="2066794" y="4478972"/>
            <a:ext cx="96132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2D99044-EC28-9575-9E16-CE751B7364A9}"/>
              </a:ext>
            </a:extLst>
          </p:cNvPr>
          <p:cNvCxnSpPr>
            <a:cxnSpLocks/>
          </p:cNvCxnSpPr>
          <p:nvPr/>
        </p:nvCxnSpPr>
        <p:spPr>
          <a:xfrm>
            <a:off x="2066794" y="5362892"/>
            <a:ext cx="14013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6096FD-6D97-7A15-2D12-719D9373A906}"/>
              </a:ext>
            </a:extLst>
          </p:cNvPr>
          <p:cNvCxnSpPr>
            <a:cxnSpLocks/>
            <a:stCxn id="28" idx="2"/>
            <a:endCxn id="52" idx="0"/>
          </p:cNvCxnSpPr>
          <p:nvPr/>
        </p:nvCxnSpPr>
        <p:spPr>
          <a:xfrm>
            <a:off x="4532217" y="3387012"/>
            <a:ext cx="0" cy="8735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8D8BFB-BA31-BE5C-4134-DDC888D11BDB}"/>
              </a:ext>
            </a:extLst>
          </p:cNvPr>
          <p:cNvSpPr txBox="1"/>
          <p:nvPr/>
        </p:nvSpPr>
        <p:spPr>
          <a:xfrm>
            <a:off x="10207171" y="3722915"/>
            <a:ext cx="124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#B = </a:t>
            </a:r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A3EF6C27-7E12-8D55-F9E8-A28D54429B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43601" y="3956432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608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7D9D9-385A-2AEC-C2C2-FF0F80D7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Reordering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A6E0F-2CCF-3351-0B23-3A9EAB487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key preprocessing step in scientific computations</a:t>
            </a:r>
          </a:p>
          <a:p>
            <a:endParaRPr lang="en-US" dirty="0"/>
          </a:p>
          <a:p>
            <a:r>
              <a:rPr lang="en-US" dirty="0"/>
              <a:t>Given a sparse matrix, reorder rows/columns with the following objective:</a:t>
            </a:r>
          </a:p>
          <a:p>
            <a:pPr lvl="1"/>
            <a:r>
              <a:rPr lang="en-US" dirty="0"/>
              <a:t>Minimize bandwidth: Longest distance across row from the diagonal elements</a:t>
            </a:r>
          </a:p>
          <a:p>
            <a:pPr lvl="1"/>
            <a:r>
              <a:rPr lang="en-US" dirty="0"/>
              <a:t>Fill in: Number of entries that change from 0 to non-zero, typically after matrix factorization</a:t>
            </a:r>
          </a:p>
          <a:p>
            <a:endParaRPr lang="en-US" dirty="0"/>
          </a:p>
          <a:p>
            <a:r>
              <a:rPr lang="en-US" dirty="0"/>
              <a:t>This link provides a good visualization: </a:t>
            </a:r>
            <a:r>
              <a:rPr lang="en-US" dirty="0">
                <a:hlinkClick r:id="rId2"/>
              </a:rPr>
              <a:t>https://www.mathworks.com/help/matlab/math/sparse-matrix-reordering.html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8338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075E-7695-0FB7-319F-909F4AA0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Reordering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B1BD0-A487-D784-A3AC-AF412B8B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our case, the sparse matrix is an adjacency matrix of a graph</a:t>
            </a:r>
          </a:p>
          <a:p>
            <a:pPr lvl="1"/>
            <a:r>
              <a:rPr lang="en-US" dirty="0"/>
              <a:t>For undirected graphs: adjacency matrix is symmetric</a:t>
            </a:r>
          </a:p>
          <a:p>
            <a:pPr lvl="1"/>
            <a:r>
              <a:rPr lang="en-US" dirty="0"/>
              <a:t>For masks that are non-causal, attention masks are symmetric</a:t>
            </a:r>
          </a:p>
          <a:p>
            <a:pPr lvl="1"/>
            <a:endParaRPr lang="en-US" dirty="0"/>
          </a:p>
          <a:p>
            <a:r>
              <a:rPr lang="en-US" dirty="0"/>
              <a:t>And we do not need to do any factorization, so we don’t care about Fill in</a:t>
            </a:r>
          </a:p>
          <a:p>
            <a:endParaRPr lang="en-US" dirty="0"/>
          </a:p>
          <a:p>
            <a:r>
              <a:rPr lang="en-US" dirty="0"/>
              <a:t>So, the problem boils down to: Relabel the vertices of the graph to minimize bandwidth</a:t>
            </a:r>
          </a:p>
        </p:txBody>
      </p:sp>
    </p:spTree>
    <p:extLst>
      <p:ext uri="{BB962C8B-B14F-4D97-AF65-F5344CB8AC3E}">
        <p14:creationId xmlns:p14="http://schemas.microsoft.com/office/powerpoint/2010/main" val="1557462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2370-A4E2-4519-972F-BD8AB084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18AAD-BF67-75EB-BB2D-A2405AE211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7540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18AAD-BF67-75EB-BB2D-A2405AE21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75404"/>
              </a:xfrm>
              <a:blipFill>
                <a:blip r:embed="rId2"/>
                <a:stretch>
                  <a:fillRect l="-1043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8F76324-5448-3B58-1AD7-FEE994924A91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6A75B95-8993-2430-7F98-91BC2FC6B54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3869EB8-B4D7-7685-30EA-86E5C9665512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528A948-FD15-8D9D-C358-3F9FB8354AC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A91AAF2-EA94-F7F3-054F-159B78E8F78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35E94AD-F33F-0D8A-E460-B59313400B4A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417AB22-0CB9-02E4-C6E4-8BE356696F85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1B77AB-EBE1-164D-752C-91E9641F8E05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946D7F3-1072-9642-5177-589766F82FC3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A71B012-F731-A5DB-4C59-5D0826745BE7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CB10E5A-E982-B5FD-AF24-83B407FB2BE1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39CB16C-1A22-43AB-22AC-B9DF7D4BA5A9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7EB6E05-28E0-3572-5038-332129FFAF8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24F1EF3-A022-A5DF-EB70-F77504A3E3F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3B51E4A-24C6-7F00-A959-801579956B5F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CF30783-908F-3A90-2D6C-B98814597990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7A63A2B-B133-C56C-2E29-6EE8DF91774B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698C306-0EB0-2807-0377-3B5E96F05013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CDB5AD8-146E-6DDA-BBB7-1345441329FB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A5C255D-82EC-4659-5E1A-B86A0BB2FFF1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C4719EC-465B-6A61-EDE1-90A84AE9364B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C64509F-0647-C363-A93D-DF1F6B267D56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F551E4D-E2E8-F340-46AD-20E28C174F77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B157423-26AF-5EA2-B59D-1CEABA420AC0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E5FB637-13F0-56D9-028D-B04ED81FAC2F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1A29F35-3C89-0499-0099-8E74778576C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4AEBC65-A612-A5BB-EFC2-29C75DF18BF3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CF5447B-1ACA-5EE2-467C-EFF2D3990413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486E39A-29A6-AB55-C614-B419A6814F82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E40D844-B464-6F51-56C7-BC9F449F62BB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9ED5220-0014-E8F9-BECC-4FD10BE86A31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B53F316-7F85-CEC8-623C-97DDBA94E6D3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E768829-E519-63F8-492E-436C23A2C21F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3B81AE8-DC22-C7FE-C10F-F1AB159AFD1F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B888931-B029-171E-8A3C-40FAE43C3823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7DE2C8C-90BD-8F0B-81EA-2661C0723660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5FECF6C-64CC-0DED-667B-21A5CE6AEA83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3D9BAE7-009A-D29E-C520-719EEC4495C0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D0595EC-F367-D132-44BB-9B122AF790A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8AE950D-C3AA-38BC-979A-2A23EDE98937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ABC64A5-30E0-CA9F-AA2F-158040280B97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FD8A0AA-808B-251A-DD89-8752B11B0B8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D8AA6C7-D964-FF43-370D-341FA4F2D107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8460CB9-596C-C375-D0A9-DA668B7E1E07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76E7B13-25E2-9CD8-4CD7-DE46DF2978A2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C156A6B-3D1B-F715-BBCE-EC84B6CACEA8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5B1B09A-1111-22E4-2A0B-38D359462660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72C8544-89FE-71E6-B626-30BE72F82D11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622A292-1662-C4F7-A7ED-160C8F083901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7934614-F0CD-570C-19EB-7BA95AE6CEE1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26AE9C3-4FBE-6E96-E13D-E260FEDCD7F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6AC78AB-C5D2-C870-407B-6758265A7503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0C8AB5C-B4BA-12E4-9363-91D3397D64C5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2AE27EE-7B07-1F26-6628-79413786EF34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3E55710-0DBA-4C12-7048-3B4F7ADCEE3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BCB184B-FAB2-A1B7-DBFB-C10F7ADEBAA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935876A-541E-1C94-2169-D074BF1B12B3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107E2CE-1A0D-8AB7-2F37-84BCE7DA709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B5F79E7-88C5-2F74-E77B-7704765BA632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0619CF8-13F8-5050-6251-89D82B0C04C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5AE6D78-B05E-F66E-5BE8-1A2C811E0FC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7258F7A-5DEE-517E-5740-6F191C5E49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5B0F589-566D-41E5-002E-E7252A2EA9A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C29410F-E7B4-042F-6882-3FAC3CC5C81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73E0D63-E065-AEF1-F5A5-57FC0EB0DF9D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621021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28C5-19C0-97D3-B5C0-6AF5D789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2406-EB9D-8CAB-9430-93E6065E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80A70-5B91-0647-56B8-8C8450ED3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80A70-5B91-0647-56B8-8C8450ED3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604F3162-44AC-2F5A-0F51-100FE26DE8FD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591C548-A51E-7510-F83A-48654B8EC1B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A2CD04A-3A27-7133-142A-0A0629DD7FD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397B564-32A8-9434-6AC9-F67E6E8C575E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66D50BE-8516-CE3E-D28E-659C4A835D86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D14675-87E4-14E2-E8F3-E3D766C0C934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95C8B-492F-0466-770C-62086428129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63D865B-B231-D8EF-D8CF-5D854B021D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9A70174-8D61-82DB-CF6A-C2A7BF59F45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6C451FF-D645-BCA3-9BD7-56A42D882D8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4328ECA-172A-0F9B-283D-3D590CC8FF6D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FE191A2-812E-D034-05CD-671128B4ECA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F530526-571C-AA98-AF30-51CE0D3056A9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5E27A2B-FAC5-1CEF-2C5B-636E76B5BE37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A3D19B3-F63B-58E0-AAB7-5A03FE06BBB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26C5879-6AD3-2F98-5A1E-0570F0511674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EAE3187-2B41-2668-902E-92FD8EE1F79B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CA50110-DC49-5334-5D89-5B8DFA0DA21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3261761-5C16-4276-55FB-2B1E2424DBAC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7790467-2C00-1B7F-DB96-2A74DA189DB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C8CFE95-7AF4-C71C-4B23-4A13952C5DC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119485A-61D3-0807-F4AE-DE5A76401220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68B4359-8472-C3E2-8AFF-1A04F90CAC3D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78193B8-3CFB-52B1-189E-A9B1C174A074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9F62D0B-1519-EA0C-7109-3DDFA0BAE7B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CC22C4F-D609-784A-F4C8-AB708E109EE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CF21EC8-0466-6759-5942-C7432471A85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801D590-B697-C08C-8C05-972F14581696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2DC38FF-F918-3B46-507C-0142594D067E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4E95DED-0A5B-1F79-C87A-EA4172D6348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2BF9514-D2BB-FF9F-23C6-389EA712D595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DB8D520-46FC-45E4-DF84-9997F284ECBF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F956F09-41AA-FBF9-5596-27D7C06D08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DE5AF0E-7547-FB55-5BEC-C7380C461B3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7A29820-CCBE-85E6-3847-0D40F7627F47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B87C86C-77AE-36FD-3D9E-ACF1E42D4BE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089A599-386E-6E46-71ED-C2A434CD7E33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1474C3-FDAA-FD7A-F7A0-BDD89E16EA4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3C20114-C148-C575-45C9-A89345033B6B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C7CB641-AC36-EA9F-6C73-D839E94B7EA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1690CB9-612E-025B-E918-8B7E4462A8C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41D100F-7B35-41FD-EC80-1B71C273965B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CC529E6-20F9-B862-6143-3DDE79EEFDB6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CC6029B-72CF-D3AE-3C6C-62BF047A84BD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616B75-9CB1-75E7-CA36-BC1CDE6D4366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D330950-0EE6-0E90-AFFA-E49B413CDE0A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ABBEB57-FD71-0D76-B006-ACDD4592F985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15F2697-5E3A-4811-4F8B-3F0498EDEB1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2C844DF-1628-9601-B365-9C48419B78E9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362DE9D-9539-9C77-D820-444DD779757F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B0D5B89-3BB1-13CB-C15B-AD476A294DD7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52537A6-2F9C-2838-C022-D07BDA220D84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E11D430-60A7-BA69-045C-D9A8CAF39B9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D1DA85A-4E4D-0220-310F-8CB9B8E8B87C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B3A0F56-FDE8-EC73-F0CB-6FA649D5DE86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0222BF0-87C2-D4A0-CF6A-7415DFC44BE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7443ED4-F497-E97A-B7F0-09E1C01C622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AE9EF5A-7AD9-7F53-CB0F-C401323CA43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3AACB4C-20A0-3F9E-DA3E-C8034F32874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1E53317-B8CE-D1F2-379F-AFFCC29B491C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B006E7A-24FC-E74B-5B87-4D789A2E40D9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9AB23AE-578F-330C-1D63-59CF00D337F5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FF46DAD-A3B0-8503-4CB8-5732D371930F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51C15FD-1C7D-99DF-3D8A-B24D1A9C2DF3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8CCE4BC-E16D-8A73-B819-A5E0EEBB809A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721516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0D19-BFE9-CB08-B490-1C26681A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FB98-A444-EFDB-5EDA-97067612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00288-FFA9-966D-70B0-15C73F23C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00288-FFA9-966D-70B0-15C73F23C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F88443F-B406-B53B-9D9B-62798C7988E4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EE4EAA3-7133-4F75-53E5-C06A41F2F57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B476A55-247A-E531-0F18-B941D9D6C8F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B87A0C6-1D63-C346-435E-24B532F3F8E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210CB24-EA2D-4567-0995-A1C18E9E773F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6DE9BE8-41E1-774E-A985-2EF752A80A5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4797006-1225-5675-8CE9-EF1096BB83E6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1C1BBDE-0319-67E5-BBCE-47B937A117C3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6475E0-1CA9-3C98-EF3F-84B07A035304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484E1EA-F33C-781B-99F4-0E09EED85EF7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9A22579-B285-BF76-DA4F-137F58ECD3A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597F460-3E46-9A6D-F5CB-3B9180E213F2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63F2353-58F7-F301-1F95-F289A22ECFD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997F522-9C9E-52AE-879D-C6622967E4C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0BB69E0-179E-E626-CE7D-215EF45375A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D8CE458-D923-B0BF-89F4-E041338BB61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2161C36-9370-0B03-217B-1729DA1FCA11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56CD760-1FB4-8E48-B410-0A3532C535C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00DA834-2FF6-0FC1-6150-8C906DC3A75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F4A3DD9-87D5-B930-4E88-9B63E030A3D7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F1C441C-4CA9-2D20-2DBE-95730E2528A6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FE8F634-278D-21D4-AC45-CB0A2A8E92E3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B516E1B-279A-6B84-4601-7C928DB2BE1C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CB1CEA3-8C18-F5DD-1733-BDB0AEE5EF75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A712AEE-31D5-4FD5-007F-7B827319C920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3C36DE0-13D2-F895-A5CB-D9BD387CBA69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DD5BCAF-D154-8018-D595-59F0055A10C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8B29E30-EBD6-8905-4956-1B081C39E4B2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8E109EC-5F9E-36C9-2499-A90CC70148AB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3E67FBD-6633-17A1-974B-089E376E9C27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C3E8D27-F085-5618-7834-B8CF51A5AE7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9A0345E-F0AA-6882-3B59-295A70AEC881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9815F20-6B69-AB07-C6C7-4D4E919F7BEC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39B94B7-19A9-620F-5579-788AFADD3511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3294FB3-35D8-C68D-20D7-6DBB85549499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284FB10-1C9B-EB35-B2DB-8138AA8404A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623F7FD-ACBF-AD0F-F952-2A2EE3B97E3E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A268B93-2B56-D784-000F-58C5988C1EB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CB603F4-6BD5-E246-C73C-3BFE79804F7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C6FAAFB-0358-B804-317A-A92B6D23707F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309678F-2378-A161-6077-A10E4AFC2388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1D6E8CA-14D4-D583-E5E4-2C97E29AD7EC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B092DF8-15DB-196B-F52B-FCF9850D932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8CFFFEC-E845-A16F-CC46-013C44D7D8C4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7201293-AE7B-DCA6-BC56-A17D560B8C41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9733EC7-2C3D-008B-6456-2F756F6666B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08E75A7-589C-7C33-ED44-4256F0880C25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C74602D-7FBC-1848-805F-145CD56E4DC0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43897CB-8B84-5455-1F20-FC041FD7B598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9DC017B-E63D-C5C3-87E4-781FEE1477B6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9F85DAF-247A-ADE1-D9A7-D1AB4CD12E78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8588B02-62B3-F4D3-5E49-A8664833069F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885F241-9F6A-BF57-2181-E0A28347DD6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C69B710-D57B-C4AC-E384-DA4BA025715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5398D46-4C68-B0CA-C59D-7A38203848A6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4C69374-388C-C90C-0B09-F3B4FFB04E23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6072702-5061-F191-980E-51448EB2081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52ECC5F-ABC8-83A0-9D7F-41E91D6E689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3A62ED7-BA91-E64E-87D2-E34B7832FA11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D462030-F475-A384-586D-3256FF356112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898AC95-5125-96AE-CD0D-D72C362B490B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A907C85-5909-F394-1DC0-97ABE3844924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004D027-574C-6B4B-5BC9-1238DFE0DA4F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8A6A302-C07C-D917-0B07-935E75518A15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28A6C7A-65B7-AA4D-281F-CD6614393E5A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A54ADE-E40E-E93A-D707-EBC3AAEF0591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CA6AA-CE80-99C5-BEA4-9F3CF7ADE339}"/>
                  </a:ext>
                </a:extLst>
              </p:cNvPr>
              <p:cNvSpPr txBox="1"/>
              <p:nvPr/>
            </p:nvSpPr>
            <p:spPr>
              <a:xfrm>
                <a:off x="6492240" y="2743750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CA6AA-CE80-99C5-BEA4-9F3CF7ADE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2743750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72277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EF68-9250-8E7C-885D-02D41D6F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55A1-6560-E91C-D5D3-29D5C3EA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9726D-A55F-CFAA-678B-4DF44F8FD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9726D-A55F-CFAA-678B-4DF44F8FD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6EF73AA-AF7E-0040-2C69-12E1FA9C666E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F51927C-3EF2-D195-443C-0096E80FA4C4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0CFD627-4E8A-0101-0ECB-AABF7ACB6F3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7344DD5-51DA-A2EE-8511-55E45960CD10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6823004-2A07-27A3-00CC-5505EF1C963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3A3A16B-3254-F792-4B8E-CCC05307CAC4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A7F975A-AB62-1552-0384-812657DA764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C2E85F3-02AC-7A07-C6BF-D1CE12A5027C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E134FB-8F98-25B8-ED36-43A439A793AD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0326849-B1CA-A82F-F705-911679F3442B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44BB727-4B81-8681-BEAD-671412654BAD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6CCE462-245C-E262-5953-D0CD3F1762FA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0533BA3-4EB9-C434-0C81-73ED796962B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5E15621-0BD0-012A-67E9-B37EE3E917B2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98B8089-F24D-1704-3FC7-7EFA7C4DBC2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22C1001-E284-407A-0884-E150CDF1F5C4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5CD7D2D-9151-F340-5D6B-1E3DD4C7BA4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6233BCA-B256-7DDD-4705-84441638577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B7E3BEA-D457-A350-7D3A-D1B28C3185FB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A1BE969-56DD-E087-4FE2-D27848FE663D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74B8D90-AA76-3FF8-CC95-95E1C38E42D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51AC683-6A55-4685-A03B-A8F418D49EE2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8EE0E25-FE07-6418-1C45-14653877EA6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2B283BE-14C5-1347-83A8-4481B0201192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D4CBEA8-93FE-1C97-C670-6B4DFE44053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22CE314-448E-64CB-C9C7-6075AD2FE94A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4223F3F-3B01-D4A7-9A7C-C060E22CE98F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559095C-0494-F65B-2498-59582731CC9E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94EED06-ADC5-C206-458A-B50EAF81F2E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44C22CC-3A58-6A56-D02D-FDF82384489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10B2B97-E8A7-CCA6-0FD2-19281E566A8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ECDD17C-C818-3695-56BD-E5D137289A3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882653C-BE1F-6C90-47BD-07007F2A52AF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1348703-659E-646D-71BC-76A56A35AB21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7973FCD-BFED-096F-F213-DA768259B5F1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3E6B03E-0837-C180-6BD4-0E9592C76130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626BAA9-B717-F463-B9E9-1E62B974F01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3A41D9D-985A-6D7B-741A-1CAC79D6C562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0FAFE1D-2653-4AA3-2FF6-0EE5644D7EE7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10C404A-AB0E-534F-BFCE-E06359389E2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165B66C-25D8-510D-D8EB-1A4E06819D33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F50934-5456-C200-297A-032E9567F3A4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4BD2B4C-435A-6F18-9426-1BD1720F988A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503F605-7490-03AA-3B5A-78F142F5BCD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9055F79-688C-4CCF-7AE9-FFB48C75161F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1F74CC9-BA28-532C-2BD5-EB020549DFC2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76EE4F-4088-09BE-5BB4-4794D5FD1992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C227381-253D-0CC5-AB25-CDB365E5CC2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46319EB-8C06-48FF-57AD-62AD670F575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E77087B-A218-2776-EB67-9228411FED2E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9070F1C-C665-1825-7253-6A894825251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1C3F39E-29BC-DC78-62A1-DBFF36ECCC96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ADD2B56-38CA-37C7-0C61-F7ACEB5E2E36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8037FEA-959A-9390-E484-3C325B5059C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B424290-49BA-43D9-AA67-1DB59E2B5A18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563ED1C-E1BF-E9BB-5B9F-CB675B53B30B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DF23746-DD08-5F04-5FAF-14D0B028B1C2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0CB2B63-8E64-2685-B903-F214C964B2C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639EE6B-0296-CEDB-2776-B5F88CDC2E8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D465C99-6B5A-AD88-9D26-FFDDFF7D4AF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115AA61-C52F-BF64-E910-9CFB483BF459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B4B5535-9E78-4EEF-12ED-59669C0CD5D9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FD89D71-489F-4BD1-C62D-61C688FAC410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4BB57C6-AEE1-B166-6C09-04B6C2A4422A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595AC68-72B0-0C41-A05B-00F7929E2E24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AF1709-95DC-D4D7-DEA2-0E86AEEDBBAB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9957BD-CAFC-5359-7703-7B0D23964B55}"/>
              </a:ext>
            </a:extLst>
          </p:cNvPr>
          <p:cNvCxnSpPr>
            <a:cxnSpLocks/>
          </p:cNvCxnSpPr>
          <p:nvPr/>
        </p:nvCxnSpPr>
        <p:spPr>
          <a:xfrm>
            <a:off x="8848353" y="3782964"/>
            <a:ext cx="183053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27DC4E-F5BF-285E-051B-F01F1BA61798}"/>
                  </a:ext>
                </a:extLst>
              </p:cNvPr>
              <p:cNvSpPr txBox="1"/>
              <p:nvPr/>
            </p:nvSpPr>
            <p:spPr>
              <a:xfrm>
                <a:off x="6617578" y="3598298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??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27DC4E-F5BF-285E-051B-F01F1BA61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578" y="3598298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912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0219-8885-1032-5B2C-6AFF1E84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00AA-D628-B33E-8F69-AA59C0DD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EFDFE-9ED3-086E-00F0-3C14E078BB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EFDFE-9ED3-086E-00F0-3C14E078B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4DFB17EE-9318-F37E-C932-CF1C9E03C40B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C8A505A-0ED6-EC9B-6E27-4528CE44A2F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0F88E72-F48D-6E85-8380-89EE4516D46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787A7BC-24DE-9C8F-965C-1B8F52D54351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8AE7A60-C872-352E-CB77-A2688994839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08612EB-6B92-D6C8-A671-D3C491CF6436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5D6F1A7-3BDE-909A-76B1-1A1B27E9D9AA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072D7C1-3FDB-7BFA-D286-E489074A23D5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1F290EC-8113-2CF9-BBF4-07706E3242EC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B62378A-484D-EAC5-4316-32D29EE36CAA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379CA8-063E-E02F-0DC4-643D6E4D03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8D5C332-8CEB-6768-7CE6-54D9EBB0AA2F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E6DAE16-FB3B-96AE-87F9-D1D3E69D2760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DAE43FA-BE38-D380-3798-829262B16777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D714B1E-0BC8-54B8-72D8-3ACA43BA4D02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DBD9998-DE71-48F1-EF56-EA8651CBB99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1434C3F-5344-7CBF-5EE6-EE135A321537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0A32E8F-060E-8CFE-57A5-DF9D3C166147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999DFDA-DF3E-1C1E-3233-4DDE2668F72D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E8F1F0C-6449-1B89-8900-489B1E2CB358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A649D77-1889-291E-1034-D6DC2A26967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28A227E-5D06-ACF4-686A-DFDAC0EA6EFE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91618E5-1F0D-61CA-9710-15FF7248AF1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3DEA797-E9F7-2FD2-606A-EABAB3D726CA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474C8EF-78BF-5F35-9C29-726F9AB5D3F9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38EE05E-F719-F56E-FAF0-57B50A24985F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06A198-3615-9D71-4DBD-C2D4E8F6E2A4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8E91849-27E7-4176-34A7-3B172D7E842E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223C94E-2F7C-07BC-33D2-D83AF0E9427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FC2893D-250B-CC00-7DD7-A3EE72EC7D74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CE22D46-45EC-56DF-80AF-0AF202D25A4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7502445-03E6-514A-D6BE-D2100F18AE06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715F4D-7A62-01D6-EDC0-CF23A78D7E9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2752A4D-98DC-1897-424E-10DD212AC661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72CB2FB-88C2-BB1E-BD81-5EDDFA2D825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58282BE-64BD-1F9D-9346-4F23C3EE059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BB46EC9-A3D9-2AB2-A7AF-D5F5A249176E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CD710F4-0E92-1560-56A7-0F13EE1511D0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4CF6D48-CC09-1482-3F8A-90CD69EBB048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B484B9A-579F-C305-8B93-1174AAA0DB45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97D3A68-D500-66E8-16EB-8AA4383AEE7D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0E01B28-25B0-0AE7-B847-20DA8FD9B74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78C90C-0BB9-1C3B-5CC6-18318168567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C6E068D-3C3E-F1F7-8AAD-CBB96F3B9BA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65FAB04-82CA-CD35-71EA-B4129447A1FC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51D4870-620A-3C59-BFC4-D509B444BAEF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73899AA-111D-F93D-91D0-63D77887B20F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CCAC996-144B-927A-8A24-C388F58C97A7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2CFEC65-3C40-C76B-E9B3-7322FD99A9AE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6FC8A24-0E8E-CC6A-E92A-02FFEF5613B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6546B88-294F-0805-AA0E-B58B83BCC57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FDF8E6-45A1-EC95-D8CF-5E6B9EDD244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E145766-7CFD-6135-B0F0-B6A18B8AC87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25CBFF7-387E-5993-F421-48F2A67C817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788A6F8-0DE7-0C65-F54B-296B08FC6195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EBFEE6D-36A0-F146-4A8D-BEC5549664C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65DC143-11E6-4875-E4DE-A867AED574CB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28C514E-FE25-B759-A295-3590B142B560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D532CC9-75C0-74F1-2274-CA7F9A8FBC5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76073B4-486B-5FC8-976D-434E3881C5E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3356DF2-5E0B-9C81-C815-76F3FCCC4E33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BE3C7C6-11F0-4DE3-2022-3ED65C5EFDA1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B7DBDB8-FDF4-D71D-9ECA-005A72A7A99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0CF189D-7C9D-9044-6804-68E6493A70B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DFA7CFE-5444-92DE-F107-9784C1BB6EEF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A459F7-707E-EE58-CF6B-BB4809992CCD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9A1A89-140A-D517-8C0C-CF37330BD7E2}"/>
              </a:ext>
            </a:extLst>
          </p:cNvPr>
          <p:cNvCxnSpPr>
            <a:cxnSpLocks/>
          </p:cNvCxnSpPr>
          <p:nvPr/>
        </p:nvCxnSpPr>
        <p:spPr>
          <a:xfrm>
            <a:off x="8848353" y="3782964"/>
            <a:ext cx="183053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CC41E-4F98-2483-A8AA-9AE7BE0E1EB1}"/>
                  </a:ext>
                </a:extLst>
              </p:cNvPr>
              <p:cNvSpPr txBox="1"/>
              <p:nvPr/>
            </p:nvSpPr>
            <p:spPr>
              <a:xfrm>
                <a:off x="6617578" y="3598298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CC41E-4F98-2483-A8AA-9AE7BE0E1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578" y="3598298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0404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356E-0C1D-68A7-2208-5D45522A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6757-305A-7A8B-8171-10F98CD7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B3575-F6F9-7663-925D-79D7BC01C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B3575-F6F9-7663-925D-79D7BC01C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9E07561C-5101-39E5-6E00-710DFF24F150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4F72676-A60B-73C5-EF3F-736B3460155E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6299A14-9118-E940-2D9A-34C7B3A618D7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42C64F-9EB4-545A-F3F0-2312D52BDC11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E406FD6-F3B6-A9B6-7AE4-7448CBC9C8B5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3CC0567-47B1-AA63-EDF7-912185B7294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CB962EC-BAAE-C3A6-4A10-1DEC09A02F9A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7C3BAC8-9020-47CA-80B2-CDD63741FBF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66322D9-180D-4A17-54FD-F98CD3F51729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81A22FF-390C-6EF9-32C3-1D00A56B58D0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DD4EF5-D382-85C7-50A4-26CC98D24117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5E050F-1139-A095-20AB-8F4BA3BE283C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25B97EF-A514-BD92-9A2F-6747182B990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28D4FD-084F-D3D4-04DC-8A866F8EB2C5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7BB49AF-BC6C-8E8C-11FB-77481F9B2E04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FFE803E-1E54-4AC9-A1A3-CDD9CFB465D8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A8AEB30-4014-3A2A-4F78-05F2A13489AD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4D001E-C1EA-1B63-3F42-5D8E1516B43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8078F0F-E8F7-95EC-46B7-284F69AD9911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205B12-D22A-D388-95FD-48E01D078E55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8E0C6BA-1914-8C93-070C-36125A2E417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2FAA8DC-A1E8-A5DC-CE77-D83D33973C85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CF8212E-5B76-9D7C-57F2-89E895EAE044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E52E0A8-AF32-AFCC-AE50-A9E34D587714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1C2D133-DAC5-9BEB-1D1C-88879E665475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1A6ED31-FFF9-EECE-119B-47774DAC4DBC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67C77E5-BC42-9162-3BC5-50908A39AD36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E34971B-16A9-F3E7-C76B-647A21E914C4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8FEAA41-91A3-F9C6-53C3-DCA1425C9A9F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448132C-4381-24C6-6399-D302A4B0D634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B21E630-F9F2-BE36-C6C3-A8975CF377D2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AF1674A-F733-672B-433E-CB40965DB01C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BA06C52-BB02-09CD-23F0-AD67D2F21B0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20E006F-4CDA-C7D0-F4A0-0162A4B0C06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1085B3-48D2-E795-5AB0-E42161C59E6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486A62E-8D59-E8E6-F8B6-A5BDB27456C7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8C64DAD-C618-BD29-5A35-CB5366FCF2DA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1F720EA-412D-7402-133E-C0B02A0032D3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8E33BCD-03AF-1C6C-29EA-3F0C4C104E90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01FAE20-9BA7-77AB-1D61-62ECD21A808E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D49C2E-988F-B139-6AAE-55593C3B6AAD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A41F0F4-DFEA-B672-781C-337CE5525E7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26DCDA9-A38D-67AC-9FF9-D32285FC277F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30C9131-9B2A-6E5F-3319-1027C6FDF9C7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D0B828B-1BA4-6E3A-A625-ED7D25E8B4B8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F7241BA-AE15-D61D-C4E0-E2E6EE1DCAC8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37630D7-79D0-64A6-0877-A0C3AD58117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4F7E124-75C2-C04E-EA45-05C68D9CD8CE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A1B98C6-E341-DF42-E24D-E00BD1DB2F52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AB09474-7606-F666-1F26-13554751BF1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0FD42DD-A87E-D311-207A-1B9CB4F91FBE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1D746EF-E692-6641-1CA5-854D98969E04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45FDD35-2638-0A05-8AF3-AE770A620A3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FA216AC-E766-0851-FE1B-148B2367019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0BA1258-0D81-31F8-4A57-D4251C2FF929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1F95B4E-3BB9-3364-BBB0-08F93E32F48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BE4F7FC-6ABF-CA9E-0820-B6ACEB1BB43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C190590-B119-3BBD-6221-FB9D945A7E02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0347F88-E49F-D5D8-4E6D-87C79201FDE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8092D02-E04E-E680-C958-1CAF22F9B5DC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10AFE31-25F4-B45D-2C6A-7E610A8B90AF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AE15139-B924-4577-DC18-F2D70D9FE4AD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73A35C4-8C8A-5532-5BC6-35B5C04F4C08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F2D28D6-2692-59C3-9CAE-CFFBDBFE9D9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A8D8E47-E9D0-1CE6-7B83-7AE20EE29E4A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47B3DF-A7B4-CAAC-1380-5A6A768C200C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BA180F-FE89-B71A-0A0A-F226AE117905}"/>
              </a:ext>
            </a:extLst>
          </p:cNvPr>
          <p:cNvCxnSpPr>
            <a:cxnSpLocks/>
          </p:cNvCxnSpPr>
          <p:nvPr/>
        </p:nvCxnSpPr>
        <p:spPr>
          <a:xfrm>
            <a:off x="8848353" y="3782964"/>
            <a:ext cx="183053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FB4CFD-B056-C687-B1CB-476E19BD97E9}"/>
              </a:ext>
            </a:extLst>
          </p:cNvPr>
          <p:cNvCxnSpPr>
            <a:cxnSpLocks/>
          </p:cNvCxnSpPr>
          <p:nvPr/>
        </p:nvCxnSpPr>
        <p:spPr>
          <a:xfrm flipH="1">
            <a:off x="8059783" y="5102313"/>
            <a:ext cx="193330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FC7FE-505D-454C-4585-25E76B5D6704}"/>
                  </a:ext>
                </a:extLst>
              </p:cNvPr>
              <p:cNvSpPr txBox="1"/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FC7FE-505D-454C-4585-25E76B5D6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1043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8E01-5B64-8827-1F8D-03BC085C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4D8D-5328-215A-E113-6257D778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8C20C-8677-A2AF-2A74-6BA449E216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8C20C-8677-A2AF-2A74-6BA449E216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6A444FE8-D6BC-C4E3-4DA5-C9CA4C1534C7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E019617-9BE7-772B-6D0B-33A143E3A7C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E0F291E-327C-8706-8EB2-B56E3A6A2478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148167D-4127-B087-384E-05104555DB2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7562970-CF1C-127D-8764-79152C446079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70867E9-84C1-5005-9FA8-64F32D78503B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E1E144-EAE7-C5AA-D439-4AC63C384D9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7FF1731-7691-DD57-D6C9-9AFD87B2B804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DC094D2-F37F-83ED-7843-7C40D0FE1DE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138F93B-BD68-64C8-878D-E3E61FADA63B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638B41F-4EAD-FE46-7F68-3EA08B03CD4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5E44651-01F1-482A-9E4F-95C7F8152F2E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03D431E-FC65-7DD2-4137-F59D8C15C13B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D91BC1C-8DCD-513E-A659-390EA901415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C5BB8B-A58A-47C2-1978-C1A8DB12395D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CFFA3B9-862F-4415-C3C4-45FD18C761C3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984C62D-3D23-2666-B751-D68A006C86CF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0CE0CE7-CC0D-C3E5-FC5A-ED5EAF6AC6A9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363C94-5893-ACCF-F17E-507AF19B9DCE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3736F88-E92F-1483-90A7-7850D1020507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C6F5E17-9011-6F4D-D4F4-891EF0E818DA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63EEC96-B7EC-537B-F4A4-CD34E1B8E842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F65B228-2D79-92D4-F3E3-E8215E69D129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F2FB50A-FA07-59D3-FA5B-5D99E0963DFB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56DF13C-7AEB-3E8F-7843-AB8DEC18EB6F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7732BF6-622D-4472-9893-A31865F67B6E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F5D2BC4-32D2-DB6A-685C-3A9ACD322EA5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744134D-7154-7A41-30F3-C517F63485BD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A5FDFD5-3A3D-6F17-832D-A064A257802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0DD4FB3-D9FE-0DA2-887B-EABF6CF21290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97A52A6-FEDF-A44C-832A-091C579DAA80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C52D1B3-DCBF-ACD9-3B75-EDD95EC36377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0CB91A9-2D56-AC3F-E036-EC8F9FBECCE8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41495BE-38AB-AF63-E3AB-6F29E0793C2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FD2FFA8-839A-0197-2CD7-62279024F148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2C8BEB6-DCE5-C8F0-573C-DB828CAB2220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5AB2E02-6CF0-5281-37FC-ADFD853396B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77C3587-2FB0-B9B2-4FAC-7E903E3CEB58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B4F5519-F368-1C8F-F7AB-860989B5567C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D84BEDD-903F-15EC-1893-AF7016D3AE6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AF819BF-5B7F-9B72-7F76-9B52F5F942E8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EABA598-0E55-A1B1-AC62-78B42ECC9E9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79475B-6593-211C-B02C-841BCF24126E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5E71699-700D-8FBC-3150-6F470D98F180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D35D19F-3144-A454-F4DD-7E0509B992B3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4770645-D494-E1A3-166E-A881FF2D15E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C95C58B-BB89-F99B-BE1E-EB8941EE5F23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223DB4E-0E2B-797B-353F-8022609AA4BF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FD02089-BE25-EC24-2031-9054EE9AED0A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D19A7E4-AFA6-7E46-88B9-08766504646B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FFF2659-F261-167A-B26E-E43A587865A1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B7FD403-3F4A-DE21-3E40-6640011D1B7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7E75D41-D896-854C-24EC-B4A3FACE7596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8B9E216-7D85-0E17-0718-68EFF0494B37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E10C62-F804-220F-C72A-AE6FE0C38D8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A1B9C6B-9B76-FBED-8C00-BA3394E160F2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F957455-E326-053E-EBEB-E8DC2FF62521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4BC0052-DF18-EF8A-07AE-D76F66960587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4656685-037C-798C-EB60-D6EA4C89AAC2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997D88-9E40-216A-A8FF-953984726A5F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619CFD4-6998-95B1-17A4-208FFC1AD84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55C11A0-8384-91AE-83BA-C120DBF3E12A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36CF2F5-700F-3C87-1011-549C15C1AF73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9254197-5C3A-C5A5-A3C1-0CEAACD3B213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FF58C01-68DE-B2F6-76B0-DE52BEB09614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0C9215-4D10-B391-93B5-0792B3B269B3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C60903-332C-F068-802F-105D315BFB24}"/>
              </a:ext>
            </a:extLst>
          </p:cNvPr>
          <p:cNvCxnSpPr>
            <a:cxnSpLocks/>
          </p:cNvCxnSpPr>
          <p:nvPr/>
        </p:nvCxnSpPr>
        <p:spPr>
          <a:xfrm>
            <a:off x="8848353" y="3782964"/>
            <a:ext cx="183053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C50A66-552E-82D6-4F9E-48563FAD0443}"/>
              </a:ext>
            </a:extLst>
          </p:cNvPr>
          <p:cNvCxnSpPr>
            <a:cxnSpLocks/>
          </p:cNvCxnSpPr>
          <p:nvPr/>
        </p:nvCxnSpPr>
        <p:spPr>
          <a:xfrm flipH="1">
            <a:off x="8071758" y="5994942"/>
            <a:ext cx="2697842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B3C07-6EB1-1F88-4099-16CD4725A348}"/>
                  </a:ext>
                </a:extLst>
              </p:cNvPr>
              <p:cNvSpPr txBox="1"/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B3C07-6EB1-1F88-4099-16CD4725A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3067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6198-B4E9-E828-CC50-BAC16B92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0E8F-332F-3110-F0F9-5419F935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FC635-E564-607E-12D7-7E7E548AE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is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,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Bandwidth = 7</a:t>
                </a:r>
              </a:p>
              <a:p>
                <a:r>
                  <a:rPr lang="en-US" dirty="0"/>
                  <a:t>Procedure:</a:t>
                </a:r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such that all elements outside the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0.</a:t>
                </a:r>
              </a:p>
              <a:p>
                <a:pPr lvl="1"/>
                <a:r>
                  <a:rPr lang="en-US" dirty="0"/>
                  <a:t>Maximum across all the rows is the bandwidth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FC635-E564-607E-12D7-7E7E548AE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57209" cy="5257346"/>
              </a:xfrm>
              <a:blipFill>
                <a:blip r:embed="rId2"/>
                <a:stretch>
                  <a:fillRect l="-1556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E62D27B-1835-BBF3-34EB-06D1DAF62484}"/>
              </a:ext>
            </a:extLst>
          </p:cNvPr>
          <p:cNvGrpSpPr/>
          <p:nvPr/>
        </p:nvGrpSpPr>
        <p:grpSpPr>
          <a:xfrm>
            <a:off x="7898068" y="2676298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E32113E-9CDE-01CB-62C3-BE491E95BED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6AAFEEE-FA8A-4A43-0689-E47E70AC5DF9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D53E2A6-0193-CC83-D616-CCBE7065A25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FC201F1-41A5-9D21-66BD-6D39FC5DC7B4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138562A-91A8-2CEF-A1A2-5578CCB8A84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6BDEE5A-07EA-B5F5-3AE6-D9CFB3353CF9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463A885-B637-ACC7-C2E8-732AAC567D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342DDC8-14A0-E2BC-AF45-318005A6CE2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3B1EF88-CAB1-BA53-3614-AA5504A2EC0C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7F1A176-791D-1F71-BAB7-6ADE9808CD3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CF3974B-5B6D-C739-31B6-AED443194BF1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712B948-E8B0-D697-BAF8-11B450A9CC81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930B2C5-FC97-2E99-ACBB-746CCD383E61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7AAD7-3FEB-D95A-00C9-2FC0D5C56E0E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3121AC0-D095-4544-9BE4-DA57FEE47B01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3B9D056-7542-4C54-6794-24AEB4E0E57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D1C141E-5D61-0EFA-EAC2-43C0D0EFF3EB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F231738-E512-F44B-271D-2F81BC9138B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6E90C3C-EB8C-A687-1AD1-03CE6E87F005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5F16603-2845-548C-7C4E-2CD8209CBC8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5212BA5-8000-D04A-1E45-79909110A95E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5E52945-AB0C-25DD-1677-8BEB0D43C7A5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EE2F809-993F-5A0B-98B2-F11CA6AB8DC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7601276-2E88-7513-D7BE-DCE625B85A88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B95701C-6E5D-B746-F614-02A7E3A20695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9C5A05C-B78F-D83F-9147-81E5CAB3CCED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3137EAB-C27A-AB4F-B6B0-33AFC29FA270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FD0568-C45B-9486-D79D-51B2E36B975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523BF5B-1F71-17C7-82D5-97D73147AB3B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2C11E2-D3D2-C329-DD9A-0C344477D95F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774F67D-EB37-AC7D-277B-83B11DA10AD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6883641-FB34-7814-C0C7-1EFBBE552F3B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3BB75D2-B20B-CB4C-BABE-970FB8DC190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AA50C99-1A7A-E6CC-BAA5-F3F20CED556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0C272D0-2172-0525-BC06-9DB574D2E54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1F8CC75-D943-D934-F868-ABBD33A0E06C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B07D6E0-8D3C-1B98-4893-40D2AE303449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F36F392-A4C9-56FA-CA83-C159CECB112C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E858FC98-AD60-D2D1-EA4C-DDD70B19BF72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0DF6EAF-AC2C-44CB-DEED-447FB870174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EF7C616-2B01-DEED-9573-90DB85FDFCB2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E91B03C-C927-4462-DA33-5523D1EDCE9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7218A50-560E-FECA-8F02-BC364260CC4F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415799-F45B-6D5A-571C-4E949AC5AD46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A36EB58-D94F-166F-B72F-59329850EE0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CA8FC7C-BFAD-17A9-C28D-481BD65A517B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B364229-FD03-DED2-2D23-7CF7863267D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734BD87-BD6B-30B4-76FD-C383D3ADE470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F4B8642-04BA-A53E-17AF-6A5D74B7294F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8FFA6F-5806-63F2-B961-61942A8DD9B1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8B0E478-CFFA-B9F1-5DAD-03246E816E5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F5A28D5-D34E-E940-D10B-DED875F0A8CD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AC3D4D2-57F6-2F91-5685-0137B1AD3FC6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EA26942-21C9-7F4E-43DC-81ABEAA553CC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063CD4D-7945-7CFF-47E5-2E50E3875C0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D9A3051-98FF-11EC-08DA-7C106E643B6B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3F8F283-19D1-44B9-FCB2-21A09ACD487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4662B82-E25E-340A-FBA4-707CD40A54F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225C044-3D42-EF52-1A37-42341C4BC6DF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6AB3C63-FDE3-0FD1-1EFF-475AF1B2AAFF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FBF84E5-36FB-A600-4BD4-CBC6038E92E0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49C039F-715B-65CA-942A-83977FD68C6E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F3DD13F-DECB-9AE3-5342-76C65EE2384A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92E776E-3F5B-9FF2-083C-223E9AD006A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2B4BA2-7B4E-C644-DA83-F1E8BB2DF41E}"/>
              </a:ext>
            </a:extLst>
          </p:cNvPr>
          <p:cNvCxnSpPr/>
          <p:nvPr/>
        </p:nvCxnSpPr>
        <p:spPr>
          <a:xfrm>
            <a:off x="8088125" y="2894690"/>
            <a:ext cx="380114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8A82B3-8211-6E2C-9ED8-BC424EF0CC77}"/>
              </a:ext>
            </a:extLst>
          </p:cNvPr>
          <p:cNvCxnSpPr>
            <a:cxnSpLocks/>
          </p:cNvCxnSpPr>
          <p:nvPr/>
        </p:nvCxnSpPr>
        <p:spPr>
          <a:xfrm>
            <a:off x="8848353" y="3782964"/>
            <a:ext cx="1830533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9FDA41-CCCB-9D68-A4D3-2AD30A4EB0E2}"/>
              </a:ext>
            </a:extLst>
          </p:cNvPr>
          <p:cNvCxnSpPr>
            <a:cxnSpLocks/>
          </p:cNvCxnSpPr>
          <p:nvPr/>
        </p:nvCxnSpPr>
        <p:spPr>
          <a:xfrm flipH="1">
            <a:off x="8071758" y="5994942"/>
            <a:ext cx="2697842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39E7A-A556-56CC-0508-4ACB4D5A4A83}"/>
                  </a:ext>
                </a:extLst>
              </p:cNvPr>
              <p:cNvSpPr txBox="1"/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39E7A-A556-56CC-0508-4ACB4D5A4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621" y="4641826"/>
                <a:ext cx="102571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5617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2370-A4E2-4519-972F-BD8AB084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– After Reordering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18AAD-BF67-75EB-BB2D-A2405AE211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365604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 For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entries denoted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Bandwidth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number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s</m:t>
                    </m:r>
                    <m:r>
                      <m:rPr>
                        <m:nor/>
                      </m:rPr>
                      <a:rPr lang="en-US" dirty="0" err="1"/>
                      <m:t>.</m:t>
                    </m:r>
                    <m:r>
                      <m:rPr>
                        <m:nor/>
                      </m:rPr>
                      <a:rPr lang="en-US" dirty="0" err="1"/>
                      <m:t>t</m:t>
                    </m:r>
                    <m:r>
                      <m:rPr>
                        <m:nor/>
                      </m:rPr>
                      <a:rPr lang="en-US" dirty="0" err="1"/>
                      <m:t>. :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 , 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Bandwidth = 3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18AAD-BF67-75EB-BB2D-A2405AE21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3656045"/>
              </a:xfrm>
              <a:blipFill>
                <a:blip r:embed="rId2"/>
                <a:stretch>
                  <a:fillRect l="-1043" t="-2667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C8E8CF6-1A02-971E-C275-86D9EC6DFE16}"/>
                  </a:ext>
                </a:extLst>
              </p:cNvPr>
              <p:cNvSpPr txBox="1"/>
              <p:nvPr/>
            </p:nvSpPr>
            <p:spPr>
              <a:xfrm>
                <a:off x="6790621" y="5767512"/>
                <a:ext cx="10257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C8E8CF6-1A02-971E-C275-86D9EC6DF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621" y="5767512"/>
                <a:ext cx="10257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86EA301-E354-A4D9-F4F2-F45016A4957F}"/>
              </a:ext>
            </a:extLst>
          </p:cNvPr>
          <p:cNvGrpSpPr/>
          <p:nvPr/>
        </p:nvGrpSpPr>
        <p:grpSpPr>
          <a:xfrm>
            <a:off x="8454101" y="2642572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90EE1B-99AF-0B91-3FDA-6E7BEE1B853B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1DA13E-95F3-A5AE-ED9C-31AC91D06EE5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6308ED-99C0-D609-FC59-969D9FA4A866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32D151-857F-3685-A273-1C8E42102BC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0FEB78-C8D8-14E1-585C-9A2AEA800FA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8D9253-3563-ED44-EE88-4381ABBD28E6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337B32-EEC3-3542-138E-0C8DABE180A8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600DB5-EBE9-92B9-909B-59C9EF1E900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EE4A9D-690F-1A80-B79D-843072FFF9F7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CC20599-C97D-67BA-02CB-F692762FDF1B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2A48CD-B995-38BE-4F93-A2970ED98C53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87D30E-F93F-2AD8-03F3-71D58AE8BC9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12D946-571B-9352-8ADD-D52A1FBF993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2781B90-C5A6-4C87-4897-E268DCC3C17D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4581AE-7E69-3544-6776-696F89078C86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E85089-9071-240F-9047-705F90C9CF0C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0EF4FD-D9C0-2566-40ED-EB7F7F62750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1480FB-3F3F-0EA8-1B4A-2F32BF41E3AC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11C274-C381-E6F4-5C8A-86AFB81B2632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C02533-436D-0E0D-E419-5EAF45688017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8AC71DF-4B7B-E02F-ED92-BF3F0C54B30A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3F1611-9920-7F69-937D-EEFCCE069C7C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8D2CD1-B8DF-1E2E-CC41-5304F996B504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7DD7289-1CBF-8160-F054-2F7EFFC1BA35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171B46-DCD2-9F24-6744-FB6B38C5D379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63F199-2D45-44FC-0334-075A085E7A5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B3B5185-2349-9ABA-D457-22F4C8075800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F9713D-B473-ECD2-3359-B76021B3170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424EEE-CA66-FBB6-0716-69AE1B4E19D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DB64FB4-C110-A76F-08BC-0C07D04CF229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C05FFF2-6FF8-F813-FC5A-19936DBEAC2F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139D9F-CE82-1C3F-9847-B7A148D55B83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C1023C-C2F8-4EB3-656E-1AEB3B38372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D1002B-FDA2-A1F3-CE0D-D225209D573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0A9F04-B756-FCF2-6DF6-8E8035D56900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1AA5189-4277-23EE-8A78-2846CD10170A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6941BCC-DFC5-7BBF-F50D-CE5036E19A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1F662CD-17BF-6962-8B0B-8E70862249EC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BB7E8AB-1207-4997-A35E-8ADEA37AB1D3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0BF76F8-1F25-AA41-6934-519B79959FFE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5DBD654-9C32-95F9-4042-2C48DEF24EDE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257FC6B-DB9B-D125-3366-07ED1ADEB751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C326A9F-36BE-8F1C-F1AD-1E5E2713C179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A81501-0216-B736-2C68-9E718B1BE5B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AFDC11F-0002-F00A-2AD6-051DC4465F6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DCEDC68-2E9A-7289-36DC-3E3B7A3368F2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7760C0E-8594-6871-5966-332C8AFBEB7A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5B40831-5B6E-A803-ADB8-F5D18466DCD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193C91A-8686-F62A-7488-6684F0DC8C0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1C68C8-AD27-AADD-F007-4F7812FFE194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FDEAFC-425D-561A-C238-CBFD13E5410B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385985E-C172-E9C0-789E-91AAC7947E51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CF22DF-DD6D-8024-CBCC-AB5D7599547B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9E02F55-BE6B-AA85-C496-AA18A82EDB0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56A6C6A-ED9A-97E5-1A70-1F7ACFCB09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692A097-28DF-D15C-8ADC-2920CC2E2797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E3CFA39-DD13-A967-241F-8CFEEBB1646F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EBAD9D8-9FE2-00D6-E49A-94855C4E52F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DDB8509-6590-FF71-BA2E-8E8EC947FFE2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659CEC-4FC2-823D-149A-34C5E081E29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CB77CB7-BC59-F001-F33F-FADF45D3B143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90F04EF-4FAE-6E6B-186D-015C4D240F6D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938CA31-C208-0FF0-B043-ABCC157DB242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CF9A2A6-59C2-E103-E14C-F9E315482A53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2AEBBA6-2301-FCDF-173F-C693D59C93B2}"/>
              </a:ext>
            </a:extLst>
          </p:cNvPr>
          <p:cNvCxnSpPr>
            <a:cxnSpLocks/>
          </p:cNvCxnSpPr>
          <p:nvPr/>
        </p:nvCxnSpPr>
        <p:spPr>
          <a:xfrm flipH="1">
            <a:off x="10117183" y="5918452"/>
            <a:ext cx="123661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10758B1-B5B8-4B2E-D3FA-71EC3707A933}"/>
              </a:ext>
            </a:extLst>
          </p:cNvPr>
          <p:cNvSpPr txBox="1"/>
          <p:nvPr/>
        </p:nvSpPr>
        <p:spPr>
          <a:xfrm>
            <a:off x="725714" y="5573486"/>
            <a:ext cx="3969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lower bandwidth is being used as a proxy for better packing</a:t>
            </a:r>
          </a:p>
        </p:txBody>
      </p:sp>
    </p:spTree>
    <p:extLst>
      <p:ext uri="{BB962C8B-B14F-4D97-AF65-F5344CB8AC3E}">
        <p14:creationId xmlns:p14="http://schemas.microsoft.com/office/powerpoint/2010/main" val="23335495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B7EB-72E5-3E64-279C-CEB2AF4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Vertex </a:t>
            </a:r>
            <a:r>
              <a:rPr lang="en-US" dirty="0" err="1"/>
              <a:t>Relabling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95C1C9-6F3A-A745-16A3-AD5981B98B8E}"/>
              </a:ext>
            </a:extLst>
          </p:cNvPr>
          <p:cNvSpPr/>
          <p:nvPr/>
        </p:nvSpPr>
        <p:spPr>
          <a:xfrm>
            <a:off x="894805" y="1828800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873867-A990-BD21-FBEA-7EE7EA53E1CF}"/>
              </a:ext>
            </a:extLst>
          </p:cNvPr>
          <p:cNvSpPr/>
          <p:nvPr/>
        </p:nvSpPr>
        <p:spPr>
          <a:xfrm>
            <a:off x="894805" y="304582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D29C3C-F362-BC82-F287-EBB8344770CF}"/>
              </a:ext>
            </a:extLst>
          </p:cNvPr>
          <p:cNvSpPr/>
          <p:nvPr/>
        </p:nvSpPr>
        <p:spPr>
          <a:xfrm>
            <a:off x="2262051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788A06-087A-8C71-0025-D5CCBF2A0749}"/>
              </a:ext>
            </a:extLst>
          </p:cNvPr>
          <p:cNvSpPr/>
          <p:nvPr/>
        </p:nvSpPr>
        <p:spPr>
          <a:xfrm>
            <a:off x="3426822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9D5BFE-EB18-0D97-5570-F4EE9D425D85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1446723" y="2324968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376D96-3D7B-E54A-9E84-E4FAE79E928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41417" y="2711632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F87FF1-1EC9-54D4-8CD0-2CAEECF9F17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08663" y="2691327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273B8A-C5D2-8F7D-6AD1-03348357C6AF}"/>
              </a:ext>
            </a:extLst>
          </p:cNvPr>
          <p:cNvSpPr/>
          <p:nvPr/>
        </p:nvSpPr>
        <p:spPr>
          <a:xfrm>
            <a:off x="6751320" y="1744649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8B635E-D0C5-1D74-CCF6-F7A8AF11BEB7}"/>
              </a:ext>
            </a:extLst>
          </p:cNvPr>
          <p:cNvSpPr/>
          <p:nvPr/>
        </p:nvSpPr>
        <p:spPr>
          <a:xfrm>
            <a:off x="6751320" y="296167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D7D46B-CF6A-29B1-22DC-4C46FFCE055F}"/>
              </a:ext>
            </a:extLst>
          </p:cNvPr>
          <p:cNvSpPr/>
          <p:nvPr/>
        </p:nvSpPr>
        <p:spPr>
          <a:xfrm>
            <a:off x="8118566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A572B5-17E8-8059-163F-EDD23640053A}"/>
              </a:ext>
            </a:extLst>
          </p:cNvPr>
          <p:cNvSpPr/>
          <p:nvPr/>
        </p:nvSpPr>
        <p:spPr>
          <a:xfrm>
            <a:off x="9283337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CADBB-57EF-C55B-212A-C05F752F2609}"/>
              </a:ext>
            </a:extLst>
          </p:cNvPr>
          <p:cNvCxnSpPr>
            <a:cxnSpLocks/>
            <a:stCxn id="15" idx="5"/>
            <a:endCxn id="17" idx="2"/>
          </p:cNvCxnSpPr>
          <p:nvPr/>
        </p:nvCxnSpPr>
        <p:spPr>
          <a:xfrm>
            <a:off x="7303238" y="2240817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60DFE6-5438-357F-F9B3-4890C2845F9D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7397932" y="2627481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61D971-E4B4-94D9-C4BE-C4C5D8BB936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765178" y="2607176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C0CB0-4AD3-9BBA-3EA9-29BF7BF36C5B}"/>
              </a:ext>
            </a:extLst>
          </p:cNvPr>
          <p:cNvSpPr/>
          <p:nvPr/>
        </p:nvSpPr>
        <p:spPr>
          <a:xfrm>
            <a:off x="154141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9F80C6-FFED-5C5B-41DC-B09BEFEFA281}"/>
              </a:ext>
            </a:extLst>
          </p:cNvPr>
          <p:cNvSpPr/>
          <p:nvPr/>
        </p:nvSpPr>
        <p:spPr>
          <a:xfrm>
            <a:off x="1918872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7AB1CC-F0E4-0EF8-96B4-0C2ACFD322FA}"/>
              </a:ext>
            </a:extLst>
          </p:cNvPr>
          <p:cNvSpPr/>
          <p:nvPr/>
        </p:nvSpPr>
        <p:spPr>
          <a:xfrm>
            <a:off x="2298986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07A27-A0BD-22E0-BCE6-7FFB322E18AC}"/>
              </a:ext>
            </a:extLst>
          </p:cNvPr>
          <p:cNvSpPr/>
          <p:nvPr/>
        </p:nvSpPr>
        <p:spPr>
          <a:xfrm>
            <a:off x="267644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CD5C8-4CC4-0E01-6BF8-91A44AEFA4B3}"/>
              </a:ext>
            </a:extLst>
          </p:cNvPr>
          <p:cNvSpPr/>
          <p:nvPr/>
        </p:nvSpPr>
        <p:spPr>
          <a:xfrm>
            <a:off x="1541417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C6CE8-D910-CC7D-5E29-D5A11B596575}"/>
              </a:ext>
            </a:extLst>
          </p:cNvPr>
          <p:cNvSpPr/>
          <p:nvPr/>
        </p:nvSpPr>
        <p:spPr>
          <a:xfrm>
            <a:off x="191887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734E52-BFAB-5D44-9A08-70867F9A45A4}"/>
              </a:ext>
            </a:extLst>
          </p:cNvPr>
          <p:cNvSpPr/>
          <p:nvPr/>
        </p:nvSpPr>
        <p:spPr>
          <a:xfrm>
            <a:off x="229898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D3830B-F1C5-9B02-F93B-6C2A585F24B2}"/>
              </a:ext>
            </a:extLst>
          </p:cNvPr>
          <p:cNvSpPr/>
          <p:nvPr/>
        </p:nvSpPr>
        <p:spPr>
          <a:xfrm>
            <a:off x="2676441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1E1DDB-FEE1-9FFA-7EB0-559FBB8E818F}"/>
              </a:ext>
            </a:extLst>
          </p:cNvPr>
          <p:cNvSpPr/>
          <p:nvPr/>
        </p:nvSpPr>
        <p:spPr>
          <a:xfrm>
            <a:off x="1541263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6585CA-FE5B-387F-E452-22AE4B7C23BF}"/>
              </a:ext>
            </a:extLst>
          </p:cNvPr>
          <p:cNvSpPr/>
          <p:nvPr/>
        </p:nvSpPr>
        <p:spPr>
          <a:xfrm>
            <a:off x="191871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0D3592-F9B4-BA25-45A7-8A172A04E71A}"/>
              </a:ext>
            </a:extLst>
          </p:cNvPr>
          <p:cNvSpPr/>
          <p:nvPr/>
        </p:nvSpPr>
        <p:spPr>
          <a:xfrm>
            <a:off x="229883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2A069C-5C59-5EB4-EE40-0FD81C7E38FE}"/>
              </a:ext>
            </a:extLst>
          </p:cNvPr>
          <p:cNvSpPr/>
          <p:nvPr/>
        </p:nvSpPr>
        <p:spPr>
          <a:xfrm>
            <a:off x="2676287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7D0475-5521-D218-83C1-679DA606D622}"/>
              </a:ext>
            </a:extLst>
          </p:cNvPr>
          <p:cNvSpPr/>
          <p:nvPr/>
        </p:nvSpPr>
        <p:spPr>
          <a:xfrm>
            <a:off x="154126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5851DA-41F5-D7F1-2A08-54F048D114CC}"/>
              </a:ext>
            </a:extLst>
          </p:cNvPr>
          <p:cNvSpPr/>
          <p:nvPr/>
        </p:nvSpPr>
        <p:spPr>
          <a:xfrm>
            <a:off x="1918718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68D7DF-4951-E180-955F-D802A75A9E66}"/>
              </a:ext>
            </a:extLst>
          </p:cNvPr>
          <p:cNvSpPr/>
          <p:nvPr/>
        </p:nvSpPr>
        <p:spPr>
          <a:xfrm>
            <a:off x="2298832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391D7-8376-C2FB-8906-C73A686AFC6E}"/>
              </a:ext>
            </a:extLst>
          </p:cNvPr>
          <p:cNvSpPr/>
          <p:nvPr/>
        </p:nvSpPr>
        <p:spPr>
          <a:xfrm>
            <a:off x="267628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1B91CA-74E1-92C5-5EDB-627D9FCB8038}"/>
              </a:ext>
            </a:extLst>
          </p:cNvPr>
          <p:cNvSpPr/>
          <p:nvPr/>
        </p:nvSpPr>
        <p:spPr>
          <a:xfrm>
            <a:off x="809228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96D7DE-40D6-B1C1-2736-789A7EB1E486}"/>
              </a:ext>
            </a:extLst>
          </p:cNvPr>
          <p:cNvSpPr/>
          <p:nvPr/>
        </p:nvSpPr>
        <p:spPr>
          <a:xfrm>
            <a:off x="8469742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8DCC1-7EAE-4D8D-EC99-6261E39605AF}"/>
              </a:ext>
            </a:extLst>
          </p:cNvPr>
          <p:cNvSpPr/>
          <p:nvPr/>
        </p:nvSpPr>
        <p:spPr>
          <a:xfrm>
            <a:off x="8849856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C0C62B-0FBD-1AE1-9C7F-1D238A9927FE}"/>
              </a:ext>
            </a:extLst>
          </p:cNvPr>
          <p:cNvSpPr/>
          <p:nvPr/>
        </p:nvSpPr>
        <p:spPr>
          <a:xfrm>
            <a:off x="922731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9F35A2-F2F7-10B4-DEF1-E23FA5664BB0}"/>
              </a:ext>
            </a:extLst>
          </p:cNvPr>
          <p:cNvSpPr/>
          <p:nvPr/>
        </p:nvSpPr>
        <p:spPr>
          <a:xfrm>
            <a:off x="8092287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9723B1-8D38-8B73-BF0E-F44118ECDDF3}"/>
              </a:ext>
            </a:extLst>
          </p:cNvPr>
          <p:cNvSpPr/>
          <p:nvPr/>
        </p:nvSpPr>
        <p:spPr>
          <a:xfrm>
            <a:off x="846974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E35005-F98A-72EA-8C3A-7401D71E4D52}"/>
              </a:ext>
            </a:extLst>
          </p:cNvPr>
          <p:cNvSpPr/>
          <p:nvPr/>
        </p:nvSpPr>
        <p:spPr>
          <a:xfrm>
            <a:off x="884985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0A9DF8-1CE0-D9D8-C67A-0B5A2D52452B}"/>
              </a:ext>
            </a:extLst>
          </p:cNvPr>
          <p:cNvSpPr/>
          <p:nvPr/>
        </p:nvSpPr>
        <p:spPr>
          <a:xfrm>
            <a:off x="9227311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CFD3AD-48B8-D9F0-C444-DD9D9E1DC90A}"/>
              </a:ext>
            </a:extLst>
          </p:cNvPr>
          <p:cNvSpPr/>
          <p:nvPr/>
        </p:nvSpPr>
        <p:spPr>
          <a:xfrm>
            <a:off x="8092133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7317CB-9288-43BC-7E49-FE69F6D52F18}"/>
              </a:ext>
            </a:extLst>
          </p:cNvPr>
          <p:cNvSpPr/>
          <p:nvPr/>
        </p:nvSpPr>
        <p:spPr>
          <a:xfrm>
            <a:off x="846958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690CC9-DD9A-CDC5-F7A5-D676C3551711}"/>
              </a:ext>
            </a:extLst>
          </p:cNvPr>
          <p:cNvSpPr/>
          <p:nvPr/>
        </p:nvSpPr>
        <p:spPr>
          <a:xfrm>
            <a:off x="884970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2E4E28-850E-5A32-6616-5A28B1828533}"/>
              </a:ext>
            </a:extLst>
          </p:cNvPr>
          <p:cNvSpPr/>
          <p:nvPr/>
        </p:nvSpPr>
        <p:spPr>
          <a:xfrm>
            <a:off x="9227157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65DBE0-C3F4-D8E0-BA28-13F16AB32A59}"/>
              </a:ext>
            </a:extLst>
          </p:cNvPr>
          <p:cNvSpPr/>
          <p:nvPr/>
        </p:nvSpPr>
        <p:spPr>
          <a:xfrm>
            <a:off x="809213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12B5C6-4945-C19E-3984-847C2A80B7F2}"/>
              </a:ext>
            </a:extLst>
          </p:cNvPr>
          <p:cNvSpPr/>
          <p:nvPr/>
        </p:nvSpPr>
        <p:spPr>
          <a:xfrm>
            <a:off x="8469588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CEEBA9-C7B8-BE08-80D3-6EB93762DC87}"/>
              </a:ext>
            </a:extLst>
          </p:cNvPr>
          <p:cNvSpPr/>
          <p:nvPr/>
        </p:nvSpPr>
        <p:spPr>
          <a:xfrm>
            <a:off x="8849702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271A49-9635-3C20-7C73-36E332DD5A95}"/>
              </a:ext>
            </a:extLst>
          </p:cNvPr>
          <p:cNvSpPr/>
          <p:nvPr/>
        </p:nvSpPr>
        <p:spPr>
          <a:xfrm>
            <a:off x="922715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740CC-B1E2-913D-042F-0AE8DF6AB2E5}"/>
              </a:ext>
            </a:extLst>
          </p:cNvPr>
          <p:cNvSpPr txBox="1"/>
          <p:nvPr/>
        </p:nvSpPr>
        <p:spPr>
          <a:xfrm>
            <a:off x="3788229" y="4271554"/>
            <a:ext cx="3609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how the adjacency matrix changes with the reordering of the vertices</a:t>
            </a:r>
          </a:p>
        </p:txBody>
      </p:sp>
    </p:spTree>
    <p:extLst>
      <p:ext uri="{BB962C8B-B14F-4D97-AF65-F5344CB8AC3E}">
        <p14:creationId xmlns:p14="http://schemas.microsoft.com/office/powerpoint/2010/main" val="33650702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B7EB-72E5-3E64-279C-CEB2AF4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Vertex </a:t>
            </a:r>
            <a:r>
              <a:rPr lang="en-US" dirty="0" err="1"/>
              <a:t>Relabling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95C1C9-6F3A-A745-16A3-AD5981B98B8E}"/>
              </a:ext>
            </a:extLst>
          </p:cNvPr>
          <p:cNvSpPr/>
          <p:nvPr/>
        </p:nvSpPr>
        <p:spPr>
          <a:xfrm>
            <a:off x="894805" y="1828800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873867-A990-BD21-FBEA-7EE7EA53E1CF}"/>
              </a:ext>
            </a:extLst>
          </p:cNvPr>
          <p:cNvSpPr/>
          <p:nvPr/>
        </p:nvSpPr>
        <p:spPr>
          <a:xfrm>
            <a:off x="894805" y="304582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D29C3C-F362-BC82-F287-EBB8344770CF}"/>
              </a:ext>
            </a:extLst>
          </p:cNvPr>
          <p:cNvSpPr/>
          <p:nvPr/>
        </p:nvSpPr>
        <p:spPr>
          <a:xfrm>
            <a:off x="2262051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788A06-087A-8C71-0025-D5CCBF2A0749}"/>
              </a:ext>
            </a:extLst>
          </p:cNvPr>
          <p:cNvSpPr/>
          <p:nvPr/>
        </p:nvSpPr>
        <p:spPr>
          <a:xfrm>
            <a:off x="3426822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9D5BFE-EB18-0D97-5570-F4EE9D425D85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1446723" y="2324968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376D96-3D7B-E54A-9E84-E4FAE79E928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41417" y="2711632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F87FF1-1EC9-54D4-8CD0-2CAEECF9F17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08663" y="2691327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273B8A-C5D2-8F7D-6AD1-03348357C6AF}"/>
              </a:ext>
            </a:extLst>
          </p:cNvPr>
          <p:cNvSpPr/>
          <p:nvPr/>
        </p:nvSpPr>
        <p:spPr>
          <a:xfrm>
            <a:off x="6751320" y="1744649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8B635E-D0C5-1D74-CCF6-F7A8AF11BEB7}"/>
              </a:ext>
            </a:extLst>
          </p:cNvPr>
          <p:cNvSpPr/>
          <p:nvPr/>
        </p:nvSpPr>
        <p:spPr>
          <a:xfrm>
            <a:off x="6751320" y="296167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D7D46B-CF6A-29B1-22DC-4C46FFCE055F}"/>
              </a:ext>
            </a:extLst>
          </p:cNvPr>
          <p:cNvSpPr/>
          <p:nvPr/>
        </p:nvSpPr>
        <p:spPr>
          <a:xfrm>
            <a:off x="8118566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A572B5-17E8-8059-163F-EDD23640053A}"/>
              </a:ext>
            </a:extLst>
          </p:cNvPr>
          <p:cNvSpPr/>
          <p:nvPr/>
        </p:nvSpPr>
        <p:spPr>
          <a:xfrm>
            <a:off x="9283337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CADBB-57EF-C55B-212A-C05F752F2609}"/>
              </a:ext>
            </a:extLst>
          </p:cNvPr>
          <p:cNvCxnSpPr>
            <a:cxnSpLocks/>
            <a:stCxn id="15" idx="5"/>
            <a:endCxn id="17" idx="2"/>
          </p:cNvCxnSpPr>
          <p:nvPr/>
        </p:nvCxnSpPr>
        <p:spPr>
          <a:xfrm>
            <a:off x="7303238" y="2240817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60DFE6-5438-357F-F9B3-4890C2845F9D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7397932" y="2627481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61D971-E4B4-94D9-C4BE-C4C5D8BB936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765178" y="2607176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C0CB0-4AD3-9BBA-3EA9-29BF7BF36C5B}"/>
              </a:ext>
            </a:extLst>
          </p:cNvPr>
          <p:cNvSpPr/>
          <p:nvPr/>
        </p:nvSpPr>
        <p:spPr>
          <a:xfrm>
            <a:off x="154141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9F80C6-FFED-5C5B-41DC-B09BEFEFA281}"/>
              </a:ext>
            </a:extLst>
          </p:cNvPr>
          <p:cNvSpPr/>
          <p:nvPr/>
        </p:nvSpPr>
        <p:spPr>
          <a:xfrm>
            <a:off x="1918872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7AB1CC-F0E4-0EF8-96B4-0C2ACFD322FA}"/>
              </a:ext>
            </a:extLst>
          </p:cNvPr>
          <p:cNvSpPr/>
          <p:nvPr/>
        </p:nvSpPr>
        <p:spPr>
          <a:xfrm>
            <a:off x="2298986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07A27-A0BD-22E0-BCE6-7FFB322E18AC}"/>
              </a:ext>
            </a:extLst>
          </p:cNvPr>
          <p:cNvSpPr/>
          <p:nvPr/>
        </p:nvSpPr>
        <p:spPr>
          <a:xfrm>
            <a:off x="267644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CD5C8-4CC4-0E01-6BF8-91A44AEFA4B3}"/>
              </a:ext>
            </a:extLst>
          </p:cNvPr>
          <p:cNvSpPr/>
          <p:nvPr/>
        </p:nvSpPr>
        <p:spPr>
          <a:xfrm>
            <a:off x="1541417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C6CE8-D910-CC7D-5E29-D5A11B596575}"/>
              </a:ext>
            </a:extLst>
          </p:cNvPr>
          <p:cNvSpPr/>
          <p:nvPr/>
        </p:nvSpPr>
        <p:spPr>
          <a:xfrm>
            <a:off x="191887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734E52-BFAB-5D44-9A08-70867F9A45A4}"/>
              </a:ext>
            </a:extLst>
          </p:cNvPr>
          <p:cNvSpPr/>
          <p:nvPr/>
        </p:nvSpPr>
        <p:spPr>
          <a:xfrm>
            <a:off x="229898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D3830B-F1C5-9B02-F93B-6C2A585F24B2}"/>
              </a:ext>
            </a:extLst>
          </p:cNvPr>
          <p:cNvSpPr/>
          <p:nvPr/>
        </p:nvSpPr>
        <p:spPr>
          <a:xfrm>
            <a:off x="2676441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1E1DDB-FEE1-9FFA-7EB0-559FBB8E818F}"/>
              </a:ext>
            </a:extLst>
          </p:cNvPr>
          <p:cNvSpPr/>
          <p:nvPr/>
        </p:nvSpPr>
        <p:spPr>
          <a:xfrm>
            <a:off x="1541263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6585CA-FE5B-387F-E452-22AE4B7C23BF}"/>
              </a:ext>
            </a:extLst>
          </p:cNvPr>
          <p:cNvSpPr/>
          <p:nvPr/>
        </p:nvSpPr>
        <p:spPr>
          <a:xfrm>
            <a:off x="191871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0D3592-F9B4-BA25-45A7-8A172A04E71A}"/>
              </a:ext>
            </a:extLst>
          </p:cNvPr>
          <p:cNvSpPr/>
          <p:nvPr/>
        </p:nvSpPr>
        <p:spPr>
          <a:xfrm>
            <a:off x="229883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2A069C-5C59-5EB4-EE40-0FD81C7E38FE}"/>
              </a:ext>
            </a:extLst>
          </p:cNvPr>
          <p:cNvSpPr/>
          <p:nvPr/>
        </p:nvSpPr>
        <p:spPr>
          <a:xfrm>
            <a:off x="2676287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7D0475-5521-D218-83C1-679DA606D622}"/>
              </a:ext>
            </a:extLst>
          </p:cNvPr>
          <p:cNvSpPr/>
          <p:nvPr/>
        </p:nvSpPr>
        <p:spPr>
          <a:xfrm>
            <a:off x="154126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5851DA-41F5-D7F1-2A08-54F048D114CC}"/>
              </a:ext>
            </a:extLst>
          </p:cNvPr>
          <p:cNvSpPr/>
          <p:nvPr/>
        </p:nvSpPr>
        <p:spPr>
          <a:xfrm>
            <a:off x="1918718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68D7DF-4951-E180-955F-D802A75A9E66}"/>
              </a:ext>
            </a:extLst>
          </p:cNvPr>
          <p:cNvSpPr/>
          <p:nvPr/>
        </p:nvSpPr>
        <p:spPr>
          <a:xfrm>
            <a:off x="2298832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391D7-8376-C2FB-8906-C73A686AFC6E}"/>
              </a:ext>
            </a:extLst>
          </p:cNvPr>
          <p:cNvSpPr/>
          <p:nvPr/>
        </p:nvSpPr>
        <p:spPr>
          <a:xfrm>
            <a:off x="267628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1B91CA-74E1-92C5-5EDB-627D9FCB8038}"/>
              </a:ext>
            </a:extLst>
          </p:cNvPr>
          <p:cNvSpPr/>
          <p:nvPr/>
        </p:nvSpPr>
        <p:spPr>
          <a:xfrm>
            <a:off x="809228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96D7DE-40D6-B1C1-2736-789A7EB1E486}"/>
              </a:ext>
            </a:extLst>
          </p:cNvPr>
          <p:cNvSpPr/>
          <p:nvPr/>
        </p:nvSpPr>
        <p:spPr>
          <a:xfrm>
            <a:off x="8469742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8DCC1-7EAE-4D8D-EC99-6261E39605AF}"/>
              </a:ext>
            </a:extLst>
          </p:cNvPr>
          <p:cNvSpPr/>
          <p:nvPr/>
        </p:nvSpPr>
        <p:spPr>
          <a:xfrm>
            <a:off x="8849856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C0C62B-0FBD-1AE1-9C7F-1D238A9927FE}"/>
              </a:ext>
            </a:extLst>
          </p:cNvPr>
          <p:cNvSpPr/>
          <p:nvPr/>
        </p:nvSpPr>
        <p:spPr>
          <a:xfrm>
            <a:off x="922731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9F35A2-F2F7-10B4-DEF1-E23FA5664BB0}"/>
              </a:ext>
            </a:extLst>
          </p:cNvPr>
          <p:cNvSpPr/>
          <p:nvPr/>
        </p:nvSpPr>
        <p:spPr>
          <a:xfrm>
            <a:off x="8092287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9723B1-8D38-8B73-BF0E-F44118ECDDF3}"/>
              </a:ext>
            </a:extLst>
          </p:cNvPr>
          <p:cNvSpPr/>
          <p:nvPr/>
        </p:nvSpPr>
        <p:spPr>
          <a:xfrm>
            <a:off x="846974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E35005-F98A-72EA-8C3A-7401D71E4D52}"/>
              </a:ext>
            </a:extLst>
          </p:cNvPr>
          <p:cNvSpPr/>
          <p:nvPr/>
        </p:nvSpPr>
        <p:spPr>
          <a:xfrm>
            <a:off x="884985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0A9DF8-1CE0-D9D8-C67A-0B5A2D52452B}"/>
              </a:ext>
            </a:extLst>
          </p:cNvPr>
          <p:cNvSpPr/>
          <p:nvPr/>
        </p:nvSpPr>
        <p:spPr>
          <a:xfrm>
            <a:off x="9227311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CFD3AD-48B8-D9F0-C444-DD9D9E1DC90A}"/>
              </a:ext>
            </a:extLst>
          </p:cNvPr>
          <p:cNvSpPr/>
          <p:nvPr/>
        </p:nvSpPr>
        <p:spPr>
          <a:xfrm>
            <a:off x="8092133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7317CB-9288-43BC-7E49-FE69F6D52F18}"/>
              </a:ext>
            </a:extLst>
          </p:cNvPr>
          <p:cNvSpPr/>
          <p:nvPr/>
        </p:nvSpPr>
        <p:spPr>
          <a:xfrm>
            <a:off x="846958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690CC9-DD9A-CDC5-F7A5-D676C3551711}"/>
              </a:ext>
            </a:extLst>
          </p:cNvPr>
          <p:cNvSpPr/>
          <p:nvPr/>
        </p:nvSpPr>
        <p:spPr>
          <a:xfrm>
            <a:off x="884970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2E4E28-850E-5A32-6616-5A28B1828533}"/>
              </a:ext>
            </a:extLst>
          </p:cNvPr>
          <p:cNvSpPr/>
          <p:nvPr/>
        </p:nvSpPr>
        <p:spPr>
          <a:xfrm>
            <a:off x="9227157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65DBE0-C3F4-D8E0-BA28-13F16AB32A59}"/>
              </a:ext>
            </a:extLst>
          </p:cNvPr>
          <p:cNvSpPr/>
          <p:nvPr/>
        </p:nvSpPr>
        <p:spPr>
          <a:xfrm>
            <a:off x="809213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12B5C6-4945-C19E-3984-847C2A80B7F2}"/>
              </a:ext>
            </a:extLst>
          </p:cNvPr>
          <p:cNvSpPr/>
          <p:nvPr/>
        </p:nvSpPr>
        <p:spPr>
          <a:xfrm>
            <a:off x="8469588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CEEBA9-C7B8-BE08-80D3-6EB93762DC87}"/>
              </a:ext>
            </a:extLst>
          </p:cNvPr>
          <p:cNvSpPr/>
          <p:nvPr/>
        </p:nvSpPr>
        <p:spPr>
          <a:xfrm>
            <a:off x="8849702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271A49-9635-3C20-7C73-36E332DD5A95}"/>
              </a:ext>
            </a:extLst>
          </p:cNvPr>
          <p:cNvSpPr/>
          <p:nvPr/>
        </p:nvSpPr>
        <p:spPr>
          <a:xfrm>
            <a:off x="922715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740CC-B1E2-913D-042F-0AE8DF6AB2E5}"/>
              </a:ext>
            </a:extLst>
          </p:cNvPr>
          <p:cNvSpPr txBox="1"/>
          <p:nvPr/>
        </p:nvSpPr>
        <p:spPr>
          <a:xfrm>
            <a:off x="3788229" y="4271554"/>
            <a:ext cx="3609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 Bandwidth Minimization: Finding a re-ordering of graph to minimize the bandwidth of its corresponding 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12846150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B7EB-72E5-3E64-279C-CEB2AF4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Vertex </a:t>
            </a:r>
            <a:r>
              <a:rPr lang="en-US" dirty="0" err="1"/>
              <a:t>Relabling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95C1C9-6F3A-A745-16A3-AD5981B98B8E}"/>
              </a:ext>
            </a:extLst>
          </p:cNvPr>
          <p:cNvSpPr/>
          <p:nvPr/>
        </p:nvSpPr>
        <p:spPr>
          <a:xfrm>
            <a:off x="894805" y="1828800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873867-A990-BD21-FBEA-7EE7EA53E1CF}"/>
              </a:ext>
            </a:extLst>
          </p:cNvPr>
          <p:cNvSpPr/>
          <p:nvPr/>
        </p:nvSpPr>
        <p:spPr>
          <a:xfrm>
            <a:off x="894805" y="304582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D29C3C-F362-BC82-F287-EBB8344770CF}"/>
              </a:ext>
            </a:extLst>
          </p:cNvPr>
          <p:cNvSpPr/>
          <p:nvPr/>
        </p:nvSpPr>
        <p:spPr>
          <a:xfrm>
            <a:off x="2262051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788A06-087A-8C71-0025-D5CCBF2A0749}"/>
              </a:ext>
            </a:extLst>
          </p:cNvPr>
          <p:cNvSpPr/>
          <p:nvPr/>
        </p:nvSpPr>
        <p:spPr>
          <a:xfrm>
            <a:off x="3426822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9D5BFE-EB18-0D97-5570-F4EE9D425D85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1446723" y="2324968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376D96-3D7B-E54A-9E84-E4FAE79E928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41417" y="2711632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F87FF1-1EC9-54D4-8CD0-2CAEECF9F17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08663" y="2691327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273B8A-C5D2-8F7D-6AD1-03348357C6AF}"/>
              </a:ext>
            </a:extLst>
          </p:cNvPr>
          <p:cNvSpPr/>
          <p:nvPr/>
        </p:nvSpPr>
        <p:spPr>
          <a:xfrm>
            <a:off x="6751320" y="1744649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8B635E-D0C5-1D74-CCF6-F7A8AF11BEB7}"/>
              </a:ext>
            </a:extLst>
          </p:cNvPr>
          <p:cNvSpPr/>
          <p:nvPr/>
        </p:nvSpPr>
        <p:spPr>
          <a:xfrm>
            <a:off x="6751320" y="296167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D7D46B-CF6A-29B1-22DC-4C46FFCE055F}"/>
              </a:ext>
            </a:extLst>
          </p:cNvPr>
          <p:cNvSpPr/>
          <p:nvPr/>
        </p:nvSpPr>
        <p:spPr>
          <a:xfrm>
            <a:off x="8118566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A572B5-17E8-8059-163F-EDD23640053A}"/>
              </a:ext>
            </a:extLst>
          </p:cNvPr>
          <p:cNvSpPr/>
          <p:nvPr/>
        </p:nvSpPr>
        <p:spPr>
          <a:xfrm>
            <a:off x="9283337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CADBB-57EF-C55B-212A-C05F752F2609}"/>
              </a:ext>
            </a:extLst>
          </p:cNvPr>
          <p:cNvCxnSpPr>
            <a:cxnSpLocks/>
            <a:stCxn id="15" idx="5"/>
            <a:endCxn id="17" idx="2"/>
          </p:cNvCxnSpPr>
          <p:nvPr/>
        </p:nvCxnSpPr>
        <p:spPr>
          <a:xfrm>
            <a:off x="7303238" y="2240817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60DFE6-5438-357F-F9B3-4890C2845F9D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7397932" y="2627481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61D971-E4B4-94D9-C4BE-C4C5D8BB936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765178" y="2607176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C0CB0-4AD3-9BBA-3EA9-29BF7BF36C5B}"/>
              </a:ext>
            </a:extLst>
          </p:cNvPr>
          <p:cNvSpPr/>
          <p:nvPr/>
        </p:nvSpPr>
        <p:spPr>
          <a:xfrm>
            <a:off x="154141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9F80C6-FFED-5C5B-41DC-B09BEFEFA281}"/>
              </a:ext>
            </a:extLst>
          </p:cNvPr>
          <p:cNvSpPr/>
          <p:nvPr/>
        </p:nvSpPr>
        <p:spPr>
          <a:xfrm>
            <a:off x="1918872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7AB1CC-F0E4-0EF8-96B4-0C2ACFD322FA}"/>
              </a:ext>
            </a:extLst>
          </p:cNvPr>
          <p:cNvSpPr/>
          <p:nvPr/>
        </p:nvSpPr>
        <p:spPr>
          <a:xfrm>
            <a:off x="2298986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07A27-A0BD-22E0-BCE6-7FFB322E18AC}"/>
              </a:ext>
            </a:extLst>
          </p:cNvPr>
          <p:cNvSpPr/>
          <p:nvPr/>
        </p:nvSpPr>
        <p:spPr>
          <a:xfrm>
            <a:off x="267644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CD5C8-4CC4-0E01-6BF8-91A44AEFA4B3}"/>
              </a:ext>
            </a:extLst>
          </p:cNvPr>
          <p:cNvSpPr/>
          <p:nvPr/>
        </p:nvSpPr>
        <p:spPr>
          <a:xfrm>
            <a:off x="1541417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C6CE8-D910-CC7D-5E29-D5A11B596575}"/>
              </a:ext>
            </a:extLst>
          </p:cNvPr>
          <p:cNvSpPr/>
          <p:nvPr/>
        </p:nvSpPr>
        <p:spPr>
          <a:xfrm>
            <a:off x="191887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734E52-BFAB-5D44-9A08-70867F9A45A4}"/>
              </a:ext>
            </a:extLst>
          </p:cNvPr>
          <p:cNvSpPr/>
          <p:nvPr/>
        </p:nvSpPr>
        <p:spPr>
          <a:xfrm>
            <a:off x="229898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D3830B-F1C5-9B02-F93B-6C2A585F24B2}"/>
              </a:ext>
            </a:extLst>
          </p:cNvPr>
          <p:cNvSpPr/>
          <p:nvPr/>
        </p:nvSpPr>
        <p:spPr>
          <a:xfrm>
            <a:off x="2676441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1E1DDB-FEE1-9FFA-7EB0-559FBB8E818F}"/>
              </a:ext>
            </a:extLst>
          </p:cNvPr>
          <p:cNvSpPr/>
          <p:nvPr/>
        </p:nvSpPr>
        <p:spPr>
          <a:xfrm>
            <a:off x="1541263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6585CA-FE5B-387F-E452-22AE4B7C23BF}"/>
              </a:ext>
            </a:extLst>
          </p:cNvPr>
          <p:cNvSpPr/>
          <p:nvPr/>
        </p:nvSpPr>
        <p:spPr>
          <a:xfrm>
            <a:off x="191871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0D3592-F9B4-BA25-45A7-8A172A04E71A}"/>
              </a:ext>
            </a:extLst>
          </p:cNvPr>
          <p:cNvSpPr/>
          <p:nvPr/>
        </p:nvSpPr>
        <p:spPr>
          <a:xfrm>
            <a:off x="229883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2A069C-5C59-5EB4-EE40-0FD81C7E38FE}"/>
              </a:ext>
            </a:extLst>
          </p:cNvPr>
          <p:cNvSpPr/>
          <p:nvPr/>
        </p:nvSpPr>
        <p:spPr>
          <a:xfrm>
            <a:off x="2676287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7D0475-5521-D218-83C1-679DA606D622}"/>
              </a:ext>
            </a:extLst>
          </p:cNvPr>
          <p:cNvSpPr/>
          <p:nvPr/>
        </p:nvSpPr>
        <p:spPr>
          <a:xfrm>
            <a:off x="154126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5851DA-41F5-D7F1-2A08-54F048D114CC}"/>
              </a:ext>
            </a:extLst>
          </p:cNvPr>
          <p:cNvSpPr/>
          <p:nvPr/>
        </p:nvSpPr>
        <p:spPr>
          <a:xfrm>
            <a:off x="1918718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68D7DF-4951-E180-955F-D802A75A9E66}"/>
              </a:ext>
            </a:extLst>
          </p:cNvPr>
          <p:cNvSpPr/>
          <p:nvPr/>
        </p:nvSpPr>
        <p:spPr>
          <a:xfrm>
            <a:off x="2298832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391D7-8376-C2FB-8906-C73A686AFC6E}"/>
              </a:ext>
            </a:extLst>
          </p:cNvPr>
          <p:cNvSpPr/>
          <p:nvPr/>
        </p:nvSpPr>
        <p:spPr>
          <a:xfrm>
            <a:off x="267628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1B91CA-74E1-92C5-5EDB-627D9FCB8038}"/>
              </a:ext>
            </a:extLst>
          </p:cNvPr>
          <p:cNvSpPr/>
          <p:nvPr/>
        </p:nvSpPr>
        <p:spPr>
          <a:xfrm>
            <a:off x="809228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96D7DE-40D6-B1C1-2736-789A7EB1E486}"/>
              </a:ext>
            </a:extLst>
          </p:cNvPr>
          <p:cNvSpPr/>
          <p:nvPr/>
        </p:nvSpPr>
        <p:spPr>
          <a:xfrm>
            <a:off x="8469742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8DCC1-7EAE-4D8D-EC99-6261E39605AF}"/>
              </a:ext>
            </a:extLst>
          </p:cNvPr>
          <p:cNvSpPr/>
          <p:nvPr/>
        </p:nvSpPr>
        <p:spPr>
          <a:xfrm>
            <a:off x="8849856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C0C62B-0FBD-1AE1-9C7F-1D238A9927FE}"/>
              </a:ext>
            </a:extLst>
          </p:cNvPr>
          <p:cNvSpPr/>
          <p:nvPr/>
        </p:nvSpPr>
        <p:spPr>
          <a:xfrm>
            <a:off x="922731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9F35A2-F2F7-10B4-DEF1-E23FA5664BB0}"/>
              </a:ext>
            </a:extLst>
          </p:cNvPr>
          <p:cNvSpPr/>
          <p:nvPr/>
        </p:nvSpPr>
        <p:spPr>
          <a:xfrm>
            <a:off x="8092287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9723B1-8D38-8B73-BF0E-F44118ECDDF3}"/>
              </a:ext>
            </a:extLst>
          </p:cNvPr>
          <p:cNvSpPr/>
          <p:nvPr/>
        </p:nvSpPr>
        <p:spPr>
          <a:xfrm>
            <a:off x="846974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E35005-F98A-72EA-8C3A-7401D71E4D52}"/>
              </a:ext>
            </a:extLst>
          </p:cNvPr>
          <p:cNvSpPr/>
          <p:nvPr/>
        </p:nvSpPr>
        <p:spPr>
          <a:xfrm>
            <a:off x="884985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0A9DF8-1CE0-D9D8-C67A-0B5A2D52452B}"/>
              </a:ext>
            </a:extLst>
          </p:cNvPr>
          <p:cNvSpPr/>
          <p:nvPr/>
        </p:nvSpPr>
        <p:spPr>
          <a:xfrm>
            <a:off x="9227311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CFD3AD-48B8-D9F0-C444-DD9D9E1DC90A}"/>
              </a:ext>
            </a:extLst>
          </p:cNvPr>
          <p:cNvSpPr/>
          <p:nvPr/>
        </p:nvSpPr>
        <p:spPr>
          <a:xfrm>
            <a:off x="8092133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7317CB-9288-43BC-7E49-FE69F6D52F18}"/>
              </a:ext>
            </a:extLst>
          </p:cNvPr>
          <p:cNvSpPr/>
          <p:nvPr/>
        </p:nvSpPr>
        <p:spPr>
          <a:xfrm>
            <a:off x="846958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690CC9-DD9A-CDC5-F7A5-D676C3551711}"/>
              </a:ext>
            </a:extLst>
          </p:cNvPr>
          <p:cNvSpPr/>
          <p:nvPr/>
        </p:nvSpPr>
        <p:spPr>
          <a:xfrm>
            <a:off x="884970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2E4E28-850E-5A32-6616-5A28B1828533}"/>
              </a:ext>
            </a:extLst>
          </p:cNvPr>
          <p:cNvSpPr/>
          <p:nvPr/>
        </p:nvSpPr>
        <p:spPr>
          <a:xfrm>
            <a:off x="9227157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65DBE0-C3F4-D8E0-BA28-13F16AB32A59}"/>
              </a:ext>
            </a:extLst>
          </p:cNvPr>
          <p:cNvSpPr/>
          <p:nvPr/>
        </p:nvSpPr>
        <p:spPr>
          <a:xfrm>
            <a:off x="809213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12B5C6-4945-C19E-3984-847C2A80B7F2}"/>
              </a:ext>
            </a:extLst>
          </p:cNvPr>
          <p:cNvSpPr/>
          <p:nvPr/>
        </p:nvSpPr>
        <p:spPr>
          <a:xfrm>
            <a:off x="8469588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CEEBA9-C7B8-BE08-80D3-6EB93762DC87}"/>
              </a:ext>
            </a:extLst>
          </p:cNvPr>
          <p:cNvSpPr/>
          <p:nvPr/>
        </p:nvSpPr>
        <p:spPr>
          <a:xfrm>
            <a:off x="8849702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271A49-9635-3C20-7C73-36E332DD5A95}"/>
              </a:ext>
            </a:extLst>
          </p:cNvPr>
          <p:cNvSpPr/>
          <p:nvPr/>
        </p:nvSpPr>
        <p:spPr>
          <a:xfrm>
            <a:off x="922715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740CC-B1E2-913D-042F-0AE8DF6AB2E5}"/>
              </a:ext>
            </a:extLst>
          </p:cNvPr>
          <p:cNvSpPr txBox="1"/>
          <p:nvPr/>
        </p:nvSpPr>
        <p:spPr>
          <a:xfrm>
            <a:off x="3788229" y="4271554"/>
            <a:ext cx="3609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https://en.wikipedia.org/wiki/Graph_bandwidth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This problem is NP-hard</a:t>
            </a:r>
          </a:p>
        </p:txBody>
      </p:sp>
    </p:spTree>
    <p:extLst>
      <p:ext uri="{BB962C8B-B14F-4D97-AF65-F5344CB8AC3E}">
        <p14:creationId xmlns:p14="http://schemas.microsoft.com/office/powerpoint/2010/main" val="18822641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B7EB-72E5-3E64-279C-CEB2AF4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Vertex </a:t>
            </a:r>
            <a:r>
              <a:rPr lang="en-US" dirty="0" err="1"/>
              <a:t>Relabling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95C1C9-6F3A-A745-16A3-AD5981B98B8E}"/>
              </a:ext>
            </a:extLst>
          </p:cNvPr>
          <p:cNvSpPr/>
          <p:nvPr/>
        </p:nvSpPr>
        <p:spPr>
          <a:xfrm>
            <a:off x="894805" y="1828800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873867-A990-BD21-FBEA-7EE7EA53E1CF}"/>
              </a:ext>
            </a:extLst>
          </p:cNvPr>
          <p:cNvSpPr/>
          <p:nvPr/>
        </p:nvSpPr>
        <p:spPr>
          <a:xfrm>
            <a:off x="894805" y="304582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D29C3C-F362-BC82-F287-EBB8344770CF}"/>
              </a:ext>
            </a:extLst>
          </p:cNvPr>
          <p:cNvSpPr/>
          <p:nvPr/>
        </p:nvSpPr>
        <p:spPr>
          <a:xfrm>
            <a:off x="2262051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788A06-087A-8C71-0025-D5CCBF2A0749}"/>
              </a:ext>
            </a:extLst>
          </p:cNvPr>
          <p:cNvSpPr/>
          <p:nvPr/>
        </p:nvSpPr>
        <p:spPr>
          <a:xfrm>
            <a:off x="3426822" y="2420983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9D5BFE-EB18-0D97-5570-F4EE9D425D85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1446723" y="2324968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376D96-3D7B-E54A-9E84-E4FAE79E928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41417" y="2711632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F87FF1-1EC9-54D4-8CD0-2CAEECF9F17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08663" y="2691327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273B8A-C5D2-8F7D-6AD1-03348357C6AF}"/>
              </a:ext>
            </a:extLst>
          </p:cNvPr>
          <p:cNvSpPr/>
          <p:nvPr/>
        </p:nvSpPr>
        <p:spPr>
          <a:xfrm>
            <a:off x="6751320" y="1744649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8B635E-D0C5-1D74-CCF6-F7A8AF11BEB7}"/>
              </a:ext>
            </a:extLst>
          </p:cNvPr>
          <p:cNvSpPr/>
          <p:nvPr/>
        </p:nvSpPr>
        <p:spPr>
          <a:xfrm>
            <a:off x="6751320" y="296167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D7D46B-CF6A-29B1-22DC-4C46FFCE055F}"/>
              </a:ext>
            </a:extLst>
          </p:cNvPr>
          <p:cNvSpPr/>
          <p:nvPr/>
        </p:nvSpPr>
        <p:spPr>
          <a:xfrm>
            <a:off x="8118566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A572B5-17E8-8059-163F-EDD23640053A}"/>
              </a:ext>
            </a:extLst>
          </p:cNvPr>
          <p:cNvSpPr/>
          <p:nvPr/>
        </p:nvSpPr>
        <p:spPr>
          <a:xfrm>
            <a:off x="9283337" y="2336832"/>
            <a:ext cx="646612" cy="5812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CADBB-57EF-C55B-212A-C05F752F2609}"/>
              </a:ext>
            </a:extLst>
          </p:cNvPr>
          <p:cNvCxnSpPr>
            <a:cxnSpLocks/>
            <a:stCxn id="15" idx="5"/>
            <a:endCxn id="17" idx="2"/>
          </p:cNvCxnSpPr>
          <p:nvPr/>
        </p:nvCxnSpPr>
        <p:spPr>
          <a:xfrm>
            <a:off x="7303238" y="2240817"/>
            <a:ext cx="815328" cy="386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60DFE6-5438-357F-F9B3-4890C2845F9D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7397932" y="2627481"/>
            <a:ext cx="720634" cy="540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61D971-E4B4-94D9-C4BE-C4C5D8BB936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765178" y="2607176"/>
            <a:ext cx="518159" cy="20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C0CB0-4AD3-9BBA-3EA9-29BF7BF36C5B}"/>
              </a:ext>
            </a:extLst>
          </p:cNvPr>
          <p:cNvSpPr/>
          <p:nvPr/>
        </p:nvSpPr>
        <p:spPr>
          <a:xfrm>
            <a:off x="154141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9F80C6-FFED-5C5B-41DC-B09BEFEFA281}"/>
              </a:ext>
            </a:extLst>
          </p:cNvPr>
          <p:cNvSpPr/>
          <p:nvPr/>
        </p:nvSpPr>
        <p:spPr>
          <a:xfrm>
            <a:off x="1918872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7AB1CC-F0E4-0EF8-96B4-0C2ACFD322FA}"/>
              </a:ext>
            </a:extLst>
          </p:cNvPr>
          <p:cNvSpPr/>
          <p:nvPr/>
        </p:nvSpPr>
        <p:spPr>
          <a:xfrm>
            <a:off x="2298986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07A27-A0BD-22E0-BCE6-7FFB322E18AC}"/>
              </a:ext>
            </a:extLst>
          </p:cNvPr>
          <p:cNvSpPr/>
          <p:nvPr/>
        </p:nvSpPr>
        <p:spPr>
          <a:xfrm>
            <a:off x="267644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CD5C8-4CC4-0E01-6BF8-91A44AEFA4B3}"/>
              </a:ext>
            </a:extLst>
          </p:cNvPr>
          <p:cNvSpPr/>
          <p:nvPr/>
        </p:nvSpPr>
        <p:spPr>
          <a:xfrm>
            <a:off x="1541417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C6CE8-D910-CC7D-5E29-D5A11B596575}"/>
              </a:ext>
            </a:extLst>
          </p:cNvPr>
          <p:cNvSpPr/>
          <p:nvPr/>
        </p:nvSpPr>
        <p:spPr>
          <a:xfrm>
            <a:off x="191887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734E52-BFAB-5D44-9A08-70867F9A45A4}"/>
              </a:ext>
            </a:extLst>
          </p:cNvPr>
          <p:cNvSpPr/>
          <p:nvPr/>
        </p:nvSpPr>
        <p:spPr>
          <a:xfrm>
            <a:off x="229898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D3830B-F1C5-9B02-F93B-6C2A585F24B2}"/>
              </a:ext>
            </a:extLst>
          </p:cNvPr>
          <p:cNvSpPr/>
          <p:nvPr/>
        </p:nvSpPr>
        <p:spPr>
          <a:xfrm>
            <a:off x="2676441" y="450973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1E1DDB-FEE1-9FFA-7EB0-559FBB8E818F}"/>
              </a:ext>
            </a:extLst>
          </p:cNvPr>
          <p:cNvSpPr/>
          <p:nvPr/>
        </p:nvSpPr>
        <p:spPr>
          <a:xfrm>
            <a:off x="1541263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6585CA-FE5B-387F-E452-22AE4B7C23BF}"/>
              </a:ext>
            </a:extLst>
          </p:cNvPr>
          <p:cNvSpPr/>
          <p:nvPr/>
        </p:nvSpPr>
        <p:spPr>
          <a:xfrm>
            <a:off x="191871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0D3592-F9B4-BA25-45A7-8A172A04E71A}"/>
              </a:ext>
            </a:extLst>
          </p:cNvPr>
          <p:cNvSpPr/>
          <p:nvPr/>
        </p:nvSpPr>
        <p:spPr>
          <a:xfrm>
            <a:off x="229883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2A069C-5C59-5EB4-EE40-0FD81C7E38FE}"/>
              </a:ext>
            </a:extLst>
          </p:cNvPr>
          <p:cNvSpPr/>
          <p:nvPr/>
        </p:nvSpPr>
        <p:spPr>
          <a:xfrm>
            <a:off x="2676287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7D0475-5521-D218-83C1-679DA606D622}"/>
              </a:ext>
            </a:extLst>
          </p:cNvPr>
          <p:cNvSpPr/>
          <p:nvPr/>
        </p:nvSpPr>
        <p:spPr>
          <a:xfrm>
            <a:off x="154126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5851DA-41F5-D7F1-2A08-54F048D114CC}"/>
              </a:ext>
            </a:extLst>
          </p:cNvPr>
          <p:cNvSpPr/>
          <p:nvPr/>
        </p:nvSpPr>
        <p:spPr>
          <a:xfrm>
            <a:off x="1918718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68D7DF-4951-E180-955F-D802A75A9E66}"/>
              </a:ext>
            </a:extLst>
          </p:cNvPr>
          <p:cNvSpPr/>
          <p:nvPr/>
        </p:nvSpPr>
        <p:spPr>
          <a:xfrm>
            <a:off x="2298832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391D7-8376-C2FB-8906-C73A686AFC6E}"/>
              </a:ext>
            </a:extLst>
          </p:cNvPr>
          <p:cNvSpPr/>
          <p:nvPr/>
        </p:nvSpPr>
        <p:spPr>
          <a:xfrm>
            <a:off x="267628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1B91CA-74E1-92C5-5EDB-627D9FCB8038}"/>
              </a:ext>
            </a:extLst>
          </p:cNvPr>
          <p:cNvSpPr/>
          <p:nvPr/>
        </p:nvSpPr>
        <p:spPr>
          <a:xfrm>
            <a:off x="8092287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96D7DE-40D6-B1C1-2736-789A7EB1E486}"/>
              </a:ext>
            </a:extLst>
          </p:cNvPr>
          <p:cNvSpPr/>
          <p:nvPr/>
        </p:nvSpPr>
        <p:spPr>
          <a:xfrm>
            <a:off x="8469742" y="4072954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8DCC1-7EAE-4D8D-EC99-6261E39605AF}"/>
              </a:ext>
            </a:extLst>
          </p:cNvPr>
          <p:cNvSpPr/>
          <p:nvPr/>
        </p:nvSpPr>
        <p:spPr>
          <a:xfrm>
            <a:off x="8849856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C0C62B-0FBD-1AE1-9C7F-1D238A9927FE}"/>
              </a:ext>
            </a:extLst>
          </p:cNvPr>
          <p:cNvSpPr/>
          <p:nvPr/>
        </p:nvSpPr>
        <p:spPr>
          <a:xfrm>
            <a:off x="9227311" y="407295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9F35A2-F2F7-10B4-DEF1-E23FA5664BB0}"/>
              </a:ext>
            </a:extLst>
          </p:cNvPr>
          <p:cNvSpPr/>
          <p:nvPr/>
        </p:nvSpPr>
        <p:spPr>
          <a:xfrm>
            <a:off x="8092287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9723B1-8D38-8B73-BF0E-F44118ECDDF3}"/>
              </a:ext>
            </a:extLst>
          </p:cNvPr>
          <p:cNvSpPr/>
          <p:nvPr/>
        </p:nvSpPr>
        <p:spPr>
          <a:xfrm>
            <a:off x="8469742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E35005-F98A-72EA-8C3A-7401D71E4D52}"/>
              </a:ext>
            </a:extLst>
          </p:cNvPr>
          <p:cNvSpPr/>
          <p:nvPr/>
        </p:nvSpPr>
        <p:spPr>
          <a:xfrm>
            <a:off x="8849856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0A9DF8-1CE0-D9D8-C67A-0B5A2D52452B}"/>
              </a:ext>
            </a:extLst>
          </p:cNvPr>
          <p:cNvSpPr/>
          <p:nvPr/>
        </p:nvSpPr>
        <p:spPr>
          <a:xfrm>
            <a:off x="9227311" y="4509738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CFD3AD-48B8-D9F0-C444-DD9D9E1DC90A}"/>
              </a:ext>
            </a:extLst>
          </p:cNvPr>
          <p:cNvSpPr/>
          <p:nvPr/>
        </p:nvSpPr>
        <p:spPr>
          <a:xfrm>
            <a:off x="8092133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7317CB-9288-43BC-7E49-FE69F6D52F18}"/>
              </a:ext>
            </a:extLst>
          </p:cNvPr>
          <p:cNvSpPr/>
          <p:nvPr/>
        </p:nvSpPr>
        <p:spPr>
          <a:xfrm>
            <a:off x="8469588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690CC9-DD9A-CDC5-F7A5-D676C3551711}"/>
              </a:ext>
            </a:extLst>
          </p:cNvPr>
          <p:cNvSpPr/>
          <p:nvPr/>
        </p:nvSpPr>
        <p:spPr>
          <a:xfrm>
            <a:off x="8849702" y="4946522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2E4E28-850E-5A32-6616-5A28B1828533}"/>
              </a:ext>
            </a:extLst>
          </p:cNvPr>
          <p:cNvSpPr/>
          <p:nvPr/>
        </p:nvSpPr>
        <p:spPr>
          <a:xfrm>
            <a:off x="9227157" y="494652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65DBE0-C3F4-D8E0-BA28-13F16AB32A59}"/>
              </a:ext>
            </a:extLst>
          </p:cNvPr>
          <p:cNvSpPr/>
          <p:nvPr/>
        </p:nvSpPr>
        <p:spPr>
          <a:xfrm>
            <a:off x="8092133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12B5C6-4945-C19E-3984-847C2A80B7F2}"/>
              </a:ext>
            </a:extLst>
          </p:cNvPr>
          <p:cNvSpPr/>
          <p:nvPr/>
        </p:nvSpPr>
        <p:spPr>
          <a:xfrm>
            <a:off x="8469588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CEEBA9-C7B8-BE08-80D3-6EB93762DC87}"/>
              </a:ext>
            </a:extLst>
          </p:cNvPr>
          <p:cNvSpPr/>
          <p:nvPr/>
        </p:nvSpPr>
        <p:spPr>
          <a:xfrm>
            <a:off x="8849702" y="538330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271A49-9635-3C20-7C73-36E332DD5A95}"/>
              </a:ext>
            </a:extLst>
          </p:cNvPr>
          <p:cNvSpPr/>
          <p:nvPr/>
        </p:nvSpPr>
        <p:spPr>
          <a:xfrm>
            <a:off x="9227157" y="5383306"/>
            <a:ext cx="380114" cy="436784"/>
          </a:xfrm>
          <a:prstGeom prst="rect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740CC-B1E2-913D-042F-0AE8DF6AB2E5}"/>
              </a:ext>
            </a:extLst>
          </p:cNvPr>
          <p:cNvSpPr txBox="1"/>
          <p:nvPr/>
        </p:nvSpPr>
        <p:spPr>
          <a:xfrm>
            <a:off x="3788229" y="4271554"/>
            <a:ext cx="3609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https://en.wikipedia.org/wiki/Graph_bandwidth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This problem is NP-hard</a:t>
            </a:r>
          </a:p>
          <a:p>
            <a:endParaRPr lang="en-US" dirty="0"/>
          </a:p>
          <a:p>
            <a:r>
              <a:rPr lang="en-US" dirty="0"/>
              <a:t>Fast heuristics exists</a:t>
            </a:r>
          </a:p>
        </p:txBody>
      </p:sp>
    </p:spTree>
    <p:extLst>
      <p:ext uri="{BB962C8B-B14F-4D97-AF65-F5344CB8AC3E}">
        <p14:creationId xmlns:p14="http://schemas.microsoft.com/office/powerpoint/2010/main" val="19857315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FD53-07B7-41E2-37DB-20F56003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5AB1-AE61-6C34-6B1B-B6792A64E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square symmetric matrix that is an adjacency matrix of a graph, relabel the vertices to obtain low bandwidth in the matrix</a:t>
            </a:r>
          </a:p>
          <a:p>
            <a:endParaRPr lang="en-US" dirty="0"/>
          </a:p>
          <a:p>
            <a:r>
              <a:rPr lang="en-US" dirty="0"/>
              <a:t>Cuthill, Elizabeth, and James McKee. "Reducing the bandwidth of sparse symmetric matrices." </a:t>
            </a:r>
            <a:r>
              <a:rPr lang="en-US" i="1" dirty="0"/>
              <a:t>Proceedings of the 1969 24th national conference</a:t>
            </a:r>
            <a:r>
              <a:rPr lang="en-US" dirty="0"/>
              <a:t>. 1969. </a:t>
            </a:r>
            <a:r>
              <a:rPr lang="en-US" dirty="0">
                <a:hlinkClick r:id="rId2"/>
              </a:rPr>
              <a:t>https://dl.acm.org/doi/pdf/10.1145/800195.805928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Type written, uses </a:t>
            </a:r>
            <a:r>
              <a:rPr lang="en-US" dirty="0" err="1"/>
              <a:t>fortran</a:t>
            </a:r>
            <a:r>
              <a:rPr lang="en-US" dirty="0"/>
              <a:t> to discuss the algorithm. It is a fun read.  </a:t>
            </a:r>
          </a:p>
        </p:txBody>
      </p:sp>
    </p:spTree>
    <p:extLst>
      <p:ext uri="{BB962C8B-B14F-4D97-AF65-F5344CB8AC3E}">
        <p14:creationId xmlns:p14="http://schemas.microsoft.com/office/powerpoint/2010/main" val="6350893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61B6-8834-1CD6-56D9-1396807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Algorithm: (</a:t>
                </a:r>
                <a:r>
                  <a:rPr lang="en-US" dirty="0">
                    <a:hlinkClick r:id="rId2"/>
                  </a:rPr>
                  <a:t>https://en.wikipedia.org/wiki/Cuthill%E2%80%93McKee_algorithm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lowest degree (randomly select if multiple)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While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Identify all the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put them into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(remove any vertices already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ascending order of degree, call this sorted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459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ED67-F4DA-FF25-9064-70EB719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2CE80-3966-4E10-8CA8-9DB83519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89" y="1509038"/>
            <a:ext cx="3755473" cy="2161625"/>
          </a:xfrm>
        </p:spPr>
      </p:pic>
    </p:spTree>
    <p:extLst>
      <p:ext uri="{BB962C8B-B14F-4D97-AF65-F5344CB8AC3E}">
        <p14:creationId xmlns:p14="http://schemas.microsoft.com/office/powerpoint/2010/main" val="18569438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61B6-8834-1CD6-56D9-1396807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Algorithm: (</a:t>
                </a:r>
                <a:r>
                  <a:rPr lang="en-US" dirty="0">
                    <a:hlinkClick r:id="rId2"/>
                  </a:rPr>
                  <a:t>https://en.wikipedia.org/wiki/Cuthill%E2%80%93McKee_algorithm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Choose a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with lowest degree (randomly select if multiple)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While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Identify all the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put them into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(remove any vertices already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ascending order of degree, call this sorted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0419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ED67-F4DA-FF25-9064-70EB719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2CE80-3966-4E10-8CA8-9DB83519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89" y="1509038"/>
            <a:ext cx="3755473" cy="21616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29F59D-095A-AB14-B66F-977C65F5F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924" y="3762103"/>
            <a:ext cx="1767527" cy="162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774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61B6-8834-1CD6-56D9-1396807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Algorithm: (</a:t>
                </a:r>
                <a:r>
                  <a:rPr lang="en-US" dirty="0">
                    <a:hlinkClick r:id="rId2"/>
                  </a:rPr>
                  <a:t>https://en.wikipedia.org/wiki/Cuthill%E2%80%93McKee_algorithm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lowest degree (randomly select if multiple)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While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Identify all the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put them into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(remove any vertices already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 ascending order of degree, call this sorted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84047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ED67-F4DA-FF25-9064-70EB719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2CE80-3966-4E10-8CA8-9DB83519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89" y="1509038"/>
            <a:ext cx="3755473" cy="216162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7873D3-D7EA-F233-96C4-EB0F3246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084" y="3935642"/>
            <a:ext cx="3808605" cy="236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6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61B6-8834-1CD6-56D9-1396807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Algorithm: (</a:t>
                </a:r>
                <a:r>
                  <a:rPr lang="en-US" dirty="0">
                    <a:hlinkClick r:id="rId2"/>
                  </a:rPr>
                  <a:t>https://en.wikipedia.org/wiki/Cuthill%E2%80%93McKee_algorithm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lowest degree (randomly select if multiple)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While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Identify all the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put them into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(remove any vertices already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ascending order of degree, call this sorted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A8B6-2AF3-75A5-705E-6D16623F0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9107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ED67-F4DA-FF25-9064-70EB719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2CE80-3966-4E10-8CA8-9DB83519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89" y="1509038"/>
            <a:ext cx="3755473" cy="21616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6F4329-49CB-494C-AC98-F6BA7184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964" y="3976556"/>
            <a:ext cx="4247490" cy="251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04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ED67-F4DA-FF25-9064-70EB719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2CE80-3966-4E10-8CA8-9DB83519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89" y="1509038"/>
            <a:ext cx="3755473" cy="216162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61A90A-6DB9-9D54-B49B-9A1CD4F8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89" y="3972458"/>
            <a:ext cx="4321259" cy="25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586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BB70-3BCD-C024-6792-637B1926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Cuthill–McKee algorithm (CM)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8DDF7-9AC1-44FE-0C3B-9D30247C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Ungraded HW assignment: Try to run the algorithm on a graph of your choice and see if you understand.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Reverse Cuthill–McKee algorithm (RCM): Same as CM, but reverse the node numbering</a:t>
            </a:r>
          </a:p>
          <a:p>
            <a:pPr lvl="1"/>
            <a:r>
              <a:rPr lang="en-US" dirty="0"/>
              <a:t>Leads to lower fill-in after factorization (beyond the scope of this class)</a:t>
            </a:r>
          </a:p>
        </p:txBody>
      </p:sp>
    </p:spTree>
    <p:extLst>
      <p:ext uri="{BB962C8B-B14F-4D97-AF65-F5344CB8AC3E}">
        <p14:creationId xmlns:p14="http://schemas.microsoft.com/office/powerpoint/2010/main" val="30131734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back: 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What could have led to an even better reduction in computation?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58D1220-15CD-6493-634E-D224E8D7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E4C0DA-162A-770E-C763-ECAB0FADE8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5295" y="3971215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62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89CB-2D87-6089-3CE5-839E858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back: Introducing Sparsity in </a:t>
            </a:r>
            <a:r>
              <a:rPr lang="en-US" dirty="0" err="1"/>
              <a:t>Flashattention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D058A-B8D3-2DD9-DAFA-5C9087B9B4B7}"/>
              </a:ext>
            </a:extLst>
          </p:cNvPr>
          <p:cNvGrpSpPr/>
          <p:nvPr/>
        </p:nvGrpSpPr>
        <p:grpSpPr>
          <a:xfrm>
            <a:off x="1686680" y="2076660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A15592-FDDD-0CD9-43ED-DD3F3695DA5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0E32F7-9906-8670-0671-458FCF57FF26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736AFD-1F80-A96C-42FF-0969AE7E14D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8019B6-D3D7-C5C5-2280-EC3B4CC4FE9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185FE2-3E21-8BD8-6F6B-EDDACCD045F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257438-1E58-DDFC-0BB1-AC6A5BB485B8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9F4625-FD48-E2E8-8BA8-92F8E241125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666F51-F9B6-BE78-5101-CAD3C84ED8BB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05A3B0-05F3-6699-3331-6A21E7A45732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4AAC0-1FEF-040F-BB81-DBE5F0966BC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497362-741E-7D0C-3AA1-3831E5C01C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9A2D7D-2C73-A32E-FD55-56EFFC2FF49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2ED51E-A874-7B49-8346-C0B6D9ADB160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921F9-5779-9B62-F350-F5614B69596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350FA5-2BFC-22CF-F9AF-AE38CE3F414F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15C34E-D2E3-959C-54AF-B4D7A13905B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EFFC-E552-4644-9D39-342BAB955B5F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F0D75E-C812-6CA8-8E93-4D78C2310E8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11406C-FE68-A4BA-1278-C34B63252020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1F0AAD-5926-0B15-1096-8490915DA8A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2B454-841F-73BC-2BB2-B88A0E5B723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852224-12C0-BFFE-6C58-D4CEE78566BA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745560-DD47-FF43-96D7-5074E8D3CE0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D1E8E4-A6C8-EA18-0694-E59B7C9E324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B492B1-28F9-5171-4008-A24F50C0E7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357638-317D-E407-5FF0-3B983143A4A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38B0B6-1EF2-66A2-318B-ED41F47CED15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AB3C3C-CC70-108A-41C1-990173E20203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328F2-E793-6F14-A448-A0DD0E2BE50C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F64A04-3FBA-FB6E-320F-80E7E8D9139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D88612-79F9-6656-6F59-6304CFFD7CEB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AD7E34-200F-4131-B459-A8C3AB26E660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71CAE-30DC-3433-B609-5438028E2C8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AC4D84-46C7-B22C-A355-667671B09FCF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AEA99-1F7D-7B14-D8F5-1A65522C5F24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D8030-3311-4AA4-7C14-DAE09FAAB9EB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4C511B-0595-EAEE-B983-CFEB056012DC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2B28ED4-5F4D-5330-3124-0149C6CD2F4F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1C169A-3A3D-C264-F1D2-DA662C08A4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7807AC-E26B-A82A-6A7D-CDC0D11B13AF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F5DE813-FDE2-AC00-27F8-E4364A29F7E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4F1DC1-D730-0FCB-CEFE-FDAA36B415C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8C4C14-89D6-8984-F385-4A2D16D2C1B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95817D7-CFE3-6872-81FA-DF583E36A650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4C2A84-9AAB-1F38-5F61-6C9E1243BEC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F3F8FA-0472-2BE2-F010-434E4CBE5FF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8DA21F-A92F-A7A1-2B75-05FE6EFF856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BF47AE-6229-C288-93A5-CE59FA41982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1E2C41-8E1D-2A12-91A3-A1099B0F81A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D1B0B3-D3E0-8440-46CF-02599BA0EE0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3E8175-2996-B2F1-907A-BFA8E1CEF6C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F04DE5-1D14-1570-9A72-C198E3BFD2F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E4599F-A8DE-3C64-0D1B-68737FE21A50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3DE2A92-20DD-6439-CC71-9579D043443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437DC1-0EA1-A53B-5792-8AA6EC7785CE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568CD5-8D80-52C1-5125-6A32816E4C9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CFE57-985C-30A2-26C3-524C67E992A3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E000901-1CE4-414F-8D69-C99FEC34ED5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BA7A00-CA54-D1E8-D88B-DE5AD644B49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51FE8F-4625-DA52-25D4-C7ABF6ADC6D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CB913B-3C0D-C131-48C8-FE23BDD142EF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047415-0519-AAE8-10FA-97D78400318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9DC9C9-9936-2CB1-C21C-3B337B791FF8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D88734-DD21-DFEC-091B-EBD3426D181C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rgbClr val="FFC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D67846-CA2D-C0AD-0E05-0A12AE6467F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noFill/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67150A-46C2-C33A-D837-580ABF546FC3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92064B8-6DE9-FB88-1EBF-FB7045236104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C8A5A11-5FC9-5B49-9939-46BAADDDABF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205EA4-F7E8-612E-26FE-6BC28C9A8277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3C6C27C-54A9-4C99-68BF-0954AA3B6C1D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324FE1-5FD4-A3EF-680C-D727364E26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B8DCC5-89DE-1DC7-45CF-D22212B330A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3669516-93C6-DB7C-282C-01A0C3EA40C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32D667-D0AF-2BB0-9B43-13827285B124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5B8262-92D9-2A02-5B46-E7A6D3A6414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358AC7-3358-4A25-B93C-0E2E83D5A7F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8FEFD7E-5D0B-36E1-52CB-2B94410EE384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D4533F6-ED56-7112-A83D-902179D89F8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BB005F-8B0F-4258-4F31-3527F743D13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9350F9-1A9B-5744-587E-459597361D0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5B4CDA-69BA-0655-66A1-C5A5DC7684BE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913ADD-DDE5-EC2B-F85B-27081E225284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253F00-C286-3B9C-7C80-E004E2BA409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AA7702-11DA-CF15-DD43-B6AF9E271FC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0B39505-3CEF-2048-CC52-C828E8B4DEB2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F00EA96-D018-AD9D-3BD9-C69D9185934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8FEE550-7FAB-E9C5-365C-B73519F7B2A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BAC768F-FF8A-8E3D-E78B-F96994A68499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01F7480-5023-3129-402D-22B52DA943F2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096E0E8-88E8-EB7D-747F-B288979BB80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5C9AB4-8ABE-E2F5-767D-FC0C9425A07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3412A6A-EFE5-D978-B45E-329AA26802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194110-5A28-9D64-5244-50F22579167D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73D3DE-2337-6D94-FE37-21E6C83CAEB6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99349F-A2F9-6840-C1DD-0C8025CBE5E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131584-36B4-9590-B29C-05987C587CA9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E7E6DB9-F0A2-B0B1-D49E-C1FD3168F5E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88C48D-D2F6-5DB3-23E1-4000F476393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8DA372A-1929-DDAE-1E93-D0B9AE99E3FB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5D483B-BD3B-39D4-AF79-26343EB7A009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BA6889-F060-A59D-BB18-D45118339797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B21D19-22AB-8806-662D-8E19C09E269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D5B1824-37CD-3BD0-AF84-BDF83998BD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A31DE03-6758-3900-592C-614D56BC948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6116A8-8FC2-1BAC-0014-0B17406602A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0E8EB94-C89F-400F-52B1-867D336BD0F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8B224E-183E-AF60-B100-99FCCD004CB2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BEFC40-2AE9-AD8D-AECA-3CEFE30AAD9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558B77-8BB0-A7BB-5A93-E94E1A4F6967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541BE8-0FAC-8C2D-BC1E-99ACC3593EC7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ED843F7-0882-2CFF-BAFB-702AAF67E90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68A725D-9FD0-840E-3134-4036D65B4D5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6EA2472-7223-CA6D-88D1-BB3C09C34AA3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1DB171C-F12B-0B95-FD42-B68FE7F158F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501F32-3509-B7F7-9141-A2FCFF38E230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3FE2F68-C096-9306-AEF9-14F4AE50E9A8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22E803-B28F-A52D-E21A-640D0854F16F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060061E-798B-62FC-BEE5-E484DF4980E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85A0980-C9A8-A1F7-E74A-3D63EB3EACCD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C11B695-0F5D-40D7-2D54-316A5A76057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ECD636-A229-66D6-4BAA-E68A59E1A38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5A4A76C-8707-F8F8-3B31-D6155A8ABFCE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67AE7D5-C4A5-BD47-6D11-D7B1B45DEF63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64705E-EC50-B804-91CF-C6E0A3013AF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75FBCD1-2476-948E-AEB6-9D44A6694E2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3474DD-B2CC-0F1D-00EC-5277DD2D96F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6FC9563-E6DA-228E-9479-B8EDE9D33B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5016264-6F1B-4DE3-0A29-34895ED73BEF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D27C7B0-FA19-B6D1-D898-7384B640097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/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801AA9C-3058-EC2D-C9CF-F8C1296D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922" y="1538130"/>
                <a:ext cx="67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/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84E3059-7692-416D-1142-3C486E71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53" y="1538130"/>
                <a:ext cx="67823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1F391B0F-BA1F-3DAB-E10B-740EF32D6AE6}"/>
              </a:ext>
            </a:extLst>
          </p:cNvPr>
          <p:cNvSpPr txBox="1"/>
          <p:nvPr/>
        </p:nvSpPr>
        <p:spPr>
          <a:xfrm>
            <a:off x="3028121" y="5943600"/>
            <a:ext cx="59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could have led to an even better reduction in computation?</a:t>
            </a:r>
            <a:r>
              <a:rPr lang="en-US" dirty="0">
                <a:solidFill>
                  <a:srgbClr val="C00000"/>
                </a:solidFill>
              </a:rPr>
              <a:t> RCM algorithm before calling the modified </a:t>
            </a:r>
            <a:r>
              <a:rPr lang="en-US" dirty="0" err="1">
                <a:solidFill>
                  <a:srgbClr val="C00000"/>
                </a:solidFill>
              </a:rPr>
              <a:t>flashattention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/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02C42E7-5D52-88D2-BC4D-C53CE553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4" y="2710070"/>
                <a:ext cx="15438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6" name="Picture 135">
            <a:extLst>
              <a:ext uri="{FF2B5EF4-FFF2-40B4-BE49-F238E27FC236}">
                <a16:creationId xmlns:a16="http://schemas.microsoft.com/office/drawing/2014/main" id="{D4C1BF75-2A72-1689-7460-1BEF0749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E198052-F2D9-F335-1475-F6A42595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6991" y="2230064"/>
            <a:ext cx="757569" cy="8348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17733EF-D2BF-FCAC-DA77-FC046085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2216487"/>
            <a:ext cx="757569" cy="83488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F9B3B8C-71B3-81D0-9D14-6B3F239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078528"/>
            <a:ext cx="757569" cy="83488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FA37438-2C1F-F905-59BC-981CCE83B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39690" y="3094248"/>
            <a:ext cx="757569" cy="83488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B8ED45D-61B5-D5AA-0389-B04EA09B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8" y="3094248"/>
            <a:ext cx="757569" cy="83488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7CF2666-84CD-44F8-7F0B-7106FF78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86032" y="3963624"/>
            <a:ext cx="757569" cy="83488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8B46E0F2-82F3-D23F-381F-86A6F51679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84560" y="3981068"/>
            <a:ext cx="757569" cy="83488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4980B186-2C48-3A8E-52F8-3BB9EBCCA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42129" y="3967244"/>
            <a:ext cx="757569" cy="83488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F49DBE8-6ADA-27E5-553E-AE051DF8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6665433" y="4858582"/>
            <a:ext cx="757569" cy="834887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8C8BFB1-C89A-8E98-41E3-7A5A6E9E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961767" y="4858582"/>
            <a:ext cx="757569" cy="83488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58D1220-15CD-6493-634E-D224E8D7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8194379" y="4856645"/>
            <a:ext cx="757569" cy="8348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D47309-FE5F-D7E5-7A77-58EFA15487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1189" r="74655" b="75160"/>
          <a:stretch/>
        </p:blipFill>
        <p:spPr>
          <a:xfrm>
            <a:off x="7423002" y="3979755"/>
            <a:ext cx="757569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361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B1709-6D09-9098-835A-8448EB6C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in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E67F-7167-DD88-07FB-C67A7CC55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27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Reorder attention masks to reduce the number of blocks</a:t>
            </a:r>
          </a:p>
          <a:p>
            <a:endParaRPr lang="en-US" dirty="0"/>
          </a:p>
          <a:p>
            <a:r>
              <a:rPr lang="en-US" dirty="0"/>
              <a:t>Call </a:t>
            </a:r>
            <a:r>
              <a:rPr lang="en-US" dirty="0" err="1"/>
              <a:t>Flashattention</a:t>
            </a:r>
            <a:r>
              <a:rPr lang="en-US" dirty="0"/>
              <a:t>, to only operate on non-zero blocks</a:t>
            </a:r>
          </a:p>
          <a:p>
            <a:endParaRPr lang="en-US" dirty="0"/>
          </a:p>
          <a:p>
            <a:r>
              <a:rPr lang="en-US" dirty="0"/>
              <a:t>Caveats: </a:t>
            </a:r>
          </a:p>
          <a:p>
            <a:pPr lvl="1"/>
            <a:r>
              <a:rPr lang="en-US" dirty="0"/>
              <a:t>Reordering takes time, so not applicable to all use cases</a:t>
            </a:r>
          </a:p>
          <a:p>
            <a:pPr lvl="1"/>
            <a:r>
              <a:rPr lang="en-US" dirty="0"/>
              <a:t>Sometimes the block structure may become worse</a:t>
            </a:r>
          </a:p>
          <a:p>
            <a:endParaRPr lang="en-US" dirty="0"/>
          </a:p>
          <a:p>
            <a:r>
              <a:rPr lang="en-US" dirty="0"/>
              <a:t>Our proposed technique: Using bandwidth as a proxy for reducing the number of blocks works well for scientific computing, but not for attention masks</a:t>
            </a:r>
          </a:p>
          <a:p>
            <a:pPr lvl="1"/>
            <a:r>
              <a:rPr lang="en-US" dirty="0"/>
              <a:t>Use hypergraph partitioning techniques that directly optimize for reducing the number of blocks</a:t>
            </a:r>
          </a:p>
        </p:txBody>
      </p:sp>
    </p:spTree>
    <p:extLst>
      <p:ext uri="{BB962C8B-B14F-4D97-AF65-F5344CB8AC3E}">
        <p14:creationId xmlns:p14="http://schemas.microsoft.com/office/powerpoint/2010/main" val="34869122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11/6 Lecture 20</a:t>
            </a:r>
          </a:p>
          <a:p>
            <a:pPr lvl="1"/>
            <a:r>
              <a:rPr lang="en-US" dirty="0"/>
              <a:t>Modeling Cluster of Accelerators 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6512</TotalTime>
  <Words>4282</Words>
  <Application>Microsoft Office PowerPoint</Application>
  <PresentationFormat>Widescreen</PresentationFormat>
  <Paragraphs>844</Paragraphs>
  <Slides>102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7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Next Few Classes and Deadlines</vt:lpstr>
      <vt:lpstr>Next Few Classes and Deadlines</vt:lpstr>
      <vt:lpstr>Outline</vt:lpstr>
      <vt:lpstr>Attention with Sparse Attention Mask</vt:lpstr>
      <vt:lpstr>QK Product with Attention Mask</vt:lpstr>
      <vt:lpstr>QK Product with Attention Mask</vt:lpstr>
      <vt:lpstr>Softmax with Attention Mask</vt:lpstr>
      <vt:lpstr>Product with V Matrix</vt:lpstr>
      <vt:lpstr>Attention with Sparse Attention Mask</vt:lpstr>
      <vt:lpstr>Attention with Sparse Attention Mask</vt:lpstr>
      <vt:lpstr>Attention with Sparse Attention Mask</vt:lpstr>
      <vt:lpstr>Y= QK^T | M: Product of two dense matrices under a mask</vt:lpstr>
      <vt:lpstr>Attention with Sparse Attention Mask</vt:lpstr>
      <vt:lpstr>Sparse-Dense Matrix Multiplication (SpMM)</vt:lpstr>
      <vt:lpstr>Sparse Dense Matrix Multiplication (SpMM)</vt:lpstr>
      <vt:lpstr>SpMM Storage Format - COO</vt:lpstr>
      <vt:lpstr>SpMM Storage Format - COO</vt:lpstr>
      <vt:lpstr>SpMM Storage Format - CSR</vt:lpstr>
      <vt:lpstr>SpMM Storage Format - CSR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PowerPoint Presentation</vt:lpstr>
      <vt:lpstr>Sparse Dense Matrix Multiplication (SpMM)</vt:lpstr>
      <vt:lpstr>Attention with Sparse Attention Mask</vt:lpstr>
      <vt:lpstr>QK^T | M</vt:lpstr>
      <vt:lpstr>QK^T | M</vt:lpstr>
      <vt:lpstr>Today’s Lecture</vt:lpstr>
      <vt:lpstr>Today’s Lecture</vt:lpstr>
      <vt:lpstr>Sampled Dense Dense Matrix Multiplication (SDDMM)</vt:lpstr>
      <vt:lpstr>Sampled Dense Dense Matrix Multiplication (SDDMM)</vt:lpstr>
      <vt:lpstr>Today’s Lecture</vt:lpstr>
      <vt:lpstr>Recall: Flashattention</vt:lpstr>
      <vt:lpstr>With Mask (so crowded)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Sparse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Flash Attention on Attention Mask</vt:lpstr>
      <vt:lpstr>How to Improve Performance?</vt:lpstr>
      <vt:lpstr>How to Improve Performance?</vt:lpstr>
      <vt:lpstr>Today’s Lecture</vt:lpstr>
      <vt:lpstr>#1 Design masks that have block like structure</vt:lpstr>
      <vt:lpstr>#2: Reorder Attention Masks 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Introducing Sparsity in Flashattention</vt:lpstr>
      <vt:lpstr>Matrix Reordering</vt:lpstr>
      <vt:lpstr>Matrix Reordering</vt:lpstr>
      <vt:lpstr>Bandwidth</vt:lpstr>
      <vt:lpstr>Bandwidth</vt:lpstr>
      <vt:lpstr>Bandwidth</vt:lpstr>
      <vt:lpstr>Bandwidth</vt:lpstr>
      <vt:lpstr>Bandwidth</vt:lpstr>
      <vt:lpstr>Bandwidth</vt:lpstr>
      <vt:lpstr>Bandwidth</vt:lpstr>
      <vt:lpstr>Bandwidth</vt:lpstr>
      <vt:lpstr>Bandwidth – After Reordering</vt:lpstr>
      <vt:lpstr>Graph Vertex Relabling</vt:lpstr>
      <vt:lpstr>Graph Vertex Relabling</vt:lpstr>
      <vt:lpstr>Graph Vertex Relabling</vt:lpstr>
      <vt:lpstr>Graph Vertex Relabling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Cuthill–McKee algorithm (CM)</vt:lpstr>
      <vt:lpstr>Going back: Introducing Sparsity in Flashattention</vt:lpstr>
      <vt:lpstr>Going back: Introducing Sparsity in Flashattention</vt:lpstr>
      <vt:lpstr>Sparsity in Attention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2026-02-15T20:49:37Z</dcterms:modified>
</cp:coreProperties>
</file>
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8"/>
  </p:notesMasterIdLst>
  <p:sldIdLst>
    <p:sldId id="256" r:id="rId2"/>
    <p:sldId id="261" r:id="rId3"/>
    <p:sldId id="1418" r:id="rId4"/>
    <p:sldId id="1403" r:id="rId5"/>
    <p:sldId id="392" r:id="rId6"/>
    <p:sldId id="309" r:id="rId7"/>
    <p:sldId id="394" r:id="rId8"/>
    <p:sldId id="395" r:id="rId9"/>
    <p:sldId id="1373" r:id="rId10"/>
    <p:sldId id="1374" r:id="rId11"/>
    <p:sldId id="1344" r:id="rId12"/>
    <p:sldId id="1345" r:id="rId13"/>
    <p:sldId id="1346" r:id="rId14"/>
    <p:sldId id="1349" r:id="rId15"/>
    <p:sldId id="1419" r:id="rId16"/>
    <p:sldId id="1347" r:id="rId17"/>
    <p:sldId id="1348" r:id="rId18"/>
    <p:sldId id="1420" r:id="rId19"/>
    <p:sldId id="1421" r:id="rId20"/>
    <p:sldId id="1422" r:id="rId21"/>
    <p:sldId id="1423" r:id="rId22"/>
    <p:sldId id="1352" r:id="rId23"/>
    <p:sldId id="1424" r:id="rId24"/>
    <p:sldId id="1353" r:id="rId25"/>
    <p:sldId id="1425" r:id="rId26"/>
    <p:sldId id="1426" r:id="rId27"/>
    <p:sldId id="1429" r:id="rId28"/>
    <p:sldId id="1430" r:id="rId29"/>
    <p:sldId id="1354" r:id="rId30"/>
    <p:sldId id="1355" r:id="rId31"/>
    <p:sldId id="328" r:id="rId32"/>
    <p:sldId id="1375" r:id="rId33"/>
    <p:sldId id="1376" r:id="rId34"/>
    <p:sldId id="1427" r:id="rId35"/>
    <p:sldId id="1377" r:id="rId36"/>
    <p:sldId id="1378" r:id="rId37"/>
    <p:sldId id="1379" r:id="rId38"/>
    <p:sldId id="1380" r:id="rId39"/>
    <p:sldId id="1381" r:id="rId40"/>
    <p:sldId id="1382" r:id="rId41"/>
    <p:sldId id="1384" r:id="rId42"/>
    <p:sldId id="1385" r:id="rId43"/>
    <p:sldId id="1431" r:id="rId44"/>
    <p:sldId id="1432" r:id="rId45"/>
    <p:sldId id="335" r:id="rId46"/>
    <p:sldId id="1428" r:id="rId47"/>
    <p:sldId id="1392" r:id="rId48"/>
    <p:sldId id="1393" r:id="rId49"/>
    <p:sldId id="1394" r:id="rId50"/>
    <p:sldId id="1395" r:id="rId51"/>
    <p:sldId id="1396" r:id="rId52"/>
    <p:sldId id="1397" r:id="rId53"/>
    <p:sldId id="1398" r:id="rId54"/>
    <p:sldId id="1399" r:id="rId55"/>
    <p:sldId id="1400" r:id="rId56"/>
    <p:sldId id="1401" r:id="rId57"/>
    <p:sldId id="1402" r:id="rId58"/>
    <p:sldId id="1362" r:id="rId59"/>
    <p:sldId id="1358" r:id="rId60"/>
    <p:sldId id="1359" r:id="rId61"/>
    <p:sldId id="1361" r:id="rId62"/>
    <p:sldId id="1363" r:id="rId63"/>
    <p:sldId id="1389" r:id="rId64"/>
    <p:sldId id="1391" r:id="rId65"/>
    <p:sldId id="390" r:id="rId66"/>
    <p:sldId id="391" r:id="rId6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B24E3B9-6C37-4362-9284-D752EC06246D}" v="312" dt="2025-09-02T13:38:31.83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5325" autoAdjust="0"/>
  </p:normalViewPr>
  <p:slideViewPr>
    <p:cSldViewPr snapToGrid="0">
      <p:cViewPr varScale="1">
        <p:scale>
          <a:sx n="91" d="100"/>
          <a:sy n="91" d="100"/>
        </p:scale>
        <p:origin x="123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microsoft.com/office/2015/10/relationships/revisionInfo" Target="revisionInfo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nmukh Kuppannagari" userId="ad215094-da36-4b66-9c79-369a17aea26b" providerId="ADAL" clId="{211AAAC7-5250-492F-AD78-DC6370DC9F86}"/>
    <pc:docChg chg="undo custSel addSld delSld modSld">
      <pc:chgData name="Sanmukh Kuppannagari" userId="ad215094-da36-4b66-9c79-369a17aea26b" providerId="ADAL" clId="{211AAAC7-5250-492F-AD78-DC6370DC9F86}" dt="2023-01-17T19:03:05.967" v="5107" actId="20577"/>
      <pc:docMkLst>
        <pc:docMk/>
      </pc:docMkLst>
      <pc:sldChg chg="modSp mod">
        <pc:chgData name="Sanmukh Kuppannagari" userId="ad215094-da36-4b66-9c79-369a17aea26b" providerId="ADAL" clId="{211AAAC7-5250-492F-AD78-DC6370DC9F86}" dt="2023-01-17T00:10:26.149" v="62" actId="20577"/>
        <pc:sldMkLst>
          <pc:docMk/>
          <pc:sldMk cId="728785357" sldId="256"/>
        </pc:sldMkLst>
      </pc:sldChg>
      <pc:sldChg chg="modSp mod">
        <pc:chgData name="Sanmukh Kuppannagari" userId="ad215094-da36-4b66-9c79-369a17aea26b" providerId="ADAL" clId="{211AAAC7-5250-492F-AD78-DC6370DC9F86}" dt="2023-01-17T00:13:53.144" v="165" actId="20577"/>
        <pc:sldMkLst>
          <pc:docMk/>
          <pc:sldMk cId="1853368443" sldId="257"/>
        </pc:sldMkLst>
      </pc:sldChg>
      <pc:sldChg chg="del">
        <pc:chgData name="Sanmukh Kuppannagari" userId="ad215094-da36-4b66-9c79-369a17aea26b" providerId="ADAL" clId="{211AAAC7-5250-492F-AD78-DC6370DC9F86}" dt="2023-01-17T00:14:37.645" v="166" actId="47"/>
        <pc:sldMkLst>
          <pc:docMk/>
          <pc:sldMk cId="1571907200" sldId="258"/>
        </pc:sldMkLst>
      </pc:sldChg>
      <pc:sldChg chg="modSp mod">
        <pc:chgData name="Sanmukh Kuppannagari" userId="ad215094-da36-4b66-9c79-369a17aea26b" providerId="ADAL" clId="{211AAAC7-5250-492F-AD78-DC6370DC9F86}" dt="2023-01-17T05:21:29.636" v="3029" actId="20577"/>
        <pc:sldMkLst>
          <pc:docMk/>
          <pc:sldMk cId="2017305151" sldId="261"/>
        </pc:sldMkLst>
      </pc:sldChg>
      <pc:sldChg chg="del">
        <pc:chgData name="Sanmukh Kuppannagari" userId="ad215094-da36-4b66-9c79-369a17aea26b" providerId="ADAL" clId="{211AAAC7-5250-492F-AD78-DC6370DC9F86}" dt="2023-01-17T00:14:40.024" v="167" actId="47"/>
        <pc:sldMkLst>
          <pc:docMk/>
          <pc:sldMk cId="935783954" sldId="262"/>
        </pc:sldMkLst>
      </pc:sldChg>
      <pc:sldChg chg="modSp mod">
        <pc:chgData name="Sanmukh Kuppannagari" userId="ad215094-da36-4b66-9c79-369a17aea26b" providerId="ADAL" clId="{211AAAC7-5250-492F-AD78-DC6370DC9F86}" dt="2023-01-17T05:27:42.704" v="3061" actId="20577"/>
        <pc:sldMkLst>
          <pc:docMk/>
          <pc:sldMk cId="2115879010" sldId="263"/>
        </pc:sldMkLst>
      </pc:sldChg>
      <pc:sldChg chg="modSp mod">
        <pc:chgData name="Sanmukh Kuppannagari" userId="ad215094-da36-4b66-9c79-369a17aea26b" providerId="ADAL" clId="{211AAAC7-5250-492F-AD78-DC6370DC9F86}" dt="2023-01-17T00:31:13.296" v="259" actId="20577"/>
        <pc:sldMkLst>
          <pc:docMk/>
          <pc:sldMk cId="4279812585" sldId="264"/>
        </pc:sldMkLst>
      </pc:sldChg>
      <pc:sldChg chg="modSp mod">
        <pc:chgData name="Sanmukh Kuppannagari" userId="ad215094-da36-4b66-9c79-369a17aea26b" providerId="ADAL" clId="{211AAAC7-5250-492F-AD78-DC6370DC9F86}" dt="2023-01-17T00:34:34.466" v="465" actId="20577"/>
        <pc:sldMkLst>
          <pc:docMk/>
          <pc:sldMk cId="229327562" sldId="265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773656466" sldId="266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1546929182" sldId="267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2141319369" sldId="268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2869887146" sldId="269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1405443998" sldId="270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17832347" sldId="271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1974194003" sldId="272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664933502" sldId="273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517079826" sldId="274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332663318" sldId="275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1665426680" sldId="276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1064585860" sldId="277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2392899443" sldId="278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3752910855" sldId="279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621001467" sldId="280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3740158276" sldId="281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1659248167" sldId="282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3056812290" sldId="283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667679245" sldId="284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3965516982" sldId="285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3839782843" sldId="286"/>
        </pc:sldMkLst>
      </pc:sldChg>
      <pc:sldChg chg="modSp mod">
        <pc:chgData name="Sanmukh Kuppannagari" userId="ad215094-da36-4b66-9c79-369a17aea26b" providerId="ADAL" clId="{211AAAC7-5250-492F-AD78-DC6370DC9F86}" dt="2023-01-17T19:03:05.967" v="5107" actId="20577"/>
        <pc:sldMkLst>
          <pc:docMk/>
          <pc:sldMk cId="2158303791" sldId="288"/>
        </pc:sldMkLst>
      </pc:sldChg>
      <pc:sldChg chg="modSp mod">
        <pc:chgData name="Sanmukh Kuppannagari" userId="ad215094-da36-4b66-9c79-369a17aea26b" providerId="ADAL" clId="{211AAAC7-5250-492F-AD78-DC6370DC9F86}" dt="2023-01-17T05:27:35.099" v="3045" actId="20577"/>
        <pc:sldMkLst>
          <pc:docMk/>
          <pc:sldMk cId="570291501" sldId="289"/>
        </pc:sldMkLst>
      </pc:sldChg>
      <pc:sldChg chg="modSp new mod">
        <pc:chgData name="Sanmukh Kuppannagari" userId="ad215094-da36-4b66-9c79-369a17aea26b" providerId="ADAL" clId="{211AAAC7-5250-492F-AD78-DC6370DC9F86}" dt="2023-01-17T16:57:39.252" v="3298" actId="20577"/>
        <pc:sldMkLst>
          <pc:docMk/>
          <pc:sldMk cId="2156678824" sldId="290"/>
        </pc:sldMkLst>
      </pc:sldChg>
      <pc:sldChg chg="modSp new mod">
        <pc:chgData name="Sanmukh Kuppannagari" userId="ad215094-da36-4b66-9c79-369a17aea26b" providerId="ADAL" clId="{211AAAC7-5250-492F-AD78-DC6370DC9F86}" dt="2023-01-17T16:58:07.896" v="3380" actId="20577"/>
        <pc:sldMkLst>
          <pc:docMk/>
          <pc:sldMk cId="2291869099" sldId="291"/>
        </pc:sldMkLst>
      </pc:sldChg>
      <pc:sldChg chg="modSp new mod">
        <pc:chgData name="Sanmukh Kuppannagari" userId="ad215094-da36-4b66-9c79-369a17aea26b" providerId="ADAL" clId="{211AAAC7-5250-492F-AD78-DC6370DC9F86}" dt="2023-01-17T00:52:03.469" v="1234" actId="20577"/>
        <pc:sldMkLst>
          <pc:docMk/>
          <pc:sldMk cId="3873626867" sldId="292"/>
        </pc:sldMkLst>
      </pc:sldChg>
      <pc:sldChg chg="modSp new mod">
        <pc:chgData name="Sanmukh Kuppannagari" userId="ad215094-da36-4b66-9c79-369a17aea26b" providerId="ADAL" clId="{211AAAC7-5250-492F-AD78-DC6370DC9F86}" dt="2023-01-17T00:53:22.245" v="1376" actId="20577"/>
        <pc:sldMkLst>
          <pc:docMk/>
          <pc:sldMk cId="1774998115" sldId="293"/>
        </pc:sldMkLst>
      </pc:sldChg>
      <pc:sldChg chg="modSp new mod">
        <pc:chgData name="Sanmukh Kuppannagari" userId="ad215094-da36-4b66-9c79-369a17aea26b" providerId="ADAL" clId="{211AAAC7-5250-492F-AD78-DC6370DC9F86}" dt="2023-01-17T17:07:59.378" v="3662" actId="20577"/>
        <pc:sldMkLst>
          <pc:docMk/>
          <pc:sldMk cId="2638425655" sldId="294"/>
        </pc:sldMkLst>
      </pc:sldChg>
      <pc:sldChg chg="modSp new mod">
        <pc:chgData name="Sanmukh Kuppannagari" userId="ad215094-da36-4b66-9c79-369a17aea26b" providerId="ADAL" clId="{211AAAC7-5250-492F-AD78-DC6370DC9F86}" dt="2023-01-17T04:46:26.863" v="1821" actId="20577"/>
        <pc:sldMkLst>
          <pc:docMk/>
          <pc:sldMk cId="2615144390" sldId="295"/>
        </pc:sldMkLst>
      </pc:sldChg>
      <pc:sldChg chg="modSp new mod">
        <pc:chgData name="Sanmukh Kuppannagari" userId="ad215094-da36-4b66-9c79-369a17aea26b" providerId="ADAL" clId="{211AAAC7-5250-492F-AD78-DC6370DC9F86}" dt="2023-01-17T04:50:22.336" v="2113" actId="20577"/>
        <pc:sldMkLst>
          <pc:docMk/>
          <pc:sldMk cId="3329329736" sldId="296"/>
        </pc:sldMkLst>
      </pc:sldChg>
      <pc:sldChg chg="modSp new mod">
        <pc:chgData name="Sanmukh Kuppannagari" userId="ad215094-da36-4b66-9c79-369a17aea26b" providerId="ADAL" clId="{211AAAC7-5250-492F-AD78-DC6370DC9F86}" dt="2023-01-17T17:57:00.676" v="3862" actId="20577"/>
        <pc:sldMkLst>
          <pc:docMk/>
          <pc:sldMk cId="99553615" sldId="297"/>
        </pc:sldMkLst>
      </pc:sldChg>
      <pc:sldChg chg="modSp new mod">
        <pc:chgData name="Sanmukh Kuppannagari" userId="ad215094-da36-4b66-9c79-369a17aea26b" providerId="ADAL" clId="{211AAAC7-5250-492F-AD78-DC6370DC9F86}" dt="2023-01-17T04:55:37.586" v="2539" actId="20577"/>
        <pc:sldMkLst>
          <pc:docMk/>
          <pc:sldMk cId="3682190543" sldId="298"/>
        </pc:sldMkLst>
      </pc:sldChg>
      <pc:sldChg chg="modSp new mod">
        <pc:chgData name="Sanmukh Kuppannagari" userId="ad215094-da36-4b66-9c79-369a17aea26b" providerId="ADAL" clId="{211AAAC7-5250-492F-AD78-DC6370DC9F86}" dt="2023-01-17T17:59:25.345" v="4026" actId="20577"/>
        <pc:sldMkLst>
          <pc:docMk/>
          <pc:sldMk cId="1020910546" sldId="299"/>
        </pc:sldMkLst>
      </pc:sldChg>
      <pc:sldChg chg="modSp new mod">
        <pc:chgData name="Sanmukh Kuppannagari" userId="ad215094-da36-4b66-9c79-369a17aea26b" providerId="ADAL" clId="{211AAAC7-5250-492F-AD78-DC6370DC9F86}" dt="2023-01-17T05:02:26.766" v="2961" actId="20577"/>
        <pc:sldMkLst>
          <pc:docMk/>
          <pc:sldMk cId="3765558418" sldId="300"/>
        </pc:sldMkLst>
      </pc:sldChg>
      <pc:sldChg chg="modSp add mod">
        <pc:chgData name="Sanmukh Kuppannagari" userId="ad215094-da36-4b66-9c79-369a17aea26b" providerId="ADAL" clId="{211AAAC7-5250-492F-AD78-DC6370DC9F86}" dt="2023-01-17T05:27:59.040" v="3096" actId="207"/>
        <pc:sldMkLst>
          <pc:docMk/>
          <pc:sldMk cId="670794243" sldId="301"/>
        </pc:sldMkLst>
      </pc:sldChg>
      <pc:sldChg chg="modSp new mod">
        <pc:chgData name="Sanmukh Kuppannagari" userId="ad215094-da36-4b66-9c79-369a17aea26b" providerId="ADAL" clId="{211AAAC7-5250-492F-AD78-DC6370DC9F86}" dt="2023-01-17T05:04:14.702" v="3013" actId="20577"/>
        <pc:sldMkLst>
          <pc:docMk/>
          <pc:sldMk cId="2162272" sldId="302"/>
        </pc:sldMkLst>
      </pc:sldChg>
      <pc:sldChg chg="modSp add mod">
        <pc:chgData name="Sanmukh Kuppannagari" userId="ad215094-da36-4b66-9c79-369a17aea26b" providerId="ADAL" clId="{211AAAC7-5250-492F-AD78-DC6370DC9F86}" dt="2023-01-17T05:28:17.340" v="3098" actId="207"/>
        <pc:sldMkLst>
          <pc:docMk/>
          <pc:sldMk cId="2602328554" sldId="303"/>
        </pc:sldMkLst>
      </pc:sldChg>
      <pc:sldChg chg="modSp new mod">
        <pc:chgData name="Sanmukh Kuppannagari" userId="ad215094-da36-4b66-9c79-369a17aea26b" providerId="ADAL" clId="{211AAAC7-5250-492F-AD78-DC6370DC9F86}" dt="2023-01-17T05:32:46.400" v="3279" actId="20577"/>
        <pc:sldMkLst>
          <pc:docMk/>
          <pc:sldMk cId="3182011601" sldId="304"/>
        </pc:sldMkLst>
      </pc:sldChg>
      <pc:sldChg chg="modSp new mod">
        <pc:chgData name="Sanmukh Kuppannagari" userId="ad215094-da36-4b66-9c79-369a17aea26b" providerId="ADAL" clId="{211AAAC7-5250-492F-AD78-DC6370DC9F86}" dt="2023-01-17T18:00:34.818" v="4104" actId="20577"/>
        <pc:sldMkLst>
          <pc:docMk/>
          <pc:sldMk cId="2520937317" sldId="305"/>
        </pc:sldMkLst>
      </pc:sldChg>
      <pc:sldChg chg="addSp delSp modSp new mod">
        <pc:chgData name="Sanmukh Kuppannagari" userId="ad215094-da36-4b66-9c79-369a17aea26b" providerId="ADAL" clId="{211AAAC7-5250-492F-AD78-DC6370DC9F86}" dt="2023-01-17T18:15:02.850" v="4280" actId="1076"/>
        <pc:sldMkLst>
          <pc:docMk/>
          <pc:sldMk cId="787331322" sldId="306"/>
        </pc:sldMkLst>
      </pc:sldChg>
      <pc:sldChg chg="addSp delSp modSp new mod">
        <pc:chgData name="Sanmukh Kuppannagari" userId="ad215094-da36-4b66-9c79-369a17aea26b" providerId="ADAL" clId="{211AAAC7-5250-492F-AD78-DC6370DC9F86}" dt="2023-01-17T18:19:15.464" v="4300" actId="1076"/>
        <pc:sldMkLst>
          <pc:docMk/>
          <pc:sldMk cId="592458898" sldId="307"/>
        </pc:sldMkLst>
      </pc:sldChg>
      <pc:sldChg chg="addSp delSp modSp new mod">
        <pc:chgData name="Sanmukh Kuppannagari" userId="ad215094-da36-4b66-9c79-369a17aea26b" providerId="ADAL" clId="{211AAAC7-5250-492F-AD78-DC6370DC9F86}" dt="2023-01-17T18:20:47.319" v="4319" actId="1076"/>
        <pc:sldMkLst>
          <pc:docMk/>
          <pc:sldMk cId="1871853996" sldId="308"/>
        </pc:sldMkLst>
      </pc:sldChg>
      <pc:sldChg chg="addSp modSp new mod">
        <pc:chgData name="Sanmukh Kuppannagari" userId="ad215094-da36-4b66-9c79-369a17aea26b" providerId="ADAL" clId="{211AAAC7-5250-492F-AD78-DC6370DC9F86}" dt="2023-01-17T18:59:20.062" v="4992" actId="20577"/>
        <pc:sldMkLst>
          <pc:docMk/>
          <pc:sldMk cId="418652833" sldId="309"/>
        </pc:sldMkLst>
      </pc:sldChg>
      <pc:sldChg chg="addSp modSp new mod">
        <pc:chgData name="Sanmukh Kuppannagari" userId="ad215094-da36-4b66-9c79-369a17aea26b" providerId="ADAL" clId="{211AAAC7-5250-492F-AD78-DC6370DC9F86}" dt="2023-01-17T18:41:03.310" v="4764" actId="20577"/>
        <pc:sldMkLst>
          <pc:docMk/>
          <pc:sldMk cId="712137956" sldId="310"/>
        </pc:sldMkLst>
      </pc:sldChg>
      <pc:sldChg chg="addSp delSp modSp new mod">
        <pc:chgData name="Sanmukh Kuppannagari" userId="ad215094-da36-4b66-9c79-369a17aea26b" providerId="ADAL" clId="{211AAAC7-5250-492F-AD78-DC6370DC9F86}" dt="2023-01-17T18:47:03.341" v="4901" actId="20577"/>
        <pc:sldMkLst>
          <pc:docMk/>
          <pc:sldMk cId="670143684" sldId="311"/>
        </pc:sldMkLst>
      </pc:sldChg>
      <pc:sldChg chg="addSp modSp new mod">
        <pc:chgData name="Sanmukh Kuppannagari" userId="ad215094-da36-4b66-9c79-369a17aea26b" providerId="ADAL" clId="{211AAAC7-5250-492F-AD78-DC6370DC9F86}" dt="2023-01-17T18:56:38.874" v="4978" actId="1076"/>
        <pc:sldMkLst>
          <pc:docMk/>
          <pc:sldMk cId="1402496708" sldId="312"/>
        </pc:sldMkLst>
      </pc:sldChg>
      <pc:sldChg chg="modSp new mod">
        <pc:chgData name="Sanmukh Kuppannagari" userId="ad215094-da36-4b66-9c79-369a17aea26b" providerId="ADAL" clId="{211AAAC7-5250-492F-AD78-DC6370DC9F86}" dt="2023-01-17T19:02:16.888" v="5028" actId="20577"/>
        <pc:sldMkLst>
          <pc:docMk/>
          <pc:sldMk cId="4113171285" sldId="313"/>
        </pc:sldMkLst>
      </pc:sldChg>
    </pc:docChg>
  </pc:docChgLst>
  <pc:docChgLst>
    <pc:chgData name="Sanmukh Kuppannagari" userId="ad215094-da36-4b66-9c79-369a17aea26b" providerId="ADAL" clId="{CB24E3B9-6C37-4362-9284-D752EC06246D}"/>
    <pc:docChg chg="undo redo custSel addSld delSld modSld sldOrd">
      <pc:chgData name="Sanmukh Kuppannagari" userId="ad215094-da36-4b66-9c79-369a17aea26b" providerId="ADAL" clId="{CB24E3B9-6C37-4362-9284-D752EC06246D}" dt="2025-09-02T13:38:31.833" v="4225"/>
      <pc:docMkLst>
        <pc:docMk/>
      </pc:docMkLst>
      <pc:sldChg chg="modSp mod">
        <pc:chgData name="Sanmukh Kuppannagari" userId="ad215094-da36-4b66-9c79-369a17aea26b" providerId="ADAL" clId="{CB24E3B9-6C37-4362-9284-D752EC06246D}" dt="2025-09-02T01:29:34.227" v="1" actId="20577"/>
        <pc:sldMkLst>
          <pc:docMk/>
          <pc:sldMk cId="728785357" sldId="256"/>
        </pc:sldMkLst>
        <pc:spChg chg="mod">
          <ac:chgData name="Sanmukh Kuppannagari" userId="ad215094-da36-4b66-9c79-369a17aea26b" providerId="ADAL" clId="{CB24E3B9-6C37-4362-9284-D752EC06246D}" dt="2025-09-02T01:29:34.227" v="1" actId="20577"/>
          <ac:spMkLst>
            <pc:docMk/>
            <pc:sldMk cId="728785357" sldId="256"/>
            <ac:spMk id="3" creationId="{C46BB279-3651-105A-8503-217F67B1FED8}"/>
          </ac:spMkLst>
        </pc:spChg>
      </pc:sldChg>
      <pc:sldChg chg="modSp mod">
        <pc:chgData name="Sanmukh Kuppannagari" userId="ad215094-da36-4b66-9c79-369a17aea26b" providerId="ADAL" clId="{CB24E3B9-6C37-4362-9284-D752EC06246D}" dt="2025-09-02T02:53:11.075" v="2510" actId="20577"/>
        <pc:sldMkLst>
          <pc:docMk/>
          <pc:sldMk cId="2017305151" sldId="261"/>
        </pc:sldMkLst>
        <pc:spChg chg="mod">
          <ac:chgData name="Sanmukh Kuppannagari" userId="ad215094-da36-4b66-9c79-369a17aea26b" providerId="ADAL" clId="{CB24E3B9-6C37-4362-9284-D752EC06246D}" dt="2025-09-02T02:53:11.075" v="2510" actId="20577"/>
          <ac:spMkLst>
            <pc:docMk/>
            <pc:sldMk cId="2017305151" sldId="261"/>
            <ac:spMk id="3" creationId="{D61E7643-79A8-EFA8-035B-07E3457DA90C}"/>
          </ac:spMkLst>
        </pc:spChg>
      </pc:sldChg>
      <pc:sldChg chg="modSp mod">
        <pc:chgData name="Sanmukh Kuppannagari" userId="ad215094-da36-4b66-9c79-369a17aea26b" providerId="ADAL" clId="{CB24E3B9-6C37-4362-9284-D752EC06246D}" dt="2025-09-02T13:13:16.950" v="3698" actId="113"/>
        <pc:sldMkLst>
          <pc:docMk/>
          <pc:sldMk cId="2950079441" sldId="328"/>
        </pc:sldMkLst>
        <pc:spChg chg="mod">
          <ac:chgData name="Sanmukh Kuppannagari" userId="ad215094-da36-4b66-9c79-369a17aea26b" providerId="ADAL" clId="{CB24E3B9-6C37-4362-9284-D752EC06246D}" dt="2025-09-02T13:13:16.950" v="3698" actId="113"/>
          <ac:spMkLst>
            <pc:docMk/>
            <pc:sldMk cId="2950079441" sldId="328"/>
            <ac:spMk id="26" creationId="{25883072-0653-2683-AEE3-3EA0CB67E854}"/>
          </ac:spMkLst>
        </pc:spChg>
      </pc:sldChg>
      <pc:sldChg chg="addSp modSp mod">
        <pc:chgData name="Sanmukh Kuppannagari" userId="ad215094-da36-4b66-9c79-369a17aea26b" providerId="ADAL" clId="{CB24E3B9-6C37-4362-9284-D752EC06246D}" dt="2025-09-02T03:01:15.553" v="2938" actId="1076"/>
        <pc:sldMkLst>
          <pc:docMk/>
          <pc:sldMk cId="607569566" sldId="335"/>
        </pc:sldMkLst>
        <pc:spChg chg="mod">
          <ac:chgData name="Sanmukh Kuppannagari" userId="ad215094-da36-4b66-9c79-369a17aea26b" providerId="ADAL" clId="{CB24E3B9-6C37-4362-9284-D752EC06246D}" dt="2025-09-02T03:00:17.840" v="2830" actId="14100"/>
          <ac:spMkLst>
            <pc:docMk/>
            <pc:sldMk cId="607569566" sldId="335"/>
            <ac:spMk id="3" creationId="{03CA8F6F-AF0D-55BE-5E4D-003B6FA28164}"/>
          </ac:spMkLst>
        </pc:spChg>
        <pc:spChg chg="add mod">
          <ac:chgData name="Sanmukh Kuppannagari" userId="ad215094-da36-4b66-9c79-369a17aea26b" providerId="ADAL" clId="{CB24E3B9-6C37-4362-9284-D752EC06246D}" dt="2025-09-02T03:01:15.553" v="2938" actId="1076"/>
          <ac:spMkLst>
            <pc:docMk/>
            <pc:sldMk cId="607569566" sldId="335"/>
            <ac:spMk id="4" creationId="{8E437FC2-1F3B-8F1F-4D4D-58C119FC0D63}"/>
          </ac:spMkLst>
        </pc:spChg>
      </pc:sldChg>
      <pc:sldChg chg="del">
        <pc:chgData name="Sanmukh Kuppannagari" userId="ad215094-da36-4b66-9c79-369a17aea26b" providerId="ADAL" clId="{CB24E3B9-6C37-4362-9284-D752EC06246D}" dt="2025-09-02T02:55:17.296" v="2579" actId="47"/>
        <pc:sldMkLst>
          <pc:docMk/>
          <pc:sldMk cId="2522483144" sldId="341"/>
        </pc:sldMkLst>
      </pc:sldChg>
      <pc:sldChg chg="modSp mod">
        <pc:chgData name="Sanmukh Kuppannagari" userId="ad215094-da36-4b66-9c79-369a17aea26b" providerId="ADAL" clId="{CB24E3B9-6C37-4362-9284-D752EC06246D}" dt="2025-09-02T03:02:42.093" v="3132" actId="20577"/>
        <pc:sldMkLst>
          <pc:docMk/>
          <pc:sldMk cId="3837875043" sldId="390"/>
        </pc:sldMkLst>
        <pc:spChg chg="mod">
          <ac:chgData name="Sanmukh Kuppannagari" userId="ad215094-da36-4b66-9c79-369a17aea26b" providerId="ADAL" clId="{CB24E3B9-6C37-4362-9284-D752EC06246D}" dt="2025-09-02T03:02:42.093" v="3132" actId="20577"/>
          <ac:spMkLst>
            <pc:docMk/>
            <pc:sldMk cId="3837875043" sldId="390"/>
            <ac:spMk id="3" creationId="{E7FF2391-E8AE-9A93-A4FC-0E02B54BC29C}"/>
          </ac:spMkLst>
        </pc:spChg>
      </pc:sldChg>
      <pc:sldChg chg="modSp mod">
        <pc:chgData name="Sanmukh Kuppannagari" userId="ad215094-da36-4b66-9c79-369a17aea26b" providerId="ADAL" clId="{CB24E3B9-6C37-4362-9284-D752EC06246D}" dt="2025-09-02T01:54:32.592" v="413" actId="20577"/>
        <pc:sldMkLst>
          <pc:docMk/>
          <pc:sldMk cId="4158598040" sldId="394"/>
        </pc:sldMkLst>
        <pc:spChg chg="mod">
          <ac:chgData name="Sanmukh Kuppannagari" userId="ad215094-da36-4b66-9c79-369a17aea26b" providerId="ADAL" clId="{CB24E3B9-6C37-4362-9284-D752EC06246D}" dt="2025-09-02T01:54:32.592" v="413" actId="20577"/>
          <ac:spMkLst>
            <pc:docMk/>
            <pc:sldMk cId="4158598040" sldId="394"/>
            <ac:spMk id="3" creationId="{A349C415-594E-1E14-E951-EEFDBDA4F9E4}"/>
          </ac:spMkLst>
        </pc:spChg>
      </pc:sldChg>
      <pc:sldChg chg="modSp mod">
        <pc:chgData name="Sanmukh Kuppannagari" userId="ad215094-da36-4b66-9c79-369a17aea26b" providerId="ADAL" clId="{CB24E3B9-6C37-4362-9284-D752EC06246D}" dt="2025-09-02T01:55:54.936" v="539" actId="20577"/>
        <pc:sldMkLst>
          <pc:docMk/>
          <pc:sldMk cId="854907447" sldId="395"/>
        </pc:sldMkLst>
        <pc:spChg chg="mod">
          <ac:chgData name="Sanmukh Kuppannagari" userId="ad215094-da36-4b66-9c79-369a17aea26b" providerId="ADAL" clId="{CB24E3B9-6C37-4362-9284-D752EC06246D}" dt="2025-09-02T01:55:54.936" v="539" actId="20577"/>
          <ac:spMkLst>
            <pc:docMk/>
            <pc:sldMk cId="854907447" sldId="395"/>
            <ac:spMk id="3" creationId="{AC58AF0F-D5F9-1769-1231-CFB1219B2403}"/>
          </ac:spMkLst>
        </pc:spChg>
      </pc:sldChg>
      <pc:sldChg chg="modSp">
        <pc:chgData name="Sanmukh Kuppannagari" userId="ad215094-da36-4b66-9c79-369a17aea26b" providerId="ADAL" clId="{CB24E3B9-6C37-4362-9284-D752EC06246D}" dt="2025-09-02T01:57:24.524" v="570"/>
        <pc:sldMkLst>
          <pc:docMk/>
          <pc:sldMk cId="3473456708" sldId="1344"/>
        </pc:sldMkLst>
        <pc:spChg chg="mod">
          <ac:chgData name="Sanmukh Kuppannagari" userId="ad215094-da36-4b66-9c79-369a17aea26b" providerId="ADAL" clId="{CB24E3B9-6C37-4362-9284-D752EC06246D}" dt="2025-09-02T01:57:24.524" v="570"/>
          <ac:spMkLst>
            <pc:docMk/>
            <pc:sldMk cId="3473456708" sldId="1344"/>
            <ac:spMk id="2" creationId="{0C0CF8EF-879C-5217-2FA1-22D8A6E825DC}"/>
          </ac:spMkLst>
        </pc:spChg>
      </pc:sldChg>
      <pc:sldChg chg="modSp">
        <pc:chgData name="Sanmukh Kuppannagari" userId="ad215094-da36-4b66-9c79-369a17aea26b" providerId="ADAL" clId="{CB24E3B9-6C37-4362-9284-D752EC06246D}" dt="2025-09-02T01:57:28.360" v="571"/>
        <pc:sldMkLst>
          <pc:docMk/>
          <pc:sldMk cId="3462074433" sldId="1345"/>
        </pc:sldMkLst>
        <pc:spChg chg="mod">
          <ac:chgData name="Sanmukh Kuppannagari" userId="ad215094-da36-4b66-9c79-369a17aea26b" providerId="ADAL" clId="{CB24E3B9-6C37-4362-9284-D752EC06246D}" dt="2025-09-02T01:57:28.360" v="571"/>
          <ac:spMkLst>
            <pc:docMk/>
            <pc:sldMk cId="3462074433" sldId="1345"/>
            <ac:spMk id="2" creationId="{0C0CF8EF-879C-5217-2FA1-22D8A6E825DC}"/>
          </ac:spMkLst>
        </pc:spChg>
      </pc:sldChg>
      <pc:sldChg chg="modSp">
        <pc:chgData name="Sanmukh Kuppannagari" userId="ad215094-da36-4b66-9c79-369a17aea26b" providerId="ADAL" clId="{CB24E3B9-6C37-4362-9284-D752EC06246D}" dt="2025-09-02T01:57:32.113" v="572"/>
        <pc:sldMkLst>
          <pc:docMk/>
          <pc:sldMk cId="3585318733" sldId="1346"/>
        </pc:sldMkLst>
        <pc:spChg chg="mod">
          <ac:chgData name="Sanmukh Kuppannagari" userId="ad215094-da36-4b66-9c79-369a17aea26b" providerId="ADAL" clId="{CB24E3B9-6C37-4362-9284-D752EC06246D}" dt="2025-09-02T01:57:32.113" v="572"/>
          <ac:spMkLst>
            <pc:docMk/>
            <pc:sldMk cId="3585318733" sldId="1346"/>
            <ac:spMk id="2" creationId="{0C0CF8EF-879C-5217-2FA1-22D8A6E825DC}"/>
          </ac:spMkLst>
        </pc:spChg>
      </pc:sldChg>
      <pc:sldChg chg="modSp mod">
        <pc:chgData name="Sanmukh Kuppannagari" userId="ad215094-da36-4b66-9c79-369a17aea26b" providerId="ADAL" clId="{CB24E3B9-6C37-4362-9284-D752EC06246D}" dt="2025-09-02T02:08:39.470" v="1010" actId="20577"/>
        <pc:sldMkLst>
          <pc:docMk/>
          <pc:sldMk cId="3890367929" sldId="1347"/>
        </pc:sldMkLst>
        <pc:spChg chg="mod">
          <ac:chgData name="Sanmukh Kuppannagari" userId="ad215094-da36-4b66-9c79-369a17aea26b" providerId="ADAL" clId="{CB24E3B9-6C37-4362-9284-D752EC06246D}" dt="2025-09-02T02:08:39.470" v="1010" actId="20577"/>
          <ac:spMkLst>
            <pc:docMk/>
            <pc:sldMk cId="3890367929" sldId="1347"/>
            <ac:spMk id="2" creationId="{443EDD4B-337D-FB22-CD18-87B605CD9E7C}"/>
          </ac:spMkLst>
        </pc:spChg>
      </pc:sldChg>
      <pc:sldChg chg="modSp mod">
        <pc:chgData name="Sanmukh Kuppannagari" userId="ad215094-da36-4b66-9c79-369a17aea26b" providerId="ADAL" clId="{CB24E3B9-6C37-4362-9284-D752EC06246D}" dt="2025-09-02T02:09:16.682" v="1013" actId="20577"/>
        <pc:sldMkLst>
          <pc:docMk/>
          <pc:sldMk cId="1799099576" sldId="1348"/>
        </pc:sldMkLst>
        <pc:spChg chg="mod">
          <ac:chgData name="Sanmukh Kuppannagari" userId="ad215094-da36-4b66-9c79-369a17aea26b" providerId="ADAL" clId="{CB24E3B9-6C37-4362-9284-D752EC06246D}" dt="2025-09-02T02:09:16.682" v="1013" actId="20577"/>
          <ac:spMkLst>
            <pc:docMk/>
            <pc:sldMk cId="1799099576" sldId="1348"/>
            <ac:spMk id="2" creationId="{443EDD4B-337D-FB22-CD18-87B605CD9E7C}"/>
          </ac:spMkLst>
        </pc:spChg>
      </pc:sldChg>
      <pc:sldChg chg="modSp">
        <pc:chgData name="Sanmukh Kuppannagari" userId="ad215094-da36-4b66-9c79-369a17aea26b" providerId="ADAL" clId="{CB24E3B9-6C37-4362-9284-D752EC06246D}" dt="2025-09-02T01:57:36.778" v="573"/>
        <pc:sldMkLst>
          <pc:docMk/>
          <pc:sldMk cId="4227676260" sldId="1349"/>
        </pc:sldMkLst>
        <pc:spChg chg="mod">
          <ac:chgData name="Sanmukh Kuppannagari" userId="ad215094-da36-4b66-9c79-369a17aea26b" providerId="ADAL" clId="{CB24E3B9-6C37-4362-9284-D752EC06246D}" dt="2025-09-02T01:57:36.778" v="573"/>
          <ac:spMkLst>
            <pc:docMk/>
            <pc:sldMk cId="4227676260" sldId="1349"/>
            <ac:spMk id="2" creationId="{3EC0D53F-EAFA-AE19-48ED-A1422D000230}"/>
          </ac:spMkLst>
        </pc:spChg>
      </pc:sldChg>
      <pc:sldChg chg="delSp modSp mod">
        <pc:chgData name="Sanmukh Kuppannagari" userId="ad215094-da36-4b66-9c79-369a17aea26b" providerId="ADAL" clId="{CB24E3B9-6C37-4362-9284-D752EC06246D}" dt="2025-09-02T02:44:01.946" v="2246" actId="478"/>
        <pc:sldMkLst>
          <pc:docMk/>
          <pc:sldMk cId="2262656913" sldId="1352"/>
        </pc:sldMkLst>
        <pc:spChg chg="mod">
          <ac:chgData name="Sanmukh Kuppannagari" userId="ad215094-da36-4b66-9c79-369a17aea26b" providerId="ADAL" clId="{CB24E3B9-6C37-4362-9284-D752EC06246D}" dt="2025-09-02T02:35:00.289" v="1896" actId="20577"/>
          <ac:spMkLst>
            <pc:docMk/>
            <pc:sldMk cId="2262656913" sldId="1352"/>
            <ac:spMk id="2" creationId="{74B9FAAB-49B4-68BE-03D8-9FD5A0AA9399}"/>
          </ac:spMkLst>
        </pc:spChg>
        <pc:spChg chg="mod">
          <ac:chgData name="Sanmukh Kuppannagari" userId="ad215094-da36-4b66-9c79-369a17aea26b" providerId="ADAL" clId="{CB24E3B9-6C37-4362-9284-D752EC06246D}" dt="2025-09-02T02:43:40.115" v="2243" actId="20577"/>
          <ac:spMkLst>
            <pc:docMk/>
            <pc:sldMk cId="2262656913" sldId="1352"/>
            <ac:spMk id="47" creationId="{35690F21-EBF5-FD9B-AF5B-8991394B3678}"/>
          </ac:spMkLst>
        </pc:spChg>
        <pc:spChg chg="del">
          <ac:chgData name="Sanmukh Kuppannagari" userId="ad215094-da36-4b66-9c79-369a17aea26b" providerId="ADAL" clId="{CB24E3B9-6C37-4362-9284-D752EC06246D}" dt="2025-09-02T02:44:01.946" v="2246" actId="478"/>
          <ac:spMkLst>
            <pc:docMk/>
            <pc:sldMk cId="2262656913" sldId="1352"/>
            <ac:spMk id="48" creationId="{E33F6237-B4D2-670E-EDF7-13FE92AED90A}"/>
          </ac:spMkLst>
        </pc:spChg>
      </pc:sldChg>
      <pc:sldChg chg="addSp delSp modSp mod">
        <pc:chgData name="Sanmukh Kuppannagari" userId="ad215094-da36-4b66-9c79-369a17aea26b" providerId="ADAL" clId="{CB24E3B9-6C37-4362-9284-D752EC06246D}" dt="2025-09-02T02:44:32.999" v="2250" actId="478"/>
        <pc:sldMkLst>
          <pc:docMk/>
          <pc:sldMk cId="167355194" sldId="1353"/>
        </pc:sldMkLst>
        <pc:spChg chg="mod">
          <ac:chgData name="Sanmukh Kuppannagari" userId="ad215094-da36-4b66-9c79-369a17aea26b" providerId="ADAL" clId="{CB24E3B9-6C37-4362-9284-D752EC06246D}" dt="2025-09-02T02:35:06.022" v="1897"/>
          <ac:spMkLst>
            <pc:docMk/>
            <pc:sldMk cId="167355194" sldId="1353"/>
            <ac:spMk id="2" creationId="{74B9FAAB-49B4-68BE-03D8-9FD5A0AA9399}"/>
          </ac:spMkLst>
        </pc:spChg>
        <pc:spChg chg="add del mod">
          <ac:chgData name="Sanmukh Kuppannagari" userId="ad215094-da36-4b66-9c79-369a17aea26b" providerId="ADAL" clId="{CB24E3B9-6C37-4362-9284-D752EC06246D}" dt="2025-09-02T02:44:32.999" v="2250" actId="478"/>
          <ac:spMkLst>
            <pc:docMk/>
            <pc:sldMk cId="167355194" sldId="1353"/>
            <ac:spMk id="4" creationId="{F2ACBB63-DA53-D3ED-BF69-648801AE3BEF}"/>
          </ac:spMkLst>
        </pc:spChg>
        <pc:spChg chg="del">
          <ac:chgData name="Sanmukh Kuppannagari" userId="ad215094-da36-4b66-9c79-369a17aea26b" providerId="ADAL" clId="{CB24E3B9-6C37-4362-9284-D752EC06246D}" dt="2025-09-02T02:44:29.777" v="2249" actId="478"/>
          <ac:spMkLst>
            <pc:docMk/>
            <pc:sldMk cId="167355194" sldId="1353"/>
            <ac:spMk id="47" creationId="{35690F21-EBF5-FD9B-AF5B-8991394B3678}"/>
          </ac:spMkLst>
        </pc:spChg>
      </pc:sldChg>
      <pc:sldChg chg="modSp">
        <pc:chgData name="Sanmukh Kuppannagari" userId="ad215094-da36-4b66-9c79-369a17aea26b" providerId="ADAL" clId="{CB24E3B9-6C37-4362-9284-D752EC06246D}" dt="2025-09-02T02:35:09.305" v="1898"/>
        <pc:sldMkLst>
          <pc:docMk/>
          <pc:sldMk cId="2804131373" sldId="1354"/>
        </pc:sldMkLst>
        <pc:spChg chg="mod">
          <ac:chgData name="Sanmukh Kuppannagari" userId="ad215094-da36-4b66-9c79-369a17aea26b" providerId="ADAL" clId="{CB24E3B9-6C37-4362-9284-D752EC06246D}" dt="2025-09-02T02:35:09.305" v="1898"/>
          <ac:spMkLst>
            <pc:docMk/>
            <pc:sldMk cId="2804131373" sldId="1354"/>
            <ac:spMk id="2" creationId="{DCB7F83B-D183-FE4A-10FF-CC592A032E3E}"/>
          </ac:spMkLst>
        </pc:spChg>
      </pc:sldChg>
      <pc:sldChg chg="modSp mod">
        <pc:chgData name="Sanmukh Kuppannagari" userId="ad215094-da36-4b66-9c79-369a17aea26b" providerId="ADAL" clId="{CB24E3B9-6C37-4362-9284-D752EC06246D}" dt="2025-09-02T02:49:05.744" v="2506" actId="20577"/>
        <pc:sldMkLst>
          <pc:docMk/>
          <pc:sldMk cId="3834269155" sldId="1355"/>
        </pc:sldMkLst>
        <pc:spChg chg="mod">
          <ac:chgData name="Sanmukh Kuppannagari" userId="ad215094-da36-4b66-9c79-369a17aea26b" providerId="ADAL" clId="{CB24E3B9-6C37-4362-9284-D752EC06246D}" dt="2025-09-02T02:35:12.980" v="1899"/>
          <ac:spMkLst>
            <pc:docMk/>
            <pc:sldMk cId="3834269155" sldId="1355"/>
            <ac:spMk id="2" creationId="{DCB7F83B-D183-FE4A-10FF-CC592A032E3E}"/>
          </ac:spMkLst>
        </pc:spChg>
        <pc:spChg chg="mod">
          <ac:chgData name="Sanmukh Kuppannagari" userId="ad215094-da36-4b66-9c79-369a17aea26b" providerId="ADAL" clId="{CB24E3B9-6C37-4362-9284-D752EC06246D}" dt="2025-09-02T02:49:05.744" v="2506" actId="20577"/>
          <ac:spMkLst>
            <pc:docMk/>
            <pc:sldMk cId="3834269155" sldId="1355"/>
            <ac:spMk id="3" creationId="{6986DBF1-D969-2435-3E32-1520D0110FD2}"/>
          </ac:spMkLst>
        </pc:spChg>
      </pc:sldChg>
      <pc:sldChg chg="add del">
        <pc:chgData name="Sanmukh Kuppannagari" userId="ad215094-da36-4b66-9c79-369a17aea26b" providerId="ADAL" clId="{CB24E3B9-6C37-4362-9284-D752EC06246D}" dt="2025-09-02T02:48:42.567" v="2410" actId="47"/>
        <pc:sldMkLst>
          <pc:docMk/>
          <pc:sldMk cId="1967107891" sldId="1356"/>
        </pc:sldMkLst>
      </pc:sldChg>
      <pc:sldChg chg="del">
        <pc:chgData name="Sanmukh Kuppannagari" userId="ad215094-da36-4b66-9c79-369a17aea26b" providerId="ADAL" clId="{CB24E3B9-6C37-4362-9284-D752EC06246D}" dt="2025-09-02T02:55:17.296" v="2579" actId="47"/>
        <pc:sldMkLst>
          <pc:docMk/>
          <pc:sldMk cId="603735269" sldId="1365"/>
        </pc:sldMkLst>
      </pc:sldChg>
      <pc:sldChg chg="del">
        <pc:chgData name="Sanmukh Kuppannagari" userId="ad215094-da36-4b66-9c79-369a17aea26b" providerId="ADAL" clId="{CB24E3B9-6C37-4362-9284-D752EC06246D}" dt="2025-09-02T02:55:17.296" v="2579" actId="47"/>
        <pc:sldMkLst>
          <pc:docMk/>
          <pc:sldMk cId="3326920156" sldId="1366"/>
        </pc:sldMkLst>
      </pc:sldChg>
      <pc:sldChg chg="del">
        <pc:chgData name="Sanmukh Kuppannagari" userId="ad215094-da36-4b66-9c79-369a17aea26b" providerId="ADAL" clId="{CB24E3B9-6C37-4362-9284-D752EC06246D}" dt="2025-09-02T02:55:17.296" v="2579" actId="47"/>
        <pc:sldMkLst>
          <pc:docMk/>
          <pc:sldMk cId="3859140757" sldId="1367"/>
        </pc:sldMkLst>
      </pc:sldChg>
      <pc:sldChg chg="del">
        <pc:chgData name="Sanmukh Kuppannagari" userId="ad215094-da36-4b66-9c79-369a17aea26b" providerId="ADAL" clId="{CB24E3B9-6C37-4362-9284-D752EC06246D}" dt="2025-09-02T02:55:17.296" v="2579" actId="47"/>
        <pc:sldMkLst>
          <pc:docMk/>
          <pc:sldMk cId="4078040195" sldId="1369"/>
        </pc:sldMkLst>
      </pc:sldChg>
      <pc:sldChg chg="del">
        <pc:chgData name="Sanmukh Kuppannagari" userId="ad215094-da36-4b66-9c79-369a17aea26b" providerId="ADAL" clId="{CB24E3B9-6C37-4362-9284-D752EC06246D}" dt="2025-09-02T02:55:17.296" v="2579" actId="47"/>
        <pc:sldMkLst>
          <pc:docMk/>
          <pc:sldMk cId="284771599" sldId="1370"/>
        </pc:sldMkLst>
      </pc:sldChg>
      <pc:sldChg chg="del">
        <pc:chgData name="Sanmukh Kuppannagari" userId="ad215094-da36-4b66-9c79-369a17aea26b" providerId="ADAL" clId="{CB24E3B9-6C37-4362-9284-D752EC06246D}" dt="2025-09-02T02:55:17.296" v="2579" actId="47"/>
        <pc:sldMkLst>
          <pc:docMk/>
          <pc:sldMk cId="906755194" sldId="1371"/>
        </pc:sldMkLst>
      </pc:sldChg>
      <pc:sldChg chg="modSp mod">
        <pc:chgData name="Sanmukh Kuppannagari" userId="ad215094-da36-4b66-9c79-369a17aea26b" providerId="ADAL" clId="{CB24E3B9-6C37-4362-9284-D752EC06246D}" dt="2025-09-02T01:56:24.016" v="566" actId="20577"/>
        <pc:sldMkLst>
          <pc:docMk/>
          <pc:sldMk cId="518010934" sldId="1373"/>
        </pc:sldMkLst>
        <pc:spChg chg="mod">
          <ac:chgData name="Sanmukh Kuppannagari" userId="ad215094-da36-4b66-9c79-369a17aea26b" providerId="ADAL" clId="{CB24E3B9-6C37-4362-9284-D752EC06246D}" dt="2025-09-02T01:56:24.016" v="566" actId="20577"/>
          <ac:spMkLst>
            <pc:docMk/>
            <pc:sldMk cId="518010934" sldId="1373"/>
            <ac:spMk id="3" creationId="{A22D6B01-D721-5EAD-ACE3-7126BC39EBF1}"/>
          </ac:spMkLst>
        </pc:spChg>
      </pc:sldChg>
      <pc:sldChg chg="modSp mod">
        <pc:chgData name="Sanmukh Kuppannagari" userId="ad215094-da36-4b66-9c79-369a17aea26b" providerId="ADAL" clId="{CB24E3B9-6C37-4362-9284-D752EC06246D}" dt="2025-09-02T01:57:18.986" v="569" actId="20577"/>
        <pc:sldMkLst>
          <pc:docMk/>
          <pc:sldMk cId="2532106449" sldId="1374"/>
        </pc:sldMkLst>
        <pc:spChg chg="mod">
          <ac:chgData name="Sanmukh Kuppannagari" userId="ad215094-da36-4b66-9c79-369a17aea26b" providerId="ADAL" clId="{CB24E3B9-6C37-4362-9284-D752EC06246D}" dt="2025-09-02T01:57:18.986" v="569" actId="20577"/>
          <ac:spMkLst>
            <pc:docMk/>
            <pc:sldMk cId="2532106449" sldId="1374"/>
            <ac:spMk id="2" creationId="{63E6E759-C9A2-ACD7-6D37-93A85D5CEA0C}"/>
          </ac:spMkLst>
        </pc:spChg>
      </pc:sldChg>
      <pc:sldChg chg="modSp mod">
        <pc:chgData name="Sanmukh Kuppannagari" userId="ad215094-da36-4b66-9c79-369a17aea26b" providerId="ADAL" clId="{CB24E3B9-6C37-4362-9284-D752EC06246D}" dt="2025-09-02T02:49:59.964" v="2509" actId="14100"/>
        <pc:sldMkLst>
          <pc:docMk/>
          <pc:sldMk cId="2155445605" sldId="1376"/>
        </pc:sldMkLst>
        <pc:spChg chg="mod">
          <ac:chgData name="Sanmukh Kuppannagari" userId="ad215094-da36-4b66-9c79-369a17aea26b" providerId="ADAL" clId="{CB24E3B9-6C37-4362-9284-D752EC06246D}" dt="2025-09-02T02:49:59.964" v="2509" actId="14100"/>
          <ac:spMkLst>
            <pc:docMk/>
            <pc:sldMk cId="2155445605" sldId="1376"/>
            <ac:spMk id="3" creationId="{DC4C34E4-CAF7-63A0-B27B-652BE86269CE}"/>
          </ac:spMkLst>
        </pc:spChg>
      </pc:sldChg>
      <pc:sldChg chg="modSp mod">
        <pc:chgData name="Sanmukh Kuppannagari" userId="ad215094-da36-4b66-9c79-369a17aea26b" providerId="ADAL" clId="{CB24E3B9-6C37-4362-9284-D752EC06246D}" dt="2025-09-02T13:15:05.817" v="3705" actId="20577"/>
        <pc:sldMkLst>
          <pc:docMk/>
          <pc:sldMk cId="2785090204" sldId="1378"/>
        </pc:sldMkLst>
        <pc:spChg chg="mod">
          <ac:chgData name="Sanmukh Kuppannagari" userId="ad215094-da36-4b66-9c79-369a17aea26b" providerId="ADAL" clId="{CB24E3B9-6C37-4362-9284-D752EC06246D}" dt="2025-09-02T13:15:05.817" v="3705" actId="20577"/>
          <ac:spMkLst>
            <pc:docMk/>
            <pc:sldMk cId="2785090204" sldId="1378"/>
            <ac:spMk id="7" creationId="{67D2535D-AC85-1096-54EE-E5829021FB3E}"/>
          </ac:spMkLst>
        </pc:spChg>
        <pc:spChg chg="mod">
          <ac:chgData name="Sanmukh Kuppannagari" userId="ad215094-da36-4b66-9c79-369a17aea26b" providerId="ADAL" clId="{CB24E3B9-6C37-4362-9284-D752EC06246D}" dt="2025-09-02T13:14:59.499" v="3700" actId="20577"/>
          <ac:spMkLst>
            <pc:docMk/>
            <pc:sldMk cId="2785090204" sldId="1378"/>
            <ac:spMk id="13" creationId="{D8B782BB-AC54-9800-A2E2-63F222D18364}"/>
          </ac:spMkLst>
        </pc:spChg>
        <pc:spChg chg="mod">
          <ac:chgData name="Sanmukh Kuppannagari" userId="ad215094-da36-4b66-9c79-369a17aea26b" providerId="ADAL" clId="{CB24E3B9-6C37-4362-9284-D752EC06246D}" dt="2025-09-02T13:15:02.109" v="3702" actId="20577"/>
          <ac:spMkLst>
            <pc:docMk/>
            <pc:sldMk cId="2785090204" sldId="1378"/>
            <ac:spMk id="14" creationId="{E92281CF-0375-B60E-CD50-216E37C797C6}"/>
          </ac:spMkLst>
        </pc:spChg>
      </pc:sldChg>
      <pc:sldChg chg="modSp mod">
        <pc:chgData name="Sanmukh Kuppannagari" userId="ad215094-da36-4b66-9c79-369a17aea26b" providerId="ADAL" clId="{CB24E3B9-6C37-4362-9284-D752EC06246D}" dt="2025-09-02T13:15:40.733" v="3714" actId="20577"/>
        <pc:sldMkLst>
          <pc:docMk/>
          <pc:sldMk cId="1387291192" sldId="1380"/>
        </pc:sldMkLst>
        <pc:spChg chg="mod">
          <ac:chgData name="Sanmukh Kuppannagari" userId="ad215094-da36-4b66-9c79-369a17aea26b" providerId="ADAL" clId="{CB24E3B9-6C37-4362-9284-D752EC06246D}" dt="2025-09-02T13:15:40.733" v="3714" actId="20577"/>
          <ac:spMkLst>
            <pc:docMk/>
            <pc:sldMk cId="1387291192" sldId="1380"/>
            <ac:spMk id="3" creationId="{8ACAF482-47E9-CEAE-99D7-8437028400E9}"/>
          </ac:spMkLst>
        </pc:spChg>
      </pc:sldChg>
      <pc:sldChg chg="modSp mod">
        <pc:chgData name="Sanmukh Kuppannagari" userId="ad215094-da36-4b66-9c79-369a17aea26b" providerId="ADAL" clId="{CB24E3B9-6C37-4362-9284-D752EC06246D}" dt="2025-09-02T13:16:12.872" v="3722" actId="20577"/>
        <pc:sldMkLst>
          <pc:docMk/>
          <pc:sldMk cId="3729273499" sldId="1381"/>
        </pc:sldMkLst>
        <pc:spChg chg="mod">
          <ac:chgData name="Sanmukh Kuppannagari" userId="ad215094-da36-4b66-9c79-369a17aea26b" providerId="ADAL" clId="{CB24E3B9-6C37-4362-9284-D752EC06246D}" dt="2025-09-02T13:16:12.872" v="3722" actId="20577"/>
          <ac:spMkLst>
            <pc:docMk/>
            <pc:sldMk cId="3729273499" sldId="1381"/>
            <ac:spMk id="3" creationId="{E7A4622E-BF5C-E847-A442-5C1108A1512F}"/>
          </ac:spMkLst>
        </pc:spChg>
      </pc:sldChg>
      <pc:sldChg chg="modSp mod">
        <pc:chgData name="Sanmukh Kuppannagari" userId="ad215094-da36-4b66-9c79-369a17aea26b" providerId="ADAL" clId="{CB24E3B9-6C37-4362-9284-D752EC06246D}" dt="2025-09-02T13:16:56.857" v="3731" actId="20577"/>
        <pc:sldMkLst>
          <pc:docMk/>
          <pc:sldMk cId="1604865990" sldId="1382"/>
        </pc:sldMkLst>
        <pc:spChg chg="mod">
          <ac:chgData name="Sanmukh Kuppannagari" userId="ad215094-da36-4b66-9c79-369a17aea26b" providerId="ADAL" clId="{CB24E3B9-6C37-4362-9284-D752EC06246D}" dt="2025-09-02T13:16:56.857" v="3731" actId="20577"/>
          <ac:spMkLst>
            <pc:docMk/>
            <pc:sldMk cId="1604865990" sldId="1382"/>
            <ac:spMk id="3" creationId="{E7A4622E-BF5C-E847-A442-5C1108A1512F}"/>
          </ac:spMkLst>
        </pc:spChg>
      </pc:sldChg>
      <pc:sldChg chg="del">
        <pc:chgData name="Sanmukh Kuppannagari" userId="ad215094-da36-4b66-9c79-369a17aea26b" providerId="ADAL" clId="{CB24E3B9-6C37-4362-9284-D752EC06246D}" dt="2025-09-02T13:17:03.761" v="3732" actId="47"/>
        <pc:sldMkLst>
          <pc:docMk/>
          <pc:sldMk cId="3140536196" sldId="1383"/>
        </pc:sldMkLst>
      </pc:sldChg>
      <pc:sldChg chg="modSp mod">
        <pc:chgData name="Sanmukh Kuppannagari" userId="ad215094-da36-4b66-9c79-369a17aea26b" providerId="ADAL" clId="{CB24E3B9-6C37-4362-9284-D752EC06246D}" dt="2025-09-02T13:17:10.540" v="3733" actId="20577"/>
        <pc:sldMkLst>
          <pc:docMk/>
          <pc:sldMk cId="4028848195" sldId="1384"/>
        </pc:sldMkLst>
        <pc:spChg chg="mod">
          <ac:chgData name="Sanmukh Kuppannagari" userId="ad215094-da36-4b66-9c79-369a17aea26b" providerId="ADAL" clId="{CB24E3B9-6C37-4362-9284-D752EC06246D}" dt="2025-09-02T13:17:10.540" v="3733" actId="20577"/>
          <ac:spMkLst>
            <pc:docMk/>
            <pc:sldMk cId="4028848195" sldId="1384"/>
            <ac:spMk id="3" creationId="{E7A4622E-BF5C-E847-A442-5C1108A1512F}"/>
          </ac:spMkLst>
        </pc:spChg>
      </pc:sldChg>
      <pc:sldChg chg="modSp mod">
        <pc:chgData name="Sanmukh Kuppannagari" userId="ad215094-da36-4b66-9c79-369a17aea26b" providerId="ADAL" clId="{CB24E3B9-6C37-4362-9284-D752EC06246D}" dt="2025-09-02T13:23:23.824" v="3856" actId="21"/>
        <pc:sldMkLst>
          <pc:docMk/>
          <pc:sldMk cId="855061855" sldId="1385"/>
        </pc:sldMkLst>
        <pc:spChg chg="mod">
          <ac:chgData name="Sanmukh Kuppannagari" userId="ad215094-da36-4b66-9c79-369a17aea26b" providerId="ADAL" clId="{CB24E3B9-6C37-4362-9284-D752EC06246D}" dt="2025-09-02T13:23:23.824" v="3856" actId="21"/>
          <ac:spMkLst>
            <pc:docMk/>
            <pc:sldMk cId="855061855" sldId="1385"/>
            <ac:spMk id="3" creationId="{2085C6CA-F496-45D1-DFED-47A9131E6584}"/>
          </ac:spMkLst>
        </pc:spChg>
      </pc:sldChg>
      <pc:sldChg chg="del">
        <pc:chgData name="Sanmukh Kuppannagari" userId="ad215094-da36-4b66-9c79-369a17aea26b" providerId="ADAL" clId="{CB24E3B9-6C37-4362-9284-D752EC06246D}" dt="2025-09-02T03:01:03.080" v="2933" actId="47"/>
        <pc:sldMkLst>
          <pc:docMk/>
          <pc:sldMk cId="3507384733" sldId="1386"/>
        </pc:sldMkLst>
      </pc:sldChg>
      <pc:sldChg chg="del">
        <pc:chgData name="Sanmukh Kuppannagari" userId="ad215094-da36-4b66-9c79-369a17aea26b" providerId="ADAL" clId="{CB24E3B9-6C37-4362-9284-D752EC06246D}" dt="2025-09-02T02:53:22.167" v="2511" actId="47"/>
        <pc:sldMkLst>
          <pc:docMk/>
          <pc:sldMk cId="1406617072" sldId="1388"/>
        </pc:sldMkLst>
      </pc:sldChg>
      <pc:sldChg chg="del">
        <pc:chgData name="Sanmukh Kuppannagari" userId="ad215094-da36-4b66-9c79-369a17aea26b" providerId="ADAL" clId="{CB24E3B9-6C37-4362-9284-D752EC06246D}" dt="2025-09-02T02:55:17.296" v="2579" actId="47"/>
        <pc:sldMkLst>
          <pc:docMk/>
          <pc:sldMk cId="3904397812" sldId="1390"/>
        </pc:sldMkLst>
      </pc:sldChg>
      <pc:sldChg chg="modSp mod">
        <pc:chgData name="Sanmukh Kuppannagari" userId="ad215094-da36-4b66-9c79-369a17aea26b" providerId="ADAL" clId="{CB24E3B9-6C37-4362-9284-D752EC06246D}" dt="2025-09-02T03:02:32.749" v="3107" actId="20577"/>
        <pc:sldMkLst>
          <pc:docMk/>
          <pc:sldMk cId="1115784977" sldId="1391"/>
        </pc:sldMkLst>
        <pc:spChg chg="mod">
          <ac:chgData name="Sanmukh Kuppannagari" userId="ad215094-da36-4b66-9c79-369a17aea26b" providerId="ADAL" clId="{CB24E3B9-6C37-4362-9284-D752EC06246D}" dt="2025-09-02T03:02:32.749" v="3107" actId="20577"/>
          <ac:spMkLst>
            <pc:docMk/>
            <pc:sldMk cId="1115784977" sldId="1391"/>
            <ac:spMk id="3" creationId="{CAE4AA0F-5F4A-FEE1-DA4C-C7DE18EB1864}"/>
          </ac:spMkLst>
        </pc:spChg>
      </pc:sldChg>
      <pc:sldChg chg="del">
        <pc:chgData name="Sanmukh Kuppannagari" userId="ad215094-da36-4b66-9c79-369a17aea26b" providerId="ADAL" clId="{CB24E3B9-6C37-4362-9284-D752EC06246D}" dt="2025-09-02T02:55:17.296" v="2579" actId="47"/>
        <pc:sldMkLst>
          <pc:docMk/>
          <pc:sldMk cId="3881972497" sldId="1404"/>
        </pc:sldMkLst>
      </pc:sldChg>
      <pc:sldChg chg="del">
        <pc:chgData name="Sanmukh Kuppannagari" userId="ad215094-da36-4b66-9c79-369a17aea26b" providerId="ADAL" clId="{CB24E3B9-6C37-4362-9284-D752EC06246D}" dt="2025-09-02T02:55:17.296" v="2579" actId="47"/>
        <pc:sldMkLst>
          <pc:docMk/>
          <pc:sldMk cId="3154475222" sldId="1405"/>
        </pc:sldMkLst>
      </pc:sldChg>
      <pc:sldChg chg="del">
        <pc:chgData name="Sanmukh Kuppannagari" userId="ad215094-da36-4b66-9c79-369a17aea26b" providerId="ADAL" clId="{CB24E3B9-6C37-4362-9284-D752EC06246D}" dt="2025-09-02T02:55:17.296" v="2579" actId="47"/>
        <pc:sldMkLst>
          <pc:docMk/>
          <pc:sldMk cId="1657037968" sldId="1406"/>
        </pc:sldMkLst>
      </pc:sldChg>
      <pc:sldChg chg="del">
        <pc:chgData name="Sanmukh Kuppannagari" userId="ad215094-da36-4b66-9c79-369a17aea26b" providerId="ADAL" clId="{CB24E3B9-6C37-4362-9284-D752EC06246D}" dt="2025-09-02T02:55:17.296" v="2579" actId="47"/>
        <pc:sldMkLst>
          <pc:docMk/>
          <pc:sldMk cId="808826284" sldId="1407"/>
        </pc:sldMkLst>
      </pc:sldChg>
      <pc:sldChg chg="del">
        <pc:chgData name="Sanmukh Kuppannagari" userId="ad215094-da36-4b66-9c79-369a17aea26b" providerId="ADAL" clId="{CB24E3B9-6C37-4362-9284-D752EC06246D}" dt="2025-09-02T02:55:17.296" v="2579" actId="47"/>
        <pc:sldMkLst>
          <pc:docMk/>
          <pc:sldMk cId="2415060599" sldId="1408"/>
        </pc:sldMkLst>
      </pc:sldChg>
      <pc:sldChg chg="del">
        <pc:chgData name="Sanmukh Kuppannagari" userId="ad215094-da36-4b66-9c79-369a17aea26b" providerId="ADAL" clId="{CB24E3B9-6C37-4362-9284-D752EC06246D}" dt="2025-09-02T02:55:17.296" v="2579" actId="47"/>
        <pc:sldMkLst>
          <pc:docMk/>
          <pc:sldMk cId="119380334" sldId="1409"/>
        </pc:sldMkLst>
      </pc:sldChg>
      <pc:sldChg chg="del">
        <pc:chgData name="Sanmukh Kuppannagari" userId="ad215094-da36-4b66-9c79-369a17aea26b" providerId="ADAL" clId="{CB24E3B9-6C37-4362-9284-D752EC06246D}" dt="2025-09-02T02:55:17.296" v="2579" actId="47"/>
        <pc:sldMkLst>
          <pc:docMk/>
          <pc:sldMk cId="69742158" sldId="1410"/>
        </pc:sldMkLst>
      </pc:sldChg>
      <pc:sldChg chg="del">
        <pc:chgData name="Sanmukh Kuppannagari" userId="ad215094-da36-4b66-9c79-369a17aea26b" providerId="ADAL" clId="{CB24E3B9-6C37-4362-9284-D752EC06246D}" dt="2025-09-02T02:53:22.167" v="2511" actId="47"/>
        <pc:sldMkLst>
          <pc:docMk/>
          <pc:sldMk cId="1450716392" sldId="1411"/>
        </pc:sldMkLst>
      </pc:sldChg>
      <pc:sldChg chg="del">
        <pc:chgData name="Sanmukh Kuppannagari" userId="ad215094-da36-4b66-9c79-369a17aea26b" providerId="ADAL" clId="{CB24E3B9-6C37-4362-9284-D752EC06246D}" dt="2025-09-02T02:55:17.296" v="2579" actId="47"/>
        <pc:sldMkLst>
          <pc:docMk/>
          <pc:sldMk cId="393658469" sldId="1413"/>
        </pc:sldMkLst>
      </pc:sldChg>
      <pc:sldChg chg="del">
        <pc:chgData name="Sanmukh Kuppannagari" userId="ad215094-da36-4b66-9c79-369a17aea26b" providerId="ADAL" clId="{CB24E3B9-6C37-4362-9284-D752EC06246D}" dt="2025-09-02T02:55:17.296" v="2579" actId="47"/>
        <pc:sldMkLst>
          <pc:docMk/>
          <pc:sldMk cId="2454853527" sldId="1414"/>
        </pc:sldMkLst>
      </pc:sldChg>
      <pc:sldChg chg="del">
        <pc:chgData name="Sanmukh Kuppannagari" userId="ad215094-da36-4b66-9c79-369a17aea26b" providerId="ADAL" clId="{CB24E3B9-6C37-4362-9284-D752EC06246D}" dt="2025-09-02T02:55:17.296" v="2579" actId="47"/>
        <pc:sldMkLst>
          <pc:docMk/>
          <pc:sldMk cId="458868704" sldId="1415"/>
        </pc:sldMkLst>
      </pc:sldChg>
      <pc:sldChg chg="del">
        <pc:chgData name="Sanmukh Kuppannagari" userId="ad215094-da36-4b66-9c79-369a17aea26b" providerId="ADAL" clId="{CB24E3B9-6C37-4362-9284-D752EC06246D}" dt="2025-09-02T02:55:17.296" v="2579" actId="47"/>
        <pc:sldMkLst>
          <pc:docMk/>
          <pc:sldMk cId="1712966043" sldId="1416"/>
        </pc:sldMkLst>
      </pc:sldChg>
      <pc:sldChg chg="del">
        <pc:chgData name="Sanmukh Kuppannagari" userId="ad215094-da36-4b66-9c79-369a17aea26b" providerId="ADAL" clId="{CB24E3B9-6C37-4362-9284-D752EC06246D}" dt="2025-09-02T02:55:17.296" v="2579" actId="47"/>
        <pc:sldMkLst>
          <pc:docMk/>
          <pc:sldMk cId="2077281943" sldId="1417"/>
        </pc:sldMkLst>
      </pc:sldChg>
      <pc:sldChg chg="modSp mod">
        <pc:chgData name="Sanmukh Kuppannagari" userId="ad215094-da36-4b66-9c79-369a17aea26b" providerId="ADAL" clId="{CB24E3B9-6C37-4362-9284-D752EC06246D}" dt="2025-09-02T13:38:31.833" v="4225"/>
        <pc:sldMkLst>
          <pc:docMk/>
          <pc:sldMk cId="2646681002" sldId="1418"/>
        </pc:sldMkLst>
        <pc:spChg chg="mod">
          <ac:chgData name="Sanmukh Kuppannagari" userId="ad215094-da36-4b66-9c79-369a17aea26b" providerId="ADAL" clId="{CB24E3B9-6C37-4362-9284-D752EC06246D}" dt="2025-09-02T13:38:31.833" v="4225"/>
          <ac:spMkLst>
            <pc:docMk/>
            <pc:sldMk cId="2646681002" sldId="1418"/>
            <ac:spMk id="3" creationId="{564C017E-F116-EFA3-7251-0858C81B2AC9}"/>
          </ac:spMkLst>
        </pc:spChg>
      </pc:sldChg>
      <pc:sldChg chg="modSp new mod ord">
        <pc:chgData name="Sanmukh Kuppannagari" userId="ad215094-da36-4b66-9c79-369a17aea26b" providerId="ADAL" clId="{CB24E3B9-6C37-4362-9284-D752EC06246D}" dt="2025-09-02T12:40:22.125" v="3353" actId="20577"/>
        <pc:sldMkLst>
          <pc:docMk/>
          <pc:sldMk cId="1421149001" sldId="1419"/>
        </pc:sldMkLst>
        <pc:spChg chg="mod">
          <ac:chgData name="Sanmukh Kuppannagari" userId="ad215094-da36-4b66-9c79-369a17aea26b" providerId="ADAL" clId="{CB24E3B9-6C37-4362-9284-D752EC06246D}" dt="2025-09-02T02:00:08.632" v="575"/>
          <ac:spMkLst>
            <pc:docMk/>
            <pc:sldMk cId="1421149001" sldId="1419"/>
            <ac:spMk id="2" creationId="{C80AD6D3-0D84-9D77-1991-6E37AC3BF12E}"/>
          </ac:spMkLst>
        </pc:spChg>
        <pc:spChg chg="mod">
          <ac:chgData name="Sanmukh Kuppannagari" userId="ad215094-da36-4b66-9c79-369a17aea26b" providerId="ADAL" clId="{CB24E3B9-6C37-4362-9284-D752EC06246D}" dt="2025-09-02T12:40:22.125" v="3353" actId="20577"/>
          <ac:spMkLst>
            <pc:docMk/>
            <pc:sldMk cId="1421149001" sldId="1419"/>
            <ac:spMk id="3" creationId="{E3E6FC74-0381-56F9-E4E6-0654E7CA4357}"/>
          </ac:spMkLst>
        </pc:spChg>
      </pc:sldChg>
      <pc:sldChg chg="del">
        <pc:chgData name="Sanmukh Kuppannagari" userId="ad215094-da36-4b66-9c79-369a17aea26b" providerId="ADAL" clId="{CB24E3B9-6C37-4362-9284-D752EC06246D}" dt="2025-09-02T01:31:15.028" v="9" actId="47"/>
        <pc:sldMkLst>
          <pc:docMk/>
          <pc:sldMk cId="2756067693" sldId="1419"/>
        </pc:sldMkLst>
      </pc:sldChg>
      <pc:sldChg chg="del">
        <pc:chgData name="Sanmukh Kuppannagari" userId="ad215094-da36-4b66-9c79-369a17aea26b" providerId="ADAL" clId="{CB24E3B9-6C37-4362-9284-D752EC06246D}" dt="2025-09-02T01:31:09.493" v="7" actId="47"/>
        <pc:sldMkLst>
          <pc:docMk/>
          <pc:sldMk cId="519883686" sldId="1420"/>
        </pc:sldMkLst>
      </pc:sldChg>
      <pc:sldChg chg="modSp new mod">
        <pc:chgData name="Sanmukh Kuppannagari" userId="ad215094-da36-4b66-9c79-369a17aea26b" providerId="ADAL" clId="{CB24E3B9-6C37-4362-9284-D752EC06246D}" dt="2025-09-02T12:41:25.076" v="3358" actId="5793"/>
        <pc:sldMkLst>
          <pc:docMk/>
          <pc:sldMk cId="3986795981" sldId="1420"/>
        </pc:sldMkLst>
        <pc:spChg chg="mod">
          <ac:chgData name="Sanmukh Kuppannagari" userId="ad215094-da36-4b66-9c79-369a17aea26b" providerId="ADAL" clId="{CB24E3B9-6C37-4362-9284-D752EC06246D}" dt="2025-09-02T02:09:41.262" v="1015"/>
          <ac:spMkLst>
            <pc:docMk/>
            <pc:sldMk cId="3986795981" sldId="1420"/>
            <ac:spMk id="2" creationId="{3452044D-707F-4D16-0092-3C4A55AF1B12}"/>
          </ac:spMkLst>
        </pc:spChg>
        <pc:spChg chg="mod">
          <ac:chgData name="Sanmukh Kuppannagari" userId="ad215094-da36-4b66-9c79-369a17aea26b" providerId="ADAL" clId="{CB24E3B9-6C37-4362-9284-D752EC06246D}" dt="2025-09-02T12:41:25.076" v="3358" actId="5793"/>
          <ac:spMkLst>
            <pc:docMk/>
            <pc:sldMk cId="3986795981" sldId="1420"/>
            <ac:spMk id="3" creationId="{058E63BC-E6FF-9E3C-ED1F-266E98F68CAD}"/>
          </ac:spMkLst>
        </pc:spChg>
      </pc:sldChg>
      <pc:sldChg chg="modSp new mod">
        <pc:chgData name="Sanmukh Kuppannagari" userId="ad215094-da36-4b66-9c79-369a17aea26b" providerId="ADAL" clId="{CB24E3B9-6C37-4362-9284-D752EC06246D}" dt="2025-09-02T12:43:32.309" v="3362" actId="20577"/>
        <pc:sldMkLst>
          <pc:docMk/>
          <pc:sldMk cId="2650456059" sldId="1421"/>
        </pc:sldMkLst>
        <pc:spChg chg="mod">
          <ac:chgData name="Sanmukh Kuppannagari" userId="ad215094-da36-4b66-9c79-369a17aea26b" providerId="ADAL" clId="{CB24E3B9-6C37-4362-9284-D752EC06246D}" dt="2025-09-02T02:20:58.921" v="1271" actId="20577"/>
          <ac:spMkLst>
            <pc:docMk/>
            <pc:sldMk cId="2650456059" sldId="1421"/>
            <ac:spMk id="2" creationId="{03768669-017C-6DD2-6B98-2164373C0ACB}"/>
          </ac:spMkLst>
        </pc:spChg>
        <pc:spChg chg="mod">
          <ac:chgData name="Sanmukh Kuppannagari" userId="ad215094-da36-4b66-9c79-369a17aea26b" providerId="ADAL" clId="{CB24E3B9-6C37-4362-9284-D752EC06246D}" dt="2025-09-02T12:43:32.309" v="3362" actId="20577"/>
          <ac:spMkLst>
            <pc:docMk/>
            <pc:sldMk cId="2650456059" sldId="1421"/>
            <ac:spMk id="3" creationId="{BF336B22-5010-F157-6E6A-19100B00808A}"/>
          </ac:spMkLst>
        </pc:spChg>
      </pc:sldChg>
      <pc:sldChg chg="del">
        <pc:chgData name="Sanmukh Kuppannagari" userId="ad215094-da36-4b66-9c79-369a17aea26b" providerId="ADAL" clId="{CB24E3B9-6C37-4362-9284-D752EC06246D}" dt="2025-09-02T01:31:12.502" v="8" actId="47"/>
        <pc:sldMkLst>
          <pc:docMk/>
          <pc:sldMk cId="3752423486" sldId="1421"/>
        </pc:sldMkLst>
      </pc:sldChg>
      <pc:sldChg chg="modSp new mod">
        <pc:chgData name="Sanmukh Kuppannagari" userId="ad215094-da36-4b66-9c79-369a17aea26b" providerId="ADAL" clId="{CB24E3B9-6C37-4362-9284-D752EC06246D}" dt="2025-09-02T02:42:19.442" v="2150" actId="20577"/>
        <pc:sldMkLst>
          <pc:docMk/>
          <pc:sldMk cId="4197653838" sldId="1422"/>
        </pc:sldMkLst>
        <pc:spChg chg="mod">
          <ac:chgData name="Sanmukh Kuppannagari" userId="ad215094-da36-4b66-9c79-369a17aea26b" providerId="ADAL" clId="{CB24E3B9-6C37-4362-9284-D752EC06246D}" dt="2025-09-02T02:36:16.075" v="1901"/>
          <ac:spMkLst>
            <pc:docMk/>
            <pc:sldMk cId="4197653838" sldId="1422"/>
            <ac:spMk id="2" creationId="{D43A7BF0-7437-647C-DC6F-AC9602018C27}"/>
          </ac:spMkLst>
        </pc:spChg>
        <pc:spChg chg="mod">
          <ac:chgData name="Sanmukh Kuppannagari" userId="ad215094-da36-4b66-9c79-369a17aea26b" providerId="ADAL" clId="{CB24E3B9-6C37-4362-9284-D752EC06246D}" dt="2025-09-02T02:42:19.442" v="2150" actId="20577"/>
          <ac:spMkLst>
            <pc:docMk/>
            <pc:sldMk cId="4197653838" sldId="1422"/>
            <ac:spMk id="3" creationId="{867E3F8B-0058-4EF2-99C3-FC238CA049CA}"/>
          </ac:spMkLst>
        </pc:spChg>
      </pc:sldChg>
      <pc:sldChg chg="delSp add mod">
        <pc:chgData name="Sanmukh Kuppannagari" userId="ad215094-da36-4b66-9c79-369a17aea26b" providerId="ADAL" clId="{CB24E3B9-6C37-4362-9284-D752EC06246D}" dt="2025-09-02T02:43:57.913" v="2245" actId="478"/>
        <pc:sldMkLst>
          <pc:docMk/>
          <pc:sldMk cId="638052932" sldId="1423"/>
        </pc:sldMkLst>
        <pc:spChg chg="del">
          <ac:chgData name="Sanmukh Kuppannagari" userId="ad215094-da36-4b66-9c79-369a17aea26b" providerId="ADAL" clId="{CB24E3B9-6C37-4362-9284-D752EC06246D}" dt="2025-09-02T02:43:57.913" v="2245" actId="478"/>
          <ac:spMkLst>
            <pc:docMk/>
            <pc:sldMk cId="638052932" sldId="1423"/>
            <ac:spMk id="48" creationId="{D5F97AC4-3EBB-0900-3E09-B69B13C80ECB}"/>
          </ac:spMkLst>
        </pc:spChg>
      </pc:sldChg>
      <pc:sldChg chg="delSp modSp add mod">
        <pc:chgData name="Sanmukh Kuppannagari" userId="ad215094-da36-4b66-9c79-369a17aea26b" providerId="ADAL" clId="{CB24E3B9-6C37-4362-9284-D752EC06246D}" dt="2025-09-02T02:44:12.399" v="2248" actId="478"/>
        <pc:sldMkLst>
          <pc:docMk/>
          <pc:sldMk cId="3770645963" sldId="1424"/>
        </pc:sldMkLst>
        <pc:spChg chg="del mod">
          <ac:chgData name="Sanmukh Kuppannagari" userId="ad215094-da36-4b66-9c79-369a17aea26b" providerId="ADAL" clId="{CB24E3B9-6C37-4362-9284-D752EC06246D}" dt="2025-09-02T02:44:12.399" v="2248" actId="478"/>
          <ac:spMkLst>
            <pc:docMk/>
            <pc:sldMk cId="3770645963" sldId="1424"/>
            <ac:spMk id="47" creationId="{7E429429-F0A0-192F-FE66-1D96375763E3}"/>
          </ac:spMkLst>
        </pc:spChg>
      </pc:sldChg>
      <pc:sldChg chg="modSp add mod">
        <pc:chgData name="Sanmukh Kuppannagari" userId="ad215094-da36-4b66-9c79-369a17aea26b" providerId="ADAL" clId="{CB24E3B9-6C37-4362-9284-D752EC06246D}" dt="2025-09-02T02:45:01.810" v="2253" actId="20577"/>
        <pc:sldMkLst>
          <pc:docMk/>
          <pc:sldMk cId="3081440398" sldId="1425"/>
        </pc:sldMkLst>
        <pc:spChg chg="mod">
          <ac:chgData name="Sanmukh Kuppannagari" userId="ad215094-da36-4b66-9c79-369a17aea26b" providerId="ADAL" clId="{CB24E3B9-6C37-4362-9284-D752EC06246D}" dt="2025-09-02T02:45:01.810" v="2253" actId="20577"/>
          <ac:spMkLst>
            <pc:docMk/>
            <pc:sldMk cId="3081440398" sldId="1425"/>
            <ac:spMk id="48" creationId="{0AB91713-60F0-3B14-FFF3-1E3038EE2BBA}"/>
          </ac:spMkLst>
        </pc:spChg>
      </pc:sldChg>
      <pc:sldChg chg="modSp add mod">
        <pc:chgData name="Sanmukh Kuppannagari" userId="ad215094-da36-4b66-9c79-369a17aea26b" providerId="ADAL" clId="{CB24E3B9-6C37-4362-9284-D752EC06246D}" dt="2025-09-02T02:45:21.156" v="2257" actId="20577"/>
        <pc:sldMkLst>
          <pc:docMk/>
          <pc:sldMk cId="1955316302" sldId="1426"/>
        </pc:sldMkLst>
        <pc:spChg chg="mod">
          <ac:chgData name="Sanmukh Kuppannagari" userId="ad215094-da36-4b66-9c79-369a17aea26b" providerId="ADAL" clId="{CB24E3B9-6C37-4362-9284-D752EC06246D}" dt="2025-09-02T02:45:21.156" v="2257" actId="20577"/>
          <ac:spMkLst>
            <pc:docMk/>
            <pc:sldMk cId="1955316302" sldId="1426"/>
            <ac:spMk id="48" creationId="{F8F97BA3-CEB0-9951-088A-F4F29415DDDD}"/>
          </ac:spMkLst>
        </pc:spChg>
      </pc:sldChg>
      <pc:sldChg chg="addSp modSp add mod">
        <pc:chgData name="Sanmukh Kuppannagari" userId="ad215094-da36-4b66-9c79-369a17aea26b" providerId="ADAL" clId="{CB24E3B9-6C37-4362-9284-D752EC06246D}" dt="2025-09-02T13:05:14.069" v="3478" actId="20577"/>
        <pc:sldMkLst>
          <pc:docMk/>
          <pc:sldMk cId="936011548" sldId="1427"/>
        </pc:sldMkLst>
        <pc:spChg chg="add mod">
          <ac:chgData name="Sanmukh Kuppannagari" userId="ad215094-da36-4b66-9c79-369a17aea26b" providerId="ADAL" clId="{CB24E3B9-6C37-4362-9284-D752EC06246D}" dt="2025-09-02T02:56:46.599" v="2583" actId="1582"/>
          <ac:spMkLst>
            <pc:docMk/>
            <pc:sldMk cId="936011548" sldId="1427"/>
            <ac:spMk id="4" creationId="{C3F28B28-7BAF-458B-9948-D2DB7330ED5D}"/>
          </ac:spMkLst>
        </pc:spChg>
        <pc:spChg chg="add mod">
          <ac:chgData name="Sanmukh Kuppannagari" userId="ad215094-da36-4b66-9c79-369a17aea26b" providerId="ADAL" clId="{CB24E3B9-6C37-4362-9284-D752EC06246D}" dt="2025-09-02T13:05:14.069" v="3478" actId="20577"/>
          <ac:spMkLst>
            <pc:docMk/>
            <pc:sldMk cId="936011548" sldId="1427"/>
            <ac:spMk id="5" creationId="{B0AC7D66-D0A0-A7E3-546C-EAB79E629D47}"/>
          </ac:spMkLst>
        </pc:spChg>
        <pc:cxnChg chg="add mod">
          <ac:chgData name="Sanmukh Kuppannagari" userId="ad215094-da36-4b66-9c79-369a17aea26b" providerId="ADAL" clId="{CB24E3B9-6C37-4362-9284-D752EC06246D}" dt="2025-09-02T02:58:05.541" v="2826" actId="14100"/>
          <ac:cxnSpMkLst>
            <pc:docMk/>
            <pc:sldMk cId="936011548" sldId="1427"/>
            <ac:cxnSpMk id="6" creationId="{23AAE760-42E0-0B2A-77F6-C83F287948B2}"/>
          </ac:cxnSpMkLst>
        </pc:cxnChg>
      </pc:sldChg>
      <pc:sldChg chg="modSp new mod">
        <pc:chgData name="Sanmukh Kuppannagari" userId="ad215094-da36-4b66-9c79-369a17aea26b" providerId="ADAL" clId="{CB24E3B9-6C37-4362-9284-D752EC06246D}" dt="2025-09-02T03:04:46.764" v="3323" actId="20577"/>
        <pc:sldMkLst>
          <pc:docMk/>
          <pc:sldMk cId="1904943760" sldId="1428"/>
        </pc:sldMkLst>
        <pc:spChg chg="mod">
          <ac:chgData name="Sanmukh Kuppannagari" userId="ad215094-da36-4b66-9c79-369a17aea26b" providerId="ADAL" clId="{CB24E3B9-6C37-4362-9284-D752EC06246D}" dt="2025-09-02T03:03:24.688" v="3201" actId="20577"/>
          <ac:spMkLst>
            <pc:docMk/>
            <pc:sldMk cId="1904943760" sldId="1428"/>
            <ac:spMk id="2" creationId="{836BD9B1-7AEB-B168-836A-BF314B790C35}"/>
          </ac:spMkLst>
        </pc:spChg>
        <pc:spChg chg="mod">
          <ac:chgData name="Sanmukh Kuppannagari" userId="ad215094-da36-4b66-9c79-369a17aea26b" providerId="ADAL" clId="{CB24E3B9-6C37-4362-9284-D752EC06246D}" dt="2025-09-02T03:04:46.764" v="3323" actId="20577"/>
          <ac:spMkLst>
            <pc:docMk/>
            <pc:sldMk cId="1904943760" sldId="1428"/>
            <ac:spMk id="3" creationId="{9DBB43CF-A05A-9B56-9C6C-09069C2F2E2D}"/>
          </ac:spMkLst>
        </pc:spChg>
      </pc:sldChg>
      <pc:sldChg chg="modSp add mod">
        <pc:chgData name="Sanmukh Kuppannagari" userId="ad215094-da36-4b66-9c79-369a17aea26b" providerId="ADAL" clId="{CB24E3B9-6C37-4362-9284-D752EC06246D}" dt="2025-09-02T12:46:00.102" v="3367" actId="20577"/>
        <pc:sldMkLst>
          <pc:docMk/>
          <pc:sldMk cId="908325757" sldId="1429"/>
        </pc:sldMkLst>
        <pc:spChg chg="mod">
          <ac:chgData name="Sanmukh Kuppannagari" userId="ad215094-da36-4b66-9c79-369a17aea26b" providerId="ADAL" clId="{CB24E3B9-6C37-4362-9284-D752EC06246D}" dt="2025-09-02T12:46:00.102" v="3367" actId="20577"/>
          <ac:spMkLst>
            <pc:docMk/>
            <pc:sldMk cId="908325757" sldId="1429"/>
            <ac:spMk id="48" creationId="{61BE7E18-AA2D-88E3-B27A-4F01421820CD}"/>
          </ac:spMkLst>
        </pc:spChg>
      </pc:sldChg>
      <pc:sldChg chg="modSp add mod">
        <pc:chgData name="Sanmukh Kuppannagari" userId="ad215094-da36-4b66-9c79-369a17aea26b" providerId="ADAL" clId="{CB24E3B9-6C37-4362-9284-D752EC06246D}" dt="2025-09-02T12:50:26.227" v="3475" actId="20577"/>
        <pc:sldMkLst>
          <pc:docMk/>
          <pc:sldMk cId="4274929224" sldId="1430"/>
        </pc:sldMkLst>
        <pc:spChg chg="mod">
          <ac:chgData name="Sanmukh Kuppannagari" userId="ad215094-da36-4b66-9c79-369a17aea26b" providerId="ADAL" clId="{CB24E3B9-6C37-4362-9284-D752EC06246D}" dt="2025-09-02T12:50:26.227" v="3475" actId="20577"/>
          <ac:spMkLst>
            <pc:docMk/>
            <pc:sldMk cId="4274929224" sldId="1430"/>
            <ac:spMk id="48" creationId="{573179CA-955A-DC04-31BF-8EC4D58F774E}"/>
          </ac:spMkLst>
        </pc:spChg>
      </pc:sldChg>
      <pc:sldChg chg="modSp new mod">
        <pc:chgData name="Sanmukh Kuppannagari" userId="ad215094-da36-4b66-9c79-369a17aea26b" providerId="ADAL" clId="{CB24E3B9-6C37-4362-9284-D752EC06246D}" dt="2025-09-02T13:23:27.677" v="3858"/>
        <pc:sldMkLst>
          <pc:docMk/>
          <pc:sldMk cId="3939421689" sldId="1431"/>
        </pc:sldMkLst>
        <pc:spChg chg="mod">
          <ac:chgData name="Sanmukh Kuppannagari" userId="ad215094-da36-4b66-9c79-369a17aea26b" providerId="ADAL" clId="{CB24E3B9-6C37-4362-9284-D752EC06246D}" dt="2025-09-02T13:19:45.036" v="3846" actId="20577"/>
          <ac:spMkLst>
            <pc:docMk/>
            <pc:sldMk cId="3939421689" sldId="1431"/>
            <ac:spMk id="2" creationId="{42206B79-1BFE-A48A-8FA6-FB1BB6B57F0C}"/>
          </ac:spMkLst>
        </pc:spChg>
        <pc:spChg chg="mod">
          <ac:chgData name="Sanmukh Kuppannagari" userId="ad215094-da36-4b66-9c79-369a17aea26b" providerId="ADAL" clId="{CB24E3B9-6C37-4362-9284-D752EC06246D}" dt="2025-09-02T13:23:27.677" v="3858"/>
          <ac:spMkLst>
            <pc:docMk/>
            <pc:sldMk cId="3939421689" sldId="1431"/>
            <ac:spMk id="3" creationId="{4CA90171-1E43-511B-9939-0A21260ABC2C}"/>
          </ac:spMkLst>
        </pc:spChg>
      </pc:sldChg>
      <pc:sldChg chg="modSp add mod">
        <pc:chgData name="Sanmukh Kuppannagari" userId="ad215094-da36-4b66-9c79-369a17aea26b" providerId="ADAL" clId="{CB24E3B9-6C37-4362-9284-D752EC06246D}" dt="2025-09-02T13:35:31.084" v="4224" actId="113"/>
        <pc:sldMkLst>
          <pc:docMk/>
          <pc:sldMk cId="133693675" sldId="1432"/>
        </pc:sldMkLst>
        <pc:spChg chg="mod">
          <ac:chgData name="Sanmukh Kuppannagari" userId="ad215094-da36-4b66-9c79-369a17aea26b" providerId="ADAL" clId="{CB24E3B9-6C37-4362-9284-D752EC06246D}" dt="2025-09-02T13:35:31.084" v="4224" actId="113"/>
          <ac:spMkLst>
            <pc:docMk/>
            <pc:sldMk cId="133693675" sldId="1432"/>
            <ac:spMk id="3" creationId="{2EDAE408-9214-F46C-9647-4CD93B3F5AA1}"/>
          </ac:spMkLst>
        </pc:spChg>
      </pc:sldChg>
    </pc:docChg>
  </pc:docChgLst>
  <pc:docChgLst>
    <pc:chgData name="Sanmukh Kuppannagari" userId="ad215094-da36-4b66-9c79-369a17aea26b" providerId="ADAL" clId="{5FCC71F3-C825-43C2-BB90-7A89A27DA80B}"/>
    <pc:docChg chg="undo custSel addSld delSld modSld sldOrd">
      <pc:chgData name="Sanmukh Kuppannagari" userId="ad215094-da36-4b66-9c79-369a17aea26b" providerId="ADAL" clId="{5FCC71F3-C825-43C2-BB90-7A89A27DA80B}" dt="2024-08-27T14:56:17.359" v="2869" actId="1076"/>
      <pc:docMkLst>
        <pc:docMk/>
      </pc:docMkLst>
      <pc:sldChg chg="modSp mod">
        <pc:chgData name="Sanmukh Kuppannagari" userId="ad215094-da36-4b66-9c79-369a17aea26b" providerId="ADAL" clId="{5FCC71F3-C825-43C2-BB90-7A89A27DA80B}" dt="2024-08-27T12:44:58.871" v="21" actId="20577"/>
        <pc:sldMkLst>
          <pc:docMk/>
          <pc:sldMk cId="728785357" sldId="256"/>
        </pc:sldMkLst>
      </pc:sldChg>
      <pc:sldChg chg="addSp delSp modSp mod">
        <pc:chgData name="Sanmukh Kuppannagari" userId="ad215094-da36-4b66-9c79-369a17aea26b" providerId="ADAL" clId="{5FCC71F3-C825-43C2-BB90-7A89A27DA80B}" dt="2024-08-27T14:56:17.359" v="2869" actId="1076"/>
        <pc:sldMkLst>
          <pc:docMk/>
          <pc:sldMk cId="1853368443" sldId="257"/>
        </pc:sldMkLst>
      </pc:sldChg>
      <pc:sldChg chg="modSp mod">
        <pc:chgData name="Sanmukh Kuppannagari" userId="ad215094-da36-4b66-9c79-369a17aea26b" providerId="ADAL" clId="{5FCC71F3-C825-43C2-BB90-7A89A27DA80B}" dt="2024-08-27T12:45:35.542" v="27" actId="6549"/>
        <pc:sldMkLst>
          <pc:docMk/>
          <pc:sldMk cId="2017305151" sldId="261"/>
        </pc:sldMkLst>
      </pc:sldChg>
      <pc:sldChg chg="del">
        <pc:chgData name="Sanmukh Kuppannagari" userId="ad215094-da36-4b66-9c79-369a17aea26b" providerId="ADAL" clId="{5FCC71F3-C825-43C2-BB90-7A89A27DA80B}" dt="2024-08-27T12:46:21.210" v="33" actId="47"/>
        <pc:sldMkLst>
          <pc:docMk/>
          <pc:sldMk cId="2115879010" sldId="263"/>
        </pc:sldMkLst>
      </pc:sldChg>
      <pc:sldChg chg="modSp mod">
        <pc:chgData name="Sanmukh Kuppannagari" userId="ad215094-da36-4b66-9c79-369a17aea26b" providerId="ADAL" clId="{5FCC71F3-C825-43C2-BB90-7A89A27DA80B}" dt="2024-08-27T12:47:52.206" v="81" actId="20577"/>
        <pc:sldMkLst>
          <pc:docMk/>
          <pc:sldMk cId="4279812585" sldId="264"/>
        </pc:sldMkLst>
      </pc:sldChg>
      <pc:sldChg chg="modSp mod">
        <pc:chgData name="Sanmukh Kuppannagari" userId="ad215094-da36-4b66-9c79-369a17aea26b" providerId="ADAL" clId="{5FCC71F3-C825-43C2-BB90-7A89A27DA80B}" dt="2024-08-27T13:46:38.444" v="734" actId="20577"/>
        <pc:sldMkLst>
          <pc:docMk/>
          <pc:sldMk cId="229327562" sldId="265"/>
        </pc:sldMkLst>
      </pc:sldChg>
      <pc:sldChg chg="modSp mod">
        <pc:chgData name="Sanmukh Kuppannagari" userId="ad215094-da36-4b66-9c79-369a17aea26b" providerId="ADAL" clId="{5FCC71F3-C825-43C2-BB90-7A89A27DA80B}" dt="2024-08-27T13:48:25.862" v="819" actId="20577"/>
        <pc:sldMkLst>
          <pc:docMk/>
          <pc:sldMk cId="773656466" sldId="266"/>
        </pc:sldMkLst>
      </pc:sldChg>
      <pc:sldChg chg="modSp mod">
        <pc:chgData name="Sanmukh Kuppannagari" userId="ad215094-da36-4b66-9c79-369a17aea26b" providerId="ADAL" clId="{5FCC71F3-C825-43C2-BB90-7A89A27DA80B}" dt="2024-08-27T13:44:27.239" v="709" actId="27636"/>
        <pc:sldMkLst>
          <pc:docMk/>
          <pc:sldMk cId="664933502" sldId="273"/>
        </pc:sldMkLst>
      </pc:sldChg>
      <pc:sldChg chg="del">
        <pc:chgData name="Sanmukh Kuppannagari" userId="ad215094-da36-4b66-9c79-369a17aea26b" providerId="ADAL" clId="{5FCC71F3-C825-43C2-BB90-7A89A27DA80B}" dt="2024-08-27T13:44:36.563" v="710" actId="47"/>
        <pc:sldMkLst>
          <pc:docMk/>
          <pc:sldMk cId="517079826" sldId="274"/>
        </pc:sldMkLst>
      </pc:sldChg>
      <pc:sldChg chg="modSp mod">
        <pc:chgData name="Sanmukh Kuppannagari" userId="ad215094-da36-4b66-9c79-369a17aea26b" providerId="ADAL" clId="{5FCC71F3-C825-43C2-BB90-7A89A27DA80B}" dt="2024-08-27T14:22:04.340" v="2079" actId="20577"/>
        <pc:sldMkLst>
          <pc:docMk/>
          <pc:sldMk cId="1064585860" sldId="277"/>
        </pc:sldMkLst>
      </pc:sldChg>
      <pc:sldChg chg="modSp mod">
        <pc:chgData name="Sanmukh Kuppannagari" userId="ad215094-da36-4b66-9c79-369a17aea26b" providerId="ADAL" clId="{5FCC71F3-C825-43C2-BB90-7A89A27DA80B}" dt="2024-08-27T13:57:02.226" v="873" actId="20577"/>
        <pc:sldMkLst>
          <pc:docMk/>
          <pc:sldMk cId="2392899443" sldId="278"/>
        </pc:sldMkLst>
      </pc:sldChg>
      <pc:sldChg chg="modSp mod">
        <pc:chgData name="Sanmukh Kuppannagari" userId="ad215094-da36-4b66-9c79-369a17aea26b" providerId="ADAL" clId="{5FCC71F3-C825-43C2-BB90-7A89A27DA80B}" dt="2024-08-27T13:57:06.581" v="874" actId="20577"/>
        <pc:sldMkLst>
          <pc:docMk/>
          <pc:sldMk cId="3752910855" sldId="279"/>
        </pc:sldMkLst>
      </pc:sldChg>
      <pc:sldChg chg="modSp del mod">
        <pc:chgData name="Sanmukh Kuppannagari" userId="ad215094-da36-4b66-9c79-369a17aea26b" providerId="ADAL" clId="{5FCC71F3-C825-43C2-BB90-7A89A27DA80B}" dt="2024-08-27T14:01:55.303" v="877" actId="47"/>
        <pc:sldMkLst>
          <pc:docMk/>
          <pc:sldMk cId="621001467" sldId="280"/>
        </pc:sldMkLst>
      </pc:sldChg>
      <pc:sldChg chg="modSp mod">
        <pc:chgData name="Sanmukh Kuppannagari" userId="ad215094-da36-4b66-9c79-369a17aea26b" providerId="ADAL" clId="{5FCC71F3-C825-43C2-BB90-7A89A27DA80B}" dt="2024-08-27T14:18:22.939" v="1920" actId="20577"/>
        <pc:sldMkLst>
          <pc:docMk/>
          <pc:sldMk cId="3740158276" sldId="281"/>
        </pc:sldMkLst>
      </pc:sldChg>
      <pc:sldChg chg="del">
        <pc:chgData name="Sanmukh Kuppannagari" userId="ad215094-da36-4b66-9c79-369a17aea26b" providerId="ADAL" clId="{5FCC71F3-C825-43C2-BB90-7A89A27DA80B}" dt="2024-08-27T13:44:36.563" v="710" actId="47"/>
        <pc:sldMkLst>
          <pc:docMk/>
          <pc:sldMk cId="1659248167" sldId="282"/>
        </pc:sldMkLst>
      </pc:sldChg>
      <pc:sldChg chg="del">
        <pc:chgData name="Sanmukh Kuppannagari" userId="ad215094-da36-4b66-9c79-369a17aea26b" providerId="ADAL" clId="{5FCC71F3-C825-43C2-BB90-7A89A27DA80B}" dt="2024-08-27T13:44:36.563" v="710" actId="47"/>
        <pc:sldMkLst>
          <pc:docMk/>
          <pc:sldMk cId="3056812290" sldId="283"/>
        </pc:sldMkLst>
      </pc:sldChg>
      <pc:sldChg chg="modSp mod">
        <pc:chgData name="Sanmukh Kuppannagari" userId="ad215094-da36-4b66-9c79-369a17aea26b" providerId="ADAL" clId="{5FCC71F3-C825-43C2-BB90-7A89A27DA80B}" dt="2024-08-27T14:30:48.700" v="2231" actId="20577"/>
        <pc:sldMkLst>
          <pc:docMk/>
          <pc:sldMk cId="2158303791" sldId="288"/>
        </pc:sldMkLst>
      </pc:sldChg>
      <pc:sldChg chg="del">
        <pc:chgData name="Sanmukh Kuppannagari" userId="ad215094-da36-4b66-9c79-369a17aea26b" providerId="ADAL" clId="{5FCC71F3-C825-43C2-BB90-7A89A27DA80B}" dt="2024-08-27T12:45:39.178" v="28" actId="47"/>
        <pc:sldMkLst>
          <pc:docMk/>
          <pc:sldMk cId="570291501" sldId="289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200871894" sldId="293"/>
        </pc:sldMkLst>
      </pc:sldChg>
      <pc:sldChg chg="add del">
        <pc:chgData name="Sanmukh Kuppannagari" userId="ad215094-da36-4b66-9c79-369a17aea26b" providerId="ADAL" clId="{5FCC71F3-C825-43C2-BB90-7A89A27DA80B}" dt="2024-08-27T14:42:17.722" v="2619" actId="47"/>
        <pc:sldMkLst>
          <pc:docMk/>
          <pc:sldMk cId="2664133677" sldId="298"/>
        </pc:sldMkLst>
      </pc:sldChg>
      <pc:sldChg chg="del">
        <pc:chgData name="Sanmukh Kuppannagari" userId="ad215094-da36-4b66-9c79-369a17aea26b" providerId="ADAL" clId="{5FCC71F3-C825-43C2-BB90-7A89A27DA80B}" dt="2024-08-27T12:46:57.001" v="38" actId="47"/>
        <pc:sldMkLst>
          <pc:docMk/>
          <pc:sldMk cId="670794243" sldId="301"/>
        </pc:sldMkLst>
      </pc:sldChg>
      <pc:sldChg chg="del">
        <pc:chgData name="Sanmukh Kuppannagari" userId="ad215094-da36-4b66-9c79-369a17aea26b" providerId="ADAL" clId="{5FCC71F3-C825-43C2-BB90-7A89A27DA80B}" dt="2024-08-27T12:46:10.357" v="31" actId="47"/>
        <pc:sldMkLst>
          <pc:docMk/>
          <pc:sldMk cId="2162272" sldId="302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3456202256" sldId="307"/>
        </pc:sldMkLst>
      </pc:sldChg>
      <pc:sldChg chg="modSp mod">
        <pc:chgData name="Sanmukh Kuppannagari" userId="ad215094-da36-4b66-9c79-369a17aea26b" providerId="ADAL" clId="{5FCC71F3-C825-43C2-BB90-7A89A27DA80B}" dt="2024-08-27T12:50:53.261" v="131" actId="20577"/>
        <pc:sldMkLst>
          <pc:docMk/>
          <pc:sldMk cId="4010883220" sldId="315"/>
        </pc:sldMkLst>
      </pc:sldChg>
      <pc:sldChg chg="modSp mod">
        <pc:chgData name="Sanmukh Kuppannagari" userId="ad215094-da36-4b66-9c79-369a17aea26b" providerId="ADAL" clId="{5FCC71F3-C825-43C2-BB90-7A89A27DA80B}" dt="2024-08-27T12:51:14.099" v="134" actId="20577"/>
        <pc:sldMkLst>
          <pc:docMk/>
          <pc:sldMk cId="961129123" sldId="316"/>
        </pc:sldMkLst>
      </pc:sldChg>
      <pc:sldChg chg="modSp mod">
        <pc:chgData name="Sanmukh Kuppannagari" userId="ad215094-da36-4b66-9c79-369a17aea26b" providerId="ADAL" clId="{5FCC71F3-C825-43C2-BB90-7A89A27DA80B}" dt="2024-08-27T13:47:13.431" v="812" actId="20577"/>
        <pc:sldMkLst>
          <pc:docMk/>
          <pc:sldMk cId="537906077" sldId="319"/>
        </pc:sldMkLst>
      </pc:sldChg>
      <pc:sldChg chg="add del">
        <pc:chgData name="Sanmukh Kuppannagari" userId="ad215094-da36-4b66-9c79-369a17aea26b" providerId="ADAL" clId="{5FCC71F3-C825-43C2-BB90-7A89A27DA80B}" dt="2024-08-27T14:42:17.722" v="2619" actId="47"/>
        <pc:sldMkLst>
          <pc:docMk/>
          <pc:sldMk cId="2522483144" sldId="341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4047053487" sldId="343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311840423" sldId="344"/>
        </pc:sldMkLst>
      </pc:sldChg>
      <pc:sldChg chg="add del">
        <pc:chgData name="Sanmukh Kuppannagari" userId="ad215094-da36-4b66-9c79-369a17aea26b" providerId="ADAL" clId="{5FCC71F3-C825-43C2-BB90-7A89A27DA80B}" dt="2024-08-27T13:06:08.936" v="354" actId="47"/>
        <pc:sldMkLst>
          <pc:docMk/>
          <pc:sldMk cId="3723127128" sldId="348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3490123102" sldId="349"/>
        </pc:sldMkLst>
      </pc:sldChg>
      <pc:sldChg chg="add del">
        <pc:chgData name="Sanmukh Kuppannagari" userId="ad215094-da36-4b66-9c79-369a17aea26b" providerId="ADAL" clId="{5FCC71F3-C825-43C2-BB90-7A89A27DA80B}" dt="2024-08-27T13:06:03.574" v="352" actId="47"/>
        <pc:sldMkLst>
          <pc:docMk/>
          <pc:sldMk cId="3483887094" sldId="350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3758420558" sldId="351"/>
        </pc:sldMkLst>
      </pc:sldChg>
      <pc:sldChg chg="add del">
        <pc:chgData name="Sanmukh Kuppannagari" userId="ad215094-da36-4b66-9c79-369a17aea26b" providerId="ADAL" clId="{5FCC71F3-C825-43C2-BB90-7A89A27DA80B}" dt="2024-08-27T13:06:06.715" v="353" actId="47"/>
        <pc:sldMkLst>
          <pc:docMk/>
          <pc:sldMk cId="1279029055" sldId="352"/>
        </pc:sldMkLst>
      </pc:sldChg>
      <pc:sldChg chg="del">
        <pc:chgData name="Sanmukh Kuppannagari" userId="ad215094-da36-4b66-9c79-369a17aea26b" providerId="ADAL" clId="{5FCC71F3-C825-43C2-BB90-7A89A27DA80B}" dt="2024-08-27T13:44:36.563" v="710" actId="47"/>
        <pc:sldMkLst>
          <pc:docMk/>
          <pc:sldMk cId="1812071874" sldId="353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2492042211" sldId="354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2865917714" sldId="355"/>
        </pc:sldMkLst>
      </pc:sldChg>
      <pc:sldChg chg="add del">
        <pc:chgData name="Sanmukh Kuppannagari" userId="ad215094-da36-4b66-9c79-369a17aea26b" providerId="ADAL" clId="{5FCC71F3-C825-43C2-BB90-7A89A27DA80B}" dt="2024-08-27T14:28:26.121" v="2081" actId="47"/>
        <pc:sldMkLst>
          <pc:docMk/>
          <pc:sldMk cId="705628724" sldId="356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4214734292" sldId="357"/>
        </pc:sldMkLst>
      </pc:sldChg>
      <pc:sldChg chg="add del">
        <pc:chgData name="Sanmukh Kuppannagari" userId="ad215094-da36-4b66-9c79-369a17aea26b" providerId="ADAL" clId="{5FCC71F3-C825-43C2-BB90-7A89A27DA80B}" dt="2024-08-27T14:28:33.065" v="2082" actId="47"/>
        <pc:sldMkLst>
          <pc:docMk/>
          <pc:sldMk cId="1027554099" sldId="358"/>
        </pc:sldMkLst>
      </pc:sldChg>
      <pc:sldChg chg="addSp modSp add mod">
        <pc:chgData name="Sanmukh Kuppannagari" userId="ad215094-da36-4b66-9c79-369a17aea26b" providerId="ADAL" clId="{5FCC71F3-C825-43C2-BB90-7A89A27DA80B}" dt="2024-08-27T14:30:12.508" v="2214" actId="20577"/>
        <pc:sldMkLst>
          <pc:docMk/>
          <pc:sldMk cId="508044999" sldId="359"/>
        </pc:sldMkLst>
      </pc:sldChg>
      <pc:sldChg chg="add del">
        <pc:chgData name="Sanmukh Kuppannagari" userId="ad215094-da36-4b66-9c79-369a17aea26b" providerId="ADAL" clId="{5FCC71F3-C825-43C2-BB90-7A89A27DA80B}" dt="2024-08-27T14:28:57.385" v="2085" actId="47"/>
        <pc:sldMkLst>
          <pc:docMk/>
          <pc:sldMk cId="1622640958" sldId="360"/>
        </pc:sldMkLst>
      </pc:sldChg>
      <pc:sldChg chg="add ord">
        <pc:chgData name="Sanmukh Kuppannagari" userId="ad215094-da36-4b66-9c79-369a17aea26b" providerId="ADAL" clId="{5FCC71F3-C825-43C2-BB90-7A89A27DA80B}" dt="2024-08-27T14:28:43.371" v="2084"/>
        <pc:sldMkLst>
          <pc:docMk/>
          <pc:sldMk cId="3582721875" sldId="361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2711586685" sldId="362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676817876" sldId="364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1059025400" sldId="365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1982809871" sldId="366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3344624359" sldId="369"/>
        </pc:sldMkLst>
      </pc:sldChg>
      <pc:sldChg chg="modSp add mod">
        <pc:chgData name="Sanmukh Kuppannagari" userId="ad215094-da36-4b66-9c79-369a17aea26b" providerId="ADAL" clId="{5FCC71F3-C825-43C2-BB90-7A89A27DA80B}" dt="2024-08-27T14:27:51.019" v="2080" actId="20577"/>
        <pc:sldMkLst>
          <pc:docMk/>
          <pc:sldMk cId="3904881137" sldId="370"/>
        </pc:sldMkLst>
      </pc:sldChg>
      <pc:sldChg chg="add del">
        <pc:chgData name="Sanmukh Kuppannagari" userId="ad215094-da36-4b66-9c79-369a17aea26b" providerId="ADAL" clId="{5FCC71F3-C825-43C2-BB90-7A89A27DA80B}" dt="2024-08-27T14:42:17.722" v="2619" actId="47"/>
        <pc:sldMkLst>
          <pc:docMk/>
          <pc:sldMk cId="1638638761" sldId="1242"/>
        </pc:sldMkLst>
      </pc:sldChg>
      <pc:sldChg chg="add del">
        <pc:chgData name="Sanmukh Kuppannagari" userId="ad215094-da36-4b66-9c79-369a17aea26b" providerId="ADAL" clId="{5FCC71F3-C825-43C2-BB90-7A89A27DA80B}" dt="2024-08-27T14:42:17.722" v="2619" actId="47"/>
        <pc:sldMkLst>
          <pc:docMk/>
          <pc:sldMk cId="3019430982" sldId="1243"/>
        </pc:sldMkLst>
      </pc:sldChg>
      <pc:sldChg chg="add del">
        <pc:chgData name="Sanmukh Kuppannagari" userId="ad215094-da36-4b66-9c79-369a17aea26b" providerId="ADAL" clId="{5FCC71F3-C825-43C2-BB90-7A89A27DA80B}" dt="2024-08-27T14:42:17.722" v="2619" actId="47"/>
        <pc:sldMkLst>
          <pc:docMk/>
          <pc:sldMk cId="1516867430" sldId="1244"/>
        </pc:sldMkLst>
      </pc:sldChg>
      <pc:sldChg chg="del">
        <pc:chgData name="Sanmukh Kuppannagari" userId="ad215094-da36-4b66-9c79-369a17aea26b" providerId="ADAL" clId="{5FCC71F3-C825-43C2-BB90-7A89A27DA80B}" dt="2024-08-27T13:44:36.563" v="710" actId="47"/>
        <pc:sldMkLst>
          <pc:docMk/>
          <pc:sldMk cId="4248992536" sldId="1413"/>
        </pc:sldMkLst>
      </pc:sldChg>
      <pc:sldChg chg="del">
        <pc:chgData name="Sanmukh Kuppannagari" userId="ad215094-da36-4b66-9c79-369a17aea26b" providerId="ADAL" clId="{5FCC71F3-C825-43C2-BB90-7A89A27DA80B}" dt="2024-08-27T13:44:36.563" v="710" actId="47"/>
        <pc:sldMkLst>
          <pc:docMk/>
          <pc:sldMk cId="738820361" sldId="1414"/>
        </pc:sldMkLst>
      </pc:sldChg>
      <pc:sldChg chg="modSp add mod">
        <pc:chgData name="Sanmukh Kuppannagari" userId="ad215094-da36-4b66-9c79-369a17aea26b" providerId="ADAL" clId="{5FCC71F3-C825-43C2-BB90-7A89A27DA80B}" dt="2024-08-27T12:46:01.359" v="30" actId="207"/>
        <pc:sldMkLst>
          <pc:docMk/>
          <pc:sldMk cId="145402012" sldId="1415"/>
        </pc:sldMkLst>
      </pc:sldChg>
      <pc:sldChg chg="modSp add mod ord">
        <pc:chgData name="Sanmukh Kuppannagari" userId="ad215094-da36-4b66-9c79-369a17aea26b" providerId="ADAL" clId="{5FCC71F3-C825-43C2-BB90-7A89A27DA80B}" dt="2024-08-27T12:46:50.722" v="37"/>
        <pc:sldMkLst>
          <pc:docMk/>
          <pc:sldMk cId="295492823" sldId="1416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3399650778" sldId="1417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624960510" sldId="1418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2842676586" sldId="1419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4171868693" sldId="1420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2070763525" sldId="1421"/>
        </pc:sldMkLst>
      </pc:sldChg>
      <pc:sldChg chg="modSp add mod">
        <pc:chgData name="Sanmukh Kuppannagari" userId="ad215094-da36-4b66-9c79-369a17aea26b" providerId="ADAL" clId="{5FCC71F3-C825-43C2-BB90-7A89A27DA80B}" dt="2024-08-27T13:02:13.990" v="348" actId="207"/>
        <pc:sldMkLst>
          <pc:docMk/>
          <pc:sldMk cId="665993282" sldId="1422"/>
        </pc:sldMkLst>
      </pc:sldChg>
      <pc:sldChg chg="modSp add mod">
        <pc:chgData name="Sanmukh Kuppannagari" userId="ad215094-da36-4b66-9c79-369a17aea26b" providerId="ADAL" clId="{5FCC71F3-C825-43C2-BB90-7A89A27DA80B}" dt="2024-08-27T13:02:32.376" v="350" actId="207"/>
        <pc:sldMkLst>
          <pc:docMk/>
          <pc:sldMk cId="3988014077" sldId="1423"/>
        </pc:sldMkLst>
      </pc:sldChg>
      <pc:sldChg chg="addSp delSp modSp new mod modNotesTx">
        <pc:chgData name="Sanmukh Kuppannagari" userId="ad215094-da36-4b66-9c79-369a17aea26b" providerId="ADAL" clId="{5FCC71F3-C825-43C2-BB90-7A89A27DA80B}" dt="2024-08-27T13:56:52.839" v="871" actId="20577"/>
        <pc:sldMkLst>
          <pc:docMk/>
          <pc:sldMk cId="3464992614" sldId="1424"/>
        </pc:sldMkLst>
      </pc:sldChg>
      <pc:sldChg chg="modSp new mod">
        <pc:chgData name="Sanmukh Kuppannagari" userId="ad215094-da36-4b66-9c79-369a17aea26b" providerId="ADAL" clId="{5FCC71F3-C825-43C2-BB90-7A89A27DA80B}" dt="2024-08-27T14:07:06.102" v="1226" actId="20577"/>
        <pc:sldMkLst>
          <pc:docMk/>
          <pc:sldMk cId="2900684070" sldId="1425"/>
        </pc:sldMkLst>
      </pc:sldChg>
      <pc:sldChg chg="addSp modSp add mod">
        <pc:chgData name="Sanmukh Kuppannagari" userId="ad215094-da36-4b66-9c79-369a17aea26b" providerId="ADAL" clId="{5FCC71F3-C825-43C2-BB90-7A89A27DA80B}" dt="2024-08-27T14:19:41.285" v="1996" actId="403"/>
        <pc:sldMkLst>
          <pc:docMk/>
          <pc:sldMk cId="2221228576" sldId="1426"/>
        </pc:sldMkLst>
      </pc:sldChg>
      <pc:sldChg chg="modSp add mod">
        <pc:chgData name="Sanmukh Kuppannagari" userId="ad215094-da36-4b66-9c79-369a17aea26b" providerId="ADAL" clId="{5FCC71F3-C825-43C2-BB90-7A89A27DA80B}" dt="2024-08-27T14:20:05.515" v="2057" actId="20577"/>
        <pc:sldMkLst>
          <pc:docMk/>
          <pc:sldMk cId="2023560490" sldId="1427"/>
        </pc:sldMkLst>
      </pc:sldChg>
      <pc:sldChg chg="modSp new mod">
        <pc:chgData name="Sanmukh Kuppannagari" userId="ad215094-da36-4b66-9c79-369a17aea26b" providerId="ADAL" clId="{5FCC71F3-C825-43C2-BB90-7A89A27DA80B}" dt="2024-08-27T14:42:08.727" v="2618" actId="20577"/>
        <pc:sldMkLst>
          <pc:docMk/>
          <pc:sldMk cId="2220318750" sldId="1428"/>
        </pc:sldMkLst>
      </pc:sldChg>
      <pc:sldChg chg="modSp new mod">
        <pc:chgData name="Sanmukh Kuppannagari" userId="ad215094-da36-4b66-9c79-369a17aea26b" providerId="ADAL" clId="{5FCC71F3-C825-43C2-BB90-7A89A27DA80B}" dt="2024-08-27T14:43:10.500" v="2790" actId="20577"/>
        <pc:sldMkLst>
          <pc:docMk/>
          <pc:sldMk cId="3958413754" sldId="1429"/>
        </pc:sldMkLst>
      </pc:sldChg>
    </pc:docChg>
  </pc:docChgLst>
  <pc:docChgLst>
    <pc:chgData name="Sanmukh Kuppannagari" userId="ad215094-da36-4b66-9c79-369a17aea26b" providerId="ADAL" clId="{11171A05-B6FC-4395-9957-15FB24B3E448}"/>
    <pc:docChg chg="undo custSel addSld delSld modSld sldOrd">
      <pc:chgData name="Sanmukh Kuppannagari" userId="ad215094-da36-4b66-9c79-369a17aea26b" providerId="ADAL" clId="{11171A05-B6FC-4395-9957-15FB24B3E448}" dt="2024-08-29T14:52:38.567" v="6676" actId="962"/>
      <pc:docMkLst>
        <pc:docMk/>
      </pc:docMkLst>
      <pc:sldChg chg="modSp mod">
        <pc:chgData name="Sanmukh Kuppannagari" userId="ad215094-da36-4b66-9c79-369a17aea26b" providerId="ADAL" clId="{11171A05-B6FC-4395-9957-15FB24B3E448}" dt="2024-08-29T02:48:13.037" v="1" actId="20577"/>
        <pc:sldMkLst>
          <pc:docMk/>
          <pc:sldMk cId="728785357" sldId="256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1853368443" sldId="257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1571907200" sldId="258"/>
        </pc:sldMkLst>
      </pc:sldChg>
      <pc:sldChg chg="modSp mod">
        <pc:chgData name="Sanmukh Kuppannagari" userId="ad215094-da36-4b66-9c79-369a17aea26b" providerId="ADAL" clId="{11171A05-B6FC-4395-9957-15FB24B3E448}" dt="2024-08-29T13:54:11.711" v="6045" actId="20577"/>
        <pc:sldMkLst>
          <pc:docMk/>
          <pc:sldMk cId="2017305151" sldId="261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4279812585" sldId="264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29327562" sldId="265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773656466" sldId="266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664933502" sldId="273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32663318" sldId="275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1665426680" sldId="276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1064585860" sldId="277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392899443" sldId="278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752910855" sldId="279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740158276" sldId="281"/>
        </pc:sldMkLst>
      </pc:sldChg>
      <pc:sldChg chg="modSp mod">
        <pc:chgData name="Sanmukh Kuppannagari" userId="ad215094-da36-4b66-9c79-369a17aea26b" providerId="ADAL" clId="{11171A05-B6FC-4395-9957-15FB24B3E448}" dt="2024-08-29T14:50:06.257" v="6646" actId="20577"/>
        <pc:sldMkLst>
          <pc:docMk/>
          <pc:sldMk cId="2158303791" sldId="288"/>
        </pc:sldMkLst>
      </pc:sldChg>
      <pc:sldChg chg="modSp add mod">
        <pc:chgData name="Sanmukh Kuppannagari" userId="ad215094-da36-4b66-9c79-369a17aea26b" providerId="ADAL" clId="{11171A05-B6FC-4395-9957-15FB24B3E448}" dt="2024-08-29T13:54:15.117" v="6046" actId="20577"/>
        <pc:sldMkLst>
          <pc:docMk/>
          <pc:sldMk cId="1737272183" sldId="289"/>
        </pc:sldMkLst>
      </pc:sldChg>
      <pc:sldChg chg="modSp new mod">
        <pc:chgData name="Sanmukh Kuppannagari" userId="ad215094-da36-4b66-9c79-369a17aea26b" providerId="ADAL" clId="{11171A05-B6FC-4395-9957-15FB24B3E448}" dt="2024-08-29T03:23:19.483" v="506" actId="113"/>
        <pc:sldMkLst>
          <pc:docMk/>
          <pc:sldMk cId="2096129851" sldId="290"/>
        </pc:sldMkLst>
      </pc:sldChg>
      <pc:sldChg chg="modSp add mod">
        <pc:chgData name="Sanmukh Kuppannagari" userId="ad215094-da36-4b66-9c79-369a17aea26b" providerId="ADAL" clId="{11171A05-B6FC-4395-9957-15FB24B3E448}" dt="2024-08-29T14:52:38.567" v="6676" actId="962"/>
        <pc:sldMkLst>
          <pc:docMk/>
          <pc:sldMk cId="1860245702" sldId="291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291869099" sldId="291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873626867" sldId="292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00871894" sldId="293"/>
        </pc:sldMkLst>
      </pc:sldChg>
      <pc:sldChg chg="modSp add">
        <pc:chgData name="Sanmukh Kuppannagari" userId="ad215094-da36-4b66-9c79-369a17aea26b" providerId="ADAL" clId="{11171A05-B6FC-4395-9957-15FB24B3E448}" dt="2024-08-29T04:32:03.469" v="1362" actId="12"/>
        <pc:sldMkLst>
          <pc:docMk/>
          <pc:sldMk cId="2664133677" sldId="298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1020910546" sldId="299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765558418" sldId="300"/>
        </pc:sldMkLst>
      </pc:sldChg>
      <pc:sldChg chg="addSp delSp modSp add mod">
        <pc:chgData name="Sanmukh Kuppannagari" userId="ad215094-da36-4b66-9c79-369a17aea26b" providerId="ADAL" clId="{11171A05-B6FC-4395-9957-15FB24B3E448}" dt="2024-08-29T04:56:22.963" v="2261" actId="478"/>
        <pc:sldMkLst>
          <pc:docMk/>
          <pc:sldMk cId="2873989303" sldId="301"/>
        </pc:sldMkLst>
      </pc:sldChg>
      <pc:sldChg chg="modSp add mod">
        <pc:chgData name="Sanmukh Kuppannagari" userId="ad215094-da36-4b66-9c79-369a17aea26b" providerId="ADAL" clId="{11171A05-B6FC-4395-9957-15FB24B3E448}" dt="2024-08-29T05:04:51.928" v="2596" actId="20577"/>
        <pc:sldMkLst>
          <pc:docMk/>
          <pc:sldMk cId="1126324089" sldId="302"/>
        </pc:sldMkLst>
      </pc:sldChg>
      <pc:sldChg chg="modSp add mod">
        <pc:chgData name="Sanmukh Kuppannagari" userId="ad215094-da36-4b66-9c79-369a17aea26b" providerId="ADAL" clId="{11171A05-B6FC-4395-9957-15FB24B3E448}" dt="2024-08-29T14:42:13.950" v="6420" actId="20577"/>
        <pc:sldMkLst>
          <pc:docMk/>
          <pc:sldMk cId="1159033991" sldId="303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520937317" sldId="305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456202256" sldId="307"/>
        </pc:sldMkLst>
      </pc:sldChg>
      <pc:sldChg chg="modSp add mod">
        <pc:chgData name="Sanmukh Kuppannagari" userId="ad215094-da36-4b66-9c79-369a17aea26b" providerId="ADAL" clId="{11171A05-B6FC-4395-9957-15FB24B3E448}" dt="2024-08-29T06:15:27.501" v="5155" actId="20577"/>
        <pc:sldMkLst>
          <pc:docMk/>
          <pc:sldMk cId="276729432" sldId="309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4013261310" sldId="314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4010883220" sldId="315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961129123" sldId="316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305956743" sldId="317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1489729582" sldId="318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537906077" sldId="319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4047053487" sldId="343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11840423" sldId="344"/>
        </pc:sldMkLst>
      </pc:sldChg>
      <pc:sldChg chg="add">
        <pc:chgData name="Sanmukh Kuppannagari" userId="ad215094-da36-4b66-9c79-369a17aea26b" providerId="ADAL" clId="{11171A05-B6FC-4395-9957-15FB24B3E448}" dt="2024-08-29T03:00:03.375" v="317"/>
        <pc:sldMkLst>
          <pc:docMk/>
          <pc:sldMk cId="1479581269" sldId="344"/>
        </pc:sldMkLst>
      </pc:sldChg>
      <pc:sldChg chg="add">
        <pc:chgData name="Sanmukh Kuppannagari" userId="ad215094-da36-4b66-9c79-369a17aea26b" providerId="ADAL" clId="{11171A05-B6FC-4395-9957-15FB24B3E448}" dt="2024-08-29T02:59:36.373" v="315"/>
        <pc:sldMkLst>
          <pc:docMk/>
          <pc:sldMk cId="1462781511" sldId="345"/>
        </pc:sldMkLst>
      </pc:sldChg>
      <pc:sldChg chg="add">
        <pc:chgData name="Sanmukh Kuppannagari" userId="ad215094-da36-4b66-9c79-369a17aea26b" providerId="ADAL" clId="{11171A05-B6FC-4395-9957-15FB24B3E448}" dt="2024-08-29T02:59:44.248" v="316"/>
        <pc:sldMkLst>
          <pc:docMk/>
          <pc:sldMk cId="1801581427" sldId="346"/>
        </pc:sldMkLst>
      </pc:sldChg>
      <pc:sldChg chg="modSp add mod ord">
        <pc:chgData name="Sanmukh Kuppannagari" userId="ad215094-da36-4b66-9c79-369a17aea26b" providerId="ADAL" clId="{11171A05-B6FC-4395-9957-15FB24B3E448}" dt="2024-08-29T03:23:59.070" v="547" actId="20577"/>
        <pc:sldMkLst>
          <pc:docMk/>
          <pc:sldMk cId="770539502" sldId="347"/>
        </pc:sldMkLst>
      </pc:sldChg>
      <pc:sldChg chg="modSp add mod">
        <pc:chgData name="Sanmukh Kuppannagari" userId="ad215094-da36-4b66-9c79-369a17aea26b" providerId="ADAL" clId="{11171A05-B6FC-4395-9957-15FB24B3E448}" dt="2024-08-29T13:54:42.456" v="6047" actId="20577"/>
        <pc:sldMkLst>
          <pc:docMk/>
          <pc:sldMk cId="2297479372" sldId="348"/>
        </pc:sldMkLst>
      </pc:sldChg>
      <pc:sldChg chg="addSp delSp modSp add mod">
        <pc:chgData name="Sanmukh Kuppannagari" userId="ad215094-da36-4b66-9c79-369a17aea26b" providerId="ADAL" clId="{11171A05-B6FC-4395-9957-15FB24B3E448}" dt="2024-08-29T04:12:22.321" v="748" actId="478"/>
        <pc:sldMkLst>
          <pc:docMk/>
          <pc:sldMk cId="920574792" sldId="349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490123102" sldId="349"/>
        </pc:sldMkLst>
      </pc:sldChg>
      <pc:sldChg chg="delSp modSp add mod">
        <pc:chgData name="Sanmukh Kuppannagari" userId="ad215094-da36-4b66-9c79-369a17aea26b" providerId="ADAL" clId="{11171A05-B6FC-4395-9957-15FB24B3E448}" dt="2024-08-29T04:10:35.198" v="723" actId="20577"/>
        <pc:sldMkLst>
          <pc:docMk/>
          <pc:sldMk cId="3256780983" sldId="350"/>
        </pc:sldMkLst>
      </pc:sldChg>
      <pc:sldChg chg="addSp delSp modSp add mod">
        <pc:chgData name="Sanmukh Kuppannagari" userId="ad215094-da36-4b66-9c79-369a17aea26b" providerId="ADAL" clId="{11171A05-B6FC-4395-9957-15FB24B3E448}" dt="2024-08-29T04:32:11.350" v="1364"/>
        <pc:sldMkLst>
          <pc:docMk/>
          <pc:sldMk cId="2451997251" sldId="351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758420558" sldId="351"/>
        </pc:sldMkLst>
      </pc:sldChg>
      <pc:sldChg chg="modSp add mod">
        <pc:chgData name="Sanmukh Kuppannagari" userId="ad215094-da36-4b66-9c79-369a17aea26b" providerId="ADAL" clId="{11171A05-B6FC-4395-9957-15FB24B3E448}" dt="2024-08-29T04:12:40.860" v="750" actId="20577"/>
        <pc:sldMkLst>
          <pc:docMk/>
          <pc:sldMk cId="3895847466" sldId="352"/>
        </pc:sldMkLst>
      </pc:sldChg>
      <pc:sldChg chg="delSp modSp add mod">
        <pc:chgData name="Sanmukh Kuppannagari" userId="ad215094-da36-4b66-9c79-369a17aea26b" providerId="ADAL" clId="{11171A05-B6FC-4395-9957-15FB24B3E448}" dt="2024-08-29T04:34:56.365" v="1410" actId="20577"/>
        <pc:sldMkLst>
          <pc:docMk/>
          <pc:sldMk cId="2014243733" sldId="353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492042211" sldId="354"/>
        </pc:sldMkLst>
      </pc:sldChg>
      <pc:sldChg chg="modSp add mod ord">
        <pc:chgData name="Sanmukh Kuppannagari" userId="ad215094-da36-4b66-9c79-369a17aea26b" providerId="ADAL" clId="{11171A05-B6FC-4395-9957-15FB24B3E448}" dt="2024-08-29T04:32:07.401" v="1363"/>
        <pc:sldMkLst>
          <pc:docMk/>
          <pc:sldMk cId="4286218002" sldId="354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865917714" sldId="355"/>
        </pc:sldMkLst>
      </pc:sldChg>
      <pc:sldChg chg="addSp modSp add mod">
        <pc:chgData name="Sanmukh Kuppannagari" userId="ad215094-da36-4b66-9c79-369a17aea26b" providerId="ADAL" clId="{11171A05-B6FC-4395-9957-15FB24B3E448}" dt="2024-08-29T04:32:15.343" v="1365"/>
        <pc:sldMkLst>
          <pc:docMk/>
          <pc:sldMk cId="4053306255" sldId="355"/>
        </pc:sldMkLst>
      </pc:sldChg>
      <pc:sldChg chg="modSp new mod">
        <pc:chgData name="Sanmukh Kuppannagari" userId="ad215094-da36-4b66-9c79-369a17aea26b" providerId="ADAL" clId="{11171A05-B6FC-4395-9957-15FB24B3E448}" dt="2024-08-29T04:28:58.024" v="1349" actId="20577"/>
        <pc:sldMkLst>
          <pc:docMk/>
          <pc:sldMk cId="4022701561" sldId="356"/>
        </pc:sldMkLst>
      </pc:sldChg>
      <pc:sldChg chg="delSp modSp add mod">
        <pc:chgData name="Sanmukh Kuppannagari" userId="ad215094-da36-4b66-9c79-369a17aea26b" providerId="ADAL" clId="{11171A05-B6FC-4395-9957-15FB24B3E448}" dt="2024-08-29T04:35:06.838" v="1411"/>
        <pc:sldMkLst>
          <pc:docMk/>
          <pc:sldMk cId="578876639" sldId="357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4214734292" sldId="357"/>
        </pc:sldMkLst>
      </pc:sldChg>
      <pc:sldChg chg="modSp add mod">
        <pc:chgData name="Sanmukh Kuppannagari" userId="ad215094-da36-4b66-9c79-369a17aea26b" providerId="ADAL" clId="{11171A05-B6FC-4395-9957-15FB24B3E448}" dt="2024-08-29T04:40:51.696" v="1816" actId="5793"/>
        <pc:sldMkLst>
          <pc:docMk/>
          <pc:sldMk cId="3491075983" sldId="358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508044999" sldId="359"/>
        </pc:sldMkLst>
      </pc:sldChg>
      <pc:sldChg chg="modSp add mod">
        <pc:chgData name="Sanmukh Kuppannagari" userId="ad215094-da36-4b66-9c79-369a17aea26b" providerId="ADAL" clId="{11171A05-B6FC-4395-9957-15FB24B3E448}" dt="2024-08-29T13:54:53.355" v="6048" actId="20577"/>
        <pc:sldMkLst>
          <pc:docMk/>
          <pc:sldMk cId="2439461653" sldId="359"/>
        </pc:sldMkLst>
      </pc:sldChg>
      <pc:sldChg chg="modSp add mod">
        <pc:chgData name="Sanmukh Kuppannagari" userId="ad215094-da36-4b66-9c79-369a17aea26b" providerId="ADAL" clId="{11171A05-B6FC-4395-9957-15FB24B3E448}" dt="2024-08-29T05:38:21.643" v="4008" actId="113"/>
        <pc:sldMkLst>
          <pc:docMk/>
          <pc:sldMk cId="1297561959" sldId="360"/>
        </pc:sldMkLst>
      </pc:sldChg>
      <pc:sldChg chg="addSp modSp add del mod">
        <pc:chgData name="Sanmukh Kuppannagari" userId="ad215094-da36-4b66-9c79-369a17aea26b" providerId="ADAL" clId="{11171A05-B6FC-4395-9957-15FB24B3E448}" dt="2024-08-29T04:39:20.330" v="1614" actId="47"/>
        <pc:sldMkLst>
          <pc:docMk/>
          <pc:sldMk cId="3344308429" sldId="360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582721875" sldId="361"/>
        </pc:sldMkLst>
      </pc:sldChg>
      <pc:sldChg chg="addSp modSp new mod">
        <pc:chgData name="Sanmukh Kuppannagari" userId="ad215094-da36-4b66-9c79-369a17aea26b" providerId="ADAL" clId="{11171A05-B6FC-4395-9957-15FB24B3E448}" dt="2024-08-29T04:39:02.116" v="1596" actId="20577"/>
        <pc:sldMkLst>
          <pc:docMk/>
          <pc:sldMk cId="3929262316" sldId="361"/>
        </pc:sldMkLst>
      </pc:sldChg>
      <pc:sldChg chg="modSp add mod">
        <pc:chgData name="Sanmukh Kuppannagari" userId="ad215094-da36-4b66-9c79-369a17aea26b" providerId="ADAL" clId="{11171A05-B6FC-4395-9957-15FB24B3E448}" dt="2024-08-29T04:39:11.472" v="1613" actId="20577"/>
        <pc:sldMkLst>
          <pc:docMk/>
          <pc:sldMk cId="1945245978" sldId="362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711586685" sldId="362"/>
        </pc:sldMkLst>
      </pc:sldChg>
      <pc:sldChg chg="modSp new mod">
        <pc:chgData name="Sanmukh Kuppannagari" userId="ad215094-da36-4b66-9c79-369a17aea26b" providerId="ADAL" clId="{11171A05-B6FC-4395-9957-15FB24B3E448}" dt="2024-08-29T04:44:10.032" v="2034" actId="20577"/>
        <pc:sldMkLst>
          <pc:docMk/>
          <pc:sldMk cId="3768452387" sldId="363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676817876" sldId="364"/>
        </pc:sldMkLst>
      </pc:sldChg>
      <pc:sldChg chg="addSp modSp new mod">
        <pc:chgData name="Sanmukh Kuppannagari" userId="ad215094-da36-4b66-9c79-369a17aea26b" providerId="ADAL" clId="{11171A05-B6FC-4395-9957-15FB24B3E448}" dt="2024-08-29T04:54:41.167" v="2230" actId="207"/>
        <pc:sldMkLst>
          <pc:docMk/>
          <pc:sldMk cId="1542950900" sldId="364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1059025400" sldId="365"/>
        </pc:sldMkLst>
      </pc:sldChg>
      <pc:sldChg chg="modSp add mod">
        <pc:chgData name="Sanmukh Kuppannagari" userId="ad215094-da36-4b66-9c79-369a17aea26b" providerId="ADAL" clId="{11171A05-B6FC-4395-9957-15FB24B3E448}" dt="2024-08-29T04:55:25.790" v="2255" actId="20577"/>
        <pc:sldMkLst>
          <pc:docMk/>
          <pc:sldMk cId="3248262078" sldId="365"/>
        </pc:sldMkLst>
      </pc:sldChg>
      <pc:sldChg chg="modSp add mod">
        <pc:chgData name="Sanmukh Kuppannagari" userId="ad215094-da36-4b66-9c79-369a17aea26b" providerId="ADAL" clId="{11171A05-B6FC-4395-9957-15FB24B3E448}" dt="2024-08-29T04:56:34.507" v="2262" actId="207"/>
        <pc:sldMkLst>
          <pc:docMk/>
          <pc:sldMk cId="1214549395" sldId="366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1982809871" sldId="366"/>
        </pc:sldMkLst>
      </pc:sldChg>
      <pc:sldChg chg="add">
        <pc:chgData name="Sanmukh Kuppannagari" userId="ad215094-da36-4b66-9c79-369a17aea26b" providerId="ADAL" clId="{11171A05-B6FC-4395-9957-15FB24B3E448}" dt="2024-08-29T04:57:32.754" v="2263"/>
        <pc:sldMkLst>
          <pc:docMk/>
          <pc:sldMk cId="4238699627" sldId="367"/>
        </pc:sldMkLst>
      </pc:sldChg>
      <pc:sldChg chg="modSp add mod">
        <pc:chgData name="Sanmukh Kuppannagari" userId="ad215094-da36-4b66-9c79-369a17aea26b" providerId="ADAL" clId="{11171A05-B6FC-4395-9957-15FB24B3E448}" dt="2024-08-29T05:00:42.811" v="2508" actId="207"/>
        <pc:sldMkLst>
          <pc:docMk/>
          <pc:sldMk cId="2321776317" sldId="368"/>
        </pc:sldMkLst>
      </pc:sldChg>
      <pc:sldChg chg="modSp add mod">
        <pc:chgData name="Sanmukh Kuppannagari" userId="ad215094-da36-4b66-9c79-369a17aea26b" providerId="ADAL" clId="{11171A05-B6FC-4395-9957-15FB24B3E448}" dt="2024-08-29T05:01:57.706" v="2572" actId="207"/>
        <pc:sldMkLst>
          <pc:docMk/>
          <pc:sldMk cId="870490" sldId="369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344624359" sldId="369"/>
        </pc:sldMkLst>
      </pc:sldChg>
      <pc:sldChg chg="modSp add mod">
        <pc:chgData name="Sanmukh Kuppannagari" userId="ad215094-da36-4b66-9c79-369a17aea26b" providerId="ADAL" clId="{11171A05-B6FC-4395-9957-15FB24B3E448}" dt="2024-08-29T05:04:06.167" v="2592" actId="20577"/>
        <pc:sldMkLst>
          <pc:docMk/>
          <pc:sldMk cId="1557585788" sldId="370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904881137" sldId="370"/>
        </pc:sldMkLst>
      </pc:sldChg>
      <pc:sldChg chg="add ord">
        <pc:chgData name="Sanmukh Kuppannagari" userId="ad215094-da36-4b66-9c79-369a17aea26b" providerId="ADAL" clId="{11171A05-B6FC-4395-9957-15FB24B3E448}" dt="2024-08-29T05:04:12.943" v="2594"/>
        <pc:sldMkLst>
          <pc:docMk/>
          <pc:sldMk cId="2998747380" sldId="371"/>
        </pc:sldMkLst>
      </pc:sldChg>
      <pc:sldChg chg="addSp modSp add mod">
        <pc:chgData name="Sanmukh Kuppannagari" userId="ad215094-da36-4b66-9c79-369a17aea26b" providerId="ADAL" clId="{11171A05-B6FC-4395-9957-15FB24B3E448}" dt="2024-08-29T14:42:02.660" v="6414" actId="20577"/>
        <pc:sldMkLst>
          <pc:docMk/>
          <pc:sldMk cId="2379148958" sldId="372"/>
        </pc:sldMkLst>
      </pc:sldChg>
      <pc:sldChg chg="addSp modSp new mod">
        <pc:chgData name="Sanmukh Kuppannagari" userId="ad215094-da36-4b66-9c79-369a17aea26b" providerId="ADAL" clId="{11171A05-B6FC-4395-9957-15FB24B3E448}" dt="2024-08-29T14:42:38.760" v="6421" actId="113"/>
        <pc:sldMkLst>
          <pc:docMk/>
          <pc:sldMk cId="516672496" sldId="373"/>
        </pc:sldMkLst>
      </pc:sldChg>
      <pc:sldChg chg="modSp new mod ord">
        <pc:chgData name="Sanmukh Kuppannagari" userId="ad215094-da36-4b66-9c79-369a17aea26b" providerId="ADAL" clId="{11171A05-B6FC-4395-9957-15FB24B3E448}" dt="2024-08-29T14:40:40.631" v="6410"/>
        <pc:sldMkLst>
          <pc:docMk/>
          <pc:sldMk cId="3793747627" sldId="374"/>
        </pc:sldMkLst>
      </pc:sldChg>
      <pc:sldChg chg="addSp modSp add mod">
        <pc:chgData name="Sanmukh Kuppannagari" userId="ad215094-da36-4b66-9c79-369a17aea26b" providerId="ADAL" clId="{11171A05-B6FC-4395-9957-15FB24B3E448}" dt="2024-08-29T05:29:06.839" v="3626"/>
        <pc:sldMkLst>
          <pc:docMk/>
          <pc:sldMk cId="429392883" sldId="375"/>
        </pc:sldMkLst>
      </pc:sldChg>
      <pc:sldChg chg="modSp new mod">
        <pc:chgData name="Sanmukh Kuppannagari" userId="ad215094-da36-4b66-9c79-369a17aea26b" providerId="ADAL" clId="{11171A05-B6FC-4395-9957-15FB24B3E448}" dt="2024-08-29T14:43:44.626" v="6437" actId="20577"/>
        <pc:sldMkLst>
          <pc:docMk/>
          <pc:sldMk cId="1569227808" sldId="376"/>
        </pc:sldMkLst>
      </pc:sldChg>
      <pc:sldChg chg="modSp add del mod">
        <pc:chgData name="Sanmukh Kuppannagari" userId="ad215094-da36-4b66-9c79-369a17aea26b" providerId="ADAL" clId="{11171A05-B6FC-4395-9957-15FB24B3E448}" dt="2024-08-29T05:29:17.311" v="3628" actId="47"/>
        <pc:sldMkLst>
          <pc:docMk/>
          <pc:sldMk cId="2849554143" sldId="376"/>
        </pc:sldMkLst>
      </pc:sldChg>
      <pc:sldChg chg="add del">
        <pc:chgData name="Sanmukh Kuppannagari" userId="ad215094-da36-4b66-9c79-369a17aea26b" providerId="ADAL" clId="{11171A05-B6FC-4395-9957-15FB24B3E448}" dt="2024-08-29T05:29:29.409" v="3631"/>
        <pc:sldMkLst>
          <pc:docMk/>
          <pc:sldMk cId="359187930" sldId="377"/>
        </pc:sldMkLst>
      </pc:sldChg>
      <pc:sldChg chg="modSp add mod">
        <pc:chgData name="Sanmukh Kuppannagari" userId="ad215094-da36-4b66-9c79-369a17aea26b" providerId="ADAL" clId="{11171A05-B6FC-4395-9957-15FB24B3E448}" dt="2024-08-29T14:43:50.328" v="6447" actId="20577"/>
        <pc:sldMkLst>
          <pc:docMk/>
          <pc:sldMk cId="3476898497" sldId="377"/>
        </pc:sldMkLst>
      </pc:sldChg>
      <pc:sldChg chg="addSp modSp new mod">
        <pc:chgData name="Sanmukh Kuppannagari" userId="ad215094-da36-4b66-9c79-369a17aea26b" providerId="ADAL" clId="{11171A05-B6FC-4395-9957-15FB24B3E448}" dt="2024-08-29T05:52:17.083" v="4886" actId="20577"/>
        <pc:sldMkLst>
          <pc:docMk/>
          <pc:sldMk cId="3635117112" sldId="378"/>
        </pc:sldMkLst>
      </pc:sldChg>
      <pc:sldChg chg="addSp modSp new mod ord">
        <pc:chgData name="Sanmukh Kuppannagari" userId="ad215094-da36-4b66-9c79-369a17aea26b" providerId="ADAL" clId="{11171A05-B6FC-4395-9957-15FB24B3E448}" dt="2024-08-29T05:48:09.784" v="4605" actId="20577"/>
        <pc:sldMkLst>
          <pc:docMk/>
          <pc:sldMk cId="41816131" sldId="379"/>
        </pc:sldMkLst>
      </pc:sldChg>
      <pc:sldChg chg="modSp new mod">
        <pc:chgData name="Sanmukh Kuppannagari" userId="ad215094-da36-4b66-9c79-369a17aea26b" providerId="ADAL" clId="{11171A05-B6FC-4395-9957-15FB24B3E448}" dt="2024-08-29T05:53:16.792" v="4977" actId="20577"/>
        <pc:sldMkLst>
          <pc:docMk/>
          <pc:sldMk cId="2126930210" sldId="380"/>
        </pc:sldMkLst>
      </pc:sldChg>
      <pc:sldChg chg="addSp delSp modSp add mod">
        <pc:chgData name="Sanmukh Kuppannagari" userId="ad215094-da36-4b66-9c79-369a17aea26b" providerId="ADAL" clId="{11171A05-B6FC-4395-9957-15FB24B3E448}" dt="2024-08-29T14:45:36.314" v="6483" actId="113"/>
        <pc:sldMkLst>
          <pc:docMk/>
          <pc:sldMk cId="2509516140" sldId="381"/>
        </pc:sldMkLst>
      </pc:sldChg>
      <pc:sldChg chg="modSp add mod">
        <pc:chgData name="Sanmukh Kuppannagari" userId="ad215094-da36-4b66-9c79-369a17aea26b" providerId="ADAL" clId="{11171A05-B6FC-4395-9957-15FB24B3E448}" dt="2024-08-29T14:46:01.205" v="6484"/>
        <pc:sldMkLst>
          <pc:docMk/>
          <pc:sldMk cId="793354200" sldId="382"/>
        </pc:sldMkLst>
      </pc:sldChg>
      <pc:sldChg chg="addSp modSp add mod">
        <pc:chgData name="Sanmukh Kuppannagari" userId="ad215094-da36-4b66-9c79-369a17aea26b" providerId="ADAL" clId="{11171A05-B6FC-4395-9957-15FB24B3E448}" dt="2024-08-29T14:46:19.193" v="6485"/>
        <pc:sldMkLst>
          <pc:docMk/>
          <pc:sldMk cId="2098484828" sldId="383"/>
        </pc:sldMkLst>
      </pc:sldChg>
      <pc:sldChg chg="modSp add mod">
        <pc:chgData name="Sanmukh Kuppannagari" userId="ad215094-da36-4b66-9c79-369a17aea26b" providerId="ADAL" clId="{11171A05-B6FC-4395-9957-15FB24B3E448}" dt="2024-08-29T06:00:00.119" v="5113" actId="20577"/>
        <pc:sldMkLst>
          <pc:docMk/>
          <pc:sldMk cId="468428153" sldId="384"/>
        </pc:sldMkLst>
      </pc:sldChg>
      <pc:sldChg chg="modSp add mod">
        <pc:chgData name="Sanmukh Kuppannagari" userId="ad215094-da36-4b66-9c79-369a17aea26b" providerId="ADAL" clId="{11171A05-B6FC-4395-9957-15FB24B3E448}" dt="2024-08-29T14:51:11.632" v="6672" actId="20577"/>
        <pc:sldMkLst>
          <pc:docMk/>
          <pc:sldMk cId="3753143955" sldId="385"/>
        </pc:sldMkLst>
      </pc:sldChg>
      <pc:sldChg chg="modSp add del mod">
        <pc:chgData name="Sanmukh Kuppannagari" userId="ad215094-da36-4b66-9c79-369a17aea26b" providerId="ADAL" clId="{11171A05-B6FC-4395-9957-15FB24B3E448}" dt="2024-08-29T13:55:06.345" v="6049" actId="47"/>
        <pc:sldMkLst>
          <pc:docMk/>
          <pc:sldMk cId="3189588850" sldId="386"/>
        </pc:sldMkLst>
      </pc:sldChg>
      <pc:sldChg chg="modSp new mod">
        <pc:chgData name="Sanmukh Kuppannagari" userId="ad215094-da36-4b66-9c79-369a17aea26b" providerId="ADAL" clId="{11171A05-B6FC-4395-9957-15FB24B3E448}" dt="2024-08-29T13:50:23.094" v="5793" actId="20577"/>
        <pc:sldMkLst>
          <pc:docMk/>
          <pc:sldMk cId="3250158129" sldId="387"/>
        </pc:sldMkLst>
      </pc:sldChg>
      <pc:sldChg chg="modSp add mod">
        <pc:chgData name="Sanmukh Kuppannagari" userId="ad215094-da36-4b66-9c79-369a17aea26b" providerId="ADAL" clId="{11171A05-B6FC-4395-9957-15FB24B3E448}" dt="2024-08-29T14:48:00.793" v="6509" actId="20577"/>
        <pc:sldMkLst>
          <pc:docMk/>
          <pc:sldMk cId="1655728199" sldId="388"/>
        </pc:sldMkLst>
      </pc:sldChg>
      <pc:sldChg chg="modSp new mod">
        <pc:chgData name="Sanmukh Kuppannagari" userId="ad215094-da36-4b66-9c79-369a17aea26b" providerId="ADAL" clId="{11171A05-B6FC-4395-9957-15FB24B3E448}" dt="2024-08-29T13:58:03.672" v="6405" actId="20577"/>
        <pc:sldMkLst>
          <pc:docMk/>
          <pc:sldMk cId="531953894" sldId="389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145402012" sldId="1415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95492823" sldId="1416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399650778" sldId="1417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624960510" sldId="1418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842676586" sldId="1419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4171868693" sldId="1420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070763525" sldId="1421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665993282" sldId="1422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988014077" sldId="1423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464992614" sldId="1424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900684070" sldId="1425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221228576" sldId="1426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023560490" sldId="1427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220318750" sldId="1428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958413754" sldId="1429"/>
        </pc:sldMkLst>
      </pc:sldChg>
    </pc:docChg>
  </pc:docChgLst>
  <pc:docChgLst>
    <pc:chgData name="Sanmukh Kuppannagari" userId="ad215094-da36-4b66-9c79-369a17aea26b" providerId="ADAL" clId="{F807B796-0606-4BF0-9A84-6557326C69B2}"/>
    <pc:docChg chg="undo custSel addSld delSld modSld">
      <pc:chgData name="Sanmukh Kuppannagari" userId="ad215094-da36-4b66-9c79-369a17aea26b" providerId="ADAL" clId="{F807B796-0606-4BF0-9A84-6557326C69B2}" dt="2024-09-03T17:27:21.796" v="6281" actId="20577"/>
      <pc:docMkLst>
        <pc:docMk/>
      </pc:docMkLst>
      <pc:sldChg chg="modSp mod">
        <pc:chgData name="Sanmukh Kuppannagari" userId="ad215094-da36-4b66-9c79-369a17aea26b" providerId="ADAL" clId="{F807B796-0606-4BF0-9A84-6557326C69B2}" dt="2024-09-02T20:54:53.692" v="3" actId="20577"/>
        <pc:sldMkLst>
          <pc:docMk/>
          <pc:sldMk cId="728785357" sldId="256"/>
        </pc:sldMkLst>
      </pc:sldChg>
      <pc:sldChg chg="modSp mod">
        <pc:chgData name="Sanmukh Kuppannagari" userId="ad215094-da36-4b66-9c79-369a17aea26b" providerId="ADAL" clId="{F807B796-0606-4BF0-9A84-6557326C69B2}" dt="2024-09-02T21:00:55.314" v="267" actId="20577"/>
        <pc:sldMkLst>
          <pc:docMk/>
          <pc:sldMk cId="2017305151" sldId="261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396895355" sldId="287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158303791" sldId="288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737272183" sldId="289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096129851" sldId="290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860245702" sldId="291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664133677" sldId="298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873989303" sldId="301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126324089" sldId="302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159033991" sldId="303"/>
        </pc:sldMkLst>
      </pc:sldChg>
      <pc:sldChg chg="modSp add del mod">
        <pc:chgData name="Sanmukh Kuppannagari" userId="ad215094-da36-4b66-9c79-369a17aea26b" providerId="ADAL" clId="{F807B796-0606-4BF0-9A84-6557326C69B2}" dt="2024-09-03T12:45:55.217" v="3724" actId="20577"/>
        <pc:sldMkLst>
          <pc:docMk/>
          <pc:sldMk cId="276729432" sldId="309"/>
        </pc:sldMkLst>
      </pc:sldChg>
      <pc:sldChg chg="addSp delSp modSp add mod">
        <pc:chgData name="Sanmukh Kuppannagari" userId="ad215094-da36-4b66-9c79-369a17aea26b" providerId="ADAL" clId="{F807B796-0606-4BF0-9A84-6557326C69B2}" dt="2024-09-03T02:17:35.441" v="1671" actId="20577"/>
        <pc:sldMkLst>
          <pc:docMk/>
          <pc:sldMk cId="2950079441" sldId="328"/>
        </pc:sldMkLst>
      </pc:sldChg>
      <pc:sldChg chg="modSp add mod">
        <pc:chgData name="Sanmukh Kuppannagari" userId="ad215094-da36-4b66-9c79-369a17aea26b" providerId="ADAL" clId="{F807B796-0606-4BF0-9A84-6557326C69B2}" dt="2024-09-03T02:40:17.050" v="2520" actId="20577"/>
        <pc:sldMkLst>
          <pc:docMk/>
          <pc:sldMk cId="607569566" sldId="335"/>
        </pc:sldMkLst>
      </pc:sldChg>
      <pc:sldChg chg="add">
        <pc:chgData name="Sanmukh Kuppannagari" userId="ad215094-da36-4b66-9c79-369a17aea26b" providerId="ADAL" clId="{F807B796-0606-4BF0-9A84-6557326C69B2}" dt="2024-09-03T13:08:49.519" v="3811"/>
        <pc:sldMkLst>
          <pc:docMk/>
          <pc:sldMk cId="2522483144" sldId="341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479581269" sldId="344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462781511" sldId="345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801581427" sldId="346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770539502" sldId="347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297479372" sldId="348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920574792" sldId="349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256780983" sldId="350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451997251" sldId="351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895847466" sldId="352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014243733" sldId="353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4286218002" sldId="354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4053306255" sldId="355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4022701561" sldId="356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578876639" sldId="357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491075983" sldId="358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439461653" sldId="359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297561959" sldId="360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929262316" sldId="361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945245978" sldId="362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768452387" sldId="363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542950900" sldId="364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248262078" sldId="365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214549395" sldId="366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4238699627" sldId="367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321776317" sldId="368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870490" sldId="369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557585788" sldId="370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998747380" sldId="371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379148958" sldId="372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516672496" sldId="373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793747627" sldId="374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429392883" sldId="375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569227808" sldId="376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476898497" sldId="377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635117112" sldId="378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41816131" sldId="379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126930210" sldId="380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509516140" sldId="381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793354200" sldId="382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098484828" sldId="383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468428153" sldId="384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753143955" sldId="385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250158129" sldId="387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655728199" sldId="388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531953894" sldId="389"/>
        </pc:sldMkLst>
      </pc:sldChg>
      <pc:sldChg chg="modSp add mod">
        <pc:chgData name="Sanmukh Kuppannagari" userId="ad215094-da36-4b66-9c79-369a17aea26b" providerId="ADAL" clId="{F807B796-0606-4BF0-9A84-6557326C69B2}" dt="2024-09-02T20:55:49.175" v="65" actId="20577"/>
        <pc:sldMkLst>
          <pc:docMk/>
          <pc:sldMk cId="3837875043" sldId="390"/>
        </pc:sldMkLst>
      </pc:sldChg>
      <pc:sldChg chg="add">
        <pc:chgData name="Sanmukh Kuppannagari" userId="ad215094-da36-4b66-9c79-369a17aea26b" providerId="ADAL" clId="{F807B796-0606-4BF0-9A84-6557326C69B2}" dt="2024-09-02T20:55:16.300" v="4"/>
        <pc:sldMkLst>
          <pc:docMk/>
          <pc:sldMk cId="4141662449" sldId="391"/>
        </pc:sldMkLst>
      </pc:sldChg>
      <pc:sldChg chg="add">
        <pc:chgData name="Sanmukh Kuppannagari" userId="ad215094-da36-4b66-9c79-369a17aea26b" providerId="ADAL" clId="{F807B796-0606-4BF0-9A84-6557326C69B2}" dt="2024-09-02T20:59:42.685" v="220"/>
        <pc:sldMkLst>
          <pc:docMk/>
          <pc:sldMk cId="2314761624" sldId="392"/>
        </pc:sldMkLst>
      </pc:sldChg>
      <pc:sldChg chg="add del">
        <pc:chgData name="Sanmukh Kuppannagari" userId="ad215094-da36-4b66-9c79-369a17aea26b" providerId="ADAL" clId="{F807B796-0606-4BF0-9A84-6557326C69B2}" dt="2024-09-03T12:45:51.099" v="3716" actId="47"/>
        <pc:sldMkLst>
          <pc:docMk/>
          <pc:sldMk cId="3854406681" sldId="393"/>
        </pc:sldMkLst>
      </pc:sldChg>
      <pc:sldChg chg="modSp add mod">
        <pc:chgData name="Sanmukh Kuppannagari" userId="ad215094-da36-4b66-9c79-369a17aea26b" providerId="ADAL" clId="{F807B796-0606-4BF0-9A84-6557326C69B2}" dt="2024-09-03T12:46:30.391" v="3736" actId="20577"/>
        <pc:sldMkLst>
          <pc:docMk/>
          <pc:sldMk cId="4158598040" sldId="394"/>
        </pc:sldMkLst>
      </pc:sldChg>
      <pc:sldChg chg="add">
        <pc:chgData name="Sanmukh Kuppannagari" userId="ad215094-da36-4b66-9c79-369a17aea26b" providerId="ADAL" clId="{F807B796-0606-4BF0-9A84-6557326C69B2}" dt="2024-09-02T20:59:56.248" v="221"/>
        <pc:sldMkLst>
          <pc:docMk/>
          <pc:sldMk cId="854907447" sldId="395"/>
        </pc:sldMkLst>
      </pc:sldChg>
      <pc:sldChg chg="add">
        <pc:chgData name="Sanmukh Kuppannagari" userId="ad215094-da36-4b66-9c79-369a17aea26b" providerId="ADAL" clId="{F807B796-0606-4BF0-9A84-6557326C69B2}" dt="2024-09-02T21:01:50.833" v="269"/>
        <pc:sldMkLst>
          <pc:docMk/>
          <pc:sldMk cId="3473456708" sldId="1344"/>
        </pc:sldMkLst>
      </pc:sldChg>
      <pc:sldChg chg="add">
        <pc:chgData name="Sanmukh Kuppannagari" userId="ad215094-da36-4b66-9c79-369a17aea26b" providerId="ADAL" clId="{F807B796-0606-4BF0-9A84-6557326C69B2}" dt="2024-09-02T21:01:50.833" v="269"/>
        <pc:sldMkLst>
          <pc:docMk/>
          <pc:sldMk cId="3462074433" sldId="1345"/>
        </pc:sldMkLst>
      </pc:sldChg>
      <pc:sldChg chg="addSp modSp add mod">
        <pc:chgData name="Sanmukh Kuppannagari" userId="ad215094-da36-4b66-9c79-369a17aea26b" providerId="ADAL" clId="{F807B796-0606-4BF0-9A84-6557326C69B2}" dt="2024-09-02T21:02:28.358" v="358" actId="20577"/>
        <pc:sldMkLst>
          <pc:docMk/>
          <pc:sldMk cId="3585318733" sldId="1346"/>
        </pc:sldMkLst>
      </pc:sldChg>
      <pc:sldChg chg="add">
        <pc:chgData name="Sanmukh Kuppannagari" userId="ad215094-da36-4b66-9c79-369a17aea26b" providerId="ADAL" clId="{F807B796-0606-4BF0-9A84-6557326C69B2}" dt="2024-09-02T21:02:57.911" v="359"/>
        <pc:sldMkLst>
          <pc:docMk/>
          <pc:sldMk cId="3890367929" sldId="1347"/>
        </pc:sldMkLst>
      </pc:sldChg>
      <pc:sldChg chg="add">
        <pc:chgData name="Sanmukh Kuppannagari" userId="ad215094-da36-4b66-9c79-369a17aea26b" providerId="ADAL" clId="{F807B796-0606-4BF0-9A84-6557326C69B2}" dt="2024-09-02T21:02:57.911" v="359"/>
        <pc:sldMkLst>
          <pc:docMk/>
          <pc:sldMk cId="1799099576" sldId="1348"/>
        </pc:sldMkLst>
      </pc:sldChg>
      <pc:sldChg chg="add">
        <pc:chgData name="Sanmukh Kuppannagari" userId="ad215094-da36-4b66-9c79-369a17aea26b" providerId="ADAL" clId="{F807B796-0606-4BF0-9A84-6557326C69B2}" dt="2024-09-02T21:02:57.911" v="359"/>
        <pc:sldMkLst>
          <pc:docMk/>
          <pc:sldMk cId="4227676260" sldId="1349"/>
        </pc:sldMkLst>
      </pc:sldChg>
      <pc:sldChg chg="add">
        <pc:chgData name="Sanmukh Kuppannagari" userId="ad215094-da36-4b66-9c79-369a17aea26b" providerId="ADAL" clId="{F807B796-0606-4BF0-9A84-6557326C69B2}" dt="2024-09-02T21:03:37.198" v="360"/>
        <pc:sldMkLst>
          <pc:docMk/>
          <pc:sldMk cId="2262656913" sldId="1352"/>
        </pc:sldMkLst>
      </pc:sldChg>
      <pc:sldChg chg="add">
        <pc:chgData name="Sanmukh Kuppannagari" userId="ad215094-da36-4b66-9c79-369a17aea26b" providerId="ADAL" clId="{F807B796-0606-4BF0-9A84-6557326C69B2}" dt="2024-09-02T21:03:37.198" v="360"/>
        <pc:sldMkLst>
          <pc:docMk/>
          <pc:sldMk cId="167355194" sldId="1353"/>
        </pc:sldMkLst>
      </pc:sldChg>
      <pc:sldChg chg="add">
        <pc:chgData name="Sanmukh Kuppannagari" userId="ad215094-da36-4b66-9c79-369a17aea26b" providerId="ADAL" clId="{F807B796-0606-4BF0-9A84-6557326C69B2}" dt="2024-09-02T21:03:37.198" v="360"/>
        <pc:sldMkLst>
          <pc:docMk/>
          <pc:sldMk cId="2804131373" sldId="1354"/>
        </pc:sldMkLst>
      </pc:sldChg>
      <pc:sldChg chg="add">
        <pc:chgData name="Sanmukh Kuppannagari" userId="ad215094-da36-4b66-9c79-369a17aea26b" providerId="ADAL" clId="{F807B796-0606-4BF0-9A84-6557326C69B2}" dt="2024-09-02T21:03:37.198" v="360"/>
        <pc:sldMkLst>
          <pc:docMk/>
          <pc:sldMk cId="3834269155" sldId="1355"/>
        </pc:sldMkLst>
      </pc:sldChg>
      <pc:sldChg chg="modSp add mod">
        <pc:chgData name="Sanmukh Kuppannagari" userId="ad215094-da36-4b66-9c79-369a17aea26b" providerId="ADAL" clId="{F807B796-0606-4BF0-9A84-6557326C69B2}" dt="2024-09-02T21:08:32.777" v="697" actId="15"/>
        <pc:sldMkLst>
          <pc:docMk/>
          <pc:sldMk cId="1967107891" sldId="1356"/>
        </pc:sldMkLst>
      </pc:sldChg>
      <pc:sldChg chg="add">
        <pc:chgData name="Sanmukh Kuppannagari" userId="ad215094-da36-4b66-9c79-369a17aea26b" providerId="ADAL" clId="{F807B796-0606-4BF0-9A84-6557326C69B2}" dt="2024-09-03T02:41:33.843" v="2521"/>
        <pc:sldMkLst>
          <pc:docMk/>
          <pc:sldMk cId="794884751" sldId="1358"/>
        </pc:sldMkLst>
      </pc:sldChg>
      <pc:sldChg chg="add">
        <pc:chgData name="Sanmukh Kuppannagari" userId="ad215094-da36-4b66-9c79-369a17aea26b" providerId="ADAL" clId="{F807B796-0606-4BF0-9A84-6557326C69B2}" dt="2024-09-03T02:41:33.843" v="2521"/>
        <pc:sldMkLst>
          <pc:docMk/>
          <pc:sldMk cId="1315821937" sldId="1359"/>
        </pc:sldMkLst>
      </pc:sldChg>
      <pc:sldChg chg="add">
        <pc:chgData name="Sanmukh Kuppannagari" userId="ad215094-da36-4b66-9c79-369a17aea26b" providerId="ADAL" clId="{F807B796-0606-4BF0-9A84-6557326C69B2}" dt="2024-09-03T02:41:33.843" v="2521"/>
        <pc:sldMkLst>
          <pc:docMk/>
          <pc:sldMk cId="2463516898" sldId="1361"/>
        </pc:sldMkLst>
      </pc:sldChg>
      <pc:sldChg chg="add">
        <pc:chgData name="Sanmukh Kuppannagari" userId="ad215094-da36-4b66-9c79-369a17aea26b" providerId="ADAL" clId="{F807B796-0606-4BF0-9A84-6557326C69B2}" dt="2024-09-03T02:41:33.843" v="2521"/>
        <pc:sldMkLst>
          <pc:docMk/>
          <pc:sldMk cId="1886344154" sldId="1362"/>
        </pc:sldMkLst>
      </pc:sldChg>
      <pc:sldChg chg="add">
        <pc:chgData name="Sanmukh Kuppannagari" userId="ad215094-da36-4b66-9c79-369a17aea26b" providerId="ADAL" clId="{F807B796-0606-4BF0-9A84-6557326C69B2}" dt="2024-09-03T02:41:33.843" v="2521"/>
        <pc:sldMkLst>
          <pc:docMk/>
          <pc:sldMk cId="2856732028" sldId="1363"/>
        </pc:sldMkLst>
      </pc:sldChg>
      <pc:sldChg chg="modSp add mod">
        <pc:chgData name="Sanmukh Kuppannagari" userId="ad215094-da36-4b66-9c79-369a17aea26b" providerId="ADAL" clId="{F807B796-0606-4BF0-9A84-6557326C69B2}" dt="2024-09-03T13:12:03.900" v="3832" actId="20577"/>
        <pc:sldMkLst>
          <pc:docMk/>
          <pc:sldMk cId="603735269" sldId="1365"/>
        </pc:sldMkLst>
      </pc:sldChg>
      <pc:sldChg chg="modSp add mod">
        <pc:chgData name="Sanmukh Kuppannagari" userId="ad215094-da36-4b66-9c79-369a17aea26b" providerId="ADAL" clId="{F807B796-0606-4BF0-9A84-6557326C69B2}" dt="2024-09-03T13:13:47.455" v="3844" actId="20577"/>
        <pc:sldMkLst>
          <pc:docMk/>
          <pc:sldMk cId="3326920156" sldId="1366"/>
        </pc:sldMkLst>
      </pc:sldChg>
      <pc:sldChg chg="delSp modSp add mod">
        <pc:chgData name="Sanmukh Kuppannagari" userId="ad215094-da36-4b66-9c79-369a17aea26b" providerId="ADAL" clId="{F807B796-0606-4BF0-9A84-6557326C69B2}" dt="2024-09-03T13:49:28.301" v="5270" actId="1076"/>
        <pc:sldMkLst>
          <pc:docMk/>
          <pc:sldMk cId="3859140757" sldId="1367"/>
        </pc:sldMkLst>
      </pc:sldChg>
      <pc:sldChg chg="add">
        <pc:chgData name="Sanmukh Kuppannagari" userId="ad215094-da36-4b66-9c79-369a17aea26b" providerId="ADAL" clId="{F807B796-0606-4BF0-9A84-6557326C69B2}" dt="2024-09-03T02:55:12.122" v="3067"/>
        <pc:sldMkLst>
          <pc:docMk/>
          <pc:sldMk cId="4078040195" sldId="1369"/>
        </pc:sldMkLst>
      </pc:sldChg>
      <pc:sldChg chg="addSp modSp add mod">
        <pc:chgData name="Sanmukh Kuppannagari" userId="ad215094-da36-4b66-9c79-369a17aea26b" providerId="ADAL" clId="{F807B796-0606-4BF0-9A84-6557326C69B2}" dt="2024-09-03T13:52:40.634" v="5308" actId="1076"/>
        <pc:sldMkLst>
          <pc:docMk/>
          <pc:sldMk cId="284771599" sldId="1370"/>
        </pc:sldMkLst>
      </pc:sldChg>
      <pc:sldChg chg="modSp add mod">
        <pc:chgData name="Sanmukh Kuppannagari" userId="ad215094-da36-4b66-9c79-369a17aea26b" providerId="ADAL" clId="{F807B796-0606-4BF0-9A84-6557326C69B2}" dt="2024-09-03T13:54:59.046" v="5421" actId="20577"/>
        <pc:sldMkLst>
          <pc:docMk/>
          <pc:sldMk cId="906755194" sldId="1371"/>
        </pc:sldMkLst>
      </pc:sldChg>
      <pc:sldChg chg="modSp add mod">
        <pc:chgData name="Sanmukh Kuppannagari" userId="ad215094-da36-4b66-9c79-369a17aea26b" providerId="ADAL" clId="{F807B796-0606-4BF0-9A84-6557326C69B2}" dt="2024-09-03T02:37:21.221" v="2435" actId="20577"/>
        <pc:sldMkLst>
          <pc:docMk/>
          <pc:sldMk cId="518010934" sldId="1373"/>
        </pc:sldMkLst>
      </pc:sldChg>
      <pc:sldChg chg="add">
        <pc:chgData name="Sanmukh Kuppannagari" userId="ad215094-da36-4b66-9c79-369a17aea26b" providerId="ADAL" clId="{F807B796-0606-4BF0-9A84-6557326C69B2}" dt="2024-09-02T21:01:50.833" v="269"/>
        <pc:sldMkLst>
          <pc:docMk/>
          <pc:sldMk cId="2532106449" sldId="1374"/>
        </pc:sldMkLst>
      </pc:sldChg>
      <pc:sldChg chg="modSp new mod">
        <pc:chgData name="Sanmukh Kuppannagari" userId="ad215094-da36-4b66-9c79-369a17aea26b" providerId="ADAL" clId="{F807B796-0606-4BF0-9A84-6557326C69B2}" dt="2024-09-02T21:42:29.989" v="1380" actId="20577"/>
        <pc:sldMkLst>
          <pc:docMk/>
          <pc:sldMk cId="63097358" sldId="1375"/>
        </pc:sldMkLst>
      </pc:sldChg>
      <pc:sldChg chg="delSp modSp add mod">
        <pc:chgData name="Sanmukh Kuppannagari" userId="ad215094-da36-4b66-9c79-369a17aea26b" providerId="ADAL" clId="{F807B796-0606-4BF0-9A84-6557326C69B2}" dt="2024-09-03T02:12:19.131" v="1602" actId="20577"/>
        <pc:sldMkLst>
          <pc:docMk/>
          <pc:sldMk cId="2155445605" sldId="1376"/>
        </pc:sldMkLst>
      </pc:sldChg>
      <pc:sldChg chg="addSp delSp modSp add mod">
        <pc:chgData name="Sanmukh Kuppannagari" userId="ad215094-da36-4b66-9c79-369a17aea26b" providerId="ADAL" clId="{F807B796-0606-4BF0-9A84-6557326C69B2}" dt="2024-09-03T02:15:33.103" v="1646" actId="20577"/>
        <pc:sldMkLst>
          <pc:docMk/>
          <pc:sldMk cId="2373852911" sldId="1377"/>
        </pc:sldMkLst>
      </pc:sldChg>
      <pc:sldChg chg="addSp delSp modSp add mod">
        <pc:chgData name="Sanmukh Kuppannagari" userId="ad215094-da36-4b66-9c79-369a17aea26b" providerId="ADAL" clId="{F807B796-0606-4BF0-9A84-6557326C69B2}" dt="2024-09-03T02:18:53.201" v="1704" actId="1076"/>
        <pc:sldMkLst>
          <pc:docMk/>
          <pc:sldMk cId="2785090204" sldId="1378"/>
        </pc:sldMkLst>
      </pc:sldChg>
      <pc:sldChg chg="modSp new mod">
        <pc:chgData name="Sanmukh Kuppannagari" userId="ad215094-da36-4b66-9c79-369a17aea26b" providerId="ADAL" clId="{F807B796-0606-4BF0-9A84-6557326C69B2}" dt="2024-09-03T02:19:58.369" v="1758" actId="207"/>
        <pc:sldMkLst>
          <pc:docMk/>
          <pc:sldMk cId="1578956546" sldId="1379"/>
        </pc:sldMkLst>
      </pc:sldChg>
      <pc:sldChg chg="modSp add mod">
        <pc:chgData name="Sanmukh Kuppannagari" userId="ad215094-da36-4b66-9c79-369a17aea26b" providerId="ADAL" clId="{F807B796-0606-4BF0-9A84-6557326C69B2}" dt="2024-09-03T02:26:15.664" v="2061" actId="20577"/>
        <pc:sldMkLst>
          <pc:docMk/>
          <pc:sldMk cId="1387291192" sldId="1380"/>
        </pc:sldMkLst>
      </pc:sldChg>
      <pc:sldChg chg="modSp new mod">
        <pc:chgData name="Sanmukh Kuppannagari" userId="ad215094-da36-4b66-9c79-369a17aea26b" providerId="ADAL" clId="{F807B796-0606-4BF0-9A84-6557326C69B2}" dt="2024-09-03T02:26:24.889" v="2064" actId="207"/>
        <pc:sldMkLst>
          <pc:docMk/>
          <pc:sldMk cId="3729273499" sldId="1381"/>
        </pc:sldMkLst>
      </pc:sldChg>
      <pc:sldChg chg="modSp add mod">
        <pc:chgData name="Sanmukh Kuppannagari" userId="ad215094-da36-4b66-9c79-369a17aea26b" providerId="ADAL" clId="{F807B796-0606-4BF0-9A84-6557326C69B2}" dt="2024-09-03T02:27:58.737" v="2084" actId="20577"/>
        <pc:sldMkLst>
          <pc:docMk/>
          <pc:sldMk cId="1604865990" sldId="1382"/>
        </pc:sldMkLst>
      </pc:sldChg>
      <pc:sldChg chg="add">
        <pc:chgData name="Sanmukh Kuppannagari" userId="ad215094-da36-4b66-9c79-369a17aea26b" providerId="ADAL" clId="{F807B796-0606-4BF0-9A84-6557326C69B2}" dt="2024-09-03T02:28:04.789" v="2085"/>
        <pc:sldMkLst>
          <pc:docMk/>
          <pc:sldMk cId="3140536196" sldId="1383"/>
        </pc:sldMkLst>
      </pc:sldChg>
      <pc:sldChg chg="modSp add mod">
        <pc:chgData name="Sanmukh Kuppannagari" userId="ad215094-da36-4b66-9c79-369a17aea26b" providerId="ADAL" clId="{F807B796-0606-4BF0-9A84-6557326C69B2}" dt="2024-09-03T02:28:44.396" v="2099" actId="20577"/>
        <pc:sldMkLst>
          <pc:docMk/>
          <pc:sldMk cId="4028848195" sldId="1384"/>
        </pc:sldMkLst>
      </pc:sldChg>
      <pc:sldChg chg="modSp new mod">
        <pc:chgData name="Sanmukh Kuppannagari" userId="ad215094-da36-4b66-9c79-369a17aea26b" providerId="ADAL" clId="{F807B796-0606-4BF0-9A84-6557326C69B2}" dt="2024-09-03T02:32:27.269" v="2432" actId="20577"/>
        <pc:sldMkLst>
          <pc:docMk/>
          <pc:sldMk cId="855061855" sldId="1385"/>
        </pc:sldMkLst>
      </pc:sldChg>
      <pc:sldChg chg="add">
        <pc:chgData name="Sanmukh Kuppannagari" userId="ad215094-da36-4b66-9c79-369a17aea26b" providerId="ADAL" clId="{F807B796-0606-4BF0-9A84-6557326C69B2}" dt="2024-09-03T02:38:51.879" v="2436"/>
        <pc:sldMkLst>
          <pc:docMk/>
          <pc:sldMk cId="3507384733" sldId="1386"/>
        </pc:sldMkLst>
      </pc:sldChg>
      <pc:sldChg chg="modSp new del mod">
        <pc:chgData name="Sanmukh Kuppannagari" userId="ad215094-da36-4b66-9c79-369a17aea26b" providerId="ADAL" clId="{F807B796-0606-4BF0-9A84-6557326C69B2}" dt="2024-09-03T13:20:40.100" v="4051" actId="47"/>
        <pc:sldMkLst>
          <pc:docMk/>
          <pc:sldMk cId="1227237758" sldId="1387"/>
        </pc:sldMkLst>
      </pc:sldChg>
      <pc:sldChg chg="modSp add mod">
        <pc:chgData name="Sanmukh Kuppannagari" userId="ad215094-da36-4b66-9c79-369a17aea26b" providerId="ADAL" clId="{F807B796-0606-4BF0-9A84-6557326C69B2}" dt="2024-09-03T02:45:20.826" v="2547" actId="207"/>
        <pc:sldMkLst>
          <pc:docMk/>
          <pc:sldMk cId="1406617072" sldId="1388"/>
        </pc:sldMkLst>
      </pc:sldChg>
      <pc:sldChg chg="modSp new mod">
        <pc:chgData name="Sanmukh Kuppannagari" userId="ad215094-da36-4b66-9c79-369a17aea26b" providerId="ADAL" clId="{F807B796-0606-4BF0-9A84-6557326C69B2}" dt="2024-09-03T12:43:53.169" v="3714" actId="20577"/>
        <pc:sldMkLst>
          <pc:docMk/>
          <pc:sldMk cId="15178750" sldId="1389"/>
        </pc:sldMkLst>
      </pc:sldChg>
      <pc:sldChg chg="addSp delSp modSp add mod">
        <pc:chgData name="Sanmukh Kuppannagari" userId="ad215094-da36-4b66-9c79-369a17aea26b" providerId="ADAL" clId="{F807B796-0606-4BF0-9A84-6557326C69B2}" dt="2024-09-03T13:47:41.899" v="5236" actId="14100"/>
        <pc:sldMkLst>
          <pc:docMk/>
          <pc:sldMk cId="3904397812" sldId="1390"/>
        </pc:sldMkLst>
      </pc:sldChg>
      <pc:sldChg chg="modSp new mod">
        <pc:chgData name="Sanmukh Kuppannagari" userId="ad215094-da36-4b66-9c79-369a17aea26b" providerId="ADAL" clId="{F807B796-0606-4BF0-9A84-6557326C69B2}" dt="2024-09-03T13:21:58.025" v="4299" actId="20577"/>
        <pc:sldMkLst>
          <pc:docMk/>
          <pc:sldMk cId="1115784977" sldId="1391"/>
        </pc:sldMkLst>
      </pc:sldChg>
      <pc:sldChg chg="addSp delSp modSp add mod">
        <pc:chgData name="Sanmukh Kuppannagari" userId="ad215094-da36-4b66-9c79-369a17aea26b" providerId="ADAL" clId="{F807B796-0606-4BF0-9A84-6557326C69B2}" dt="2024-09-03T12:51:33.052" v="3745" actId="20577"/>
        <pc:sldMkLst>
          <pc:docMk/>
          <pc:sldMk cId="3579675671" sldId="1392"/>
        </pc:sldMkLst>
      </pc:sldChg>
      <pc:sldChg chg="addSp modSp add mod">
        <pc:chgData name="Sanmukh Kuppannagari" userId="ad215094-da36-4b66-9c79-369a17aea26b" providerId="ADAL" clId="{F807B796-0606-4BF0-9A84-6557326C69B2}" dt="2024-09-03T12:51:38.226" v="3752" actId="20577"/>
        <pc:sldMkLst>
          <pc:docMk/>
          <pc:sldMk cId="3848896675" sldId="1393"/>
        </pc:sldMkLst>
      </pc:sldChg>
      <pc:sldChg chg="modSp add mod">
        <pc:chgData name="Sanmukh Kuppannagari" userId="ad215094-da36-4b66-9c79-369a17aea26b" providerId="ADAL" clId="{F807B796-0606-4BF0-9A84-6557326C69B2}" dt="2024-09-03T12:51:44.050" v="3753"/>
        <pc:sldMkLst>
          <pc:docMk/>
          <pc:sldMk cId="1213479204" sldId="1394"/>
        </pc:sldMkLst>
      </pc:sldChg>
      <pc:sldChg chg="modSp add mod">
        <pc:chgData name="Sanmukh Kuppannagari" userId="ad215094-da36-4b66-9c79-369a17aea26b" providerId="ADAL" clId="{F807B796-0606-4BF0-9A84-6557326C69B2}" dt="2024-09-03T12:51:47.861" v="3754"/>
        <pc:sldMkLst>
          <pc:docMk/>
          <pc:sldMk cId="3698062718" sldId="1395"/>
        </pc:sldMkLst>
      </pc:sldChg>
      <pc:sldChg chg="modSp add mod">
        <pc:chgData name="Sanmukh Kuppannagari" userId="ad215094-da36-4b66-9c79-369a17aea26b" providerId="ADAL" clId="{F807B796-0606-4BF0-9A84-6557326C69B2}" dt="2024-09-03T12:51:51.477" v="3755"/>
        <pc:sldMkLst>
          <pc:docMk/>
          <pc:sldMk cId="2428240830" sldId="1396"/>
        </pc:sldMkLst>
      </pc:sldChg>
      <pc:sldChg chg="addSp delSp modSp add mod">
        <pc:chgData name="Sanmukh Kuppannagari" userId="ad215094-da36-4b66-9c79-369a17aea26b" providerId="ADAL" clId="{F807B796-0606-4BF0-9A84-6557326C69B2}" dt="2024-09-03T12:38:02.576" v="3536" actId="207"/>
        <pc:sldMkLst>
          <pc:docMk/>
          <pc:sldMk cId="1577004698" sldId="1397"/>
        </pc:sldMkLst>
      </pc:sldChg>
      <pc:sldChg chg="modSp add mod">
        <pc:chgData name="Sanmukh Kuppannagari" userId="ad215094-da36-4b66-9c79-369a17aea26b" providerId="ADAL" clId="{F807B796-0606-4BF0-9A84-6557326C69B2}" dt="2024-09-03T12:52:00.900" v="3762" actId="20577"/>
        <pc:sldMkLst>
          <pc:docMk/>
          <pc:sldMk cId="3187165335" sldId="1398"/>
        </pc:sldMkLst>
      </pc:sldChg>
      <pc:sldChg chg="modSp add mod">
        <pc:chgData name="Sanmukh Kuppannagari" userId="ad215094-da36-4b66-9c79-369a17aea26b" providerId="ADAL" clId="{F807B796-0606-4BF0-9A84-6557326C69B2}" dt="2024-09-03T12:52:07.589" v="3763"/>
        <pc:sldMkLst>
          <pc:docMk/>
          <pc:sldMk cId="3448802495" sldId="1399"/>
        </pc:sldMkLst>
      </pc:sldChg>
      <pc:sldChg chg="modSp add mod">
        <pc:chgData name="Sanmukh Kuppannagari" userId="ad215094-da36-4b66-9c79-369a17aea26b" providerId="ADAL" clId="{F807B796-0606-4BF0-9A84-6557326C69B2}" dt="2024-09-03T12:52:11.223" v="3764"/>
        <pc:sldMkLst>
          <pc:docMk/>
          <pc:sldMk cId="1426423657" sldId="1400"/>
        </pc:sldMkLst>
      </pc:sldChg>
      <pc:sldChg chg="modSp add mod">
        <pc:chgData name="Sanmukh Kuppannagari" userId="ad215094-da36-4b66-9c79-369a17aea26b" providerId="ADAL" clId="{F807B796-0606-4BF0-9A84-6557326C69B2}" dt="2024-09-03T12:52:15.594" v="3765"/>
        <pc:sldMkLst>
          <pc:docMk/>
          <pc:sldMk cId="1876721923" sldId="1401"/>
        </pc:sldMkLst>
      </pc:sldChg>
      <pc:sldChg chg="modSp add mod">
        <pc:chgData name="Sanmukh Kuppannagari" userId="ad215094-da36-4b66-9c79-369a17aea26b" providerId="ADAL" clId="{F807B796-0606-4BF0-9A84-6557326C69B2}" dt="2024-09-03T12:52:19.348" v="3766"/>
        <pc:sldMkLst>
          <pc:docMk/>
          <pc:sldMk cId="4100405277" sldId="1402"/>
        </pc:sldMkLst>
      </pc:sldChg>
      <pc:sldChg chg="modSp add mod">
        <pc:chgData name="Sanmukh Kuppannagari" userId="ad215094-da36-4b66-9c79-369a17aea26b" providerId="ADAL" clId="{F807B796-0606-4BF0-9A84-6557326C69B2}" dt="2024-09-03T12:47:06.300" v="3738" actId="207"/>
        <pc:sldMkLst>
          <pc:docMk/>
          <pc:sldMk cId="2967499912" sldId="1403"/>
        </pc:sldMkLst>
      </pc:sldChg>
      <pc:sldChg chg="addSp modSp new mod">
        <pc:chgData name="Sanmukh Kuppannagari" userId="ad215094-da36-4b66-9c79-369a17aea26b" providerId="ADAL" clId="{F807B796-0606-4BF0-9A84-6557326C69B2}" dt="2024-09-03T13:09:42.209" v="3826" actId="1076"/>
        <pc:sldMkLst>
          <pc:docMk/>
          <pc:sldMk cId="3881972497" sldId="1404"/>
        </pc:sldMkLst>
      </pc:sldChg>
      <pc:sldChg chg="modSp add mod">
        <pc:chgData name="Sanmukh Kuppannagari" userId="ad215094-da36-4b66-9c79-369a17aea26b" providerId="ADAL" clId="{F807B796-0606-4BF0-9A84-6557326C69B2}" dt="2024-09-03T13:13:53.902" v="3850" actId="20577"/>
        <pc:sldMkLst>
          <pc:docMk/>
          <pc:sldMk cId="3154475222" sldId="1405"/>
        </pc:sldMkLst>
      </pc:sldChg>
      <pc:sldChg chg="addSp delSp modSp new mod">
        <pc:chgData name="Sanmukh Kuppannagari" userId="ad215094-da36-4b66-9c79-369a17aea26b" providerId="ADAL" clId="{F807B796-0606-4BF0-9A84-6557326C69B2}" dt="2024-09-03T13:23:06.940" v="4304" actId="20577"/>
        <pc:sldMkLst>
          <pc:docMk/>
          <pc:sldMk cId="1657037968" sldId="1406"/>
        </pc:sldMkLst>
      </pc:sldChg>
      <pc:sldChg chg="modSp add mod">
        <pc:chgData name="Sanmukh Kuppannagari" userId="ad215094-da36-4b66-9c79-369a17aea26b" providerId="ADAL" clId="{F807B796-0606-4BF0-9A84-6557326C69B2}" dt="2024-09-03T13:23:33.807" v="4333" actId="207"/>
        <pc:sldMkLst>
          <pc:docMk/>
          <pc:sldMk cId="808826284" sldId="1407"/>
        </pc:sldMkLst>
      </pc:sldChg>
      <pc:sldChg chg="modSp add mod">
        <pc:chgData name="Sanmukh Kuppannagari" userId="ad215094-da36-4b66-9c79-369a17aea26b" providerId="ADAL" clId="{F807B796-0606-4BF0-9A84-6557326C69B2}" dt="2024-09-03T13:26:30.186" v="4500" actId="20577"/>
        <pc:sldMkLst>
          <pc:docMk/>
          <pc:sldMk cId="2415060599" sldId="1408"/>
        </pc:sldMkLst>
      </pc:sldChg>
      <pc:sldChg chg="modSp add mod">
        <pc:chgData name="Sanmukh Kuppannagari" userId="ad215094-da36-4b66-9c79-369a17aea26b" providerId="ADAL" clId="{F807B796-0606-4BF0-9A84-6557326C69B2}" dt="2024-09-03T13:27:44.971" v="4531" actId="20577"/>
        <pc:sldMkLst>
          <pc:docMk/>
          <pc:sldMk cId="119380334" sldId="1409"/>
        </pc:sldMkLst>
      </pc:sldChg>
      <pc:sldChg chg="modSp new mod">
        <pc:chgData name="Sanmukh Kuppannagari" userId="ad215094-da36-4b66-9c79-369a17aea26b" providerId="ADAL" clId="{F807B796-0606-4BF0-9A84-6557326C69B2}" dt="2024-09-03T13:32:52.648" v="4947" actId="20577"/>
        <pc:sldMkLst>
          <pc:docMk/>
          <pc:sldMk cId="69742158" sldId="1410"/>
        </pc:sldMkLst>
      </pc:sldChg>
      <pc:sldChg chg="modSp new mod">
        <pc:chgData name="Sanmukh Kuppannagari" userId="ad215094-da36-4b66-9c79-369a17aea26b" providerId="ADAL" clId="{F807B796-0606-4BF0-9A84-6557326C69B2}" dt="2024-09-03T13:35:10.197" v="5167" actId="20577"/>
        <pc:sldMkLst>
          <pc:docMk/>
          <pc:sldMk cId="1450716392" sldId="1411"/>
        </pc:sldMkLst>
      </pc:sldChg>
      <pc:sldChg chg="add del">
        <pc:chgData name="Sanmukh Kuppannagari" userId="ad215094-da36-4b66-9c79-369a17aea26b" providerId="ADAL" clId="{F807B796-0606-4BF0-9A84-6557326C69B2}" dt="2024-09-03T13:48:45.238" v="5247" actId="47"/>
        <pc:sldMkLst>
          <pc:docMk/>
          <pc:sldMk cId="2820047232" sldId="1412"/>
        </pc:sldMkLst>
      </pc:sldChg>
      <pc:sldChg chg="modSp add mod">
        <pc:chgData name="Sanmukh Kuppannagari" userId="ad215094-da36-4b66-9c79-369a17aea26b" providerId="ADAL" clId="{F807B796-0606-4BF0-9A84-6557326C69B2}" dt="2024-09-03T13:48:02.122" v="5240" actId="14100"/>
        <pc:sldMkLst>
          <pc:docMk/>
          <pc:sldMk cId="393658469" sldId="1413"/>
        </pc:sldMkLst>
      </pc:sldChg>
      <pc:sldChg chg="modSp add">
        <pc:chgData name="Sanmukh Kuppannagari" userId="ad215094-da36-4b66-9c79-369a17aea26b" providerId="ADAL" clId="{F807B796-0606-4BF0-9A84-6557326C69B2}" dt="2024-09-03T13:48:24.868" v="5243" actId="1076"/>
        <pc:sldMkLst>
          <pc:docMk/>
          <pc:sldMk cId="2454853527" sldId="1414"/>
        </pc:sldMkLst>
      </pc:sldChg>
      <pc:sldChg chg="modSp add">
        <pc:chgData name="Sanmukh Kuppannagari" userId="ad215094-da36-4b66-9c79-369a17aea26b" providerId="ADAL" clId="{F807B796-0606-4BF0-9A84-6557326C69B2}" dt="2024-09-03T13:48:36.753" v="5246" actId="1076"/>
        <pc:sldMkLst>
          <pc:docMk/>
          <pc:sldMk cId="458868704" sldId="1415"/>
        </pc:sldMkLst>
      </pc:sldChg>
      <pc:sldChg chg="modSp add mod">
        <pc:chgData name="Sanmukh Kuppannagari" userId="ad215094-da36-4b66-9c79-369a17aea26b" providerId="ADAL" clId="{F807B796-0606-4BF0-9A84-6557326C69B2}" dt="2024-09-03T13:53:12.550" v="5332" actId="20577"/>
        <pc:sldMkLst>
          <pc:docMk/>
          <pc:sldMk cId="1712966043" sldId="1416"/>
        </pc:sldMkLst>
      </pc:sldChg>
      <pc:sldChg chg="modSp add mod">
        <pc:chgData name="Sanmukh Kuppannagari" userId="ad215094-da36-4b66-9c79-369a17aea26b" providerId="ADAL" clId="{F807B796-0606-4BF0-9A84-6557326C69B2}" dt="2024-09-03T13:54:02.045" v="5365" actId="1076"/>
        <pc:sldMkLst>
          <pc:docMk/>
          <pc:sldMk cId="2077281943" sldId="1417"/>
        </pc:sldMkLst>
      </pc:sldChg>
      <pc:sldChg chg="modSp new mod">
        <pc:chgData name="Sanmukh Kuppannagari" userId="ad215094-da36-4b66-9c79-369a17aea26b" providerId="ADAL" clId="{F807B796-0606-4BF0-9A84-6557326C69B2}" dt="2024-09-03T17:18:57.431" v="5611" actId="20577"/>
        <pc:sldMkLst>
          <pc:docMk/>
          <pc:sldMk cId="2646681002" sldId="1418"/>
        </pc:sldMkLst>
      </pc:sldChg>
      <pc:sldChg chg="modSp new mod">
        <pc:chgData name="Sanmukh Kuppannagari" userId="ad215094-da36-4b66-9c79-369a17aea26b" providerId="ADAL" clId="{F807B796-0606-4BF0-9A84-6557326C69B2}" dt="2024-09-03T17:20:30.540" v="5941" actId="20577"/>
        <pc:sldMkLst>
          <pc:docMk/>
          <pc:sldMk cId="2756067693" sldId="1419"/>
        </pc:sldMkLst>
      </pc:sldChg>
      <pc:sldChg chg="addSp modSp new mod">
        <pc:chgData name="Sanmukh Kuppannagari" userId="ad215094-da36-4b66-9c79-369a17aea26b" providerId="ADAL" clId="{F807B796-0606-4BF0-9A84-6557326C69B2}" dt="2024-09-03T17:26:17.273" v="6104" actId="27636"/>
        <pc:sldMkLst>
          <pc:docMk/>
          <pc:sldMk cId="519883686" sldId="1420"/>
        </pc:sldMkLst>
      </pc:sldChg>
      <pc:sldChg chg="modSp new mod">
        <pc:chgData name="Sanmukh Kuppannagari" userId="ad215094-da36-4b66-9c79-369a17aea26b" providerId="ADAL" clId="{F807B796-0606-4BF0-9A84-6557326C69B2}" dt="2024-09-03T17:27:21.796" v="6281" actId="20577"/>
        <pc:sldMkLst>
          <pc:docMk/>
          <pc:sldMk cId="3752423486" sldId="142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6D5B98-A868-4A62-8240-BC6283F8264D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A0BF98-FCB6-413C-BFCD-EA7011EDE6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82540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A0BF98-FCB6-413C-BFCD-EA7011EDE665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510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967C0-BE4F-8AE7-59F6-9807CC4871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DC0112-4A5B-EC08-3419-E43BAD3968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EE0AE5-C6AA-2469-E616-E3BA37F2B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3C466-C5EC-4335-AF21-70E314BE6FF3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8B13D0-588E-8694-AE05-FA7C88CF48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E2596B-98C2-F7F3-D266-5CCF744FB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960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945225-995A-126B-6B4C-634CA83CF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0044CB-6CF2-5856-8672-E007A5CAAC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2AAC6E-6CB1-A687-8E15-1F9F56D21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3C466-C5EC-4335-AF21-70E314BE6FF3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A47D7D-B252-9CD8-F5CB-5AF405C7F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A48238-5C64-AA2E-1E80-95CADCB2F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2141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D8E93-BCB1-86EE-BC1A-ECF6DE7DF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A52C9D-CB98-05E2-417B-A2B7158825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199F77-8466-44D2-F17F-D0226B088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3C466-C5EC-4335-AF21-70E314BE6FF3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A1D12D-7B1D-3586-21F6-773DC1C72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7B3810-8AC5-E561-1F1E-9439664F7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6202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E3E534-7DCC-5D20-C63C-3CC09EF70A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14C404-D542-2902-0176-4DC041B9D4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888E07-0D8B-1D23-65C4-39397F17E4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732F92-264E-190A-EF5F-E11054A95B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3C466-C5EC-4335-AF21-70E314BE6FF3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FF1B26-0568-5079-8703-C744E3BFB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94BE1B-F6CC-CD83-FB12-18117CE68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33399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67EBB-D050-FDF3-BD8D-D48C1165E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7CC139-24A6-503F-262B-734055E2AB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129145-290F-9388-473E-CE3F5E9BEE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819950-17C2-B3E8-0B6B-93E95A43D4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5E781A2-B576-9E25-0FE6-81A106BCE2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C029B0-911C-DF02-4917-028738049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3C466-C5EC-4335-AF21-70E314BE6FF3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6532C4B-FBDA-5956-F1B1-B2D278B05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454948-E0E2-7941-91C8-1589256FF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93300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6CE6B-994A-3F68-BB1D-B87E17B406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5665E36-017C-51A4-F80D-DEAC76250B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3C466-C5EC-4335-AF21-70E314BE6FF3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E5F8D3-502A-92BF-83B3-888AD29D4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23CB3D-3281-0985-64B8-18FB8FE41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22929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0487F7-64B2-4846-0EED-A0A30B3EC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3C466-C5EC-4335-AF21-70E314BE6FF3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6F9DEF9-12C3-A37A-C6FA-D237DA3D1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192C04-7DAC-0D99-FB02-59856E6A6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4994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F14F4A-41FC-C49D-F859-DF8C794DA5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6A1B68-4B80-736A-15EB-357122DB2D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00CE58-ED42-8E81-2883-C3EBD2B6B9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11EB4C-49BD-31F6-E5B2-CE7ABF4388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3C466-C5EC-4335-AF21-70E314BE6FF3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FED4FD-7E37-4C4B-4194-9845599952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8B4C4B-1BEC-E3ED-D50D-A03278DF1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1900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5F39F8-0D27-3825-36B9-76F8E9554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640651A-BBB3-7A98-1E35-53AF5E899E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625D3B-06C4-94E7-2232-04F0B8A03B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29B5B1-6CBB-E17C-70B1-01B0F08929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3C466-C5EC-4335-AF21-70E314BE6FF3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4A3B39-01B7-8F18-C3A5-5D04ACAE9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4EB280-1211-D4FD-E01F-2179EB6B8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5470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0B5F8F-4B41-7CEC-C83C-C89270A93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D0A9D6-6B27-0666-8944-BC3B2775F4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DB4544-7F79-0F3E-3134-24EFDC3B75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3C466-C5EC-4335-AF21-70E314BE6FF3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D4D4A5-4AA4-2F6F-6311-518B622B6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7D4176-7E21-78F5-5774-C3E1B3B19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6609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122D407-3181-DDA3-4811-D53ABA8B10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8006DA-8227-F4CF-AF74-F3291B9CBB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7DA4A0-144A-D5DE-6CE7-03E89D1C9B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3C466-C5EC-4335-AF21-70E314BE6FF3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D04D66-9C59-92BE-FF17-86811607F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2C6B7D-9BE0-FADD-2917-A26A97E6F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0810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037FEE-FC4D-E1A6-0990-5F671F66F6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4CDF9D-BCE3-3DBA-8B46-9FF06CD893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44048-0FF6-EF6B-A6BB-E8B3E1288E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D3C466-C5EC-4335-AF21-70E314BE6FF3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B5C041-BBCA-8ACF-388D-689059196B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495F26-35FE-972B-D153-140D9A7B5C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Text&#10;&#10;Description automatically generated">
            <a:extLst>
              <a:ext uri="{FF2B5EF4-FFF2-40B4-BE49-F238E27FC236}">
                <a16:creationId xmlns:a16="http://schemas.microsoft.com/office/drawing/2014/main" id="{B17B2D61-3532-146F-7A4A-B249B49786C7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92735" y="61594"/>
            <a:ext cx="2565400" cy="6477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284760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anmukh.github.io/" TargetMode="External"/><Relationship Id="rId2" Type="http://schemas.openxmlformats.org/officeDocument/2006/relationships/hyperlink" Target="mailto:sanmukh.kuppannagari@case.edu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hyperlink" Target="mailto:sanmukh.Kuppannagari@case.edu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46217-8912-7E06-5B48-9C1AFAEFCD7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CSDS 451: Designing High Performant Systems for AI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6BB279-3651-105A-8503-217F67B1FE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238760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Lecture 3</a:t>
            </a:r>
          </a:p>
          <a:p>
            <a:r>
              <a:rPr lang="en-US" dirty="0"/>
              <a:t>9/2/2025</a:t>
            </a:r>
          </a:p>
          <a:p>
            <a:r>
              <a:rPr lang="en-US" dirty="0"/>
              <a:t>Sanmukh Kuppannagari</a:t>
            </a:r>
          </a:p>
          <a:p>
            <a:r>
              <a:rPr lang="en-US" dirty="0">
                <a:hlinkClick r:id="rId2"/>
              </a:rPr>
              <a:t>sanmukh.kuppannagari@case.edu</a:t>
            </a:r>
            <a:endParaRPr lang="en-US" dirty="0"/>
          </a:p>
          <a:p>
            <a:r>
              <a:rPr lang="en-US" dirty="0">
                <a:hlinkClick r:id="rId3"/>
              </a:rPr>
              <a:t>https://sanmukh.research.st/</a:t>
            </a:r>
            <a:r>
              <a:rPr lang="en-US" dirty="0"/>
              <a:t> </a:t>
            </a:r>
          </a:p>
          <a:p>
            <a:r>
              <a:rPr lang="en-US" dirty="0"/>
              <a:t>Case Western Reserve University</a:t>
            </a:r>
          </a:p>
        </p:txBody>
      </p:sp>
    </p:spTree>
    <p:extLst>
      <p:ext uri="{BB962C8B-B14F-4D97-AF65-F5344CB8AC3E}">
        <p14:creationId xmlns:p14="http://schemas.microsoft.com/office/powerpoint/2010/main" val="7287853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B11AE3-5129-DFC9-C104-281E9186EB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1E7643-79A8-EFA8-035B-07E3457DA9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Processor Memory Architectures</a:t>
            </a:r>
          </a:p>
          <a:p>
            <a:pPr lvl="1"/>
            <a:r>
              <a:rPr lang="en-US" dirty="0"/>
              <a:t>Memory Optimizations to Improve Performance</a:t>
            </a:r>
          </a:p>
          <a:p>
            <a:pPr lvl="1"/>
            <a:r>
              <a:rPr lang="en-US" dirty="0"/>
              <a:t>Processor Memory Architectures with Cache</a:t>
            </a:r>
          </a:p>
          <a:p>
            <a:pPr lvl="1"/>
            <a:r>
              <a:rPr lang="en-US" dirty="0"/>
              <a:t>Blocked Matrix Multiplication</a:t>
            </a:r>
          </a:p>
        </p:txBody>
      </p:sp>
    </p:spTree>
    <p:extLst>
      <p:ext uri="{BB962C8B-B14F-4D97-AF65-F5344CB8AC3E}">
        <p14:creationId xmlns:p14="http://schemas.microsoft.com/office/powerpoint/2010/main" val="20173051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703BD2-BCC6-C322-D056-C9B8D9289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Announcements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4C017E-F116-EFA3-7251-0858C81B2A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 0 due this Thursday</a:t>
            </a:r>
          </a:p>
          <a:p>
            <a:endParaRPr lang="en-US" dirty="0"/>
          </a:p>
          <a:p>
            <a:r>
              <a:rPr lang="en-US" dirty="0"/>
              <a:t>WA 1 will be out Thursday</a:t>
            </a:r>
          </a:p>
          <a:p>
            <a:pPr lvl="1"/>
            <a:r>
              <a:rPr lang="en-US" dirty="0"/>
              <a:t>Will cover topics till lecture 6</a:t>
            </a:r>
          </a:p>
          <a:p>
            <a:pPr lvl="1"/>
            <a:endParaRPr lang="en-US" dirty="0"/>
          </a:p>
          <a:p>
            <a:r>
              <a:rPr lang="en-US"/>
              <a:t>TA Information and Office hours will be posted by tonight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66810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B11AE3-5129-DFC9-C104-281E9186EB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1E7643-79A8-EFA8-035B-07E3457DA9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Processor Memory Architectures</a:t>
            </a:r>
          </a:p>
          <a:p>
            <a:pPr lvl="1"/>
            <a:r>
              <a:rPr lang="en-US" dirty="0"/>
              <a:t>Memory Optimizations to Improve Performance</a:t>
            </a:r>
          </a:p>
          <a:p>
            <a:pPr lvl="1"/>
            <a:r>
              <a:rPr lang="en-US" dirty="0"/>
              <a:t>Processor Memory Architectures with Cache</a:t>
            </a:r>
          </a:p>
          <a:p>
            <a:pPr lvl="1"/>
            <a:r>
              <a:rPr lang="en-US" dirty="0"/>
              <a:t>Blocked Matrix Multiplication</a:t>
            </a:r>
          </a:p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Modeling GPU Architectures</a:t>
            </a:r>
          </a:p>
        </p:txBody>
      </p:sp>
    </p:spTree>
    <p:extLst>
      <p:ext uri="{BB962C8B-B14F-4D97-AF65-F5344CB8AC3E}">
        <p14:creationId xmlns:p14="http://schemas.microsoft.com/office/powerpoint/2010/main" val="29674999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D61A46-B051-D9D4-3E62-5F3A9E374B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Recall: Memory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AD7EF0-530C-C7F9-3EE5-07CF98FD1E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978535"/>
          </a:xfrm>
        </p:spPr>
        <p:txBody>
          <a:bodyPr/>
          <a:lstStyle/>
          <a:p>
            <a:r>
              <a:rPr lang="en-US" dirty="0"/>
              <a:t>System performance (execution time) depends on the “rate” at which data can be accessed by the program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A634DB-372C-870D-471F-F443C9FDBFF0}"/>
              </a:ext>
            </a:extLst>
          </p:cNvPr>
          <p:cNvSpPr txBox="1"/>
          <p:nvPr/>
        </p:nvSpPr>
        <p:spPr>
          <a:xfrm>
            <a:off x="3151367" y="3769221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chemeClr val="bg2">
                    <a:lumMod val="10000"/>
                  </a:schemeClr>
                </a:solidFill>
              </a:rPr>
              <a:t>64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DD5026EE-5B2B-55A2-BA20-28BBD6EDE839}"/>
              </a:ext>
            </a:extLst>
          </p:cNvPr>
          <p:cNvSpPr/>
          <p:nvPr/>
        </p:nvSpPr>
        <p:spPr>
          <a:xfrm>
            <a:off x="2599115" y="4214753"/>
            <a:ext cx="760610" cy="729734"/>
          </a:xfrm>
          <a:prstGeom prst="ellipse">
            <a:avLst/>
          </a:prstGeom>
          <a:noFill/>
          <a:ln w="1905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2">
                    <a:lumMod val="10000"/>
                  </a:schemeClr>
                </a:solidFill>
              </a:rPr>
              <a:t>P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00BFE21-4752-A7CF-5128-B02A4F39310D}"/>
              </a:ext>
            </a:extLst>
          </p:cNvPr>
          <p:cNvCxnSpPr>
            <a:endCxn id="5" idx="0"/>
          </p:cNvCxnSpPr>
          <p:nvPr/>
        </p:nvCxnSpPr>
        <p:spPr>
          <a:xfrm>
            <a:off x="2979420" y="3605153"/>
            <a:ext cx="0" cy="609600"/>
          </a:xfrm>
          <a:prstGeom prst="straightConnector1">
            <a:avLst/>
          </a:prstGeom>
          <a:ln w="19050">
            <a:solidFill>
              <a:schemeClr val="bg2">
                <a:lumMod val="10000"/>
              </a:schemeClr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6FD23DD-D19E-FC25-C3C4-45AF46BADE8D}"/>
              </a:ext>
            </a:extLst>
          </p:cNvPr>
          <p:cNvCxnSpPr/>
          <p:nvPr/>
        </p:nvCxnSpPr>
        <p:spPr>
          <a:xfrm flipV="1">
            <a:off x="2846567" y="3833753"/>
            <a:ext cx="286643" cy="184666"/>
          </a:xfrm>
          <a:prstGeom prst="line">
            <a:avLst/>
          </a:prstGeom>
          <a:ln w="19050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AC53532B-A493-76BF-0CDE-CEE88C10FB4A}"/>
              </a:ext>
            </a:extLst>
          </p:cNvPr>
          <p:cNvSpPr/>
          <p:nvPr/>
        </p:nvSpPr>
        <p:spPr>
          <a:xfrm>
            <a:off x="2247435" y="3071753"/>
            <a:ext cx="1484906" cy="533400"/>
          </a:xfrm>
          <a:prstGeom prst="rect">
            <a:avLst/>
          </a:prstGeom>
          <a:ln w="19050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M (DRAM)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73A1340-51CE-0934-B22D-FFC85C9187DF}"/>
              </a:ext>
            </a:extLst>
          </p:cNvPr>
          <p:cNvSpPr txBox="1"/>
          <p:nvPr/>
        </p:nvSpPr>
        <p:spPr>
          <a:xfrm>
            <a:off x="6248400" y="2939097"/>
            <a:ext cx="393191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Updated Execution Model</a:t>
            </a:r>
          </a:p>
          <a:p>
            <a:endParaRPr lang="en-US" dirty="0"/>
          </a:p>
          <a:p>
            <a:r>
              <a:rPr lang="en-US" b="1" dirty="0"/>
              <a:t>Latency: </a:t>
            </a:r>
            <a:r>
              <a:rPr lang="en-US" dirty="0"/>
              <a:t>Time to receive the first word since the fetch instruction</a:t>
            </a:r>
          </a:p>
          <a:p>
            <a:endParaRPr lang="en-US" dirty="0"/>
          </a:p>
          <a:p>
            <a:r>
              <a:rPr lang="en-US" b="1" dirty="0"/>
              <a:t>Bandwidth: </a:t>
            </a:r>
            <a:r>
              <a:rPr lang="en-US" dirty="0"/>
              <a:t>Rate of data transfer = </a:t>
            </a:r>
            <a:r>
              <a:rPr lang="en-US" dirty="0" err="1"/>
              <a:t>bitwidth</a:t>
            </a:r>
            <a:r>
              <a:rPr lang="en-US" dirty="0"/>
              <a:t> of the interconnect x frequency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ED2491-DA41-7E1A-0F3D-6B302CE8488B}"/>
              </a:ext>
            </a:extLst>
          </p:cNvPr>
          <p:cNvSpPr txBox="1"/>
          <p:nvPr/>
        </p:nvSpPr>
        <p:spPr>
          <a:xfrm>
            <a:off x="6096000" y="5471160"/>
            <a:ext cx="43129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Execute – 1 cycle</a:t>
            </a:r>
          </a:p>
          <a:p>
            <a:r>
              <a:rPr lang="en-US" dirty="0"/>
              <a:t>Fetch – Latency + Data size/bandwidth cycles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0DDB019-235D-1BA7-F9AF-05E4FC745A20}"/>
              </a:ext>
            </a:extLst>
          </p:cNvPr>
          <p:cNvSpPr/>
          <p:nvPr/>
        </p:nvSpPr>
        <p:spPr>
          <a:xfrm>
            <a:off x="5875020" y="5768340"/>
            <a:ext cx="4038600" cy="73152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7AC8139-983C-A073-94BC-618A2ABF0E4F}"/>
              </a:ext>
            </a:extLst>
          </p:cNvPr>
          <p:cNvSpPr txBox="1"/>
          <p:nvPr/>
        </p:nvSpPr>
        <p:spPr>
          <a:xfrm>
            <a:off x="236943" y="6071324"/>
            <a:ext cx="437696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With DRAM access latency of 100s of cycles, </a:t>
            </a:r>
          </a:p>
          <a:p>
            <a:r>
              <a:rPr lang="en-US" dirty="0"/>
              <a:t>Need latency hiding mechanisms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CFA6D34-2E23-C735-FEF2-0EEBB4B021E0}"/>
              </a:ext>
            </a:extLst>
          </p:cNvPr>
          <p:cNvCxnSpPr>
            <a:stCxn id="13" idx="3"/>
            <a:endCxn id="12" idx="1"/>
          </p:cNvCxnSpPr>
          <p:nvPr/>
        </p:nvCxnSpPr>
        <p:spPr>
          <a:xfrm flipV="1">
            <a:off x="4613910" y="6134100"/>
            <a:ext cx="1261110" cy="2603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47616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F0A8EF-523A-6851-19AD-16C8624FDB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Recall: System Performance Metrics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990E1C5-7C29-CD96-BC9C-46BA4EDED6CF}"/>
              </a:ext>
            </a:extLst>
          </p:cNvPr>
          <p:cNvCxnSpPr/>
          <p:nvPr/>
        </p:nvCxnSpPr>
        <p:spPr>
          <a:xfrm>
            <a:off x="1866900" y="3337560"/>
            <a:ext cx="74295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87E27AEA-CCAA-AE4B-A660-B981F5F6AEAA}"/>
              </a:ext>
            </a:extLst>
          </p:cNvPr>
          <p:cNvSpPr txBox="1"/>
          <p:nvPr/>
        </p:nvSpPr>
        <p:spPr>
          <a:xfrm>
            <a:off x="8877300" y="3649980"/>
            <a:ext cx="11312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 </a:t>
            </a:r>
            <a:r>
              <a:rPr lang="en-US" dirty="0" err="1"/>
              <a:t>Gflops</a:t>
            </a:r>
            <a:r>
              <a:rPr lang="en-US" dirty="0"/>
              <a:t>/s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0149374-46BF-5574-2F7C-CCAEC0F00062}"/>
              </a:ext>
            </a:extLst>
          </p:cNvPr>
          <p:cNvSpPr txBox="1"/>
          <p:nvPr/>
        </p:nvSpPr>
        <p:spPr>
          <a:xfrm>
            <a:off x="4928650" y="3587617"/>
            <a:ext cx="13060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0.4 </a:t>
            </a:r>
            <a:r>
              <a:rPr lang="en-US" dirty="0" err="1"/>
              <a:t>Gflops</a:t>
            </a:r>
            <a:r>
              <a:rPr lang="en-US" dirty="0"/>
              <a:t>/s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D3955C0-9E72-D5C8-A81B-3ACA748F3CC1}"/>
              </a:ext>
            </a:extLst>
          </p:cNvPr>
          <p:cNvSpPr txBox="1"/>
          <p:nvPr/>
        </p:nvSpPr>
        <p:spPr>
          <a:xfrm>
            <a:off x="1219816" y="3567528"/>
            <a:ext cx="15400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0.048 </a:t>
            </a:r>
            <a:r>
              <a:rPr lang="en-US" dirty="0" err="1"/>
              <a:t>Gflops</a:t>
            </a:r>
            <a:r>
              <a:rPr lang="en-US" dirty="0"/>
              <a:t>/s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9F6B038-58DC-39B4-9805-6BDEAB704634}"/>
              </a:ext>
            </a:extLst>
          </p:cNvPr>
          <p:cNvSpPr txBox="1"/>
          <p:nvPr/>
        </p:nvSpPr>
        <p:spPr>
          <a:xfrm>
            <a:off x="670560" y="4338102"/>
            <a:ext cx="219887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Sustained Worst Case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Latency dominant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D36B292-5998-B5FF-88E4-681A52429C7C}"/>
              </a:ext>
            </a:extLst>
          </p:cNvPr>
          <p:cNvSpPr txBox="1"/>
          <p:nvPr/>
        </p:nvSpPr>
        <p:spPr>
          <a:xfrm>
            <a:off x="4099560" y="4331731"/>
            <a:ext cx="330795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Sustained Best Case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Latency Hidden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Memory bandwidth dominant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1847D6E-6489-50C6-A0C1-8E2CD45AFEB5}"/>
              </a:ext>
            </a:extLst>
          </p:cNvPr>
          <p:cNvSpPr txBox="1"/>
          <p:nvPr/>
        </p:nvSpPr>
        <p:spPr>
          <a:xfrm>
            <a:off x="8213483" y="4338102"/>
            <a:ext cx="18889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Peak Performance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Compute Only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1D0FDCC-78AE-6090-F329-A28584B93EA8}"/>
              </a:ext>
            </a:extLst>
          </p:cNvPr>
          <p:cNvCxnSpPr/>
          <p:nvPr/>
        </p:nvCxnSpPr>
        <p:spPr>
          <a:xfrm>
            <a:off x="5536228" y="1805942"/>
            <a:ext cx="0" cy="65532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459F030C-1D39-3844-BF9B-24A8406F0185}"/>
              </a:ext>
            </a:extLst>
          </p:cNvPr>
          <p:cNvSpPr txBox="1"/>
          <p:nvPr/>
        </p:nvSpPr>
        <p:spPr>
          <a:xfrm>
            <a:off x="5753538" y="1948936"/>
            <a:ext cx="27572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Actual System Performance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051C66A-BA29-24AF-318C-9CA4E848A082}"/>
              </a:ext>
            </a:extLst>
          </p:cNvPr>
          <p:cNvSpPr txBox="1"/>
          <p:nvPr/>
        </p:nvSpPr>
        <p:spPr>
          <a:xfrm>
            <a:off x="2010160" y="2754662"/>
            <a:ext cx="27945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Latency Hiding Mechanisms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7CFCEC8-9C5C-2840-3690-2AC6299D0BAD}"/>
              </a:ext>
            </a:extLst>
          </p:cNvPr>
          <p:cNvSpPr txBox="1"/>
          <p:nvPr/>
        </p:nvSpPr>
        <p:spPr>
          <a:xfrm>
            <a:off x="5753538" y="2754662"/>
            <a:ext cx="30204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Efficient Bandwidth Utilization</a:t>
            </a:r>
          </a:p>
        </p:txBody>
      </p:sp>
    </p:spTree>
    <p:extLst>
      <p:ext uri="{BB962C8B-B14F-4D97-AF65-F5344CB8AC3E}">
        <p14:creationId xmlns:p14="http://schemas.microsoft.com/office/powerpoint/2010/main" val="2767294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5EBC7-5B5A-CCF9-2F41-51320CDCD5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Performance Metrics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49C415-594E-1E14-E951-EEFDBDA4F9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actual performance less than Sustained Performance (best case)</a:t>
            </a:r>
          </a:p>
          <a:p>
            <a:pPr lvl="1"/>
            <a:r>
              <a:rPr lang="en-US" dirty="0"/>
              <a:t>Latency not fully hidden – employ optimizations to hide latency</a:t>
            </a:r>
          </a:p>
          <a:p>
            <a:pPr lvl="1"/>
            <a:r>
              <a:rPr lang="en-US" dirty="0"/>
              <a:t>Memory bandwidth not fully utilized – employ optimizations to improve bandwidth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If actual performance more than Sustained Performance (best case) but less than Peak Performance</a:t>
            </a:r>
          </a:p>
          <a:p>
            <a:pPr lvl="1"/>
            <a:r>
              <a:rPr lang="en-US" dirty="0"/>
              <a:t>Latency is hidden, memory bandwidth is fully utilized </a:t>
            </a:r>
          </a:p>
          <a:p>
            <a:pPr lvl="1"/>
            <a:r>
              <a:rPr lang="en-US" dirty="0"/>
              <a:t>Need to perform more computations on the fetched data (may or may not be possible depending upon the algorithm)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85980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57FF8-F776-A453-1516-5CF08C02F9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Techniques to Improve Application Performance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58AF0F-D5F9-1769-1231-CFB1219B24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Compute Parallelization</a:t>
            </a:r>
          </a:p>
          <a:p>
            <a:pPr lvl="1"/>
            <a:r>
              <a:rPr lang="en-US" dirty="0"/>
              <a:t>Decompose tasks to enable concurrent processing (we will discuss later in this course)</a:t>
            </a:r>
          </a:p>
          <a:p>
            <a:endParaRPr lang="en-US" dirty="0"/>
          </a:p>
          <a:p>
            <a:r>
              <a:rPr lang="en-US" dirty="0"/>
              <a:t>Memory Optimizations</a:t>
            </a:r>
          </a:p>
          <a:p>
            <a:pPr lvl="1"/>
            <a:r>
              <a:rPr lang="en-US" dirty="0"/>
              <a:t>Optimizations addressing latency</a:t>
            </a:r>
          </a:p>
          <a:p>
            <a:pPr lvl="1"/>
            <a:r>
              <a:rPr lang="en-US" dirty="0"/>
              <a:t>Optimizations targeted toward maximizing bandwidth utilization </a:t>
            </a:r>
          </a:p>
          <a:p>
            <a:pPr lvl="1"/>
            <a:r>
              <a:rPr lang="en-US" dirty="0"/>
              <a:t>Optimizations that maximize computations on the fetched data (in other words, reduce the amount of data transfers that need to occur)</a:t>
            </a:r>
          </a:p>
        </p:txBody>
      </p:sp>
    </p:spTree>
    <p:extLst>
      <p:ext uri="{BB962C8B-B14F-4D97-AF65-F5344CB8AC3E}">
        <p14:creationId xmlns:p14="http://schemas.microsoft.com/office/powerpoint/2010/main" val="8549074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A7DB8-08A0-9CC7-65F6-8321B848B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D6B01-D721-5EAD-ACE3-7126BC39EB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Understand the optimizations addressing latency</a:t>
            </a:r>
          </a:p>
          <a:p>
            <a:r>
              <a:rPr lang="en-US" dirty="0"/>
              <a:t>Understand the optimizations targeted toward maximizing bandwidth utilization </a:t>
            </a:r>
          </a:p>
          <a:p>
            <a:r>
              <a:rPr lang="en-US" dirty="0"/>
              <a:t>Understand optimizations that reduce the amount of data transfer and maximize computations </a:t>
            </a:r>
          </a:p>
        </p:txBody>
      </p:sp>
    </p:spTree>
    <p:extLst>
      <p:ext uri="{BB962C8B-B14F-4D97-AF65-F5344CB8AC3E}">
        <p14:creationId xmlns:p14="http://schemas.microsoft.com/office/powerpoint/2010/main" val="5180109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E6E759-C9A2-ACD7-6D37-93A85D5CEA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#1 Optimizations Targeting Latency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EC2C82-2BCD-7541-C9C2-95C07D297A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998230"/>
          </a:xfrm>
        </p:spPr>
        <p:txBody>
          <a:bodyPr/>
          <a:lstStyle/>
          <a:p>
            <a:r>
              <a:rPr lang="en-US" dirty="0"/>
              <a:t>Key ideas</a:t>
            </a:r>
          </a:p>
          <a:p>
            <a:pPr lvl="1"/>
            <a:r>
              <a:rPr lang="en-US" dirty="0"/>
              <a:t>Latency of a single data item cannot be reduced due to physical constraints</a:t>
            </a:r>
          </a:p>
          <a:p>
            <a:pPr lvl="1"/>
            <a:r>
              <a:rPr lang="en-US" dirty="0"/>
              <a:t>Try to hide the latency by doing some independent useful work such as</a:t>
            </a:r>
          </a:p>
          <a:p>
            <a:pPr lvl="2"/>
            <a:r>
              <a:rPr lang="en-US" dirty="0"/>
              <a:t>Data transfer</a:t>
            </a:r>
          </a:p>
          <a:p>
            <a:pPr lvl="2"/>
            <a:r>
              <a:rPr lang="en-US" dirty="0"/>
              <a:t>computations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C8A65B2-37AA-C485-1655-4C1EE9837188}"/>
              </a:ext>
            </a:extLst>
          </p:cNvPr>
          <p:cNvGrpSpPr/>
          <p:nvPr/>
        </p:nvGrpSpPr>
        <p:grpSpPr>
          <a:xfrm>
            <a:off x="6026131" y="3958792"/>
            <a:ext cx="1915753" cy="1089483"/>
            <a:chOff x="4495605" y="3873280"/>
            <a:chExt cx="1915753" cy="1089483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53662845-7083-0611-6E17-50CFEEB56B44}"/>
                </a:ext>
              </a:extLst>
            </p:cNvPr>
            <p:cNvGrpSpPr/>
            <p:nvPr/>
          </p:nvGrpSpPr>
          <p:grpSpPr>
            <a:xfrm>
              <a:off x="4495605" y="3873280"/>
              <a:ext cx="1612462" cy="1089483"/>
              <a:chOff x="4572000" y="3861645"/>
              <a:chExt cx="1612462" cy="1089483"/>
            </a:xfrm>
          </p:grpSpPr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54FD526A-1167-8410-536F-32AEADDEACA2}"/>
                  </a:ext>
                </a:extLst>
              </p:cNvPr>
              <p:cNvGrpSpPr/>
              <p:nvPr/>
            </p:nvGrpSpPr>
            <p:grpSpPr>
              <a:xfrm>
                <a:off x="4572000" y="4415582"/>
                <a:ext cx="1612462" cy="535546"/>
                <a:chOff x="4572000" y="4267200"/>
                <a:chExt cx="1612462" cy="535546"/>
              </a:xfrm>
            </p:grpSpPr>
            <p:grpSp>
              <p:nvGrpSpPr>
                <p:cNvPr id="14" name="Group 13">
                  <a:extLst>
                    <a:ext uri="{FF2B5EF4-FFF2-40B4-BE49-F238E27FC236}">
                      <a16:creationId xmlns:a16="http://schemas.microsoft.com/office/drawing/2014/main" id="{DEA3AAE3-0072-355F-50E3-B62D52EA97D8}"/>
                    </a:ext>
                  </a:extLst>
                </p:cNvPr>
                <p:cNvGrpSpPr/>
                <p:nvPr/>
              </p:nvGrpSpPr>
              <p:grpSpPr>
                <a:xfrm>
                  <a:off x="4724402" y="4267200"/>
                  <a:ext cx="1213166" cy="152400"/>
                  <a:chOff x="4724400" y="4343400"/>
                  <a:chExt cx="762000" cy="76200"/>
                </a:xfrm>
              </p:grpSpPr>
              <p:grpSp>
                <p:nvGrpSpPr>
                  <p:cNvPr id="22" name="Group 21">
                    <a:extLst>
                      <a:ext uri="{FF2B5EF4-FFF2-40B4-BE49-F238E27FC236}">
                        <a16:creationId xmlns:a16="http://schemas.microsoft.com/office/drawing/2014/main" id="{BD229DB8-7698-20AD-7EA4-9B6F4E7AA5D3}"/>
                      </a:ext>
                    </a:extLst>
                  </p:cNvPr>
                  <p:cNvGrpSpPr/>
                  <p:nvPr/>
                </p:nvGrpSpPr>
                <p:grpSpPr>
                  <a:xfrm>
                    <a:off x="4724400" y="4343400"/>
                    <a:ext cx="381000" cy="76200"/>
                    <a:chOff x="4724400" y="4343400"/>
                    <a:chExt cx="381000" cy="76200"/>
                  </a:xfrm>
                </p:grpSpPr>
                <p:cxnSp>
                  <p:nvCxnSpPr>
                    <p:cNvPr id="39" name="Straight Connector 38">
                      <a:extLst>
                        <a:ext uri="{FF2B5EF4-FFF2-40B4-BE49-F238E27FC236}">
                          <a16:creationId xmlns:a16="http://schemas.microsoft.com/office/drawing/2014/main" id="{3A2DC9F0-27C8-E5F9-B620-C4A9E1410948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4724400" y="4419600"/>
                      <a:ext cx="381000" cy="0"/>
                    </a:xfrm>
                    <a:prstGeom prst="line">
                      <a:avLst/>
                    </a:prstGeom>
                    <a:ln w="19050">
                      <a:solidFill>
                        <a:schemeClr val="bg2">
                          <a:lumMod val="10000"/>
                        </a:schemeClr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0" name="Straight Connector 39">
                      <a:extLst>
                        <a:ext uri="{FF2B5EF4-FFF2-40B4-BE49-F238E27FC236}">
                          <a16:creationId xmlns:a16="http://schemas.microsoft.com/office/drawing/2014/main" id="{6CA1626E-47C7-3121-0F0A-749F8DA27C2E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4724400" y="4343400"/>
                      <a:ext cx="0" cy="76200"/>
                    </a:xfrm>
                    <a:prstGeom prst="line">
                      <a:avLst/>
                    </a:prstGeom>
                    <a:ln w="19050">
                      <a:solidFill>
                        <a:schemeClr val="bg2">
                          <a:lumMod val="10000"/>
                        </a:schemeClr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3" name="Group 22">
                    <a:extLst>
                      <a:ext uri="{FF2B5EF4-FFF2-40B4-BE49-F238E27FC236}">
                        <a16:creationId xmlns:a16="http://schemas.microsoft.com/office/drawing/2014/main" id="{37078129-C4F3-AFB0-34AD-D39C6218B5E3}"/>
                      </a:ext>
                    </a:extLst>
                  </p:cNvPr>
                  <p:cNvGrpSpPr/>
                  <p:nvPr/>
                </p:nvGrpSpPr>
                <p:grpSpPr>
                  <a:xfrm>
                    <a:off x="5105400" y="4343400"/>
                    <a:ext cx="381000" cy="76200"/>
                    <a:chOff x="4724400" y="4343400"/>
                    <a:chExt cx="381000" cy="76200"/>
                  </a:xfrm>
                </p:grpSpPr>
                <p:cxnSp>
                  <p:nvCxnSpPr>
                    <p:cNvPr id="37" name="Straight Connector 36">
                      <a:extLst>
                        <a:ext uri="{FF2B5EF4-FFF2-40B4-BE49-F238E27FC236}">
                          <a16:creationId xmlns:a16="http://schemas.microsoft.com/office/drawing/2014/main" id="{BDA86841-6D5F-F9B9-04A7-0F3012B3227A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4724400" y="4419600"/>
                      <a:ext cx="381000" cy="0"/>
                    </a:xfrm>
                    <a:prstGeom prst="line">
                      <a:avLst/>
                    </a:prstGeom>
                    <a:ln w="19050">
                      <a:solidFill>
                        <a:schemeClr val="bg2">
                          <a:lumMod val="10000"/>
                        </a:schemeClr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8" name="Straight Connector 37">
                      <a:extLst>
                        <a:ext uri="{FF2B5EF4-FFF2-40B4-BE49-F238E27FC236}">
                          <a16:creationId xmlns:a16="http://schemas.microsoft.com/office/drawing/2014/main" id="{228238E7-AB58-20AD-F0C8-9B847C89223E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4724400" y="4343400"/>
                      <a:ext cx="0" cy="76200"/>
                    </a:xfrm>
                    <a:prstGeom prst="line">
                      <a:avLst/>
                    </a:prstGeom>
                    <a:ln w="19050">
                      <a:solidFill>
                        <a:schemeClr val="bg2">
                          <a:lumMod val="10000"/>
                        </a:schemeClr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cxnSp>
                <p:nvCxnSpPr>
                  <p:cNvPr id="36" name="Straight Connector 35">
                    <a:extLst>
                      <a:ext uri="{FF2B5EF4-FFF2-40B4-BE49-F238E27FC236}">
                        <a16:creationId xmlns:a16="http://schemas.microsoft.com/office/drawing/2014/main" id="{ED1C583A-E170-C6D0-EC87-98562986AD68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5486400" y="4343400"/>
                    <a:ext cx="0" cy="76200"/>
                  </a:xfrm>
                  <a:prstGeom prst="line">
                    <a:avLst/>
                  </a:prstGeom>
                  <a:ln w="19050">
                    <a:solidFill>
                      <a:schemeClr val="bg2">
                        <a:lumMod val="10000"/>
                      </a:schemeClr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D1F36F64-A444-9ECE-B130-A33B9EFCA729}"/>
                    </a:ext>
                  </a:extLst>
                </p:cNvPr>
                <p:cNvSpPr txBox="1"/>
                <p:nvPr/>
              </p:nvSpPr>
              <p:spPr>
                <a:xfrm>
                  <a:off x="4572000" y="4431268"/>
                  <a:ext cx="3810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>
                      <a:solidFill>
                        <a:schemeClr val="bg2">
                          <a:lumMod val="10000"/>
                        </a:schemeClr>
                      </a:solidFill>
                    </a:rPr>
                    <a:t>0</a:t>
                  </a:r>
                </a:p>
              </p:txBody>
            </p:sp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3D0CCBAD-9452-4EE9-CCA7-B4FE6F582563}"/>
                    </a:ext>
                  </a:extLst>
                </p:cNvPr>
                <p:cNvSpPr txBox="1"/>
                <p:nvPr/>
              </p:nvSpPr>
              <p:spPr>
                <a:xfrm>
                  <a:off x="5027691" y="4431268"/>
                  <a:ext cx="49379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>
                      <a:solidFill>
                        <a:schemeClr val="bg2">
                          <a:lumMod val="10000"/>
                        </a:schemeClr>
                      </a:solidFill>
                    </a:rPr>
                    <a:t>0.5</a:t>
                  </a:r>
                </a:p>
              </p:txBody>
            </p:sp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039300F6-5587-3DDE-B9B2-A3239595B99D}"/>
                    </a:ext>
                  </a:extLst>
                </p:cNvPr>
                <p:cNvSpPr txBox="1"/>
                <p:nvPr/>
              </p:nvSpPr>
              <p:spPr>
                <a:xfrm>
                  <a:off x="5690670" y="4433414"/>
                  <a:ext cx="49379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>
                      <a:solidFill>
                        <a:schemeClr val="bg2">
                          <a:lumMod val="10000"/>
                        </a:schemeClr>
                      </a:solidFill>
                    </a:rPr>
                    <a:t>1</a:t>
                  </a:r>
                </a:p>
              </p:txBody>
            </p:sp>
          </p:grpSp>
          <p:sp>
            <p:nvSpPr>
              <p:cNvPr id="8" name="Left Brace 7">
                <a:extLst>
                  <a:ext uri="{FF2B5EF4-FFF2-40B4-BE49-F238E27FC236}">
                    <a16:creationId xmlns:a16="http://schemas.microsoft.com/office/drawing/2014/main" id="{868AC151-AA6B-6307-C2F2-27DB50FF93D9}"/>
                  </a:ext>
                </a:extLst>
              </p:cNvPr>
              <p:cNvSpPr/>
              <p:nvPr/>
            </p:nvSpPr>
            <p:spPr>
              <a:xfrm rot="5400000">
                <a:off x="5159801" y="3718035"/>
                <a:ext cx="342364" cy="1213165"/>
              </a:xfrm>
              <a:prstGeom prst="leftBrace">
                <a:avLst>
                  <a:gd name="adj1" fmla="val 36502"/>
                  <a:gd name="adj2" fmla="val 49595"/>
                </a:avLst>
              </a:prstGeom>
              <a:ln w="19050">
                <a:solidFill>
                  <a:schemeClr val="bg2">
                    <a:lumMod val="1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6319855-8C6C-AB12-6712-6B5CB5B46A9A}"/>
                  </a:ext>
                </a:extLst>
              </p:cNvPr>
              <p:cNvSpPr txBox="1"/>
              <p:nvPr/>
            </p:nvSpPr>
            <p:spPr>
              <a:xfrm>
                <a:off x="5037158" y="3861645"/>
                <a:ext cx="65351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>
                    <a:solidFill>
                      <a:schemeClr val="accent6">
                        <a:lumMod val="75000"/>
                      </a:schemeClr>
                    </a:solidFill>
                  </a:rPr>
                  <a:t>Read</a:t>
                </a:r>
              </a:p>
            </p:txBody>
          </p:sp>
        </p:grp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8EEF1F9-B43B-27C6-B3A5-FB26082ED6B0}"/>
                </a:ext>
              </a:extLst>
            </p:cNvPr>
            <p:cNvSpPr txBox="1"/>
            <p:nvPr/>
          </p:nvSpPr>
          <p:spPr>
            <a:xfrm>
              <a:off x="5954158" y="4582752"/>
              <a:ext cx="457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2">
                      <a:lumMod val="10000"/>
                    </a:schemeClr>
                  </a:solidFill>
                </a:rPr>
                <a:t>ns</a:t>
              </a:r>
            </a:p>
          </p:txBody>
        </p:sp>
      </p:grp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CC1EC932-5EA9-DF50-668F-E34EB773F08C}"/>
              </a:ext>
            </a:extLst>
          </p:cNvPr>
          <p:cNvCxnSpPr>
            <a:cxnSpLocks/>
            <a:stCxn id="15" idx="0"/>
          </p:cNvCxnSpPr>
          <p:nvPr/>
        </p:nvCxnSpPr>
        <p:spPr>
          <a:xfrm flipH="1">
            <a:off x="3772131" y="4676797"/>
            <a:ext cx="2444500" cy="3082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B918EFF5-1DC7-B0EA-BE1E-D7821567C34E}"/>
              </a:ext>
            </a:extLst>
          </p:cNvPr>
          <p:cNvSpPr txBox="1"/>
          <p:nvPr/>
        </p:nvSpPr>
        <p:spPr>
          <a:xfrm>
            <a:off x="3676482" y="4802508"/>
            <a:ext cx="653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-19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21394BA-05C5-6471-4684-E5DA3AFFC206}"/>
              </a:ext>
            </a:extLst>
          </p:cNvPr>
          <p:cNvSpPr txBox="1"/>
          <p:nvPr/>
        </p:nvSpPr>
        <p:spPr>
          <a:xfrm>
            <a:off x="2743200" y="5865091"/>
            <a:ext cx="15189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Read Request 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DEF3B2F-EFB6-EA48-67E5-867D6C751E1D}"/>
              </a:ext>
            </a:extLst>
          </p:cNvPr>
          <p:cNvSpPr txBox="1"/>
          <p:nvPr/>
        </p:nvSpPr>
        <p:spPr>
          <a:xfrm>
            <a:off x="6481822" y="5864802"/>
            <a:ext cx="20037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Time of data arrival</a:t>
            </a:r>
          </a:p>
        </p:txBody>
      </p: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66B9FAC5-4C05-BE3C-579F-782420AA089F}"/>
              </a:ext>
            </a:extLst>
          </p:cNvPr>
          <p:cNvCxnSpPr/>
          <p:nvPr/>
        </p:nvCxnSpPr>
        <p:spPr>
          <a:xfrm flipV="1">
            <a:off x="3772131" y="4737311"/>
            <a:ext cx="0" cy="1163906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E1228C8E-2DB2-C13F-46CD-982D6B0C0AD5}"/>
              </a:ext>
            </a:extLst>
          </p:cNvPr>
          <p:cNvCxnSpPr/>
          <p:nvPr/>
        </p:nvCxnSpPr>
        <p:spPr>
          <a:xfrm flipV="1">
            <a:off x="7391697" y="4700896"/>
            <a:ext cx="0" cy="1163906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2742FB5E-2304-B250-74CF-D5700172FDFF}"/>
              </a:ext>
            </a:extLst>
          </p:cNvPr>
          <p:cNvSpPr txBox="1"/>
          <p:nvPr/>
        </p:nvSpPr>
        <p:spPr>
          <a:xfrm>
            <a:off x="4994381" y="5171840"/>
            <a:ext cx="9046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Latency</a:t>
            </a:r>
          </a:p>
        </p:txBody>
      </p:sp>
    </p:spTree>
    <p:extLst>
      <p:ext uri="{BB962C8B-B14F-4D97-AF65-F5344CB8AC3E}">
        <p14:creationId xmlns:p14="http://schemas.microsoft.com/office/powerpoint/2010/main" val="25321064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0CF8EF-879C-5217-2FA1-22D8A6E825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#1 Optimizations Targeting Latency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F0DC61-430A-609F-2D8B-B284AD68F1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593986"/>
          </a:xfrm>
        </p:spPr>
        <p:txBody>
          <a:bodyPr>
            <a:normAutofit/>
          </a:bodyPr>
          <a:lstStyle/>
          <a:p>
            <a:r>
              <a:rPr lang="en-US" dirty="0"/>
              <a:t>Latency Hiding using data transfers</a:t>
            </a:r>
          </a:p>
          <a:p>
            <a:pPr lvl="1"/>
            <a:r>
              <a:rPr lang="en-US" dirty="0"/>
              <a:t>Avoid per data latency (Sustained Performance (worst case)) by multiple requests in sequence</a:t>
            </a:r>
          </a:p>
          <a:p>
            <a:pPr lvl="1"/>
            <a:r>
              <a:rPr lang="en-US" dirty="0"/>
              <a:t> After an initial latency, data arrives continuously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0E69569-F718-BC83-588D-B0A7FC95F215}"/>
              </a:ext>
            </a:extLst>
          </p:cNvPr>
          <p:cNvGrpSpPr/>
          <p:nvPr/>
        </p:nvGrpSpPr>
        <p:grpSpPr>
          <a:xfrm>
            <a:off x="6016894" y="3616241"/>
            <a:ext cx="4376015" cy="1089483"/>
            <a:chOff x="4495605" y="3873280"/>
            <a:chExt cx="4376015" cy="1089483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F383FD60-9C43-1DC7-3E11-DBE793E44B25}"/>
                </a:ext>
              </a:extLst>
            </p:cNvPr>
            <p:cNvGrpSpPr/>
            <p:nvPr/>
          </p:nvGrpSpPr>
          <p:grpSpPr>
            <a:xfrm>
              <a:off x="4495605" y="3873280"/>
              <a:ext cx="1612462" cy="1089483"/>
              <a:chOff x="4572000" y="3861645"/>
              <a:chExt cx="1612462" cy="1089483"/>
            </a:xfrm>
          </p:grpSpPr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4FBBEB8D-C520-28BA-4D05-D7080E78C3A9}"/>
                  </a:ext>
                </a:extLst>
              </p:cNvPr>
              <p:cNvGrpSpPr/>
              <p:nvPr/>
            </p:nvGrpSpPr>
            <p:grpSpPr>
              <a:xfrm>
                <a:off x="4572000" y="4415582"/>
                <a:ext cx="1612462" cy="535546"/>
                <a:chOff x="4572000" y="4267200"/>
                <a:chExt cx="1612462" cy="535546"/>
              </a:xfrm>
            </p:grpSpPr>
            <p:grpSp>
              <p:nvGrpSpPr>
                <p:cNvPr id="10" name="Group 9">
                  <a:extLst>
                    <a:ext uri="{FF2B5EF4-FFF2-40B4-BE49-F238E27FC236}">
                      <a16:creationId xmlns:a16="http://schemas.microsoft.com/office/drawing/2014/main" id="{8A42076A-0A4A-815A-CBC7-F2E09B0EA10D}"/>
                    </a:ext>
                  </a:extLst>
                </p:cNvPr>
                <p:cNvGrpSpPr/>
                <p:nvPr/>
              </p:nvGrpSpPr>
              <p:grpSpPr>
                <a:xfrm>
                  <a:off x="4724402" y="4267200"/>
                  <a:ext cx="1213166" cy="152400"/>
                  <a:chOff x="4724400" y="4343400"/>
                  <a:chExt cx="762000" cy="76200"/>
                </a:xfrm>
              </p:grpSpPr>
              <p:grpSp>
                <p:nvGrpSpPr>
                  <p:cNvPr id="14" name="Group 13">
                    <a:extLst>
                      <a:ext uri="{FF2B5EF4-FFF2-40B4-BE49-F238E27FC236}">
                        <a16:creationId xmlns:a16="http://schemas.microsoft.com/office/drawing/2014/main" id="{67B2AC38-9F14-9162-A616-77B3CFBD37E1}"/>
                      </a:ext>
                    </a:extLst>
                  </p:cNvPr>
                  <p:cNvGrpSpPr/>
                  <p:nvPr/>
                </p:nvGrpSpPr>
                <p:grpSpPr>
                  <a:xfrm>
                    <a:off x="4724400" y="4343400"/>
                    <a:ext cx="381000" cy="76200"/>
                    <a:chOff x="4724400" y="4343400"/>
                    <a:chExt cx="381000" cy="76200"/>
                  </a:xfrm>
                </p:grpSpPr>
                <p:cxnSp>
                  <p:nvCxnSpPr>
                    <p:cNvPr id="19" name="Straight Connector 18">
                      <a:extLst>
                        <a:ext uri="{FF2B5EF4-FFF2-40B4-BE49-F238E27FC236}">
                          <a16:creationId xmlns:a16="http://schemas.microsoft.com/office/drawing/2014/main" id="{DA0F9944-E07D-D615-635E-CDE5303F6712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4724400" y="4419600"/>
                      <a:ext cx="381000" cy="0"/>
                    </a:xfrm>
                    <a:prstGeom prst="line">
                      <a:avLst/>
                    </a:prstGeom>
                    <a:ln w="19050">
                      <a:solidFill>
                        <a:schemeClr val="bg2">
                          <a:lumMod val="10000"/>
                        </a:schemeClr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0" name="Straight Connector 19">
                      <a:extLst>
                        <a:ext uri="{FF2B5EF4-FFF2-40B4-BE49-F238E27FC236}">
                          <a16:creationId xmlns:a16="http://schemas.microsoft.com/office/drawing/2014/main" id="{AF2F5174-EF44-D211-4563-4AFFEFAB5DC1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4724400" y="4343400"/>
                      <a:ext cx="0" cy="76200"/>
                    </a:xfrm>
                    <a:prstGeom prst="line">
                      <a:avLst/>
                    </a:prstGeom>
                    <a:ln w="19050">
                      <a:solidFill>
                        <a:schemeClr val="bg2">
                          <a:lumMod val="10000"/>
                        </a:schemeClr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15" name="Group 14">
                    <a:extLst>
                      <a:ext uri="{FF2B5EF4-FFF2-40B4-BE49-F238E27FC236}">
                        <a16:creationId xmlns:a16="http://schemas.microsoft.com/office/drawing/2014/main" id="{152D069C-5929-3EB4-8668-C18506E03116}"/>
                      </a:ext>
                    </a:extLst>
                  </p:cNvPr>
                  <p:cNvGrpSpPr/>
                  <p:nvPr/>
                </p:nvGrpSpPr>
                <p:grpSpPr>
                  <a:xfrm>
                    <a:off x="5105400" y="4343400"/>
                    <a:ext cx="381000" cy="76200"/>
                    <a:chOff x="4724400" y="4343400"/>
                    <a:chExt cx="381000" cy="76200"/>
                  </a:xfrm>
                </p:grpSpPr>
                <p:cxnSp>
                  <p:nvCxnSpPr>
                    <p:cNvPr id="17" name="Straight Connector 16">
                      <a:extLst>
                        <a:ext uri="{FF2B5EF4-FFF2-40B4-BE49-F238E27FC236}">
                          <a16:creationId xmlns:a16="http://schemas.microsoft.com/office/drawing/2014/main" id="{B80B9518-ECDC-D04E-CBE0-D84907C5E689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4724400" y="4419600"/>
                      <a:ext cx="381000" cy="0"/>
                    </a:xfrm>
                    <a:prstGeom prst="line">
                      <a:avLst/>
                    </a:prstGeom>
                    <a:ln w="19050">
                      <a:solidFill>
                        <a:schemeClr val="bg2">
                          <a:lumMod val="10000"/>
                        </a:schemeClr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8" name="Straight Connector 17">
                      <a:extLst>
                        <a:ext uri="{FF2B5EF4-FFF2-40B4-BE49-F238E27FC236}">
                          <a16:creationId xmlns:a16="http://schemas.microsoft.com/office/drawing/2014/main" id="{5BD1176E-260E-959D-AA38-72DA65C06A16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4724400" y="4343400"/>
                      <a:ext cx="0" cy="76200"/>
                    </a:xfrm>
                    <a:prstGeom prst="line">
                      <a:avLst/>
                    </a:prstGeom>
                    <a:ln w="19050">
                      <a:solidFill>
                        <a:schemeClr val="bg2">
                          <a:lumMod val="10000"/>
                        </a:schemeClr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cxnSp>
                <p:nvCxnSpPr>
                  <p:cNvPr id="16" name="Straight Connector 15">
                    <a:extLst>
                      <a:ext uri="{FF2B5EF4-FFF2-40B4-BE49-F238E27FC236}">
                        <a16:creationId xmlns:a16="http://schemas.microsoft.com/office/drawing/2014/main" id="{0CBE8729-63D6-897B-ADAE-859292668750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5486400" y="4343400"/>
                    <a:ext cx="0" cy="76200"/>
                  </a:xfrm>
                  <a:prstGeom prst="line">
                    <a:avLst/>
                  </a:prstGeom>
                  <a:ln w="19050">
                    <a:solidFill>
                      <a:schemeClr val="bg2">
                        <a:lumMod val="10000"/>
                      </a:schemeClr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67B5787A-CD4D-A3D2-BEC5-B099EFB92925}"/>
                    </a:ext>
                  </a:extLst>
                </p:cNvPr>
                <p:cNvSpPr txBox="1"/>
                <p:nvPr/>
              </p:nvSpPr>
              <p:spPr>
                <a:xfrm>
                  <a:off x="4572000" y="4431268"/>
                  <a:ext cx="3810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>
                      <a:solidFill>
                        <a:schemeClr val="bg2">
                          <a:lumMod val="10000"/>
                        </a:schemeClr>
                      </a:solidFill>
                    </a:rPr>
                    <a:t>0</a:t>
                  </a:r>
                </a:p>
              </p:txBody>
            </p:sp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99B505BA-6C29-30C0-43EA-A8970284653C}"/>
                    </a:ext>
                  </a:extLst>
                </p:cNvPr>
                <p:cNvSpPr txBox="1"/>
                <p:nvPr/>
              </p:nvSpPr>
              <p:spPr>
                <a:xfrm>
                  <a:off x="5027691" y="4431268"/>
                  <a:ext cx="49379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dirty="0">
                      <a:solidFill>
                        <a:schemeClr val="bg2">
                          <a:lumMod val="10000"/>
                        </a:schemeClr>
                      </a:solidFill>
                    </a:rPr>
                    <a:t>0.5</a:t>
                  </a:r>
                </a:p>
              </p:txBody>
            </p:sp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5BD05185-45FE-D18F-035E-04FA69066863}"/>
                    </a:ext>
                  </a:extLst>
                </p:cNvPr>
                <p:cNvSpPr txBox="1"/>
                <p:nvPr/>
              </p:nvSpPr>
              <p:spPr>
                <a:xfrm>
                  <a:off x="5690670" y="4433414"/>
                  <a:ext cx="49379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dirty="0">
                      <a:solidFill>
                        <a:schemeClr val="bg2">
                          <a:lumMod val="10000"/>
                        </a:schemeClr>
                      </a:solidFill>
                    </a:rPr>
                    <a:t>1</a:t>
                  </a:r>
                </a:p>
              </p:txBody>
            </p:sp>
          </p:grpSp>
          <p:sp>
            <p:nvSpPr>
              <p:cNvPr id="8" name="Left Brace 7">
                <a:extLst>
                  <a:ext uri="{FF2B5EF4-FFF2-40B4-BE49-F238E27FC236}">
                    <a16:creationId xmlns:a16="http://schemas.microsoft.com/office/drawing/2014/main" id="{716533B5-EA88-0A74-49A5-EAB802A3F659}"/>
                  </a:ext>
                </a:extLst>
              </p:cNvPr>
              <p:cNvSpPr/>
              <p:nvPr/>
            </p:nvSpPr>
            <p:spPr>
              <a:xfrm rot="5400000">
                <a:off x="5159801" y="3718035"/>
                <a:ext cx="342364" cy="1213165"/>
              </a:xfrm>
              <a:prstGeom prst="leftBrace">
                <a:avLst>
                  <a:gd name="adj1" fmla="val 36502"/>
                  <a:gd name="adj2" fmla="val 49595"/>
                </a:avLst>
              </a:prstGeom>
              <a:ln w="19050">
                <a:solidFill>
                  <a:schemeClr val="bg2">
                    <a:lumMod val="1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3E3300B-7E6A-7D3B-F94B-46FBAF6E52EB}"/>
                  </a:ext>
                </a:extLst>
              </p:cNvPr>
              <p:cNvSpPr txBox="1"/>
              <p:nvPr/>
            </p:nvSpPr>
            <p:spPr>
              <a:xfrm>
                <a:off x="5037158" y="3861645"/>
                <a:ext cx="65351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Read</a:t>
                </a:r>
              </a:p>
            </p:txBody>
          </p:sp>
        </p:grp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4F2FB98-953D-FE0F-5A61-BC78322A79F7}"/>
                </a:ext>
              </a:extLst>
            </p:cNvPr>
            <p:cNvSpPr txBox="1"/>
            <p:nvPr/>
          </p:nvSpPr>
          <p:spPr>
            <a:xfrm>
              <a:off x="8414420" y="4532330"/>
              <a:ext cx="457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2">
                      <a:lumMod val="10000"/>
                    </a:schemeClr>
                  </a:solidFill>
                </a:rPr>
                <a:t>ns</a:t>
              </a:r>
            </a:p>
          </p:txBody>
        </p:sp>
      </p:grp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B264DBA-C37C-1FD5-E8FD-5EA0B3362CD7}"/>
              </a:ext>
            </a:extLst>
          </p:cNvPr>
          <p:cNvCxnSpPr>
            <a:cxnSpLocks/>
            <a:stCxn id="11" idx="0"/>
          </p:cNvCxnSpPr>
          <p:nvPr/>
        </p:nvCxnSpPr>
        <p:spPr>
          <a:xfrm flipH="1">
            <a:off x="3762894" y="4334246"/>
            <a:ext cx="2444500" cy="3082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677FF109-7D60-C3E5-E2D0-5B03381A99FD}"/>
              </a:ext>
            </a:extLst>
          </p:cNvPr>
          <p:cNvSpPr txBox="1"/>
          <p:nvPr/>
        </p:nvSpPr>
        <p:spPr>
          <a:xfrm>
            <a:off x="3667245" y="4459957"/>
            <a:ext cx="653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-19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9B57A33-C419-A2A7-323F-3D4EBBC8C93D}"/>
              </a:ext>
            </a:extLst>
          </p:cNvPr>
          <p:cNvSpPr txBox="1"/>
          <p:nvPr/>
        </p:nvSpPr>
        <p:spPr>
          <a:xfrm>
            <a:off x="9701523" y="5754211"/>
            <a:ext cx="15189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Read Request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1C0C61D-4747-74AE-A658-DC70FFAA7239}"/>
              </a:ext>
            </a:extLst>
          </p:cNvPr>
          <p:cNvSpPr txBox="1"/>
          <p:nvPr/>
        </p:nvSpPr>
        <p:spPr>
          <a:xfrm>
            <a:off x="9690897" y="6123543"/>
            <a:ext cx="20935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Times of data arrival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AB352366-D6C8-3C15-FCA2-62BE56BDA28F}"/>
              </a:ext>
            </a:extLst>
          </p:cNvPr>
          <p:cNvCxnSpPr>
            <a:cxnSpLocks/>
          </p:cNvCxnSpPr>
          <p:nvPr/>
        </p:nvCxnSpPr>
        <p:spPr>
          <a:xfrm flipV="1">
            <a:off x="3775824" y="4351439"/>
            <a:ext cx="0" cy="470944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C37C1DC6-88A1-3541-37B4-B3C52AA65940}"/>
              </a:ext>
            </a:extLst>
          </p:cNvPr>
          <p:cNvCxnSpPr>
            <a:cxnSpLocks/>
          </p:cNvCxnSpPr>
          <p:nvPr/>
        </p:nvCxnSpPr>
        <p:spPr>
          <a:xfrm flipV="1">
            <a:off x="7382460" y="4358345"/>
            <a:ext cx="0" cy="446845"/>
          </a:xfrm>
          <a:prstGeom prst="straightConnector1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252381D0-7AD8-6543-0928-9475FD9A4763}"/>
              </a:ext>
            </a:extLst>
          </p:cNvPr>
          <p:cNvSpPr txBox="1"/>
          <p:nvPr/>
        </p:nvSpPr>
        <p:spPr>
          <a:xfrm>
            <a:off x="4985144" y="4829289"/>
            <a:ext cx="9046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Latency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8435026B-58E3-B40F-DF9B-ECE713ABAF8D}"/>
              </a:ext>
            </a:extLst>
          </p:cNvPr>
          <p:cNvCxnSpPr>
            <a:cxnSpLocks/>
          </p:cNvCxnSpPr>
          <p:nvPr/>
        </p:nvCxnSpPr>
        <p:spPr>
          <a:xfrm flipV="1">
            <a:off x="4168369" y="4358345"/>
            <a:ext cx="0" cy="470944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4539604D-85FD-44C7-47C5-C801FDDF4090}"/>
              </a:ext>
            </a:extLst>
          </p:cNvPr>
          <p:cNvCxnSpPr>
            <a:cxnSpLocks/>
          </p:cNvCxnSpPr>
          <p:nvPr/>
        </p:nvCxnSpPr>
        <p:spPr>
          <a:xfrm flipV="1">
            <a:off x="4570151" y="4334246"/>
            <a:ext cx="0" cy="470944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5EDA6CD2-2233-6340-7771-93E817B5CAF3}"/>
              </a:ext>
            </a:extLst>
          </p:cNvPr>
          <p:cNvCxnSpPr/>
          <p:nvPr/>
        </p:nvCxnSpPr>
        <p:spPr>
          <a:xfrm>
            <a:off x="7393114" y="4331814"/>
            <a:ext cx="606583" cy="0"/>
          </a:xfrm>
          <a:prstGeom prst="line">
            <a:avLst/>
          </a:prstGeom>
          <a:ln w="19050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7202743E-49FD-A90E-32B4-27A6F7660665}"/>
              </a:ext>
            </a:extLst>
          </p:cNvPr>
          <p:cNvCxnSpPr/>
          <p:nvPr/>
        </p:nvCxnSpPr>
        <p:spPr>
          <a:xfrm>
            <a:off x="7999697" y="4331814"/>
            <a:ext cx="606583" cy="0"/>
          </a:xfrm>
          <a:prstGeom prst="line">
            <a:avLst/>
          </a:prstGeom>
          <a:ln w="19050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7CC21B7D-6AFB-3EB8-9F23-012CE5C93015}"/>
              </a:ext>
            </a:extLst>
          </p:cNvPr>
          <p:cNvCxnSpPr/>
          <p:nvPr/>
        </p:nvCxnSpPr>
        <p:spPr>
          <a:xfrm flipV="1">
            <a:off x="7999697" y="4179414"/>
            <a:ext cx="0" cy="152400"/>
          </a:xfrm>
          <a:prstGeom prst="line">
            <a:avLst/>
          </a:prstGeom>
          <a:ln w="19050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094C28BE-C141-99D3-B786-CF739A8181FA}"/>
              </a:ext>
            </a:extLst>
          </p:cNvPr>
          <p:cNvCxnSpPr/>
          <p:nvPr/>
        </p:nvCxnSpPr>
        <p:spPr>
          <a:xfrm>
            <a:off x="8596439" y="4331814"/>
            <a:ext cx="606583" cy="0"/>
          </a:xfrm>
          <a:prstGeom prst="line">
            <a:avLst/>
          </a:prstGeom>
          <a:ln w="19050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750C60FB-05EC-8FBC-1DB0-FB49932AA615}"/>
              </a:ext>
            </a:extLst>
          </p:cNvPr>
          <p:cNvCxnSpPr/>
          <p:nvPr/>
        </p:nvCxnSpPr>
        <p:spPr>
          <a:xfrm>
            <a:off x="9203022" y="4331814"/>
            <a:ext cx="606583" cy="0"/>
          </a:xfrm>
          <a:prstGeom prst="line">
            <a:avLst/>
          </a:prstGeom>
          <a:ln w="19050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7FBB784F-4101-9EC1-20CE-938BCD60BFE2}"/>
              </a:ext>
            </a:extLst>
          </p:cNvPr>
          <p:cNvCxnSpPr/>
          <p:nvPr/>
        </p:nvCxnSpPr>
        <p:spPr>
          <a:xfrm flipV="1">
            <a:off x="9203022" y="4179414"/>
            <a:ext cx="0" cy="152400"/>
          </a:xfrm>
          <a:prstGeom prst="line">
            <a:avLst/>
          </a:prstGeom>
          <a:ln w="19050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BE48A76A-E65E-E809-854F-236EC33A275A}"/>
              </a:ext>
            </a:extLst>
          </p:cNvPr>
          <p:cNvCxnSpPr/>
          <p:nvPr/>
        </p:nvCxnSpPr>
        <p:spPr>
          <a:xfrm flipV="1">
            <a:off x="8614502" y="4179414"/>
            <a:ext cx="0" cy="152400"/>
          </a:xfrm>
          <a:prstGeom prst="line">
            <a:avLst/>
          </a:prstGeom>
          <a:ln w="19050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3CF1B3DE-80F4-38E8-57C9-E77B655525B1}"/>
              </a:ext>
            </a:extLst>
          </p:cNvPr>
          <p:cNvSpPr txBox="1"/>
          <p:nvPr/>
        </p:nvSpPr>
        <p:spPr>
          <a:xfrm>
            <a:off x="7769985" y="4331814"/>
            <a:ext cx="4937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1.5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37DB1F8-EEFE-44EA-92AC-D29B03114426}"/>
              </a:ext>
            </a:extLst>
          </p:cNvPr>
          <p:cNvSpPr txBox="1"/>
          <p:nvPr/>
        </p:nvSpPr>
        <p:spPr>
          <a:xfrm>
            <a:off x="8374664" y="4334246"/>
            <a:ext cx="4937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4C0304A-D22D-0B4A-B7BC-0F1DBA918AAE}"/>
              </a:ext>
            </a:extLst>
          </p:cNvPr>
          <p:cNvSpPr txBox="1"/>
          <p:nvPr/>
        </p:nvSpPr>
        <p:spPr>
          <a:xfrm>
            <a:off x="8963183" y="4331814"/>
            <a:ext cx="4937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2.5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5E7A9078-FD82-E9B5-A4FF-15CFBD09DBFD}"/>
              </a:ext>
            </a:extLst>
          </p:cNvPr>
          <p:cNvCxnSpPr>
            <a:cxnSpLocks/>
          </p:cNvCxnSpPr>
          <p:nvPr/>
        </p:nvCxnSpPr>
        <p:spPr>
          <a:xfrm flipV="1">
            <a:off x="8626614" y="4343950"/>
            <a:ext cx="0" cy="446845"/>
          </a:xfrm>
          <a:prstGeom prst="straightConnector1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0ABC0DB4-C31B-523A-4976-4CDB9B88E990}"/>
              </a:ext>
            </a:extLst>
          </p:cNvPr>
          <p:cNvCxnSpPr>
            <a:cxnSpLocks/>
          </p:cNvCxnSpPr>
          <p:nvPr/>
        </p:nvCxnSpPr>
        <p:spPr>
          <a:xfrm flipV="1">
            <a:off x="9805887" y="4375538"/>
            <a:ext cx="0" cy="446845"/>
          </a:xfrm>
          <a:prstGeom prst="straightConnector1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Left Brace 43">
            <a:extLst>
              <a:ext uri="{FF2B5EF4-FFF2-40B4-BE49-F238E27FC236}">
                <a16:creationId xmlns:a16="http://schemas.microsoft.com/office/drawing/2014/main" id="{EEF93901-D75A-6F44-2E12-D5AC6196D7D7}"/>
              </a:ext>
            </a:extLst>
          </p:cNvPr>
          <p:cNvSpPr/>
          <p:nvPr/>
        </p:nvSpPr>
        <p:spPr>
          <a:xfrm rot="5400000">
            <a:off x="7822118" y="3517847"/>
            <a:ext cx="342364" cy="1213165"/>
          </a:xfrm>
          <a:prstGeom prst="leftBrace">
            <a:avLst>
              <a:gd name="adj1" fmla="val 36502"/>
              <a:gd name="adj2" fmla="val 49595"/>
            </a:avLst>
          </a:prstGeom>
          <a:ln w="19050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C237A98-CB53-B80E-C09B-2AB19C876593}"/>
              </a:ext>
            </a:extLst>
          </p:cNvPr>
          <p:cNvSpPr txBox="1"/>
          <p:nvPr/>
        </p:nvSpPr>
        <p:spPr>
          <a:xfrm>
            <a:off x="7699475" y="3661457"/>
            <a:ext cx="6535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Read</a:t>
            </a:r>
          </a:p>
        </p:txBody>
      </p:sp>
      <p:sp>
        <p:nvSpPr>
          <p:cNvPr id="46" name="Left Brace 45">
            <a:extLst>
              <a:ext uri="{FF2B5EF4-FFF2-40B4-BE49-F238E27FC236}">
                <a16:creationId xmlns:a16="http://schemas.microsoft.com/office/drawing/2014/main" id="{D5E76D3E-F08B-D7F6-AFB6-E67F6EF75970}"/>
              </a:ext>
            </a:extLst>
          </p:cNvPr>
          <p:cNvSpPr/>
          <p:nvPr/>
        </p:nvSpPr>
        <p:spPr>
          <a:xfrm rot="5400000">
            <a:off x="9048078" y="3503137"/>
            <a:ext cx="342364" cy="1213165"/>
          </a:xfrm>
          <a:prstGeom prst="leftBrace">
            <a:avLst>
              <a:gd name="adj1" fmla="val 36502"/>
              <a:gd name="adj2" fmla="val 49595"/>
            </a:avLst>
          </a:prstGeom>
          <a:ln w="19050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00A83BE-5464-F0C8-5214-50A7A9D429B7}"/>
              </a:ext>
            </a:extLst>
          </p:cNvPr>
          <p:cNvSpPr txBox="1"/>
          <p:nvPr/>
        </p:nvSpPr>
        <p:spPr>
          <a:xfrm>
            <a:off x="8925435" y="3646747"/>
            <a:ext cx="6535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Read</a:t>
            </a: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D5319B27-4BFA-105D-F0E3-EB4768DEDED9}"/>
              </a:ext>
            </a:extLst>
          </p:cNvPr>
          <p:cNvCxnSpPr/>
          <p:nvPr/>
        </p:nvCxnSpPr>
        <p:spPr>
          <a:xfrm flipV="1">
            <a:off x="9805378" y="4191550"/>
            <a:ext cx="0" cy="152400"/>
          </a:xfrm>
          <a:prstGeom prst="line">
            <a:avLst/>
          </a:prstGeom>
          <a:ln w="19050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2F3B5B4C-63CF-03D8-4E66-E5CB4590EAA0}"/>
              </a:ext>
            </a:extLst>
          </p:cNvPr>
          <p:cNvSpPr txBox="1"/>
          <p:nvPr/>
        </p:nvSpPr>
        <p:spPr>
          <a:xfrm>
            <a:off x="9570930" y="4307869"/>
            <a:ext cx="4937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3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5E08469D-FAEB-23ED-81BA-D54AB67D042E}"/>
              </a:ext>
            </a:extLst>
          </p:cNvPr>
          <p:cNvCxnSpPr>
            <a:cxnSpLocks/>
          </p:cNvCxnSpPr>
          <p:nvPr/>
        </p:nvCxnSpPr>
        <p:spPr>
          <a:xfrm>
            <a:off x="9265113" y="5976331"/>
            <a:ext cx="424944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54E93428-8F89-305B-4F8E-460DFAE53D50}"/>
              </a:ext>
            </a:extLst>
          </p:cNvPr>
          <p:cNvCxnSpPr>
            <a:cxnSpLocks/>
          </p:cNvCxnSpPr>
          <p:nvPr/>
        </p:nvCxnSpPr>
        <p:spPr>
          <a:xfrm>
            <a:off x="9337780" y="6351656"/>
            <a:ext cx="365400" cy="0"/>
          </a:xfrm>
          <a:prstGeom prst="straightConnector1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34567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0CF8EF-879C-5217-2FA1-22D8A6E825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#1 Optimizations Targeting Latency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F0DC61-430A-609F-2D8B-B284AD68F1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593986"/>
          </a:xfrm>
        </p:spPr>
        <p:txBody>
          <a:bodyPr>
            <a:normAutofit/>
          </a:bodyPr>
          <a:lstStyle/>
          <a:p>
            <a:r>
              <a:rPr lang="en-US" dirty="0"/>
              <a:t>Latency hiding using data transfers</a:t>
            </a:r>
          </a:p>
          <a:p>
            <a:pPr lvl="1"/>
            <a:r>
              <a:rPr lang="en-US" dirty="0"/>
              <a:t>In practice, consecutive requests to random locations leads to addition memory device specific latencies</a:t>
            </a:r>
          </a:p>
          <a:p>
            <a:pPr lvl="1"/>
            <a:r>
              <a:rPr lang="en-US" dirty="0"/>
              <a:t>Accessing sequential data leads to higher performance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0E69569-F718-BC83-588D-B0A7FC95F215}"/>
              </a:ext>
            </a:extLst>
          </p:cNvPr>
          <p:cNvGrpSpPr/>
          <p:nvPr/>
        </p:nvGrpSpPr>
        <p:grpSpPr>
          <a:xfrm>
            <a:off x="6016894" y="3616241"/>
            <a:ext cx="4376015" cy="1089483"/>
            <a:chOff x="4495605" y="3873280"/>
            <a:chExt cx="4376015" cy="1089483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F383FD60-9C43-1DC7-3E11-DBE793E44B25}"/>
                </a:ext>
              </a:extLst>
            </p:cNvPr>
            <p:cNvGrpSpPr/>
            <p:nvPr/>
          </p:nvGrpSpPr>
          <p:grpSpPr>
            <a:xfrm>
              <a:off x="4495605" y="3873280"/>
              <a:ext cx="1612462" cy="1089483"/>
              <a:chOff x="4572000" y="3861645"/>
              <a:chExt cx="1612462" cy="1089483"/>
            </a:xfrm>
          </p:grpSpPr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4FBBEB8D-C520-28BA-4D05-D7080E78C3A9}"/>
                  </a:ext>
                </a:extLst>
              </p:cNvPr>
              <p:cNvGrpSpPr/>
              <p:nvPr/>
            </p:nvGrpSpPr>
            <p:grpSpPr>
              <a:xfrm>
                <a:off x="4572000" y="4415582"/>
                <a:ext cx="1612462" cy="535546"/>
                <a:chOff x="4572000" y="4267200"/>
                <a:chExt cx="1612462" cy="535546"/>
              </a:xfrm>
            </p:grpSpPr>
            <p:grpSp>
              <p:nvGrpSpPr>
                <p:cNvPr id="10" name="Group 9">
                  <a:extLst>
                    <a:ext uri="{FF2B5EF4-FFF2-40B4-BE49-F238E27FC236}">
                      <a16:creationId xmlns:a16="http://schemas.microsoft.com/office/drawing/2014/main" id="{8A42076A-0A4A-815A-CBC7-F2E09B0EA10D}"/>
                    </a:ext>
                  </a:extLst>
                </p:cNvPr>
                <p:cNvGrpSpPr/>
                <p:nvPr/>
              </p:nvGrpSpPr>
              <p:grpSpPr>
                <a:xfrm>
                  <a:off x="4724402" y="4267200"/>
                  <a:ext cx="1213166" cy="152400"/>
                  <a:chOff x="4724400" y="4343400"/>
                  <a:chExt cx="762000" cy="76200"/>
                </a:xfrm>
              </p:grpSpPr>
              <p:grpSp>
                <p:nvGrpSpPr>
                  <p:cNvPr id="14" name="Group 13">
                    <a:extLst>
                      <a:ext uri="{FF2B5EF4-FFF2-40B4-BE49-F238E27FC236}">
                        <a16:creationId xmlns:a16="http://schemas.microsoft.com/office/drawing/2014/main" id="{67B2AC38-9F14-9162-A616-77B3CFBD37E1}"/>
                      </a:ext>
                    </a:extLst>
                  </p:cNvPr>
                  <p:cNvGrpSpPr/>
                  <p:nvPr/>
                </p:nvGrpSpPr>
                <p:grpSpPr>
                  <a:xfrm>
                    <a:off x="4724400" y="4343400"/>
                    <a:ext cx="381000" cy="76200"/>
                    <a:chOff x="4724400" y="4343400"/>
                    <a:chExt cx="381000" cy="76200"/>
                  </a:xfrm>
                </p:grpSpPr>
                <p:cxnSp>
                  <p:nvCxnSpPr>
                    <p:cNvPr id="19" name="Straight Connector 18">
                      <a:extLst>
                        <a:ext uri="{FF2B5EF4-FFF2-40B4-BE49-F238E27FC236}">
                          <a16:creationId xmlns:a16="http://schemas.microsoft.com/office/drawing/2014/main" id="{DA0F9944-E07D-D615-635E-CDE5303F6712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4724400" y="4419600"/>
                      <a:ext cx="381000" cy="0"/>
                    </a:xfrm>
                    <a:prstGeom prst="line">
                      <a:avLst/>
                    </a:prstGeom>
                    <a:ln w="19050">
                      <a:solidFill>
                        <a:schemeClr val="bg2">
                          <a:lumMod val="10000"/>
                        </a:schemeClr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0" name="Straight Connector 19">
                      <a:extLst>
                        <a:ext uri="{FF2B5EF4-FFF2-40B4-BE49-F238E27FC236}">
                          <a16:creationId xmlns:a16="http://schemas.microsoft.com/office/drawing/2014/main" id="{AF2F5174-EF44-D211-4563-4AFFEFAB5DC1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4724400" y="4343400"/>
                      <a:ext cx="0" cy="76200"/>
                    </a:xfrm>
                    <a:prstGeom prst="line">
                      <a:avLst/>
                    </a:prstGeom>
                    <a:ln w="19050">
                      <a:solidFill>
                        <a:schemeClr val="bg2">
                          <a:lumMod val="10000"/>
                        </a:schemeClr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15" name="Group 14">
                    <a:extLst>
                      <a:ext uri="{FF2B5EF4-FFF2-40B4-BE49-F238E27FC236}">
                        <a16:creationId xmlns:a16="http://schemas.microsoft.com/office/drawing/2014/main" id="{152D069C-5929-3EB4-8668-C18506E03116}"/>
                      </a:ext>
                    </a:extLst>
                  </p:cNvPr>
                  <p:cNvGrpSpPr/>
                  <p:nvPr/>
                </p:nvGrpSpPr>
                <p:grpSpPr>
                  <a:xfrm>
                    <a:off x="5105400" y="4343400"/>
                    <a:ext cx="381000" cy="76200"/>
                    <a:chOff x="4724400" y="4343400"/>
                    <a:chExt cx="381000" cy="76200"/>
                  </a:xfrm>
                </p:grpSpPr>
                <p:cxnSp>
                  <p:nvCxnSpPr>
                    <p:cNvPr id="17" name="Straight Connector 16">
                      <a:extLst>
                        <a:ext uri="{FF2B5EF4-FFF2-40B4-BE49-F238E27FC236}">
                          <a16:creationId xmlns:a16="http://schemas.microsoft.com/office/drawing/2014/main" id="{B80B9518-ECDC-D04E-CBE0-D84907C5E689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4724400" y="4419600"/>
                      <a:ext cx="381000" cy="0"/>
                    </a:xfrm>
                    <a:prstGeom prst="line">
                      <a:avLst/>
                    </a:prstGeom>
                    <a:ln w="19050">
                      <a:solidFill>
                        <a:schemeClr val="bg2">
                          <a:lumMod val="10000"/>
                        </a:schemeClr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8" name="Straight Connector 17">
                      <a:extLst>
                        <a:ext uri="{FF2B5EF4-FFF2-40B4-BE49-F238E27FC236}">
                          <a16:creationId xmlns:a16="http://schemas.microsoft.com/office/drawing/2014/main" id="{5BD1176E-260E-959D-AA38-72DA65C06A16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4724400" y="4343400"/>
                      <a:ext cx="0" cy="76200"/>
                    </a:xfrm>
                    <a:prstGeom prst="line">
                      <a:avLst/>
                    </a:prstGeom>
                    <a:ln w="19050">
                      <a:solidFill>
                        <a:schemeClr val="bg2">
                          <a:lumMod val="10000"/>
                        </a:schemeClr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cxnSp>
                <p:nvCxnSpPr>
                  <p:cNvPr id="16" name="Straight Connector 15">
                    <a:extLst>
                      <a:ext uri="{FF2B5EF4-FFF2-40B4-BE49-F238E27FC236}">
                        <a16:creationId xmlns:a16="http://schemas.microsoft.com/office/drawing/2014/main" id="{0CBE8729-63D6-897B-ADAE-859292668750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5486400" y="4343400"/>
                    <a:ext cx="0" cy="76200"/>
                  </a:xfrm>
                  <a:prstGeom prst="line">
                    <a:avLst/>
                  </a:prstGeom>
                  <a:ln w="19050">
                    <a:solidFill>
                      <a:schemeClr val="bg2">
                        <a:lumMod val="10000"/>
                      </a:schemeClr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67B5787A-CD4D-A3D2-BEC5-B099EFB92925}"/>
                    </a:ext>
                  </a:extLst>
                </p:cNvPr>
                <p:cNvSpPr txBox="1"/>
                <p:nvPr/>
              </p:nvSpPr>
              <p:spPr>
                <a:xfrm>
                  <a:off x="4572000" y="4431268"/>
                  <a:ext cx="3810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>
                      <a:solidFill>
                        <a:schemeClr val="bg2">
                          <a:lumMod val="10000"/>
                        </a:schemeClr>
                      </a:solidFill>
                    </a:rPr>
                    <a:t>0</a:t>
                  </a:r>
                </a:p>
              </p:txBody>
            </p:sp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99B505BA-6C29-30C0-43EA-A8970284653C}"/>
                    </a:ext>
                  </a:extLst>
                </p:cNvPr>
                <p:cNvSpPr txBox="1"/>
                <p:nvPr/>
              </p:nvSpPr>
              <p:spPr>
                <a:xfrm>
                  <a:off x="5027691" y="4431268"/>
                  <a:ext cx="49379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dirty="0">
                      <a:solidFill>
                        <a:schemeClr val="bg2">
                          <a:lumMod val="10000"/>
                        </a:schemeClr>
                      </a:solidFill>
                    </a:rPr>
                    <a:t>0.5</a:t>
                  </a:r>
                </a:p>
              </p:txBody>
            </p:sp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5BD05185-45FE-D18F-035E-04FA69066863}"/>
                    </a:ext>
                  </a:extLst>
                </p:cNvPr>
                <p:cNvSpPr txBox="1"/>
                <p:nvPr/>
              </p:nvSpPr>
              <p:spPr>
                <a:xfrm>
                  <a:off x="5690670" y="4433414"/>
                  <a:ext cx="49379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dirty="0">
                      <a:solidFill>
                        <a:schemeClr val="bg2">
                          <a:lumMod val="10000"/>
                        </a:schemeClr>
                      </a:solidFill>
                    </a:rPr>
                    <a:t>1</a:t>
                  </a:r>
                </a:p>
              </p:txBody>
            </p:sp>
          </p:grpSp>
          <p:sp>
            <p:nvSpPr>
              <p:cNvPr id="8" name="Left Brace 7">
                <a:extLst>
                  <a:ext uri="{FF2B5EF4-FFF2-40B4-BE49-F238E27FC236}">
                    <a16:creationId xmlns:a16="http://schemas.microsoft.com/office/drawing/2014/main" id="{716533B5-EA88-0A74-49A5-EAB802A3F659}"/>
                  </a:ext>
                </a:extLst>
              </p:cNvPr>
              <p:cNvSpPr/>
              <p:nvPr/>
            </p:nvSpPr>
            <p:spPr>
              <a:xfrm rot="5400000">
                <a:off x="5159801" y="3718035"/>
                <a:ext cx="342364" cy="1213165"/>
              </a:xfrm>
              <a:prstGeom prst="leftBrace">
                <a:avLst>
                  <a:gd name="adj1" fmla="val 36502"/>
                  <a:gd name="adj2" fmla="val 49595"/>
                </a:avLst>
              </a:prstGeom>
              <a:ln w="19050">
                <a:solidFill>
                  <a:schemeClr val="bg2">
                    <a:lumMod val="1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3E3300B-7E6A-7D3B-F94B-46FBAF6E52EB}"/>
                  </a:ext>
                </a:extLst>
              </p:cNvPr>
              <p:cNvSpPr txBox="1"/>
              <p:nvPr/>
            </p:nvSpPr>
            <p:spPr>
              <a:xfrm>
                <a:off x="5037158" y="3861645"/>
                <a:ext cx="65351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Read</a:t>
                </a:r>
              </a:p>
            </p:txBody>
          </p:sp>
        </p:grp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4F2FB98-953D-FE0F-5A61-BC78322A79F7}"/>
                </a:ext>
              </a:extLst>
            </p:cNvPr>
            <p:cNvSpPr txBox="1"/>
            <p:nvPr/>
          </p:nvSpPr>
          <p:spPr>
            <a:xfrm>
              <a:off x="8414420" y="4532330"/>
              <a:ext cx="457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2">
                      <a:lumMod val="10000"/>
                    </a:schemeClr>
                  </a:solidFill>
                </a:rPr>
                <a:t>ns</a:t>
              </a:r>
            </a:p>
          </p:txBody>
        </p:sp>
      </p:grp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B264DBA-C37C-1FD5-E8FD-5EA0B3362CD7}"/>
              </a:ext>
            </a:extLst>
          </p:cNvPr>
          <p:cNvCxnSpPr>
            <a:cxnSpLocks/>
            <a:stCxn id="11" idx="0"/>
          </p:cNvCxnSpPr>
          <p:nvPr/>
        </p:nvCxnSpPr>
        <p:spPr>
          <a:xfrm flipH="1">
            <a:off x="3762894" y="4334246"/>
            <a:ext cx="2444500" cy="3082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677FF109-7D60-C3E5-E2D0-5B03381A99FD}"/>
              </a:ext>
            </a:extLst>
          </p:cNvPr>
          <p:cNvSpPr txBox="1"/>
          <p:nvPr/>
        </p:nvSpPr>
        <p:spPr>
          <a:xfrm>
            <a:off x="3667245" y="4459957"/>
            <a:ext cx="653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-19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9B57A33-C419-A2A7-323F-3D4EBBC8C93D}"/>
              </a:ext>
            </a:extLst>
          </p:cNvPr>
          <p:cNvSpPr txBox="1"/>
          <p:nvPr/>
        </p:nvSpPr>
        <p:spPr>
          <a:xfrm>
            <a:off x="9701523" y="5754211"/>
            <a:ext cx="15189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Read Request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1C0C61D-4747-74AE-A658-DC70FFAA7239}"/>
              </a:ext>
            </a:extLst>
          </p:cNvPr>
          <p:cNvSpPr txBox="1"/>
          <p:nvPr/>
        </p:nvSpPr>
        <p:spPr>
          <a:xfrm>
            <a:off x="9690897" y="6123543"/>
            <a:ext cx="20935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Times of data arrival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AB352366-D6C8-3C15-FCA2-62BE56BDA28F}"/>
              </a:ext>
            </a:extLst>
          </p:cNvPr>
          <p:cNvCxnSpPr>
            <a:cxnSpLocks/>
          </p:cNvCxnSpPr>
          <p:nvPr/>
        </p:nvCxnSpPr>
        <p:spPr>
          <a:xfrm flipV="1">
            <a:off x="3775824" y="4351439"/>
            <a:ext cx="0" cy="470944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C37C1DC6-88A1-3541-37B4-B3C52AA65940}"/>
              </a:ext>
            </a:extLst>
          </p:cNvPr>
          <p:cNvCxnSpPr>
            <a:cxnSpLocks/>
          </p:cNvCxnSpPr>
          <p:nvPr/>
        </p:nvCxnSpPr>
        <p:spPr>
          <a:xfrm flipV="1">
            <a:off x="7382460" y="4358345"/>
            <a:ext cx="0" cy="446845"/>
          </a:xfrm>
          <a:prstGeom prst="straightConnector1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252381D0-7AD8-6543-0928-9475FD9A4763}"/>
              </a:ext>
            </a:extLst>
          </p:cNvPr>
          <p:cNvSpPr txBox="1"/>
          <p:nvPr/>
        </p:nvSpPr>
        <p:spPr>
          <a:xfrm>
            <a:off x="4985144" y="4829289"/>
            <a:ext cx="9046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Latency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8435026B-58E3-B40F-DF9B-ECE713ABAF8D}"/>
              </a:ext>
            </a:extLst>
          </p:cNvPr>
          <p:cNvCxnSpPr>
            <a:cxnSpLocks/>
          </p:cNvCxnSpPr>
          <p:nvPr/>
        </p:nvCxnSpPr>
        <p:spPr>
          <a:xfrm flipV="1">
            <a:off x="4168369" y="4358345"/>
            <a:ext cx="0" cy="470944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4539604D-85FD-44C7-47C5-C801FDDF4090}"/>
              </a:ext>
            </a:extLst>
          </p:cNvPr>
          <p:cNvCxnSpPr>
            <a:cxnSpLocks/>
          </p:cNvCxnSpPr>
          <p:nvPr/>
        </p:nvCxnSpPr>
        <p:spPr>
          <a:xfrm flipV="1">
            <a:off x="4570151" y="4334246"/>
            <a:ext cx="0" cy="470944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5EDA6CD2-2233-6340-7771-93E817B5CAF3}"/>
              </a:ext>
            </a:extLst>
          </p:cNvPr>
          <p:cNvCxnSpPr/>
          <p:nvPr/>
        </p:nvCxnSpPr>
        <p:spPr>
          <a:xfrm>
            <a:off x="7393114" y="4331814"/>
            <a:ext cx="606583" cy="0"/>
          </a:xfrm>
          <a:prstGeom prst="line">
            <a:avLst/>
          </a:prstGeom>
          <a:ln w="19050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7202743E-49FD-A90E-32B4-27A6F7660665}"/>
              </a:ext>
            </a:extLst>
          </p:cNvPr>
          <p:cNvCxnSpPr/>
          <p:nvPr/>
        </p:nvCxnSpPr>
        <p:spPr>
          <a:xfrm>
            <a:off x="7999697" y="4331814"/>
            <a:ext cx="606583" cy="0"/>
          </a:xfrm>
          <a:prstGeom prst="line">
            <a:avLst/>
          </a:prstGeom>
          <a:ln w="19050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7CC21B7D-6AFB-3EB8-9F23-012CE5C93015}"/>
              </a:ext>
            </a:extLst>
          </p:cNvPr>
          <p:cNvCxnSpPr/>
          <p:nvPr/>
        </p:nvCxnSpPr>
        <p:spPr>
          <a:xfrm flipV="1">
            <a:off x="7999697" y="4179414"/>
            <a:ext cx="0" cy="152400"/>
          </a:xfrm>
          <a:prstGeom prst="line">
            <a:avLst/>
          </a:prstGeom>
          <a:ln w="19050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094C28BE-C141-99D3-B786-CF739A8181FA}"/>
              </a:ext>
            </a:extLst>
          </p:cNvPr>
          <p:cNvCxnSpPr/>
          <p:nvPr/>
        </p:nvCxnSpPr>
        <p:spPr>
          <a:xfrm>
            <a:off x="8596439" y="4331814"/>
            <a:ext cx="606583" cy="0"/>
          </a:xfrm>
          <a:prstGeom prst="line">
            <a:avLst/>
          </a:prstGeom>
          <a:ln w="19050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750C60FB-05EC-8FBC-1DB0-FB49932AA615}"/>
              </a:ext>
            </a:extLst>
          </p:cNvPr>
          <p:cNvCxnSpPr/>
          <p:nvPr/>
        </p:nvCxnSpPr>
        <p:spPr>
          <a:xfrm>
            <a:off x="9203022" y="4331814"/>
            <a:ext cx="606583" cy="0"/>
          </a:xfrm>
          <a:prstGeom prst="line">
            <a:avLst/>
          </a:prstGeom>
          <a:ln w="19050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7FBB784F-4101-9EC1-20CE-938BCD60BFE2}"/>
              </a:ext>
            </a:extLst>
          </p:cNvPr>
          <p:cNvCxnSpPr/>
          <p:nvPr/>
        </p:nvCxnSpPr>
        <p:spPr>
          <a:xfrm flipV="1">
            <a:off x="9203022" y="4179414"/>
            <a:ext cx="0" cy="152400"/>
          </a:xfrm>
          <a:prstGeom prst="line">
            <a:avLst/>
          </a:prstGeom>
          <a:ln w="19050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BE48A76A-E65E-E809-854F-236EC33A275A}"/>
              </a:ext>
            </a:extLst>
          </p:cNvPr>
          <p:cNvCxnSpPr/>
          <p:nvPr/>
        </p:nvCxnSpPr>
        <p:spPr>
          <a:xfrm flipV="1">
            <a:off x="8614502" y="4179414"/>
            <a:ext cx="0" cy="152400"/>
          </a:xfrm>
          <a:prstGeom prst="line">
            <a:avLst/>
          </a:prstGeom>
          <a:ln w="19050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3CF1B3DE-80F4-38E8-57C9-E77B655525B1}"/>
              </a:ext>
            </a:extLst>
          </p:cNvPr>
          <p:cNvSpPr txBox="1"/>
          <p:nvPr/>
        </p:nvSpPr>
        <p:spPr>
          <a:xfrm>
            <a:off x="7769985" y="4331814"/>
            <a:ext cx="4937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1.5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37DB1F8-EEFE-44EA-92AC-D29B03114426}"/>
              </a:ext>
            </a:extLst>
          </p:cNvPr>
          <p:cNvSpPr txBox="1"/>
          <p:nvPr/>
        </p:nvSpPr>
        <p:spPr>
          <a:xfrm>
            <a:off x="8374664" y="4334246"/>
            <a:ext cx="4937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4C0304A-D22D-0B4A-B7BC-0F1DBA918AAE}"/>
              </a:ext>
            </a:extLst>
          </p:cNvPr>
          <p:cNvSpPr txBox="1"/>
          <p:nvPr/>
        </p:nvSpPr>
        <p:spPr>
          <a:xfrm>
            <a:off x="8963183" y="4331814"/>
            <a:ext cx="4937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2.5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5E7A9078-FD82-E9B5-A4FF-15CFBD09DBFD}"/>
              </a:ext>
            </a:extLst>
          </p:cNvPr>
          <p:cNvCxnSpPr>
            <a:cxnSpLocks/>
          </p:cNvCxnSpPr>
          <p:nvPr/>
        </p:nvCxnSpPr>
        <p:spPr>
          <a:xfrm flipV="1">
            <a:off x="8626614" y="4343950"/>
            <a:ext cx="0" cy="446845"/>
          </a:xfrm>
          <a:prstGeom prst="straightConnector1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0ABC0DB4-C31B-523A-4976-4CDB9B88E990}"/>
              </a:ext>
            </a:extLst>
          </p:cNvPr>
          <p:cNvCxnSpPr>
            <a:cxnSpLocks/>
          </p:cNvCxnSpPr>
          <p:nvPr/>
        </p:nvCxnSpPr>
        <p:spPr>
          <a:xfrm flipV="1">
            <a:off x="9805887" y="4375538"/>
            <a:ext cx="0" cy="446845"/>
          </a:xfrm>
          <a:prstGeom prst="straightConnector1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Left Brace 43">
            <a:extLst>
              <a:ext uri="{FF2B5EF4-FFF2-40B4-BE49-F238E27FC236}">
                <a16:creationId xmlns:a16="http://schemas.microsoft.com/office/drawing/2014/main" id="{EEF93901-D75A-6F44-2E12-D5AC6196D7D7}"/>
              </a:ext>
            </a:extLst>
          </p:cNvPr>
          <p:cNvSpPr/>
          <p:nvPr/>
        </p:nvSpPr>
        <p:spPr>
          <a:xfrm rot="5400000">
            <a:off x="7822118" y="3517847"/>
            <a:ext cx="342364" cy="1213165"/>
          </a:xfrm>
          <a:prstGeom prst="leftBrace">
            <a:avLst>
              <a:gd name="adj1" fmla="val 36502"/>
              <a:gd name="adj2" fmla="val 49595"/>
            </a:avLst>
          </a:prstGeom>
          <a:ln w="19050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C237A98-CB53-B80E-C09B-2AB19C876593}"/>
              </a:ext>
            </a:extLst>
          </p:cNvPr>
          <p:cNvSpPr txBox="1"/>
          <p:nvPr/>
        </p:nvSpPr>
        <p:spPr>
          <a:xfrm>
            <a:off x="7699475" y="3661457"/>
            <a:ext cx="6535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Read</a:t>
            </a:r>
          </a:p>
        </p:txBody>
      </p:sp>
      <p:sp>
        <p:nvSpPr>
          <p:cNvPr id="46" name="Left Brace 45">
            <a:extLst>
              <a:ext uri="{FF2B5EF4-FFF2-40B4-BE49-F238E27FC236}">
                <a16:creationId xmlns:a16="http://schemas.microsoft.com/office/drawing/2014/main" id="{D5E76D3E-F08B-D7F6-AFB6-E67F6EF75970}"/>
              </a:ext>
            </a:extLst>
          </p:cNvPr>
          <p:cNvSpPr/>
          <p:nvPr/>
        </p:nvSpPr>
        <p:spPr>
          <a:xfrm rot="5400000">
            <a:off x="9048078" y="3503137"/>
            <a:ext cx="342364" cy="1213165"/>
          </a:xfrm>
          <a:prstGeom prst="leftBrace">
            <a:avLst>
              <a:gd name="adj1" fmla="val 36502"/>
              <a:gd name="adj2" fmla="val 49595"/>
            </a:avLst>
          </a:prstGeom>
          <a:ln w="19050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00A83BE-5464-F0C8-5214-50A7A9D429B7}"/>
              </a:ext>
            </a:extLst>
          </p:cNvPr>
          <p:cNvSpPr txBox="1"/>
          <p:nvPr/>
        </p:nvSpPr>
        <p:spPr>
          <a:xfrm>
            <a:off x="8925435" y="3646747"/>
            <a:ext cx="6535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Read</a:t>
            </a: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D5319B27-4BFA-105D-F0E3-EB4768DEDED9}"/>
              </a:ext>
            </a:extLst>
          </p:cNvPr>
          <p:cNvCxnSpPr/>
          <p:nvPr/>
        </p:nvCxnSpPr>
        <p:spPr>
          <a:xfrm flipV="1">
            <a:off x="9805378" y="4191550"/>
            <a:ext cx="0" cy="152400"/>
          </a:xfrm>
          <a:prstGeom prst="line">
            <a:avLst/>
          </a:prstGeom>
          <a:ln w="19050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2F3B5B4C-63CF-03D8-4E66-E5CB4590EAA0}"/>
              </a:ext>
            </a:extLst>
          </p:cNvPr>
          <p:cNvSpPr txBox="1"/>
          <p:nvPr/>
        </p:nvSpPr>
        <p:spPr>
          <a:xfrm>
            <a:off x="9570930" y="4307869"/>
            <a:ext cx="4937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4620744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0CF8EF-879C-5217-2FA1-22D8A6E825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#1 Optimizations Targeting Latency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F0DC61-430A-609F-2D8B-B284AD68F1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593986"/>
          </a:xfrm>
        </p:spPr>
        <p:txBody>
          <a:bodyPr>
            <a:normAutofit/>
          </a:bodyPr>
          <a:lstStyle/>
          <a:p>
            <a:r>
              <a:rPr lang="en-US" dirty="0"/>
              <a:t>Latency hiding using data transfers</a:t>
            </a:r>
          </a:p>
          <a:p>
            <a:pPr lvl="1"/>
            <a:r>
              <a:rPr lang="en-US" b="1" dirty="0"/>
              <a:t>Key takeaway for this course:</a:t>
            </a:r>
            <a:r>
              <a:rPr lang="en-US" dirty="0"/>
              <a:t> data transfers of sequential </a:t>
            </a:r>
            <a:r>
              <a:rPr lang="en-US" dirty="0" err="1"/>
              <a:t>datastructures</a:t>
            </a:r>
            <a:r>
              <a:rPr lang="en-US" dirty="0"/>
              <a:t> (such as arrays) leads to streaming data transfers, i.e., data transfers where latencies for the subsequent data items is hidden.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0E69569-F718-BC83-588D-B0A7FC95F215}"/>
              </a:ext>
            </a:extLst>
          </p:cNvPr>
          <p:cNvGrpSpPr/>
          <p:nvPr/>
        </p:nvGrpSpPr>
        <p:grpSpPr>
          <a:xfrm>
            <a:off x="6016894" y="3616241"/>
            <a:ext cx="4376015" cy="1089483"/>
            <a:chOff x="4495605" y="3873280"/>
            <a:chExt cx="4376015" cy="1089483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F383FD60-9C43-1DC7-3E11-DBE793E44B25}"/>
                </a:ext>
              </a:extLst>
            </p:cNvPr>
            <p:cNvGrpSpPr/>
            <p:nvPr/>
          </p:nvGrpSpPr>
          <p:grpSpPr>
            <a:xfrm>
              <a:off x="4495605" y="3873280"/>
              <a:ext cx="1612462" cy="1089483"/>
              <a:chOff x="4572000" y="3861645"/>
              <a:chExt cx="1612462" cy="1089483"/>
            </a:xfrm>
          </p:grpSpPr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4FBBEB8D-C520-28BA-4D05-D7080E78C3A9}"/>
                  </a:ext>
                </a:extLst>
              </p:cNvPr>
              <p:cNvGrpSpPr/>
              <p:nvPr/>
            </p:nvGrpSpPr>
            <p:grpSpPr>
              <a:xfrm>
                <a:off x="4572000" y="4415582"/>
                <a:ext cx="1612462" cy="535546"/>
                <a:chOff x="4572000" y="4267200"/>
                <a:chExt cx="1612462" cy="535546"/>
              </a:xfrm>
            </p:grpSpPr>
            <p:grpSp>
              <p:nvGrpSpPr>
                <p:cNvPr id="10" name="Group 9">
                  <a:extLst>
                    <a:ext uri="{FF2B5EF4-FFF2-40B4-BE49-F238E27FC236}">
                      <a16:creationId xmlns:a16="http://schemas.microsoft.com/office/drawing/2014/main" id="{8A42076A-0A4A-815A-CBC7-F2E09B0EA10D}"/>
                    </a:ext>
                  </a:extLst>
                </p:cNvPr>
                <p:cNvGrpSpPr/>
                <p:nvPr/>
              </p:nvGrpSpPr>
              <p:grpSpPr>
                <a:xfrm>
                  <a:off x="4724402" y="4267200"/>
                  <a:ext cx="1213166" cy="152400"/>
                  <a:chOff x="4724400" y="4343400"/>
                  <a:chExt cx="762000" cy="76200"/>
                </a:xfrm>
              </p:grpSpPr>
              <p:grpSp>
                <p:nvGrpSpPr>
                  <p:cNvPr id="14" name="Group 13">
                    <a:extLst>
                      <a:ext uri="{FF2B5EF4-FFF2-40B4-BE49-F238E27FC236}">
                        <a16:creationId xmlns:a16="http://schemas.microsoft.com/office/drawing/2014/main" id="{67B2AC38-9F14-9162-A616-77B3CFBD37E1}"/>
                      </a:ext>
                    </a:extLst>
                  </p:cNvPr>
                  <p:cNvGrpSpPr/>
                  <p:nvPr/>
                </p:nvGrpSpPr>
                <p:grpSpPr>
                  <a:xfrm>
                    <a:off x="4724400" y="4343400"/>
                    <a:ext cx="381000" cy="76200"/>
                    <a:chOff x="4724400" y="4343400"/>
                    <a:chExt cx="381000" cy="76200"/>
                  </a:xfrm>
                </p:grpSpPr>
                <p:cxnSp>
                  <p:nvCxnSpPr>
                    <p:cNvPr id="19" name="Straight Connector 18">
                      <a:extLst>
                        <a:ext uri="{FF2B5EF4-FFF2-40B4-BE49-F238E27FC236}">
                          <a16:creationId xmlns:a16="http://schemas.microsoft.com/office/drawing/2014/main" id="{DA0F9944-E07D-D615-635E-CDE5303F6712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4724400" y="4419600"/>
                      <a:ext cx="381000" cy="0"/>
                    </a:xfrm>
                    <a:prstGeom prst="line">
                      <a:avLst/>
                    </a:prstGeom>
                    <a:ln w="19050">
                      <a:solidFill>
                        <a:schemeClr val="bg2">
                          <a:lumMod val="10000"/>
                        </a:schemeClr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0" name="Straight Connector 19">
                      <a:extLst>
                        <a:ext uri="{FF2B5EF4-FFF2-40B4-BE49-F238E27FC236}">
                          <a16:creationId xmlns:a16="http://schemas.microsoft.com/office/drawing/2014/main" id="{AF2F5174-EF44-D211-4563-4AFFEFAB5DC1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4724400" y="4343400"/>
                      <a:ext cx="0" cy="76200"/>
                    </a:xfrm>
                    <a:prstGeom prst="line">
                      <a:avLst/>
                    </a:prstGeom>
                    <a:ln w="19050">
                      <a:solidFill>
                        <a:schemeClr val="bg2">
                          <a:lumMod val="10000"/>
                        </a:schemeClr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15" name="Group 14">
                    <a:extLst>
                      <a:ext uri="{FF2B5EF4-FFF2-40B4-BE49-F238E27FC236}">
                        <a16:creationId xmlns:a16="http://schemas.microsoft.com/office/drawing/2014/main" id="{152D069C-5929-3EB4-8668-C18506E03116}"/>
                      </a:ext>
                    </a:extLst>
                  </p:cNvPr>
                  <p:cNvGrpSpPr/>
                  <p:nvPr/>
                </p:nvGrpSpPr>
                <p:grpSpPr>
                  <a:xfrm>
                    <a:off x="5105400" y="4343400"/>
                    <a:ext cx="381000" cy="76200"/>
                    <a:chOff x="4724400" y="4343400"/>
                    <a:chExt cx="381000" cy="76200"/>
                  </a:xfrm>
                </p:grpSpPr>
                <p:cxnSp>
                  <p:nvCxnSpPr>
                    <p:cNvPr id="17" name="Straight Connector 16">
                      <a:extLst>
                        <a:ext uri="{FF2B5EF4-FFF2-40B4-BE49-F238E27FC236}">
                          <a16:creationId xmlns:a16="http://schemas.microsoft.com/office/drawing/2014/main" id="{B80B9518-ECDC-D04E-CBE0-D84907C5E689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4724400" y="4419600"/>
                      <a:ext cx="381000" cy="0"/>
                    </a:xfrm>
                    <a:prstGeom prst="line">
                      <a:avLst/>
                    </a:prstGeom>
                    <a:ln w="19050">
                      <a:solidFill>
                        <a:schemeClr val="bg2">
                          <a:lumMod val="10000"/>
                        </a:schemeClr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8" name="Straight Connector 17">
                      <a:extLst>
                        <a:ext uri="{FF2B5EF4-FFF2-40B4-BE49-F238E27FC236}">
                          <a16:creationId xmlns:a16="http://schemas.microsoft.com/office/drawing/2014/main" id="{5BD1176E-260E-959D-AA38-72DA65C06A16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4724400" y="4343400"/>
                      <a:ext cx="0" cy="76200"/>
                    </a:xfrm>
                    <a:prstGeom prst="line">
                      <a:avLst/>
                    </a:prstGeom>
                    <a:ln w="19050">
                      <a:solidFill>
                        <a:schemeClr val="bg2">
                          <a:lumMod val="10000"/>
                        </a:schemeClr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cxnSp>
                <p:nvCxnSpPr>
                  <p:cNvPr id="16" name="Straight Connector 15">
                    <a:extLst>
                      <a:ext uri="{FF2B5EF4-FFF2-40B4-BE49-F238E27FC236}">
                        <a16:creationId xmlns:a16="http://schemas.microsoft.com/office/drawing/2014/main" id="{0CBE8729-63D6-897B-ADAE-859292668750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5486400" y="4343400"/>
                    <a:ext cx="0" cy="76200"/>
                  </a:xfrm>
                  <a:prstGeom prst="line">
                    <a:avLst/>
                  </a:prstGeom>
                  <a:ln w="19050">
                    <a:solidFill>
                      <a:schemeClr val="bg2">
                        <a:lumMod val="10000"/>
                      </a:schemeClr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67B5787A-CD4D-A3D2-BEC5-B099EFB92925}"/>
                    </a:ext>
                  </a:extLst>
                </p:cNvPr>
                <p:cNvSpPr txBox="1"/>
                <p:nvPr/>
              </p:nvSpPr>
              <p:spPr>
                <a:xfrm>
                  <a:off x="4572000" y="4431268"/>
                  <a:ext cx="3810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>
                      <a:solidFill>
                        <a:schemeClr val="bg2">
                          <a:lumMod val="10000"/>
                        </a:schemeClr>
                      </a:solidFill>
                    </a:rPr>
                    <a:t>0</a:t>
                  </a:r>
                </a:p>
              </p:txBody>
            </p:sp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99B505BA-6C29-30C0-43EA-A8970284653C}"/>
                    </a:ext>
                  </a:extLst>
                </p:cNvPr>
                <p:cNvSpPr txBox="1"/>
                <p:nvPr/>
              </p:nvSpPr>
              <p:spPr>
                <a:xfrm>
                  <a:off x="5027691" y="4431268"/>
                  <a:ext cx="49379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dirty="0">
                      <a:solidFill>
                        <a:schemeClr val="bg2">
                          <a:lumMod val="10000"/>
                        </a:schemeClr>
                      </a:solidFill>
                    </a:rPr>
                    <a:t>0.5</a:t>
                  </a:r>
                </a:p>
              </p:txBody>
            </p:sp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5BD05185-45FE-D18F-035E-04FA69066863}"/>
                    </a:ext>
                  </a:extLst>
                </p:cNvPr>
                <p:cNvSpPr txBox="1"/>
                <p:nvPr/>
              </p:nvSpPr>
              <p:spPr>
                <a:xfrm>
                  <a:off x="5690670" y="4433414"/>
                  <a:ext cx="49379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dirty="0">
                      <a:solidFill>
                        <a:schemeClr val="bg2">
                          <a:lumMod val="10000"/>
                        </a:schemeClr>
                      </a:solidFill>
                    </a:rPr>
                    <a:t>1</a:t>
                  </a:r>
                </a:p>
              </p:txBody>
            </p:sp>
          </p:grpSp>
          <p:sp>
            <p:nvSpPr>
              <p:cNvPr id="8" name="Left Brace 7">
                <a:extLst>
                  <a:ext uri="{FF2B5EF4-FFF2-40B4-BE49-F238E27FC236}">
                    <a16:creationId xmlns:a16="http://schemas.microsoft.com/office/drawing/2014/main" id="{716533B5-EA88-0A74-49A5-EAB802A3F659}"/>
                  </a:ext>
                </a:extLst>
              </p:cNvPr>
              <p:cNvSpPr/>
              <p:nvPr/>
            </p:nvSpPr>
            <p:spPr>
              <a:xfrm rot="5400000">
                <a:off x="5159801" y="3718035"/>
                <a:ext cx="342364" cy="1213165"/>
              </a:xfrm>
              <a:prstGeom prst="leftBrace">
                <a:avLst>
                  <a:gd name="adj1" fmla="val 36502"/>
                  <a:gd name="adj2" fmla="val 49595"/>
                </a:avLst>
              </a:prstGeom>
              <a:ln w="19050">
                <a:solidFill>
                  <a:schemeClr val="bg2">
                    <a:lumMod val="1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3E3300B-7E6A-7D3B-F94B-46FBAF6E52EB}"/>
                  </a:ext>
                </a:extLst>
              </p:cNvPr>
              <p:cNvSpPr txBox="1"/>
              <p:nvPr/>
            </p:nvSpPr>
            <p:spPr>
              <a:xfrm>
                <a:off x="5037158" y="3861645"/>
                <a:ext cx="65351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Read</a:t>
                </a:r>
              </a:p>
            </p:txBody>
          </p:sp>
        </p:grp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4F2FB98-953D-FE0F-5A61-BC78322A79F7}"/>
                </a:ext>
              </a:extLst>
            </p:cNvPr>
            <p:cNvSpPr txBox="1"/>
            <p:nvPr/>
          </p:nvSpPr>
          <p:spPr>
            <a:xfrm>
              <a:off x="8414420" y="4532330"/>
              <a:ext cx="457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2">
                      <a:lumMod val="10000"/>
                    </a:schemeClr>
                  </a:solidFill>
                </a:rPr>
                <a:t>ns</a:t>
              </a:r>
            </a:p>
          </p:txBody>
        </p:sp>
      </p:grp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B264DBA-C37C-1FD5-E8FD-5EA0B3362CD7}"/>
              </a:ext>
            </a:extLst>
          </p:cNvPr>
          <p:cNvCxnSpPr>
            <a:cxnSpLocks/>
            <a:stCxn id="11" idx="0"/>
          </p:cNvCxnSpPr>
          <p:nvPr/>
        </p:nvCxnSpPr>
        <p:spPr>
          <a:xfrm flipH="1">
            <a:off x="3762894" y="4334246"/>
            <a:ext cx="2444500" cy="3082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677FF109-7D60-C3E5-E2D0-5B03381A99FD}"/>
              </a:ext>
            </a:extLst>
          </p:cNvPr>
          <p:cNvSpPr txBox="1"/>
          <p:nvPr/>
        </p:nvSpPr>
        <p:spPr>
          <a:xfrm>
            <a:off x="3667245" y="4459957"/>
            <a:ext cx="653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-19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9B57A33-C419-A2A7-323F-3D4EBBC8C93D}"/>
              </a:ext>
            </a:extLst>
          </p:cNvPr>
          <p:cNvSpPr txBox="1"/>
          <p:nvPr/>
        </p:nvSpPr>
        <p:spPr>
          <a:xfrm>
            <a:off x="9701523" y="5754211"/>
            <a:ext cx="15189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Read Request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1C0C61D-4747-74AE-A658-DC70FFAA7239}"/>
              </a:ext>
            </a:extLst>
          </p:cNvPr>
          <p:cNvSpPr txBox="1"/>
          <p:nvPr/>
        </p:nvSpPr>
        <p:spPr>
          <a:xfrm>
            <a:off x="9690897" y="6123543"/>
            <a:ext cx="20935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Times of data arrival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AB352366-D6C8-3C15-FCA2-62BE56BDA28F}"/>
              </a:ext>
            </a:extLst>
          </p:cNvPr>
          <p:cNvCxnSpPr>
            <a:cxnSpLocks/>
          </p:cNvCxnSpPr>
          <p:nvPr/>
        </p:nvCxnSpPr>
        <p:spPr>
          <a:xfrm flipV="1">
            <a:off x="3775824" y="4351439"/>
            <a:ext cx="0" cy="470944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C37C1DC6-88A1-3541-37B4-B3C52AA65940}"/>
              </a:ext>
            </a:extLst>
          </p:cNvPr>
          <p:cNvCxnSpPr>
            <a:cxnSpLocks/>
          </p:cNvCxnSpPr>
          <p:nvPr/>
        </p:nvCxnSpPr>
        <p:spPr>
          <a:xfrm flipV="1">
            <a:off x="7382460" y="4358345"/>
            <a:ext cx="0" cy="446845"/>
          </a:xfrm>
          <a:prstGeom prst="straightConnector1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252381D0-7AD8-6543-0928-9475FD9A4763}"/>
              </a:ext>
            </a:extLst>
          </p:cNvPr>
          <p:cNvSpPr txBox="1"/>
          <p:nvPr/>
        </p:nvSpPr>
        <p:spPr>
          <a:xfrm>
            <a:off x="4985144" y="4829289"/>
            <a:ext cx="9046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Latency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8435026B-58E3-B40F-DF9B-ECE713ABAF8D}"/>
              </a:ext>
            </a:extLst>
          </p:cNvPr>
          <p:cNvCxnSpPr>
            <a:cxnSpLocks/>
          </p:cNvCxnSpPr>
          <p:nvPr/>
        </p:nvCxnSpPr>
        <p:spPr>
          <a:xfrm flipV="1">
            <a:off x="4168369" y="4358345"/>
            <a:ext cx="0" cy="470944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4539604D-85FD-44C7-47C5-C801FDDF4090}"/>
              </a:ext>
            </a:extLst>
          </p:cNvPr>
          <p:cNvCxnSpPr>
            <a:cxnSpLocks/>
          </p:cNvCxnSpPr>
          <p:nvPr/>
        </p:nvCxnSpPr>
        <p:spPr>
          <a:xfrm flipV="1">
            <a:off x="4570151" y="4334246"/>
            <a:ext cx="0" cy="470944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5EDA6CD2-2233-6340-7771-93E817B5CAF3}"/>
              </a:ext>
            </a:extLst>
          </p:cNvPr>
          <p:cNvCxnSpPr/>
          <p:nvPr/>
        </p:nvCxnSpPr>
        <p:spPr>
          <a:xfrm>
            <a:off x="7393114" y="4331814"/>
            <a:ext cx="606583" cy="0"/>
          </a:xfrm>
          <a:prstGeom prst="line">
            <a:avLst/>
          </a:prstGeom>
          <a:ln w="19050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7202743E-49FD-A90E-32B4-27A6F7660665}"/>
              </a:ext>
            </a:extLst>
          </p:cNvPr>
          <p:cNvCxnSpPr/>
          <p:nvPr/>
        </p:nvCxnSpPr>
        <p:spPr>
          <a:xfrm>
            <a:off x="7999697" y="4331814"/>
            <a:ext cx="606583" cy="0"/>
          </a:xfrm>
          <a:prstGeom prst="line">
            <a:avLst/>
          </a:prstGeom>
          <a:ln w="19050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7CC21B7D-6AFB-3EB8-9F23-012CE5C93015}"/>
              </a:ext>
            </a:extLst>
          </p:cNvPr>
          <p:cNvCxnSpPr/>
          <p:nvPr/>
        </p:nvCxnSpPr>
        <p:spPr>
          <a:xfrm flipV="1">
            <a:off x="7999697" y="4179414"/>
            <a:ext cx="0" cy="152400"/>
          </a:xfrm>
          <a:prstGeom prst="line">
            <a:avLst/>
          </a:prstGeom>
          <a:ln w="19050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094C28BE-C141-99D3-B786-CF739A8181FA}"/>
              </a:ext>
            </a:extLst>
          </p:cNvPr>
          <p:cNvCxnSpPr/>
          <p:nvPr/>
        </p:nvCxnSpPr>
        <p:spPr>
          <a:xfrm>
            <a:off x="8596439" y="4331814"/>
            <a:ext cx="606583" cy="0"/>
          </a:xfrm>
          <a:prstGeom prst="line">
            <a:avLst/>
          </a:prstGeom>
          <a:ln w="19050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750C60FB-05EC-8FBC-1DB0-FB49932AA615}"/>
              </a:ext>
            </a:extLst>
          </p:cNvPr>
          <p:cNvCxnSpPr/>
          <p:nvPr/>
        </p:nvCxnSpPr>
        <p:spPr>
          <a:xfrm>
            <a:off x="9203022" y="4331814"/>
            <a:ext cx="606583" cy="0"/>
          </a:xfrm>
          <a:prstGeom prst="line">
            <a:avLst/>
          </a:prstGeom>
          <a:ln w="19050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7FBB784F-4101-9EC1-20CE-938BCD60BFE2}"/>
              </a:ext>
            </a:extLst>
          </p:cNvPr>
          <p:cNvCxnSpPr/>
          <p:nvPr/>
        </p:nvCxnSpPr>
        <p:spPr>
          <a:xfrm flipV="1">
            <a:off x="9203022" y="4179414"/>
            <a:ext cx="0" cy="152400"/>
          </a:xfrm>
          <a:prstGeom prst="line">
            <a:avLst/>
          </a:prstGeom>
          <a:ln w="19050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BE48A76A-E65E-E809-854F-236EC33A275A}"/>
              </a:ext>
            </a:extLst>
          </p:cNvPr>
          <p:cNvCxnSpPr/>
          <p:nvPr/>
        </p:nvCxnSpPr>
        <p:spPr>
          <a:xfrm flipV="1">
            <a:off x="8614502" y="4179414"/>
            <a:ext cx="0" cy="152400"/>
          </a:xfrm>
          <a:prstGeom prst="line">
            <a:avLst/>
          </a:prstGeom>
          <a:ln w="19050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3CF1B3DE-80F4-38E8-57C9-E77B655525B1}"/>
              </a:ext>
            </a:extLst>
          </p:cNvPr>
          <p:cNvSpPr txBox="1"/>
          <p:nvPr/>
        </p:nvSpPr>
        <p:spPr>
          <a:xfrm>
            <a:off x="7769985" y="4331814"/>
            <a:ext cx="4937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1.5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37DB1F8-EEFE-44EA-92AC-D29B03114426}"/>
              </a:ext>
            </a:extLst>
          </p:cNvPr>
          <p:cNvSpPr txBox="1"/>
          <p:nvPr/>
        </p:nvSpPr>
        <p:spPr>
          <a:xfrm>
            <a:off x="8374664" y="4334246"/>
            <a:ext cx="4937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4C0304A-D22D-0B4A-B7BC-0F1DBA918AAE}"/>
              </a:ext>
            </a:extLst>
          </p:cNvPr>
          <p:cNvSpPr txBox="1"/>
          <p:nvPr/>
        </p:nvSpPr>
        <p:spPr>
          <a:xfrm>
            <a:off x="8963183" y="4331814"/>
            <a:ext cx="4937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2.5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5E7A9078-FD82-E9B5-A4FF-15CFBD09DBFD}"/>
              </a:ext>
            </a:extLst>
          </p:cNvPr>
          <p:cNvCxnSpPr>
            <a:cxnSpLocks/>
          </p:cNvCxnSpPr>
          <p:nvPr/>
        </p:nvCxnSpPr>
        <p:spPr>
          <a:xfrm flipV="1">
            <a:off x="8626614" y="4343950"/>
            <a:ext cx="0" cy="446845"/>
          </a:xfrm>
          <a:prstGeom prst="straightConnector1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0ABC0DB4-C31B-523A-4976-4CDB9B88E990}"/>
              </a:ext>
            </a:extLst>
          </p:cNvPr>
          <p:cNvCxnSpPr>
            <a:cxnSpLocks/>
          </p:cNvCxnSpPr>
          <p:nvPr/>
        </p:nvCxnSpPr>
        <p:spPr>
          <a:xfrm flipV="1">
            <a:off x="9805887" y="4375538"/>
            <a:ext cx="0" cy="446845"/>
          </a:xfrm>
          <a:prstGeom prst="straightConnector1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Left Brace 43">
            <a:extLst>
              <a:ext uri="{FF2B5EF4-FFF2-40B4-BE49-F238E27FC236}">
                <a16:creationId xmlns:a16="http://schemas.microsoft.com/office/drawing/2014/main" id="{EEF93901-D75A-6F44-2E12-D5AC6196D7D7}"/>
              </a:ext>
            </a:extLst>
          </p:cNvPr>
          <p:cNvSpPr/>
          <p:nvPr/>
        </p:nvSpPr>
        <p:spPr>
          <a:xfrm rot="5400000">
            <a:off x="7822118" y="3517847"/>
            <a:ext cx="342364" cy="1213165"/>
          </a:xfrm>
          <a:prstGeom prst="leftBrace">
            <a:avLst>
              <a:gd name="adj1" fmla="val 36502"/>
              <a:gd name="adj2" fmla="val 49595"/>
            </a:avLst>
          </a:prstGeom>
          <a:ln w="19050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C237A98-CB53-B80E-C09B-2AB19C876593}"/>
              </a:ext>
            </a:extLst>
          </p:cNvPr>
          <p:cNvSpPr txBox="1"/>
          <p:nvPr/>
        </p:nvSpPr>
        <p:spPr>
          <a:xfrm>
            <a:off x="7699475" y="3661457"/>
            <a:ext cx="6535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Read</a:t>
            </a:r>
          </a:p>
        </p:txBody>
      </p:sp>
      <p:sp>
        <p:nvSpPr>
          <p:cNvPr id="46" name="Left Brace 45">
            <a:extLst>
              <a:ext uri="{FF2B5EF4-FFF2-40B4-BE49-F238E27FC236}">
                <a16:creationId xmlns:a16="http://schemas.microsoft.com/office/drawing/2014/main" id="{D5E76D3E-F08B-D7F6-AFB6-E67F6EF75970}"/>
              </a:ext>
            </a:extLst>
          </p:cNvPr>
          <p:cNvSpPr/>
          <p:nvPr/>
        </p:nvSpPr>
        <p:spPr>
          <a:xfrm rot="5400000">
            <a:off x="9048078" y="3503137"/>
            <a:ext cx="342364" cy="1213165"/>
          </a:xfrm>
          <a:prstGeom prst="leftBrace">
            <a:avLst>
              <a:gd name="adj1" fmla="val 36502"/>
              <a:gd name="adj2" fmla="val 49595"/>
            </a:avLst>
          </a:prstGeom>
          <a:ln w="19050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00A83BE-5464-F0C8-5214-50A7A9D429B7}"/>
              </a:ext>
            </a:extLst>
          </p:cNvPr>
          <p:cNvSpPr txBox="1"/>
          <p:nvPr/>
        </p:nvSpPr>
        <p:spPr>
          <a:xfrm>
            <a:off x="8925435" y="3646747"/>
            <a:ext cx="6535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Read</a:t>
            </a: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D5319B27-4BFA-105D-F0E3-EB4768DEDED9}"/>
              </a:ext>
            </a:extLst>
          </p:cNvPr>
          <p:cNvCxnSpPr/>
          <p:nvPr/>
        </p:nvCxnSpPr>
        <p:spPr>
          <a:xfrm flipV="1">
            <a:off x="9805378" y="4191550"/>
            <a:ext cx="0" cy="152400"/>
          </a:xfrm>
          <a:prstGeom prst="line">
            <a:avLst/>
          </a:prstGeom>
          <a:ln w="19050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2F3B5B4C-63CF-03D8-4E66-E5CB4590EAA0}"/>
              </a:ext>
            </a:extLst>
          </p:cNvPr>
          <p:cNvSpPr txBox="1"/>
          <p:nvPr/>
        </p:nvSpPr>
        <p:spPr>
          <a:xfrm>
            <a:off x="9570930" y="4307869"/>
            <a:ext cx="4937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AEC2CF6-0708-622F-2763-15BDC3A8FB82}"/>
              </a:ext>
            </a:extLst>
          </p:cNvPr>
          <p:cNvSpPr txBox="1"/>
          <p:nvPr/>
        </p:nvSpPr>
        <p:spPr>
          <a:xfrm>
            <a:off x="1005234" y="5256286"/>
            <a:ext cx="68670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Recall last class: Fetch request format: read 100 elements starting at location 0.</a:t>
            </a:r>
          </a:p>
        </p:txBody>
      </p:sp>
    </p:spTree>
    <p:extLst>
      <p:ext uri="{BB962C8B-B14F-4D97-AF65-F5344CB8AC3E}">
        <p14:creationId xmlns:p14="http://schemas.microsoft.com/office/powerpoint/2010/main" val="35853187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C0D53F-EAFA-AE19-48ED-A1422D0002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#1 Optimizations Targeting Latency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CE6346-D5E1-3298-C127-A373C5787E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Latency hiding using computation</a:t>
            </a:r>
          </a:p>
          <a:p>
            <a:endParaRPr lang="en-US" dirty="0"/>
          </a:p>
          <a:p>
            <a:r>
              <a:rPr lang="en-US" dirty="0"/>
              <a:t>Several mechanisms exist</a:t>
            </a:r>
          </a:p>
          <a:p>
            <a:pPr lvl="1"/>
            <a:r>
              <a:rPr lang="en-US" dirty="0"/>
              <a:t>Prefetching</a:t>
            </a:r>
          </a:p>
          <a:p>
            <a:pPr lvl="1"/>
            <a:r>
              <a:rPr lang="en-US" dirty="0"/>
              <a:t>Thread switching</a:t>
            </a:r>
          </a:p>
          <a:p>
            <a:pPr lvl="1"/>
            <a:r>
              <a:rPr lang="en-US" dirty="0"/>
              <a:t>…</a:t>
            </a:r>
          </a:p>
          <a:p>
            <a:endParaRPr lang="en-US" dirty="0"/>
          </a:p>
          <a:p>
            <a:r>
              <a:rPr lang="en-US" dirty="0"/>
              <a:t>Mostly provided by the hardware/operating system</a:t>
            </a:r>
          </a:p>
          <a:p>
            <a:endParaRPr lang="en-US" dirty="0"/>
          </a:p>
          <a:p>
            <a:r>
              <a:rPr lang="en-US" dirty="0"/>
              <a:t>Prefetching is provided as an option to algorithm developer – we will revisit later in the class</a:t>
            </a:r>
          </a:p>
        </p:txBody>
      </p:sp>
    </p:spTree>
    <p:extLst>
      <p:ext uri="{BB962C8B-B14F-4D97-AF65-F5344CB8AC3E}">
        <p14:creationId xmlns:p14="http://schemas.microsoft.com/office/powerpoint/2010/main" val="42276762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0AD6D3-0D84-9D77-1991-6E37AC3BF1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#1 Optimizations Targeting Latency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3E6FC74-0381-56F9-E4E6-0654E7CA435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Optimizations that you can use in your algorithms</a:t>
                </a:r>
              </a:p>
              <a:p>
                <a:endParaRPr lang="en-US" dirty="0"/>
              </a:p>
              <a:p>
                <a:pPr marL="514350" indent="-514350">
                  <a:buAutoNum type="arabicPeriod"/>
                </a:pPr>
                <a:r>
                  <a:rPr lang="en-US" dirty="0"/>
                  <a:t>Store the data in arrays in a sequential manner, in the order in which the algorithm is expected to access it (</a:t>
                </a:r>
                <a:r>
                  <a:rPr lang="en-US" b="1" dirty="0"/>
                  <a:t>Data layout optimizations that we will discuss later in today’s lecture</a:t>
                </a:r>
                <a:r>
                  <a:rPr lang="en-US" dirty="0"/>
                  <a:t>)</a:t>
                </a:r>
              </a:p>
              <a:p>
                <a:pPr marL="514350" indent="-514350">
                  <a:buAutoNum type="arabicPeriod"/>
                </a:pPr>
                <a:r>
                  <a:rPr lang="en-US" dirty="0"/>
                  <a:t>Prefetch the data into the local memory before the computations begin (</a:t>
                </a:r>
                <a:r>
                  <a:rPr lang="en-US" b="1" dirty="0"/>
                  <a:t>Will discuss later today and in GPU programming lectures</a:t>
                </a:r>
                <a:r>
                  <a:rPr lang="en-US" dirty="0"/>
                  <a:t>)</a:t>
                </a:r>
              </a:p>
              <a:p>
                <a:pPr marL="514350" indent="-514350">
                  <a:buAutoNum type="arabicPeriod"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>
                    <a:solidFill>
                      <a:srgbClr val="C00000"/>
                    </a:solidFill>
                  </a:rPr>
                  <a:t>Requires Cache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 a local on-chip memory where data can be stored till all the computations are performed</a:t>
                </a:r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3E6FC74-0381-56F9-E4E6-0654E7CA435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3081" r="-11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211490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3EDD4B-337D-FB22-CD18-87B605CD9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#2 Optimizations to Improve Bandwidth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01B0D0-9640-B2BE-B372-BFC981A142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231647"/>
          </a:xfrm>
        </p:spPr>
        <p:txBody>
          <a:bodyPr/>
          <a:lstStyle/>
          <a:p>
            <a:r>
              <a:rPr lang="en-US" dirty="0"/>
              <a:t>Key Idea</a:t>
            </a:r>
          </a:p>
          <a:p>
            <a:pPr lvl="1"/>
            <a:r>
              <a:rPr lang="en-US" dirty="0"/>
              <a:t>Memory systems have wide “buses” – bunch of wires that transfer data from memory to processors</a:t>
            </a:r>
          </a:p>
          <a:p>
            <a:pPr lvl="1"/>
            <a:r>
              <a:rPr lang="en-US" dirty="0"/>
              <a:t>Bandwidth is essentially </a:t>
            </a:r>
            <a:r>
              <a:rPr lang="en-US" dirty="0" err="1"/>
              <a:t>buswidth</a:t>
            </a:r>
            <a:r>
              <a:rPr lang="en-US" dirty="0"/>
              <a:t> X clock frequency</a:t>
            </a:r>
          </a:p>
          <a:p>
            <a:pPr lvl="1"/>
            <a:r>
              <a:rPr lang="en-US" dirty="0"/>
              <a:t>Pack the bus as much as possible in each cycle to transfer more data 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BAB8B87-DA06-97D1-0184-D3851E6C08AC}"/>
              </a:ext>
            </a:extLst>
          </p:cNvPr>
          <p:cNvSpPr/>
          <p:nvPr/>
        </p:nvSpPr>
        <p:spPr>
          <a:xfrm>
            <a:off x="7381803" y="5604268"/>
            <a:ext cx="760610" cy="729734"/>
          </a:xfrm>
          <a:prstGeom prst="ellipse">
            <a:avLst/>
          </a:prstGeom>
          <a:noFill/>
          <a:ln w="1905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2">
                    <a:lumMod val="10000"/>
                  </a:schemeClr>
                </a:solidFill>
              </a:rPr>
              <a:t>P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13F52A7-7840-0DC7-548D-E5CC2618B6B1}"/>
              </a:ext>
            </a:extLst>
          </p:cNvPr>
          <p:cNvCxnSpPr>
            <a:cxnSpLocks/>
          </p:cNvCxnSpPr>
          <p:nvPr/>
        </p:nvCxnSpPr>
        <p:spPr>
          <a:xfrm>
            <a:off x="7059846" y="4810227"/>
            <a:ext cx="0" cy="609600"/>
          </a:xfrm>
          <a:prstGeom prst="straightConnector1">
            <a:avLst/>
          </a:prstGeom>
          <a:ln w="19050">
            <a:solidFill>
              <a:schemeClr val="bg2">
                <a:lumMod val="10000"/>
              </a:schemeClr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6B438198-48A5-09E0-24AB-7CDA632DA9C1}"/>
              </a:ext>
            </a:extLst>
          </p:cNvPr>
          <p:cNvSpPr/>
          <p:nvPr/>
        </p:nvSpPr>
        <p:spPr>
          <a:xfrm>
            <a:off x="6945534" y="4270768"/>
            <a:ext cx="1484906" cy="533400"/>
          </a:xfrm>
          <a:prstGeom prst="rect">
            <a:avLst/>
          </a:prstGeom>
          <a:ln w="19050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M (DRAM)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34191FF-11C6-30E8-A72A-6AFCC3240192}"/>
              </a:ext>
            </a:extLst>
          </p:cNvPr>
          <p:cNvCxnSpPr>
            <a:cxnSpLocks/>
          </p:cNvCxnSpPr>
          <p:nvPr/>
        </p:nvCxnSpPr>
        <p:spPr>
          <a:xfrm>
            <a:off x="7212246" y="4810227"/>
            <a:ext cx="0" cy="609600"/>
          </a:xfrm>
          <a:prstGeom prst="straightConnector1">
            <a:avLst/>
          </a:prstGeom>
          <a:ln w="19050">
            <a:solidFill>
              <a:schemeClr val="bg2">
                <a:lumMod val="10000"/>
              </a:schemeClr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4FD559F-9347-BEC6-9BDD-03DB65358DB2}"/>
              </a:ext>
            </a:extLst>
          </p:cNvPr>
          <p:cNvCxnSpPr>
            <a:cxnSpLocks/>
          </p:cNvCxnSpPr>
          <p:nvPr/>
        </p:nvCxnSpPr>
        <p:spPr>
          <a:xfrm>
            <a:off x="7381803" y="4810227"/>
            <a:ext cx="0" cy="609600"/>
          </a:xfrm>
          <a:prstGeom prst="straightConnector1">
            <a:avLst/>
          </a:prstGeom>
          <a:ln w="19050">
            <a:solidFill>
              <a:schemeClr val="bg2">
                <a:lumMod val="10000"/>
              </a:schemeClr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728354C-7F06-91A4-07C2-6943A2F1804C}"/>
              </a:ext>
            </a:extLst>
          </p:cNvPr>
          <p:cNvCxnSpPr>
            <a:cxnSpLocks/>
          </p:cNvCxnSpPr>
          <p:nvPr/>
        </p:nvCxnSpPr>
        <p:spPr>
          <a:xfrm>
            <a:off x="7534203" y="4810227"/>
            <a:ext cx="0" cy="609600"/>
          </a:xfrm>
          <a:prstGeom prst="straightConnector1">
            <a:avLst/>
          </a:prstGeom>
          <a:ln w="19050">
            <a:solidFill>
              <a:schemeClr val="bg2">
                <a:lumMod val="10000"/>
              </a:schemeClr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A2C95CB-E697-F508-D381-AED498269C28}"/>
              </a:ext>
            </a:extLst>
          </p:cNvPr>
          <p:cNvCxnSpPr>
            <a:cxnSpLocks/>
          </p:cNvCxnSpPr>
          <p:nvPr/>
        </p:nvCxnSpPr>
        <p:spPr>
          <a:xfrm>
            <a:off x="7866254" y="4794141"/>
            <a:ext cx="0" cy="609600"/>
          </a:xfrm>
          <a:prstGeom prst="straightConnector1">
            <a:avLst/>
          </a:prstGeom>
          <a:ln w="19050">
            <a:solidFill>
              <a:schemeClr val="bg2">
                <a:lumMod val="10000"/>
              </a:schemeClr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DBC1D2E-5244-7009-CBCB-33C4F3ADF103}"/>
              </a:ext>
            </a:extLst>
          </p:cNvPr>
          <p:cNvCxnSpPr>
            <a:cxnSpLocks/>
          </p:cNvCxnSpPr>
          <p:nvPr/>
        </p:nvCxnSpPr>
        <p:spPr>
          <a:xfrm>
            <a:off x="8018654" y="4794141"/>
            <a:ext cx="0" cy="609600"/>
          </a:xfrm>
          <a:prstGeom prst="straightConnector1">
            <a:avLst/>
          </a:prstGeom>
          <a:ln w="19050">
            <a:solidFill>
              <a:schemeClr val="bg2">
                <a:lumMod val="10000"/>
              </a:schemeClr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3EB3C12-954A-CA51-F0CB-0BA75D0C71FF}"/>
              </a:ext>
            </a:extLst>
          </p:cNvPr>
          <p:cNvCxnSpPr>
            <a:cxnSpLocks/>
          </p:cNvCxnSpPr>
          <p:nvPr/>
        </p:nvCxnSpPr>
        <p:spPr>
          <a:xfrm>
            <a:off x="8188211" y="4794141"/>
            <a:ext cx="0" cy="609600"/>
          </a:xfrm>
          <a:prstGeom prst="straightConnector1">
            <a:avLst/>
          </a:prstGeom>
          <a:ln w="19050">
            <a:solidFill>
              <a:schemeClr val="bg2">
                <a:lumMod val="10000"/>
              </a:schemeClr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B38F53F-D303-74F5-47A7-74D3FCB8D81F}"/>
              </a:ext>
            </a:extLst>
          </p:cNvPr>
          <p:cNvCxnSpPr>
            <a:cxnSpLocks/>
          </p:cNvCxnSpPr>
          <p:nvPr/>
        </p:nvCxnSpPr>
        <p:spPr>
          <a:xfrm>
            <a:off x="8340611" y="4794141"/>
            <a:ext cx="0" cy="609600"/>
          </a:xfrm>
          <a:prstGeom prst="straightConnector1">
            <a:avLst/>
          </a:prstGeom>
          <a:ln w="19050">
            <a:solidFill>
              <a:schemeClr val="bg2">
                <a:lumMod val="10000"/>
              </a:schemeClr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5A0F519D-71E7-61DD-6874-557A2D139B37}"/>
              </a:ext>
            </a:extLst>
          </p:cNvPr>
          <p:cNvSpPr txBox="1"/>
          <p:nvPr/>
        </p:nvSpPr>
        <p:spPr>
          <a:xfrm>
            <a:off x="3342858" y="496823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chemeClr val="bg2">
                    <a:lumMod val="10000"/>
                  </a:schemeClr>
                </a:solidFill>
              </a:rPr>
              <a:t>64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8EAE685-FB0A-B7C3-9943-BB7FD114BD10}"/>
              </a:ext>
            </a:extLst>
          </p:cNvPr>
          <p:cNvSpPr/>
          <p:nvPr/>
        </p:nvSpPr>
        <p:spPr>
          <a:xfrm>
            <a:off x="2790606" y="5413768"/>
            <a:ext cx="760610" cy="729734"/>
          </a:xfrm>
          <a:prstGeom prst="ellipse">
            <a:avLst/>
          </a:prstGeom>
          <a:noFill/>
          <a:ln w="1905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2">
                    <a:lumMod val="10000"/>
                  </a:schemeClr>
                </a:solidFill>
              </a:rPr>
              <a:t>P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61246E3-4499-AC80-65CD-1712BA97BE48}"/>
              </a:ext>
            </a:extLst>
          </p:cNvPr>
          <p:cNvCxnSpPr>
            <a:endCxn id="17" idx="0"/>
          </p:cNvCxnSpPr>
          <p:nvPr/>
        </p:nvCxnSpPr>
        <p:spPr>
          <a:xfrm>
            <a:off x="3170911" y="4804168"/>
            <a:ext cx="0" cy="609600"/>
          </a:xfrm>
          <a:prstGeom prst="straightConnector1">
            <a:avLst/>
          </a:prstGeom>
          <a:ln w="19050">
            <a:solidFill>
              <a:schemeClr val="bg2">
                <a:lumMod val="10000"/>
              </a:schemeClr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5EC8001-914D-6C94-54D2-807C22BA0EFD}"/>
              </a:ext>
            </a:extLst>
          </p:cNvPr>
          <p:cNvCxnSpPr/>
          <p:nvPr/>
        </p:nvCxnSpPr>
        <p:spPr>
          <a:xfrm flipV="1">
            <a:off x="3038058" y="5032768"/>
            <a:ext cx="286643" cy="184666"/>
          </a:xfrm>
          <a:prstGeom prst="line">
            <a:avLst/>
          </a:prstGeom>
          <a:ln w="19050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4721E30A-7B12-17E7-6FE7-637583BDF92E}"/>
              </a:ext>
            </a:extLst>
          </p:cNvPr>
          <p:cNvSpPr/>
          <p:nvPr/>
        </p:nvSpPr>
        <p:spPr>
          <a:xfrm>
            <a:off x="2438926" y="4270768"/>
            <a:ext cx="1484906" cy="533400"/>
          </a:xfrm>
          <a:prstGeom prst="rect">
            <a:avLst/>
          </a:prstGeom>
          <a:ln w="19050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M (DRAM)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33056A2-6A0A-EF34-3071-E471684982AC}"/>
              </a:ext>
            </a:extLst>
          </p:cNvPr>
          <p:cNvSpPr txBox="1"/>
          <p:nvPr/>
        </p:nvSpPr>
        <p:spPr>
          <a:xfrm>
            <a:off x="4097086" y="5125101"/>
            <a:ext cx="236139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Should pack 64 bits in each cycle to maximize bandwidth</a:t>
            </a:r>
          </a:p>
        </p:txBody>
      </p:sp>
    </p:spTree>
    <p:extLst>
      <p:ext uri="{BB962C8B-B14F-4D97-AF65-F5344CB8AC3E}">
        <p14:creationId xmlns:p14="http://schemas.microsoft.com/office/powerpoint/2010/main" val="38903679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3EDD4B-337D-FB22-CD18-87B605CD9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#2 Optimizations to Improve Bandwidth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01B0D0-9640-B2BE-B372-BFC981A142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231647"/>
          </a:xfrm>
        </p:spPr>
        <p:txBody>
          <a:bodyPr/>
          <a:lstStyle/>
          <a:p>
            <a:r>
              <a:rPr lang="en-US" dirty="0"/>
              <a:t>In Practice</a:t>
            </a:r>
          </a:p>
          <a:p>
            <a:pPr lvl="1"/>
            <a:r>
              <a:rPr lang="en-US" dirty="0"/>
              <a:t>Accessing sequential data leads to better packing</a:t>
            </a:r>
          </a:p>
          <a:p>
            <a:pPr lvl="1"/>
            <a:r>
              <a:rPr lang="en-US" dirty="0"/>
              <a:t>Memories usually have much larger </a:t>
            </a:r>
            <a:r>
              <a:rPr lang="en-US" dirty="0" err="1"/>
              <a:t>bitwidth</a:t>
            </a:r>
            <a:r>
              <a:rPr lang="en-US" dirty="0"/>
              <a:t> than 64 bits</a:t>
            </a:r>
          </a:p>
          <a:p>
            <a:pPr lvl="2"/>
            <a:r>
              <a:rPr lang="en-US" dirty="0"/>
              <a:t>Nvidia A100’s memory has 5120 bit (615 bytes) wide bus.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BAB8B87-DA06-97D1-0184-D3851E6C08AC}"/>
              </a:ext>
            </a:extLst>
          </p:cNvPr>
          <p:cNvSpPr/>
          <p:nvPr/>
        </p:nvSpPr>
        <p:spPr>
          <a:xfrm>
            <a:off x="7381803" y="5604268"/>
            <a:ext cx="760610" cy="729734"/>
          </a:xfrm>
          <a:prstGeom prst="ellipse">
            <a:avLst/>
          </a:prstGeom>
          <a:noFill/>
          <a:ln w="1905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2">
                    <a:lumMod val="10000"/>
                  </a:schemeClr>
                </a:solidFill>
              </a:rPr>
              <a:t>P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13F52A7-7840-0DC7-548D-E5CC2618B6B1}"/>
              </a:ext>
            </a:extLst>
          </p:cNvPr>
          <p:cNvCxnSpPr>
            <a:cxnSpLocks/>
          </p:cNvCxnSpPr>
          <p:nvPr/>
        </p:nvCxnSpPr>
        <p:spPr>
          <a:xfrm>
            <a:off x="7059846" y="4810227"/>
            <a:ext cx="0" cy="609600"/>
          </a:xfrm>
          <a:prstGeom prst="straightConnector1">
            <a:avLst/>
          </a:prstGeom>
          <a:ln w="19050">
            <a:solidFill>
              <a:schemeClr val="bg2">
                <a:lumMod val="10000"/>
              </a:schemeClr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6B438198-48A5-09E0-24AB-7CDA632DA9C1}"/>
              </a:ext>
            </a:extLst>
          </p:cNvPr>
          <p:cNvSpPr/>
          <p:nvPr/>
        </p:nvSpPr>
        <p:spPr>
          <a:xfrm>
            <a:off x="6945534" y="4270768"/>
            <a:ext cx="1484906" cy="533400"/>
          </a:xfrm>
          <a:prstGeom prst="rect">
            <a:avLst/>
          </a:prstGeom>
          <a:ln w="19050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M (DRAM)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34191FF-11C6-30E8-A72A-6AFCC3240192}"/>
              </a:ext>
            </a:extLst>
          </p:cNvPr>
          <p:cNvCxnSpPr>
            <a:cxnSpLocks/>
          </p:cNvCxnSpPr>
          <p:nvPr/>
        </p:nvCxnSpPr>
        <p:spPr>
          <a:xfrm>
            <a:off x="7212246" y="4810227"/>
            <a:ext cx="0" cy="609600"/>
          </a:xfrm>
          <a:prstGeom prst="straightConnector1">
            <a:avLst/>
          </a:prstGeom>
          <a:ln w="19050">
            <a:solidFill>
              <a:schemeClr val="bg2">
                <a:lumMod val="10000"/>
              </a:schemeClr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4FD559F-9347-BEC6-9BDD-03DB65358DB2}"/>
              </a:ext>
            </a:extLst>
          </p:cNvPr>
          <p:cNvCxnSpPr>
            <a:cxnSpLocks/>
          </p:cNvCxnSpPr>
          <p:nvPr/>
        </p:nvCxnSpPr>
        <p:spPr>
          <a:xfrm>
            <a:off x="7381803" y="4810227"/>
            <a:ext cx="0" cy="609600"/>
          </a:xfrm>
          <a:prstGeom prst="straightConnector1">
            <a:avLst/>
          </a:prstGeom>
          <a:ln w="19050">
            <a:solidFill>
              <a:schemeClr val="bg2">
                <a:lumMod val="10000"/>
              </a:schemeClr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728354C-7F06-91A4-07C2-6943A2F1804C}"/>
              </a:ext>
            </a:extLst>
          </p:cNvPr>
          <p:cNvCxnSpPr>
            <a:cxnSpLocks/>
          </p:cNvCxnSpPr>
          <p:nvPr/>
        </p:nvCxnSpPr>
        <p:spPr>
          <a:xfrm>
            <a:off x="7534203" y="4810227"/>
            <a:ext cx="0" cy="609600"/>
          </a:xfrm>
          <a:prstGeom prst="straightConnector1">
            <a:avLst/>
          </a:prstGeom>
          <a:ln w="19050">
            <a:solidFill>
              <a:schemeClr val="bg2">
                <a:lumMod val="10000"/>
              </a:schemeClr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A2C95CB-E697-F508-D381-AED498269C28}"/>
              </a:ext>
            </a:extLst>
          </p:cNvPr>
          <p:cNvCxnSpPr>
            <a:cxnSpLocks/>
          </p:cNvCxnSpPr>
          <p:nvPr/>
        </p:nvCxnSpPr>
        <p:spPr>
          <a:xfrm>
            <a:off x="7866254" y="4794141"/>
            <a:ext cx="0" cy="609600"/>
          </a:xfrm>
          <a:prstGeom prst="straightConnector1">
            <a:avLst/>
          </a:prstGeom>
          <a:ln w="19050">
            <a:solidFill>
              <a:schemeClr val="bg2">
                <a:lumMod val="10000"/>
              </a:schemeClr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DBC1D2E-5244-7009-CBCB-33C4F3ADF103}"/>
              </a:ext>
            </a:extLst>
          </p:cNvPr>
          <p:cNvCxnSpPr>
            <a:cxnSpLocks/>
          </p:cNvCxnSpPr>
          <p:nvPr/>
        </p:nvCxnSpPr>
        <p:spPr>
          <a:xfrm>
            <a:off x="8018654" y="4794141"/>
            <a:ext cx="0" cy="609600"/>
          </a:xfrm>
          <a:prstGeom prst="straightConnector1">
            <a:avLst/>
          </a:prstGeom>
          <a:ln w="19050">
            <a:solidFill>
              <a:schemeClr val="bg2">
                <a:lumMod val="10000"/>
              </a:schemeClr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3EB3C12-954A-CA51-F0CB-0BA75D0C71FF}"/>
              </a:ext>
            </a:extLst>
          </p:cNvPr>
          <p:cNvCxnSpPr>
            <a:cxnSpLocks/>
          </p:cNvCxnSpPr>
          <p:nvPr/>
        </p:nvCxnSpPr>
        <p:spPr>
          <a:xfrm>
            <a:off x="8188211" y="4794141"/>
            <a:ext cx="0" cy="609600"/>
          </a:xfrm>
          <a:prstGeom prst="straightConnector1">
            <a:avLst/>
          </a:prstGeom>
          <a:ln w="19050">
            <a:solidFill>
              <a:schemeClr val="bg2">
                <a:lumMod val="10000"/>
              </a:schemeClr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B38F53F-D303-74F5-47A7-74D3FCB8D81F}"/>
              </a:ext>
            </a:extLst>
          </p:cNvPr>
          <p:cNvCxnSpPr>
            <a:cxnSpLocks/>
          </p:cNvCxnSpPr>
          <p:nvPr/>
        </p:nvCxnSpPr>
        <p:spPr>
          <a:xfrm>
            <a:off x="8340611" y="4794141"/>
            <a:ext cx="0" cy="609600"/>
          </a:xfrm>
          <a:prstGeom prst="straightConnector1">
            <a:avLst/>
          </a:prstGeom>
          <a:ln w="19050">
            <a:solidFill>
              <a:schemeClr val="bg2">
                <a:lumMod val="10000"/>
              </a:schemeClr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5A0F519D-71E7-61DD-6874-557A2D139B37}"/>
              </a:ext>
            </a:extLst>
          </p:cNvPr>
          <p:cNvSpPr txBox="1"/>
          <p:nvPr/>
        </p:nvSpPr>
        <p:spPr>
          <a:xfrm>
            <a:off x="3342858" y="496823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chemeClr val="bg2">
                    <a:lumMod val="10000"/>
                  </a:schemeClr>
                </a:solidFill>
              </a:rPr>
              <a:t>64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8EAE685-FB0A-B7C3-9943-BB7FD114BD10}"/>
              </a:ext>
            </a:extLst>
          </p:cNvPr>
          <p:cNvSpPr/>
          <p:nvPr/>
        </p:nvSpPr>
        <p:spPr>
          <a:xfrm>
            <a:off x="2790606" y="5413768"/>
            <a:ext cx="760610" cy="729734"/>
          </a:xfrm>
          <a:prstGeom prst="ellipse">
            <a:avLst/>
          </a:prstGeom>
          <a:noFill/>
          <a:ln w="1905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2">
                    <a:lumMod val="10000"/>
                  </a:schemeClr>
                </a:solidFill>
              </a:rPr>
              <a:t>P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61246E3-4499-AC80-65CD-1712BA97BE48}"/>
              </a:ext>
            </a:extLst>
          </p:cNvPr>
          <p:cNvCxnSpPr>
            <a:endCxn id="17" idx="0"/>
          </p:cNvCxnSpPr>
          <p:nvPr/>
        </p:nvCxnSpPr>
        <p:spPr>
          <a:xfrm>
            <a:off x="3170911" y="4804168"/>
            <a:ext cx="0" cy="609600"/>
          </a:xfrm>
          <a:prstGeom prst="straightConnector1">
            <a:avLst/>
          </a:prstGeom>
          <a:ln w="19050">
            <a:solidFill>
              <a:schemeClr val="bg2">
                <a:lumMod val="10000"/>
              </a:schemeClr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5EC8001-914D-6C94-54D2-807C22BA0EFD}"/>
              </a:ext>
            </a:extLst>
          </p:cNvPr>
          <p:cNvCxnSpPr/>
          <p:nvPr/>
        </p:nvCxnSpPr>
        <p:spPr>
          <a:xfrm flipV="1">
            <a:off x="3038058" y="5032768"/>
            <a:ext cx="286643" cy="184666"/>
          </a:xfrm>
          <a:prstGeom prst="line">
            <a:avLst/>
          </a:prstGeom>
          <a:ln w="19050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4721E30A-7B12-17E7-6FE7-637583BDF92E}"/>
              </a:ext>
            </a:extLst>
          </p:cNvPr>
          <p:cNvSpPr/>
          <p:nvPr/>
        </p:nvSpPr>
        <p:spPr>
          <a:xfrm>
            <a:off x="2438926" y="4270768"/>
            <a:ext cx="1484906" cy="533400"/>
          </a:xfrm>
          <a:prstGeom prst="rect">
            <a:avLst/>
          </a:prstGeom>
          <a:ln w="19050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M (DRAM)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33056A2-6A0A-EF34-3071-E471684982AC}"/>
              </a:ext>
            </a:extLst>
          </p:cNvPr>
          <p:cNvSpPr txBox="1"/>
          <p:nvPr/>
        </p:nvSpPr>
        <p:spPr>
          <a:xfrm>
            <a:off x="4097086" y="5125101"/>
            <a:ext cx="236139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Should pack 64 bits in each cycle to maximize bandwidth</a:t>
            </a:r>
          </a:p>
        </p:txBody>
      </p:sp>
    </p:spTree>
    <p:extLst>
      <p:ext uri="{BB962C8B-B14F-4D97-AF65-F5344CB8AC3E}">
        <p14:creationId xmlns:p14="http://schemas.microsoft.com/office/powerpoint/2010/main" val="17990995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52044D-707F-4D16-0092-3C4A55AF1B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#2 Optimizations to Improve Bandwidth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58E63BC-E6FF-9E3C-ED1F-266E98F68CA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Optimizations that you can use in your algorithms</a:t>
                </a:r>
              </a:p>
              <a:p>
                <a:endParaRPr lang="en-US" dirty="0"/>
              </a:p>
              <a:p>
                <a:pPr marL="514350" indent="-514350">
                  <a:buAutoNum type="arabicPeriod"/>
                </a:pPr>
                <a:r>
                  <a:rPr lang="en-US" dirty="0"/>
                  <a:t>Store the data in arrays in a sequential manner (again, data layout optimizations like we will discuss later in this lecture)</a:t>
                </a:r>
              </a:p>
              <a:p>
                <a:pPr marL="514350" indent="-514350">
                  <a:buAutoNum type="arabicPeriod"/>
                </a:pPr>
                <a:r>
                  <a:rPr lang="en-US" dirty="0"/>
                  <a:t>When fetching, try to fetch as much data as possible in a single go (again, prefetching that we will discuss in GPU programming lectures)</a:t>
                </a:r>
              </a:p>
              <a:p>
                <a:pPr marL="514350" indent="-514350">
                  <a:buAutoNum type="arabicPeriod"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>
                    <a:solidFill>
                      <a:srgbClr val="C00000"/>
                    </a:solidFill>
                  </a:rPr>
                  <a:t>Requires Cache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 a local on-chip memory where data can be stored till all the computations are performed</a:t>
                </a:r>
                <a:endParaRPr lang="en-US" dirty="0"/>
              </a:p>
              <a:p>
                <a:pPr marL="514350" indent="-514350">
                  <a:buAutoNum type="arabicPeriod"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58E63BC-E6FF-9E3C-ED1F-266E98F68C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3081" r="-11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867959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768669-017C-6DD2-6B98-2164373C0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Optimizations #1 and #2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336B22-5010-F157-6E6A-19100B0080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Similar strategies</a:t>
            </a:r>
          </a:p>
          <a:p>
            <a:endParaRPr lang="en-US" dirty="0"/>
          </a:p>
          <a:p>
            <a:r>
              <a:rPr lang="en-US" dirty="0"/>
              <a:t>Should help us achieve Sustained Performance (best case)</a:t>
            </a:r>
          </a:p>
          <a:p>
            <a:pPr lvl="1"/>
            <a:r>
              <a:rPr lang="en-US" dirty="0"/>
              <a:t>Theoretically. In practice, getting 0 latency or 100% bandwidth utilization is very difficult, so performance may still be lower.</a:t>
            </a:r>
          </a:p>
          <a:p>
            <a:endParaRPr lang="en-US" dirty="0"/>
          </a:p>
          <a:p>
            <a:r>
              <a:rPr lang="en-US" dirty="0"/>
              <a:t>Now the next step to improve performance further will be to maximize the computations performed on the fetched data</a:t>
            </a:r>
          </a:p>
          <a:p>
            <a:pPr lvl="1"/>
            <a:r>
              <a:rPr lang="en-US" dirty="0"/>
              <a:t>We will call this – optimizations to maximize data reuse (we </a:t>
            </a:r>
            <a:r>
              <a:rPr lang="en-US" i="1" dirty="0"/>
              <a:t>reuse</a:t>
            </a:r>
            <a:r>
              <a:rPr lang="en-US" dirty="0"/>
              <a:t> fetched </a:t>
            </a:r>
            <a:r>
              <a:rPr lang="en-US" i="1" dirty="0"/>
              <a:t>data</a:t>
            </a:r>
            <a:r>
              <a:rPr lang="en-US" dirty="0"/>
              <a:t> for computations as much as possible)</a:t>
            </a:r>
          </a:p>
          <a:p>
            <a:pPr lvl="1"/>
            <a:r>
              <a:rPr lang="en-US" dirty="0"/>
              <a:t>Maximizing data reuse implies reducing data transfers</a:t>
            </a:r>
          </a:p>
        </p:txBody>
      </p:sp>
    </p:spTree>
    <p:extLst>
      <p:ext uri="{BB962C8B-B14F-4D97-AF65-F5344CB8AC3E}">
        <p14:creationId xmlns:p14="http://schemas.microsoft.com/office/powerpoint/2010/main" val="26504560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A7BF0-7437-647C-DC6F-AC9602018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#3 Optimizations to Maximize Data Reuse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7E3F8B-0058-4EF2-99C3-FC238CA049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Objective is to maximize the computations that can be performed on the data once fetched</a:t>
            </a:r>
          </a:p>
          <a:p>
            <a:endParaRPr lang="en-US" dirty="0"/>
          </a:p>
          <a:p>
            <a:r>
              <a:rPr lang="en-US" dirty="0"/>
              <a:t>Most of the memory optimizations employed in application acceleration research fall under this category</a:t>
            </a:r>
          </a:p>
        </p:txBody>
      </p:sp>
    </p:spTree>
    <p:extLst>
      <p:ext uri="{BB962C8B-B14F-4D97-AF65-F5344CB8AC3E}">
        <p14:creationId xmlns:p14="http://schemas.microsoft.com/office/powerpoint/2010/main" val="41976538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DA8907-4EF8-5352-C74F-DC729F8DA0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374473-5928-1BB0-D176-06ACD735BC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#3 Optimizations to Maximize Data Reuse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4D276B9-C64B-EB47-AAE1-8D0CFB562430}"/>
              </a:ext>
            </a:extLst>
          </p:cNvPr>
          <p:cNvSpPr/>
          <p:nvPr/>
        </p:nvSpPr>
        <p:spPr>
          <a:xfrm>
            <a:off x="4030980" y="2941320"/>
            <a:ext cx="3901440" cy="345186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150A7C1-2485-F97B-BAD0-6C1591F69C6D}"/>
              </a:ext>
            </a:extLst>
          </p:cNvPr>
          <p:cNvCxnSpPr>
            <a:cxnSpLocks/>
          </p:cNvCxnSpPr>
          <p:nvPr/>
        </p:nvCxnSpPr>
        <p:spPr>
          <a:xfrm>
            <a:off x="5270799" y="2941320"/>
            <a:ext cx="0" cy="345186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7D5B660-72B4-C5D5-8B38-96DA89B9F4B1}"/>
              </a:ext>
            </a:extLst>
          </p:cNvPr>
          <p:cNvCxnSpPr>
            <a:stCxn id="5" idx="1"/>
            <a:endCxn id="5" idx="3"/>
          </p:cNvCxnSpPr>
          <p:nvPr/>
        </p:nvCxnSpPr>
        <p:spPr>
          <a:xfrm>
            <a:off x="4030980" y="4667250"/>
            <a:ext cx="390144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C9C57F4-3DA5-CF14-5924-4C929932DE55}"/>
              </a:ext>
            </a:extLst>
          </p:cNvPr>
          <p:cNvCxnSpPr>
            <a:cxnSpLocks/>
          </p:cNvCxnSpPr>
          <p:nvPr/>
        </p:nvCxnSpPr>
        <p:spPr>
          <a:xfrm>
            <a:off x="6614160" y="2941320"/>
            <a:ext cx="0" cy="345186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C41D62FD-B0A0-8B77-3C81-548670F4A5E8}"/>
              </a:ext>
            </a:extLst>
          </p:cNvPr>
          <p:cNvSpPr txBox="1"/>
          <p:nvPr/>
        </p:nvSpPr>
        <p:spPr>
          <a:xfrm>
            <a:off x="4307125" y="3573900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0,0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6A782FB-55AE-3CE4-439F-422544CB673B}"/>
              </a:ext>
            </a:extLst>
          </p:cNvPr>
          <p:cNvSpPr txBox="1"/>
          <p:nvPr/>
        </p:nvSpPr>
        <p:spPr>
          <a:xfrm>
            <a:off x="5577841" y="3573900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0,1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B686AC3-BB6C-5BF7-4F8D-309EC53DF26A}"/>
              </a:ext>
            </a:extLst>
          </p:cNvPr>
          <p:cNvSpPr txBox="1"/>
          <p:nvPr/>
        </p:nvSpPr>
        <p:spPr>
          <a:xfrm>
            <a:off x="7035997" y="3610155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0,2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770EAFA-2798-F59B-1310-64BFDB555394}"/>
              </a:ext>
            </a:extLst>
          </p:cNvPr>
          <p:cNvSpPr txBox="1"/>
          <p:nvPr/>
        </p:nvSpPr>
        <p:spPr>
          <a:xfrm>
            <a:off x="4319629" y="5345549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1,0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2B26D98-25CE-9B8F-3A65-D49719C1C730}"/>
              </a:ext>
            </a:extLst>
          </p:cNvPr>
          <p:cNvSpPr txBox="1"/>
          <p:nvPr/>
        </p:nvSpPr>
        <p:spPr>
          <a:xfrm>
            <a:off x="5615029" y="5345549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1,1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D2EFA22-BD8D-F375-83DF-BE90F14A87B4}"/>
              </a:ext>
            </a:extLst>
          </p:cNvPr>
          <p:cNvSpPr txBox="1"/>
          <p:nvPr/>
        </p:nvSpPr>
        <p:spPr>
          <a:xfrm>
            <a:off x="6999132" y="5345549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1,1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D1F370D-4663-61C1-6A4A-08999D347BA5}"/>
              </a:ext>
            </a:extLst>
          </p:cNvPr>
          <p:cNvSpPr/>
          <p:nvPr/>
        </p:nvSpPr>
        <p:spPr>
          <a:xfrm>
            <a:off x="9250680" y="2880360"/>
            <a:ext cx="1150619" cy="361251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4FED9DC-4BA6-B053-65A5-145BCBE6C72F}"/>
              </a:ext>
            </a:extLst>
          </p:cNvPr>
          <p:cNvCxnSpPr>
            <a:cxnSpLocks/>
          </p:cNvCxnSpPr>
          <p:nvPr/>
        </p:nvCxnSpPr>
        <p:spPr>
          <a:xfrm>
            <a:off x="9250680" y="4088012"/>
            <a:ext cx="115061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29F5CC2-417F-BC4E-F67F-11906F64D8F8}"/>
              </a:ext>
            </a:extLst>
          </p:cNvPr>
          <p:cNvCxnSpPr>
            <a:cxnSpLocks/>
          </p:cNvCxnSpPr>
          <p:nvPr/>
        </p:nvCxnSpPr>
        <p:spPr>
          <a:xfrm>
            <a:off x="9250680" y="5345549"/>
            <a:ext cx="115061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CB89E565-AEB3-181D-F44A-0A5E5AFE226D}"/>
              </a:ext>
            </a:extLst>
          </p:cNvPr>
          <p:cNvSpPr txBox="1"/>
          <p:nvPr/>
        </p:nvSpPr>
        <p:spPr>
          <a:xfrm>
            <a:off x="9675146" y="330049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873AA97-C553-C49C-3CE3-B1EE6D3BB1D6}"/>
              </a:ext>
            </a:extLst>
          </p:cNvPr>
          <p:cNvSpPr txBox="1"/>
          <p:nvPr/>
        </p:nvSpPr>
        <p:spPr>
          <a:xfrm>
            <a:off x="9675146" y="454164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188AA8A-A38B-738C-0D65-BB4AE4B25EA2}"/>
              </a:ext>
            </a:extLst>
          </p:cNvPr>
          <p:cNvSpPr txBox="1"/>
          <p:nvPr/>
        </p:nvSpPr>
        <p:spPr>
          <a:xfrm>
            <a:off x="9675146" y="569761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625009C-D381-03B2-D08B-44AE11F9B412}"/>
              </a:ext>
            </a:extLst>
          </p:cNvPr>
          <p:cNvSpPr txBox="1"/>
          <p:nvPr/>
        </p:nvSpPr>
        <p:spPr>
          <a:xfrm>
            <a:off x="8442960" y="4381500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X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4B2531D-EC02-022B-1FA6-27070E0F239D}"/>
              </a:ext>
            </a:extLst>
          </p:cNvPr>
          <p:cNvSpPr/>
          <p:nvPr/>
        </p:nvSpPr>
        <p:spPr>
          <a:xfrm>
            <a:off x="632460" y="2811780"/>
            <a:ext cx="1150611" cy="358140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8A631E5-D423-3557-29BC-F9AEF546E4DB}"/>
              </a:ext>
            </a:extLst>
          </p:cNvPr>
          <p:cNvCxnSpPr>
            <a:cxnSpLocks/>
          </p:cNvCxnSpPr>
          <p:nvPr/>
        </p:nvCxnSpPr>
        <p:spPr>
          <a:xfrm>
            <a:off x="632460" y="4549023"/>
            <a:ext cx="115061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2C1ECE26-72A2-0157-DC9B-403432BADABD}"/>
              </a:ext>
            </a:extLst>
          </p:cNvPr>
          <p:cNvSpPr txBox="1"/>
          <p:nvPr/>
        </p:nvSpPr>
        <p:spPr>
          <a:xfrm>
            <a:off x="988346" y="348817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34A10B1-C7B6-E68D-9747-CE993B5F5D36}"/>
              </a:ext>
            </a:extLst>
          </p:cNvPr>
          <p:cNvSpPr txBox="1"/>
          <p:nvPr/>
        </p:nvSpPr>
        <p:spPr>
          <a:xfrm>
            <a:off x="988346" y="522542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D0382D4-32E1-5D5E-E22D-6C67D5DBFFC1}"/>
              </a:ext>
            </a:extLst>
          </p:cNvPr>
          <p:cNvSpPr txBox="1"/>
          <p:nvPr/>
        </p:nvSpPr>
        <p:spPr>
          <a:xfrm>
            <a:off x="981934" y="648866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D549407-9324-CB60-1C0F-AB7032F6E51E}"/>
              </a:ext>
            </a:extLst>
          </p:cNvPr>
          <p:cNvSpPr txBox="1"/>
          <p:nvPr/>
        </p:nvSpPr>
        <p:spPr>
          <a:xfrm>
            <a:off x="5746155" y="6488668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225D1BC-5D94-3357-F220-063955D5A42B}"/>
              </a:ext>
            </a:extLst>
          </p:cNvPr>
          <p:cNvSpPr txBox="1"/>
          <p:nvPr/>
        </p:nvSpPr>
        <p:spPr>
          <a:xfrm>
            <a:off x="9675146" y="648866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2D6DEE-A473-ACB6-FDA8-52D583CA8DF8}"/>
              </a:ext>
            </a:extLst>
          </p:cNvPr>
          <p:cNvSpPr txBox="1"/>
          <p:nvPr/>
        </p:nvSpPr>
        <p:spPr>
          <a:xfrm>
            <a:off x="2559346" y="4477009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=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76D6EC67-6B0B-73EB-80AE-73C9EE3B81CA}"/>
              </a:ext>
            </a:extLst>
          </p:cNvPr>
          <p:cNvCxnSpPr/>
          <p:nvPr/>
        </p:nvCxnSpPr>
        <p:spPr>
          <a:xfrm>
            <a:off x="4030980" y="2698376"/>
            <a:ext cx="390144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6014D61A-5CA8-DF0A-6184-7FA280E53A0A}"/>
              </a:ext>
            </a:extLst>
          </p:cNvPr>
          <p:cNvCxnSpPr>
            <a:cxnSpLocks/>
          </p:cNvCxnSpPr>
          <p:nvPr/>
        </p:nvCxnSpPr>
        <p:spPr>
          <a:xfrm flipV="1">
            <a:off x="3826584" y="2941320"/>
            <a:ext cx="0" cy="345186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E8FFFB5F-0085-6F5A-8A28-5106CC94A140}"/>
              </a:ext>
            </a:extLst>
          </p:cNvPr>
          <p:cNvSpPr txBox="1"/>
          <p:nvPr/>
        </p:nvSpPr>
        <p:spPr>
          <a:xfrm>
            <a:off x="3318092" y="4467746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2C2F199-BCA7-261C-D24A-EEFFEFD33F55}"/>
              </a:ext>
            </a:extLst>
          </p:cNvPr>
          <p:cNvSpPr txBox="1"/>
          <p:nvPr/>
        </p:nvSpPr>
        <p:spPr>
          <a:xfrm>
            <a:off x="5853235" y="2346132"/>
            <a:ext cx="333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DDD2E1AC-AC38-CD18-78AF-01A5F0F853A6}"/>
              </a:ext>
            </a:extLst>
          </p:cNvPr>
          <p:cNvCxnSpPr>
            <a:cxnSpLocks/>
          </p:cNvCxnSpPr>
          <p:nvPr/>
        </p:nvCxnSpPr>
        <p:spPr>
          <a:xfrm flipV="1">
            <a:off x="10565245" y="2880360"/>
            <a:ext cx="0" cy="360830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ED815B95-77A0-A0F6-ADCF-9E57A646E9E2}"/>
              </a:ext>
            </a:extLst>
          </p:cNvPr>
          <p:cNvSpPr txBox="1"/>
          <p:nvPr/>
        </p:nvSpPr>
        <p:spPr>
          <a:xfrm>
            <a:off x="10565245" y="4467746"/>
            <a:ext cx="333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64BE936A-4A26-EC16-5975-8B39C232FF6C}"/>
              </a:ext>
            </a:extLst>
          </p:cNvPr>
          <p:cNvCxnSpPr>
            <a:cxnSpLocks/>
          </p:cNvCxnSpPr>
          <p:nvPr/>
        </p:nvCxnSpPr>
        <p:spPr>
          <a:xfrm flipV="1">
            <a:off x="428065" y="2887524"/>
            <a:ext cx="0" cy="345186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B5449A54-E0E8-AF09-936B-653FB70427CF}"/>
              </a:ext>
            </a:extLst>
          </p:cNvPr>
          <p:cNvSpPr txBox="1"/>
          <p:nvPr/>
        </p:nvSpPr>
        <p:spPr>
          <a:xfrm>
            <a:off x="-24212" y="4375605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E625743D-6F4C-A009-F939-22EA224D2FCA}"/>
              </a:ext>
            </a:extLst>
          </p:cNvPr>
          <p:cNvCxnSpPr/>
          <p:nvPr/>
        </p:nvCxnSpPr>
        <p:spPr>
          <a:xfrm>
            <a:off x="981934" y="3943232"/>
            <a:ext cx="58420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48C0BA29-7E14-466D-6B26-18F93A0EB38F}"/>
              </a:ext>
            </a:extLst>
          </p:cNvPr>
          <p:cNvCxnSpPr/>
          <p:nvPr/>
        </p:nvCxnSpPr>
        <p:spPr>
          <a:xfrm>
            <a:off x="4319629" y="4083805"/>
            <a:ext cx="58420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F30CBF2B-C24E-382F-B307-3F60D66A8711}"/>
              </a:ext>
            </a:extLst>
          </p:cNvPr>
          <p:cNvCxnSpPr/>
          <p:nvPr/>
        </p:nvCxnSpPr>
        <p:spPr>
          <a:xfrm>
            <a:off x="5577841" y="4083805"/>
            <a:ext cx="58420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612A91E4-C337-D3D0-1ED1-D11427DDDBB9}"/>
              </a:ext>
            </a:extLst>
          </p:cNvPr>
          <p:cNvCxnSpPr/>
          <p:nvPr/>
        </p:nvCxnSpPr>
        <p:spPr>
          <a:xfrm>
            <a:off x="6928209" y="4083805"/>
            <a:ext cx="58420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D2934C5F-2798-9BED-D75A-ECCC3772C5F6}"/>
              </a:ext>
            </a:extLst>
          </p:cNvPr>
          <p:cNvCxnSpPr/>
          <p:nvPr/>
        </p:nvCxnSpPr>
        <p:spPr>
          <a:xfrm>
            <a:off x="9664653" y="3735287"/>
            <a:ext cx="58420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2B38CC89-22F6-F19A-F271-0AD58D8CEA30}"/>
              </a:ext>
            </a:extLst>
          </p:cNvPr>
          <p:cNvCxnSpPr/>
          <p:nvPr/>
        </p:nvCxnSpPr>
        <p:spPr>
          <a:xfrm>
            <a:off x="9664653" y="5013754"/>
            <a:ext cx="58420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3D182EBC-A1E6-D30F-D6D2-6ECD56DF1C1E}"/>
              </a:ext>
            </a:extLst>
          </p:cNvPr>
          <p:cNvCxnSpPr/>
          <p:nvPr/>
        </p:nvCxnSpPr>
        <p:spPr>
          <a:xfrm>
            <a:off x="9664653" y="6139821"/>
            <a:ext cx="58420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Content Placeholder 2">
            <a:extLst>
              <a:ext uri="{FF2B5EF4-FFF2-40B4-BE49-F238E27FC236}">
                <a16:creationId xmlns:a16="http://schemas.microsoft.com/office/drawing/2014/main" id="{2263E57D-0E77-BCA7-3AD2-959F6DF39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/>
              <a:t>Algorithms typically perform multiple operations on various data items</a:t>
            </a:r>
          </a:p>
        </p:txBody>
      </p:sp>
    </p:spTree>
    <p:extLst>
      <p:ext uri="{BB962C8B-B14F-4D97-AF65-F5344CB8AC3E}">
        <p14:creationId xmlns:p14="http://schemas.microsoft.com/office/powerpoint/2010/main" val="6380529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B9FAAB-49B4-68BE-03D8-9FD5A0AA9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#3 Optimizations to Maximize Data Reuse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4F5189-AB2F-A102-720F-8A054ED6C517}"/>
              </a:ext>
            </a:extLst>
          </p:cNvPr>
          <p:cNvSpPr/>
          <p:nvPr/>
        </p:nvSpPr>
        <p:spPr>
          <a:xfrm>
            <a:off x="4030980" y="2941320"/>
            <a:ext cx="3901440" cy="345186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B82C3E1-7CD4-AE51-71DB-1B0662BF9C57}"/>
              </a:ext>
            </a:extLst>
          </p:cNvPr>
          <p:cNvCxnSpPr>
            <a:cxnSpLocks/>
          </p:cNvCxnSpPr>
          <p:nvPr/>
        </p:nvCxnSpPr>
        <p:spPr>
          <a:xfrm>
            <a:off x="5270799" y="2941320"/>
            <a:ext cx="0" cy="345186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1A84956-4507-2557-1990-943BB04E426E}"/>
              </a:ext>
            </a:extLst>
          </p:cNvPr>
          <p:cNvCxnSpPr>
            <a:stCxn id="5" idx="1"/>
            <a:endCxn id="5" idx="3"/>
          </p:cNvCxnSpPr>
          <p:nvPr/>
        </p:nvCxnSpPr>
        <p:spPr>
          <a:xfrm>
            <a:off x="4030980" y="4667250"/>
            <a:ext cx="390144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A347C0F-41E7-DD91-469A-5BC343D1C775}"/>
              </a:ext>
            </a:extLst>
          </p:cNvPr>
          <p:cNvCxnSpPr>
            <a:cxnSpLocks/>
          </p:cNvCxnSpPr>
          <p:nvPr/>
        </p:nvCxnSpPr>
        <p:spPr>
          <a:xfrm>
            <a:off x="6614160" y="2941320"/>
            <a:ext cx="0" cy="345186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4836AFFD-F6D2-4467-234B-8FEBFD26FD1D}"/>
              </a:ext>
            </a:extLst>
          </p:cNvPr>
          <p:cNvSpPr txBox="1"/>
          <p:nvPr/>
        </p:nvSpPr>
        <p:spPr>
          <a:xfrm>
            <a:off x="4307125" y="3573900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0,0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A291527-CBDA-F3EE-BDC9-038390D0B87D}"/>
              </a:ext>
            </a:extLst>
          </p:cNvPr>
          <p:cNvSpPr txBox="1"/>
          <p:nvPr/>
        </p:nvSpPr>
        <p:spPr>
          <a:xfrm>
            <a:off x="5577841" y="3573900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0,1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62CE327-67EA-83AD-F908-2EC32A3F74AF}"/>
              </a:ext>
            </a:extLst>
          </p:cNvPr>
          <p:cNvSpPr txBox="1"/>
          <p:nvPr/>
        </p:nvSpPr>
        <p:spPr>
          <a:xfrm>
            <a:off x="7035997" y="3610155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0,2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85EC93A-FB20-37B1-486C-90401AB42B8D}"/>
              </a:ext>
            </a:extLst>
          </p:cNvPr>
          <p:cNvSpPr txBox="1"/>
          <p:nvPr/>
        </p:nvSpPr>
        <p:spPr>
          <a:xfrm>
            <a:off x="4319629" y="5345549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1,0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1BB0F70-7A9A-C61B-A5A9-7202E971E679}"/>
              </a:ext>
            </a:extLst>
          </p:cNvPr>
          <p:cNvSpPr txBox="1"/>
          <p:nvPr/>
        </p:nvSpPr>
        <p:spPr>
          <a:xfrm>
            <a:off x="5615029" y="5345549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1,1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68C0795-C175-84B0-E47E-E366832F9E50}"/>
              </a:ext>
            </a:extLst>
          </p:cNvPr>
          <p:cNvSpPr txBox="1"/>
          <p:nvPr/>
        </p:nvSpPr>
        <p:spPr>
          <a:xfrm>
            <a:off x="6999132" y="5345549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1,1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EC870A0-671E-5ACD-55AD-FD2C3485BF0D}"/>
              </a:ext>
            </a:extLst>
          </p:cNvPr>
          <p:cNvSpPr/>
          <p:nvPr/>
        </p:nvSpPr>
        <p:spPr>
          <a:xfrm>
            <a:off x="9250680" y="2880360"/>
            <a:ext cx="1150619" cy="361251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9DA2009-E4E7-BBE1-8369-53C09F38EA6D}"/>
              </a:ext>
            </a:extLst>
          </p:cNvPr>
          <p:cNvCxnSpPr>
            <a:cxnSpLocks/>
          </p:cNvCxnSpPr>
          <p:nvPr/>
        </p:nvCxnSpPr>
        <p:spPr>
          <a:xfrm>
            <a:off x="9250680" y="4088012"/>
            <a:ext cx="115061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199FCD6-EC14-17B3-1973-E9EE3AF65F99}"/>
              </a:ext>
            </a:extLst>
          </p:cNvPr>
          <p:cNvCxnSpPr>
            <a:cxnSpLocks/>
          </p:cNvCxnSpPr>
          <p:nvPr/>
        </p:nvCxnSpPr>
        <p:spPr>
          <a:xfrm>
            <a:off x="9250680" y="5345549"/>
            <a:ext cx="115061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A3DE6F56-3534-F9EA-D9F8-E77FDED67BCA}"/>
              </a:ext>
            </a:extLst>
          </p:cNvPr>
          <p:cNvSpPr txBox="1"/>
          <p:nvPr/>
        </p:nvSpPr>
        <p:spPr>
          <a:xfrm>
            <a:off x="9675146" y="330049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56C410A-2AA6-EB16-1821-F85E18850F73}"/>
              </a:ext>
            </a:extLst>
          </p:cNvPr>
          <p:cNvSpPr txBox="1"/>
          <p:nvPr/>
        </p:nvSpPr>
        <p:spPr>
          <a:xfrm>
            <a:off x="9675146" y="454164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86C7585-326B-F363-8A27-1A1080D5AC78}"/>
              </a:ext>
            </a:extLst>
          </p:cNvPr>
          <p:cNvSpPr txBox="1"/>
          <p:nvPr/>
        </p:nvSpPr>
        <p:spPr>
          <a:xfrm>
            <a:off x="9675146" y="569761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ABE8FFE-26E0-0323-FD17-7A67E3D71AE4}"/>
              </a:ext>
            </a:extLst>
          </p:cNvPr>
          <p:cNvSpPr txBox="1"/>
          <p:nvPr/>
        </p:nvSpPr>
        <p:spPr>
          <a:xfrm>
            <a:off x="8442960" y="4381500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X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C6FE94E-D001-7940-AE26-3400F11E94DD}"/>
              </a:ext>
            </a:extLst>
          </p:cNvPr>
          <p:cNvSpPr/>
          <p:nvPr/>
        </p:nvSpPr>
        <p:spPr>
          <a:xfrm>
            <a:off x="632460" y="2811780"/>
            <a:ext cx="1150611" cy="358140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8E57AD2-33CF-113D-8510-C735AFACA34B}"/>
              </a:ext>
            </a:extLst>
          </p:cNvPr>
          <p:cNvCxnSpPr>
            <a:cxnSpLocks/>
          </p:cNvCxnSpPr>
          <p:nvPr/>
        </p:nvCxnSpPr>
        <p:spPr>
          <a:xfrm>
            <a:off x="632460" y="4549023"/>
            <a:ext cx="115061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4C3682F2-FE73-B17E-BD4F-F7222835778D}"/>
              </a:ext>
            </a:extLst>
          </p:cNvPr>
          <p:cNvSpPr txBox="1"/>
          <p:nvPr/>
        </p:nvSpPr>
        <p:spPr>
          <a:xfrm>
            <a:off x="988346" y="348817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DA257F7-36D2-DBC1-AF27-3D0D73CDA385}"/>
              </a:ext>
            </a:extLst>
          </p:cNvPr>
          <p:cNvSpPr txBox="1"/>
          <p:nvPr/>
        </p:nvSpPr>
        <p:spPr>
          <a:xfrm>
            <a:off x="988346" y="522542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E6464A5-31DE-6A81-A280-A9756CCA3B33}"/>
              </a:ext>
            </a:extLst>
          </p:cNvPr>
          <p:cNvSpPr txBox="1"/>
          <p:nvPr/>
        </p:nvSpPr>
        <p:spPr>
          <a:xfrm>
            <a:off x="981934" y="648866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9862E95-7D79-B714-9A55-57220D23B9A5}"/>
              </a:ext>
            </a:extLst>
          </p:cNvPr>
          <p:cNvSpPr txBox="1"/>
          <p:nvPr/>
        </p:nvSpPr>
        <p:spPr>
          <a:xfrm>
            <a:off x="5746155" y="6488668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2C6BE6D-59BB-58ED-FAC8-4C10F48F1A95}"/>
              </a:ext>
            </a:extLst>
          </p:cNvPr>
          <p:cNvSpPr txBox="1"/>
          <p:nvPr/>
        </p:nvSpPr>
        <p:spPr>
          <a:xfrm>
            <a:off x="9675146" y="648866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E302844-3AEE-4181-6BAB-9D6604E47B21}"/>
              </a:ext>
            </a:extLst>
          </p:cNvPr>
          <p:cNvSpPr txBox="1"/>
          <p:nvPr/>
        </p:nvSpPr>
        <p:spPr>
          <a:xfrm>
            <a:off x="2559346" y="4477009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=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E3B2C5D9-4D2C-590B-4B1F-5096977E5C00}"/>
              </a:ext>
            </a:extLst>
          </p:cNvPr>
          <p:cNvCxnSpPr/>
          <p:nvPr/>
        </p:nvCxnSpPr>
        <p:spPr>
          <a:xfrm>
            <a:off x="4030980" y="2698376"/>
            <a:ext cx="390144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998BB40C-9EA1-E410-3534-06AFB4AC096A}"/>
              </a:ext>
            </a:extLst>
          </p:cNvPr>
          <p:cNvCxnSpPr>
            <a:cxnSpLocks/>
          </p:cNvCxnSpPr>
          <p:nvPr/>
        </p:nvCxnSpPr>
        <p:spPr>
          <a:xfrm flipV="1">
            <a:off x="3826584" y="2941320"/>
            <a:ext cx="0" cy="345186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8E69468B-CB5C-AC4C-6CE6-5DAB707A960D}"/>
              </a:ext>
            </a:extLst>
          </p:cNvPr>
          <p:cNvSpPr txBox="1"/>
          <p:nvPr/>
        </p:nvSpPr>
        <p:spPr>
          <a:xfrm>
            <a:off x="3318092" y="4467746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7E700B8-E4EA-7719-54CF-3A429F81A9D0}"/>
              </a:ext>
            </a:extLst>
          </p:cNvPr>
          <p:cNvSpPr txBox="1"/>
          <p:nvPr/>
        </p:nvSpPr>
        <p:spPr>
          <a:xfrm>
            <a:off x="5853235" y="2346132"/>
            <a:ext cx="333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65D6C5E5-8C48-9D07-A8EA-1E69EBA583C9}"/>
              </a:ext>
            </a:extLst>
          </p:cNvPr>
          <p:cNvCxnSpPr>
            <a:cxnSpLocks/>
          </p:cNvCxnSpPr>
          <p:nvPr/>
        </p:nvCxnSpPr>
        <p:spPr>
          <a:xfrm flipV="1">
            <a:off x="10565245" y="2880360"/>
            <a:ext cx="0" cy="360830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9A404F5E-C6E8-D867-9323-8B3C826502C7}"/>
              </a:ext>
            </a:extLst>
          </p:cNvPr>
          <p:cNvSpPr txBox="1"/>
          <p:nvPr/>
        </p:nvSpPr>
        <p:spPr>
          <a:xfrm>
            <a:off x="10565245" y="4467746"/>
            <a:ext cx="333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4CD20771-E2A8-1B82-4756-9536C0055126}"/>
              </a:ext>
            </a:extLst>
          </p:cNvPr>
          <p:cNvCxnSpPr>
            <a:cxnSpLocks/>
          </p:cNvCxnSpPr>
          <p:nvPr/>
        </p:nvCxnSpPr>
        <p:spPr>
          <a:xfrm flipV="1">
            <a:off x="428065" y="2887524"/>
            <a:ext cx="0" cy="345186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D967772F-FE5A-34F4-46BB-AE467FD4E8DA}"/>
              </a:ext>
            </a:extLst>
          </p:cNvPr>
          <p:cNvSpPr txBox="1"/>
          <p:nvPr/>
        </p:nvSpPr>
        <p:spPr>
          <a:xfrm>
            <a:off x="-24212" y="4375605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3186C23B-0E5D-902E-6C2D-51034A8DBACF}"/>
              </a:ext>
            </a:extLst>
          </p:cNvPr>
          <p:cNvCxnSpPr/>
          <p:nvPr/>
        </p:nvCxnSpPr>
        <p:spPr>
          <a:xfrm>
            <a:off x="981934" y="3943232"/>
            <a:ext cx="58420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91292F70-1C3F-981C-A55F-A367712969A8}"/>
              </a:ext>
            </a:extLst>
          </p:cNvPr>
          <p:cNvCxnSpPr/>
          <p:nvPr/>
        </p:nvCxnSpPr>
        <p:spPr>
          <a:xfrm>
            <a:off x="4319629" y="4083805"/>
            <a:ext cx="58420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3F6C4071-D4C3-1290-36D7-47603CA78CF1}"/>
              </a:ext>
            </a:extLst>
          </p:cNvPr>
          <p:cNvCxnSpPr/>
          <p:nvPr/>
        </p:nvCxnSpPr>
        <p:spPr>
          <a:xfrm>
            <a:off x="5577841" y="4083805"/>
            <a:ext cx="58420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D3A1603A-EC85-9053-75F7-688DEAF636AB}"/>
              </a:ext>
            </a:extLst>
          </p:cNvPr>
          <p:cNvCxnSpPr/>
          <p:nvPr/>
        </p:nvCxnSpPr>
        <p:spPr>
          <a:xfrm>
            <a:off x="6928209" y="4083805"/>
            <a:ext cx="58420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FCE3EE91-991D-F928-8F23-6B4C3D0D1281}"/>
              </a:ext>
            </a:extLst>
          </p:cNvPr>
          <p:cNvCxnSpPr/>
          <p:nvPr/>
        </p:nvCxnSpPr>
        <p:spPr>
          <a:xfrm>
            <a:off x="9664653" y="3735287"/>
            <a:ext cx="58420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B61EDD33-0116-F24B-16A9-84EC392456E5}"/>
              </a:ext>
            </a:extLst>
          </p:cNvPr>
          <p:cNvCxnSpPr/>
          <p:nvPr/>
        </p:nvCxnSpPr>
        <p:spPr>
          <a:xfrm>
            <a:off x="9664653" y="5013754"/>
            <a:ext cx="58420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683A4F16-AB7E-6B7C-CCD2-1451EE4B0C38}"/>
              </a:ext>
            </a:extLst>
          </p:cNvPr>
          <p:cNvCxnSpPr/>
          <p:nvPr/>
        </p:nvCxnSpPr>
        <p:spPr>
          <a:xfrm>
            <a:off x="9664653" y="6139821"/>
            <a:ext cx="58420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Content Placeholder 2">
            <a:extLst>
              <a:ext uri="{FF2B5EF4-FFF2-40B4-BE49-F238E27FC236}">
                <a16:creationId xmlns:a16="http://schemas.microsoft.com/office/drawing/2014/main" id="{35690F21-EBF5-FD9B-AF5B-8991394B36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/>
              <a:t>Data Reuse: How many times (on average) an input/output location is used</a:t>
            </a:r>
          </a:p>
        </p:txBody>
      </p:sp>
    </p:spTree>
    <p:extLst>
      <p:ext uri="{BB962C8B-B14F-4D97-AF65-F5344CB8AC3E}">
        <p14:creationId xmlns:p14="http://schemas.microsoft.com/office/powerpoint/2010/main" val="22626569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A77990-893F-4506-952E-E759B6DBCF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99DD3-0CA0-2520-5B1E-C58A4B491E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#3 Optimizations to Maximize Data Reuse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25AB17-7D11-480A-DBBA-92B0E0451EFA}"/>
              </a:ext>
            </a:extLst>
          </p:cNvPr>
          <p:cNvSpPr/>
          <p:nvPr/>
        </p:nvSpPr>
        <p:spPr>
          <a:xfrm>
            <a:off x="4030980" y="2941320"/>
            <a:ext cx="3901440" cy="345186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F6133F6-C3ED-BBEB-1513-58AE46EE3FCB}"/>
              </a:ext>
            </a:extLst>
          </p:cNvPr>
          <p:cNvCxnSpPr>
            <a:cxnSpLocks/>
          </p:cNvCxnSpPr>
          <p:nvPr/>
        </p:nvCxnSpPr>
        <p:spPr>
          <a:xfrm>
            <a:off x="5270799" y="2941320"/>
            <a:ext cx="0" cy="345186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22F75A1-7AA3-30A5-4AF5-AA74F8945F66}"/>
              </a:ext>
            </a:extLst>
          </p:cNvPr>
          <p:cNvCxnSpPr>
            <a:stCxn id="5" idx="1"/>
            <a:endCxn id="5" idx="3"/>
          </p:cNvCxnSpPr>
          <p:nvPr/>
        </p:nvCxnSpPr>
        <p:spPr>
          <a:xfrm>
            <a:off x="4030980" y="4667250"/>
            <a:ext cx="390144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D4972E4-2CD9-1E6F-2076-837915974EFA}"/>
              </a:ext>
            </a:extLst>
          </p:cNvPr>
          <p:cNvCxnSpPr>
            <a:cxnSpLocks/>
          </p:cNvCxnSpPr>
          <p:nvPr/>
        </p:nvCxnSpPr>
        <p:spPr>
          <a:xfrm>
            <a:off x="6614160" y="2941320"/>
            <a:ext cx="0" cy="345186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64AE9C60-E8EA-FD03-AA22-1A2B40527295}"/>
              </a:ext>
            </a:extLst>
          </p:cNvPr>
          <p:cNvSpPr txBox="1"/>
          <p:nvPr/>
        </p:nvSpPr>
        <p:spPr>
          <a:xfrm>
            <a:off x="4307125" y="3573900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0,0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4A093E4-127A-3F69-4C10-DED75B3A5CA0}"/>
              </a:ext>
            </a:extLst>
          </p:cNvPr>
          <p:cNvSpPr txBox="1"/>
          <p:nvPr/>
        </p:nvSpPr>
        <p:spPr>
          <a:xfrm>
            <a:off x="5577841" y="3573900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0,1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A460B11-BA72-C120-E649-8E6EAB93F898}"/>
              </a:ext>
            </a:extLst>
          </p:cNvPr>
          <p:cNvSpPr txBox="1"/>
          <p:nvPr/>
        </p:nvSpPr>
        <p:spPr>
          <a:xfrm>
            <a:off x="7035997" y="3610155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0,2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936E685-08DA-044C-84E9-6A5F7CA6D0EB}"/>
              </a:ext>
            </a:extLst>
          </p:cNvPr>
          <p:cNvSpPr txBox="1"/>
          <p:nvPr/>
        </p:nvSpPr>
        <p:spPr>
          <a:xfrm>
            <a:off x="4319629" y="5345549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1,0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E64D1CC-F887-0E00-A928-017BB8A78FA2}"/>
              </a:ext>
            </a:extLst>
          </p:cNvPr>
          <p:cNvSpPr txBox="1"/>
          <p:nvPr/>
        </p:nvSpPr>
        <p:spPr>
          <a:xfrm>
            <a:off x="5615029" y="5345549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1,1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087A1DB-2129-3B68-271F-D3CF4F48EC38}"/>
              </a:ext>
            </a:extLst>
          </p:cNvPr>
          <p:cNvSpPr txBox="1"/>
          <p:nvPr/>
        </p:nvSpPr>
        <p:spPr>
          <a:xfrm>
            <a:off x="6999132" y="5345549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1,1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C39FA95-E302-1F18-2F34-140A95F25A2D}"/>
              </a:ext>
            </a:extLst>
          </p:cNvPr>
          <p:cNvSpPr/>
          <p:nvPr/>
        </p:nvSpPr>
        <p:spPr>
          <a:xfrm>
            <a:off x="9250680" y="2880360"/>
            <a:ext cx="1150619" cy="361251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E98495B-F462-4CAC-59B3-C2AF7C525277}"/>
              </a:ext>
            </a:extLst>
          </p:cNvPr>
          <p:cNvCxnSpPr>
            <a:cxnSpLocks/>
          </p:cNvCxnSpPr>
          <p:nvPr/>
        </p:nvCxnSpPr>
        <p:spPr>
          <a:xfrm>
            <a:off x="9250680" y="4088012"/>
            <a:ext cx="115061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E157D50-5C27-2098-012B-E815A5BAD358}"/>
              </a:ext>
            </a:extLst>
          </p:cNvPr>
          <p:cNvCxnSpPr>
            <a:cxnSpLocks/>
          </p:cNvCxnSpPr>
          <p:nvPr/>
        </p:nvCxnSpPr>
        <p:spPr>
          <a:xfrm>
            <a:off x="9250680" y="5345549"/>
            <a:ext cx="115061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E5D7E21D-ADDB-A585-4BDA-F22FBB03BA30}"/>
              </a:ext>
            </a:extLst>
          </p:cNvPr>
          <p:cNvSpPr txBox="1"/>
          <p:nvPr/>
        </p:nvSpPr>
        <p:spPr>
          <a:xfrm>
            <a:off x="9675146" y="330049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F5B67E5-6892-82CB-B496-6695C385B02F}"/>
              </a:ext>
            </a:extLst>
          </p:cNvPr>
          <p:cNvSpPr txBox="1"/>
          <p:nvPr/>
        </p:nvSpPr>
        <p:spPr>
          <a:xfrm>
            <a:off x="9675146" y="454164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AE5A141-5110-3471-85A8-A2B4C5D98A7F}"/>
              </a:ext>
            </a:extLst>
          </p:cNvPr>
          <p:cNvSpPr txBox="1"/>
          <p:nvPr/>
        </p:nvSpPr>
        <p:spPr>
          <a:xfrm>
            <a:off x="9675146" y="569761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8788455-D15F-BB1B-0FA9-F3FAEC0B238C}"/>
              </a:ext>
            </a:extLst>
          </p:cNvPr>
          <p:cNvSpPr txBox="1"/>
          <p:nvPr/>
        </p:nvSpPr>
        <p:spPr>
          <a:xfrm>
            <a:off x="8442960" y="4381500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X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D991B7E-9D5F-B71E-D4A4-FB503EE670A5}"/>
              </a:ext>
            </a:extLst>
          </p:cNvPr>
          <p:cNvSpPr/>
          <p:nvPr/>
        </p:nvSpPr>
        <p:spPr>
          <a:xfrm>
            <a:off x="632460" y="2811780"/>
            <a:ext cx="1150611" cy="358140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8F3A777B-1CDD-6744-6E4C-D1BB29B5C076}"/>
              </a:ext>
            </a:extLst>
          </p:cNvPr>
          <p:cNvCxnSpPr>
            <a:cxnSpLocks/>
          </p:cNvCxnSpPr>
          <p:nvPr/>
        </p:nvCxnSpPr>
        <p:spPr>
          <a:xfrm>
            <a:off x="632460" y="4549023"/>
            <a:ext cx="115061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E2DA4721-AB40-59FD-2B63-007E482CC594}"/>
              </a:ext>
            </a:extLst>
          </p:cNvPr>
          <p:cNvSpPr txBox="1"/>
          <p:nvPr/>
        </p:nvSpPr>
        <p:spPr>
          <a:xfrm>
            <a:off x="988346" y="348817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235D356-076F-0494-1749-E814CE43FA26}"/>
              </a:ext>
            </a:extLst>
          </p:cNvPr>
          <p:cNvSpPr txBox="1"/>
          <p:nvPr/>
        </p:nvSpPr>
        <p:spPr>
          <a:xfrm>
            <a:off x="988346" y="522542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3CAD7D6-25A0-8079-0849-798DFD560482}"/>
              </a:ext>
            </a:extLst>
          </p:cNvPr>
          <p:cNvSpPr txBox="1"/>
          <p:nvPr/>
        </p:nvSpPr>
        <p:spPr>
          <a:xfrm>
            <a:off x="981934" y="648866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D0BB595-502A-95DE-BA6B-7AD430592298}"/>
              </a:ext>
            </a:extLst>
          </p:cNvPr>
          <p:cNvSpPr txBox="1"/>
          <p:nvPr/>
        </p:nvSpPr>
        <p:spPr>
          <a:xfrm>
            <a:off x="5746155" y="6488668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A62B2DE-B42E-17E7-034B-1044058745C5}"/>
              </a:ext>
            </a:extLst>
          </p:cNvPr>
          <p:cNvSpPr txBox="1"/>
          <p:nvPr/>
        </p:nvSpPr>
        <p:spPr>
          <a:xfrm>
            <a:off x="9675146" y="648866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17634B7-56F4-A290-12F6-138F0226CCF0}"/>
              </a:ext>
            </a:extLst>
          </p:cNvPr>
          <p:cNvSpPr txBox="1"/>
          <p:nvPr/>
        </p:nvSpPr>
        <p:spPr>
          <a:xfrm>
            <a:off x="2559346" y="4477009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=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358331E0-76D2-6B6C-C732-C9FE47079841}"/>
              </a:ext>
            </a:extLst>
          </p:cNvPr>
          <p:cNvCxnSpPr/>
          <p:nvPr/>
        </p:nvCxnSpPr>
        <p:spPr>
          <a:xfrm>
            <a:off x="4030980" y="2698376"/>
            <a:ext cx="390144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400A5D6D-238A-BB6A-766A-F6A321D3730A}"/>
              </a:ext>
            </a:extLst>
          </p:cNvPr>
          <p:cNvCxnSpPr>
            <a:cxnSpLocks/>
          </p:cNvCxnSpPr>
          <p:nvPr/>
        </p:nvCxnSpPr>
        <p:spPr>
          <a:xfrm flipV="1">
            <a:off x="3826584" y="2941320"/>
            <a:ext cx="0" cy="345186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0085593A-DD71-E373-9042-87D797CE6CAC}"/>
              </a:ext>
            </a:extLst>
          </p:cNvPr>
          <p:cNvSpPr txBox="1"/>
          <p:nvPr/>
        </p:nvSpPr>
        <p:spPr>
          <a:xfrm>
            <a:off x="3318092" y="4467746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AA99957-AD62-28D7-393C-0F20E92855A7}"/>
              </a:ext>
            </a:extLst>
          </p:cNvPr>
          <p:cNvSpPr txBox="1"/>
          <p:nvPr/>
        </p:nvSpPr>
        <p:spPr>
          <a:xfrm>
            <a:off x="5853235" y="2346132"/>
            <a:ext cx="333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0342F800-253D-4399-3FEA-B9E048C4C918}"/>
              </a:ext>
            </a:extLst>
          </p:cNvPr>
          <p:cNvCxnSpPr>
            <a:cxnSpLocks/>
          </p:cNvCxnSpPr>
          <p:nvPr/>
        </p:nvCxnSpPr>
        <p:spPr>
          <a:xfrm flipV="1">
            <a:off x="10565245" y="2880360"/>
            <a:ext cx="0" cy="360830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5FF04799-95C1-E87B-3518-00CD52A7B110}"/>
              </a:ext>
            </a:extLst>
          </p:cNvPr>
          <p:cNvSpPr txBox="1"/>
          <p:nvPr/>
        </p:nvSpPr>
        <p:spPr>
          <a:xfrm>
            <a:off x="10565245" y="4467746"/>
            <a:ext cx="333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61DC25A8-C5FA-DE99-4E5F-90284BF89B96}"/>
              </a:ext>
            </a:extLst>
          </p:cNvPr>
          <p:cNvCxnSpPr>
            <a:cxnSpLocks/>
          </p:cNvCxnSpPr>
          <p:nvPr/>
        </p:nvCxnSpPr>
        <p:spPr>
          <a:xfrm flipV="1">
            <a:off x="428065" y="2887524"/>
            <a:ext cx="0" cy="345186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8ADA29D3-82B7-354A-3E22-36864EFB55A4}"/>
              </a:ext>
            </a:extLst>
          </p:cNvPr>
          <p:cNvSpPr txBox="1"/>
          <p:nvPr/>
        </p:nvSpPr>
        <p:spPr>
          <a:xfrm>
            <a:off x="-24212" y="4375605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5A7244BE-4744-8CF7-225A-4C6D4B4EF3D1}"/>
              </a:ext>
            </a:extLst>
          </p:cNvPr>
          <p:cNvCxnSpPr/>
          <p:nvPr/>
        </p:nvCxnSpPr>
        <p:spPr>
          <a:xfrm>
            <a:off x="981934" y="3943232"/>
            <a:ext cx="58420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CEE3AA23-332B-5B54-ABAD-3BC70D8BB336}"/>
              </a:ext>
            </a:extLst>
          </p:cNvPr>
          <p:cNvCxnSpPr/>
          <p:nvPr/>
        </p:nvCxnSpPr>
        <p:spPr>
          <a:xfrm>
            <a:off x="4319629" y="4083805"/>
            <a:ext cx="58420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BDED5535-AE02-94B9-832C-E60FB80D079D}"/>
              </a:ext>
            </a:extLst>
          </p:cNvPr>
          <p:cNvCxnSpPr/>
          <p:nvPr/>
        </p:nvCxnSpPr>
        <p:spPr>
          <a:xfrm>
            <a:off x="5577841" y="4083805"/>
            <a:ext cx="58420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1AB43937-F9BF-FDED-B00D-A2C9B9935378}"/>
              </a:ext>
            </a:extLst>
          </p:cNvPr>
          <p:cNvCxnSpPr/>
          <p:nvPr/>
        </p:nvCxnSpPr>
        <p:spPr>
          <a:xfrm>
            <a:off x="6928209" y="4083805"/>
            <a:ext cx="58420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4D9A1AA0-A54A-2BA4-D87A-B33C2AAC3AB8}"/>
              </a:ext>
            </a:extLst>
          </p:cNvPr>
          <p:cNvCxnSpPr/>
          <p:nvPr/>
        </p:nvCxnSpPr>
        <p:spPr>
          <a:xfrm>
            <a:off x="9664653" y="3735287"/>
            <a:ext cx="58420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F9DE899A-1F0D-DDBE-EE7E-A7BF07BBA1AA}"/>
              </a:ext>
            </a:extLst>
          </p:cNvPr>
          <p:cNvCxnSpPr/>
          <p:nvPr/>
        </p:nvCxnSpPr>
        <p:spPr>
          <a:xfrm>
            <a:off x="9664653" y="5013754"/>
            <a:ext cx="58420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BA37163D-45D3-7D49-6542-C166D01595E9}"/>
              </a:ext>
            </a:extLst>
          </p:cNvPr>
          <p:cNvCxnSpPr/>
          <p:nvPr/>
        </p:nvCxnSpPr>
        <p:spPr>
          <a:xfrm>
            <a:off x="9664653" y="6139821"/>
            <a:ext cx="58420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2E639B86-AEC0-253B-998D-2094413E79AF}"/>
              </a:ext>
            </a:extLst>
          </p:cNvPr>
          <p:cNvSpPr txBox="1"/>
          <p:nvPr/>
        </p:nvSpPr>
        <p:spPr>
          <a:xfrm>
            <a:off x="10651645" y="3303357"/>
            <a:ext cx="19533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Data Reuse for B??? </a:t>
            </a:r>
          </a:p>
        </p:txBody>
      </p:sp>
    </p:spTree>
    <p:extLst>
      <p:ext uri="{BB962C8B-B14F-4D97-AF65-F5344CB8AC3E}">
        <p14:creationId xmlns:p14="http://schemas.microsoft.com/office/powerpoint/2010/main" val="37706459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B9FAAB-49B4-68BE-03D8-9FD5A0AA9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#3 Optimizations to Maximize Data Reuse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4F5189-AB2F-A102-720F-8A054ED6C517}"/>
              </a:ext>
            </a:extLst>
          </p:cNvPr>
          <p:cNvSpPr/>
          <p:nvPr/>
        </p:nvSpPr>
        <p:spPr>
          <a:xfrm>
            <a:off x="4030980" y="2941320"/>
            <a:ext cx="3901440" cy="345186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B82C3E1-7CD4-AE51-71DB-1B0662BF9C57}"/>
              </a:ext>
            </a:extLst>
          </p:cNvPr>
          <p:cNvCxnSpPr>
            <a:cxnSpLocks/>
          </p:cNvCxnSpPr>
          <p:nvPr/>
        </p:nvCxnSpPr>
        <p:spPr>
          <a:xfrm>
            <a:off x="5270799" y="2941320"/>
            <a:ext cx="0" cy="345186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1A84956-4507-2557-1990-943BB04E426E}"/>
              </a:ext>
            </a:extLst>
          </p:cNvPr>
          <p:cNvCxnSpPr>
            <a:stCxn id="5" idx="1"/>
            <a:endCxn id="5" idx="3"/>
          </p:cNvCxnSpPr>
          <p:nvPr/>
        </p:nvCxnSpPr>
        <p:spPr>
          <a:xfrm>
            <a:off x="4030980" y="4667250"/>
            <a:ext cx="390144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A347C0F-41E7-DD91-469A-5BC343D1C775}"/>
              </a:ext>
            </a:extLst>
          </p:cNvPr>
          <p:cNvCxnSpPr>
            <a:cxnSpLocks/>
          </p:cNvCxnSpPr>
          <p:nvPr/>
        </p:nvCxnSpPr>
        <p:spPr>
          <a:xfrm>
            <a:off x="6614160" y="2941320"/>
            <a:ext cx="0" cy="345186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4836AFFD-F6D2-4467-234B-8FEBFD26FD1D}"/>
              </a:ext>
            </a:extLst>
          </p:cNvPr>
          <p:cNvSpPr txBox="1"/>
          <p:nvPr/>
        </p:nvSpPr>
        <p:spPr>
          <a:xfrm>
            <a:off x="4307125" y="3573900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0,0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A291527-CBDA-F3EE-BDC9-038390D0B87D}"/>
              </a:ext>
            </a:extLst>
          </p:cNvPr>
          <p:cNvSpPr txBox="1"/>
          <p:nvPr/>
        </p:nvSpPr>
        <p:spPr>
          <a:xfrm>
            <a:off x="5577841" y="3573900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0,1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62CE327-67EA-83AD-F908-2EC32A3F74AF}"/>
              </a:ext>
            </a:extLst>
          </p:cNvPr>
          <p:cNvSpPr txBox="1"/>
          <p:nvPr/>
        </p:nvSpPr>
        <p:spPr>
          <a:xfrm>
            <a:off x="7035997" y="3610155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0,2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85EC93A-FB20-37B1-486C-90401AB42B8D}"/>
              </a:ext>
            </a:extLst>
          </p:cNvPr>
          <p:cNvSpPr txBox="1"/>
          <p:nvPr/>
        </p:nvSpPr>
        <p:spPr>
          <a:xfrm>
            <a:off x="4319629" y="5345549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1,0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1BB0F70-7A9A-C61B-A5A9-7202E971E679}"/>
              </a:ext>
            </a:extLst>
          </p:cNvPr>
          <p:cNvSpPr txBox="1"/>
          <p:nvPr/>
        </p:nvSpPr>
        <p:spPr>
          <a:xfrm>
            <a:off x="5615029" y="5345549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1,1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68C0795-C175-84B0-E47E-E366832F9E50}"/>
              </a:ext>
            </a:extLst>
          </p:cNvPr>
          <p:cNvSpPr txBox="1"/>
          <p:nvPr/>
        </p:nvSpPr>
        <p:spPr>
          <a:xfrm>
            <a:off x="6999132" y="5345549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1,1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EC870A0-671E-5ACD-55AD-FD2C3485BF0D}"/>
              </a:ext>
            </a:extLst>
          </p:cNvPr>
          <p:cNvSpPr/>
          <p:nvPr/>
        </p:nvSpPr>
        <p:spPr>
          <a:xfrm>
            <a:off x="9250680" y="2880360"/>
            <a:ext cx="1150619" cy="361251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9DA2009-E4E7-BBE1-8369-53C09F38EA6D}"/>
              </a:ext>
            </a:extLst>
          </p:cNvPr>
          <p:cNvCxnSpPr>
            <a:cxnSpLocks/>
          </p:cNvCxnSpPr>
          <p:nvPr/>
        </p:nvCxnSpPr>
        <p:spPr>
          <a:xfrm>
            <a:off x="9250680" y="4088012"/>
            <a:ext cx="115061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199FCD6-EC14-17B3-1973-E9EE3AF65F99}"/>
              </a:ext>
            </a:extLst>
          </p:cNvPr>
          <p:cNvCxnSpPr>
            <a:cxnSpLocks/>
          </p:cNvCxnSpPr>
          <p:nvPr/>
        </p:nvCxnSpPr>
        <p:spPr>
          <a:xfrm>
            <a:off x="9250680" y="5345549"/>
            <a:ext cx="115061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A3DE6F56-3534-F9EA-D9F8-E77FDED67BCA}"/>
              </a:ext>
            </a:extLst>
          </p:cNvPr>
          <p:cNvSpPr txBox="1"/>
          <p:nvPr/>
        </p:nvSpPr>
        <p:spPr>
          <a:xfrm>
            <a:off x="9675146" y="330049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56C410A-2AA6-EB16-1821-F85E18850F73}"/>
              </a:ext>
            </a:extLst>
          </p:cNvPr>
          <p:cNvSpPr txBox="1"/>
          <p:nvPr/>
        </p:nvSpPr>
        <p:spPr>
          <a:xfrm>
            <a:off x="9675146" y="454164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86C7585-326B-F363-8A27-1A1080D5AC78}"/>
              </a:ext>
            </a:extLst>
          </p:cNvPr>
          <p:cNvSpPr txBox="1"/>
          <p:nvPr/>
        </p:nvSpPr>
        <p:spPr>
          <a:xfrm>
            <a:off x="9675146" y="569761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ABE8FFE-26E0-0323-FD17-7A67E3D71AE4}"/>
              </a:ext>
            </a:extLst>
          </p:cNvPr>
          <p:cNvSpPr txBox="1"/>
          <p:nvPr/>
        </p:nvSpPr>
        <p:spPr>
          <a:xfrm>
            <a:off x="8442960" y="4381500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X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C6FE94E-D001-7940-AE26-3400F11E94DD}"/>
              </a:ext>
            </a:extLst>
          </p:cNvPr>
          <p:cNvSpPr/>
          <p:nvPr/>
        </p:nvSpPr>
        <p:spPr>
          <a:xfrm>
            <a:off x="632460" y="2811780"/>
            <a:ext cx="1150611" cy="358140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8E57AD2-33CF-113D-8510-C735AFACA34B}"/>
              </a:ext>
            </a:extLst>
          </p:cNvPr>
          <p:cNvCxnSpPr>
            <a:cxnSpLocks/>
          </p:cNvCxnSpPr>
          <p:nvPr/>
        </p:nvCxnSpPr>
        <p:spPr>
          <a:xfrm>
            <a:off x="632460" y="4549023"/>
            <a:ext cx="115061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4C3682F2-FE73-B17E-BD4F-F7222835778D}"/>
              </a:ext>
            </a:extLst>
          </p:cNvPr>
          <p:cNvSpPr txBox="1"/>
          <p:nvPr/>
        </p:nvSpPr>
        <p:spPr>
          <a:xfrm>
            <a:off x="988346" y="348817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DA257F7-36D2-DBC1-AF27-3D0D73CDA385}"/>
              </a:ext>
            </a:extLst>
          </p:cNvPr>
          <p:cNvSpPr txBox="1"/>
          <p:nvPr/>
        </p:nvSpPr>
        <p:spPr>
          <a:xfrm>
            <a:off x="988346" y="522542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E6464A5-31DE-6A81-A280-A9756CCA3B33}"/>
              </a:ext>
            </a:extLst>
          </p:cNvPr>
          <p:cNvSpPr txBox="1"/>
          <p:nvPr/>
        </p:nvSpPr>
        <p:spPr>
          <a:xfrm>
            <a:off x="981934" y="648866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9862E95-7D79-B714-9A55-57220D23B9A5}"/>
              </a:ext>
            </a:extLst>
          </p:cNvPr>
          <p:cNvSpPr txBox="1"/>
          <p:nvPr/>
        </p:nvSpPr>
        <p:spPr>
          <a:xfrm>
            <a:off x="5746155" y="6488668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2C6BE6D-59BB-58ED-FAC8-4C10F48F1A95}"/>
              </a:ext>
            </a:extLst>
          </p:cNvPr>
          <p:cNvSpPr txBox="1"/>
          <p:nvPr/>
        </p:nvSpPr>
        <p:spPr>
          <a:xfrm>
            <a:off x="9675146" y="648866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E302844-3AEE-4181-6BAB-9D6604E47B21}"/>
              </a:ext>
            </a:extLst>
          </p:cNvPr>
          <p:cNvSpPr txBox="1"/>
          <p:nvPr/>
        </p:nvSpPr>
        <p:spPr>
          <a:xfrm>
            <a:off x="2559346" y="4477009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=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E3B2C5D9-4D2C-590B-4B1F-5096977E5C00}"/>
              </a:ext>
            </a:extLst>
          </p:cNvPr>
          <p:cNvCxnSpPr/>
          <p:nvPr/>
        </p:nvCxnSpPr>
        <p:spPr>
          <a:xfrm>
            <a:off x="4030980" y="2698376"/>
            <a:ext cx="390144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998BB40C-9EA1-E410-3534-06AFB4AC096A}"/>
              </a:ext>
            </a:extLst>
          </p:cNvPr>
          <p:cNvCxnSpPr>
            <a:cxnSpLocks/>
          </p:cNvCxnSpPr>
          <p:nvPr/>
        </p:nvCxnSpPr>
        <p:spPr>
          <a:xfrm flipV="1">
            <a:off x="3826584" y="2941320"/>
            <a:ext cx="0" cy="345186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8E69468B-CB5C-AC4C-6CE6-5DAB707A960D}"/>
              </a:ext>
            </a:extLst>
          </p:cNvPr>
          <p:cNvSpPr txBox="1"/>
          <p:nvPr/>
        </p:nvSpPr>
        <p:spPr>
          <a:xfrm>
            <a:off x="3318092" y="4467746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7E700B8-E4EA-7719-54CF-3A429F81A9D0}"/>
              </a:ext>
            </a:extLst>
          </p:cNvPr>
          <p:cNvSpPr txBox="1"/>
          <p:nvPr/>
        </p:nvSpPr>
        <p:spPr>
          <a:xfrm>
            <a:off x="5853235" y="2346132"/>
            <a:ext cx="333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65D6C5E5-8C48-9D07-A8EA-1E69EBA583C9}"/>
              </a:ext>
            </a:extLst>
          </p:cNvPr>
          <p:cNvCxnSpPr>
            <a:cxnSpLocks/>
          </p:cNvCxnSpPr>
          <p:nvPr/>
        </p:nvCxnSpPr>
        <p:spPr>
          <a:xfrm flipV="1">
            <a:off x="10565245" y="2880360"/>
            <a:ext cx="0" cy="360830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9A404F5E-C6E8-D867-9323-8B3C826502C7}"/>
              </a:ext>
            </a:extLst>
          </p:cNvPr>
          <p:cNvSpPr txBox="1"/>
          <p:nvPr/>
        </p:nvSpPr>
        <p:spPr>
          <a:xfrm>
            <a:off x="10565245" y="4467746"/>
            <a:ext cx="333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4CD20771-E2A8-1B82-4756-9536C0055126}"/>
              </a:ext>
            </a:extLst>
          </p:cNvPr>
          <p:cNvCxnSpPr>
            <a:cxnSpLocks/>
          </p:cNvCxnSpPr>
          <p:nvPr/>
        </p:nvCxnSpPr>
        <p:spPr>
          <a:xfrm flipV="1">
            <a:off x="428065" y="2887524"/>
            <a:ext cx="0" cy="345186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D967772F-FE5A-34F4-46BB-AE467FD4E8DA}"/>
              </a:ext>
            </a:extLst>
          </p:cNvPr>
          <p:cNvSpPr txBox="1"/>
          <p:nvPr/>
        </p:nvSpPr>
        <p:spPr>
          <a:xfrm>
            <a:off x="-24212" y="4375605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3186C23B-0E5D-902E-6C2D-51034A8DBACF}"/>
              </a:ext>
            </a:extLst>
          </p:cNvPr>
          <p:cNvCxnSpPr/>
          <p:nvPr/>
        </p:nvCxnSpPr>
        <p:spPr>
          <a:xfrm>
            <a:off x="981934" y="3943232"/>
            <a:ext cx="58420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91292F70-1C3F-981C-A55F-A367712969A8}"/>
              </a:ext>
            </a:extLst>
          </p:cNvPr>
          <p:cNvCxnSpPr/>
          <p:nvPr/>
        </p:nvCxnSpPr>
        <p:spPr>
          <a:xfrm>
            <a:off x="4319629" y="4083805"/>
            <a:ext cx="58420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3F6C4071-D4C3-1290-36D7-47603CA78CF1}"/>
              </a:ext>
            </a:extLst>
          </p:cNvPr>
          <p:cNvCxnSpPr/>
          <p:nvPr/>
        </p:nvCxnSpPr>
        <p:spPr>
          <a:xfrm>
            <a:off x="5577841" y="4083805"/>
            <a:ext cx="58420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D3A1603A-EC85-9053-75F7-688DEAF636AB}"/>
              </a:ext>
            </a:extLst>
          </p:cNvPr>
          <p:cNvCxnSpPr/>
          <p:nvPr/>
        </p:nvCxnSpPr>
        <p:spPr>
          <a:xfrm>
            <a:off x="6928209" y="4083805"/>
            <a:ext cx="58420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FCE3EE91-991D-F928-8F23-6B4C3D0D1281}"/>
              </a:ext>
            </a:extLst>
          </p:cNvPr>
          <p:cNvCxnSpPr/>
          <p:nvPr/>
        </p:nvCxnSpPr>
        <p:spPr>
          <a:xfrm>
            <a:off x="9664653" y="3735287"/>
            <a:ext cx="58420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B61EDD33-0116-F24B-16A9-84EC392456E5}"/>
              </a:ext>
            </a:extLst>
          </p:cNvPr>
          <p:cNvCxnSpPr/>
          <p:nvPr/>
        </p:nvCxnSpPr>
        <p:spPr>
          <a:xfrm>
            <a:off x="9664653" y="5013754"/>
            <a:ext cx="58420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683A4F16-AB7E-6B7C-CCD2-1451EE4B0C38}"/>
              </a:ext>
            </a:extLst>
          </p:cNvPr>
          <p:cNvCxnSpPr/>
          <p:nvPr/>
        </p:nvCxnSpPr>
        <p:spPr>
          <a:xfrm>
            <a:off x="9664653" y="6139821"/>
            <a:ext cx="58420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E33F6237-B4D2-670E-EDF7-13FE92AED90A}"/>
                  </a:ext>
                </a:extLst>
              </p:cNvPr>
              <p:cNvSpPr txBox="1"/>
              <p:nvPr/>
            </p:nvSpPr>
            <p:spPr>
              <a:xfrm>
                <a:off x="10651646" y="3303357"/>
                <a:ext cx="154035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rgbClr val="C00000"/>
                    </a:solidFill>
                  </a:rPr>
                  <a:t>Data Reuse for B: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 times </a:t>
                </a:r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E33F6237-B4D2-670E-EDF7-13FE92AED9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51646" y="3303357"/>
                <a:ext cx="1540354" cy="646331"/>
              </a:xfrm>
              <a:prstGeom prst="rect">
                <a:avLst/>
              </a:prstGeom>
              <a:blipFill>
                <a:blip r:embed="rId2"/>
                <a:stretch>
                  <a:fillRect l="-3162" t="-5660" r="-4743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735519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E5574C-BADB-69CF-2DAA-2812EBDA01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B8DC1-31F6-FD3D-8504-A8D806191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#3 Optimizations to Maximize Data Reuse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26C1C0E-1C8F-3E41-C775-8AE7E1D977F5}"/>
              </a:ext>
            </a:extLst>
          </p:cNvPr>
          <p:cNvSpPr/>
          <p:nvPr/>
        </p:nvSpPr>
        <p:spPr>
          <a:xfrm>
            <a:off x="4030980" y="2941320"/>
            <a:ext cx="3901440" cy="345186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353C4C5-6E04-675E-1260-2046604C71BE}"/>
              </a:ext>
            </a:extLst>
          </p:cNvPr>
          <p:cNvCxnSpPr>
            <a:cxnSpLocks/>
          </p:cNvCxnSpPr>
          <p:nvPr/>
        </p:nvCxnSpPr>
        <p:spPr>
          <a:xfrm>
            <a:off x="5270799" y="2941320"/>
            <a:ext cx="0" cy="345186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8BBCA15-1AEA-B18D-11D1-9838BC9ACCC1}"/>
              </a:ext>
            </a:extLst>
          </p:cNvPr>
          <p:cNvCxnSpPr>
            <a:stCxn id="5" idx="1"/>
            <a:endCxn id="5" idx="3"/>
          </p:cNvCxnSpPr>
          <p:nvPr/>
        </p:nvCxnSpPr>
        <p:spPr>
          <a:xfrm>
            <a:off x="4030980" y="4667250"/>
            <a:ext cx="390144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7E89245-DA82-F337-588C-EA1D19CF91C1}"/>
              </a:ext>
            </a:extLst>
          </p:cNvPr>
          <p:cNvCxnSpPr>
            <a:cxnSpLocks/>
          </p:cNvCxnSpPr>
          <p:nvPr/>
        </p:nvCxnSpPr>
        <p:spPr>
          <a:xfrm>
            <a:off x="6614160" y="2941320"/>
            <a:ext cx="0" cy="345186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F3B068D1-2356-260B-47F0-CEA0FBA37CB5}"/>
              </a:ext>
            </a:extLst>
          </p:cNvPr>
          <p:cNvSpPr txBox="1"/>
          <p:nvPr/>
        </p:nvSpPr>
        <p:spPr>
          <a:xfrm>
            <a:off x="4307125" y="3573900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0,0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989771D-82AB-43F2-65D1-DE4BD55CA078}"/>
              </a:ext>
            </a:extLst>
          </p:cNvPr>
          <p:cNvSpPr txBox="1"/>
          <p:nvPr/>
        </p:nvSpPr>
        <p:spPr>
          <a:xfrm>
            <a:off x="5577841" y="3573900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0,1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16DC03D-3918-D6B2-D5C5-B91CA22447D8}"/>
              </a:ext>
            </a:extLst>
          </p:cNvPr>
          <p:cNvSpPr txBox="1"/>
          <p:nvPr/>
        </p:nvSpPr>
        <p:spPr>
          <a:xfrm>
            <a:off x="7035997" y="3610155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0,2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72C29AF-A933-787D-3265-C6E4B0DDA87A}"/>
              </a:ext>
            </a:extLst>
          </p:cNvPr>
          <p:cNvSpPr txBox="1"/>
          <p:nvPr/>
        </p:nvSpPr>
        <p:spPr>
          <a:xfrm>
            <a:off x="4319629" y="5345549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1,0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B3E349B-422F-FBF6-80A9-8AFB130C8ACE}"/>
              </a:ext>
            </a:extLst>
          </p:cNvPr>
          <p:cNvSpPr txBox="1"/>
          <p:nvPr/>
        </p:nvSpPr>
        <p:spPr>
          <a:xfrm>
            <a:off x="5615029" y="5345549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1,1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B90B4CA-7EDC-08FD-F5BC-E161BBD803D9}"/>
              </a:ext>
            </a:extLst>
          </p:cNvPr>
          <p:cNvSpPr txBox="1"/>
          <p:nvPr/>
        </p:nvSpPr>
        <p:spPr>
          <a:xfrm>
            <a:off x="6999132" y="5345549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1,1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9D21EE5-1575-F28B-F568-162362ECC203}"/>
              </a:ext>
            </a:extLst>
          </p:cNvPr>
          <p:cNvSpPr/>
          <p:nvPr/>
        </p:nvSpPr>
        <p:spPr>
          <a:xfrm>
            <a:off x="9250680" y="2880360"/>
            <a:ext cx="1150619" cy="361251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D2E8468-5D9A-EA5A-D079-7D95355D82E0}"/>
              </a:ext>
            </a:extLst>
          </p:cNvPr>
          <p:cNvCxnSpPr>
            <a:cxnSpLocks/>
          </p:cNvCxnSpPr>
          <p:nvPr/>
        </p:nvCxnSpPr>
        <p:spPr>
          <a:xfrm>
            <a:off x="9250680" y="4088012"/>
            <a:ext cx="115061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CCEAEFB-BDBB-9FCE-9D30-0251C2D3528A}"/>
              </a:ext>
            </a:extLst>
          </p:cNvPr>
          <p:cNvCxnSpPr>
            <a:cxnSpLocks/>
          </p:cNvCxnSpPr>
          <p:nvPr/>
        </p:nvCxnSpPr>
        <p:spPr>
          <a:xfrm>
            <a:off x="9250680" y="5345549"/>
            <a:ext cx="115061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675B52E5-4BFC-611F-85CE-79C76685CD16}"/>
              </a:ext>
            </a:extLst>
          </p:cNvPr>
          <p:cNvSpPr txBox="1"/>
          <p:nvPr/>
        </p:nvSpPr>
        <p:spPr>
          <a:xfrm>
            <a:off x="9675146" y="330049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8CDDD48-AF02-E8AC-9F11-AF8668B26911}"/>
              </a:ext>
            </a:extLst>
          </p:cNvPr>
          <p:cNvSpPr txBox="1"/>
          <p:nvPr/>
        </p:nvSpPr>
        <p:spPr>
          <a:xfrm>
            <a:off x="9675146" y="454164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FEAEA10-C7E9-857D-2BDA-4D37336D5E3C}"/>
              </a:ext>
            </a:extLst>
          </p:cNvPr>
          <p:cNvSpPr txBox="1"/>
          <p:nvPr/>
        </p:nvSpPr>
        <p:spPr>
          <a:xfrm>
            <a:off x="9675146" y="569761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E16A620-F464-F60B-1001-D36F6F4FFAC1}"/>
              </a:ext>
            </a:extLst>
          </p:cNvPr>
          <p:cNvSpPr txBox="1"/>
          <p:nvPr/>
        </p:nvSpPr>
        <p:spPr>
          <a:xfrm>
            <a:off x="8442960" y="4381500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X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5EB3613-669E-15B0-3B11-7F7B7086BA07}"/>
              </a:ext>
            </a:extLst>
          </p:cNvPr>
          <p:cNvSpPr/>
          <p:nvPr/>
        </p:nvSpPr>
        <p:spPr>
          <a:xfrm>
            <a:off x="632460" y="2811780"/>
            <a:ext cx="1150611" cy="358140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93C0FC0-14B0-490E-A82E-3BA682272435}"/>
              </a:ext>
            </a:extLst>
          </p:cNvPr>
          <p:cNvCxnSpPr>
            <a:cxnSpLocks/>
          </p:cNvCxnSpPr>
          <p:nvPr/>
        </p:nvCxnSpPr>
        <p:spPr>
          <a:xfrm>
            <a:off x="632460" y="4549023"/>
            <a:ext cx="115061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EEEEFBCC-AEB8-3108-4421-587379283CB4}"/>
              </a:ext>
            </a:extLst>
          </p:cNvPr>
          <p:cNvSpPr txBox="1"/>
          <p:nvPr/>
        </p:nvSpPr>
        <p:spPr>
          <a:xfrm>
            <a:off x="988346" y="348817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9145620-9395-6DF6-3ADF-121C249C39E9}"/>
              </a:ext>
            </a:extLst>
          </p:cNvPr>
          <p:cNvSpPr txBox="1"/>
          <p:nvPr/>
        </p:nvSpPr>
        <p:spPr>
          <a:xfrm>
            <a:off x="988346" y="522542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9DE0AD0-3EDB-1994-007A-370002443C62}"/>
              </a:ext>
            </a:extLst>
          </p:cNvPr>
          <p:cNvSpPr txBox="1"/>
          <p:nvPr/>
        </p:nvSpPr>
        <p:spPr>
          <a:xfrm>
            <a:off x="981934" y="648866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6E49903-2434-B62A-5690-E1248A7DEA8F}"/>
              </a:ext>
            </a:extLst>
          </p:cNvPr>
          <p:cNvSpPr txBox="1"/>
          <p:nvPr/>
        </p:nvSpPr>
        <p:spPr>
          <a:xfrm>
            <a:off x="5746155" y="6488668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54BE0E2-59FE-815E-BA20-154B4608A218}"/>
              </a:ext>
            </a:extLst>
          </p:cNvPr>
          <p:cNvSpPr txBox="1"/>
          <p:nvPr/>
        </p:nvSpPr>
        <p:spPr>
          <a:xfrm>
            <a:off x="9675146" y="648866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04DABBD-782F-AC41-4EA8-E741B84D3F7C}"/>
              </a:ext>
            </a:extLst>
          </p:cNvPr>
          <p:cNvSpPr txBox="1"/>
          <p:nvPr/>
        </p:nvSpPr>
        <p:spPr>
          <a:xfrm>
            <a:off x="2559346" y="4477009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=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92296F62-A2F5-56A2-91BF-DC1A2D9DC318}"/>
              </a:ext>
            </a:extLst>
          </p:cNvPr>
          <p:cNvCxnSpPr/>
          <p:nvPr/>
        </p:nvCxnSpPr>
        <p:spPr>
          <a:xfrm>
            <a:off x="4030980" y="2698376"/>
            <a:ext cx="390144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8C37D716-046D-2FFA-862D-C42DF812FDCA}"/>
              </a:ext>
            </a:extLst>
          </p:cNvPr>
          <p:cNvCxnSpPr>
            <a:cxnSpLocks/>
          </p:cNvCxnSpPr>
          <p:nvPr/>
        </p:nvCxnSpPr>
        <p:spPr>
          <a:xfrm flipV="1">
            <a:off x="3826584" y="2941320"/>
            <a:ext cx="0" cy="345186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0957DD3F-4E56-D278-F6A7-EADF139D987B}"/>
              </a:ext>
            </a:extLst>
          </p:cNvPr>
          <p:cNvSpPr txBox="1"/>
          <p:nvPr/>
        </p:nvSpPr>
        <p:spPr>
          <a:xfrm>
            <a:off x="3318092" y="4467746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A8266AD-2B16-0A09-442E-2104A1F523A0}"/>
              </a:ext>
            </a:extLst>
          </p:cNvPr>
          <p:cNvSpPr txBox="1"/>
          <p:nvPr/>
        </p:nvSpPr>
        <p:spPr>
          <a:xfrm>
            <a:off x="5853235" y="2346132"/>
            <a:ext cx="333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FEEDE14E-D080-92B1-ADD5-C93D494A375B}"/>
              </a:ext>
            </a:extLst>
          </p:cNvPr>
          <p:cNvCxnSpPr>
            <a:cxnSpLocks/>
          </p:cNvCxnSpPr>
          <p:nvPr/>
        </p:nvCxnSpPr>
        <p:spPr>
          <a:xfrm flipV="1">
            <a:off x="10565245" y="2880360"/>
            <a:ext cx="0" cy="360830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3EC2AA22-E025-B758-F589-3A9815831F5B}"/>
              </a:ext>
            </a:extLst>
          </p:cNvPr>
          <p:cNvSpPr txBox="1"/>
          <p:nvPr/>
        </p:nvSpPr>
        <p:spPr>
          <a:xfrm>
            <a:off x="10565245" y="4467746"/>
            <a:ext cx="333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2727AFCC-7A17-4DB2-EDA4-3BA46FC007FA}"/>
              </a:ext>
            </a:extLst>
          </p:cNvPr>
          <p:cNvCxnSpPr>
            <a:cxnSpLocks/>
          </p:cNvCxnSpPr>
          <p:nvPr/>
        </p:nvCxnSpPr>
        <p:spPr>
          <a:xfrm flipV="1">
            <a:off x="428065" y="2887524"/>
            <a:ext cx="0" cy="345186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C34BD277-8768-A0F7-1CDD-FD8581FF5E2C}"/>
              </a:ext>
            </a:extLst>
          </p:cNvPr>
          <p:cNvSpPr txBox="1"/>
          <p:nvPr/>
        </p:nvSpPr>
        <p:spPr>
          <a:xfrm>
            <a:off x="-24212" y="4375605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5F481679-BCF6-827F-89E5-07F695749446}"/>
              </a:ext>
            </a:extLst>
          </p:cNvPr>
          <p:cNvCxnSpPr/>
          <p:nvPr/>
        </p:nvCxnSpPr>
        <p:spPr>
          <a:xfrm>
            <a:off x="981934" y="3943232"/>
            <a:ext cx="58420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7D2BA035-942E-7CBF-6B15-1AC0BC6CCD69}"/>
              </a:ext>
            </a:extLst>
          </p:cNvPr>
          <p:cNvCxnSpPr/>
          <p:nvPr/>
        </p:nvCxnSpPr>
        <p:spPr>
          <a:xfrm>
            <a:off x="4319629" y="4083805"/>
            <a:ext cx="58420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CF229277-69B1-318C-7351-EC96ECFE5425}"/>
              </a:ext>
            </a:extLst>
          </p:cNvPr>
          <p:cNvCxnSpPr/>
          <p:nvPr/>
        </p:nvCxnSpPr>
        <p:spPr>
          <a:xfrm>
            <a:off x="5577841" y="4083805"/>
            <a:ext cx="58420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53E6CAED-8998-D7E6-12BA-52F69324A118}"/>
              </a:ext>
            </a:extLst>
          </p:cNvPr>
          <p:cNvCxnSpPr/>
          <p:nvPr/>
        </p:nvCxnSpPr>
        <p:spPr>
          <a:xfrm>
            <a:off x="6928209" y="4083805"/>
            <a:ext cx="58420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9582E7C7-37F4-EF2F-F611-05ECD42747E0}"/>
              </a:ext>
            </a:extLst>
          </p:cNvPr>
          <p:cNvCxnSpPr/>
          <p:nvPr/>
        </p:nvCxnSpPr>
        <p:spPr>
          <a:xfrm>
            <a:off x="9664653" y="3735287"/>
            <a:ext cx="58420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FBC71B75-1965-205C-69E1-2D6FD6A81B84}"/>
              </a:ext>
            </a:extLst>
          </p:cNvPr>
          <p:cNvCxnSpPr/>
          <p:nvPr/>
        </p:nvCxnSpPr>
        <p:spPr>
          <a:xfrm>
            <a:off x="9664653" y="5013754"/>
            <a:ext cx="58420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2FFF97AE-545C-EB5D-E5FB-CC16DC188716}"/>
              </a:ext>
            </a:extLst>
          </p:cNvPr>
          <p:cNvCxnSpPr/>
          <p:nvPr/>
        </p:nvCxnSpPr>
        <p:spPr>
          <a:xfrm>
            <a:off x="9664653" y="6139821"/>
            <a:ext cx="58420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0AB91713-60F0-3B14-FFF3-1E3038EE2BBA}"/>
              </a:ext>
            </a:extLst>
          </p:cNvPr>
          <p:cNvSpPr txBox="1"/>
          <p:nvPr/>
        </p:nvSpPr>
        <p:spPr>
          <a:xfrm>
            <a:off x="4601154" y="1659245"/>
            <a:ext cx="19533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Data Reuse for A??? </a:t>
            </a:r>
          </a:p>
        </p:txBody>
      </p:sp>
    </p:spTree>
    <p:extLst>
      <p:ext uri="{BB962C8B-B14F-4D97-AF65-F5344CB8AC3E}">
        <p14:creationId xmlns:p14="http://schemas.microsoft.com/office/powerpoint/2010/main" val="308144039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796F9C-AF6E-21EC-1EED-2FD48D23DA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D85511-9126-615B-8FAB-1630110FF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#3 Optimizations to Maximize Data Reuse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BA3E3EE-553F-ED5E-EF6A-3EA22679AAFE}"/>
              </a:ext>
            </a:extLst>
          </p:cNvPr>
          <p:cNvSpPr/>
          <p:nvPr/>
        </p:nvSpPr>
        <p:spPr>
          <a:xfrm>
            <a:off x="4030980" y="2941320"/>
            <a:ext cx="3901440" cy="345186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FF5F86F-171F-11CE-97D2-922772559819}"/>
              </a:ext>
            </a:extLst>
          </p:cNvPr>
          <p:cNvCxnSpPr>
            <a:cxnSpLocks/>
          </p:cNvCxnSpPr>
          <p:nvPr/>
        </p:nvCxnSpPr>
        <p:spPr>
          <a:xfrm>
            <a:off x="5270799" y="2941320"/>
            <a:ext cx="0" cy="345186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F242635-661A-3241-B9D2-A7E4D32ABA90}"/>
              </a:ext>
            </a:extLst>
          </p:cNvPr>
          <p:cNvCxnSpPr>
            <a:stCxn id="5" idx="1"/>
            <a:endCxn id="5" idx="3"/>
          </p:cNvCxnSpPr>
          <p:nvPr/>
        </p:nvCxnSpPr>
        <p:spPr>
          <a:xfrm>
            <a:off x="4030980" y="4667250"/>
            <a:ext cx="390144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61B859A-4669-D1EA-56F4-33EC6296CFAB}"/>
              </a:ext>
            </a:extLst>
          </p:cNvPr>
          <p:cNvCxnSpPr>
            <a:cxnSpLocks/>
          </p:cNvCxnSpPr>
          <p:nvPr/>
        </p:nvCxnSpPr>
        <p:spPr>
          <a:xfrm>
            <a:off x="6614160" y="2941320"/>
            <a:ext cx="0" cy="345186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56BCE907-2765-B939-1E1A-E3A337F508FF}"/>
              </a:ext>
            </a:extLst>
          </p:cNvPr>
          <p:cNvSpPr txBox="1"/>
          <p:nvPr/>
        </p:nvSpPr>
        <p:spPr>
          <a:xfrm>
            <a:off x="4307125" y="3573900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0,0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4184071-1CF2-2DDC-92CE-9D54D128DD0F}"/>
              </a:ext>
            </a:extLst>
          </p:cNvPr>
          <p:cNvSpPr txBox="1"/>
          <p:nvPr/>
        </p:nvSpPr>
        <p:spPr>
          <a:xfrm>
            <a:off x="5577841" y="3573900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0,1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7CF37E6-3F46-6B11-7D5D-E10A6D115FE5}"/>
              </a:ext>
            </a:extLst>
          </p:cNvPr>
          <p:cNvSpPr txBox="1"/>
          <p:nvPr/>
        </p:nvSpPr>
        <p:spPr>
          <a:xfrm>
            <a:off x="7035997" y="3610155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0,2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A0BB452-40E3-4D89-EC36-04DA0CF7A53C}"/>
              </a:ext>
            </a:extLst>
          </p:cNvPr>
          <p:cNvSpPr txBox="1"/>
          <p:nvPr/>
        </p:nvSpPr>
        <p:spPr>
          <a:xfrm>
            <a:off x="4319629" y="5345549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1,0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A534873-DEF8-DA32-2D7F-84239C72F731}"/>
              </a:ext>
            </a:extLst>
          </p:cNvPr>
          <p:cNvSpPr txBox="1"/>
          <p:nvPr/>
        </p:nvSpPr>
        <p:spPr>
          <a:xfrm>
            <a:off x="5615029" y="5345549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1,1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F5A9453-23AD-A425-089F-3609235B2182}"/>
              </a:ext>
            </a:extLst>
          </p:cNvPr>
          <p:cNvSpPr txBox="1"/>
          <p:nvPr/>
        </p:nvSpPr>
        <p:spPr>
          <a:xfrm>
            <a:off x="6999132" y="5345549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1,1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596152A-B105-B102-B918-714A7D64BA95}"/>
              </a:ext>
            </a:extLst>
          </p:cNvPr>
          <p:cNvSpPr/>
          <p:nvPr/>
        </p:nvSpPr>
        <p:spPr>
          <a:xfrm>
            <a:off x="9250680" y="2880360"/>
            <a:ext cx="1150619" cy="361251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5010B04-A786-5469-5C39-794285C5EA85}"/>
              </a:ext>
            </a:extLst>
          </p:cNvPr>
          <p:cNvCxnSpPr>
            <a:cxnSpLocks/>
          </p:cNvCxnSpPr>
          <p:nvPr/>
        </p:nvCxnSpPr>
        <p:spPr>
          <a:xfrm>
            <a:off x="9250680" y="4088012"/>
            <a:ext cx="115061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7A70B0D-7F71-A118-C919-A625B9EF59F9}"/>
              </a:ext>
            </a:extLst>
          </p:cNvPr>
          <p:cNvCxnSpPr>
            <a:cxnSpLocks/>
          </p:cNvCxnSpPr>
          <p:nvPr/>
        </p:nvCxnSpPr>
        <p:spPr>
          <a:xfrm>
            <a:off x="9250680" y="5345549"/>
            <a:ext cx="115061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F0059DB7-F886-F73E-4B8D-D990E751301B}"/>
              </a:ext>
            </a:extLst>
          </p:cNvPr>
          <p:cNvSpPr txBox="1"/>
          <p:nvPr/>
        </p:nvSpPr>
        <p:spPr>
          <a:xfrm>
            <a:off x="9675146" y="330049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BFDE926-CC8E-3C0E-AF5F-939AA5233C10}"/>
              </a:ext>
            </a:extLst>
          </p:cNvPr>
          <p:cNvSpPr txBox="1"/>
          <p:nvPr/>
        </p:nvSpPr>
        <p:spPr>
          <a:xfrm>
            <a:off x="9675146" y="454164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1CCCDF1-DA5E-7A20-860E-8ABC21A32C1B}"/>
              </a:ext>
            </a:extLst>
          </p:cNvPr>
          <p:cNvSpPr txBox="1"/>
          <p:nvPr/>
        </p:nvSpPr>
        <p:spPr>
          <a:xfrm>
            <a:off x="9675146" y="569761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B376CD5-2BE3-1DEB-0428-8F4F1CCE1FA3}"/>
              </a:ext>
            </a:extLst>
          </p:cNvPr>
          <p:cNvSpPr txBox="1"/>
          <p:nvPr/>
        </p:nvSpPr>
        <p:spPr>
          <a:xfrm>
            <a:off x="8442960" y="4381500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X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68A8D3C-2F62-FFFE-1A9A-7689B3E16975}"/>
              </a:ext>
            </a:extLst>
          </p:cNvPr>
          <p:cNvSpPr/>
          <p:nvPr/>
        </p:nvSpPr>
        <p:spPr>
          <a:xfrm>
            <a:off x="632460" y="2811780"/>
            <a:ext cx="1150611" cy="358140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00987573-72CB-24DC-395D-24F895BB8A73}"/>
              </a:ext>
            </a:extLst>
          </p:cNvPr>
          <p:cNvCxnSpPr>
            <a:cxnSpLocks/>
          </p:cNvCxnSpPr>
          <p:nvPr/>
        </p:nvCxnSpPr>
        <p:spPr>
          <a:xfrm>
            <a:off x="632460" y="4549023"/>
            <a:ext cx="115061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468C3E2D-EA72-79AA-4D25-9733DC561ED7}"/>
              </a:ext>
            </a:extLst>
          </p:cNvPr>
          <p:cNvSpPr txBox="1"/>
          <p:nvPr/>
        </p:nvSpPr>
        <p:spPr>
          <a:xfrm>
            <a:off x="988346" y="348817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4087368-A6F6-B302-CE22-8E34670502C7}"/>
              </a:ext>
            </a:extLst>
          </p:cNvPr>
          <p:cNvSpPr txBox="1"/>
          <p:nvPr/>
        </p:nvSpPr>
        <p:spPr>
          <a:xfrm>
            <a:off x="988346" y="522542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E6AF63F-AF47-5EA9-E25B-85C7FD39DDD0}"/>
              </a:ext>
            </a:extLst>
          </p:cNvPr>
          <p:cNvSpPr txBox="1"/>
          <p:nvPr/>
        </p:nvSpPr>
        <p:spPr>
          <a:xfrm>
            <a:off x="981934" y="648866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60BC8A9-62A9-B480-9C28-295BF240ED03}"/>
              </a:ext>
            </a:extLst>
          </p:cNvPr>
          <p:cNvSpPr txBox="1"/>
          <p:nvPr/>
        </p:nvSpPr>
        <p:spPr>
          <a:xfrm>
            <a:off x="5746155" y="6488668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7BC2018-F5EA-18A4-FCAB-0BF6DA06D515}"/>
              </a:ext>
            </a:extLst>
          </p:cNvPr>
          <p:cNvSpPr txBox="1"/>
          <p:nvPr/>
        </p:nvSpPr>
        <p:spPr>
          <a:xfrm>
            <a:off x="9675146" y="648866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9B8525F-67CA-6473-2BF9-1F5788B62945}"/>
              </a:ext>
            </a:extLst>
          </p:cNvPr>
          <p:cNvSpPr txBox="1"/>
          <p:nvPr/>
        </p:nvSpPr>
        <p:spPr>
          <a:xfrm>
            <a:off x="2559346" y="4477009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=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3DE270C3-9F71-1FC2-A20A-7AEF8225C2C3}"/>
              </a:ext>
            </a:extLst>
          </p:cNvPr>
          <p:cNvCxnSpPr/>
          <p:nvPr/>
        </p:nvCxnSpPr>
        <p:spPr>
          <a:xfrm>
            <a:off x="4030980" y="2698376"/>
            <a:ext cx="390144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A0178F1B-528E-431F-3BA7-6A80C9558400}"/>
              </a:ext>
            </a:extLst>
          </p:cNvPr>
          <p:cNvCxnSpPr>
            <a:cxnSpLocks/>
          </p:cNvCxnSpPr>
          <p:nvPr/>
        </p:nvCxnSpPr>
        <p:spPr>
          <a:xfrm flipV="1">
            <a:off x="3826584" y="2941320"/>
            <a:ext cx="0" cy="345186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26E1DCE0-C81F-410C-76EE-BFBF3CCA57F3}"/>
              </a:ext>
            </a:extLst>
          </p:cNvPr>
          <p:cNvSpPr txBox="1"/>
          <p:nvPr/>
        </p:nvSpPr>
        <p:spPr>
          <a:xfrm>
            <a:off x="3318092" y="4467746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A6C0CD6-4DCF-F8F0-584D-12FF6573E0D5}"/>
              </a:ext>
            </a:extLst>
          </p:cNvPr>
          <p:cNvSpPr txBox="1"/>
          <p:nvPr/>
        </p:nvSpPr>
        <p:spPr>
          <a:xfrm>
            <a:off x="5853235" y="2346132"/>
            <a:ext cx="333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5C6DA62C-C431-D3DC-0D57-E1A500122DD8}"/>
              </a:ext>
            </a:extLst>
          </p:cNvPr>
          <p:cNvCxnSpPr>
            <a:cxnSpLocks/>
          </p:cNvCxnSpPr>
          <p:nvPr/>
        </p:nvCxnSpPr>
        <p:spPr>
          <a:xfrm flipV="1">
            <a:off x="10565245" y="2880360"/>
            <a:ext cx="0" cy="360830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4D50E607-39D4-E775-C0CF-71BCCFBDDB2F}"/>
              </a:ext>
            </a:extLst>
          </p:cNvPr>
          <p:cNvSpPr txBox="1"/>
          <p:nvPr/>
        </p:nvSpPr>
        <p:spPr>
          <a:xfrm>
            <a:off x="10565245" y="4467746"/>
            <a:ext cx="333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1458507B-FC50-3873-51A5-5B7C2E068FA3}"/>
              </a:ext>
            </a:extLst>
          </p:cNvPr>
          <p:cNvCxnSpPr>
            <a:cxnSpLocks/>
          </p:cNvCxnSpPr>
          <p:nvPr/>
        </p:nvCxnSpPr>
        <p:spPr>
          <a:xfrm flipV="1">
            <a:off x="428065" y="2887524"/>
            <a:ext cx="0" cy="345186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B8E52808-0367-A7A2-437D-54252E34AAE3}"/>
              </a:ext>
            </a:extLst>
          </p:cNvPr>
          <p:cNvSpPr txBox="1"/>
          <p:nvPr/>
        </p:nvSpPr>
        <p:spPr>
          <a:xfrm>
            <a:off x="-24212" y="4375605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1006215E-9B32-538B-9596-B097F25C64FE}"/>
              </a:ext>
            </a:extLst>
          </p:cNvPr>
          <p:cNvCxnSpPr/>
          <p:nvPr/>
        </p:nvCxnSpPr>
        <p:spPr>
          <a:xfrm>
            <a:off x="981934" y="3943232"/>
            <a:ext cx="58420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6D45D487-346C-87A4-E2B6-6875F13E0568}"/>
              </a:ext>
            </a:extLst>
          </p:cNvPr>
          <p:cNvCxnSpPr/>
          <p:nvPr/>
        </p:nvCxnSpPr>
        <p:spPr>
          <a:xfrm>
            <a:off x="4319629" y="4083805"/>
            <a:ext cx="58420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93E5B962-3FB1-8273-A540-0B6410199E01}"/>
              </a:ext>
            </a:extLst>
          </p:cNvPr>
          <p:cNvCxnSpPr/>
          <p:nvPr/>
        </p:nvCxnSpPr>
        <p:spPr>
          <a:xfrm>
            <a:off x="5577841" y="4083805"/>
            <a:ext cx="58420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ED743280-AC26-6590-EB36-A71D15301A2F}"/>
              </a:ext>
            </a:extLst>
          </p:cNvPr>
          <p:cNvCxnSpPr/>
          <p:nvPr/>
        </p:nvCxnSpPr>
        <p:spPr>
          <a:xfrm>
            <a:off x="6928209" y="4083805"/>
            <a:ext cx="58420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9C8325C8-F533-C716-5A28-9C6306312056}"/>
              </a:ext>
            </a:extLst>
          </p:cNvPr>
          <p:cNvCxnSpPr/>
          <p:nvPr/>
        </p:nvCxnSpPr>
        <p:spPr>
          <a:xfrm>
            <a:off x="9664653" y="3735287"/>
            <a:ext cx="58420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30CA8830-1835-41ED-DF0B-55B513797A02}"/>
              </a:ext>
            </a:extLst>
          </p:cNvPr>
          <p:cNvCxnSpPr/>
          <p:nvPr/>
        </p:nvCxnSpPr>
        <p:spPr>
          <a:xfrm>
            <a:off x="9664653" y="5013754"/>
            <a:ext cx="58420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CBC64154-B108-F47B-9B7E-6D4ACB8575D4}"/>
              </a:ext>
            </a:extLst>
          </p:cNvPr>
          <p:cNvCxnSpPr/>
          <p:nvPr/>
        </p:nvCxnSpPr>
        <p:spPr>
          <a:xfrm>
            <a:off x="9664653" y="6139821"/>
            <a:ext cx="58420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F8F97BA3-CEB0-9951-088A-F4F29415DDDD}"/>
                  </a:ext>
                </a:extLst>
              </p:cNvPr>
              <p:cNvSpPr txBox="1"/>
              <p:nvPr/>
            </p:nvSpPr>
            <p:spPr>
              <a:xfrm>
                <a:off x="4975978" y="1480451"/>
                <a:ext cx="154035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rgbClr val="C00000"/>
                    </a:solidFill>
                  </a:rPr>
                  <a:t>Data Reuse for A: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 time </a:t>
                </a:r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F8F97BA3-CEB0-9951-088A-F4F29415DD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5978" y="1480451"/>
                <a:ext cx="1540354" cy="646331"/>
              </a:xfrm>
              <a:prstGeom prst="rect">
                <a:avLst/>
              </a:prstGeom>
              <a:blipFill>
                <a:blip r:embed="rId2"/>
                <a:stretch>
                  <a:fillRect l="-3162" t="-5660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5531630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B9EB0F-1303-C7E5-E9FC-2D690753A6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6BFBEA-03CB-117D-6E62-66B55727F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#3 Optimizations to Maximize Data Reuse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AEA4415-F2BD-7D43-984A-2140DD266AE7}"/>
              </a:ext>
            </a:extLst>
          </p:cNvPr>
          <p:cNvSpPr/>
          <p:nvPr/>
        </p:nvSpPr>
        <p:spPr>
          <a:xfrm>
            <a:off x="4030980" y="2941320"/>
            <a:ext cx="3901440" cy="345186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913445A-6EA2-0DB8-2FF9-ECB14ABA33E6}"/>
              </a:ext>
            </a:extLst>
          </p:cNvPr>
          <p:cNvCxnSpPr>
            <a:cxnSpLocks/>
          </p:cNvCxnSpPr>
          <p:nvPr/>
        </p:nvCxnSpPr>
        <p:spPr>
          <a:xfrm>
            <a:off x="5270799" y="2941320"/>
            <a:ext cx="0" cy="345186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8273DAA-2F05-390F-6F90-ABC75366DAEC}"/>
              </a:ext>
            </a:extLst>
          </p:cNvPr>
          <p:cNvCxnSpPr>
            <a:stCxn id="5" idx="1"/>
            <a:endCxn id="5" idx="3"/>
          </p:cNvCxnSpPr>
          <p:nvPr/>
        </p:nvCxnSpPr>
        <p:spPr>
          <a:xfrm>
            <a:off x="4030980" y="4667250"/>
            <a:ext cx="390144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DC9F9E1-37FE-115D-CBAF-DA9407BA4B7A}"/>
              </a:ext>
            </a:extLst>
          </p:cNvPr>
          <p:cNvCxnSpPr>
            <a:cxnSpLocks/>
          </p:cNvCxnSpPr>
          <p:nvPr/>
        </p:nvCxnSpPr>
        <p:spPr>
          <a:xfrm>
            <a:off x="6614160" y="2941320"/>
            <a:ext cx="0" cy="345186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94F1C951-9759-FDD6-B58D-374026D0B3FD}"/>
              </a:ext>
            </a:extLst>
          </p:cNvPr>
          <p:cNvSpPr txBox="1"/>
          <p:nvPr/>
        </p:nvSpPr>
        <p:spPr>
          <a:xfrm>
            <a:off x="4307125" y="3573900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0,0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F911DD5-3C88-2C27-E127-B91972981739}"/>
              </a:ext>
            </a:extLst>
          </p:cNvPr>
          <p:cNvSpPr txBox="1"/>
          <p:nvPr/>
        </p:nvSpPr>
        <p:spPr>
          <a:xfrm>
            <a:off x="5577841" y="3573900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0,1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F5700B7-A0EB-C277-5419-B8E5C78D2AD4}"/>
              </a:ext>
            </a:extLst>
          </p:cNvPr>
          <p:cNvSpPr txBox="1"/>
          <p:nvPr/>
        </p:nvSpPr>
        <p:spPr>
          <a:xfrm>
            <a:off x="7035997" y="3610155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0,2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9D80738-301B-5292-0FD4-172ED9598257}"/>
              </a:ext>
            </a:extLst>
          </p:cNvPr>
          <p:cNvSpPr txBox="1"/>
          <p:nvPr/>
        </p:nvSpPr>
        <p:spPr>
          <a:xfrm>
            <a:off x="4319629" y="5345549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1,0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E25B02B-19A7-AF46-9F32-14A666403DBE}"/>
              </a:ext>
            </a:extLst>
          </p:cNvPr>
          <p:cNvSpPr txBox="1"/>
          <p:nvPr/>
        </p:nvSpPr>
        <p:spPr>
          <a:xfrm>
            <a:off x="5615029" y="5345549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1,1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8590987-68E7-7056-011F-84791BA2FC78}"/>
              </a:ext>
            </a:extLst>
          </p:cNvPr>
          <p:cNvSpPr txBox="1"/>
          <p:nvPr/>
        </p:nvSpPr>
        <p:spPr>
          <a:xfrm>
            <a:off x="6999132" y="5345549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1,1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E04D1F3-136A-22E4-2498-3DA9F07FA193}"/>
              </a:ext>
            </a:extLst>
          </p:cNvPr>
          <p:cNvSpPr/>
          <p:nvPr/>
        </p:nvSpPr>
        <p:spPr>
          <a:xfrm>
            <a:off x="9250680" y="2880360"/>
            <a:ext cx="1150619" cy="361251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33FAA5B-3092-4B07-DDB4-F4CBBC3AB02B}"/>
              </a:ext>
            </a:extLst>
          </p:cNvPr>
          <p:cNvCxnSpPr>
            <a:cxnSpLocks/>
          </p:cNvCxnSpPr>
          <p:nvPr/>
        </p:nvCxnSpPr>
        <p:spPr>
          <a:xfrm>
            <a:off x="9250680" y="4088012"/>
            <a:ext cx="115061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BBBE149-0BD9-CD2B-6119-89D708ABC305}"/>
              </a:ext>
            </a:extLst>
          </p:cNvPr>
          <p:cNvCxnSpPr>
            <a:cxnSpLocks/>
          </p:cNvCxnSpPr>
          <p:nvPr/>
        </p:nvCxnSpPr>
        <p:spPr>
          <a:xfrm>
            <a:off x="9250680" y="5345549"/>
            <a:ext cx="115061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46EDE83D-923B-600F-B51C-B8982A8F22E3}"/>
              </a:ext>
            </a:extLst>
          </p:cNvPr>
          <p:cNvSpPr txBox="1"/>
          <p:nvPr/>
        </p:nvSpPr>
        <p:spPr>
          <a:xfrm>
            <a:off x="9675146" y="330049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816EEC8-6B3B-9259-08DD-012CE321960A}"/>
              </a:ext>
            </a:extLst>
          </p:cNvPr>
          <p:cNvSpPr txBox="1"/>
          <p:nvPr/>
        </p:nvSpPr>
        <p:spPr>
          <a:xfrm>
            <a:off x="9675146" y="454164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069D69E-1500-618E-15FA-8EE1B9F1F98E}"/>
              </a:ext>
            </a:extLst>
          </p:cNvPr>
          <p:cNvSpPr txBox="1"/>
          <p:nvPr/>
        </p:nvSpPr>
        <p:spPr>
          <a:xfrm>
            <a:off x="9675146" y="569761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53A635F-541D-8929-637E-2327AB43F766}"/>
              </a:ext>
            </a:extLst>
          </p:cNvPr>
          <p:cNvSpPr txBox="1"/>
          <p:nvPr/>
        </p:nvSpPr>
        <p:spPr>
          <a:xfrm>
            <a:off x="8442960" y="4381500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X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F234042-3EE8-7360-1B15-3822BEEF8166}"/>
              </a:ext>
            </a:extLst>
          </p:cNvPr>
          <p:cNvSpPr/>
          <p:nvPr/>
        </p:nvSpPr>
        <p:spPr>
          <a:xfrm>
            <a:off x="632460" y="2811780"/>
            <a:ext cx="1150611" cy="358140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2C4BE16-EB40-0AF8-AC1E-E1951B5227B7}"/>
              </a:ext>
            </a:extLst>
          </p:cNvPr>
          <p:cNvCxnSpPr>
            <a:cxnSpLocks/>
          </p:cNvCxnSpPr>
          <p:nvPr/>
        </p:nvCxnSpPr>
        <p:spPr>
          <a:xfrm>
            <a:off x="632460" y="4549023"/>
            <a:ext cx="115061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924D0818-607A-2D2B-120C-9B5BAC9D5EAD}"/>
              </a:ext>
            </a:extLst>
          </p:cNvPr>
          <p:cNvSpPr txBox="1"/>
          <p:nvPr/>
        </p:nvSpPr>
        <p:spPr>
          <a:xfrm>
            <a:off x="988346" y="348817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FDB51E1-8052-5C4B-2B10-ED5D9E2C9925}"/>
              </a:ext>
            </a:extLst>
          </p:cNvPr>
          <p:cNvSpPr txBox="1"/>
          <p:nvPr/>
        </p:nvSpPr>
        <p:spPr>
          <a:xfrm>
            <a:off x="988346" y="522542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AC95AA7-E34A-B8C3-E1BE-5DF094490A8C}"/>
              </a:ext>
            </a:extLst>
          </p:cNvPr>
          <p:cNvSpPr txBox="1"/>
          <p:nvPr/>
        </p:nvSpPr>
        <p:spPr>
          <a:xfrm>
            <a:off x="981934" y="648866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AD788BD-29E2-E43C-8EEB-7CEF57860654}"/>
              </a:ext>
            </a:extLst>
          </p:cNvPr>
          <p:cNvSpPr txBox="1"/>
          <p:nvPr/>
        </p:nvSpPr>
        <p:spPr>
          <a:xfrm>
            <a:off x="5746155" y="6488668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A77C7BE-E2E3-3941-CDC7-8280D28C81AB}"/>
              </a:ext>
            </a:extLst>
          </p:cNvPr>
          <p:cNvSpPr txBox="1"/>
          <p:nvPr/>
        </p:nvSpPr>
        <p:spPr>
          <a:xfrm>
            <a:off x="9675146" y="648866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9819ED1-971A-EEE9-9F05-4CD74426525D}"/>
              </a:ext>
            </a:extLst>
          </p:cNvPr>
          <p:cNvSpPr txBox="1"/>
          <p:nvPr/>
        </p:nvSpPr>
        <p:spPr>
          <a:xfrm>
            <a:off x="2559346" y="4477009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=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0F6F13BD-DB66-CECA-28EB-94A3AF622CCE}"/>
              </a:ext>
            </a:extLst>
          </p:cNvPr>
          <p:cNvCxnSpPr/>
          <p:nvPr/>
        </p:nvCxnSpPr>
        <p:spPr>
          <a:xfrm>
            <a:off x="4030980" y="2698376"/>
            <a:ext cx="390144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4380CCC9-D376-B779-1D24-48FAA928EBC8}"/>
              </a:ext>
            </a:extLst>
          </p:cNvPr>
          <p:cNvCxnSpPr>
            <a:cxnSpLocks/>
          </p:cNvCxnSpPr>
          <p:nvPr/>
        </p:nvCxnSpPr>
        <p:spPr>
          <a:xfrm flipV="1">
            <a:off x="3826584" y="2941320"/>
            <a:ext cx="0" cy="345186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9874B45F-6788-A14E-9BED-326664CD166A}"/>
              </a:ext>
            </a:extLst>
          </p:cNvPr>
          <p:cNvSpPr txBox="1"/>
          <p:nvPr/>
        </p:nvSpPr>
        <p:spPr>
          <a:xfrm>
            <a:off x="3318092" y="4467746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D529BFD-CFBF-D7E4-F572-25C7C03DB4A6}"/>
              </a:ext>
            </a:extLst>
          </p:cNvPr>
          <p:cNvSpPr txBox="1"/>
          <p:nvPr/>
        </p:nvSpPr>
        <p:spPr>
          <a:xfrm>
            <a:off x="5853235" y="2346132"/>
            <a:ext cx="333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8F046C49-989B-EEE7-1D9D-55BEBC841239}"/>
              </a:ext>
            </a:extLst>
          </p:cNvPr>
          <p:cNvCxnSpPr>
            <a:cxnSpLocks/>
          </p:cNvCxnSpPr>
          <p:nvPr/>
        </p:nvCxnSpPr>
        <p:spPr>
          <a:xfrm flipV="1">
            <a:off x="10565245" y="2880360"/>
            <a:ext cx="0" cy="360830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F49FB6DD-CA23-1939-A724-E7FE3060F238}"/>
              </a:ext>
            </a:extLst>
          </p:cNvPr>
          <p:cNvSpPr txBox="1"/>
          <p:nvPr/>
        </p:nvSpPr>
        <p:spPr>
          <a:xfrm>
            <a:off x="10565245" y="4467746"/>
            <a:ext cx="333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CFED2182-CE0F-122C-AE88-3C02D2E525D9}"/>
              </a:ext>
            </a:extLst>
          </p:cNvPr>
          <p:cNvCxnSpPr>
            <a:cxnSpLocks/>
          </p:cNvCxnSpPr>
          <p:nvPr/>
        </p:nvCxnSpPr>
        <p:spPr>
          <a:xfrm flipV="1">
            <a:off x="428065" y="2887524"/>
            <a:ext cx="0" cy="345186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EA9D933A-3DF4-C763-3FF3-BEF1D1D99304}"/>
              </a:ext>
            </a:extLst>
          </p:cNvPr>
          <p:cNvSpPr txBox="1"/>
          <p:nvPr/>
        </p:nvSpPr>
        <p:spPr>
          <a:xfrm>
            <a:off x="-24212" y="4375605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485130B3-FD07-3997-85F2-60965A3D5A13}"/>
              </a:ext>
            </a:extLst>
          </p:cNvPr>
          <p:cNvCxnSpPr/>
          <p:nvPr/>
        </p:nvCxnSpPr>
        <p:spPr>
          <a:xfrm>
            <a:off x="981934" y="3943232"/>
            <a:ext cx="58420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B818D47E-A6F8-660D-7F93-836A697C3AAD}"/>
              </a:ext>
            </a:extLst>
          </p:cNvPr>
          <p:cNvCxnSpPr/>
          <p:nvPr/>
        </p:nvCxnSpPr>
        <p:spPr>
          <a:xfrm>
            <a:off x="4319629" y="4083805"/>
            <a:ext cx="58420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172232DE-2D81-E82F-6B24-71ABF0E9ECA3}"/>
              </a:ext>
            </a:extLst>
          </p:cNvPr>
          <p:cNvCxnSpPr/>
          <p:nvPr/>
        </p:nvCxnSpPr>
        <p:spPr>
          <a:xfrm>
            <a:off x="5577841" y="4083805"/>
            <a:ext cx="58420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1D637187-10C9-3D0C-1CF8-BB72687836AF}"/>
              </a:ext>
            </a:extLst>
          </p:cNvPr>
          <p:cNvCxnSpPr/>
          <p:nvPr/>
        </p:nvCxnSpPr>
        <p:spPr>
          <a:xfrm>
            <a:off x="6928209" y="4083805"/>
            <a:ext cx="58420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D840693D-9532-FCC3-E472-DD1D19B5FC87}"/>
              </a:ext>
            </a:extLst>
          </p:cNvPr>
          <p:cNvCxnSpPr/>
          <p:nvPr/>
        </p:nvCxnSpPr>
        <p:spPr>
          <a:xfrm>
            <a:off x="9664653" y="3735287"/>
            <a:ext cx="58420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C43217A1-F83D-CAB5-702B-6702CCE28FBE}"/>
              </a:ext>
            </a:extLst>
          </p:cNvPr>
          <p:cNvCxnSpPr/>
          <p:nvPr/>
        </p:nvCxnSpPr>
        <p:spPr>
          <a:xfrm>
            <a:off x="9664653" y="5013754"/>
            <a:ext cx="58420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9D7ACDB8-6ADC-54DB-F066-C6B63C2E7C18}"/>
              </a:ext>
            </a:extLst>
          </p:cNvPr>
          <p:cNvCxnSpPr/>
          <p:nvPr/>
        </p:nvCxnSpPr>
        <p:spPr>
          <a:xfrm>
            <a:off x="9664653" y="6139821"/>
            <a:ext cx="58420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61BE7E18-AA2D-88E3-B27A-4F01421820CD}"/>
              </a:ext>
            </a:extLst>
          </p:cNvPr>
          <p:cNvSpPr txBox="1"/>
          <p:nvPr/>
        </p:nvSpPr>
        <p:spPr>
          <a:xfrm>
            <a:off x="4601154" y="1659245"/>
            <a:ext cx="19533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Data Reuse for A+B+C??? </a:t>
            </a:r>
          </a:p>
        </p:txBody>
      </p:sp>
    </p:spTree>
    <p:extLst>
      <p:ext uri="{BB962C8B-B14F-4D97-AF65-F5344CB8AC3E}">
        <p14:creationId xmlns:p14="http://schemas.microsoft.com/office/powerpoint/2010/main" val="90832575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238206-39B7-DE6E-D627-A684AA06F8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DD4C8A-87F7-9173-812C-F63A49055F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#3 Optimizations to Maximize Data Reuse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6E50F8E-527D-B3ED-92A2-EC1363BB2AAE}"/>
              </a:ext>
            </a:extLst>
          </p:cNvPr>
          <p:cNvSpPr/>
          <p:nvPr/>
        </p:nvSpPr>
        <p:spPr>
          <a:xfrm>
            <a:off x="4030980" y="2941320"/>
            <a:ext cx="3901440" cy="345186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6887E7F-A075-396B-B805-30392178CC79}"/>
              </a:ext>
            </a:extLst>
          </p:cNvPr>
          <p:cNvCxnSpPr>
            <a:cxnSpLocks/>
          </p:cNvCxnSpPr>
          <p:nvPr/>
        </p:nvCxnSpPr>
        <p:spPr>
          <a:xfrm>
            <a:off x="5270799" y="2941320"/>
            <a:ext cx="0" cy="345186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094C859-687D-F591-42E6-2C746EEB4041}"/>
              </a:ext>
            </a:extLst>
          </p:cNvPr>
          <p:cNvCxnSpPr>
            <a:stCxn id="5" idx="1"/>
            <a:endCxn id="5" idx="3"/>
          </p:cNvCxnSpPr>
          <p:nvPr/>
        </p:nvCxnSpPr>
        <p:spPr>
          <a:xfrm>
            <a:off x="4030980" y="4667250"/>
            <a:ext cx="390144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1E6AA87-2D53-C07E-7973-04FB73C15EC6}"/>
              </a:ext>
            </a:extLst>
          </p:cNvPr>
          <p:cNvCxnSpPr>
            <a:cxnSpLocks/>
          </p:cNvCxnSpPr>
          <p:nvPr/>
        </p:nvCxnSpPr>
        <p:spPr>
          <a:xfrm>
            <a:off x="6614160" y="2941320"/>
            <a:ext cx="0" cy="345186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4B50F52E-BAF6-44EE-2AAD-556856A7255C}"/>
              </a:ext>
            </a:extLst>
          </p:cNvPr>
          <p:cNvSpPr txBox="1"/>
          <p:nvPr/>
        </p:nvSpPr>
        <p:spPr>
          <a:xfrm>
            <a:off x="4307125" y="3573900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0,0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B633D3B-0991-7480-82F2-952CCAA19829}"/>
              </a:ext>
            </a:extLst>
          </p:cNvPr>
          <p:cNvSpPr txBox="1"/>
          <p:nvPr/>
        </p:nvSpPr>
        <p:spPr>
          <a:xfrm>
            <a:off x="5577841" y="3573900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0,1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5EF0356-F05F-1E06-D9F2-CF2165B71C2E}"/>
              </a:ext>
            </a:extLst>
          </p:cNvPr>
          <p:cNvSpPr txBox="1"/>
          <p:nvPr/>
        </p:nvSpPr>
        <p:spPr>
          <a:xfrm>
            <a:off x="7035997" y="3610155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0,2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AE7DC92-32D1-9CA2-87E4-E96D68CDA3C7}"/>
              </a:ext>
            </a:extLst>
          </p:cNvPr>
          <p:cNvSpPr txBox="1"/>
          <p:nvPr/>
        </p:nvSpPr>
        <p:spPr>
          <a:xfrm>
            <a:off x="4319629" y="5345549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1,0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E03687E-DBF0-F227-B952-06F2AAF7BE3E}"/>
              </a:ext>
            </a:extLst>
          </p:cNvPr>
          <p:cNvSpPr txBox="1"/>
          <p:nvPr/>
        </p:nvSpPr>
        <p:spPr>
          <a:xfrm>
            <a:off x="5615029" y="5345549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1,1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FAF016B-7E5E-DD80-9C90-14570B369C8A}"/>
              </a:ext>
            </a:extLst>
          </p:cNvPr>
          <p:cNvSpPr txBox="1"/>
          <p:nvPr/>
        </p:nvSpPr>
        <p:spPr>
          <a:xfrm>
            <a:off x="6999132" y="5345549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1,1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F5D1F13-E301-C7F4-282A-EAB5913D97AD}"/>
              </a:ext>
            </a:extLst>
          </p:cNvPr>
          <p:cNvSpPr/>
          <p:nvPr/>
        </p:nvSpPr>
        <p:spPr>
          <a:xfrm>
            <a:off x="9250680" y="2880360"/>
            <a:ext cx="1150619" cy="361251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C5E11EB-4E5A-DFA3-1A04-FF5FA39AB359}"/>
              </a:ext>
            </a:extLst>
          </p:cNvPr>
          <p:cNvCxnSpPr>
            <a:cxnSpLocks/>
          </p:cNvCxnSpPr>
          <p:nvPr/>
        </p:nvCxnSpPr>
        <p:spPr>
          <a:xfrm>
            <a:off x="9250680" y="4088012"/>
            <a:ext cx="115061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8073944-EEF8-477B-2E08-613E797DBF87}"/>
              </a:ext>
            </a:extLst>
          </p:cNvPr>
          <p:cNvCxnSpPr>
            <a:cxnSpLocks/>
          </p:cNvCxnSpPr>
          <p:nvPr/>
        </p:nvCxnSpPr>
        <p:spPr>
          <a:xfrm>
            <a:off x="9250680" y="5345549"/>
            <a:ext cx="115061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25293370-CC08-D766-9E53-729F6F453347}"/>
              </a:ext>
            </a:extLst>
          </p:cNvPr>
          <p:cNvSpPr txBox="1"/>
          <p:nvPr/>
        </p:nvSpPr>
        <p:spPr>
          <a:xfrm>
            <a:off x="9675146" y="330049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08A3619-D120-95C9-CD10-54D9E9C14203}"/>
              </a:ext>
            </a:extLst>
          </p:cNvPr>
          <p:cNvSpPr txBox="1"/>
          <p:nvPr/>
        </p:nvSpPr>
        <p:spPr>
          <a:xfrm>
            <a:off x="9675146" y="454164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5B6ADBB-36B2-F32A-CD22-7C26CA1B4ED6}"/>
              </a:ext>
            </a:extLst>
          </p:cNvPr>
          <p:cNvSpPr txBox="1"/>
          <p:nvPr/>
        </p:nvSpPr>
        <p:spPr>
          <a:xfrm>
            <a:off x="9675146" y="569761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E41FC8D-6BC7-4AB5-98CA-3789C124A9E7}"/>
              </a:ext>
            </a:extLst>
          </p:cNvPr>
          <p:cNvSpPr txBox="1"/>
          <p:nvPr/>
        </p:nvSpPr>
        <p:spPr>
          <a:xfrm>
            <a:off x="8442960" y="4381500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X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16E0C47-6143-A0C4-DB69-CDD1430EA7DC}"/>
              </a:ext>
            </a:extLst>
          </p:cNvPr>
          <p:cNvSpPr/>
          <p:nvPr/>
        </p:nvSpPr>
        <p:spPr>
          <a:xfrm>
            <a:off x="632460" y="2811780"/>
            <a:ext cx="1150611" cy="358140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6F2C832-5B67-F87C-02A1-2655A005570A}"/>
              </a:ext>
            </a:extLst>
          </p:cNvPr>
          <p:cNvCxnSpPr>
            <a:cxnSpLocks/>
          </p:cNvCxnSpPr>
          <p:nvPr/>
        </p:nvCxnSpPr>
        <p:spPr>
          <a:xfrm>
            <a:off x="632460" y="4549023"/>
            <a:ext cx="115061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AD234AFC-4DC6-BB13-01EB-D415043A60F8}"/>
              </a:ext>
            </a:extLst>
          </p:cNvPr>
          <p:cNvSpPr txBox="1"/>
          <p:nvPr/>
        </p:nvSpPr>
        <p:spPr>
          <a:xfrm>
            <a:off x="988346" y="348817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138B984-D646-E52E-F720-07034AFAB083}"/>
              </a:ext>
            </a:extLst>
          </p:cNvPr>
          <p:cNvSpPr txBox="1"/>
          <p:nvPr/>
        </p:nvSpPr>
        <p:spPr>
          <a:xfrm>
            <a:off x="988346" y="522542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2825476-DE16-350D-1B96-1CED8A19001B}"/>
              </a:ext>
            </a:extLst>
          </p:cNvPr>
          <p:cNvSpPr txBox="1"/>
          <p:nvPr/>
        </p:nvSpPr>
        <p:spPr>
          <a:xfrm>
            <a:off x="981934" y="648866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2D0CCA6-51D6-E7C3-E5A5-FF61CEEE8ECA}"/>
              </a:ext>
            </a:extLst>
          </p:cNvPr>
          <p:cNvSpPr txBox="1"/>
          <p:nvPr/>
        </p:nvSpPr>
        <p:spPr>
          <a:xfrm>
            <a:off x="5746155" y="6488668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BF9A9B5-33A5-C4D9-E696-C971B5369952}"/>
              </a:ext>
            </a:extLst>
          </p:cNvPr>
          <p:cNvSpPr txBox="1"/>
          <p:nvPr/>
        </p:nvSpPr>
        <p:spPr>
          <a:xfrm>
            <a:off x="9675146" y="648866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8C73244-8330-EEE5-452F-B536510DF76C}"/>
              </a:ext>
            </a:extLst>
          </p:cNvPr>
          <p:cNvSpPr txBox="1"/>
          <p:nvPr/>
        </p:nvSpPr>
        <p:spPr>
          <a:xfrm>
            <a:off x="2559346" y="4477009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=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ED13A214-99D0-27AF-52FD-842183BAC2F5}"/>
              </a:ext>
            </a:extLst>
          </p:cNvPr>
          <p:cNvCxnSpPr/>
          <p:nvPr/>
        </p:nvCxnSpPr>
        <p:spPr>
          <a:xfrm>
            <a:off x="4030980" y="2698376"/>
            <a:ext cx="390144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4A5F2E6F-6397-5207-702F-2E9BBCF79609}"/>
              </a:ext>
            </a:extLst>
          </p:cNvPr>
          <p:cNvCxnSpPr>
            <a:cxnSpLocks/>
          </p:cNvCxnSpPr>
          <p:nvPr/>
        </p:nvCxnSpPr>
        <p:spPr>
          <a:xfrm flipV="1">
            <a:off x="3826584" y="2941320"/>
            <a:ext cx="0" cy="345186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C8CF19D2-7FA6-CA49-D8DA-2B3A8F3A3C6C}"/>
              </a:ext>
            </a:extLst>
          </p:cNvPr>
          <p:cNvSpPr txBox="1"/>
          <p:nvPr/>
        </p:nvSpPr>
        <p:spPr>
          <a:xfrm>
            <a:off x="3318092" y="4467746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1F950FE-257E-BF4A-FFBF-469139D5547D}"/>
              </a:ext>
            </a:extLst>
          </p:cNvPr>
          <p:cNvSpPr txBox="1"/>
          <p:nvPr/>
        </p:nvSpPr>
        <p:spPr>
          <a:xfrm>
            <a:off x="5853235" y="2346132"/>
            <a:ext cx="333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DFD3F154-78D0-5CDE-7F05-D15BF0746908}"/>
              </a:ext>
            </a:extLst>
          </p:cNvPr>
          <p:cNvCxnSpPr>
            <a:cxnSpLocks/>
          </p:cNvCxnSpPr>
          <p:nvPr/>
        </p:nvCxnSpPr>
        <p:spPr>
          <a:xfrm flipV="1">
            <a:off x="10565245" y="2880360"/>
            <a:ext cx="0" cy="360830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502517A9-BCB7-CB9C-FCAF-91DA1575C93D}"/>
              </a:ext>
            </a:extLst>
          </p:cNvPr>
          <p:cNvSpPr txBox="1"/>
          <p:nvPr/>
        </p:nvSpPr>
        <p:spPr>
          <a:xfrm>
            <a:off x="10565245" y="4467746"/>
            <a:ext cx="333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3FEB7134-B905-3572-546D-084684515E53}"/>
              </a:ext>
            </a:extLst>
          </p:cNvPr>
          <p:cNvCxnSpPr>
            <a:cxnSpLocks/>
          </p:cNvCxnSpPr>
          <p:nvPr/>
        </p:nvCxnSpPr>
        <p:spPr>
          <a:xfrm flipV="1">
            <a:off x="428065" y="2887524"/>
            <a:ext cx="0" cy="345186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D01E497C-CC5D-0E0F-DDFB-82B15F87F6A5}"/>
              </a:ext>
            </a:extLst>
          </p:cNvPr>
          <p:cNvSpPr txBox="1"/>
          <p:nvPr/>
        </p:nvSpPr>
        <p:spPr>
          <a:xfrm>
            <a:off x="-24212" y="4375605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5BE9E98C-7045-2B41-8245-5E560D115F2F}"/>
              </a:ext>
            </a:extLst>
          </p:cNvPr>
          <p:cNvCxnSpPr/>
          <p:nvPr/>
        </p:nvCxnSpPr>
        <p:spPr>
          <a:xfrm>
            <a:off x="981934" y="3943232"/>
            <a:ext cx="58420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7091D398-9C2C-F0A1-E2A1-954E0D997716}"/>
              </a:ext>
            </a:extLst>
          </p:cNvPr>
          <p:cNvCxnSpPr/>
          <p:nvPr/>
        </p:nvCxnSpPr>
        <p:spPr>
          <a:xfrm>
            <a:off x="4319629" y="4083805"/>
            <a:ext cx="58420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A4509B26-3AFB-AEF1-E524-D45C13186F5E}"/>
              </a:ext>
            </a:extLst>
          </p:cNvPr>
          <p:cNvCxnSpPr/>
          <p:nvPr/>
        </p:nvCxnSpPr>
        <p:spPr>
          <a:xfrm>
            <a:off x="5577841" y="4083805"/>
            <a:ext cx="58420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5FFADE20-F462-4506-F57A-C44262799ABE}"/>
              </a:ext>
            </a:extLst>
          </p:cNvPr>
          <p:cNvCxnSpPr/>
          <p:nvPr/>
        </p:nvCxnSpPr>
        <p:spPr>
          <a:xfrm>
            <a:off x="6928209" y="4083805"/>
            <a:ext cx="58420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CC0B29E6-15F2-64B9-06E7-F4D384A457B5}"/>
              </a:ext>
            </a:extLst>
          </p:cNvPr>
          <p:cNvCxnSpPr/>
          <p:nvPr/>
        </p:nvCxnSpPr>
        <p:spPr>
          <a:xfrm>
            <a:off x="9664653" y="3735287"/>
            <a:ext cx="58420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C754C419-F12B-546F-E3AA-169178C6B2E0}"/>
              </a:ext>
            </a:extLst>
          </p:cNvPr>
          <p:cNvCxnSpPr/>
          <p:nvPr/>
        </p:nvCxnSpPr>
        <p:spPr>
          <a:xfrm>
            <a:off x="9664653" y="5013754"/>
            <a:ext cx="58420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E8D2678C-6A2F-4E47-A2B9-2DF77435E7E0}"/>
              </a:ext>
            </a:extLst>
          </p:cNvPr>
          <p:cNvCxnSpPr/>
          <p:nvPr/>
        </p:nvCxnSpPr>
        <p:spPr>
          <a:xfrm>
            <a:off x="9664653" y="6139821"/>
            <a:ext cx="58420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573179CA-955A-DC04-31BF-8EC4D58F774E}"/>
                  </a:ext>
                </a:extLst>
              </p:cNvPr>
              <p:cNvSpPr txBox="1"/>
              <p:nvPr/>
            </p:nvSpPr>
            <p:spPr>
              <a:xfrm>
                <a:off x="2430868" y="1640026"/>
                <a:ext cx="7462345" cy="4841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rgbClr val="C00000"/>
                    </a:solidFill>
                  </a:rPr>
                  <a:t>Data Reuse for A+B+C 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𝑀𝑁</m:t>
                        </m:r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×1+</m:t>
                        </m:r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𝑀𝑁</m:t>
                        </m:r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𝑀𝑁</m:t>
                        </m:r>
                      </m:num>
                      <m:den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𝑀𝑁</m:t>
                        </m:r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~ 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; 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≪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𝑀𝑁</m:t>
                    </m:r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573179CA-955A-DC04-31BF-8EC4D58F77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0868" y="1640026"/>
                <a:ext cx="7462345" cy="484172"/>
              </a:xfrm>
              <a:prstGeom prst="rect">
                <a:avLst/>
              </a:prstGeom>
              <a:blipFill>
                <a:blip r:embed="rId2"/>
                <a:stretch>
                  <a:fillRect l="-735" b="-88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7492922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7F83B-D183-FE4A-10FF-CC592A032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#3 Optimizations to Maximize Data Reuse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86DBF1-D969-2435-3E32-1520D0110FD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C00000"/>
                    </a:solidFill>
                  </a:rPr>
                  <a:t>How do we make sure that each data item of B is fetched just once and used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 times?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86DBF1-D969-2435-3E32-1520D0110F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0413137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7F83B-D183-FE4A-10FF-CC592A032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#3 Optimizations to Maximize Data Reuse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86DBF1-D969-2435-3E32-1520D0110FD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chemeClr val="tx1"/>
                    </a:solidFill>
                  </a:rPr>
                  <a:t>How do we make sure that each data item of B is fetched just once and used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times?</a:t>
                </a:r>
              </a:p>
              <a:p>
                <a:endParaRPr lang="en-US" dirty="0"/>
              </a:p>
              <a:p>
                <a:r>
                  <a:rPr lang="en-US" dirty="0">
                    <a:solidFill>
                      <a:srgbClr val="C00000"/>
                    </a:solidFill>
                  </a:rPr>
                  <a:t>Effectively use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>
                    <a:solidFill>
                      <a:srgbClr val="C00000"/>
                    </a:solidFill>
                  </a:rPr>
                  <a:t>Cache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 a local on-chip memory where data can be stored till all the computations are performed </a:t>
                </a:r>
              </a:p>
              <a:p>
                <a:endParaRPr lang="en-US" dirty="0">
                  <a:solidFill>
                    <a:srgbClr val="C00000"/>
                  </a:solidFill>
                </a:endParaRPr>
              </a:p>
              <a:p>
                <a:r>
                  <a:rPr lang="en-US" dirty="0">
                    <a:solidFill>
                      <a:srgbClr val="C00000"/>
                    </a:solidFill>
                  </a:rPr>
                  <a:t>Before we can “effectively” use cache, lets first understand how to model it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86DBF1-D969-2435-3E32-1520D0110F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3426915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02963D-EA56-A943-E7F6-EA9B6B353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Execution Model with Cache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3F11713-DDD7-17F8-B067-4BB217BB5793}"/>
              </a:ext>
            </a:extLst>
          </p:cNvPr>
          <p:cNvSpPr txBox="1"/>
          <p:nvPr/>
        </p:nvSpPr>
        <p:spPr>
          <a:xfrm>
            <a:off x="5425687" y="212094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chemeClr val="bg2">
                    <a:lumMod val="10000"/>
                  </a:schemeClr>
                </a:solidFill>
              </a:rPr>
              <a:t>64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F1CD00F-C92F-BD11-FB58-5E784184F343}"/>
              </a:ext>
            </a:extLst>
          </p:cNvPr>
          <p:cNvGrpSpPr/>
          <p:nvPr/>
        </p:nvGrpSpPr>
        <p:grpSpPr>
          <a:xfrm>
            <a:off x="4167992" y="1587542"/>
            <a:ext cx="2133599" cy="1905000"/>
            <a:chOff x="5486400" y="1828800"/>
            <a:chExt cx="2133599" cy="19050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FCCBB8E-522F-C7B4-D9EE-F957DFD5A8EE}"/>
                </a:ext>
              </a:extLst>
            </p:cNvPr>
            <p:cNvSpPr/>
            <p:nvPr/>
          </p:nvSpPr>
          <p:spPr>
            <a:xfrm>
              <a:off x="5486400" y="2789582"/>
              <a:ext cx="2133599" cy="944218"/>
            </a:xfrm>
            <a:prstGeom prst="rect">
              <a:avLst/>
            </a:prstGeom>
            <a:ln w="19050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C7E61E5-19A5-259F-F1D0-48BF36CBFBEB}"/>
                </a:ext>
              </a:extLst>
            </p:cNvPr>
            <p:cNvSpPr/>
            <p:nvPr/>
          </p:nvSpPr>
          <p:spPr>
            <a:xfrm>
              <a:off x="5681387" y="1828800"/>
              <a:ext cx="1743623" cy="381000"/>
            </a:xfrm>
            <a:prstGeom prst="rect">
              <a:avLst/>
            </a:prstGeom>
            <a:ln w="19050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bg2">
                      <a:lumMod val="10000"/>
                    </a:schemeClr>
                  </a:solidFill>
                </a:rPr>
                <a:t>DRAM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D674584F-9D9E-2415-1BEB-3D4733E0B244}"/>
                </a:ext>
              </a:extLst>
            </p:cNvPr>
            <p:cNvCxnSpPr>
              <a:endCxn id="8" idx="0"/>
            </p:cNvCxnSpPr>
            <p:nvPr/>
          </p:nvCxnSpPr>
          <p:spPr>
            <a:xfrm flipH="1">
              <a:off x="6553200" y="2191780"/>
              <a:ext cx="4309" cy="597802"/>
            </a:xfrm>
            <a:prstGeom prst="straightConnector1">
              <a:avLst/>
            </a:prstGeom>
            <a:ln w="19050">
              <a:solidFill>
                <a:schemeClr val="bg2">
                  <a:lumMod val="10000"/>
                </a:schemeClr>
              </a:solidFill>
              <a:headEnd type="arrow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6F778AD9-DCEF-CD65-305A-4916CEFA7EBC}"/>
                </a:ext>
              </a:extLst>
            </p:cNvPr>
            <p:cNvCxnSpPr/>
            <p:nvPr/>
          </p:nvCxnSpPr>
          <p:spPr>
            <a:xfrm flipV="1">
              <a:off x="6443209" y="2362200"/>
              <a:ext cx="228600" cy="193079"/>
            </a:xfrm>
            <a:prstGeom prst="line">
              <a:avLst/>
            </a:prstGeom>
            <a:ln w="19050">
              <a:solidFill>
                <a:schemeClr val="bg2">
                  <a:lumMod val="10000"/>
                </a:schemeClr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AA00BD2-AB87-CAA2-5E83-761E5B811A5C}"/>
                </a:ext>
              </a:extLst>
            </p:cNvPr>
            <p:cNvSpPr/>
            <p:nvPr/>
          </p:nvSpPr>
          <p:spPr>
            <a:xfrm>
              <a:off x="6286104" y="2833646"/>
              <a:ext cx="499609" cy="381000"/>
            </a:xfrm>
            <a:prstGeom prst="rect">
              <a:avLst/>
            </a:prstGeom>
            <a:ln w="19050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bg2">
                      <a:lumMod val="10000"/>
                    </a:schemeClr>
                  </a:solidFill>
                </a:rPr>
                <a:t>C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6B36765-513A-D66F-7EAF-C8EFA53F2F91}"/>
                </a:ext>
              </a:extLst>
            </p:cNvPr>
            <p:cNvSpPr/>
            <p:nvPr/>
          </p:nvSpPr>
          <p:spPr>
            <a:xfrm>
              <a:off x="5602260" y="3261691"/>
              <a:ext cx="1865340" cy="395909"/>
            </a:xfrm>
            <a:prstGeom prst="rect">
              <a:avLst/>
            </a:prstGeom>
            <a:ln w="19050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2">
                      <a:lumMod val="10000"/>
                    </a:schemeClr>
                  </a:solidFill>
                </a:rPr>
                <a:t>Processor</a:t>
              </a:r>
            </a:p>
          </p:txBody>
        </p:sp>
      </p:grp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FE14F25-FF61-B483-0BD3-E5AD0A486E41}"/>
              </a:ext>
            </a:extLst>
          </p:cNvPr>
          <p:cNvCxnSpPr/>
          <p:nvPr/>
        </p:nvCxnSpPr>
        <p:spPr>
          <a:xfrm flipH="1" flipV="1">
            <a:off x="5615792" y="2806742"/>
            <a:ext cx="856935" cy="188968"/>
          </a:xfrm>
          <a:prstGeom prst="straightConnector1">
            <a:avLst/>
          </a:prstGeom>
          <a:ln>
            <a:solidFill>
              <a:schemeClr val="bg2">
                <a:lumMod val="10000"/>
              </a:schemeClr>
            </a:solidFill>
            <a:prstDash val="dash"/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" name="Rectangle 3">
            <a:extLst>
              <a:ext uri="{FF2B5EF4-FFF2-40B4-BE49-F238E27FC236}">
                <a16:creationId xmlns:a16="http://schemas.microsoft.com/office/drawing/2014/main" id="{1FC9EAF6-339C-C454-8B93-5E3794DF76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2726" y="2634629"/>
            <a:ext cx="1371600" cy="9144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Trebuchet MS" pitchFamily="34" charset="0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kern="1200">
                <a:solidFill>
                  <a:schemeClr val="tx1"/>
                </a:solidFill>
                <a:latin typeface="Trebuchet MS" pitchFamily="34" charset="0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Trebuchet MS" pitchFamily="34" charset="0"/>
              <a:buChar char="−"/>
              <a:defRPr sz="1600" kern="1200">
                <a:solidFill>
                  <a:schemeClr val="tx1"/>
                </a:solidFill>
                <a:latin typeface="Trebuchet MS" pitchFamily="34" charset="0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q"/>
              <a:defRPr sz="1400" kern="1200">
                <a:solidFill>
                  <a:schemeClr val="tx1"/>
                </a:solidFill>
                <a:latin typeface="Trebuchet MS" pitchFamily="34" charset="0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400" kern="1200">
                <a:solidFill>
                  <a:schemeClr val="tx1"/>
                </a:solidFill>
                <a:latin typeface="Trebuchet MS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>
                <a:solidFill>
                  <a:schemeClr val="bg2">
                    <a:lumMod val="10000"/>
                  </a:schemeClr>
                </a:solidFill>
                <a:latin typeface="+mn-lt"/>
              </a:rPr>
              <a:t>Cache</a:t>
            </a:r>
          </a:p>
          <a:p>
            <a:pPr marL="0" indent="0">
              <a:buNone/>
            </a:pPr>
            <a:r>
              <a:rPr lang="en-US" sz="1600">
                <a:solidFill>
                  <a:schemeClr val="bg2">
                    <a:lumMod val="10000"/>
                  </a:schemeClr>
                </a:solidFill>
                <a:latin typeface="+mn-lt"/>
              </a:rPr>
              <a:t>Small (16 MB)</a:t>
            </a:r>
          </a:p>
          <a:p>
            <a:pPr marL="0" indent="0">
              <a:buNone/>
            </a:pPr>
            <a:r>
              <a:rPr lang="en-US" sz="1600">
                <a:solidFill>
                  <a:schemeClr val="bg2">
                    <a:lumMod val="10000"/>
                  </a:schemeClr>
                </a:solidFill>
                <a:latin typeface="+mn-lt"/>
              </a:rPr>
              <a:t>Fast (2 GHz)</a:t>
            </a:r>
            <a:endParaRPr lang="en-US">
              <a:solidFill>
                <a:schemeClr val="bg2">
                  <a:lumMod val="10000"/>
                </a:schemeClr>
              </a:solidFill>
              <a:latin typeface="+mn-lt"/>
            </a:endParaRPr>
          </a:p>
        </p:txBody>
      </p:sp>
      <p:sp>
        <p:nvSpPr>
          <p:cNvPr id="16" name="Rectangle 3">
            <a:extLst>
              <a:ext uri="{FF2B5EF4-FFF2-40B4-BE49-F238E27FC236}">
                <a16:creationId xmlns:a16="http://schemas.microsoft.com/office/drawing/2014/main" id="{6F445D07-F0D0-1BB8-FD66-FA01A647A4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2726" y="1627962"/>
            <a:ext cx="940624" cy="3405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Trebuchet MS" pitchFamily="34" charset="0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kern="1200">
                <a:solidFill>
                  <a:schemeClr val="tx1"/>
                </a:solidFill>
                <a:latin typeface="Trebuchet MS" pitchFamily="34" charset="0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Trebuchet MS" pitchFamily="34" charset="0"/>
              <a:buChar char="−"/>
              <a:defRPr sz="1600" kern="1200">
                <a:solidFill>
                  <a:schemeClr val="tx1"/>
                </a:solidFill>
                <a:latin typeface="Trebuchet MS" pitchFamily="34" charset="0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q"/>
              <a:defRPr sz="1400" kern="1200">
                <a:solidFill>
                  <a:schemeClr val="tx1"/>
                </a:solidFill>
                <a:latin typeface="Trebuchet MS" pitchFamily="34" charset="0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400" kern="1200">
                <a:solidFill>
                  <a:schemeClr val="tx1"/>
                </a:solidFill>
                <a:latin typeface="Trebuchet MS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>
                <a:solidFill>
                  <a:schemeClr val="bg2">
                    <a:lumMod val="10000"/>
                  </a:schemeClr>
                </a:solidFill>
                <a:latin typeface="+mn-lt"/>
              </a:rPr>
              <a:t>4 GB</a:t>
            </a:r>
            <a:endParaRPr lang="en-US">
              <a:solidFill>
                <a:schemeClr val="bg2">
                  <a:lumMod val="10000"/>
                </a:schemeClr>
              </a:solidFill>
              <a:latin typeface="+mn-lt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B8E9369-A421-849D-DF79-EF5E437DF382}"/>
              </a:ext>
            </a:extLst>
          </p:cNvPr>
          <p:cNvSpPr txBox="1"/>
          <p:nvPr/>
        </p:nvSpPr>
        <p:spPr>
          <a:xfrm>
            <a:off x="1232437" y="4340657"/>
            <a:ext cx="87858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/>
              <a:t>Fetch_Memory</a:t>
            </a:r>
            <a:r>
              <a:rPr lang="en-US" b="1" dirty="0"/>
              <a:t> </a:t>
            </a:r>
            <a:r>
              <a:rPr lang="en-US" dirty="0"/>
              <a:t>– Latency + Data size/bandwidth</a:t>
            </a:r>
          </a:p>
          <a:p>
            <a:r>
              <a:rPr lang="en-US" b="1" dirty="0" err="1"/>
              <a:t>Fetch_Cache</a:t>
            </a:r>
            <a:r>
              <a:rPr lang="en-US" b="1" dirty="0"/>
              <a:t> </a:t>
            </a:r>
            <a:r>
              <a:rPr lang="en-US" dirty="0"/>
              <a:t>– 1 cycle</a:t>
            </a:r>
          </a:p>
          <a:p>
            <a:r>
              <a:rPr lang="en-US" b="1" dirty="0"/>
              <a:t>Execute</a:t>
            </a:r>
            <a:r>
              <a:rPr lang="en-US" dirty="0"/>
              <a:t> – 1 cycle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5883072-0653-2683-AEE3-3EA0CB67E854}"/>
              </a:ext>
            </a:extLst>
          </p:cNvPr>
          <p:cNvSpPr txBox="1"/>
          <p:nvPr/>
        </p:nvSpPr>
        <p:spPr>
          <a:xfrm>
            <a:off x="4086137" y="3541039"/>
            <a:ext cx="699176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1800" dirty="0">
                <a:latin typeface="+mn-lt"/>
              </a:rPr>
              <a:t>Bandwidth    </a:t>
            </a:r>
            <a:r>
              <a:rPr lang="en-US" sz="1800" dirty="0">
                <a:solidFill>
                  <a:schemeClr val="bg2">
                    <a:lumMod val="10000"/>
                  </a:schemeClr>
                </a:solidFill>
                <a:latin typeface="+mn-lt"/>
              </a:rPr>
              <a:t>= 64 bits at 1 GHz</a:t>
            </a:r>
          </a:p>
          <a:p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(64 </a:t>
            </a:r>
            <a:r>
              <a:rPr lang="en-US" dirty="0" err="1">
                <a:solidFill>
                  <a:schemeClr val="bg2">
                    <a:lumMod val="10000"/>
                  </a:schemeClr>
                </a:solidFill>
              </a:rPr>
              <a:t>Gbits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/sec or  8 GB/sec) or </a:t>
            </a:r>
          </a:p>
          <a:p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(64 bits in every 2 processor cycles) or 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1 word in 1 ns</a:t>
            </a:r>
            <a:endParaRPr lang="en-US" sz="2400" b="1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FACC371-B9CA-FAD5-CB92-E352519E43BC}"/>
              </a:ext>
            </a:extLst>
          </p:cNvPr>
          <p:cNvSpPr txBox="1"/>
          <p:nvPr/>
        </p:nvSpPr>
        <p:spPr>
          <a:xfrm>
            <a:off x="7599658" y="5123062"/>
            <a:ext cx="29613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Read/Write from DRAM to/from Cache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78CDE426-234E-CD65-DB20-8EE449647E6A}"/>
              </a:ext>
            </a:extLst>
          </p:cNvPr>
          <p:cNvCxnSpPr>
            <a:stCxn id="3" idx="1"/>
          </p:cNvCxnSpPr>
          <p:nvPr/>
        </p:nvCxnSpPr>
        <p:spPr>
          <a:xfrm flipH="1" flipV="1">
            <a:off x="5855793" y="4539602"/>
            <a:ext cx="1743865" cy="906626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ight Brace 27">
            <a:extLst>
              <a:ext uri="{FF2B5EF4-FFF2-40B4-BE49-F238E27FC236}">
                <a16:creationId xmlns:a16="http://schemas.microsoft.com/office/drawing/2014/main" id="{33691670-EA5F-A4A4-C3EF-70133B7381D5}"/>
              </a:ext>
            </a:extLst>
          </p:cNvPr>
          <p:cNvSpPr/>
          <p:nvPr/>
        </p:nvSpPr>
        <p:spPr>
          <a:xfrm>
            <a:off x="3457764" y="4717335"/>
            <a:ext cx="369598" cy="546652"/>
          </a:xfrm>
          <a:prstGeom prst="rightBrac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E617AC0B-32DC-64DE-39BE-BD2B9042511E}"/>
              </a:ext>
            </a:extLst>
          </p:cNvPr>
          <p:cNvCxnSpPr/>
          <p:nvPr/>
        </p:nvCxnSpPr>
        <p:spPr>
          <a:xfrm flipH="1" flipV="1">
            <a:off x="3809205" y="5001645"/>
            <a:ext cx="1743865" cy="906626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714D6410-56F9-6BFC-96B1-B4B440BE02D2}"/>
              </a:ext>
            </a:extLst>
          </p:cNvPr>
          <p:cNvSpPr txBox="1"/>
          <p:nvPr/>
        </p:nvSpPr>
        <p:spPr>
          <a:xfrm>
            <a:off x="5532089" y="5765121"/>
            <a:ext cx="29613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Basic Execution Model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4C47990-A177-3FF8-6A00-B9ED9FC99C86}"/>
              </a:ext>
            </a:extLst>
          </p:cNvPr>
          <p:cNvSpPr txBox="1"/>
          <p:nvPr/>
        </p:nvSpPr>
        <p:spPr>
          <a:xfrm>
            <a:off x="2525946" y="1906328"/>
            <a:ext cx="16420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Latency: 10 ns</a:t>
            </a:r>
          </a:p>
        </p:txBody>
      </p:sp>
    </p:spTree>
    <p:extLst>
      <p:ext uri="{BB962C8B-B14F-4D97-AF65-F5344CB8AC3E}">
        <p14:creationId xmlns:p14="http://schemas.microsoft.com/office/powerpoint/2010/main" val="295007944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4CD292-3D3F-C414-8FA8-DE9B10DEDA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Execution Model with Cache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89A877-388E-B26A-C933-4CF4481848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Assumptions</a:t>
            </a:r>
          </a:p>
          <a:p>
            <a:endParaRPr lang="en-US" dirty="0"/>
          </a:p>
          <a:p>
            <a:r>
              <a:rPr lang="en-US" dirty="0" err="1"/>
              <a:t>Fetch_Memory</a:t>
            </a:r>
            <a:r>
              <a:rPr lang="en-US" dirty="0"/>
              <a:t>: DRAM &lt;-&gt; Cache</a:t>
            </a:r>
          </a:p>
          <a:p>
            <a:endParaRPr lang="en-US" dirty="0"/>
          </a:p>
          <a:p>
            <a:r>
              <a:rPr lang="en-US" dirty="0"/>
              <a:t>Processor has a limited number of registers, say 3-4</a:t>
            </a:r>
          </a:p>
          <a:p>
            <a:pPr lvl="1"/>
            <a:r>
              <a:rPr lang="en-US" dirty="0"/>
              <a:t>You can decide what “limited” means</a:t>
            </a:r>
          </a:p>
          <a:p>
            <a:pPr lvl="1"/>
            <a:r>
              <a:rPr lang="en-US" dirty="0"/>
              <a:t>Enough such that you don’t need complicated code</a:t>
            </a:r>
          </a:p>
          <a:p>
            <a:pPr lvl="1"/>
            <a:r>
              <a:rPr lang="en-US" dirty="0"/>
              <a:t>But not so large that you do not require cache anymore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09735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03665-E31C-B3B7-C7D0-2D7459CA66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Execution Model with Cache</a:t>
            </a:r>
            <a:br>
              <a:rPr lang="en-US" dirty="0"/>
            </a:br>
            <a:r>
              <a:rPr lang="en-US" sz="3600" dirty="0"/>
              <a:t>Calculating Algorithm Performance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C4C34E4-CAF7-63A0-B27B-652BE86269C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31322" y="1825625"/>
                <a:ext cx="5115634" cy="4756844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n-US" dirty="0"/>
                  <a:t>C[</a:t>
                </a:r>
                <a:r>
                  <a:rPr lang="en-US" dirty="0" err="1"/>
                  <a:t>i</a:t>
                </a:r>
                <a:r>
                  <a:rPr lang="en-US" dirty="0"/>
                  <a:t>] =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/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]</m:t>
                        </m:r>
                      </m:e>
                    </m:nary>
                  </m:oMath>
                </a14:m>
                <a:r>
                  <a:rPr lang="en-US" dirty="0"/>
                  <a:t> *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RMA: Read A into cache</a:t>
                </a:r>
              </a:p>
              <a:p>
                <a:pPr marL="0" indent="0">
                  <a:buNone/>
                </a:pPr>
                <a:r>
                  <a:rPr lang="en-US" dirty="0"/>
                  <a:t>RMB: Read B into cache</a:t>
                </a:r>
              </a:p>
              <a:p>
                <a:pPr marL="0" indent="0">
                  <a:buNone/>
                </a:pPr>
                <a:r>
                  <a:rPr lang="en-US" dirty="0"/>
                  <a:t>{ //repeat M*N times</a:t>
                </a:r>
              </a:p>
              <a:p>
                <a:pPr marL="457200" lvl="1" indent="0">
                  <a:buNone/>
                </a:pPr>
                <a:r>
                  <a:rPr lang="en-US" dirty="0"/>
                  <a:t>RA: Read A[</a:t>
                </a:r>
                <a:r>
                  <a:rPr lang="en-US" dirty="0" err="1"/>
                  <a:t>i</a:t>
                </a:r>
                <a:r>
                  <a:rPr lang="en-US" dirty="0"/>
                  <a:t>][k] into processor</a:t>
                </a:r>
              </a:p>
              <a:p>
                <a:pPr marL="457200" lvl="1" indent="0">
                  <a:buNone/>
                </a:pPr>
                <a:r>
                  <a:rPr lang="en-US" dirty="0"/>
                  <a:t>RB: Read B[k] into processor</a:t>
                </a:r>
              </a:p>
              <a:p>
                <a:pPr marL="457200" lvl="1" indent="0">
                  <a:buNone/>
                </a:pPr>
                <a:r>
                  <a:rPr lang="en-US" dirty="0"/>
                  <a:t>M: Res &lt;- </a:t>
                </a:r>
                <a:r>
                  <a:rPr lang="en-US" dirty="0" err="1"/>
                  <a:t>Mult</a:t>
                </a:r>
                <a:r>
                  <a:rPr lang="en-US" dirty="0"/>
                  <a:t> A[</a:t>
                </a:r>
                <a:r>
                  <a:rPr lang="en-US" dirty="0" err="1"/>
                  <a:t>i</a:t>
                </a:r>
                <a:r>
                  <a:rPr lang="en-US" dirty="0"/>
                  <a:t>][k]*B[k]</a:t>
                </a:r>
              </a:p>
              <a:p>
                <a:pPr marL="457200" lvl="1" indent="0">
                  <a:buNone/>
                </a:pPr>
                <a:r>
                  <a:rPr lang="en-US" dirty="0"/>
                  <a:t>RC: Read C[</a:t>
                </a:r>
                <a:r>
                  <a:rPr lang="en-US" dirty="0" err="1"/>
                  <a:t>i</a:t>
                </a:r>
                <a:r>
                  <a:rPr lang="en-US" dirty="0"/>
                  <a:t>] into processor</a:t>
                </a:r>
              </a:p>
              <a:p>
                <a:pPr marL="457200" lvl="1" indent="0">
                  <a:buNone/>
                </a:pPr>
                <a:r>
                  <a:rPr lang="en-US" dirty="0"/>
                  <a:t>A: Add C[</a:t>
                </a:r>
                <a:r>
                  <a:rPr lang="en-US" dirty="0" err="1"/>
                  <a:t>i</a:t>
                </a:r>
                <a:r>
                  <a:rPr lang="en-US" dirty="0"/>
                  <a:t>] + Res</a:t>
                </a:r>
              </a:p>
              <a:p>
                <a:pPr marL="457200" lvl="1" indent="0">
                  <a:buNone/>
                </a:pPr>
                <a:r>
                  <a:rPr lang="en-US" dirty="0"/>
                  <a:t>S: Store C[</a:t>
                </a:r>
                <a:r>
                  <a:rPr lang="en-US" dirty="0" err="1"/>
                  <a:t>i</a:t>
                </a:r>
                <a:r>
                  <a:rPr lang="en-US" dirty="0"/>
                  <a:t>] into cache</a:t>
                </a:r>
              </a:p>
              <a:p>
                <a:pPr marL="0" indent="0">
                  <a:buNone/>
                </a:pPr>
                <a:r>
                  <a:rPr lang="en-US" dirty="0"/>
                  <a:t>}</a:t>
                </a:r>
              </a:p>
              <a:p>
                <a:pPr marL="0" indent="0">
                  <a:buNone/>
                </a:pPr>
                <a:r>
                  <a:rPr lang="en-US" dirty="0"/>
                  <a:t>SMC: Store C into DRAM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C4C34E4-CAF7-63A0-B27B-652BE86269C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31322" y="1825625"/>
                <a:ext cx="5115634" cy="4756844"/>
              </a:xfrm>
              <a:blipFill>
                <a:blip r:embed="rId2"/>
                <a:stretch>
                  <a:fillRect l="-2145" t="-3201" b="-1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5544560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9BAD5E-9D3E-2D21-FE21-5215D7C10D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495175-988C-EFCA-DC7F-023F00CC56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Execution Model with Cache</a:t>
            </a:r>
            <a:br>
              <a:rPr lang="en-US" dirty="0"/>
            </a:br>
            <a:r>
              <a:rPr lang="en-US" sz="3600" dirty="0"/>
              <a:t>Calculating Algorithm Performance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FB62388-A381-1D9C-39E9-59CE97BCF08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31322" y="1825625"/>
                <a:ext cx="5115634" cy="4756844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n-US" dirty="0"/>
                  <a:t>C[</a:t>
                </a:r>
                <a:r>
                  <a:rPr lang="en-US" dirty="0" err="1"/>
                  <a:t>i</a:t>
                </a:r>
                <a:r>
                  <a:rPr lang="en-US" dirty="0"/>
                  <a:t>] =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/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]</m:t>
                        </m:r>
                      </m:e>
                    </m:nary>
                  </m:oMath>
                </a14:m>
                <a:r>
                  <a:rPr lang="en-US" dirty="0"/>
                  <a:t> *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RMA: Read A into cache</a:t>
                </a:r>
              </a:p>
              <a:p>
                <a:pPr marL="0" indent="0">
                  <a:buNone/>
                </a:pPr>
                <a:r>
                  <a:rPr lang="en-US" dirty="0"/>
                  <a:t>RMB: Read B into cache</a:t>
                </a:r>
              </a:p>
              <a:p>
                <a:pPr marL="0" indent="0">
                  <a:buNone/>
                </a:pPr>
                <a:r>
                  <a:rPr lang="en-US" dirty="0"/>
                  <a:t>{ //repeat M*N times</a:t>
                </a:r>
              </a:p>
              <a:p>
                <a:pPr marL="457200" lvl="1" indent="0">
                  <a:buNone/>
                </a:pPr>
                <a:r>
                  <a:rPr lang="en-US" dirty="0"/>
                  <a:t>RA: Read A[</a:t>
                </a:r>
                <a:r>
                  <a:rPr lang="en-US" dirty="0" err="1"/>
                  <a:t>i</a:t>
                </a:r>
                <a:r>
                  <a:rPr lang="en-US" dirty="0"/>
                  <a:t>][k] into processor</a:t>
                </a:r>
              </a:p>
              <a:p>
                <a:pPr marL="457200" lvl="1" indent="0">
                  <a:buNone/>
                </a:pPr>
                <a:r>
                  <a:rPr lang="en-US" dirty="0"/>
                  <a:t>RB: Read B[k] into processor</a:t>
                </a:r>
              </a:p>
              <a:p>
                <a:pPr marL="457200" lvl="1" indent="0">
                  <a:buNone/>
                </a:pPr>
                <a:r>
                  <a:rPr lang="en-US" dirty="0"/>
                  <a:t>M: Res &lt;- </a:t>
                </a:r>
                <a:r>
                  <a:rPr lang="en-US" dirty="0" err="1"/>
                  <a:t>Mult</a:t>
                </a:r>
                <a:r>
                  <a:rPr lang="en-US" dirty="0"/>
                  <a:t> A[</a:t>
                </a:r>
                <a:r>
                  <a:rPr lang="en-US" dirty="0" err="1"/>
                  <a:t>i</a:t>
                </a:r>
                <a:r>
                  <a:rPr lang="en-US" dirty="0"/>
                  <a:t>][k]*B[k]</a:t>
                </a:r>
              </a:p>
              <a:p>
                <a:pPr marL="457200" lvl="1" indent="0">
                  <a:buNone/>
                </a:pPr>
                <a:r>
                  <a:rPr lang="en-US" dirty="0"/>
                  <a:t>RC: Read C[</a:t>
                </a:r>
                <a:r>
                  <a:rPr lang="en-US" dirty="0" err="1"/>
                  <a:t>i</a:t>
                </a:r>
                <a:r>
                  <a:rPr lang="en-US" dirty="0"/>
                  <a:t>] into processor</a:t>
                </a:r>
              </a:p>
              <a:p>
                <a:pPr marL="457200" lvl="1" indent="0">
                  <a:buNone/>
                </a:pPr>
                <a:r>
                  <a:rPr lang="en-US" dirty="0"/>
                  <a:t>A: Add C[</a:t>
                </a:r>
                <a:r>
                  <a:rPr lang="en-US" dirty="0" err="1"/>
                  <a:t>i</a:t>
                </a:r>
                <a:r>
                  <a:rPr lang="en-US" dirty="0"/>
                  <a:t>] + Res</a:t>
                </a:r>
              </a:p>
              <a:p>
                <a:pPr marL="457200" lvl="1" indent="0">
                  <a:buNone/>
                </a:pPr>
                <a:r>
                  <a:rPr lang="en-US" dirty="0"/>
                  <a:t>S: Store C[</a:t>
                </a:r>
                <a:r>
                  <a:rPr lang="en-US" dirty="0" err="1"/>
                  <a:t>i</a:t>
                </a:r>
                <a:r>
                  <a:rPr lang="en-US" dirty="0"/>
                  <a:t>] into cache</a:t>
                </a:r>
              </a:p>
              <a:p>
                <a:pPr marL="0" indent="0">
                  <a:buNone/>
                </a:pPr>
                <a:r>
                  <a:rPr lang="en-US" dirty="0"/>
                  <a:t>}</a:t>
                </a:r>
              </a:p>
              <a:p>
                <a:pPr marL="0" indent="0">
                  <a:buNone/>
                </a:pPr>
                <a:r>
                  <a:rPr lang="en-US" dirty="0"/>
                  <a:t>SMC: Store C into DRAM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C4C34E4-CAF7-63A0-B27B-652BE86269C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31322" y="1825625"/>
                <a:ext cx="5115634" cy="4756844"/>
              </a:xfrm>
              <a:blipFill>
                <a:blip r:embed="rId2"/>
                <a:stretch>
                  <a:fillRect l="-2145" t="-3201" b="-1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ight Brace 3">
            <a:extLst>
              <a:ext uri="{FF2B5EF4-FFF2-40B4-BE49-F238E27FC236}">
                <a16:creationId xmlns:a16="http://schemas.microsoft.com/office/drawing/2014/main" id="{C3F28B28-7BAF-458B-9948-D2DB7330ED5D}"/>
              </a:ext>
            </a:extLst>
          </p:cNvPr>
          <p:cNvSpPr/>
          <p:nvPr/>
        </p:nvSpPr>
        <p:spPr>
          <a:xfrm>
            <a:off x="4148106" y="2634199"/>
            <a:ext cx="593452" cy="750898"/>
          </a:xfrm>
          <a:prstGeom prst="rightBrac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AC7D66-D0A0-A7E3-546C-EAB79E629D47}"/>
              </a:ext>
            </a:extLst>
          </p:cNvPr>
          <p:cNvSpPr txBox="1"/>
          <p:nvPr/>
        </p:nvSpPr>
        <p:spPr>
          <a:xfrm>
            <a:off x="8035819" y="2343528"/>
            <a:ext cx="318526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This is prefetching which avoids the latency of fetching each M*N RA, RB, and S operations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3AAE760-42E0-0B2A-77F6-C83F287948B2}"/>
              </a:ext>
            </a:extLst>
          </p:cNvPr>
          <p:cNvCxnSpPr>
            <a:cxnSpLocks/>
            <a:stCxn id="4" idx="1"/>
            <a:endCxn id="5" idx="1"/>
          </p:cNvCxnSpPr>
          <p:nvPr/>
        </p:nvCxnSpPr>
        <p:spPr>
          <a:xfrm flipV="1">
            <a:off x="4741558" y="2805193"/>
            <a:ext cx="3294261" cy="204455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601154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03665-E31C-B3B7-C7D0-2D7459CA66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Execution Model with Cache</a:t>
            </a:r>
            <a:br>
              <a:rPr lang="en-US" dirty="0"/>
            </a:br>
            <a:r>
              <a:rPr lang="en-US" sz="3600" dirty="0"/>
              <a:t>Calculating Algorithm Performance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C4C34E4-CAF7-63A0-B27B-652BE86269C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31322" y="1825625"/>
                <a:ext cx="4562020" cy="4756844"/>
              </a:xfrm>
            </p:spPr>
            <p:txBody>
              <a:bodyPr>
                <a:normAutofit fontScale="77500" lnSpcReduction="20000"/>
              </a:bodyPr>
              <a:lstStyle/>
              <a:p>
                <a:r>
                  <a:rPr lang="en-US" dirty="0"/>
                  <a:t>C[</a:t>
                </a:r>
                <a:r>
                  <a:rPr lang="en-US" dirty="0" err="1"/>
                  <a:t>i</a:t>
                </a:r>
                <a:r>
                  <a:rPr lang="en-US" dirty="0"/>
                  <a:t>] =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/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]</m:t>
                        </m:r>
                      </m:e>
                    </m:nary>
                  </m:oMath>
                </a14:m>
                <a:r>
                  <a:rPr lang="en-US" dirty="0"/>
                  <a:t> *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RMA: Read A into cache</a:t>
                </a:r>
              </a:p>
              <a:p>
                <a:pPr marL="0" indent="0">
                  <a:buNone/>
                </a:pPr>
                <a:r>
                  <a:rPr lang="en-US" dirty="0"/>
                  <a:t>RMB: Read B into cache</a:t>
                </a:r>
              </a:p>
              <a:p>
                <a:pPr marL="0" indent="0">
                  <a:buNone/>
                </a:pPr>
                <a:r>
                  <a:rPr lang="en-US" dirty="0"/>
                  <a:t>{ //repeat M*N times</a:t>
                </a:r>
              </a:p>
              <a:p>
                <a:pPr marL="0" indent="0">
                  <a:buNone/>
                </a:pPr>
                <a:r>
                  <a:rPr lang="en-US" dirty="0"/>
                  <a:t>RA: Read A[</a:t>
                </a:r>
                <a:r>
                  <a:rPr lang="en-US" dirty="0" err="1"/>
                  <a:t>i</a:t>
                </a:r>
                <a:r>
                  <a:rPr lang="en-US" dirty="0"/>
                  <a:t>][k] into processor</a:t>
                </a:r>
              </a:p>
              <a:p>
                <a:pPr marL="0" indent="0">
                  <a:buNone/>
                </a:pPr>
                <a:r>
                  <a:rPr lang="en-US" dirty="0"/>
                  <a:t>RB: Read B[k] into processor</a:t>
                </a:r>
              </a:p>
              <a:p>
                <a:pPr marL="0" indent="0">
                  <a:buNone/>
                </a:pPr>
                <a:r>
                  <a:rPr lang="en-US" dirty="0"/>
                  <a:t>M: Res &lt;- </a:t>
                </a:r>
                <a:r>
                  <a:rPr lang="en-US" dirty="0" err="1"/>
                  <a:t>Mult</a:t>
                </a:r>
                <a:r>
                  <a:rPr lang="en-US" dirty="0"/>
                  <a:t> A[</a:t>
                </a:r>
                <a:r>
                  <a:rPr lang="en-US" dirty="0" err="1"/>
                  <a:t>i</a:t>
                </a:r>
                <a:r>
                  <a:rPr lang="en-US" dirty="0"/>
                  <a:t>][k]*B[k]</a:t>
                </a:r>
              </a:p>
              <a:p>
                <a:pPr marL="0" indent="0">
                  <a:buNone/>
                </a:pPr>
                <a:r>
                  <a:rPr lang="en-US" dirty="0"/>
                  <a:t>RC: Read C[</a:t>
                </a:r>
                <a:r>
                  <a:rPr lang="en-US" dirty="0" err="1"/>
                  <a:t>i</a:t>
                </a:r>
                <a:r>
                  <a:rPr lang="en-US" dirty="0"/>
                  <a:t>] into processor</a:t>
                </a:r>
              </a:p>
              <a:p>
                <a:pPr marL="0" indent="0">
                  <a:buNone/>
                </a:pPr>
                <a:r>
                  <a:rPr lang="en-US" dirty="0"/>
                  <a:t>A: Add C[</a:t>
                </a:r>
                <a:r>
                  <a:rPr lang="en-US" dirty="0" err="1"/>
                  <a:t>i</a:t>
                </a:r>
                <a:r>
                  <a:rPr lang="en-US" dirty="0"/>
                  <a:t>] + Res</a:t>
                </a:r>
              </a:p>
              <a:p>
                <a:pPr marL="0" indent="0">
                  <a:buNone/>
                </a:pPr>
                <a:r>
                  <a:rPr lang="en-US" dirty="0"/>
                  <a:t>S: Store C[</a:t>
                </a:r>
                <a:r>
                  <a:rPr lang="en-US" dirty="0" err="1"/>
                  <a:t>i</a:t>
                </a:r>
                <a:r>
                  <a:rPr lang="en-US" dirty="0"/>
                  <a:t>] into cache</a:t>
                </a:r>
              </a:p>
              <a:p>
                <a:pPr marL="0" indent="0">
                  <a:buNone/>
                </a:pPr>
                <a:r>
                  <a:rPr lang="en-US" dirty="0"/>
                  <a:t>}</a:t>
                </a:r>
              </a:p>
              <a:p>
                <a:pPr marL="0" indent="0">
                  <a:buNone/>
                </a:pPr>
                <a:r>
                  <a:rPr lang="en-US" dirty="0"/>
                  <a:t>SMC: Store C into DRAM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C4C34E4-CAF7-63A0-B27B-652BE86269C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31322" y="1825625"/>
                <a:ext cx="4562020" cy="4756844"/>
              </a:xfrm>
              <a:blipFill>
                <a:blip r:embed="rId2"/>
                <a:stretch>
                  <a:fillRect l="-1738" t="-13316" b="-10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F1550064-20F2-C059-F986-F96BE3282BA6}"/>
              </a:ext>
            </a:extLst>
          </p:cNvPr>
          <p:cNvCxnSpPr>
            <a:cxnSpLocks/>
          </p:cNvCxnSpPr>
          <p:nvPr/>
        </p:nvCxnSpPr>
        <p:spPr>
          <a:xfrm flipH="1">
            <a:off x="3948271" y="2622623"/>
            <a:ext cx="3100482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A2E977F9-7BA0-1FD4-1C07-B9A0913F68BB}"/>
              </a:ext>
            </a:extLst>
          </p:cNvPr>
          <p:cNvCxnSpPr>
            <a:cxnSpLocks/>
          </p:cNvCxnSpPr>
          <p:nvPr/>
        </p:nvCxnSpPr>
        <p:spPr>
          <a:xfrm flipH="1">
            <a:off x="3996715" y="3007940"/>
            <a:ext cx="3100482" cy="72131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A717047-AC02-C951-14EB-C1F48F556F4E}"/>
              </a:ext>
            </a:extLst>
          </p:cNvPr>
          <p:cNvCxnSpPr>
            <a:cxnSpLocks/>
          </p:cNvCxnSpPr>
          <p:nvPr/>
        </p:nvCxnSpPr>
        <p:spPr>
          <a:xfrm flipH="1">
            <a:off x="4178384" y="6262457"/>
            <a:ext cx="3100482" cy="4982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ight Brace 11">
            <a:extLst>
              <a:ext uri="{FF2B5EF4-FFF2-40B4-BE49-F238E27FC236}">
                <a16:creationId xmlns:a16="http://schemas.microsoft.com/office/drawing/2014/main" id="{185C2834-1651-5261-D4EC-1EA347AF19F2}"/>
              </a:ext>
            </a:extLst>
          </p:cNvPr>
          <p:cNvSpPr/>
          <p:nvPr/>
        </p:nvSpPr>
        <p:spPr>
          <a:xfrm>
            <a:off x="4129939" y="3554559"/>
            <a:ext cx="545007" cy="2295179"/>
          </a:xfrm>
          <a:prstGeom prst="rightBrac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8B782BB-AC54-9800-A2E2-63F222D18364}"/>
              </a:ext>
            </a:extLst>
          </p:cNvPr>
          <p:cNvSpPr txBox="1"/>
          <p:nvPr/>
        </p:nvSpPr>
        <p:spPr>
          <a:xfrm>
            <a:off x="7278866" y="2416196"/>
            <a:ext cx="6116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??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92281CF-0375-B60E-CD50-216E37C797C6}"/>
              </a:ext>
            </a:extLst>
          </p:cNvPr>
          <p:cNvSpPr txBox="1"/>
          <p:nvPr/>
        </p:nvSpPr>
        <p:spPr>
          <a:xfrm>
            <a:off x="7278866" y="2859339"/>
            <a:ext cx="6116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??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97F19B5-FF66-F528-F717-85DC8222E636}"/>
              </a:ext>
            </a:extLst>
          </p:cNvPr>
          <p:cNvSpPr txBox="1"/>
          <p:nvPr/>
        </p:nvSpPr>
        <p:spPr>
          <a:xfrm>
            <a:off x="4760733" y="4524446"/>
            <a:ext cx="6116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??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02E59EF-3481-76E0-8B29-A6E3BCD8750C}"/>
              </a:ext>
            </a:extLst>
          </p:cNvPr>
          <p:cNvSpPr txBox="1"/>
          <p:nvPr/>
        </p:nvSpPr>
        <p:spPr>
          <a:xfrm>
            <a:off x="7278865" y="6077791"/>
            <a:ext cx="6116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??</a:t>
            </a:r>
          </a:p>
        </p:txBody>
      </p:sp>
    </p:spTree>
    <p:extLst>
      <p:ext uri="{BB962C8B-B14F-4D97-AF65-F5344CB8AC3E}">
        <p14:creationId xmlns:p14="http://schemas.microsoft.com/office/powerpoint/2010/main" val="237385291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03665-E31C-B3B7-C7D0-2D7459CA66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Execution Model with Cache</a:t>
            </a:r>
            <a:br>
              <a:rPr lang="en-US" dirty="0"/>
            </a:br>
            <a:r>
              <a:rPr lang="en-US" sz="3600" dirty="0"/>
              <a:t>Calculating Algorithm Performance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C4C34E4-CAF7-63A0-B27B-652BE86269C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31322" y="1825625"/>
                <a:ext cx="4562020" cy="4756844"/>
              </a:xfrm>
            </p:spPr>
            <p:txBody>
              <a:bodyPr>
                <a:normAutofit fontScale="77500" lnSpcReduction="20000"/>
              </a:bodyPr>
              <a:lstStyle/>
              <a:p>
                <a:r>
                  <a:rPr lang="en-US" dirty="0"/>
                  <a:t>C[</a:t>
                </a:r>
                <a:r>
                  <a:rPr lang="en-US" dirty="0" err="1"/>
                  <a:t>i</a:t>
                </a:r>
                <a:r>
                  <a:rPr lang="en-US" dirty="0"/>
                  <a:t>] =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/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]</m:t>
                        </m:r>
                      </m:e>
                    </m:nary>
                  </m:oMath>
                </a14:m>
                <a:r>
                  <a:rPr lang="en-US" dirty="0"/>
                  <a:t> *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RMA: Read A into cache</a:t>
                </a:r>
              </a:p>
              <a:p>
                <a:pPr marL="0" indent="0">
                  <a:buNone/>
                </a:pPr>
                <a:r>
                  <a:rPr lang="en-US" dirty="0"/>
                  <a:t>RMB: Read B into cache</a:t>
                </a:r>
              </a:p>
              <a:p>
                <a:pPr marL="0" indent="0">
                  <a:buNone/>
                </a:pPr>
                <a:r>
                  <a:rPr lang="en-US" dirty="0"/>
                  <a:t>{ //repeat M*N times</a:t>
                </a:r>
              </a:p>
              <a:p>
                <a:pPr marL="0" indent="0">
                  <a:buNone/>
                </a:pPr>
                <a:r>
                  <a:rPr lang="en-US" dirty="0"/>
                  <a:t>RA: Read A[</a:t>
                </a:r>
                <a:r>
                  <a:rPr lang="en-US" dirty="0" err="1"/>
                  <a:t>i</a:t>
                </a:r>
                <a:r>
                  <a:rPr lang="en-US" dirty="0"/>
                  <a:t>][k] into processor</a:t>
                </a:r>
              </a:p>
              <a:p>
                <a:pPr marL="0" indent="0">
                  <a:buNone/>
                </a:pPr>
                <a:r>
                  <a:rPr lang="en-US" dirty="0"/>
                  <a:t>RB: Read B[k] into processor</a:t>
                </a:r>
              </a:p>
              <a:p>
                <a:pPr marL="0" indent="0">
                  <a:buNone/>
                </a:pPr>
                <a:r>
                  <a:rPr lang="en-US" dirty="0"/>
                  <a:t>M: Res &lt;- </a:t>
                </a:r>
                <a:r>
                  <a:rPr lang="en-US" dirty="0" err="1"/>
                  <a:t>Mult</a:t>
                </a:r>
                <a:r>
                  <a:rPr lang="en-US" dirty="0"/>
                  <a:t> A[</a:t>
                </a:r>
                <a:r>
                  <a:rPr lang="en-US" dirty="0" err="1"/>
                  <a:t>i</a:t>
                </a:r>
                <a:r>
                  <a:rPr lang="en-US" dirty="0"/>
                  <a:t>][k]*B[k]</a:t>
                </a:r>
              </a:p>
              <a:p>
                <a:pPr marL="0" indent="0">
                  <a:buNone/>
                </a:pPr>
                <a:r>
                  <a:rPr lang="en-US" dirty="0"/>
                  <a:t>RC: Read C[</a:t>
                </a:r>
                <a:r>
                  <a:rPr lang="en-US" dirty="0" err="1"/>
                  <a:t>i</a:t>
                </a:r>
                <a:r>
                  <a:rPr lang="en-US" dirty="0"/>
                  <a:t>] into processor</a:t>
                </a:r>
              </a:p>
              <a:p>
                <a:pPr marL="0" indent="0">
                  <a:buNone/>
                </a:pPr>
                <a:r>
                  <a:rPr lang="en-US" dirty="0"/>
                  <a:t>A: Add C[</a:t>
                </a:r>
                <a:r>
                  <a:rPr lang="en-US" dirty="0" err="1"/>
                  <a:t>i</a:t>
                </a:r>
                <a:r>
                  <a:rPr lang="en-US" dirty="0"/>
                  <a:t>] + Res</a:t>
                </a:r>
              </a:p>
              <a:p>
                <a:pPr marL="0" indent="0">
                  <a:buNone/>
                </a:pPr>
                <a:r>
                  <a:rPr lang="en-US" dirty="0"/>
                  <a:t>S: Store C[</a:t>
                </a:r>
                <a:r>
                  <a:rPr lang="en-US" dirty="0" err="1"/>
                  <a:t>i</a:t>
                </a:r>
                <a:r>
                  <a:rPr lang="en-US" dirty="0"/>
                  <a:t>] into cache</a:t>
                </a:r>
              </a:p>
              <a:p>
                <a:pPr marL="0" indent="0">
                  <a:buNone/>
                </a:pPr>
                <a:r>
                  <a:rPr lang="en-US" dirty="0"/>
                  <a:t>}</a:t>
                </a:r>
              </a:p>
              <a:p>
                <a:pPr marL="0" indent="0">
                  <a:buNone/>
                </a:pPr>
                <a:r>
                  <a:rPr lang="en-US" dirty="0"/>
                  <a:t>SMC: Store C into DRAM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C4C34E4-CAF7-63A0-B27B-652BE86269C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31322" y="1825625"/>
                <a:ext cx="4562020" cy="4756844"/>
              </a:xfrm>
              <a:blipFill>
                <a:blip r:embed="rId2"/>
                <a:stretch>
                  <a:fillRect l="-1738" t="-13316" b="-10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F1550064-20F2-C059-F986-F96BE3282BA6}"/>
              </a:ext>
            </a:extLst>
          </p:cNvPr>
          <p:cNvCxnSpPr>
            <a:cxnSpLocks/>
          </p:cNvCxnSpPr>
          <p:nvPr/>
        </p:nvCxnSpPr>
        <p:spPr>
          <a:xfrm flipH="1">
            <a:off x="3948271" y="2622623"/>
            <a:ext cx="3100482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A2E977F9-7BA0-1FD4-1C07-B9A0913F68BB}"/>
              </a:ext>
            </a:extLst>
          </p:cNvPr>
          <p:cNvCxnSpPr>
            <a:cxnSpLocks/>
          </p:cNvCxnSpPr>
          <p:nvPr/>
        </p:nvCxnSpPr>
        <p:spPr>
          <a:xfrm flipH="1">
            <a:off x="3996715" y="3007940"/>
            <a:ext cx="3100482" cy="72131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A717047-AC02-C951-14EB-C1F48F556F4E}"/>
              </a:ext>
            </a:extLst>
          </p:cNvPr>
          <p:cNvCxnSpPr>
            <a:cxnSpLocks/>
          </p:cNvCxnSpPr>
          <p:nvPr/>
        </p:nvCxnSpPr>
        <p:spPr>
          <a:xfrm flipH="1">
            <a:off x="4178384" y="6262457"/>
            <a:ext cx="3100482" cy="4982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ight Brace 11">
            <a:extLst>
              <a:ext uri="{FF2B5EF4-FFF2-40B4-BE49-F238E27FC236}">
                <a16:creationId xmlns:a16="http://schemas.microsoft.com/office/drawing/2014/main" id="{185C2834-1651-5261-D4EC-1EA347AF19F2}"/>
              </a:ext>
            </a:extLst>
          </p:cNvPr>
          <p:cNvSpPr/>
          <p:nvPr/>
        </p:nvSpPr>
        <p:spPr>
          <a:xfrm>
            <a:off x="4129939" y="3554559"/>
            <a:ext cx="545007" cy="2295179"/>
          </a:xfrm>
          <a:prstGeom prst="rightBrac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8B782BB-AC54-9800-A2E2-63F222D18364}"/>
              </a:ext>
            </a:extLst>
          </p:cNvPr>
          <p:cNvSpPr txBox="1"/>
          <p:nvPr/>
        </p:nvSpPr>
        <p:spPr>
          <a:xfrm>
            <a:off x="7272810" y="2416196"/>
            <a:ext cx="17379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10 + MN ns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92281CF-0375-B60E-CD50-216E37C797C6}"/>
              </a:ext>
            </a:extLst>
          </p:cNvPr>
          <p:cNvSpPr txBox="1"/>
          <p:nvPr/>
        </p:nvSpPr>
        <p:spPr>
          <a:xfrm>
            <a:off x="7278866" y="2859339"/>
            <a:ext cx="15441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10 + N ns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97F19B5-FF66-F528-F717-85DC8222E636}"/>
              </a:ext>
            </a:extLst>
          </p:cNvPr>
          <p:cNvSpPr txBox="1"/>
          <p:nvPr/>
        </p:nvSpPr>
        <p:spPr>
          <a:xfrm>
            <a:off x="4760733" y="4524446"/>
            <a:ext cx="1064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3MN 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D2535D-AC85-1096-54EE-E5829021FB3E}"/>
              </a:ext>
            </a:extLst>
          </p:cNvPr>
          <p:cNvSpPr txBox="1"/>
          <p:nvPr/>
        </p:nvSpPr>
        <p:spPr>
          <a:xfrm>
            <a:off x="7466590" y="6077791"/>
            <a:ext cx="15441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10 + N ns </a:t>
            </a:r>
          </a:p>
        </p:txBody>
      </p:sp>
    </p:spTree>
    <p:extLst>
      <p:ext uri="{BB962C8B-B14F-4D97-AF65-F5344CB8AC3E}">
        <p14:creationId xmlns:p14="http://schemas.microsoft.com/office/powerpoint/2010/main" val="278509020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BD648-73FD-EC78-FA6B-4954826A9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Execution Model with Cache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CAF482-47E9-CEAE-99D7-8437028400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System Performance: </a:t>
            </a:r>
            <a:r>
              <a:rPr lang="en-US" dirty="0">
                <a:solidFill>
                  <a:srgbClr val="FF0000"/>
                </a:solidFill>
              </a:rPr>
              <a:t>??</a:t>
            </a:r>
          </a:p>
        </p:txBody>
      </p:sp>
    </p:spTree>
    <p:extLst>
      <p:ext uri="{BB962C8B-B14F-4D97-AF65-F5344CB8AC3E}">
        <p14:creationId xmlns:p14="http://schemas.microsoft.com/office/powerpoint/2010/main" val="157895654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BD648-73FD-EC78-FA6B-4954826A9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Execution Model with Cache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CAF482-47E9-CEAE-99D7-8437028400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System Performance: </a:t>
            </a:r>
            <a:endParaRPr lang="en-US" dirty="0">
              <a:solidFill>
                <a:srgbClr val="FF0000"/>
              </a:solidFill>
            </a:endParaRPr>
          </a:p>
          <a:p>
            <a:endParaRPr lang="en-US" dirty="0">
              <a:solidFill>
                <a:srgbClr val="FF0000"/>
              </a:solidFill>
            </a:endParaRPr>
          </a:p>
          <a:p>
            <a:r>
              <a:rPr lang="en-US" dirty="0">
                <a:solidFill>
                  <a:srgbClr val="FF0000"/>
                </a:solidFill>
              </a:rPr>
              <a:t>2MN useful operations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r>
              <a:rPr lang="en-US" dirty="0">
                <a:solidFill>
                  <a:srgbClr val="FF0000"/>
                </a:solidFill>
              </a:rPr>
              <a:t>Time (ns): 30 + 3MN + MN + 2N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r>
              <a:rPr lang="en-US" dirty="0">
                <a:solidFill>
                  <a:srgbClr val="FF0000"/>
                </a:solidFill>
              </a:rPr>
              <a:t>System Performance (GFLOPs): 2MN/(30 + 4MN + 2N)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729119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1EB5BA-CFEF-43B9-4A7A-4A694C92EF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Execution Model with Cache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A4622E-BF5C-E847-A442-5C1108A151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/>
          </a:bodyPr>
          <a:lstStyle/>
          <a:p>
            <a:r>
              <a:rPr lang="en-US" dirty="0"/>
              <a:t>Recall</a:t>
            </a:r>
          </a:p>
          <a:p>
            <a:endParaRPr lang="en-US" dirty="0"/>
          </a:p>
          <a:p>
            <a:r>
              <a:rPr lang="en-US" dirty="0"/>
              <a:t>Peak Performance: 2 GFLOPs</a:t>
            </a:r>
          </a:p>
          <a:p>
            <a:endParaRPr lang="en-US" dirty="0"/>
          </a:p>
          <a:p>
            <a:r>
              <a:rPr lang="en-US" dirty="0"/>
              <a:t>Sustained Performance (best case): 0.4 GFLOPs</a:t>
            </a:r>
          </a:p>
          <a:p>
            <a:endParaRPr lang="en-US" dirty="0"/>
          </a:p>
          <a:p>
            <a:r>
              <a:rPr lang="en-US" dirty="0"/>
              <a:t>Sustained Performance (worst case): 0.048 GFLOPs</a:t>
            </a:r>
          </a:p>
          <a:p>
            <a:endParaRPr lang="en-US" dirty="0"/>
          </a:p>
          <a:p>
            <a:r>
              <a:rPr lang="en-US" dirty="0"/>
              <a:t>Sustained Performance (with cache): 2MN/(30 + 4MN + 2N)</a:t>
            </a:r>
          </a:p>
        </p:txBody>
      </p:sp>
    </p:spTree>
    <p:extLst>
      <p:ext uri="{BB962C8B-B14F-4D97-AF65-F5344CB8AC3E}">
        <p14:creationId xmlns:p14="http://schemas.microsoft.com/office/powerpoint/2010/main" val="372927349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1EB5BA-CFEF-43B9-4A7A-4A694C92EF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Execution Model with Cache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A4622E-BF5C-E847-A442-5C1108A151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Recall</a:t>
            </a:r>
          </a:p>
          <a:p>
            <a:endParaRPr lang="en-US" dirty="0"/>
          </a:p>
          <a:p>
            <a:r>
              <a:rPr lang="en-US" dirty="0"/>
              <a:t>Peak Performance: 2 GFLOPs</a:t>
            </a:r>
          </a:p>
          <a:p>
            <a:endParaRPr lang="en-US" dirty="0"/>
          </a:p>
          <a:p>
            <a:r>
              <a:rPr lang="en-US" dirty="0"/>
              <a:t>Sustained Performance (best case): 0.4 GFLOPs</a:t>
            </a:r>
          </a:p>
          <a:p>
            <a:endParaRPr lang="en-US" dirty="0"/>
          </a:p>
          <a:p>
            <a:r>
              <a:rPr lang="en-US" dirty="0"/>
              <a:t>Sustained Performance (worst case): 0.048 GFLOPs</a:t>
            </a:r>
          </a:p>
          <a:p>
            <a:endParaRPr lang="en-US" dirty="0"/>
          </a:p>
          <a:p>
            <a:r>
              <a:rPr lang="en-US" dirty="0"/>
              <a:t>Sustained Performance (with cache): 2MN/(4MN) </a:t>
            </a:r>
          </a:p>
          <a:p>
            <a:pPr lvl="1"/>
            <a:r>
              <a:rPr lang="en-US" dirty="0"/>
              <a:t>For large MN</a:t>
            </a:r>
          </a:p>
        </p:txBody>
      </p:sp>
    </p:spTree>
    <p:extLst>
      <p:ext uri="{BB962C8B-B14F-4D97-AF65-F5344CB8AC3E}">
        <p14:creationId xmlns:p14="http://schemas.microsoft.com/office/powerpoint/2010/main" val="160486599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1EB5BA-CFEF-43B9-4A7A-4A694C92EF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Execution Model with Cache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A4622E-BF5C-E847-A442-5C1108A151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Recall</a:t>
            </a:r>
          </a:p>
          <a:p>
            <a:endParaRPr lang="en-US" dirty="0"/>
          </a:p>
          <a:p>
            <a:r>
              <a:rPr lang="en-US" dirty="0"/>
              <a:t>Peak Performance: 2 GFLOPs</a:t>
            </a:r>
          </a:p>
          <a:p>
            <a:endParaRPr lang="en-US" dirty="0"/>
          </a:p>
          <a:p>
            <a:r>
              <a:rPr lang="en-US" dirty="0"/>
              <a:t>Sustained Performance (best case): 0.4 GFLOPs</a:t>
            </a:r>
          </a:p>
          <a:p>
            <a:endParaRPr lang="en-US" dirty="0"/>
          </a:p>
          <a:p>
            <a:r>
              <a:rPr lang="en-US" dirty="0"/>
              <a:t>Sustained Performance (worst case): 0.048 GFLOPs</a:t>
            </a:r>
          </a:p>
          <a:p>
            <a:endParaRPr lang="en-US" dirty="0"/>
          </a:p>
          <a:p>
            <a:r>
              <a:rPr lang="en-US" dirty="0"/>
              <a:t>Sustained Performance (with cache): 0.5 GFLOPs </a:t>
            </a:r>
          </a:p>
          <a:p>
            <a:pPr lvl="1"/>
            <a:r>
              <a:rPr lang="en-US" dirty="0"/>
              <a:t>For large MN</a:t>
            </a:r>
          </a:p>
        </p:txBody>
      </p:sp>
    </p:spTree>
    <p:extLst>
      <p:ext uri="{BB962C8B-B14F-4D97-AF65-F5344CB8AC3E}">
        <p14:creationId xmlns:p14="http://schemas.microsoft.com/office/powerpoint/2010/main" val="402884819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BB845D-739A-E201-7C5D-EE5565EEED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Execution Model with Cache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85C6CA-F496-45D1-DFED-47A9131E65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Ungraded HW assignment (may include as a question in WA 1, or even better, in the exam)</a:t>
            </a:r>
          </a:p>
          <a:p>
            <a:endParaRPr lang="en-US" dirty="0"/>
          </a:p>
          <a:p>
            <a:r>
              <a:rPr lang="en-US" dirty="0"/>
              <a:t>Why is the performance marginally better than Sustained Performance (best case)? Why not lower or significantly better?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506185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06B79-1BFE-A48A-8FA6-FB1BB6B57F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Bound 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A90171-1E43-511B-9939-0A21260ABC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Why is the performance still significantly lower than peak performance? </a:t>
            </a:r>
          </a:p>
          <a:p>
            <a:endParaRPr lang="en-US" dirty="0"/>
          </a:p>
          <a:p>
            <a:r>
              <a:rPr lang="en-US" dirty="0"/>
              <a:t>Peak Performance: 2 GFLOPs</a:t>
            </a:r>
          </a:p>
          <a:p>
            <a:endParaRPr lang="en-US" dirty="0"/>
          </a:p>
          <a:p>
            <a:r>
              <a:rPr lang="en-US" dirty="0"/>
              <a:t>Sustained Performance (best case): 0.4 GFLOPs</a:t>
            </a:r>
          </a:p>
          <a:p>
            <a:endParaRPr lang="en-US" dirty="0"/>
          </a:p>
          <a:p>
            <a:r>
              <a:rPr lang="en-US" dirty="0"/>
              <a:t>Sustained Performance (with cache): 0.5 GFLOPs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942168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BA7235-1756-AAB0-32A9-D2645B9DF2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E31D94-D23A-6417-C2DD-C421751C7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Bound Applications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EDAE408-9214-F46C-9647-4CD93B3F5AA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en-US" dirty="0"/>
                  <a:t>Why is the performance still significantly lower than peak performance? </a:t>
                </a:r>
              </a:p>
              <a:p>
                <a:endParaRPr lang="en-US" dirty="0"/>
              </a:p>
              <a:p>
                <a:r>
                  <a:rPr lang="en-US" dirty="0"/>
                  <a:t>Time (ns): 30 + 3MN + MN + 2N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≈</m:t>
                    </m:r>
                  </m:oMath>
                </a14:m>
                <a:r>
                  <a:rPr lang="en-US" dirty="0"/>
                  <a:t> 4MN</a:t>
                </a:r>
              </a:p>
              <a:p>
                <a:endParaRPr lang="en-US" dirty="0"/>
              </a:p>
              <a:p>
                <a:r>
                  <a:rPr lang="en-US" dirty="0"/>
                  <a:t>Time spent on Computation: MN</a:t>
                </a:r>
              </a:p>
              <a:p>
                <a:r>
                  <a:rPr lang="en-US" dirty="0"/>
                  <a:t>Time spent on Memory Operations: 3MN</a:t>
                </a:r>
              </a:p>
              <a:p>
                <a:endParaRPr lang="en-US" dirty="0"/>
              </a:p>
              <a:p>
                <a:r>
                  <a:rPr lang="en-US" dirty="0"/>
                  <a:t>Performance is limited by how fast data can be fed to the processors – </a:t>
                </a:r>
                <a:r>
                  <a:rPr lang="en-US" b="1" dirty="0"/>
                  <a:t>Memory boundedness</a:t>
                </a:r>
              </a:p>
              <a:p>
                <a:pPr lvl="1"/>
                <a:r>
                  <a:rPr lang="en-US" dirty="0"/>
                  <a:t>We will look at optimizations to maximize data reuse in next class which can be used to optimize these types of applications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EDAE408-9214-F46C-9647-4CD93B3F5AA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3501" r="-2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369367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8FEF1-1998-A2EF-4350-8D029FE97D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Cache Limitations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CA8F6F-AF0D-55BE-5E4D-003B6FA281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928044"/>
          </a:xfrm>
        </p:spPr>
        <p:txBody>
          <a:bodyPr>
            <a:normAutofit/>
          </a:bodyPr>
          <a:lstStyle/>
          <a:p>
            <a:r>
              <a:rPr lang="en-US" dirty="0"/>
              <a:t>In practice, cache size is limited</a:t>
            </a:r>
          </a:p>
          <a:p>
            <a:endParaRPr lang="en-US" dirty="0"/>
          </a:p>
          <a:p>
            <a:r>
              <a:rPr lang="en-US" dirty="0"/>
              <a:t>Previously fetched data is evicted from cache, if no space.</a:t>
            </a:r>
          </a:p>
          <a:p>
            <a:endParaRPr lang="en-US" dirty="0"/>
          </a:p>
          <a:p>
            <a:r>
              <a:rPr lang="en-US" dirty="0"/>
              <a:t>We need to carefully design our algorithms to obtain best performance using cache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437FC2-1F3B-8F1F-4D4D-58C119FC0D63}"/>
              </a:ext>
            </a:extLst>
          </p:cNvPr>
          <p:cNvSpPr txBox="1"/>
          <p:nvPr/>
        </p:nvSpPr>
        <p:spPr>
          <a:xfrm>
            <a:off x="2289029" y="5014061"/>
            <a:ext cx="700030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C00000"/>
                </a:solidFill>
              </a:rPr>
              <a:t>Enable effective utilization of cache to maximize data reuse and minimize data transfers</a:t>
            </a:r>
          </a:p>
        </p:txBody>
      </p:sp>
    </p:spTree>
    <p:extLst>
      <p:ext uri="{BB962C8B-B14F-4D97-AF65-F5344CB8AC3E}">
        <p14:creationId xmlns:p14="http://schemas.microsoft.com/office/powerpoint/2010/main" val="60756956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BD9B1-7AEB-B168-836A-BF314B790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Optimizations to Enable Effective Utilization of Cache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BB43CF-A05A-9B56-9C6C-09069C2F2E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#1 Data Layout Optimizations</a:t>
            </a:r>
          </a:p>
          <a:p>
            <a:endParaRPr lang="en-US" dirty="0"/>
          </a:p>
          <a:p>
            <a:r>
              <a:rPr lang="en-US" dirty="0"/>
              <a:t>#2 Algorithm Reordering to Maximize Data Reuse</a:t>
            </a:r>
          </a:p>
        </p:txBody>
      </p:sp>
    </p:spTree>
    <p:extLst>
      <p:ext uri="{BB962C8B-B14F-4D97-AF65-F5344CB8AC3E}">
        <p14:creationId xmlns:p14="http://schemas.microsoft.com/office/powerpoint/2010/main" val="190494376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EE867-52BF-F854-781C-BD2D86ED9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#1 Data Layout Optimization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DC29D33-F7D5-27B7-80AE-2E07C1993C6C}"/>
              </a:ext>
            </a:extLst>
          </p:cNvPr>
          <p:cNvSpPr/>
          <p:nvPr/>
        </p:nvSpPr>
        <p:spPr>
          <a:xfrm>
            <a:off x="2731089" y="1870022"/>
            <a:ext cx="5922405" cy="5752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92051AF-71F6-6428-7751-673F7AB6220B}"/>
              </a:ext>
            </a:extLst>
          </p:cNvPr>
          <p:cNvCxnSpPr/>
          <p:nvPr/>
        </p:nvCxnSpPr>
        <p:spPr>
          <a:xfrm>
            <a:off x="3403264" y="1870022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0F9B5F0-EE63-74E0-4C93-221E5C25A574}"/>
              </a:ext>
            </a:extLst>
          </p:cNvPr>
          <p:cNvCxnSpPr/>
          <p:nvPr/>
        </p:nvCxnSpPr>
        <p:spPr>
          <a:xfrm>
            <a:off x="4058282" y="1870021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80897A0-6CEB-F770-2271-37D0C88D46C7}"/>
              </a:ext>
            </a:extLst>
          </p:cNvPr>
          <p:cNvCxnSpPr/>
          <p:nvPr/>
        </p:nvCxnSpPr>
        <p:spPr>
          <a:xfrm>
            <a:off x="4689076" y="1878945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13108EA-6B53-3D4A-5862-1887CAF3386B}"/>
              </a:ext>
            </a:extLst>
          </p:cNvPr>
          <p:cNvCxnSpPr/>
          <p:nvPr/>
        </p:nvCxnSpPr>
        <p:spPr>
          <a:xfrm>
            <a:off x="5319871" y="1870020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55AA555-663C-535A-68D0-66A0CFFD6ED9}"/>
              </a:ext>
            </a:extLst>
          </p:cNvPr>
          <p:cNvCxnSpPr/>
          <p:nvPr/>
        </p:nvCxnSpPr>
        <p:spPr>
          <a:xfrm>
            <a:off x="6041501" y="1870019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BCAC88D-FFDE-B3B8-5C5C-A771E314D032}"/>
              </a:ext>
            </a:extLst>
          </p:cNvPr>
          <p:cNvCxnSpPr/>
          <p:nvPr/>
        </p:nvCxnSpPr>
        <p:spPr>
          <a:xfrm>
            <a:off x="6696518" y="1878945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142EF6F-9F23-3202-C855-650AA1036D39}"/>
              </a:ext>
            </a:extLst>
          </p:cNvPr>
          <p:cNvCxnSpPr/>
          <p:nvPr/>
        </p:nvCxnSpPr>
        <p:spPr>
          <a:xfrm>
            <a:off x="7345479" y="1878945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0A44A78-B470-200D-6413-89AB283E8B72}"/>
              </a:ext>
            </a:extLst>
          </p:cNvPr>
          <p:cNvCxnSpPr/>
          <p:nvPr/>
        </p:nvCxnSpPr>
        <p:spPr>
          <a:xfrm>
            <a:off x="7933884" y="1878945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AF23F93D-5620-9EBC-B463-F520DF44924B}"/>
              </a:ext>
            </a:extLst>
          </p:cNvPr>
          <p:cNvSpPr/>
          <p:nvPr/>
        </p:nvSpPr>
        <p:spPr>
          <a:xfrm>
            <a:off x="5014061" y="3740864"/>
            <a:ext cx="1327194" cy="5752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7515646-6242-BECB-6EFF-E4C36CFBB920}"/>
              </a:ext>
            </a:extLst>
          </p:cNvPr>
          <p:cNvCxnSpPr/>
          <p:nvPr/>
        </p:nvCxnSpPr>
        <p:spPr>
          <a:xfrm>
            <a:off x="5669079" y="3740864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93904E31-CAB0-F10B-B778-F8C15744189A}"/>
              </a:ext>
            </a:extLst>
          </p:cNvPr>
          <p:cNvSpPr txBox="1"/>
          <p:nvPr/>
        </p:nvSpPr>
        <p:spPr>
          <a:xfrm>
            <a:off x="442062" y="1986246"/>
            <a:ext cx="14025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 in Memory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C90A487-180E-6F04-2C15-1D97150CAC81}"/>
              </a:ext>
            </a:extLst>
          </p:cNvPr>
          <p:cNvSpPr txBox="1"/>
          <p:nvPr/>
        </p:nvSpPr>
        <p:spPr>
          <a:xfrm>
            <a:off x="3263984" y="3863491"/>
            <a:ext cx="9083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Cache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AB7BFD6-F4D8-B78A-5CF8-1BD2FB18AA5A}"/>
              </a:ext>
            </a:extLst>
          </p:cNvPr>
          <p:cNvSpPr txBox="1"/>
          <p:nvPr/>
        </p:nvSpPr>
        <p:spPr>
          <a:xfrm>
            <a:off x="2840090" y="5038283"/>
            <a:ext cx="60374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Need to Fetch elements 2 at a time to cache.</a:t>
            </a:r>
          </a:p>
          <a:p>
            <a:pPr algn="ctr"/>
            <a:r>
              <a:rPr lang="en-US" dirty="0">
                <a:solidFill>
                  <a:srgbClr val="C00000"/>
                </a:solidFill>
              </a:rPr>
              <a:t>Each </a:t>
            </a:r>
            <a:r>
              <a:rPr lang="en-US" dirty="0" err="1">
                <a:solidFill>
                  <a:srgbClr val="C00000"/>
                </a:solidFill>
              </a:rPr>
              <a:t>Fetch_Memory</a:t>
            </a:r>
            <a:r>
              <a:rPr lang="en-US" dirty="0">
                <a:solidFill>
                  <a:srgbClr val="C00000"/>
                </a:solidFill>
              </a:rPr>
              <a:t> – Latency + data size/bandwidth </a:t>
            </a:r>
          </a:p>
        </p:txBody>
      </p:sp>
    </p:spTree>
    <p:extLst>
      <p:ext uri="{BB962C8B-B14F-4D97-AF65-F5344CB8AC3E}">
        <p14:creationId xmlns:p14="http://schemas.microsoft.com/office/powerpoint/2010/main" val="357967567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EE867-52BF-F854-781C-BD2D86ED9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#1 Data Layout Optimization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DC29D33-F7D5-27B7-80AE-2E07C1993C6C}"/>
              </a:ext>
            </a:extLst>
          </p:cNvPr>
          <p:cNvSpPr/>
          <p:nvPr/>
        </p:nvSpPr>
        <p:spPr>
          <a:xfrm>
            <a:off x="2731089" y="1870022"/>
            <a:ext cx="5922405" cy="5752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92051AF-71F6-6428-7751-673F7AB6220B}"/>
              </a:ext>
            </a:extLst>
          </p:cNvPr>
          <p:cNvCxnSpPr/>
          <p:nvPr/>
        </p:nvCxnSpPr>
        <p:spPr>
          <a:xfrm>
            <a:off x="3403264" y="1870022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0F9B5F0-EE63-74E0-4C93-221E5C25A574}"/>
              </a:ext>
            </a:extLst>
          </p:cNvPr>
          <p:cNvCxnSpPr/>
          <p:nvPr/>
        </p:nvCxnSpPr>
        <p:spPr>
          <a:xfrm>
            <a:off x="4058282" y="1870021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80897A0-6CEB-F770-2271-37D0C88D46C7}"/>
              </a:ext>
            </a:extLst>
          </p:cNvPr>
          <p:cNvCxnSpPr/>
          <p:nvPr/>
        </p:nvCxnSpPr>
        <p:spPr>
          <a:xfrm>
            <a:off x="4689076" y="1878945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13108EA-6B53-3D4A-5862-1887CAF3386B}"/>
              </a:ext>
            </a:extLst>
          </p:cNvPr>
          <p:cNvCxnSpPr/>
          <p:nvPr/>
        </p:nvCxnSpPr>
        <p:spPr>
          <a:xfrm>
            <a:off x="5319871" y="1870020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55AA555-663C-535A-68D0-66A0CFFD6ED9}"/>
              </a:ext>
            </a:extLst>
          </p:cNvPr>
          <p:cNvCxnSpPr/>
          <p:nvPr/>
        </p:nvCxnSpPr>
        <p:spPr>
          <a:xfrm>
            <a:off x="6041501" y="1870019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BCAC88D-FFDE-B3B8-5C5C-A771E314D032}"/>
              </a:ext>
            </a:extLst>
          </p:cNvPr>
          <p:cNvCxnSpPr/>
          <p:nvPr/>
        </p:nvCxnSpPr>
        <p:spPr>
          <a:xfrm>
            <a:off x="6696518" y="1878945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142EF6F-9F23-3202-C855-650AA1036D39}"/>
              </a:ext>
            </a:extLst>
          </p:cNvPr>
          <p:cNvCxnSpPr/>
          <p:nvPr/>
        </p:nvCxnSpPr>
        <p:spPr>
          <a:xfrm>
            <a:off x="7345479" y="1878945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0A44A78-B470-200D-6413-89AB283E8B72}"/>
              </a:ext>
            </a:extLst>
          </p:cNvPr>
          <p:cNvCxnSpPr/>
          <p:nvPr/>
        </p:nvCxnSpPr>
        <p:spPr>
          <a:xfrm>
            <a:off x="7933884" y="1878945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AF23F93D-5620-9EBC-B463-F520DF44924B}"/>
              </a:ext>
            </a:extLst>
          </p:cNvPr>
          <p:cNvSpPr/>
          <p:nvPr/>
        </p:nvSpPr>
        <p:spPr>
          <a:xfrm>
            <a:off x="5014061" y="3740864"/>
            <a:ext cx="1327194" cy="5752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7515646-6242-BECB-6EFF-E4C36CFBB920}"/>
              </a:ext>
            </a:extLst>
          </p:cNvPr>
          <p:cNvCxnSpPr/>
          <p:nvPr/>
        </p:nvCxnSpPr>
        <p:spPr>
          <a:xfrm>
            <a:off x="5669079" y="3740864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93904E31-CAB0-F10B-B778-F8C15744189A}"/>
              </a:ext>
            </a:extLst>
          </p:cNvPr>
          <p:cNvSpPr txBox="1"/>
          <p:nvPr/>
        </p:nvSpPr>
        <p:spPr>
          <a:xfrm>
            <a:off x="442062" y="1986246"/>
            <a:ext cx="14025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 in Memory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C90A487-180E-6F04-2C15-1D97150CAC81}"/>
              </a:ext>
            </a:extLst>
          </p:cNvPr>
          <p:cNvSpPr txBox="1"/>
          <p:nvPr/>
        </p:nvSpPr>
        <p:spPr>
          <a:xfrm>
            <a:off x="3263984" y="3863491"/>
            <a:ext cx="9083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Cache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AB7BFD6-F4D8-B78A-5CF8-1BD2FB18AA5A}"/>
              </a:ext>
            </a:extLst>
          </p:cNvPr>
          <p:cNvSpPr txBox="1"/>
          <p:nvPr/>
        </p:nvSpPr>
        <p:spPr>
          <a:xfrm>
            <a:off x="2840090" y="5038283"/>
            <a:ext cx="60374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Need to Fetch elements 2 at a time to cache.</a:t>
            </a:r>
          </a:p>
          <a:p>
            <a:pPr algn="ctr"/>
            <a:r>
              <a:rPr lang="en-US" dirty="0">
                <a:solidFill>
                  <a:srgbClr val="C00000"/>
                </a:solidFill>
              </a:rPr>
              <a:t>Each </a:t>
            </a:r>
            <a:r>
              <a:rPr lang="en-US" dirty="0" err="1">
                <a:solidFill>
                  <a:srgbClr val="C00000"/>
                </a:solidFill>
              </a:rPr>
              <a:t>Fetch_Memory</a:t>
            </a:r>
            <a:r>
              <a:rPr lang="en-US" dirty="0">
                <a:solidFill>
                  <a:srgbClr val="C00000"/>
                </a:solidFill>
              </a:rPr>
              <a:t> – Latency + data size/bandwidth </a:t>
            </a:r>
          </a:p>
        </p:txBody>
      </p:sp>
      <p:sp>
        <p:nvSpPr>
          <p:cNvPr id="3" name="Right Brace 2">
            <a:extLst>
              <a:ext uri="{FF2B5EF4-FFF2-40B4-BE49-F238E27FC236}">
                <a16:creationId xmlns:a16="http://schemas.microsoft.com/office/drawing/2014/main" id="{D7E403A6-CF9C-C6AA-2C4D-31DAE99ED7F3}"/>
              </a:ext>
            </a:extLst>
          </p:cNvPr>
          <p:cNvSpPr/>
          <p:nvPr/>
        </p:nvSpPr>
        <p:spPr>
          <a:xfrm rot="5400000">
            <a:off x="3157031" y="2156783"/>
            <a:ext cx="493471" cy="1309025"/>
          </a:xfrm>
          <a:prstGeom prst="rightBrac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C47653B6-47CD-7053-6081-BB586A37C36B}"/>
              </a:ext>
            </a:extLst>
          </p:cNvPr>
          <p:cNvCxnSpPr>
            <a:stCxn id="3" idx="1"/>
          </p:cNvCxnSpPr>
          <p:nvPr/>
        </p:nvCxnSpPr>
        <p:spPr>
          <a:xfrm>
            <a:off x="3403766" y="3058031"/>
            <a:ext cx="1398348" cy="682833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889667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EE867-52BF-F854-781C-BD2D86ED9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#1 Data Layout Optimization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DC29D33-F7D5-27B7-80AE-2E07C1993C6C}"/>
              </a:ext>
            </a:extLst>
          </p:cNvPr>
          <p:cNvSpPr/>
          <p:nvPr/>
        </p:nvSpPr>
        <p:spPr>
          <a:xfrm>
            <a:off x="2731089" y="1870022"/>
            <a:ext cx="5922405" cy="5752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92051AF-71F6-6428-7751-673F7AB6220B}"/>
              </a:ext>
            </a:extLst>
          </p:cNvPr>
          <p:cNvCxnSpPr/>
          <p:nvPr/>
        </p:nvCxnSpPr>
        <p:spPr>
          <a:xfrm>
            <a:off x="3403264" y="1870022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0F9B5F0-EE63-74E0-4C93-221E5C25A574}"/>
              </a:ext>
            </a:extLst>
          </p:cNvPr>
          <p:cNvCxnSpPr/>
          <p:nvPr/>
        </p:nvCxnSpPr>
        <p:spPr>
          <a:xfrm>
            <a:off x="4058282" y="1870021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80897A0-6CEB-F770-2271-37D0C88D46C7}"/>
              </a:ext>
            </a:extLst>
          </p:cNvPr>
          <p:cNvCxnSpPr/>
          <p:nvPr/>
        </p:nvCxnSpPr>
        <p:spPr>
          <a:xfrm>
            <a:off x="4689076" y="1878945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13108EA-6B53-3D4A-5862-1887CAF3386B}"/>
              </a:ext>
            </a:extLst>
          </p:cNvPr>
          <p:cNvCxnSpPr/>
          <p:nvPr/>
        </p:nvCxnSpPr>
        <p:spPr>
          <a:xfrm>
            <a:off x="5319871" y="1870020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55AA555-663C-535A-68D0-66A0CFFD6ED9}"/>
              </a:ext>
            </a:extLst>
          </p:cNvPr>
          <p:cNvCxnSpPr/>
          <p:nvPr/>
        </p:nvCxnSpPr>
        <p:spPr>
          <a:xfrm>
            <a:off x="6041501" y="1870019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BCAC88D-FFDE-B3B8-5C5C-A771E314D032}"/>
              </a:ext>
            </a:extLst>
          </p:cNvPr>
          <p:cNvCxnSpPr/>
          <p:nvPr/>
        </p:nvCxnSpPr>
        <p:spPr>
          <a:xfrm>
            <a:off x="6696518" y="1878945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142EF6F-9F23-3202-C855-650AA1036D39}"/>
              </a:ext>
            </a:extLst>
          </p:cNvPr>
          <p:cNvCxnSpPr/>
          <p:nvPr/>
        </p:nvCxnSpPr>
        <p:spPr>
          <a:xfrm>
            <a:off x="7345479" y="1878945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0A44A78-B470-200D-6413-89AB283E8B72}"/>
              </a:ext>
            </a:extLst>
          </p:cNvPr>
          <p:cNvCxnSpPr/>
          <p:nvPr/>
        </p:nvCxnSpPr>
        <p:spPr>
          <a:xfrm>
            <a:off x="7933884" y="1878945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AF23F93D-5620-9EBC-B463-F520DF44924B}"/>
              </a:ext>
            </a:extLst>
          </p:cNvPr>
          <p:cNvSpPr/>
          <p:nvPr/>
        </p:nvSpPr>
        <p:spPr>
          <a:xfrm>
            <a:off x="5014061" y="3740864"/>
            <a:ext cx="1327194" cy="5752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7515646-6242-BECB-6EFF-E4C36CFBB920}"/>
              </a:ext>
            </a:extLst>
          </p:cNvPr>
          <p:cNvCxnSpPr/>
          <p:nvPr/>
        </p:nvCxnSpPr>
        <p:spPr>
          <a:xfrm>
            <a:off x="5669079" y="3740864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93904E31-CAB0-F10B-B778-F8C15744189A}"/>
              </a:ext>
            </a:extLst>
          </p:cNvPr>
          <p:cNvSpPr txBox="1"/>
          <p:nvPr/>
        </p:nvSpPr>
        <p:spPr>
          <a:xfrm>
            <a:off x="442062" y="1986246"/>
            <a:ext cx="14025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 in Memory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C90A487-180E-6F04-2C15-1D97150CAC81}"/>
              </a:ext>
            </a:extLst>
          </p:cNvPr>
          <p:cNvSpPr txBox="1"/>
          <p:nvPr/>
        </p:nvSpPr>
        <p:spPr>
          <a:xfrm>
            <a:off x="3263984" y="3863491"/>
            <a:ext cx="9083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Cache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AB7BFD6-F4D8-B78A-5CF8-1BD2FB18AA5A}"/>
              </a:ext>
            </a:extLst>
          </p:cNvPr>
          <p:cNvSpPr txBox="1"/>
          <p:nvPr/>
        </p:nvSpPr>
        <p:spPr>
          <a:xfrm>
            <a:off x="2840090" y="5038283"/>
            <a:ext cx="60374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Need to Fetch elements 2 at a time to cache.</a:t>
            </a:r>
          </a:p>
          <a:p>
            <a:pPr algn="ctr"/>
            <a:r>
              <a:rPr lang="en-US" dirty="0">
                <a:solidFill>
                  <a:srgbClr val="C00000"/>
                </a:solidFill>
              </a:rPr>
              <a:t>Each Fetch _Memory – Latency + data size/bandwidth </a:t>
            </a:r>
          </a:p>
        </p:txBody>
      </p:sp>
      <p:sp>
        <p:nvSpPr>
          <p:cNvPr id="3" name="Right Brace 2">
            <a:extLst>
              <a:ext uri="{FF2B5EF4-FFF2-40B4-BE49-F238E27FC236}">
                <a16:creationId xmlns:a16="http://schemas.microsoft.com/office/drawing/2014/main" id="{D7E403A6-CF9C-C6AA-2C4D-31DAE99ED7F3}"/>
              </a:ext>
            </a:extLst>
          </p:cNvPr>
          <p:cNvSpPr/>
          <p:nvPr/>
        </p:nvSpPr>
        <p:spPr>
          <a:xfrm rot="5400000">
            <a:off x="4466059" y="2097153"/>
            <a:ext cx="493471" cy="1309025"/>
          </a:xfrm>
          <a:prstGeom prst="rightBrac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C47653B6-47CD-7053-6081-BB586A37C36B}"/>
              </a:ext>
            </a:extLst>
          </p:cNvPr>
          <p:cNvCxnSpPr>
            <a:cxnSpLocks/>
            <a:stCxn id="3" idx="1"/>
          </p:cNvCxnSpPr>
          <p:nvPr/>
        </p:nvCxnSpPr>
        <p:spPr>
          <a:xfrm>
            <a:off x="4712794" y="2998401"/>
            <a:ext cx="301267" cy="678524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347920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EE867-52BF-F854-781C-BD2D86ED9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#1 Data Layout Optimization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DC29D33-F7D5-27B7-80AE-2E07C1993C6C}"/>
              </a:ext>
            </a:extLst>
          </p:cNvPr>
          <p:cNvSpPr/>
          <p:nvPr/>
        </p:nvSpPr>
        <p:spPr>
          <a:xfrm>
            <a:off x="2731089" y="1870022"/>
            <a:ext cx="5922405" cy="5752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92051AF-71F6-6428-7751-673F7AB6220B}"/>
              </a:ext>
            </a:extLst>
          </p:cNvPr>
          <p:cNvCxnSpPr/>
          <p:nvPr/>
        </p:nvCxnSpPr>
        <p:spPr>
          <a:xfrm>
            <a:off x="3403264" y="1870022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0F9B5F0-EE63-74E0-4C93-221E5C25A574}"/>
              </a:ext>
            </a:extLst>
          </p:cNvPr>
          <p:cNvCxnSpPr/>
          <p:nvPr/>
        </p:nvCxnSpPr>
        <p:spPr>
          <a:xfrm>
            <a:off x="4058282" y="1870021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80897A0-6CEB-F770-2271-37D0C88D46C7}"/>
              </a:ext>
            </a:extLst>
          </p:cNvPr>
          <p:cNvCxnSpPr/>
          <p:nvPr/>
        </p:nvCxnSpPr>
        <p:spPr>
          <a:xfrm>
            <a:off x="4689076" y="1878945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13108EA-6B53-3D4A-5862-1887CAF3386B}"/>
              </a:ext>
            </a:extLst>
          </p:cNvPr>
          <p:cNvCxnSpPr/>
          <p:nvPr/>
        </p:nvCxnSpPr>
        <p:spPr>
          <a:xfrm>
            <a:off x="5319871" y="1870020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55AA555-663C-535A-68D0-66A0CFFD6ED9}"/>
              </a:ext>
            </a:extLst>
          </p:cNvPr>
          <p:cNvCxnSpPr/>
          <p:nvPr/>
        </p:nvCxnSpPr>
        <p:spPr>
          <a:xfrm>
            <a:off x="6041501" y="1870019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BCAC88D-FFDE-B3B8-5C5C-A771E314D032}"/>
              </a:ext>
            </a:extLst>
          </p:cNvPr>
          <p:cNvCxnSpPr/>
          <p:nvPr/>
        </p:nvCxnSpPr>
        <p:spPr>
          <a:xfrm>
            <a:off x="6696518" y="1878945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142EF6F-9F23-3202-C855-650AA1036D39}"/>
              </a:ext>
            </a:extLst>
          </p:cNvPr>
          <p:cNvCxnSpPr/>
          <p:nvPr/>
        </p:nvCxnSpPr>
        <p:spPr>
          <a:xfrm>
            <a:off x="7345479" y="1878945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0A44A78-B470-200D-6413-89AB283E8B72}"/>
              </a:ext>
            </a:extLst>
          </p:cNvPr>
          <p:cNvCxnSpPr/>
          <p:nvPr/>
        </p:nvCxnSpPr>
        <p:spPr>
          <a:xfrm>
            <a:off x="7933884" y="1878945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AF23F93D-5620-9EBC-B463-F520DF44924B}"/>
              </a:ext>
            </a:extLst>
          </p:cNvPr>
          <p:cNvSpPr/>
          <p:nvPr/>
        </p:nvSpPr>
        <p:spPr>
          <a:xfrm>
            <a:off x="5014061" y="3740864"/>
            <a:ext cx="1327194" cy="5752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7515646-6242-BECB-6EFF-E4C36CFBB920}"/>
              </a:ext>
            </a:extLst>
          </p:cNvPr>
          <p:cNvCxnSpPr/>
          <p:nvPr/>
        </p:nvCxnSpPr>
        <p:spPr>
          <a:xfrm>
            <a:off x="5669079" y="3740864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93904E31-CAB0-F10B-B778-F8C15744189A}"/>
              </a:ext>
            </a:extLst>
          </p:cNvPr>
          <p:cNvSpPr txBox="1"/>
          <p:nvPr/>
        </p:nvSpPr>
        <p:spPr>
          <a:xfrm>
            <a:off x="442062" y="1986246"/>
            <a:ext cx="14025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 in Memory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C90A487-180E-6F04-2C15-1D97150CAC81}"/>
              </a:ext>
            </a:extLst>
          </p:cNvPr>
          <p:cNvSpPr txBox="1"/>
          <p:nvPr/>
        </p:nvSpPr>
        <p:spPr>
          <a:xfrm>
            <a:off x="3263984" y="3863491"/>
            <a:ext cx="9083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Cache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AB7BFD6-F4D8-B78A-5CF8-1BD2FB18AA5A}"/>
              </a:ext>
            </a:extLst>
          </p:cNvPr>
          <p:cNvSpPr txBox="1"/>
          <p:nvPr/>
        </p:nvSpPr>
        <p:spPr>
          <a:xfrm>
            <a:off x="2840090" y="5038283"/>
            <a:ext cx="60374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Need to Fetch elements 2 at a time to cache.</a:t>
            </a:r>
          </a:p>
          <a:p>
            <a:pPr algn="ctr"/>
            <a:r>
              <a:rPr lang="en-US" dirty="0">
                <a:solidFill>
                  <a:srgbClr val="C00000"/>
                </a:solidFill>
              </a:rPr>
              <a:t>Each Fetch _Memory – Latency + data size/bandwidth </a:t>
            </a:r>
          </a:p>
        </p:txBody>
      </p:sp>
      <p:sp>
        <p:nvSpPr>
          <p:cNvPr id="3" name="Right Brace 2">
            <a:extLst>
              <a:ext uri="{FF2B5EF4-FFF2-40B4-BE49-F238E27FC236}">
                <a16:creationId xmlns:a16="http://schemas.microsoft.com/office/drawing/2014/main" id="{D7E403A6-CF9C-C6AA-2C4D-31DAE99ED7F3}"/>
              </a:ext>
            </a:extLst>
          </p:cNvPr>
          <p:cNvSpPr/>
          <p:nvPr/>
        </p:nvSpPr>
        <p:spPr>
          <a:xfrm rot="5400000">
            <a:off x="5727648" y="2084997"/>
            <a:ext cx="493471" cy="1309025"/>
          </a:xfrm>
          <a:prstGeom prst="rightBrac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C47653B6-47CD-7053-6081-BB586A37C36B}"/>
              </a:ext>
            </a:extLst>
          </p:cNvPr>
          <p:cNvCxnSpPr>
            <a:cxnSpLocks/>
            <a:stCxn id="3" idx="1"/>
          </p:cNvCxnSpPr>
          <p:nvPr/>
        </p:nvCxnSpPr>
        <p:spPr>
          <a:xfrm flipH="1">
            <a:off x="5014061" y="2986245"/>
            <a:ext cx="960322" cy="722134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806271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EE867-52BF-F854-781C-BD2D86ED9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#1 Data Layout Optimization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DC29D33-F7D5-27B7-80AE-2E07C1993C6C}"/>
              </a:ext>
            </a:extLst>
          </p:cNvPr>
          <p:cNvSpPr/>
          <p:nvPr/>
        </p:nvSpPr>
        <p:spPr>
          <a:xfrm>
            <a:off x="2731089" y="1870022"/>
            <a:ext cx="5922405" cy="5752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92051AF-71F6-6428-7751-673F7AB6220B}"/>
              </a:ext>
            </a:extLst>
          </p:cNvPr>
          <p:cNvCxnSpPr/>
          <p:nvPr/>
        </p:nvCxnSpPr>
        <p:spPr>
          <a:xfrm>
            <a:off x="3403264" y="1870022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0F9B5F0-EE63-74E0-4C93-221E5C25A574}"/>
              </a:ext>
            </a:extLst>
          </p:cNvPr>
          <p:cNvCxnSpPr/>
          <p:nvPr/>
        </p:nvCxnSpPr>
        <p:spPr>
          <a:xfrm>
            <a:off x="4058282" y="1870021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80897A0-6CEB-F770-2271-37D0C88D46C7}"/>
              </a:ext>
            </a:extLst>
          </p:cNvPr>
          <p:cNvCxnSpPr/>
          <p:nvPr/>
        </p:nvCxnSpPr>
        <p:spPr>
          <a:xfrm>
            <a:off x="4689076" y="1878945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13108EA-6B53-3D4A-5862-1887CAF3386B}"/>
              </a:ext>
            </a:extLst>
          </p:cNvPr>
          <p:cNvCxnSpPr/>
          <p:nvPr/>
        </p:nvCxnSpPr>
        <p:spPr>
          <a:xfrm>
            <a:off x="5319871" y="1870020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55AA555-663C-535A-68D0-66A0CFFD6ED9}"/>
              </a:ext>
            </a:extLst>
          </p:cNvPr>
          <p:cNvCxnSpPr/>
          <p:nvPr/>
        </p:nvCxnSpPr>
        <p:spPr>
          <a:xfrm>
            <a:off x="6041501" y="1870019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BCAC88D-FFDE-B3B8-5C5C-A771E314D032}"/>
              </a:ext>
            </a:extLst>
          </p:cNvPr>
          <p:cNvCxnSpPr/>
          <p:nvPr/>
        </p:nvCxnSpPr>
        <p:spPr>
          <a:xfrm>
            <a:off x="6696518" y="1878945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142EF6F-9F23-3202-C855-650AA1036D39}"/>
              </a:ext>
            </a:extLst>
          </p:cNvPr>
          <p:cNvCxnSpPr/>
          <p:nvPr/>
        </p:nvCxnSpPr>
        <p:spPr>
          <a:xfrm>
            <a:off x="7345479" y="1878945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0A44A78-B470-200D-6413-89AB283E8B72}"/>
              </a:ext>
            </a:extLst>
          </p:cNvPr>
          <p:cNvCxnSpPr/>
          <p:nvPr/>
        </p:nvCxnSpPr>
        <p:spPr>
          <a:xfrm>
            <a:off x="7933884" y="1878945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AF23F93D-5620-9EBC-B463-F520DF44924B}"/>
              </a:ext>
            </a:extLst>
          </p:cNvPr>
          <p:cNvSpPr/>
          <p:nvPr/>
        </p:nvSpPr>
        <p:spPr>
          <a:xfrm>
            <a:off x="5014061" y="3740864"/>
            <a:ext cx="1327194" cy="5752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7515646-6242-BECB-6EFF-E4C36CFBB920}"/>
              </a:ext>
            </a:extLst>
          </p:cNvPr>
          <p:cNvCxnSpPr/>
          <p:nvPr/>
        </p:nvCxnSpPr>
        <p:spPr>
          <a:xfrm>
            <a:off x="5669079" y="3740864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93904E31-CAB0-F10B-B778-F8C15744189A}"/>
              </a:ext>
            </a:extLst>
          </p:cNvPr>
          <p:cNvSpPr txBox="1"/>
          <p:nvPr/>
        </p:nvSpPr>
        <p:spPr>
          <a:xfrm>
            <a:off x="442062" y="1986246"/>
            <a:ext cx="14025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 in Memory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C90A487-180E-6F04-2C15-1D97150CAC81}"/>
              </a:ext>
            </a:extLst>
          </p:cNvPr>
          <p:cNvSpPr txBox="1"/>
          <p:nvPr/>
        </p:nvSpPr>
        <p:spPr>
          <a:xfrm>
            <a:off x="3263984" y="3863491"/>
            <a:ext cx="9083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Cache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AB7BFD6-F4D8-B78A-5CF8-1BD2FB18AA5A}"/>
              </a:ext>
            </a:extLst>
          </p:cNvPr>
          <p:cNvSpPr txBox="1"/>
          <p:nvPr/>
        </p:nvSpPr>
        <p:spPr>
          <a:xfrm>
            <a:off x="2840090" y="5038283"/>
            <a:ext cx="60374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Need to Fetch elements 2 at a time to cache.</a:t>
            </a:r>
          </a:p>
          <a:p>
            <a:pPr algn="ctr"/>
            <a:r>
              <a:rPr lang="en-US" dirty="0">
                <a:solidFill>
                  <a:srgbClr val="C00000"/>
                </a:solidFill>
              </a:rPr>
              <a:t>Each Fetch _Memory – Latency + data size/bandwidth </a:t>
            </a:r>
          </a:p>
        </p:txBody>
      </p:sp>
      <p:sp>
        <p:nvSpPr>
          <p:cNvPr id="3" name="Right Brace 2">
            <a:extLst>
              <a:ext uri="{FF2B5EF4-FFF2-40B4-BE49-F238E27FC236}">
                <a16:creationId xmlns:a16="http://schemas.microsoft.com/office/drawing/2014/main" id="{D7E403A6-CF9C-C6AA-2C4D-31DAE99ED7F3}"/>
              </a:ext>
            </a:extLst>
          </p:cNvPr>
          <p:cNvSpPr/>
          <p:nvPr/>
        </p:nvSpPr>
        <p:spPr>
          <a:xfrm rot="5400000">
            <a:off x="7098743" y="2077506"/>
            <a:ext cx="493471" cy="1309025"/>
          </a:xfrm>
          <a:prstGeom prst="rightBrac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C47653B6-47CD-7053-6081-BB586A37C36B}"/>
              </a:ext>
            </a:extLst>
          </p:cNvPr>
          <p:cNvCxnSpPr>
            <a:cxnSpLocks/>
            <a:stCxn id="3" idx="1"/>
          </p:cNvCxnSpPr>
          <p:nvPr/>
        </p:nvCxnSpPr>
        <p:spPr>
          <a:xfrm flipH="1">
            <a:off x="6385156" y="2978754"/>
            <a:ext cx="960322" cy="722134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824083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EE867-52BF-F854-781C-BD2D86ED9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#1 Data Layout Optimization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DC29D33-F7D5-27B7-80AE-2E07C1993C6C}"/>
              </a:ext>
            </a:extLst>
          </p:cNvPr>
          <p:cNvSpPr/>
          <p:nvPr/>
        </p:nvSpPr>
        <p:spPr>
          <a:xfrm>
            <a:off x="2731089" y="1870022"/>
            <a:ext cx="5922405" cy="5752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92051AF-71F6-6428-7751-673F7AB6220B}"/>
              </a:ext>
            </a:extLst>
          </p:cNvPr>
          <p:cNvCxnSpPr/>
          <p:nvPr/>
        </p:nvCxnSpPr>
        <p:spPr>
          <a:xfrm>
            <a:off x="3403264" y="1870022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0F9B5F0-EE63-74E0-4C93-221E5C25A574}"/>
              </a:ext>
            </a:extLst>
          </p:cNvPr>
          <p:cNvCxnSpPr/>
          <p:nvPr/>
        </p:nvCxnSpPr>
        <p:spPr>
          <a:xfrm>
            <a:off x="4058282" y="1870021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80897A0-6CEB-F770-2271-37D0C88D46C7}"/>
              </a:ext>
            </a:extLst>
          </p:cNvPr>
          <p:cNvCxnSpPr/>
          <p:nvPr/>
        </p:nvCxnSpPr>
        <p:spPr>
          <a:xfrm>
            <a:off x="4689076" y="1878945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13108EA-6B53-3D4A-5862-1887CAF3386B}"/>
              </a:ext>
            </a:extLst>
          </p:cNvPr>
          <p:cNvCxnSpPr/>
          <p:nvPr/>
        </p:nvCxnSpPr>
        <p:spPr>
          <a:xfrm>
            <a:off x="5319871" y="1870020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55AA555-663C-535A-68D0-66A0CFFD6ED9}"/>
              </a:ext>
            </a:extLst>
          </p:cNvPr>
          <p:cNvCxnSpPr/>
          <p:nvPr/>
        </p:nvCxnSpPr>
        <p:spPr>
          <a:xfrm>
            <a:off x="6041501" y="1870019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BCAC88D-FFDE-B3B8-5C5C-A771E314D032}"/>
              </a:ext>
            </a:extLst>
          </p:cNvPr>
          <p:cNvCxnSpPr/>
          <p:nvPr/>
        </p:nvCxnSpPr>
        <p:spPr>
          <a:xfrm>
            <a:off x="6696518" y="1878945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142EF6F-9F23-3202-C855-650AA1036D39}"/>
              </a:ext>
            </a:extLst>
          </p:cNvPr>
          <p:cNvCxnSpPr/>
          <p:nvPr/>
        </p:nvCxnSpPr>
        <p:spPr>
          <a:xfrm>
            <a:off x="7345479" y="1878945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0A44A78-B470-200D-6413-89AB283E8B72}"/>
              </a:ext>
            </a:extLst>
          </p:cNvPr>
          <p:cNvCxnSpPr/>
          <p:nvPr/>
        </p:nvCxnSpPr>
        <p:spPr>
          <a:xfrm>
            <a:off x="7933884" y="1878945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AF23F93D-5620-9EBC-B463-F520DF44924B}"/>
              </a:ext>
            </a:extLst>
          </p:cNvPr>
          <p:cNvSpPr/>
          <p:nvPr/>
        </p:nvSpPr>
        <p:spPr>
          <a:xfrm>
            <a:off x="5014061" y="3740864"/>
            <a:ext cx="1327194" cy="5752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7515646-6242-BECB-6EFF-E4C36CFBB920}"/>
              </a:ext>
            </a:extLst>
          </p:cNvPr>
          <p:cNvCxnSpPr/>
          <p:nvPr/>
        </p:nvCxnSpPr>
        <p:spPr>
          <a:xfrm>
            <a:off x="5669079" y="3740864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93904E31-CAB0-F10B-B778-F8C15744189A}"/>
              </a:ext>
            </a:extLst>
          </p:cNvPr>
          <p:cNvSpPr txBox="1"/>
          <p:nvPr/>
        </p:nvSpPr>
        <p:spPr>
          <a:xfrm>
            <a:off x="442062" y="1986246"/>
            <a:ext cx="14025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 in Memory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C90A487-180E-6F04-2C15-1D97150CAC81}"/>
              </a:ext>
            </a:extLst>
          </p:cNvPr>
          <p:cNvSpPr txBox="1"/>
          <p:nvPr/>
        </p:nvSpPr>
        <p:spPr>
          <a:xfrm>
            <a:off x="3263984" y="3863491"/>
            <a:ext cx="9083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Cache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AB7BFD6-F4D8-B78A-5CF8-1BD2FB18AA5A}"/>
              </a:ext>
            </a:extLst>
          </p:cNvPr>
          <p:cNvSpPr txBox="1"/>
          <p:nvPr/>
        </p:nvSpPr>
        <p:spPr>
          <a:xfrm>
            <a:off x="2840090" y="5038283"/>
            <a:ext cx="60374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Algorithm access Pattern:</a:t>
            </a:r>
            <a:r>
              <a:rPr lang="en-US" dirty="0">
                <a:solidFill>
                  <a:srgbClr val="C00000"/>
                </a:solidFill>
              </a:rPr>
              <a:t> 0, 2, 4, 6, 8, 1, 3, 5, 7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578EDF-0CB4-90A0-DE47-6576845A14C0}"/>
              </a:ext>
            </a:extLst>
          </p:cNvPr>
          <p:cNvSpPr txBox="1"/>
          <p:nvPr/>
        </p:nvSpPr>
        <p:spPr>
          <a:xfrm>
            <a:off x="2705858" y="1986246"/>
            <a:ext cx="7397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C4FACC-3BB6-FE3D-126D-811A97492896}"/>
              </a:ext>
            </a:extLst>
          </p:cNvPr>
          <p:cNvSpPr txBox="1"/>
          <p:nvPr/>
        </p:nvSpPr>
        <p:spPr>
          <a:xfrm>
            <a:off x="3372982" y="1969134"/>
            <a:ext cx="7397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977D558-97FF-F262-882A-CFFE577C946E}"/>
              </a:ext>
            </a:extLst>
          </p:cNvPr>
          <p:cNvSpPr txBox="1"/>
          <p:nvPr/>
        </p:nvSpPr>
        <p:spPr>
          <a:xfrm>
            <a:off x="4031033" y="1976243"/>
            <a:ext cx="7397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EF89F49-E528-A791-127F-2B2BD9E04140}"/>
              </a:ext>
            </a:extLst>
          </p:cNvPr>
          <p:cNvSpPr txBox="1"/>
          <p:nvPr/>
        </p:nvSpPr>
        <p:spPr>
          <a:xfrm>
            <a:off x="4613387" y="1983352"/>
            <a:ext cx="7397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1E125B5-6F65-1D11-77B2-3D41E2917C04}"/>
              </a:ext>
            </a:extLst>
          </p:cNvPr>
          <p:cNvSpPr txBox="1"/>
          <p:nvPr/>
        </p:nvSpPr>
        <p:spPr>
          <a:xfrm>
            <a:off x="5348134" y="1983352"/>
            <a:ext cx="7397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8B1687D-C538-1FD6-E4DE-FAE66D57941C}"/>
              </a:ext>
            </a:extLst>
          </p:cNvPr>
          <p:cNvSpPr txBox="1"/>
          <p:nvPr/>
        </p:nvSpPr>
        <p:spPr>
          <a:xfrm>
            <a:off x="5971359" y="1996518"/>
            <a:ext cx="7397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CDC28A0-8179-B81E-E10A-44A530E73349}"/>
              </a:ext>
            </a:extLst>
          </p:cNvPr>
          <p:cNvSpPr txBox="1"/>
          <p:nvPr/>
        </p:nvSpPr>
        <p:spPr>
          <a:xfrm>
            <a:off x="6605688" y="1996518"/>
            <a:ext cx="7397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DCCD59C-993C-BE28-93A7-D7A68DA8A59C}"/>
              </a:ext>
            </a:extLst>
          </p:cNvPr>
          <p:cNvSpPr txBox="1"/>
          <p:nvPr/>
        </p:nvSpPr>
        <p:spPr>
          <a:xfrm>
            <a:off x="7284929" y="2005441"/>
            <a:ext cx="7397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8CA3892-5065-DE5D-33BA-60F8E1F3AA6C}"/>
              </a:ext>
            </a:extLst>
          </p:cNvPr>
          <p:cNvSpPr txBox="1"/>
          <p:nvPr/>
        </p:nvSpPr>
        <p:spPr>
          <a:xfrm>
            <a:off x="7913703" y="1990462"/>
            <a:ext cx="7397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57700469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EE867-52BF-F854-781C-BD2D86ED9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#1 Data Layout Optimization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DC29D33-F7D5-27B7-80AE-2E07C1993C6C}"/>
              </a:ext>
            </a:extLst>
          </p:cNvPr>
          <p:cNvSpPr/>
          <p:nvPr/>
        </p:nvSpPr>
        <p:spPr>
          <a:xfrm>
            <a:off x="2731089" y="1870022"/>
            <a:ext cx="5922405" cy="5752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92051AF-71F6-6428-7751-673F7AB6220B}"/>
              </a:ext>
            </a:extLst>
          </p:cNvPr>
          <p:cNvCxnSpPr/>
          <p:nvPr/>
        </p:nvCxnSpPr>
        <p:spPr>
          <a:xfrm>
            <a:off x="3403264" y="1870022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0F9B5F0-EE63-74E0-4C93-221E5C25A574}"/>
              </a:ext>
            </a:extLst>
          </p:cNvPr>
          <p:cNvCxnSpPr/>
          <p:nvPr/>
        </p:nvCxnSpPr>
        <p:spPr>
          <a:xfrm>
            <a:off x="4058282" y="1870021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80897A0-6CEB-F770-2271-37D0C88D46C7}"/>
              </a:ext>
            </a:extLst>
          </p:cNvPr>
          <p:cNvCxnSpPr/>
          <p:nvPr/>
        </p:nvCxnSpPr>
        <p:spPr>
          <a:xfrm>
            <a:off x="4689076" y="1878945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13108EA-6B53-3D4A-5862-1887CAF3386B}"/>
              </a:ext>
            </a:extLst>
          </p:cNvPr>
          <p:cNvCxnSpPr/>
          <p:nvPr/>
        </p:nvCxnSpPr>
        <p:spPr>
          <a:xfrm>
            <a:off x="5319871" y="1870020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55AA555-663C-535A-68D0-66A0CFFD6ED9}"/>
              </a:ext>
            </a:extLst>
          </p:cNvPr>
          <p:cNvCxnSpPr/>
          <p:nvPr/>
        </p:nvCxnSpPr>
        <p:spPr>
          <a:xfrm>
            <a:off x="6041501" y="1870019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BCAC88D-FFDE-B3B8-5C5C-A771E314D032}"/>
              </a:ext>
            </a:extLst>
          </p:cNvPr>
          <p:cNvCxnSpPr/>
          <p:nvPr/>
        </p:nvCxnSpPr>
        <p:spPr>
          <a:xfrm>
            <a:off x="6696518" y="1878945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142EF6F-9F23-3202-C855-650AA1036D39}"/>
              </a:ext>
            </a:extLst>
          </p:cNvPr>
          <p:cNvCxnSpPr/>
          <p:nvPr/>
        </p:nvCxnSpPr>
        <p:spPr>
          <a:xfrm>
            <a:off x="7345479" y="1878945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0A44A78-B470-200D-6413-89AB283E8B72}"/>
              </a:ext>
            </a:extLst>
          </p:cNvPr>
          <p:cNvCxnSpPr/>
          <p:nvPr/>
        </p:nvCxnSpPr>
        <p:spPr>
          <a:xfrm>
            <a:off x="7933884" y="1878945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AF23F93D-5620-9EBC-B463-F520DF44924B}"/>
              </a:ext>
            </a:extLst>
          </p:cNvPr>
          <p:cNvSpPr/>
          <p:nvPr/>
        </p:nvSpPr>
        <p:spPr>
          <a:xfrm>
            <a:off x="5014061" y="3740864"/>
            <a:ext cx="1327194" cy="5752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7515646-6242-BECB-6EFF-E4C36CFBB920}"/>
              </a:ext>
            </a:extLst>
          </p:cNvPr>
          <p:cNvCxnSpPr/>
          <p:nvPr/>
        </p:nvCxnSpPr>
        <p:spPr>
          <a:xfrm>
            <a:off x="5669079" y="3740864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93904E31-CAB0-F10B-B778-F8C15744189A}"/>
              </a:ext>
            </a:extLst>
          </p:cNvPr>
          <p:cNvSpPr txBox="1"/>
          <p:nvPr/>
        </p:nvSpPr>
        <p:spPr>
          <a:xfrm>
            <a:off x="442062" y="1986246"/>
            <a:ext cx="14025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 in Memory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C90A487-180E-6F04-2C15-1D97150CAC81}"/>
              </a:ext>
            </a:extLst>
          </p:cNvPr>
          <p:cNvSpPr txBox="1"/>
          <p:nvPr/>
        </p:nvSpPr>
        <p:spPr>
          <a:xfrm>
            <a:off x="3263984" y="3863491"/>
            <a:ext cx="9083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Cache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AB7BFD6-F4D8-B78A-5CF8-1BD2FB18AA5A}"/>
              </a:ext>
            </a:extLst>
          </p:cNvPr>
          <p:cNvSpPr txBox="1"/>
          <p:nvPr/>
        </p:nvSpPr>
        <p:spPr>
          <a:xfrm>
            <a:off x="2840090" y="5038283"/>
            <a:ext cx="60374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Algorithm access Pattern:</a:t>
            </a:r>
            <a:r>
              <a:rPr lang="en-US" dirty="0">
                <a:solidFill>
                  <a:srgbClr val="C00000"/>
                </a:solidFill>
              </a:rPr>
              <a:t> 0, 2, 4, 6, 8, 1, 3, 5, 7</a:t>
            </a:r>
          </a:p>
          <a:p>
            <a:pPr algn="ctr"/>
            <a:r>
              <a:rPr lang="en-US" dirty="0"/>
              <a:t>Number of </a:t>
            </a:r>
            <a:r>
              <a:rPr lang="en-US" dirty="0" err="1"/>
              <a:t>Fetch_Memory</a:t>
            </a:r>
            <a:r>
              <a:rPr lang="en-US" dirty="0"/>
              <a:t> Needed:</a:t>
            </a:r>
            <a:r>
              <a:rPr lang="en-US" dirty="0">
                <a:solidFill>
                  <a:srgbClr val="C00000"/>
                </a:solidFill>
              </a:rPr>
              <a:t> ?? 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578EDF-0CB4-90A0-DE47-6576845A14C0}"/>
              </a:ext>
            </a:extLst>
          </p:cNvPr>
          <p:cNvSpPr txBox="1"/>
          <p:nvPr/>
        </p:nvSpPr>
        <p:spPr>
          <a:xfrm>
            <a:off x="2705858" y="1986246"/>
            <a:ext cx="7397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C4FACC-3BB6-FE3D-126D-811A97492896}"/>
              </a:ext>
            </a:extLst>
          </p:cNvPr>
          <p:cNvSpPr txBox="1"/>
          <p:nvPr/>
        </p:nvSpPr>
        <p:spPr>
          <a:xfrm>
            <a:off x="3372982" y="1969134"/>
            <a:ext cx="7397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977D558-97FF-F262-882A-CFFE577C946E}"/>
              </a:ext>
            </a:extLst>
          </p:cNvPr>
          <p:cNvSpPr txBox="1"/>
          <p:nvPr/>
        </p:nvSpPr>
        <p:spPr>
          <a:xfrm>
            <a:off x="4031033" y="1976243"/>
            <a:ext cx="7397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EF89F49-E528-A791-127F-2B2BD9E04140}"/>
              </a:ext>
            </a:extLst>
          </p:cNvPr>
          <p:cNvSpPr txBox="1"/>
          <p:nvPr/>
        </p:nvSpPr>
        <p:spPr>
          <a:xfrm>
            <a:off x="4613387" y="1983352"/>
            <a:ext cx="7397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1E125B5-6F65-1D11-77B2-3D41E2917C04}"/>
              </a:ext>
            </a:extLst>
          </p:cNvPr>
          <p:cNvSpPr txBox="1"/>
          <p:nvPr/>
        </p:nvSpPr>
        <p:spPr>
          <a:xfrm>
            <a:off x="5348134" y="1983352"/>
            <a:ext cx="7397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8B1687D-C538-1FD6-E4DE-FAE66D57941C}"/>
              </a:ext>
            </a:extLst>
          </p:cNvPr>
          <p:cNvSpPr txBox="1"/>
          <p:nvPr/>
        </p:nvSpPr>
        <p:spPr>
          <a:xfrm>
            <a:off x="5971359" y="1996518"/>
            <a:ext cx="7397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CDC28A0-8179-B81E-E10A-44A530E73349}"/>
              </a:ext>
            </a:extLst>
          </p:cNvPr>
          <p:cNvSpPr txBox="1"/>
          <p:nvPr/>
        </p:nvSpPr>
        <p:spPr>
          <a:xfrm>
            <a:off x="6605688" y="1996518"/>
            <a:ext cx="7397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DCCD59C-993C-BE28-93A7-D7A68DA8A59C}"/>
              </a:ext>
            </a:extLst>
          </p:cNvPr>
          <p:cNvSpPr txBox="1"/>
          <p:nvPr/>
        </p:nvSpPr>
        <p:spPr>
          <a:xfrm>
            <a:off x="7284929" y="2005441"/>
            <a:ext cx="7397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8CA3892-5065-DE5D-33BA-60F8E1F3AA6C}"/>
              </a:ext>
            </a:extLst>
          </p:cNvPr>
          <p:cNvSpPr txBox="1"/>
          <p:nvPr/>
        </p:nvSpPr>
        <p:spPr>
          <a:xfrm>
            <a:off x="7913703" y="1990462"/>
            <a:ext cx="7397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18716533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EE867-52BF-F854-781C-BD2D86ED9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#1 Data Layout Optimization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DC29D33-F7D5-27B7-80AE-2E07C1993C6C}"/>
              </a:ext>
            </a:extLst>
          </p:cNvPr>
          <p:cNvSpPr/>
          <p:nvPr/>
        </p:nvSpPr>
        <p:spPr>
          <a:xfrm>
            <a:off x="2731089" y="1870022"/>
            <a:ext cx="5922405" cy="5752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92051AF-71F6-6428-7751-673F7AB6220B}"/>
              </a:ext>
            </a:extLst>
          </p:cNvPr>
          <p:cNvCxnSpPr/>
          <p:nvPr/>
        </p:nvCxnSpPr>
        <p:spPr>
          <a:xfrm>
            <a:off x="3403264" y="1870022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0F9B5F0-EE63-74E0-4C93-221E5C25A574}"/>
              </a:ext>
            </a:extLst>
          </p:cNvPr>
          <p:cNvCxnSpPr/>
          <p:nvPr/>
        </p:nvCxnSpPr>
        <p:spPr>
          <a:xfrm>
            <a:off x="4058282" y="1870021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80897A0-6CEB-F770-2271-37D0C88D46C7}"/>
              </a:ext>
            </a:extLst>
          </p:cNvPr>
          <p:cNvCxnSpPr/>
          <p:nvPr/>
        </p:nvCxnSpPr>
        <p:spPr>
          <a:xfrm>
            <a:off x="4689076" y="1878945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13108EA-6B53-3D4A-5862-1887CAF3386B}"/>
              </a:ext>
            </a:extLst>
          </p:cNvPr>
          <p:cNvCxnSpPr/>
          <p:nvPr/>
        </p:nvCxnSpPr>
        <p:spPr>
          <a:xfrm>
            <a:off x="5319871" y="1870020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55AA555-663C-535A-68D0-66A0CFFD6ED9}"/>
              </a:ext>
            </a:extLst>
          </p:cNvPr>
          <p:cNvCxnSpPr/>
          <p:nvPr/>
        </p:nvCxnSpPr>
        <p:spPr>
          <a:xfrm>
            <a:off x="6041501" y="1870019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BCAC88D-FFDE-B3B8-5C5C-A771E314D032}"/>
              </a:ext>
            </a:extLst>
          </p:cNvPr>
          <p:cNvCxnSpPr/>
          <p:nvPr/>
        </p:nvCxnSpPr>
        <p:spPr>
          <a:xfrm>
            <a:off x="6696518" y="1878945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142EF6F-9F23-3202-C855-650AA1036D39}"/>
              </a:ext>
            </a:extLst>
          </p:cNvPr>
          <p:cNvCxnSpPr/>
          <p:nvPr/>
        </p:nvCxnSpPr>
        <p:spPr>
          <a:xfrm>
            <a:off x="7345479" y="1878945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0A44A78-B470-200D-6413-89AB283E8B72}"/>
              </a:ext>
            </a:extLst>
          </p:cNvPr>
          <p:cNvCxnSpPr/>
          <p:nvPr/>
        </p:nvCxnSpPr>
        <p:spPr>
          <a:xfrm>
            <a:off x="7933884" y="1878945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AF23F93D-5620-9EBC-B463-F520DF44924B}"/>
              </a:ext>
            </a:extLst>
          </p:cNvPr>
          <p:cNvSpPr/>
          <p:nvPr/>
        </p:nvSpPr>
        <p:spPr>
          <a:xfrm>
            <a:off x="5014061" y="3740864"/>
            <a:ext cx="1327194" cy="5752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7515646-6242-BECB-6EFF-E4C36CFBB920}"/>
              </a:ext>
            </a:extLst>
          </p:cNvPr>
          <p:cNvCxnSpPr/>
          <p:nvPr/>
        </p:nvCxnSpPr>
        <p:spPr>
          <a:xfrm>
            <a:off x="5669079" y="3740864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93904E31-CAB0-F10B-B778-F8C15744189A}"/>
              </a:ext>
            </a:extLst>
          </p:cNvPr>
          <p:cNvSpPr txBox="1"/>
          <p:nvPr/>
        </p:nvSpPr>
        <p:spPr>
          <a:xfrm>
            <a:off x="442062" y="1986246"/>
            <a:ext cx="14025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 in Memory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C90A487-180E-6F04-2C15-1D97150CAC81}"/>
              </a:ext>
            </a:extLst>
          </p:cNvPr>
          <p:cNvSpPr txBox="1"/>
          <p:nvPr/>
        </p:nvSpPr>
        <p:spPr>
          <a:xfrm>
            <a:off x="3263984" y="3863491"/>
            <a:ext cx="9083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Cache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AB7BFD6-F4D8-B78A-5CF8-1BD2FB18AA5A}"/>
              </a:ext>
            </a:extLst>
          </p:cNvPr>
          <p:cNvSpPr txBox="1"/>
          <p:nvPr/>
        </p:nvSpPr>
        <p:spPr>
          <a:xfrm>
            <a:off x="2840090" y="5038283"/>
            <a:ext cx="60374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Algorithm access Pattern:</a:t>
            </a:r>
            <a:r>
              <a:rPr lang="en-US" dirty="0">
                <a:solidFill>
                  <a:srgbClr val="C00000"/>
                </a:solidFill>
              </a:rPr>
              <a:t> 0, 2, 4, 6, 8, 1, 3, 5, 7</a:t>
            </a:r>
          </a:p>
          <a:p>
            <a:pPr algn="ctr"/>
            <a:r>
              <a:rPr lang="en-US" dirty="0"/>
              <a:t>Number of </a:t>
            </a:r>
            <a:r>
              <a:rPr lang="en-US" dirty="0" err="1"/>
              <a:t>Fetch_Memory</a:t>
            </a:r>
            <a:r>
              <a:rPr lang="en-US" dirty="0"/>
              <a:t> Needed:</a:t>
            </a:r>
            <a:r>
              <a:rPr lang="en-US" dirty="0">
                <a:solidFill>
                  <a:srgbClr val="C00000"/>
                </a:solidFill>
              </a:rPr>
              <a:t> 9 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578EDF-0CB4-90A0-DE47-6576845A14C0}"/>
              </a:ext>
            </a:extLst>
          </p:cNvPr>
          <p:cNvSpPr txBox="1"/>
          <p:nvPr/>
        </p:nvSpPr>
        <p:spPr>
          <a:xfrm>
            <a:off x="2705858" y="1986246"/>
            <a:ext cx="7397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C4FACC-3BB6-FE3D-126D-811A97492896}"/>
              </a:ext>
            </a:extLst>
          </p:cNvPr>
          <p:cNvSpPr txBox="1"/>
          <p:nvPr/>
        </p:nvSpPr>
        <p:spPr>
          <a:xfrm>
            <a:off x="3372982" y="1969134"/>
            <a:ext cx="7397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977D558-97FF-F262-882A-CFFE577C946E}"/>
              </a:ext>
            </a:extLst>
          </p:cNvPr>
          <p:cNvSpPr txBox="1"/>
          <p:nvPr/>
        </p:nvSpPr>
        <p:spPr>
          <a:xfrm>
            <a:off x="4031033" y="1976243"/>
            <a:ext cx="7397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EF89F49-E528-A791-127F-2B2BD9E04140}"/>
              </a:ext>
            </a:extLst>
          </p:cNvPr>
          <p:cNvSpPr txBox="1"/>
          <p:nvPr/>
        </p:nvSpPr>
        <p:spPr>
          <a:xfrm>
            <a:off x="4613387" y="1983352"/>
            <a:ext cx="7397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1E125B5-6F65-1D11-77B2-3D41E2917C04}"/>
              </a:ext>
            </a:extLst>
          </p:cNvPr>
          <p:cNvSpPr txBox="1"/>
          <p:nvPr/>
        </p:nvSpPr>
        <p:spPr>
          <a:xfrm>
            <a:off x="5348134" y="1983352"/>
            <a:ext cx="7397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8B1687D-C538-1FD6-E4DE-FAE66D57941C}"/>
              </a:ext>
            </a:extLst>
          </p:cNvPr>
          <p:cNvSpPr txBox="1"/>
          <p:nvPr/>
        </p:nvSpPr>
        <p:spPr>
          <a:xfrm>
            <a:off x="5971359" y="1996518"/>
            <a:ext cx="7397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CDC28A0-8179-B81E-E10A-44A530E73349}"/>
              </a:ext>
            </a:extLst>
          </p:cNvPr>
          <p:cNvSpPr txBox="1"/>
          <p:nvPr/>
        </p:nvSpPr>
        <p:spPr>
          <a:xfrm>
            <a:off x="6605688" y="1996518"/>
            <a:ext cx="7397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DCCD59C-993C-BE28-93A7-D7A68DA8A59C}"/>
              </a:ext>
            </a:extLst>
          </p:cNvPr>
          <p:cNvSpPr txBox="1"/>
          <p:nvPr/>
        </p:nvSpPr>
        <p:spPr>
          <a:xfrm>
            <a:off x="7284929" y="2005441"/>
            <a:ext cx="7397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8CA3892-5065-DE5D-33BA-60F8E1F3AA6C}"/>
              </a:ext>
            </a:extLst>
          </p:cNvPr>
          <p:cNvSpPr txBox="1"/>
          <p:nvPr/>
        </p:nvSpPr>
        <p:spPr>
          <a:xfrm>
            <a:off x="7913703" y="1990462"/>
            <a:ext cx="7397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44880249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EE867-52BF-F854-781C-BD2D86ED9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#1 Data Layout Optimization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DC29D33-F7D5-27B7-80AE-2E07C1993C6C}"/>
              </a:ext>
            </a:extLst>
          </p:cNvPr>
          <p:cNvSpPr/>
          <p:nvPr/>
        </p:nvSpPr>
        <p:spPr>
          <a:xfrm>
            <a:off x="2731089" y="1870022"/>
            <a:ext cx="5922405" cy="5752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92051AF-71F6-6428-7751-673F7AB6220B}"/>
              </a:ext>
            </a:extLst>
          </p:cNvPr>
          <p:cNvCxnSpPr/>
          <p:nvPr/>
        </p:nvCxnSpPr>
        <p:spPr>
          <a:xfrm>
            <a:off x="3403264" y="1870022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0F9B5F0-EE63-74E0-4C93-221E5C25A574}"/>
              </a:ext>
            </a:extLst>
          </p:cNvPr>
          <p:cNvCxnSpPr/>
          <p:nvPr/>
        </p:nvCxnSpPr>
        <p:spPr>
          <a:xfrm>
            <a:off x="4058282" y="1870021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80897A0-6CEB-F770-2271-37D0C88D46C7}"/>
              </a:ext>
            </a:extLst>
          </p:cNvPr>
          <p:cNvCxnSpPr/>
          <p:nvPr/>
        </p:nvCxnSpPr>
        <p:spPr>
          <a:xfrm>
            <a:off x="4689076" y="1878945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13108EA-6B53-3D4A-5862-1887CAF3386B}"/>
              </a:ext>
            </a:extLst>
          </p:cNvPr>
          <p:cNvCxnSpPr/>
          <p:nvPr/>
        </p:nvCxnSpPr>
        <p:spPr>
          <a:xfrm>
            <a:off x="5319871" y="1870020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55AA555-663C-535A-68D0-66A0CFFD6ED9}"/>
              </a:ext>
            </a:extLst>
          </p:cNvPr>
          <p:cNvCxnSpPr/>
          <p:nvPr/>
        </p:nvCxnSpPr>
        <p:spPr>
          <a:xfrm>
            <a:off x="6041501" y="1870019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BCAC88D-FFDE-B3B8-5C5C-A771E314D032}"/>
              </a:ext>
            </a:extLst>
          </p:cNvPr>
          <p:cNvCxnSpPr/>
          <p:nvPr/>
        </p:nvCxnSpPr>
        <p:spPr>
          <a:xfrm>
            <a:off x="6696518" y="1878945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142EF6F-9F23-3202-C855-650AA1036D39}"/>
              </a:ext>
            </a:extLst>
          </p:cNvPr>
          <p:cNvCxnSpPr/>
          <p:nvPr/>
        </p:nvCxnSpPr>
        <p:spPr>
          <a:xfrm>
            <a:off x="7345479" y="1878945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0A44A78-B470-200D-6413-89AB283E8B72}"/>
              </a:ext>
            </a:extLst>
          </p:cNvPr>
          <p:cNvCxnSpPr/>
          <p:nvPr/>
        </p:nvCxnSpPr>
        <p:spPr>
          <a:xfrm>
            <a:off x="7933884" y="1878945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AF23F93D-5620-9EBC-B463-F520DF44924B}"/>
              </a:ext>
            </a:extLst>
          </p:cNvPr>
          <p:cNvSpPr/>
          <p:nvPr/>
        </p:nvSpPr>
        <p:spPr>
          <a:xfrm>
            <a:off x="5014061" y="3740864"/>
            <a:ext cx="1327194" cy="5752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7515646-6242-BECB-6EFF-E4C36CFBB920}"/>
              </a:ext>
            </a:extLst>
          </p:cNvPr>
          <p:cNvCxnSpPr/>
          <p:nvPr/>
        </p:nvCxnSpPr>
        <p:spPr>
          <a:xfrm>
            <a:off x="5669079" y="3740864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93904E31-CAB0-F10B-B778-F8C15744189A}"/>
              </a:ext>
            </a:extLst>
          </p:cNvPr>
          <p:cNvSpPr txBox="1"/>
          <p:nvPr/>
        </p:nvSpPr>
        <p:spPr>
          <a:xfrm>
            <a:off x="442062" y="1986246"/>
            <a:ext cx="14025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 in Memory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C90A487-180E-6F04-2C15-1D97150CAC81}"/>
              </a:ext>
            </a:extLst>
          </p:cNvPr>
          <p:cNvSpPr txBox="1"/>
          <p:nvPr/>
        </p:nvSpPr>
        <p:spPr>
          <a:xfrm>
            <a:off x="3263984" y="3863491"/>
            <a:ext cx="9083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Cache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AB7BFD6-F4D8-B78A-5CF8-1BD2FB18AA5A}"/>
              </a:ext>
            </a:extLst>
          </p:cNvPr>
          <p:cNvSpPr txBox="1"/>
          <p:nvPr/>
        </p:nvSpPr>
        <p:spPr>
          <a:xfrm>
            <a:off x="2840090" y="5038283"/>
            <a:ext cx="60374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Algorithm access Pattern:</a:t>
            </a:r>
            <a:r>
              <a:rPr lang="en-US" dirty="0">
                <a:solidFill>
                  <a:srgbClr val="C00000"/>
                </a:solidFill>
              </a:rPr>
              <a:t> 0, 2, 4, 6, 8, 1, 3, 5, 7</a:t>
            </a:r>
          </a:p>
          <a:p>
            <a:pPr algn="ctr"/>
            <a:r>
              <a:rPr lang="en-US" dirty="0"/>
              <a:t>Number of </a:t>
            </a:r>
            <a:r>
              <a:rPr lang="en-US" dirty="0" err="1"/>
              <a:t>Fetch_Memory</a:t>
            </a:r>
            <a:r>
              <a:rPr lang="en-US" dirty="0"/>
              <a:t> Needed:</a:t>
            </a:r>
            <a:r>
              <a:rPr lang="en-US" dirty="0">
                <a:solidFill>
                  <a:srgbClr val="C00000"/>
                </a:solidFill>
              </a:rPr>
              <a:t> ?? 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578EDF-0CB4-90A0-DE47-6576845A14C0}"/>
              </a:ext>
            </a:extLst>
          </p:cNvPr>
          <p:cNvSpPr txBox="1"/>
          <p:nvPr/>
        </p:nvSpPr>
        <p:spPr>
          <a:xfrm>
            <a:off x="2705858" y="1986246"/>
            <a:ext cx="7397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??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C4FACC-3BB6-FE3D-126D-811A97492896}"/>
              </a:ext>
            </a:extLst>
          </p:cNvPr>
          <p:cNvSpPr txBox="1"/>
          <p:nvPr/>
        </p:nvSpPr>
        <p:spPr>
          <a:xfrm>
            <a:off x="3372982" y="1969134"/>
            <a:ext cx="7397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??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977D558-97FF-F262-882A-CFFE577C946E}"/>
              </a:ext>
            </a:extLst>
          </p:cNvPr>
          <p:cNvSpPr txBox="1"/>
          <p:nvPr/>
        </p:nvSpPr>
        <p:spPr>
          <a:xfrm>
            <a:off x="4031033" y="1976243"/>
            <a:ext cx="7397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??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EF89F49-E528-A791-127F-2B2BD9E04140}"/>
              </a:ext>
            </a:extLst>
          </p:cNvPr>
          <p:cNvSpPr txBox="1"/>
          <p:nvPr/>
        </p:nvSpPr>
        <p:spPr>
          <a:xfrm>
            <a:off x="4613387" y="1983352"/>
            <a:ext cx="7397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??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1E125B5-6F65-1D11-77B2-3D41E2917C04}"/>
              </a:ext>
            </a:extLst>
          </p:cNvPr>
          <p:cNvSpPr txBox="1"/>
          <p:nvPr/>
        </p:nvSpPr>
        <p:spPr>
          <a:xfrm>
            <a:off x="5348134" y="1983352"/>
            <a:ext cx="7397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??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8B1687D-C538-1FD6-E4DE-FAE66D57941C}"/>
              </a:ext>
            </a:extLst>
          </p:cNvPr>
          <p:cNvSpPr txBox="1"/>
          <p:nvPr/>
        </p:nvSpPr>
        <p:spPr>
          <a:xfrm>
            <a:off x="5971359" y="1996518"/>
            <a:ext cx="7397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??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CDC28A0-8179-B81E-E10A-44A530E73349}"/>
              </a:ext>
            </a:extLst>
          </p:cNvPr>
          <p:cNvSpPr txBox="1"/>
          <p:nvPr/>
        </p:nvSpPr>
        <p:spPr>
          <a:xfrm>
            <a:off x="6605688" y="1996518"/>
            <a:ext cx="7397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??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DCCD59C-993C-BE28-93A7-D7A68DA8A59C}"/>
              </a:ext>
            </a:extLst>
          </p:cNvPr>
          <p:cNvSpPr txBox="1"/>
          <p:nvPr/>
        </p:nvSpPr>
        <p:spPr>
          <a:xfrm>
            <a:off x="7284929" y="2005441"/>
            <a:ext cx="7397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??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8CA3892-5065-DE5D-33BA-60F8E1F3AA6C}"/>
              </a:ext>
            </a:extLst>
          </p:cNvPr>
          <p:cNvSpPr txBox="1"/>
          <p:nvPr/>
        </p:nvSpPr>
        <p:spPr>
          <a:xfrm>
            <a:off x="7913703" y="1990462"/>
            <a:ext cx="7397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??</a:t>
            </a:r>
          </a:p>
        </p:txBody>
      </p:sp>
    </p:spTree>
    <p:extLst>
      <p:ext uri="{BB962C8B-B14F-4D97-AF65-F5344CB8AC3E}">
        <p14:creationId xmlns:p14="http://schemas.microsoft.com/office/powerpoint/2010/main" val="142642365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EE867-52BF-F854-781C-BD2D86ED9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#1 Data Layout Optimization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DC29D33-F7D5-27B7-80AE-2E07C1993C6C}"/>
              </a:ext>
            </a:extLst>
          </p:cNvPr>
          <p:cNvSpPr/>
          <p:nvPr/>
        </p:nvSpPr>
        <p:spPr>
          <a:xfrm>
            <a:off x="2731089" y="1870022"/>
            <a:ext cx="5922405" cy="5752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92051AF-71F6-6428-7751-673F7AB6220B}"/>
              </a:ext>
            </a:extLst>
          </p:cNvPr>
          <p:cNvCxnSpPr/>
          <p:nvPr/>
        </p:nvCxnSpPr>
        <p:spPr>
          <a:xfrm>
            <a:off x="3403264" y="1870022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0F9B5F0-EE63-74E0-4C93-221E5C25A574}"/>
              </a:ext>
            </a:extLst>
          </p:cNvPr>
          <p:cNvCxnSpPr/>
          <p:nvPr/>
        </p:nvCxnSpPr>
        <p:spPr>
          <a:xfrm>
            <a:off x="4058282" y="1870021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80897A0-6CEB-F770-2271-37D0C88D46C7}"/>
              </a:ext>
            </a:extLst>
          </p:cNvPr>
          <p:cNvCxnSpPr/>
          <p:nvPr/>
        </p:nvCxnSpPr>
        <p:spPr>
          <a:xfrm>
            <a:off x="4689076" y="1878945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13108EA-6B53-3D4A-5862-1887CAF3386B}"/>
              </a:ext>
            </a:extLst>
          </p:cNvPr>
          <p:cNvCxnSpPr/>
          <p:nvPr/>
        </p:nvCxnSpPr>
        <p:spPr>
          <a:xfrm>
            <a:off x="5319871" y="1870020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55AA555-663C-535A-68D0-66A0CFFD6ED9}"/>
              </a:ext>
            </a:extLst>
          </p:cNvPr>
          <p:cNvCxnSpPr/>
          <p:nvPr/>
        </p:nvCxnSpPr>
        <p:spPr>
          <a:xfrm>
            <a:off x="6041501" y="1870019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BCAC88D-FFDE-B3B8-5C5C-A771E314D032}"/>
              </a:ext>
            </a:extLst>
          </p:cNvPr>
          <p:cNvCxnSpPr/>
          <p:nvPr/>
        </p:nvCxnSpPr>
        <p:spPr>
          <a:xfrm>
            <a:off x="6696518" y="1878945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142EF6F-9F23-3202-C855-650AA1036D39}"/>
              </a:ext>
            </a:extLst>
          </p:cNvPr>
          <p:cNvCxnSpPr/>
          <p:nvPr/>
        </p:nvCxnSpPr>
        <p:spPr>
          <a:xfrm>
            <a:off x="7345479" y="1878945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0A44A78-B470-200D-6413-89AB283E8B72}"/>
              </a:ext>
            </a:extLst>
          </p:cNvPr>
          <p:cNvCxnSpPr/>
          <p:nvPr/>
        </p:nvCxnSpPr>
        <p:spPr>
          <a:xfrm>
            <a:off x="7933884" y="1878945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AF23F93D-5620-9EBC-B463-F520DF44924B}"/>
              </a:ext>
            </a:extLst>
          </p:cNvPr>
          <p:cNvSpPr/>
          <p:nvPr/>
        </p:nvSpPr>
        <p:spPr>
          <a:xfrm>
            <a:off x="5014061" y="3740864"/>
            <a:ext cx="1327194" cy="5752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7515646-6242-BECB-6EFF-E4C36CFBB920}"/>
              </a:ext>
            </a:extLst>
          </p:cNvPr>
          <p:cNvCxnSpPr/>
          <p:nvPr/>
        </p:nvCxnSpPr>
        <p:spPr>
          <a:xfrm>
            <a:off x="5669079" y="3740864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93904E31-CAB0-F10B-B778-F8C15744189A}"/>
              </a:ext>
            </a:extLst>
          </p:cNvPr>
          <p:cNvSpPr txBox="1"/>
          <p:nvPr/>
        </p:nvSpPr>
        <p:spPr>
          <a:xfrm>
            <a:off x="442062" y="1986246"/>
            <a:ext cx="14025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 in Memory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C90A487-180E-6F04-2C15-1D97150CAC81}"/>
              </a:ext>
            </a:extLst>
          </p:cNvPr>
          <p:cNvSpPr txBox="1"/>
          <p:nvPr/>
        </p:nvSpPr>
        <p:spPr>
          <a:xfrm>
            <a:off x="3263984" y="3863491"/>
            <a:ext cx="9083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Cache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AB7BFD6-F4D8-B78A-5CF8-1BD2FB18AA5A}"/>
              </a:ext>
            </a:extLst>
          </p:cNvPr>
          <p:cNvSpPr txBox="1"/>
          <p:nvPr/>
        </p:nvSpPr>
        <p:spPr>
          <a:xfrm>
            <a:off x="2840090" y="5038283"/>
            <a:ext cx="60374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Algorithm access Pattern:</a:t>
            </a:r>
            <a:r>
              <a:rPr lang="en-US" dirty="0">
                <a:solidFill>
                  <a:srgbClr val="C00000"/>
                </a:solidFill>
              </a:rPr>
              <a:t> 0, 2, 4, 6, 8, 1, 3, 5, 7</a:t>
            </a:r>
          </a:p>
          <a:p>
            <a:pPr algn="ctr"/>
            <a:r>
              <a:rPr lang="en-US" dirty="0"/>
              <a:t>Number of </a:t>
            </a:r>
            <a:r>
              <a:rPr lang="en-US" dirty="0" err="1"/>
              <a:t>Fetch_Memory</a:t>
            </a:r>
            <a:r>
              <a:rPr lang="en-US" dirty="0"/>
              <a:t> Needed:</a:t>
            </a:r>
            <a:r>
              <a:rPr lang="en-US" dirty="0">
                <a:solidFill>
                  <a:srgbClr val="C00000"/>
                </a:solidFill>
              </a:rPr>
              <a:t> 5 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578EDF-0CB4-90A0-DE47-6576845A14C0}"/>
              </a:ext>
            </a:extLst>
          </p:cNvPr>
          <p:cNvSpPr txBox="1"/>
          <p:nvPr/>
        </p:nvSpPr>
        <p:spPr>
          <a:xfrm>
            <a:off x="2705858" y="1986246"/>
            <a:ext cx="7397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C4FACC-3BB6-FE3D-126D-811A97492896}"/>
              </a:ext>
            </a:extLst>
          </p:cNvPr>
          <p:cNvSpPr txBox="1"/>
          <p:nvPr/>
        </p:nvSpPr>
        <p:spPr>
          <a:xfrm>
            <a:off x="3372982" y="1969134"/>
            <a:ext cx="7397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977D558-97FF-F262-882A-CFFE577C946E}"/>
              </a:ext>
            </a:extLst>
          </p:cNvPr>
          <p:cNvSpPr txBox="1"/>
          <p:nvPr/>
        </p:nvSpPr>
        <p:spPr>
          <a:xfrm>
            <a:off x="4031033" y="1976243"/>
            <a:ext cx="7397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EF89F49-E528-A791-127F-2B2BD9E04140}"/>
              </a:ext>
            </a:extLst>
          </p:cNvPr>
          <p:cNvSpPr txBox="1"/>
          <p:nvPr/>
        </p:nvSpPr>
        <p:spPr>
          <a:xfrm>
            <a:off x="4613387" y="1983352"/>
            <a:ext cx="7397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1E125B5-6F65-1D11-77B2-3D41E2917C04}"/>
              </a:ext>
            </a:extLst>
          </p:cNvPr>
          <p:cNvSpPr txBox="1"/>
          <p:nvPr/>
        </p:nvSpPr>
        <p:spPr>
          <a:xfrm>
            <a:off x="5348134" y="1983352"/>
            <a:ext cx="7397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8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8B1687D-C538-1FD6-E4DE-FAE66D57941C}"/>
              </a:ext>
            </a:extLst>
          </p:cNvPr>
          <p:cNvSpPr txBox="1"/>
          <p:nvPr/>
        </p:nvSpPr>
        <p:spPr>
          <a:xfrm>
            <a:off x="5971359" y="1996518"/>
            <a:ext cx="7397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CDC28A0-8179-B81E-E10A-44A530E73349}"/>
              </a:ext>
            </a:extLst>
          </p:cNvPr>
          <p:cNvSpPr txBox="1"/>
          <p:nvPr/>
        </p:nvSpPr>
        <p:spPr>
          <a:xfrm>
            <a:off x="6605688" y="1996518"/>
            <a:ext cx="7397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DCCD59C-993C-BE28-93A7-D7A68DA8A59C}"/>
              </a:ext>
            </a:extLst>
          </p:cNvPr>
          <p:cNvSpPr txBox="1"/>
          <p:nvPr/>
        </p:nvSpPr>
        <p:spPr>
          <a:xfrm>
            <a:off x="7284929" y="2005441"/>
            <a:ext cx="7397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8CA3892-5065-DE5D-33BA-60F8E1F3AA6C}"/>
              </a:ext>
            </a:extLst>
          </p:cNvPr>
          <p:cNvSpPr txBox="1"/>
          <p:nvPr/>
        </p:nvSpPr>
        <p:spPr>
          <a:xfrm>
            <a:off x="7913703" y="1990462"/>
            <a:ext cx="7397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87672192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EE867-52BF-F854-781C-BD2D86ED9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#1 Data Layout Optimization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DC29D33-F7D5-27B7-80AE-2E07C1993C6C}"/>
              </a:ext>
            </a:extLst>
          </p:cNvPr>
          <p:cNvSpPr/>
          <p:nvPr/>
        </p:nvSpPr>
        <p:spPr>
          <a:xfrm>
            <a:off x="2731089" y="1870022"/>
            <a:ext cx="5922405" cy="5752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92051AF-71F6-6428-7751-673F7AB6220B}"/>
              </a:ext>
            </a:extLst>
          </p:cNvPr>
          <p:cNvCxnSpPr/>
          <p:nvPr/>
        </p:nvCxnSpPr>
        <p:spPr>
          <a:xfrm>
            <a:off x="3403264" y="1870022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0F9B5F0-EE63-74E0-4C93-221E5C25A574}"/>
              </a:ext>
            </a:extLst>
          </p:cNvPr>
          <p:cNvCxnSpPr/>
          <p:nvPr/>
        </p:nvCxnSpPr>
        <p:spPr>
          <a:xfrm>
            <a:off x="4058282" y="1870021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80897A0-6CEB-F770-2271-37D0C88D46C7}"/>
              </a:ext>
            </a:extLst>
          </p:cNvPr>
          <p:cNvCxnSpPr/>
          <p:nvPr/>
        </p:nvCxnSpPr>
        <p:spPr>
          <a:xfrm>
            <a:off x="4689076" y="1878945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13108EA-6B53-3D4A-5862-1887CAF3386B}"/>
              </a:ext>
            </a:extLst>
          </p:cNvPr>
          <p:cNvCxnSpPr/>
          <p:nvPr/>
        </p:nvCxnSpPr>
        <p:spPr>
          <a:xfrm>
            <a:off x="5319871" y="1870020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55AA555-663C-535A-68D0-66A0CFFD6ED9}"/>
              </a:ext>
            </a:extLst>
          </p:cNvPr>
          <p:cNvCxnSpPr/>
          <p:nvPr/>
        </p:nvCxnSpPr>
        <p:spPr>
          <a:xfrm>
            <a:off x="6041501" y="1870019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BCAC88D-FFDE-B3B8-5C5C-A771E314D032}"/>
              </a:ext>
            </a:extLst>
          </p:cNvPr>
          <p:cNvCxnSpPr/>
          <p:nvPr/>
        </p:nvCxnSpPr>
        <p:spPr>
          <a:xfrm>
            <a:off x="6696518" y="1878945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142EF6F-9F23-3202-C855-650AA1036D39}"/>
              </a:ext>
            </a:extLst>
          </p:cNvPr>
          <p:cNvCxnSpPr/>
          <p:nvPr/>
        </p:nvCxnSpPr>
        <p:spPr>
          <a:xfrm>
            <a:off x="7345479" y="1878945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0A44A78-B470-200D-6413-89AB283E8B72}"/>
              </a:ext>
            </a:extLst>
          </p:cNvPr>
          <p:cNvCxnSpPr/>
          <p:nvPr/>
        </p:nvCxnSpPr>
        <p:spPr>
          <a:xfrm>
            <a:off x="7933884" y="1878945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AF23F93D-5620-9EBC-B463-F520DF44924B}"/>
              </a:ext>
            </a:extLst>
          </p:cNvPr>
          <p:cNvSpPr/>
          <p:nvPr/>
        </p:nvSpPr>
        <p:spPr>
          <a:xfrm>
            <a:off x="5014061" y="3740864"/>
            <a:ext cx="1327194" cy="5752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7515646-6242-BECB-6EFF-E4C36CFBB920}"/>
              </a:ext>
            </a:extLst>
          </p:cNvPr>
          <p:cNvCxnSpPr/>
          <p:nvPr/>
        </p:nvCxnSpPr>
        <p:spPr>
          <a:xfrm>
            <a:off x="5669079" y="3740864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93904E31-CAB0-F10B-B778-F8C15744189A}"/>
              </a:ext>
            </a:extLst>
          </p:cNvPr>
          <p:cNvSpPr txBox="1"/>
          <p:nvPr/>
        </p:nvSpPr>
        <p:spPr>
          <a:xfrm>
            <a:off x="442062" y="1986246"/>
            <a:ext cx="14025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 in Memory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C90A487-180E-6F04-2C15-1D97150CAC81}"/>
              </a:ext>
            </a:extLst>
          </p:cNvPr>
          <p:cNvSpPr txBox="1"/>
          <p:nvPr/>
        </p:nvSpPr>
        <p:spPr>
          <a:xfrm>
            <a:off x="3263984" y="3863491"/>
            <a:ext cx="9083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Cache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AB7BFD6-F4D8-B78A-5CF8-1BD2FB18AA5A}"/>
              </a:ext>
            </a:extLst>
          </p:cNvPr>
          <p:cNvSpPr txBox="1"/>
          <p:nvPr/>
        </p:nvSpPr>
        <p:spPr>
          <a:xfrm>
            <a:off x="2840090" y="5038283"/>
            <a:ext cx="60374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Or Change </a:t>
            </a:r>
            <a:r>
              <a:rPr lang="en-US" dirty="0"/>
              <a:t>Algorithm access Pattern:</a:t>
            </a:r>
            <a:r>
              <a:rPr lang="en-US" dirty="0">
                <a:solidFill>
                  <a:srgbClr val="C00000"/>
                </a:solidFill>
              </a:rPr>
              <a:t> 0, 1,2,3,4,5,6,7,8</a:t>
            </a:r>
          </a:p>
          <a:p>
            <a:pPr algn="ctr"/>
            <a:r>
              <a:rPr lang="en-US" dirty="0"/>
              <a:t>Number of </a:t>
            </a:r>
            <a:r>
              <a:rPr lang="en-US" dirty="0" err="1"/>
              <a:t>Fetch_Memory</a:t>
            </a:r>
            <a:r>
              <a:rPr lang="en-US" dirty="0"/>
              <a:t> Needed:</a:t>
            </a:r>
            <a:r>
              <a:rPr lang="en-US" dirty="0">
                <a:solidFill>
                  <a:srgbClr val="C00000"/>
                </a:solidFill>
              </a:rPr>
              <a:t> 5 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578EDF-0CB4-90A0-DE47-6576845A14C0}"/>
              </a:ext>
            </a:extLst>
          </p:cNvPr>
          <p:cNvSpPr txBox="1"/>
          <p:nvPr/>
        </p:nvSpPr>
        <p:spPr>
          <a:xfrm>
            <a:off x="2705858" y="1986246"/>
            <a:ext cx="7397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C4FACC-3BB6-FE3D-126D-811A97492896}"/>
              </a:ext>
            </a:extLst>
          </p:cNvPr>
          <p:cNvSpPr txBox="1"/>
          <p:nvPr/>
        </p:nvSpPr>
        <p:spPr>
          <a:xfrm>
            <a:off x="3372982" y="1969134"/>
            <a:ext cx="7397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977D558-97FF-F262-882A-CFFE577C946E}"/>
              </a:ext>
            </a:extLst>
          </p:cNvPr>
          <p:cNvSpPr txBox="1"/>
          <p:nvPr/>
        </p:nvSpPr>
        <p:spPr>
          <a:xfrm>
            <a:off x="4031033" y="1976243"/>
            <a:ext cx="7397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EF89F49-E528-A791-127F-2B2BD9E04140}"/>
              </a:ext>
            </a:extLst>
          </p:cNvPr>
          <p:cNvSpPr txBox="1"/>
          <p:nvPr/>
        </p:nvSpPr>
        <p:spPr>
          <a:xfrm>
            <a:off x="4613387" y="1983352"/>
            <a:ext cx="7397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1E125B5-6F65-1D11-77B2-3D41E2917C04}"/>
              </a:ext>
            </a:extLst>
          </p:cNvPr>
          <p:cNvSpPr txBox="1"/>
          <p:nvPr/>
        </p:nvSpPr>
        <p:spPr>
          <a:xfrm>
            <a:off x="5348134" y="1983352"/>
            <a:ext cx="7397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8B1687D-C538-1FD6-E4DE-FAE66D57941C}"/>
              </a:ext>
            </a:extLst>
          </p:cNvPr>
          <p:cNvSpPr txBox="1"/>
          <p:nvPr/>
        </p:nvSpPr>
        <p:spPr>
          <a:xfrm>
            <a:off x="5971359" y="1996518"/>
            <a:ext cx="7397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CDC28A0-8179-B81E-E10A-44A530E73349}"/>
              </a:ext>
            </a:extLst>
          </p:cNvPr>
          <p:cNvSpPr txBox="1"/>
          <p:nvPr/>
        </p:nvSpPr>
        <p:spPr>
          <a:xfrm>
            <a:off x="6605688" y="1996518"/>
            <a:ext cx="7397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DCCD59C-993C-BE28-93A7-D7A68DA8A59C}"/>
              </a:ext>
            </a:extLst>
          </p:cNvPr>
          <p:cNvSpPr txBox="1"/>
          <p:nvPr/>
        </p:nvSpPr>
        <p:spPr>
          <a:xfrm>
            <a:off x="7284929" y="2005441"/>
            <a:ext cx="7397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8CA3892-5065-DE5D-33BA-60F8E1F3AA6C}"/>
              </a:ext>
            </a:extLst>
          </p:cNvPr>
          <p:cNvSpPr txBox="1"/>
          <p:nvPr/>
        </p:nvSpPr>
        <p:spPr>
          <a:xfrm>
            <a:off x="7913703" y="1990462"/>
            <a:ext cx="7397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410040527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EE867-52BF-F854-781C-BD2D86ED9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#1 Data Layout Optimization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169F89-0F1B-C62E-2DE9-A5586B4105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001533"/>
          </a:xfrm>
        </p:spPr>
        <p:txBody>
          <a:bodyPr/>
          <a:lstStyle/>
          <a:p>
            <a:r>
              <a:rPr lang="en-US" dirty="0"/>
              <a:t>Objective: Ensure sequential access to data stored in memory by,</a:t>
            </a:r>
          </a:p>
          <a:p>
            <a:pPr lvl="1"/>
            <a:r>
              <a:rPr lang="en-US" dirty="0"/>
              <a:t>Either, storing data in the right format </a:t>
            </a:r>
          </a:p>
          <a:p>
            <a:pPr lvl="1"/>
            <a:r>
              <a:rPr lang="en-US" dirty="0"/>
              <a:t>Or, reordering computations (access pattern of program)</a:t>
            </a:r>
          </a:p>
        </p:txBody>
      </p:sp>
    </p:spTree>
    <p:extLst>
      <p:ext uri="{BB962C8B-B14F-4D97-AF65-F5344CB8AC3E}">
        <p14:creationId xmlns:p14="http://schemas.microsoft.com/office/powerpoint/2010/main" val="188634415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D59E5-4710-04C8-1BA8-1FAF46604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#1 Data Layout Optimization</a:t>
            </a:r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001DD20A-59B3-CF12-9A44-8D5F69B850CF}"/>
              </a:ext>
            </a:extLst>
          </p:cNvPr>
          <p:cNvSpPr txBox="1">
            <a:spLocks/>
          </p:cNvSpPr>
          <p:nvPr/>
        </p:nvSpPr>
        <p:spPr>
          <a:xfrm>
            <a:off x="581966" y="1474072"/>
            <a:ext cx="10695634" cy="81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dirty="0">
                <a:solidFill>
                  <a:schemeClr val="bg2">
                    <a:lumMod val="10000"/>
                  </a:schemeClr>
                </a:solidFill>
              </a:rPr>
              <a:t>Storing a 2-dimemsional array in memory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02D4CEE-6BF8-86EC-7CDB-D764B9EA7A0E}"/>
              </a:ext>
            </a:extLst>
          </p:cNvPr>
          <p:cNvGraphicFramePr>
            <a:graphicFrameLocks noGrp="1"/>
          </p:cNvGraphicFramePr>
          <p:nvPr/>
        </p:nvGraphicFramePr>
        <p:xfrm>
          <a:off x="2724987" y="3515570"/>
          <a:ext cx="1688257" cy="1524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882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4F4DA25D-D6E4-0361-5595-2FEE43CF40FC}"/>
              </a:ext>
            </a:extLst>
          </p:cNvPr>
          <p:cNvSpPr txBox="1"/>
          <p:nvPr/>
        </p:nvSpPr>
        <p:spPr>
          <a:xfrm>
            <a:off x="2627608" y="2351323"/>
            <a:ext cx="22872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>
                <a:solidFill>
                  <a:schemeClr val="bg2">
                    <a:lumMod val="10000"/>
                  </a:schemeClr>
                </a:solidFill>
              </a:rPr>
              <a:t>Row major order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2A9D920-E8FC-79CE-260D-55E75C5C7326}"/>
              </a:ext>
            </a:extLst>
          </p:cNvPr>
          <p:cNvSpPr txBox="1"/>
          <p:nvPr/>
        </p:nvSpPr>
        <p:spPr>
          <a:xfrm>
            <a:off x="6515100" y="2362991"/>
            <a:ext cx="27115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>
                <a:solidFill>
                  <a:schemeClr val="bg2">
                    <a:lumMod val="10000"/>
                  </a:schemeClr>
                </a:solidFill>
              </a:rPr>
              <a:t>Column major order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47076DEA-5FCA-7771-3ED3-0F76F651BC00}"/>
              </a:ext>
            </a:extLst>
          </p:cNvPr>
          <p:cNvGraphicFramePr>
            <a:graphicFrameLocks noGrp="1"/>
          </p:cNvGraphicFramePr>
          <p:nvPr/>
        </p:nvGraphicFramePr>
        <p:xfrm>
          <a:off x="6990722" y="3479928"/>
          <a:ext cx="1676400" cy="1651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19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6510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D2A6609B-8291-6D10-9048-26DD5167E724}"/>
              </a:ext>
            </a:extLst>
          </p:cNvPr>
          <p:cNvSpPr txBox="1"/>
          <p:nvPr/>
        </p:nvSpPr>
        <p:spPr>
          <a:xfrm>
            <a:off x="2631826" y="310495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chemeClr val="bg2">
                    <a:lumMod val="10000"/>
                  </a:schemeClr>
                </a:solidFill>
              </a:rPr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5865E70-C822-ADA9-D263-0A935A71ED2A}"/>
                  </a:ext>
                </a:extLst>
              </p:cNvPr>
              <p:cNvSpPr txBox="1"/>
              <p:nvPr/>
            </p:nvSpPr>
            <p:spPr>
              <a:xfrm>
                <a:off x="4141706" y="3116073"/>
                <a:ext cx="50924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>
                    <a:solidFill>
                      <a:schemeClr val="bg2">
                        <a:lumMod val="10000"/>
                      </a:schemeClr>
                    </a:solidFill>
                  </a:rPr>
                  <a:t>-1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5865E70-C822-ADA9-D263-0A935A71ED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1706" y="3116073"/>
                <a:ext cx="509242" cy="369332"/>
              </a:xfrm>
              <a:prstGeom prst="rect">
                <a:avLst/>
              </a:prstGeom>
              <a:blipFill>
                <a:blip r:embed="rId2"/>
                <a:stretch>
                  <a:fillRect t="-8197" r="-9524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7601799-DDE0-AE13-231F-67140478C914}"/>
                  </a:ext>
                </a:extLst>
              </p:cNvPr>
              <p:cNvSpPr txBox="1"/>
              <p:nvPr/>
            </p:nvSpPr>
            <p:spPr>
              <a:xfrm>
                <a:off x="2095500" y="4649293"/>
                <a:ext cx="50924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>
                    <a:solidFill>
                      <a:schemeClr val="bg2">
                        <a:lumMod val="10000"/>
                      </a:schemeClr>
                    </a:solidFill>
                  </a:rPr>
                  <a:t>-1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7601799-DDE0-AE13-231F-67140478C9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5500" y="4649293"/>
                <a:ext cx="509242" cy="369332"/>
              </a:xfrm>
              <a:prstGeom prst="rect">
                <a:avLst/>
              </a:prstGeom>
              <a:blipFill>
                <a:blip r:embed="rId3"/>
                <a:stretch>
                  <a:fillRect t="-10000" r="-9639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358DF969-F222-F61F-794E-6D75E3738447}"/>
              </a:ext>
            </a:extLst>
          </p:cNvPr>
          <p:cNvSpPr txBox="1"/>
          <p:nvPr/>
        </p:nvSpPr>
        <p:spPr>
          <a:xfrm>
            <a:off x="2275902" y="336317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chemeClr val="bg2">
                    <a:lumMod val="10000"/>
                  </a:schemeClr>
                </a:solidFill>
              </a:rPr>
              <a:t>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2A306A2-D3F0-A5EA-3663-B0C29ADF5909}"/>
              </a:ext>
            </a:extLst>
          </p:cNvPr>
          <p:cNvSpPr txBox="1"/>
          <p:nvPr/>
        </p:nvSpPr>
        <p:spPr>
          <a:xfrm>
            <a:off x="6914523" y="310759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chemeClr val="bg2">
                    <a:lumMod val="10000"/>
                  </a:schemeClr>
                </a:solidFill>
              </a:rPr>
              <a:t>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18F97D1-A441-C4D7-2B16-F2BE6BA589B7}"/>
              </a:ext>
            </a:extLst>
          </p:cNvPr>
          <p:cNvSpPr txBox="1"/>
          <p:nvPr/>
        </p:nvSpPr>
        <p:spPr>
          <a:xfrm>
            <a:off x="6612837" y="347693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chemeClr val="bg2">
                    <a:lumMod val="10000"/>
                  </a:schemeClr>
                </a:solidFill>
              </a:rPr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18D4E4B-0563-0807-9412-70C760B35473}"/>
                  </a:ext>
                </a:extLst>
              </p:cNvPr>
              <p:cNvSpPr txBox="1"/>
              <p:nvPr/>
            </p:nvSpPr>
            <p:spPr>
              <a:xfrm>
                <a:off x="8362323" y="3089500"/>
                <a:ext cx="50924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>
                    <a:solidFill>
                      <a:schemeClr val="bg2">
                        <a:lumMod val="10000"/>
                      </a:schemeClr>
                    </a:solidFill>
                  </a:rPr>
                  <a:t>-1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18D4E4B-0563-0807-9412-70C760B354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62323" y="3089500"/>
                <a:ext cx="509242" cy="369332"/>
              </a:xfrm>
              <a:prstGeom prst="rect">
                <a:avLst/>
              </a:prstGeom>
              <a:blipFill>
                <a:blip r:embed="rId4"/>
                <a:stretch>
                  <a:fillRect t="-10000" r="-9639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0A9EEEA-5775-0E89-8316-A9FD7C270AA5}"/>
                  </a:ext>
                </a:extLst>
              </p:cNvPr>
              <p:cNvSpPr txBox="1"/>
              <p:nvPr/>
            </p:nvSpPr>
            <p:spPr>
              <a:xfrm>
                <a:off x="6438900" y="4753633"/>
                <a:ext cx="50924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>
                    <a:solidFill>
                      <a:schemeClr val="bg2">
                        <a:lumMod val="10000"/>
                      </a:schemeClr>
                    </a:solidFill>
                  </a:rPr>
                  <a:t>-1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0A9EEEA-5775-0E89-8316-A9FD7C270A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8900" y="4753633"/>
                <a:ext cx="509242" cy="369332"/>
              </a:xfrm>
              <a:prstGeom prst="rect">
                <a:avLst/>
              </a:prstGeom>
              <a:blipFill>
                <a:blip r:embed="rId5"/>
                <a:stretch>
                  <a:fillRect t="-10000" r="-9524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8294E41-B5D7-CDD1-270C-21CCE08943EB}"/>
              </a:ext>
            </a:extLst>
          </p:cNvPr>
          <p:cNvCxnSpPr/>
          <p:nvPr/>
        </p:nvCxnSpPr>
        <p:spPr>
          <a:xfrm>
            <a:off x="3052140" y="3732502"/>
            <a:ext cx="1193920" cy="0"/>
          </a:xfrm>
          <a:prstGeom prst="straightConnector1">
            <a:avLst/>
          </a:prstGeom>
          <a:ln w="19050">
            <a:solidFill>
              <a:schemeClr val="bg2">
                <a:lumMod val="10000"/>
              </a:schemeClr>
            </a:solidFill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50B116C-FED8-72EA-9529-355EB979636C}"/>
              </a:ext>
            </a:extLst>
          </p:cNvPr>
          <p:cNvCxnSpPr/>
          <p:nvPr/>
        </p:nvCxnSpPr>
        <p:spPr>
          <a:xfrm>
            <a:off x="3052140" y="4089185"/>
            <a:ext cx="1193920" cy="0"/>
          </a:xfrm>
          <a:prstGeom prst="straightConnector1">
            <a:avLst/>
          </a:prstGeom>
          <a:ln w="19050">
            <a:solidFill>
              <a:schemeClr val="bg2">
                <a:lumMod val="10000"/>
              </a:schemeClr>
            </a:solidFill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B6D2B34-DF26-E51E-05A7-A33FCD62C410}"/>
              </a:ext>
            </a:extLst>
          </p:cNvPr>
          <p:cNvCxnSpPr/>
          <p:nvPr/>
        </p:nvCxnSpPr>
        <p:spPr>
          <a:xfrm>
            <a:off x="3052140" y="4833959"/>
            <a:ext cx="1193920" cy="0"/>
          </a:xfrm>
          <a:prstGeom prst="straightConnector1">
            <a:avLst/>
          </a:prstGeom>
          <a:ln w="19050">
            <a:solidFill>
              <a:schemeClr val="bg2">
                <a:lumMod val="10000"/>
              </a:schemeClr>
            </a:solidFill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DEE831BA-FCD8-2939-995F-9137BD47D5CB}"/>
              </a:ext>
            </a:extLst>
          </p:cNvPr>
          <p:cNvCxnSpPr/>
          <p:nvPr/>
        </p:nvCxnSpPr>
        <p:spPr>
          <a:xfrm>
            <a:off x="7198419" y="3621852"/>
            <a:ext cx="0" cy="949057"/>
          </a:xfrm>
          <a:prstGeom prst="straightConnector1">
            <a:avLst/>
          </a:prstGeom>
          <a:ln w="19050">
            <a:solidFill>
              <a:schemeClr val="bg2">
                <a:lumMod val="10000"/>
              </a:schemeClr>
            </a:solidFill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9CA96EF2-BACA-70C8-6202-DAEE90609A42}"/>
              </a:ext>
            </a:extLst>
          </p:cNvPr>
          <p:cNvCxnSpPr/>
          <p:nvPr/>
        </p:nvCxnSpPr>
        <p:spPr>
          <a:xfrm>
            <a:off x="7600323" y="3621852"/>
            <a:ext cx="0" cy="949057"/>
          </a:xfrm>
          <a:prstGeom prst="straightConnector1">
            <a:avLst/>
          </a:prstGeom>
          <a:ln w="19050">
            <a:solidFill>
              <a:schemeClr val="bg2">
                <a:lumMod val="10000"/>
              </a:schemeClr>
            </a:solidFill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22721A60-44F4-29F1-FE41-59A4A3875014}"/>
              </a:ext>
            </a:extLst>
          </p:cNvPr>
          <p:cNvCxnSpPr/>
          <p:nvPr/>
        </p:nvCxnSpPr>
        <p:spPr>
          <a:xfrm>
            <a:off x="8438523" y="3643029"/>
            <a:ext cx="0" cy="949057"/>
          </a:xfrm>
          <a:prstGeom prst="straightConnector1">
            <a:avLst/>
          </a:prstGeom>
          <a:ln w="19050">
            <a:solidFill>
              <a:schemeClr val="bg2">
                <a:lumMod val="10000"/>
              </a:schemeClr>
            </a:solidFill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C7BB588E-7510-891A-757F-61D719F9FFBA}"/>
              </a:ext>
            </a:extLst>
          </p:cNvPr>
          <p:cNvSpPr txBox="1"/>
          <p:nvPr/>
        </p:nvSpPr>
        <p:spPr>
          <a:xfrm>
            <a:off x="3529044" y="4277539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chemeClr val="bg2">
                    <a:lumMod val="10000"/>
                  </a:schemeClr>
                </a:solidFill>
              </a:rPr>
              <a:t>…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5319F0C-C86B-4A6E-49FD-5FA7A9E3D1B9}"/>
              </a:ext>
            </a:extLst>
          </p:cNvPr>
          <p:cNvSpPr txBox="1"/>
          <p:nvPr/>
        </p:nvSpPr>
        <p:spPr>
          <a:xfrm>
            <a:off x="7885841" y="4096379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chemeClr val="bg2">
                    <a:lumMod val="10000"/>
                  </a:schemeClr>
                </a:solidFill>
              </a:rPr>
              <a:t>…</a:t>
            </a:r>
          </a:p>
        </p:txBody>
      </p:sp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004B98F3-E0B3-E7D6-2147-B5CD12C9C103}"/>
              </a:ext>
            </a:extLst>
          </p:cNvPr>
          <p:cNvGraphicFramePr>
            <a:graphicFrameLocks noGrp="1"/>
          </p:cNvGraphicFramePr>
          <p:nvPr/>
        </p:nvGraphicFramePr>
        <p:xfrm>
          <a:off x="5146426" y="3289621"/>
          <a:ext cx="592640" cy="2041925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92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08385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8385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8385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8385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8385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BC33E166-55FE-60E3-737F-D6164146468C}"/>
              </a:ext>
            </a:extLst>
          </p:cNvPr>
          <p:cNvCxnSpPr/>
          <p:nvPr/>
        </p:nvCxnSpPr>
        <p:spPr>
          <a:xfrm>
            <a:off x="6134100" y="2275122"/>
            <a:ext cx="0" cy="4088918"/>
          </a:xfrm>
          <a:prstGeom prst="line">
            <a:avLst/>
          </a:prstGeom>
          <a:ln>
            <a:solidFill>
              <a:schemeClr val="bg2">
                <a:lumMod val="10000"/>
              </a:schemeClr>
            </a:solidFill>
            <a:prstDash val="lgDashDot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E68E8588-B84B-49D9-B21A-FEB1B03C0501}"/>
                  </a:ext>
                </a:extLst>
              </p:cNvPr>
              <p:cNvSpPr txBox="1"/>
              <p:nvPr/>
            </p:nvSpPr>
            <p:spPr>
              <a:xfrm>
                <a:off x="1857842" y="5551723"/>
                <a:ext cx="3819059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solidFill>
                            <a:srgbClr val="C00000"/>
                          </a:solidFill>
                          <a:latin typeface="Cambria Math"/>
                        </a:rPr>
                        <m:t>𝐴</m:t>
                      </m:r>
                      <m:r>
                        <a:rPr lang="en-US" sz="2400" i="1" smtClean="0">
                          <a:solidFill>
                            <a:srgbClr val="C00000"/>
                          </a:solidFill>
                          <a:latin typeface="Cambria Math"/>
                        </a:rPr>
                        <m:t>(</m:t>
                      </m:r>
                      <m:r>
                        <a:rPr lang="en-US" sz="2400" i="1" smtClean="0">
                          <a:solidFill>
                            <a:srgbClr val="C00000"/>
                          </a:solidFill>
                          <a:latin typeface="Cambria Math"/>
                        </a:rPr>
                        <m:t>𝑖</m:t>
                      </m:r>
                      <m:r>
                        <a:rPr lang="en-US" sz="2400" i="1" smtClean="0">
                          <a:solidFill>
                            <a:srgbClr val="C00000"/>
                          </a:solidFill>
                          <a:latin typeface="Cambria Math"/>
                        </a:rPr>
                        <m:t>,</m:t>
                      </m:r>
                      <m:r>
                        <a:rPr lang="en-US" sz="2400" i="1" smtClean="0">
                          <a:solidFill>
                            <a:srgbClr val="C00000"/>
                          </a:solidFill>
                          <a:latin typeface="Cambria Math"/>
                        </a:rPr>
                        <m:t>𝑗</m:t>
                      </m:r>
                      <m:r>
                        <a:rPr lang="en-US" sz="2400" i="1" smtClean="0">
                          <a:solidFill>
                            <a:srgbClr val="C00000"/>
                          </a:solidFill>
                          <a:latin typeface="Cambria Math"/>
                        </a:rPr>
                        <m:t>)→</m:t>
                      </m:r>
                      <m:r>
                        <m:rPr>
                          <m:sty m:val="p"/>
                        </m:rPr>
                        <a:rPr lang="en-US" sz="2400">
                          <a:solidFill>
                            <a:srgbClr val="C00000"/>
                          </a:solidFill>
                          <a:latin typeface="Cambria Math"/>
                          <a:ea typeface="Cambria Math"/>
                        </a:rPr>
                        <m:t>Memory</m:t>
                      </m:r>
                      <m:r>
                        <a:rPr lang="en-US" sz="2400" i="1">
                          <a:solidFill>
                            <a:srgbClr val="C00000"/>
                          </a:solidFill>
                          <a:latin typeface="Cambria Math"/>
                          <a:ea typeface="Cambria Math"/>
                        </a:rPr>
                        <m:t>(</m:t>
                      </m:r>
                      <m:r>
                        <a:rPr lang="en-US" sz="2400" i="1">
                          <a:solidFill>
                            <a:srgbClr val="C00000"/>
                          </a:solidFill>
                          <a:latin typeface="Cambria Math"/>
                          <a:ea typeface="Cambria Math"/>
                        </a:rPr>
                        <m:t>𝑖</m:t>
                      </m:r>
                      <m:r>
                        <a:rPr lang="en-US" sz="2400" i="1">
                          <a:solidFill>
                            <a:srgbClr val="C00000"/>
                          </a:solidFill>
                          <a:latin typeface="Cambria Math"/>
                          <a:ea typeface="Cambria Math"/>
                        </a:rPr>
                        <m:t>∙</m:t>
                      </m:r>
                      <m:r>
                        <a:rPr lang="en-US" sz="2400" i="1">
                          <a:solidFill>
                            <a:srgbClr val="C00000"/>
                          </a:solidFill>
                          <a:latin typeface="Cambria Math"/>
                          <a:ea typeface="Cambria Math"/>
                        </a:rPr>
                        <m:t>𝑛</m:t>
                      </m:r>
                      <m:r>
                        <a:rPr lang="en-US" sz="2400" i="1">
                          <a:solidFill>
                            <a:srgbClr val="C00000"/>
                          </a:solidFill>
                          <a:latin typeface="Cambria Math"/>
                          <a:ea typeface="Cambria Math"/>
                        </a:rPr>
                        <m:t>+</m:t>
                      </m:r>
                      <m:r>
                        <a:rPr lang="en-US" sz="2400" i="1">
                          <a:solidFill>
                            <a:srgbClr val="C00000"/>
                          </a:solidFill>
                          <a:latin typeface="Cambria Math"/>
                          <a:ea typeface="Cambria Math"/>
                        </a:rPr>
                        <m:t>𝑗</m:t>
                      </m:r>
                      <m:r>
                        <a:rPr lang="en-US" sz="2400" i="1">
                          <a:solidFill>
                            <a:srgbClr val="C00000"/>
                          </a:solidFill>
                          <a:latin typeface="Cambria Math"/>
                          <a:ea typeface="Cambria Math"/>
                        </a:rPr>
                        <m:t>)</m:t>
                      </m:r>
                    </m:oMath>
                  </m:oMathPara>
                </a14:m>
                <a:endParaRPr lang="en-US" sz="2400">
                  <a:solidFill>
                    <a:srgbClr val="C0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rgbClr val="C00000"/>
                          </a:solidFill>
                          <a:latin typeface="Cambria Math"/>
                        </a:rPr>
                        <m:t>0≤</m:t>
                      </m:r>
                      <m:r>
                        <a:rPr lang="en-US" sz="2400" i="1">
                          <a:solidFill>
                            <a:srgbClr val="C00000"/>
                          </a:solidFill>
                          <a:latin typeface="Cambria Math"/>
                        </a:rPr>
                        <m:t>𝑖</m:t>
                      </m:r>
                      <m:r>
                        <a:rPr lang="en-US" sz="2400" i="1">
                          <a:solidFill>
                            <a:srgbClr val="C00000"/>
                          </a:solidFill>
                          <a:latin typeface="Cambria Math"/>
                          <a:ea typeface="Cambria Math"/>
                        </a:rPr>
                        <m:t>, </m:t>
                      </m:r>
                      <m:r>
                        <a:rPr lang="en-US" sz="2400" i="1">
                          <a:solidFill>
                            <a:srgbClr val="C00000"/>
                          </a:solidFill>
                          <a:latin typeface="Cambria Math"/>
                          <a:ea typeface="Cambria Math"/>
                        </a:rPr>
                        <m:t>𝑗</m:t>
                      </m:r>
                      <m:r>
                        <a:rPr lang="en-US" sz="2400" i="1">
                          <a:solidFill>
                            <a:srgbClr val="C00000"/>
                          </a:solidFill>
                          <a:latin typeface="Cambria Math"/>
                          <a:ea typeface="Cambria Math"/>
                        </a:rPr>
                        <m:t>&lt;</m:t>
                      </m:r>
                      <m:r>
                        <a:rPr lang="en-US" sz="2400" i="1">
                          <a:solidFill>
                            <a:srgbClr val="C00000"/>
                          </a:solidFill>
                          <a:latin typeface="Cambria Math"/>
                          <a:ea typeface="Cambria Math"/>
                        </a:rPr>
                        <m:t>𝑛</m:t>
                      </m:r>
                    </m:oMath>
                  </m:oMathPara>
                </a14:m>
                <a:endParaRPr lang="en-US" sz="240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E68E8588-B84B-49D9-B21A-FEB1B03C05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7842" y="5551723"/>
                <a:ext cx="3819059" cy="830997"/>
              </a:xfrm>
              <a:prstGeom prst="rect">
                <a:avLst/>
              </a:prstGeom>
              <a:blipFill>
                <a:blip r:embed="rId6"/>
                <a:stretch>
                  <a:fillRect r="-160" b="-88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04F52882-05DF-A5EC-D81C-1E4B1F49E6C4}"/>
                  </a:ext>
                </a:extLst>
              </p:cNvPr>
              <p:cNvSpPr txBox="1"/>
              <p:nvPr/>
            </p:nvSpPr>
            <p:spPr>
              <a:xfrm>
                <a:off x="6362701" y="5551723"/>
                <a:ext cx="3819059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solidFill>
                            <a:srgbClr val="C00000"/>
                          </a:solidFill>
                          <a:latin typeface="Cambria Math"/>
                        </a:rPr>
                        <m:t>𝐴</m:t>
                      </m:r>
                      <m:r>
                        <a:rPr lang="en-US" sz="2400" i="1" smtClean="0">
                          <a:solidFill>
                            <a:srgbClr val="C00000"/>
                          </a:solidFill>
                          <a:latin typeface="Cambria Math"/>
                        </a:rPr>
                        <m:t>(</m:t>
                      </m:r>
                      <m:r>
                        <a:rPr lang="en-US" sz="2400" i="1" smtClean="0">
                          <a:solidFill>
                            <a:srgbClr val="C00000"/>
                          </a:solidFill>
                          <a:latin typeface="Cambria Math"/>
                        </a:rPr>
                        <m:t>𝑖</m:t>
                      </m:r>
                      <m:r>
                        <a:rPr lang="en-US" sz="2400" i="1" smtClean="0">
                          <a:solidFill>
                            <a:srgbClr val="C00000"/>
                          </a:solidFill>
                          <a:latin typeface="Cambria Math"/>
                        </a:rPr>
                        <m:t>,</m:t>
                      </m:r>
                      <m:r>
                        <a:rPr lang="en-US" sz="2400" i="1" smtClean="0">
                          <a:solidFill>
                            <a:srgbClr val="C00000"/>
                          </a:solidFill>
                          <a:latin typeface="Cambria Math"/>
                        </a:rPr>
                        <m:t>𝑗</m:t>
                      </m:r>
                      <m:r>
                        <a:rPr lang="en-US" sz="2400" i="1" smtClean="0">
                          <a:solidFill>
                            <a:srgbClr val="C00000"/>
                          </a:solidFill>
                          <a:latin typeface="Cambria Math"/>
                        </a:rPr>
                        <m:t>)→</m:t>
                      </m:r>
                      <m:r>
                        <m:rPr>
                          <m:sty m:val="p"/>
                        </m:rPr>
                        <a:rPr lang="en-US" sz="2400">
                          <a:solidFill>
                            <a:srgbClr val="C00000"/>
                          </a:solidFill>
                          <a:latin typeface="Cambria Math"/>
                          <a:ea typeface="Cambria Math"/>
                        </a:rPr>
                        <m:t>Memory</m:t>
                      </m:r>
                      <m:r>
                        <a:rPr lang="en-US" sz="2400" i="1">
                          <a:solidFill>
                            <a:srgbClr val="C00000"/>
                          </a:solidFill>
                          <a:latin typeface="Cambria Math"/>
                          <a:ea typeface="Cambria Math"/>
                        </a:rPr>
                        <m:t>(</m:t>
                      </m:r>
                      <m:r>
                        <a:rPr lang="en-US" sz="2400" i="1">
                          <a:solidFill>
                            <a:srgbClr val="C00000"/>
                          </a:solidFill>
                          <a:latin typeface="Cambria Math"/>
                          <a:ea typeface="Cambria Math"/>
                        </a:rPr>
                        <m:t>𝑖</m:t>
                      </m:r>
                      <m:r>
                        <a:rPr lang="en-US" sz="2400" i="1">
                          <a:solidFill>
                            <a:srgbClr val="C00000"/>
                          </a:solidFill>
                          <a:latin typeface="Cambria Math"/>
                          <a:ea typeface="Cambria Math"/>
                        </a:rPr>
                        <m:t>+</m:t>
                      </m:r>
                      <m:r>
                        <a:rPr lang="en-US" sz="2400" i="1">
                          <a:solidFill>
                            <a:srgbClr val="C00000"/>
                          </a:solidFill>
                          <a:latin typeface="Cambria Math"/>
                          <a:ea typeface="Cambria Math"/>
                        </a:rPr>
                        <m:t>𝑛</m:t>
                      </m:r>
                      <m:r>
                        <a:rPr lang="en-US" sz="2400" i="1">
                          <a:solidFill>
                            <a:srgbClr val="C00000"/>
                          </a:solidFill>
                          <a:latin typeface="Cambria Math"/>
                          <a:ea typeface="Cambria Math"/>
                        </a:rPr>
                        <m:t>∙</m:t>
                      </m:r>
                      <m:r>
                        <a:rPr lang="en-US" sz="2400" i="1">
                          <a:solidFill>
                            <a:srgbClr val="C00000"/>
                          </a:solidFill>
                          <a:latin typeface="Cambria Math"/>
                          <a:ea typeface="Cambria Math"/>
                        </a:rPr>
                        <m:t>𝑗</m:t>
                      </m:r>
                      <m:r>
                        <a:rPr lang="en-US" sz="2400" i="1">
                          <a:solidFill>
                            <a:srgbClr val="C00000"/>
                          </a:solidFill>
                          <a:latin typeface="Cambria Math"/>
                          <a:ea typeface="Cambria Math"/>
                        </a:rPr>
                        <m:t>)</m:t>
                      </m:r>
                    </m:oMath>
                  </m:oMathPara>
                </a14:m>
                <a:endParaRPr lang="en-US" sz="2400">
                  <a:solidFill>
                    <a:srgbClr val="C0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rgbClr val="C00000"/>
                          </a:solidFill>
                          <a:latin typeface="Cambria Math"/>
                        </a:rPr>
                        <m:t>0≤</m:t>
                      </m:r>
                      <m:r>
                        <a:rPr lang="en-US" sz="2400" i="1">
                          <a:solidFill>
                            <a:srgbClr val="C00000"/>
                          </a:solidFill>
                          <a:latin typeface="Cambria Math"/>
                          <a:ea typeface="Cambria Math"/>
                        </a:rPr>
                        <m:t>𝑖</m:t>
                      </m:r>
                      <m:r>
                        <a:rPr lang="en-US" sz="2400" i="1">
                          <a:solidFill>
                            <a:srgbClr val="C00000"/>
                          </a:solidFill>
                          <a:latin typeface="Cambria Math"/>
                          <a:ea typeface="Cambria Math"/>
                        </a:rPr>
                        <m:t>,</m:t>
                      </m:r>
                      <m:r>
                        <a:rPr lang="en-US" sz="2400" i="1">
                          <a:solidFill>
                            <a:srgbClr val="C00000"/>
                          </a:solidFill>
                          <a:latin typeface="Cambria Math"/>
                          <a:ea typeface="Cambria Math"/>
                        </a:rPr>
                        <m:t>𝑗</m:t>
                      </m:r>
                      <m:r>
                        <a:rPr lang="en-US" sz="2400" i="1">
                          <a:solidFill>
                            <a:srgbClr val="C00000"/>
                          </a:solidFill>
                          <a:latin typeface="Cambria Math"/>
                          <a:ea typeface="Cambria Math"/>
                        </a:rPr>
                        <m:t>&lt;</m:t>
                      </m:r>
                      <m:r>
                        <a:rPr lang="en-US" sz="2400" i="1">
                          <a:solidFill>
                            <a:srgbClr val="C00000"/>
                          </a:solidFill>
                          <a:latin typeface="Cambria Math"/>
                          <a:ea typeface="Cambria Math"/>
                        </a:rPr>
                        <m:t>𝑛</m:t>
                      </m:r>
                    </m:oMath>
                  </m:oMathPara>
                </a14:m>
                <a:endParaRPr lang="en-US" sz="240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04F52882-05DF-A5EC-D81C-1E4B1F49E6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2701" y="5551723"/>
                <a:ext cx="3819059" cy="830997"/>
              </a:xfrm>
              <a:prstGeom prst="rect">
                <a:avLst/>
              </a:prstGeom>
              <a:blipFill>
                <a:blip r:embed="rId7"/>
                <a:stretch>
                  <a:fillRect r="-160" b="-88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926211B8-AF57-68C5-8521-C6107731C93C}"/>
              </a:ext>
            </a:extLst>
          </p:cNvPr>
          <p:cNvGraphicFramePr>
            <a:graphicFrameLocks noGrp="1"/>
          </p:cNvGraphicFramePr>
          <p:nvPr/>
        </p:nvGraphicFramePr>
        <p:xfrm>
          <a:off x="9410700" y="3265723"/>
          <a:ext cx="592640" cy="2041925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92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08385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8385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8385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8385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8385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0" name="TextBox 29">
            <a:extLst>
              <a:ext uri="{FF2B5EF4-FFF2-40B4-BE49-F238E27FC236}">
                <a16:creationId xmlns:a16="http://schemas.microsoft.com/office/drawing/2014/main" id="{72D1A907-DE67-EC05-67BB-7ED151B25A4B}"/>
              </a:ext>
            </a:extLst>
          </p:cNvPr>
          <p:cNvSpPr txBox="1"/>
          <p:nvPr/>
        </p:nvSpPr>
        <p:spPr>
          <a:xfrm>
            <a:off x="4905376" y="2874056"/>
            <a:ext cx="10788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>
                <a:solidFill>
                  <a:schemeClr val="bg2">
                    <a:lumMod val="10000"/>
                  </a:schemeClr>
                </a:solidFill>
              </a:rPr>
              <a:t>Memory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46A24B5-ADD2-9293-A65E-4A4E1606C06F}"/>
              </a:ext>
            </a:extLst>
          </p:cNvPr>
          <p:cNvSpPr txBox="1"/>
          <p:nvPr/>
        </p:nvSpPr>
        <p:spPr>
          <a:xfrm>
            <a:off x="9144001" y="2872915"/>
            <a:ext cx="10788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>
                <a:solidFill>
                  <a:schemeClr val="bg2">
                    <a:lumMod val="10000"/>
                  </a:schemeClr>
                </a:solidFill>
              </a:rPr>
              <a:t>Memory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269B4CE-A139-BFC6-DDC2-94D17ED55FBE}"/>
              </a:ext>
            </a:extLst>
          </p:cNvPr>
          <p:cNvSpPr txBox="1"/>
          <p:nvPr/>
        </p:nvSpPr>
        <p:spPr>
          <a:xfrm>
            <a:off x="4405852" y="3846263"/>
            <a:ext cx="7376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/>
              <a:t>Map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BB301B1-B7C2-D7A1-1A77-1DB5B19634F0}"/>
              </a:ext>
            </a:extLst>
          </p:cNvPr>
          <p:cNvSpPr txBox="1"/>
          <p:nvPr/>
        </p:nvSpPr>
        <p:spPr>
          <a:xfrm>
            <a:off x="8662015" y="3846263"/>
            <a:ext cx="762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/>
              <a:t>Map</a:t>
            </a:r>
          </a:p>
        </p:txBody>
      </p:sp>
      <p:sp>
        <p:nvSpPr>
          <p:cNvPr id="34" name="Right Arrow 1">
            <a:extLst>
              <a:ext uri="{FF2B5EF4-FFF2-40B4-BE49-F238E27FC236}">
                <a16:creationId xmlns:a16="http://schemas.microsoft.com/office/drawing/2014/main" id="{901F0477-05F4-27C6-DE5D-89E68FA0CA5F}"/>
              </a:ext>
            </a:extLst>
          </p:cNvPr>
          <p:cNvSpPr/>
          <p:nvPr/>
        </p:nvSpPr>
        <p:spPr>
          <a:xfrm>
            <a:off x="4543326" y="4198944"/>
            <a:ext cx="462700" cy="393141"/>
          </a:xfrm>
          <a:prstGeom prst="rightArrow">
            <a:avLst>
              <a:gd name="adj1" fmla="val 35463"/>
              <a:gd name="adj2" fmla="val 47577"/>
            </a:avLst>
          </a:prstGeom>
          <a:solidFill>
            <a:schemeClr val="tx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ight Arrow 42">
            <a:extLst>
              <a:ext uri="{FF2B5EF4-FFF2-40B4-BE49-F238E27FC236}">
                <a16:creationId xmlns:a16="http://schemas.microsoft.com/office/drawing/2014/main" id="{9B3FC216-66DC-AAA4-CB9D-C8651BEA266A}"/>
              </a:ext>
            </a:extLst>
          </p:cNvPr>
          <p:cNvSpPr/>
          <p:nvPr/>
        </p:nvSpPr>
        <p:spPr>
          <a:xfrm>
            <a:off x="8836116" y="4170209"/>
            <a:ext cx="462700" cy="393141"/>
          </a:xfrm>
          <a:prstGeom prst="rightArrow">
            <a:avLst>
              <a:gd name="adj1" fmla="val 35463"/>
              <a:gd name="adj2" fmla="val 47577"/>
            </a:avLst>
          </a:prstGeom>
          <a:solidFill>
            <a:schemeClr val="tx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88475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9CC02A-31EF-0FD2-3959-3C91FE526D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#1 Data Layout Optimization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1">
                <a:extLst>
                  <a:ext uri="{FF2B5EF4-FFF2-40B4-BE49-F238E27FC236}">
                    <a16:creationId xmlns:a16="http://schemas.microsoft.com/office/drawing/2014/main" id="{FDEE269C-D692-965B-8C2D-0C96DE1BE9F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26960"/>
                <a:ext cx="5828467" cy="4650004"/>
              </a:xfrm>
            </p:spPr>
            <p:txBody>
              <a:bodyPr>
                <a:normAutofit/>
              </a:bodyPr>
              <a:lstStyle/>
              <a:p>
                <a:pPr marL="457200" lvl="1" indent="0">
                  <a:spcBef>
                    <a:spcPts val="0"/>
                  </a:spcBef>
                  <a:buNone/>
                </a:pPr>
                <a:endParaRPr lang="en-US" dirty="0"/>
              </a:p>
              <a:p>
                <a:pPr marL="457200" lvl="1" indent="0">
                  <a:spcBef>
                    <a:spcPts val="0"/>
                  </a:spcBef>
                  <a:buNone/>
                </a:pPr>
                <a:endParaRPr lang="en-US" dirty="0"/>
              </a:p>
              <a:p>
                <a:pPr marL="457200" lvl="1" indent="0">
                  <a:spcBef>
                    <a:spcPts val="0"/>
                  </a:spcBef>
                  <a:buNone/>
                </a:pPr>
                <a:endParaRPr lang="en-US" dirty="0"/>
              </a:p>
              <a:p>
                <a:r>
                  <a:rPr lang="en-US" dirty="0"/>
                  <a:t>For k = 1 to n</a:t>
                </a:r>
              </a:p>
              <a:p>
                <a:pPr lvl="1"/>
                <a:r>
                  <a:rPr lang="en-US" dirty="0"/>
                  <a:t>For </a:t>
                </a:r>
                <a:r>
                  <a:rPr lang="en-US" dirty="0" err="1"/>
                  <a:t>i</a:t>
                </a:r>
                <a:r>
                  <a:rPr lang="en-US" dirty="0"/>
                  <a:t> = 1 to n</a:t>
                </a:r>
              </a:p>
              <a:p>
                <a:pPr lvl="2"/>
                <a:r>
                  <a:rPr lang="en-US" dirty="0"/>
                  <a:t>C[</a:t>
                </a:r>
                <a:r>
                  <a:rPr lang="en-US" dirty="0" err="1"/>
                  <a:t>i</a:t>
                </a:r>
                <a:r>
                  <a:rPr lang="en-US" dirty="0"/>
                  <a:t>] &lt;- A[</a:t>
                </a:r>
                <a:r>
                  <a:rPr lang="en-US" dirty="0" err="1"/>
                  <a:t>i</a:t>
                </a:r>
                <a:r>
                  <a:rPr lang="en-US" dirty="0"/>
                  <a:t>][k] + B[k] + C[</a:t>
                </a:r>
                <a:r>
                  <a:rPr lang="en-US" dirty="0" err="1"/>
                  <a:t>i</a:t>
                </a:r>
                <a:r>
                  <a:rPr lang="en-US" dirty="0"/>
                  <a:t>]</a:t>
                </a:r>
              </a:p>
              <a:p>
                <a:pPr lvl="1">
                  <a:spcBef>
                    <a:spcPts val="0"/>
                  </a:spcBef>
                </a:pPr>
                <a:endParaRPr lang="en-US" dirty="0"/>
              </a:p>
              <a:p>
                <a:pPr lvl="1">
                  <a:spcBef>
                    <a:spcPts val="0"/>
                  </a:spcBef>
                </a:pPr>
                <a:endParaRPr lang="en-US" dirty="0"/>
              </a:p>
              <a:p>
                <a:pPr lvl="1">
                  <a:spcBef>
                    <a:spcPts val="0"/>
                  </a:spcBef>
                </a:pPr>
                <a:r>
                  <a:rPr lang="en-US" dirty="0"/>
                  <a:t>Assume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𝐴</m:t>
                    </m:r>
                  </m:oMath>
                </a14:m>
                <a:r>
                  <a:rPr lang="en-US" dirty="0"/>
                  <a:t> is stored in row major order</a:t>
                </a:r>
              </a:p>
              <a:p>
                <a:pPr lvl="1">
                  <a:spcBef>
                    <a:spcPts val="0"/>
                  </a:spcBef>
                </a:pPr>
                <a:endParaRPr lang="en-US" sz="1800" dirty="0"/>
              </a:p>
            </p:txBody>
          </p:sp>
        </mc:Choice>
        <mc:Fallback xmlns="">
          <p:sp>
            <p:nvSpPr>
              <p:cNvPr id="4" name="Content Placeholder 1">
                <a:extLst>
                  <a:ext uri="{FF2B5EF4-FFF2-40B4-BE49-F238E27FC236}">
                    <a16:creationId xmlns:a16="http://schemas.microsoft.com/office/drawing/2014/main" id="{FDEE269C-D692-965B-8C2D-0C96DE1BE9F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26960"/>
                <a:ext cx="5828467" cy="4650004"/>
              </a:xfrm>
              <a:blipFill>
                <a:blip r:embed="rId2"/>
                <a:stretch>
                  <a:fillRect l="-18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45D3B94-0109-E93F-33D8-2938AC88C08C}"/>
              </a:ext>
            </a:extLst>
          </p:cNvPr>
          <p:cNvGraphicFramePr>
            <a:graphicFrameLocks noGrp="1"/>
          </p:cNvGraphicFramePr>
          <p:nvPr/>
        </p:nvGraphicFramePr>
        <p:xfrm>
          <a:off x="8349745" y="2348804"/>
          <a:ext cx="1688257" cy="1524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882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1550D01C-E343-5151-C6ED-A2791FB2F3FC}"/>
              </a:ext>
            </a:extLst>
          </p:cNvPr>
          <p:cNvSpPr txBox="1"/>
          <p:nvPr/>
        </p:nvSpPr>
        <p:spPr>
          <a:xfrm>
            <a:off x="8224422" y="3960022"/>
            <a:ext cx="17995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chemeClr val="bg2">
                    <a:lumMod val="10000"/>
                  </a:schemeClr>
                </a:solidFill>
              </a:rPr>
              <a:t>Row major order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22A63CF-F1B8-DFB7-CF04-236A41351504}"/>
              </a:ext>
            </a:extLst>
          </p:cNvPr>
          <p:cNvSpPr txBox="1"/>
          <p:nvPr/>
        </p:nvSpPr>
        <p:spPr>
          <a:xfrm>
            <a:off x="8197344" y="193818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chemeClr val="bg2">
                    <a:lumMod val="10000"/>
                  </a:schemeClr>
                </a:solidFill>
              </a:rPr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324A92E-1636-F28E-7A32-1F859F99B0ED}"/>
                  </a:ext>
                </a:extLst>
              </p:cNvPr>
              <p:cNvSpPr txBox="1"/>
              <p:nvPr/>
            </p:nvSpPr>
            <p:spPr>
              <a:xfrm>
                <a:off x="9766464" y="1949307"/>
                <a:ext cx="50924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>
                    <a:solidFill>
                      <a:schemeClr val="bg2">
                        <a:lumMod val="10000"/>
                      </a:schemeClr>
                    </a:solidFill>
                  </a:rPr>
                  <a:t>-1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324A92E-1636-F28E-7A32-1F859F99B0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66464" y="1949307"/>
                <a:ext cx="509242" cy="369332"/>
              </a:xfrm>
              <a:prstGeom prst="rect">
                <a:avLst/>
              </a:prstGeom>
              <a:blipFill>
                <a:blip r:embed="rId3"/>
                <a:stretch>
                  <a:fillRect t="-10000" r="-9524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A67BC49-C55A-20B2-2721-F7C97C8211CA}"/>
                  </a:ext>
                </a:extLst>
              </p:cNvPr>
              <p:cNvSpPr txBox="1"/>
              <p:nvPr/>
            </p:nvSpPr>
            <p:spPr>
              <a:xfrm>
                <a:off x="7838945" y="3666890"/>
                <a:ext cx="50924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>
                    <a:solidFill>
                      <a:schemeClr val="bg2">
                        <a:lumMod val="10000"/>
                      </a:schemeClr>
                    </a:solidFill>
                  </a:rPr>
                  <a:t>-1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A67BC49-C55A-20B2-2721-F7C97C8211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8945" y="3666890"/>
                <a:ext cx="509242" cy="369332"/>
              </a:xfrm>
              <a:prstGeom prst="rect">
                <a:avLst/>
              </a:prstGeom>
              <a:blipFill>
                <a:blip r:embed="rId4"/>
                <a:stretch>
                  <a:fillRect t="-10000" r="-9639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EC148789-9307-4BC3-F508-077058E8E0F3}"/>
              </a:ext>
            </a:extLst>
          </p:cNvPr>
          <p:cNvSpPr txBox="1"/>
          <p:nvPr/>
        </p:nvSpPr>
        <p:spPr>
          <a:xfrm>
            <a:off x="7900660" y="219640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chemeClr val="bg2">
                    <a:lumMod val="10000"/>
                  </a:schemeClr>
                </a:solidFill>
              </a:rPr>
              <a:t>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8259B94-8CDB-5166-75E8-69DB38B6BEFD}"/>
              </a:ext>
            </a:extLst>
          </p:cNvPr>
          <p:cNvSpPr txBox="1"/>
          <p:nvPr/>
        </p:nvSpPr>
        <p:spPr>
          <a:xfrm>
            <a:off x="9004328" y="3110773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chemeClr val="bg2">
                    <a:lumMod val="10000"/>
                  </a:schemeClr>
                </a:solidFill>
              </a:rPr>
              <a:t>…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0636581D-BE2F-1E8D-FE80-2BFCECD54316}"/>
              </a:ext>
            </a:extLst>
          </p:cNvPr>
          <p:cNvGraphicFramePr>
            <a:graphicFrameLocks noGrp="1"/>
          </p:cNvGraphicFramePr>
          <p:nvPr/>
        </p:nvGraphicFramePr>
        <p:xfrm>
          <a:off x="10586621" y="2013493"/>
          <a:ext cx="457200" cy="219456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37016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7016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7016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7016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7016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7016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D6CC1F1-1A03-F957-601C-AFAF34BC289D}"/>
              </a:ext>
            </a:extLst>
          </p:cNvPr>
          <p:cNvCxnSpPr/>
          <p:nvPr/>
        </p:nvCxnSpPr>
        <p:spPr>
          <a:xfrm>
            <a:off x="8508972" y="2436022"/>
            <a:ext cx="0" cy="1371600"/>
          </a:xfrm>
          <a:prstGeom prst="straightConnector1">
            <a:avLst/>
          </a:prstGeom>
          <a:ln>
            <a:solidFill>
              <a:srgbClr val="C00000"/>
            </a:solidFill>
            <a:prstDash val="lgDashDotDot"/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DD23DB5-5269-C6F4-C4BB-2C95008A403F}"/>
              </a:ext>
            </a:extLst>
          </p:cNvPr>
          <p:cNvCxnSpPr/>
          <p:nvPr/>
        </p:nvCxnSpPr>
        <p:spPr>
          <a:xfrm>
            <a:off x="8806944" y="2436022"/>
            <a:ext cx="0" cy="1371600"/>
          </a:xfrm>
          <a:prstGeom prst="straightConnector1">
            <a:avLst/>
          </a:prstGeom>
          <a:ln>
            <a:solidFill>
              <a:srgbClr val="C00000"/>
            </a:solidFill>
            <a:prstDash val="lgDashDotDot"/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16" name="右大括号 1">
            <a:extLst>
              <a:ext uri="{FF2B5EF4-FFF2-40B4-BE49-F238E27FC236}">
                <a16:creationId xmlns:a16="http://schemas.microsoft.com/office/drawing/2014/main" id="{7A40356B-05BF-28E7-124D-DE22206470D4}"/>
              </a:ext>
            </a:extLst>
          </p:cNvPr>
          <p:cNvSpPr/>
          <p:nvPr/>
        </p:nvSpPr>
        <p:spPr>
          <a:xfrm>
            <a:off x="4770074" y="3190850"/>
            <a:ext cx="152400" cy="609600"/>
          </a:xfrm>
          <a:prstGeom prst="rightBrace">
            <a:avLst>
              <a:gd name="adj1" fmla="val 8333"/>
              <a:gd name="adj2" fmla="val 50521"/>
            </a:avLst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曲线连接符 4">
            <a:extLst>
              <a:ext uri="{FF2B5EF4-FFF2-40B4-BE49-F238E27FC236}">
                <a16:creationId xmlns:a16="http://schemas.microsoft.com/office/drawing/2014/main" id="{2895BC7A-5D12-D909-0557-81533BE2798E}"/>
              </a:ext>
            </a:extLst>
          </p:cNvPr>
          <p:cNvCxnSpPr>
            <a:cxnSpLocks/>
          </p:cNvCxnSpPr>
          <p:nvPr/>
        </p:nvCxnSpPr>
        <p:spPr>
          <a:xfrm>
            <a:off x="4922474" y="3535088"/>
            <a:ext cx="471775" cy="424934"/>
          </a:xfrm>
          <a:prstGeom prst="curvedConnector3">
            <a:avLst>
              <a:gd name="adj1" fmla="val 50000"/>
            </a:avLst>
          </a:prstGeom>
          <a:ln>
            <a:solidFill>
              <a:srgbClr val="C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C4E0E129-6109-0957-6E1B-07F8873D41E8}"/>
              </a:ext>
            </a:extLst>
          </p:cNvPr>
          <p:cNvSpPr txBox="1"/>
          <p:nvPr/>
        </p:nvSpPr>
        <p:spPr>
          <a:xfrm>
            <a:off x="4541055" y="3960022"/>
            <a:ext cx="31051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C00000"/>
                </a:solidFill>
              </a:rPr>
              <a:t>Column major access pattern</a:t>
            </a:r>
            <a:endParaRPr lang="en-US" b="1" dirty="0">
              <a:solidFill>
                <a:srgbClr val="C00000"/>
              </a:solidFill>
            </a:endParaRPr>
          </a:p>
        </p:txBody>
      </p:sp>
      <p:cxnSp>
        <p:nvCxnSpPr>
          <p:cNvPr id="3" name="Straight Arrow Connector 46">
            <a:extLst>
              <a:ext uri="{FF2B5EF4-FFF2-40B4-BE49-F238E27FC236}">
                <a16:creationId xmlns:a16="http://schemas.microsoft.com/office/drawing/2014/main" id="{99F55DB3-910F-11BA-F2B0-60A6C52D4857}"/>
              </a:ext>
            </a:extLst>
          </p:cNvPr>
          <p:cNvCxnSpPr/>
          <p:nvPr/>
        </p:nvCxnSpPr>
        <p:spPr>
          <a:xfrm>
            <a:off x="2385241" y="5172532"/>
            <a:ext cx="0" cy="870466"/>
          </a:xfrm>
          <a:prstGeom prst="straightConnector1">
            <a:avLst/>
          </a:prstGeom>
          <a:ln>
            <a:solidFill>
              <a:srgbClr val="C00000"/>
            </a:solidFill>
            <a:prstDash val="lgDashDotDot"/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700879EC-CFFC-F740-16D4-571A375A243F}"/>
              </a:ext>
            </a:extLst>
          </p:cNvPr>
          <p:cNvSpPr txBox="1"/>
          <p:nvPr/>
        </p:nvSpPr>
        <p:spPr>
          <a:xfrm>
            <a:off x="1341216" y="6082758"/>
            <a:ext cx="21272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Access pattern of the program</a:t>
            </a:r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F453F33-B0A8-65CB-CCC9-EF1DCDE025F8}"/>
              </a:ext>
            </a:extLst>
          </p:cNvPr>
          <p:cNvSpPr txBox="1"/>
          <p:nvPr/>
        </p:nvSpPr>
        <p:spPr>
          <a:xfrm>
            <a:off x="7497652" y="5788261"/>
            <a:ext cx="21272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Data Layout</a:t>
            </a:r>
            <a:endParaRPr lang="en-US" dirty="0"/>
          </a:p>
        </p:txBody>
      </p:sp>
      <p:cxnSp>
        <p:nvCxnSpPr>
          <p:cNvPr id="20" name="Straight Arrow Connector 46">
            <a:extLst>
              <a:ext uri="{FF2B5EF4-FFF2-40B4-BE49-F238E27FC236}">
                <a16:creationId xmlns:a16="http://schemas.microsoft.com/office/drawing/2014/main" id="{364804C4-6161-4CAA-0A62-648E804A92B2}"/>
              </a:ext>
            </a:extLst>
          </p:cNvPr>
          <p:cNvCxnSpPr>
            <a:cxnSpLocks/>
          </p:cNvCxnSpPr>
          <p:nvPr/>
        </p:nvCxnSpPr>
        <p:spPr>
          <a:xfrm>
            <a:off x="7838945" y="5609739"/>
            <a:ext cx="1656840" cy="0"/>
          </a:xfrm>
          <a:prstGeom prst="straightConnector1">
            <a:avLst/>
          </a:prstGeom>
          <a:ln>
            <a:solidFill>
              <a:srgbClr val="C00000"/>
            </a:solidFill>
            <a:prstDash val="lgDashDotDot"/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3A838651-6D8C-C124-FE1B-FAFEC32A60DA}"/>
              </a:ext>
            </a:extLst>
          </p:cNvPr>
          <p:cNvSpPr txBox="1"/>
          <p:nvPr/>
        </p:nvSpPr>
        <p:spPr>
          <a:xfrm>
            <a:off x="4087551" y="5491189"/>
            <a:ext cx="316103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Data Access not sequential</a:t>
            </a:r>
          </a:p>
          <a:p>
            <a:r>
              <a:rPr lang="en-US" dirty="0"/>
              <a:t>Each read of A[</a:t>
            </a:r>
            <a:r>
              <a:rPr lang="en-US" dirty="0" err="1"/>
              <a:t>i</a:t>
            </a:r>
            <a:r>
              <a:rPr lang="en-US" dirty="0"/>
              <a:t>][k] will incur latency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582193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C723CB-7D11-52DB-7014-A32BA13139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#1 Data Layout Optimization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1">
                <a:extLst>
                  <a:ext uri="{FF2B5EF4-FFF2-40B4-BE49-F238E27FC236}">
                    <a16:creationId xmlns:a16="http://schemas.microsoft.com/office/drawing/2014/main" id="{15C9B913-DE12-6FCF-E59F-CE7D8838E63C}"/>
                  </a:ext>
                </a:extLst>
              </p:cNvPr>
              <p:cNvSpPr txBox="1">
                <a:spLocks noGrp="1"/>
              </p:cNvSpPr>
              <p:nvPr>
                <p:ph idx="1"/>
              </p:nvPr>
            </p:nvSpPr>
            <p:spPr>
              <a:prstGeom prst="rect">
                <a:avLst/>
              </a:prstGeom>
            </p:spPr>
            <p:txBody>
              <a:bodyPr/>
              <a:lstStyle>
                <a:lvl1pPr marL="342900" indent="-342900" algn="l" defTabSz="457200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•"/>
                  <a:defRPr sz="2800" kern="1200">
                    <a:solidFill>
                      <a:schemeClr val="bg2">
                        <a:lumMod val="10000"/>
                      </a:schemeClr>
                    </a:solidFill>
                    <a:latin typeface="+mn-lt"/>
                    <a:ea typeface="ＭＳ Ｐゴシック" pitchFamily="34" charset="-128"/>
                    <a:cs typeface="ＭＳ Ｐゴシック" charset="0"/>
                  </a:defRPr>
                </a:lvl1pPr>
                <a:lvl2pPr marL="742950" indent="-285750" algn="l" defTabSz="457200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–"/>
                  <a:defRPr sz="2400" kern="1200">
                    <a:solidFill>
                      <a:schemeClr val="bg2">
                        <a:lumMod val="10000"/>
                      </a:schemeClr>
                    </a:solidFill>
                    <a:latin typeface="+mn-lt"/>
                    <a:ea typeface="ＭＳ Ｐゴシック" pitchFamily="34" charset="-128"/>
                    <a:cs typeface="+mn-cs"/>
                  </a:defRPr>
                </a:lvl2pPr>
                <a:lvl3pPr marL="1143000" indent="-228600" algn="l" defTabSz="457200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•"/>
                  <a:defRPr sz="2000" kern="1200">
                    <a:solidFill>
                      <a:schemeClr val="bg2">
                        <a:lumMod val="10000"/>
                      </a:schemeClr>
                    </a:solidFill>
                    <a:latin typeface="+mn-lt"/>
                    <a:ea typeface="ＭＳ Ｐゴシック" pitchFamily="34" charset="-128"/>
                    <a:cs typeface="+mn-cs"/>
                  </a:defRPr>
                </a:lvl3pPr>
                <a:lvl4pPr marL="1600200" indent="-228600" algn="l" defTabSz="457200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–"/>
                  <a:defRPr sz="1800" kern="1200">
                    <a:solidFill>
                      <a:schemeClr val="bg2">
                        <a:lumMod val="10000"/>
                      </a:schemeClr>
                    </a:solidFill>
                    <a:latin typeface="+mn-lt"/>
                    <a:ea typeface="ＭＳ Ｐゴシック" pitchFamily="34" charset="-128"/>
                    <a:cs typeface="+mn-cs"/>
                  </a:defRPr>
                </a:lvl4pPr>
                <a:lvl5pPr marL="2057400" indent="-228600" algn="l" defTabSz="457200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1800" kern="1200">
                    <a:solidFill>
                      <a:schemeClr val="bg2">
                        <a:lumMod val="10000"/>
                      </a:schemeClr>
                    </a:solidFill>
                    <a:latin typeface="+mn-lt"/>
                    <a:ea typeface="ＭＳ Ｐゴシック" pitchFamily="34" charset="-128"/>
                    <a:cs typeface="+mn-cs"/>
                  </a:defRPr>
                </a:lvl5pPr>
                <a:lvl6pPr marL="25146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/>
                  <a:t>Assume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𝐴</m:t>
                    </m:r>
                  </m:oMath>
                </a14:m>
                <a:r>
                  <a:rPr lang="en-US" dirty="0"/>
                  <a:t> is stored in row major order</a:t>
                </a:r>
              </a:p>
              <a:p>
                <a:r>
                  <a:rPr lang="en-US" dirty="0"/>
                  <a:t>For </a:t>
                </a:r>
                <a:r>
                  <a:rPr lang="en-US" dirty="0" err="1"/>
                  <a:t>i</a:t>
                </a:r>
                <a:r>
                  <a:rPr lang="en-US" dirty="0"/>
                  <a:t> = 1 to m</a:t>
                </a:r>
              </a:p>
              <a:p>
                <a:pPr lvl="1"/>
                <a:r>
                  <a:rPr lang="en-US" dirty="0"/>
                  <a:t>For k = 1 to n</a:t>
                </a:r>
              </a:p>
              <a:p>
                <a:pPr lvl="2"/>
                <a:r>
                  <a:rPr lang="en-US" dirty="0"/>
                  <a:t>C[</a:t>
                </a:r>
                <a:r>
                  <a:rPr lang="en-US" dirty="0" err="1"/>
                  <a:t>i</a:t>
                </a:r>
                <a:r>
                  <a:rPr lang="en-US" dirty="0"/>
                  <a:t>] &lt;- A[</a:t>
                </a:r>
                <a:r>
                  <a:rPr lang="en-US" dirty="0" err="1"/>
                  <a:t>i</a:t>
                </a:r>
                <a:r>
                  <a:rPr lang="en-US" dirty="0"/>
                  <a:t>][k] + B[k] + C[</a:t>
                </a:r>
                <a:r>
                  <a:rPr lang="en-US" dirty="0" err="1"/>
                  <a:t>i</a:t>
                </a:r>
                <a:r>
                  <a:rPr lang="en-US" dirty="0"/>
                  <a:t>]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sz="2200" dirty="0">
                  <a:ea typeface="Cambria Math"/>
                </a:endParaRPr>
              </a:p>
            </p:txBody>
          </p:sp>
        </mc:Choice>
        <mc:Fallback xmlns="">
          <p:sp>
            <p:nvSpPr>
              <p:cNvPr id="5" name="Content Placeholder 1">
                <a:extLst>
                  <a:ext uri="{FF2B5EF4-FFF2-40B4-BE49-F238E27FC236}">
                    <a16:creationId xmlns:a16="http://schemas.microsoft.com/office/drawing/2014/main" id="{15C9B913-DE12-6FCF-E59F-CE7D8838E63C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prstGeom prst="rect">
                <a:avLst/>
              </a:prstGeom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右大括号 1">
            <a:extLst>
              <a:ext uri="{FF2B5EF4-FFF2-40B4-BE49-F238E27FC236}">
                <a16:creationId xmlns:a16="http://schemas.microsoft.com/office/drawing/2014/main" id="{0FFFFBDD-5F11-5FE4-4CFB-5685555A5815}"/>
              </a:ext>
            </a:extLst>
          </p:cNvPr>
          <p:cNvSpPr/>
          <p:nvPr/>
        </p:nvSpPr>
        <p:spPr>
          <a:xfrm>
            <a:off x="4770074" y="3190850"/>
            <a:ext cx="152400" cy="609600"/>
          </a:xfrm>
          <a:prstGeom prst="rightBrace">
            <a:avLst>
              <a:gd name="adj1" fmla="val 8333"/>
              <a:gd name="adj2" fmla="val 50521"/>
            </a:avLst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曲线连接符 4">
            <a:extLst>
              <a:ext uri="{FF2B5EF4-FFF2-40B4-BE49-F238E27FC236}">
                <a16:creationId xmlns:a16="http://schemas.microsoft.com/office/drawing/2014/main" id="{873001C3-F997-A9E9-CE4A-297B4EDF5CD0}"/>
              </a:ext>
            </a:extLst>
          </p:cNvPr>
          <p:cNvCxnSpPr>
            <a:cxnSpLocks/>
          </p:cNvCxnSpPr>
          <p:nvPr/>
        </p:nvCxnSpPr>
        <p:spPr>
          <a:xfrm>
            <a:off x="4922474" y="3535088"/>
            <a:ext cx="471775" cy="424934"/>
          </a:xfrm>
          <a:prstGeom prst="curvedConnector3">
            <a:avLst>
              <a:gd name="adj1" fmla="val 50000"/>
            </a:avLst>
          </a:prstGeom>
          <a:ln>
            <a:solidFill>
              <a:srgbClr val="C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AC88FB62-529D-4E1E-062E-54BE82282C0B}"/>
              </a:ext>
            </a:extLst>
          </p:cNvPr>
          <p:cNvSpPr txBox="1"/>
          <p:nvPr/>
        </p:nvSpPr>
        <p:spPr>
          <a:xfrm>
            <a:off x="4541055" y="3960022"/>
            <a:ext cx="31051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C00000"/>
                </a:solidFill>
              </a:rPr>
              <a:t>Row major access pattern</a:t>
            </a:r>
            <a:endParaRPr lang="en-US" b="1" dirty="0">
              <a:solidFill>
                <a:srgbClr val="C00000"/>
              </a:solidFill>
            </a:endParaRPr>
          </a:p>
        </p:txBody>
      </p:sp>
      <p:cxnSp>
        <p:nvCxnSpPr>
          <p:cNvPr id="3" name="Straight Arrow Connector 46">
            <a:extLst>
              <a:ext uri="{FF2B5EF4-FFF2-40B4-BE49-F238E27FC236}">
                <a16:creationId xmlns:a16="http://schemas.microsoft.com/office/drawing/2014/main" id="{C72AC20F-3253-B3EB-3128-E2365B423B63}"/>
              </a:ext>
            </a:extLst>
          </p:cNvPr>
          <p:cNvCxnSpPr>
            <a:cxnSpLocks/>
          </p:cNvCxnSpPr>
          <p:nvPr/>
        </p:nvCxnSpPr>
        <p:spPr>
          <a:xfrm>
            <a:off x="1963625" y="5768381"/>
            <a:ext cx="998502" cy="0"/>
          </a:xfrm>
          <a:prstGeom prst="straightConnector1">
            <a:avLst/>
          </a:prstGeom>
          <a:ln>
            <a:solidFill>
              <a:srgbClr val="C00000"/>
            </a:solidFill>
            <a:prstDash val="lgDashDotDot"/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714D65A-334E-29C6-7ED1-5F7281FEAACD}"/>
              </a:ext>
            </a:extLst>
          </p:cNvPr>
          <p:cNvSpPr txBox="1"/>
          <p:nvPr/>
        </p:nvSpPr>
        <p:spPr>
          <a:xfrm>
            <a:off x="1503546" y="5988734"/>
            <a:ext cx="21272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Access pattern of the program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A43D97C-9472-AA1F-DE71-9E18E9D030F9}"/>
              </a:ext>
            </a:extLst>
          </p:cNvPr>
          <p:cNvSpPr txBox="1"/>
          <p:nvPr/>
        </p:nvSpPr>
        <p:spPr>
          <a:xfrm>
            <a:off x="7497652" y="5788261"/>
            <a:ext cx="21272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Data Layout</a:t>
            </a:r>
            <a:endParaRPr lang="en-US" dirty="0"/>
          </a:p>
        </p:txBody>
      </p:sp>
      <p:cxnSp>
        <p:nvCxnSpPr>
          <p:cNvPr id="10" name="Straight Arrow Connector 46">
            <a:extLst>
              <a:ext uri="{FF2B5EF4-FFF2-40B4-BE49-F238E27FC236}">
                <a16:creationId xmlns:a16="http://schemas.microsoft.com/office/drawing/2014/main" id="{C3F9EEE6-1275-ED55-1068-5E40B2F27481}"/>
              </a:ext>
            </a:extLst>
          </p:cNvPr>
          <p:cNvCxnSpPr>
            <a:cxnSpLocks/>
          </p:cNvCxnSpPr>
          <p:nvPr/>
        </p:nvCxnSpPr>
        <p:spPr>
          <a:xfrm>
            <a:off x="7838945" y="5609739"/>
            <a:ext cx="1656840" cy="0"/>
          </a:xfrm>
          <a:prstGeom prst="straightConnector1">
            <a:avLst/>
          </a:prstGeom>
          <a:ln>
            <a:solidFill>
              <a:srgbClr val="C00000"/>
            </a:solidFill>
            <a:prstDash val="lgDashDotDot"/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095640D2-7635-AD5E-8173-70BCD105D542}"/>
              </a:ext>
            </a:extLst>
          </p:cNvPr>
          <p:cNvSpPr txBox="1"/>
          <p:nvPr/>
        </p:nvSpPr>
        <p:spPr>
          <a:xfrm>
            <a:off x="4087551" y="5491189"/>
            <a:ext cx="316103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Data Access sequential</a:t>
            </a:r>
          </a:p>
          <a:p>
            <a:r>
              <a:rPr lang="en-US" dirty="0"/>
              <a:t>Read A[</a:t>
            </a:r>
            <a:r>
              <a:rPr lang="en-US" dirty="0" err="1"/>
              <a:t>i</a:t>
            </a:r>
            <a:r>
              <a:rPr lang="en-US" dirty="0"/>
              <a:t>][k] at the rate of bandwidth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351689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A3E80E-B10A-BF16-4E63-45011CC62E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#1 Data Layout Optimization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80E224-29B9-5678-41EE-1A01E80DA9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Alternate Solution: Store A in Column major order</a:t>
            </a:r>
          </a:p>
        </p:txBody>
      </p:sp>
      <p:cxnSp>
        <p:nvCxnSpPr>
          <p:cNvPr id="4" name="Straight Arrow Connector 46">
            <a:extLst>
              <a:ext uri="{FF2B5EF4-FFF2-40B4-BE49-F238E27FC236}">
                <a16:creationId xmlns:a16="http://schemas.microsoft.com/office/drawing/2014/main" id="{128331E8-F0C3-05B2-449F-EA235ADF501C}"/>
              </a:ext>
            </a:extLst>
          </p:cNvPr>
          <p:cNvCxnSpPr>
            <a:cxnSpLocks/>
          </p:cNvCxnSpPr>
          <p:nvPr/>
        </p:nvCxnSpPr>
        <p:spPr>
          <a:xfrm>
            <a:off x="2471621" y="2744913"/>
            <a:ext cx="0" cy="981159"/>
          </a:xfrm>
          <a:prstGeom prst="straightConnector1">
            <a:avLst/>
          </a:prstGeom>
          <a:ln>
            <a:solidFill>
              <a:srgbClr val="C00000"/>
            </a:solidFill>
            <a:prstDash val="lgDashDotDot"/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223EEF05-29F4-1C3E-1C16-F039EA8EFFD7}"/>
              </a:ext>
            </a:extLst>
          </p:cNvPr>
          <p:cNvSpPr txBox="1"/>
          <p:nvPr/>
        </p:nvSpPr>
        <p:spPr>
          <a:xfrm>
            <a:off x="1479323" y="3926545"/>
            <a:ext cx="21272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Access pattern of the program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B7690EE-33F7-357D-83D2-25AD35191A18}"/>
              </a:ext>
            </a:extLst>
          </p:cNvPr>
          <p:cNvSpPr txBox="1"/>
          <p:nvPr/>
        </p:nvSpPr>
        <p:spPr>
          <a:xfrm>
            <a:off x="7612709" y="4065044"/>
            <a:ext cx="21272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Data Layout</a:t>
            </a:r>
            <a:endParaRPr lang="en-US" dirty="0"/>
          </a:p>
        </p:txBody>
      </p:sp>
      <p:cxnSp>
        <p:nvCxnSpPr>
          <p:cNvPr id="7" name="Straight Arrow Connector 46">
            <a:extLst>
              <a:ext uri="{FF2B5EF4-FFF2-40B4-BE49-F238E27FC236}">
                <a16:creationId xmlns:a16="http://schemas.microsoft.com/office/drawing/2014/main" id="{67A38B5E-FBEF-BDF8-9E15-5DCBF668C56D}"/>
              </a:ext>
            </a:extLst>
          </p:cNvPr>
          <p:cNvCxnSpPr>
            <a:cxnSpLocks/>
          </p:cNvCxnSpPr>
          <p:nvPr/>
        </p:nvCxnSpPr>
        <p:spPr>
          <a:xfrm>
            <a:off x="8581384" y="2823437"/>
            <a:ext cx="0" cy="1046575"/>
          </a:xfrm>
          <a:prstGeom prst="straightConnector1">
            <a:avLst/>
          </a:prstGeom>
          <a:ln>
            <a:solidFill>
              <a:srgbClr val="C00000"/>
            </a:solidFill>
            <a:prstDash val="lgDashDotDot"/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39A0AFFA-D9E5-152D-ED0D-B865D27CC170}"/>
              </a:ext>
            </a:extLst>
          </p:cNvPr>
          <p:cNvSpPr txBox="1"/>
          <p:nvPr/>
        </p:nvSpPr>
        <p:spPr>
          <a:xfrm>
            <a:off x="4063328" y="3429000"/>
            <a:ext cx="316103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Data Access sequential</a:t>
            </a:r>
          </a:p>
          <a:p>
            <a:r>
              <a:rPr lang="en-US" dirty="0"/>
              <a:t>Read A[</a:t>
            </a:r>
            <a:r>
              <a:rPr lang="en-US" dirty="0" err="1"/>
              <a:t>i</a:t>
            </a:r>
            <a:r>
              <a:rPr lang="en-US" dirty="0"/>
              <a:t>][k] at the rate of bandwidth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673202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BA41D1-7961-C3A1-B5D2-3E62B7FD1E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#1 Data Layout Optimization: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1F1E74-A797-AA91-EA6C-EE39F9BD6F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We should align the layout of the data in the memory to match with the access pattern of the algorithm</a:t>
            </a:r>
          </a:p>
          <a:p>
            <a:pPr lvl="1"/>
            <a:r>
              <a:rPr lang="en-US" dirty="0"/>
              <a:t>Simple N-D row/column major layout should be sufficient for most purposes</a:t>
            </a:r>
          </a:p>
          <a:p>
            <a:endParaRPr lang="en-US" dirty="0"/>
          </a:p>
          <a:p>
            <a:r>
              <a:rPr lang="en-US" dirty="0"/>
              <a:t>Access patterns may change over iterations of the algorithm</a:t>
            </a:r>
          </a:p>
          <a:p>
            <a:pPr lvl="1"/>
            <a:r>
              <a:rPr lang="en-US" dirty="0"/>
              <a:t>For example, 2D FFT</a:t>
            </a:r>
          </a:p>
          <a:p>
            <a:pPr lvl="1"/>
            <a:r>
              <a:rPr lang="en-US" dirty="0"/>
              <a:t>Algorithm designers sometimes employ dynamic data layout changing mechanisms, if the overheads are justified</a:t>
            </a:r>
          </a:p>
          <a:p>
            <a:endParaRPr lang="en-US" dirty="0"/>
          </a:p>
          <a:p>
            <a:r>
              <a:rPr lang="en-US" dirty="0"/>
              <a:t>We will not discuss dynamic data layout optimizations in this class</a:t>
            </a:r>
          </a:p>
        </p:txBody>
      </p:sp>
    </p:spTree>
    <p:extLst>
      <p:ext uri="{BB962C8B-B14F-4D97-AF65-F5344CB8AC3E}">
        <p14:creationId xmlns:p14="http://schemas.microsoft.com/office/powerpoint/2010/main" val="1517875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4CBDB-A3C3-E1AF-DC38-D8ABE9325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#2 Improving Data Reuse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E4AA0F-5F4A-FEE1-DA4C-C7DE18EB18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Our objective is to reduce the number of data transfers of input and output</a:t>
            </a:r>
          </a:p>
          <a:p>
            <a:endParaRPr lang="en-US" dirty="0"/>
          </a:p>
          <a:p>
            <a:r>
              <a:rPr lang="en-US" dirty="0"/>
              <a:t>If a data element is used multiple times, try to reorder the algorithm such that all its uses are “temporally” close to each other</a:t>
            </a:r>
          </a:p>
          <a:p>
            <a:endParaRPr lang="en-US" dirty="0"/>
          </a:p>
          <a:p>
            <a:r>
              <a:rPr lang="en-US" dirty="0"/>
              <a:t>We will discuss this in the next class when we look at how to reorder matrix multiplication algorithm to improve data reuse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578497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9B69F-8B63-B3EC-12B0-9B9A60536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FF2391-E8AE-9A93-A4FC-0E02B54BC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9/4 Lecture 4 – Blocked MM for improving data reuse, Modeling GPU Architectures</a:t>
            </a:r>
          </a:p>
        </p:txBody>
      </p:sp>
    </p:spTree>
    <p:extLst>
      <p:ext uri="{BB962C8B-B14F-4D97-AF65-F5344CB8AC3E}">
        <p14:creationId xmlns:p14="http://schemas.microsoft.com/office/powerpoint/2010/main" val="383787504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904DE0-9343-6853-D403-04A484E064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05DCD4-6F74-BBCB-9506-55F298D2E7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Questions?</a:t>
            </a:r>
          </a:p>
          <a:p>
            <a:endParaRPr lang="en-US" dirty="0"/>
          </a:p>
          <a:p>
            <a:r>
              <a:rPr lang="en-US" dirty="0"/>
              <a:t>Email: </a:t>
            </a:r>
            <a:r>
              <a:rPr lang="en-US" dirty="0">
                <a:hlinkClick r:id="rId2"/>
              </a:rPr>
              <a:t>sanmukh.kuppannagari@case.edu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16624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4234</TotalTime>
  <Words>3378</Words>
  <Application>Microsoft Office PowerPoint</Application>
  <PresentationFormat>Widescreen</PresentationFormat>
  <Paragraphs>760</Paragraphs>
  <Slides>66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66</vt:i4>
      </vt:variant>
    </vt:vector>
  </HeadingPairs>
  <TitlesOfParts>
    <vt:vector size="71" baseType="lpstr">
      <vt:lpstr>Arial</vt:lpstr>
      <vt:lpstr>Calibri</vt:lpstr>
      <vt:lpstr>Calibri Light</vt:lpstr>
      <vt:lpstr>Cambria Math</vt:lpstr>
      <vt:lpstr>Office Theme</vt:lpstr>
      <vt:lpstr>CSDS 451: Designing High Performant Systems for AI</vt:lpstr>
      <vt:lpstr>Outline</vt:lpstr>
      <vt:lpstr>Announcements</vt:lpstr>
      <vt:lpstr>Outline</vt:lpstr>
      <vt:lpstr>Recall: Memory System</vt:lpstr>
      <vt:lpstr>Recall: System Performance Metrics</vt:lpstr>
      <vt:lpstr>System Performance Metrics</vt:lpstr>
      <vt:lpstr>Techniques to Improve Application Performance</vt:lpstr>
      <vt:lpstr>Learning Objectives</vt:lpstr>
      <vt:lpstr>#1 Optimizations Targeting Latency</vt:lpstr>
      <vt:lpstr>#1 Optimizations Targeting Latency</vt:lpstr>
      <vt:lpstr>#1 Optimizations Targeting Latency</vt:lpstr>
      <vt:lpstr>#1 Optimizations Targeting Latency</vt:lpstr>
      <vt:lpstr>#1 Optimizations Targeting Latency</vt:lpstr>
      <vt:lpstr>#1 Optimizations Targeting Latency</vt:lpstr>
      <vt:lpstr>#2 Optimizations to Improve Bandwidth</vt:lpstr>
      <vt:lpstr>#2 Optimizations to Improve Bandwidth</vt:lpstr>
      <vt:lpstr>#2 Optimizations to Improve Bandwidth</vt:lpstr>
      <vt:lpstr>Memory Optimizations #1 and #2</vt:lpstr>
      <vt:lpstr>#3 Optimizations to Maximize Data Reuse</vt:lpstr>
      <vt:lpstr>#3 Optimizations to Maximize Data Reuse</vt:lpstr>
      <vt:lpstr>#3 Optimizations to Maximize Data Reuse</vt:lpstr>
      <vt:lpstr>#3 Optimizations to Maximize Data Reuse</vt:lpstr>
      <vt:lpstr>#3 Optimizations to Maximize Data Reuse</vt:lpstr>
      <vt:lpstr>#3 Optimizations to Maximize Data Reuse</vt:lpstr>
      <vt:lpstr>#3 Optimizations to Maximize Data Reuse</vt:lpstr>
      <vt:lpstr>#3 Optimizations to Maximize Data Reuse</vt:lpstr>
      <vt:lpstr>#3 Optimizations to Maximize Data Reuse</vt:lpstr>
      <vt:lpstr>#3 Optimizations to Maximize Data Reuse</vt:lpstr>
      <vt:lpstr>#3 Optimizations to Maximize Data Reuse</vt:lpstr>
      <vt:lpstr>Execution Model with Cache</vt:lpstr>
      <vt:lpstr>Execution Model with Cache</vt:lpstr>
      <vt:lpstr>Execution Model with Cache Calculating Algorithm Performance</vt:lpstr>
      <vt:lpstr>Execution Model with Cache Calculating Algorithm Performance</vt:lpstr>
      <vt:lpstr>Execution Model with Cache Calculating Algorithm Performance</vt:lpstr>
      <vt:lpstr>Execution Model with Cache Calculating Algorithm Performance</vt:lpstr>
      <vt:lpstr>Execution Model with Cache</vt:lpstr>
      <vt:lpstr>Execution Model with Cache</vt:lpstr>
      <vt:lpstr>Execution Model with Cache</vt:lpstr>
      <vt:lpstr>Execution Model with Cache</vt:lpstr>
      <vt:lpstr>Execution Model with Cache</vt:lpstr>
      <vt:lpstr>Execution Model with Cache</vt:lpstr>
      <vt:lpstr>Memory Bound Applications</vt:lpstr>
      <vt:lpstr>Memory Bound Applications</vt:lpstr>
      <vt:lpstr>Cache Limitations</vt:lpstr>
      <vt:lpstr>Optimizations to Enable Effective Utilization of Cache</vt:lpstr>
      <vt:lpstr>#1 Data Layout Optimization</vt:lpstr>
      <vt:lpstr>#1 Data Layout Optimization</vt:lpstr>
      <vt:lpstr>#1 Data Layout Optimization</vt:lpstr>
      <vt:lpstr>#1 Data Layout Optimization</vt:lpstr>
      <vt:lpstr>#1 Data Layout Optimization</vt:lpstr>
      <vt:lpstr>#1 Data Layout Optimization</vt:lpstr>
      <vt:lpstr>#1 Data Layout Optimization</vt:lpstr>
      <vt:lpstr>#1 Data Layout Optimization</vt:lpstr>
      <vt:lpstr>#1 Data Layout Optimization</vt:lpstr>
      <vt:lpstr>#1 Data Layout Optimization</vt:lpstr>
      <vt:lpstr>#1 Data Layout Optimization</vt:lpstr>
      <vt:lpstr>#1 Data Layout Optimization</vt:lpstr>
      <vt:lpstr>#1 Data Layout Optimization</vt:lpstr>
      <vt:lpstr>#1 Data Layout Optimization</vt:lpstr>
      <vt:lpstr>#1 Data Layout Optimization</vt:lpstr>
      <vt:lpstr>#1 Data Layout Optimization</vt:lpstr>
      <vt:lpstr>#1 Data Layout Optimization: Summary</vt:lpstr>
      <vt:lpstr>#2 Improving Data Reuse</vt:lpstr>
      <vt:lpstr>Next Class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Algorithmic Approach to AI/ML Acceleration</dc:title>
  <dc:creator>Sanmukh Kuppannagari</dc:creator>
  <cp:lastModifiedBy>Sanmukh Kuppannagari</cp:lastModifiedBy>
  <cp:revision>99</cp:revision>
  <dcterms:created xsi:type="dcterms:W3CDTF">2022-08-26T11:47:57Z</dcterms:created>
  <dcterms:modified xsi:type="dcterms:W3CDTF">2025-09-02T13:38:33Z</dcterms:modified>
</cp:coreProperties>
</file>
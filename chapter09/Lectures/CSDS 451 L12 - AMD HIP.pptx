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6"/>
  </p:notesMasterIdLst>
  <p:sldIdLst>
    <p:sldId id="256" r:id="rId2"/>
    <p:sldId id="261" r:id="rId3"/>
    <p:sldId id="1654" r:id="rId4"/>
    <p:sldId id="1655" r:id="rId5"/>
    <p:sldId id="966" r:id="rId6"/>
    <p:sldId id="1593" r:id="rId7"/>
    <p:sldId id="1716" r:id="rId8"/>
    <p:sldId id="1717" r:id="rId9"/>
    <p:sldId id="1657" r:id="rId10"/>
    <p:sldId id="1659" r:id="rId11"/>
    <p:sldId id="258" r:id="rId12"/>
    <p:sldId id="259" r:id="rId13"/>
    <p:sldId id="260" r:id="rId14"/>
    <p:sldId id="1658" r:id="rId15"/>
    <p:sldId id="1660" r:id="rId16"/>
    <p:sldId id="1661" r:id="rId17"/>
    <p:sldId id="1453" r:id="rId18"/>
    <p:sldId id="1662" r:id="rId19"/>
    <p:sldId id="1663" r:id="rId20"/>
    <p:sldId id="1664" r:id="rId21"/>
    <p:sldId id="1665" r:id="rId22"/>
    <p:sldId id="1666" r:id="rId23"/>
    <p:sldId id="1667" r:id="rId24"/>
    <p:sldId id="1668" r:id="rId25"/>
    <p:sldId id="262" r:id="rId26"/>
    <p:sldId id="1669" r:id="rId27"/>
    <p:sldId id="1670" r:id="rId28"/>
    <p:sldId id="1672" r:id="rId29"/>
    <p:sldId id="1671" r:id="rId30"/>
    <p:sldId id="1673" r:id="rId31"/>
    <p:sldId id="1674" r:id="rId32"/>
    <p:sldId id="1675" r:id="rId33"/>
    <p:sldId id="1676" r:id="rId34"/>
    <p:sldId id="1677" r:id="rId35"/>
    <p:sldId id="1678" r:id="rId36"/>
    <p:sldId id="1679" r:id="rId37"/>
    <p:sldId id="1680" r:id="rId38"/>
    <p:sldId id="1681" r:id="rId39"/>
    <p:sldId id="1682" r:id="rId40"/>
    <p:sldId id="1683" r:id="rId41"/>
    <p:sldId id="1684" r:id="rId42"/>
    <p:sldId id="1685" r:id="rId43"/>
    <p:sldId id="1686" r:id="rId44"/>
    <p:sldId id="1687" r:id="rId45"/>
    <p:sldId id="266" r:id="rId46"/>
    <p:sldId id="1688" r:id="rId47"/>
    <p:sldId id="1694" r:id="rId48"/>
    <p:sldId id="1689" r:id="rId49"/>
    <p:sldId id="1690" r:id="rId50"/>
    <p:sldId id="1691" r:id="rId51"/>
    <p:sldId id="1710" r:id="rId52"/>
    <p:sldId id="1692" r:id="rId53"/>
    <p:sldId id="1693" r:id="rId54"/>
    <p:sldId id="1695" r:id="rId55"/>
    <p:sldId id="1696" r:id="rId56"/>
    <p:sldId id="1697" r:id="rId57"/>
    <p:sldId id="1698" r:id="rId58"/>
    <p:sldId id="1699" r:id="rId59"/>
    <p:sldId id="1700" r:id="rId60"/>
    <p:sldId id="1701" r:id="rId61"/>
    <p:sldId id="1702" r:id="rId62"/>
    <p:sldId id="1703" r:id="rId63"/>
    <p:sldId id="1704" r:id="rId64"/>
    <p:sldId id="1705" r:id="rId65"/>
    <p:sldId id="1706" r:id="rId66"/>
    <p:sldId id="1707" r:id="rId67"/>
    <p:sldId id="1708" r:id="rId68"/>
    <p:sldId id="1711" r:id="rId69"/>
    <p:sldId id="1712" r:id="rId70"/>
    <p:sldId id="1713" r:id="rId71"/>
    <p:sldId id="1714" r:id="rId72"/>
    <p:sldId id="1709" r:id="rId73"/>
    <p:sldId id="1551" r:id="rId74"/>
    <p:sldId id="391" r:id="rId7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A9071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03FD5B7-5209-4023-8BA9-A3E6EAE0992B}" v="11" dt="2025-10-02T17:38:51.018"/>
    <p1510:client id="{F797E296-EE96-4BD7-8F16-D43071948EEE}" v="244" dt="2025-10-02T16:29:08.207"/>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85325" autoAdjust="0"/>
  </p:normalViewPr>
  <p:slideViewPr>
    <p:cSldViewPr snapToGrid="0">
      <p:cViewPr varScale="1">
        <p:scale>
          <a:sx n="79" d="100"/>
          <a:sy n="79" d="100"/>
        </p:scale>
        <p:origin x="504" y="51"/>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82" Type="http://schemas.microsoft.com/office/2015/10/relationships/revisionInfo" Target="revisionInfo.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viewProps" Target="viewProps.xml"/><Relationship Id="rId81"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notesMaster" Target="notesMasters/notesMaster1.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anmukh Kuppannagari" userId="ad215094-da36-4b66-9c79-369a17aea26b" providerId="ADAL" clId="{685DD4BA-CA47-4698-B293-0B4D7A75F19F}"/>
    <pc:docChg chg="undo custSel addSld delSld modSld">
      <pc:chgData name="Sanmukh Kuppannagari" userId="ad215094-da36-4b66-9c79-369a17aea26b" providerId="ADAL" clId="{685DD4BA-CA47-4698-B293-0B4D7A75F19F}" dt="2025-09-30T15:49:40.981" v="3355" actId="20577"/>
      <pc:docMkLst>
        <pc:docMk/>
      </pc:docMkLst>
      <pc:sldChg chg="modSp mod">
        <pc:chgData name="Sanmukh Kuppannagari" userId="ad215094-da36-4b66-9c79-369a17aea26b" providerId="ADAL" clId="{685DD4BA-CA47-4698-B293-0B4D7A75F19F}" dt="2025-09-30T13:39:58.402" v="3" actId="20577"/>
        <pc:sldMkLst>
          <pc:docMk/>
          <pc:sldMk cId="728785357" sldId="256"/>
        </pc:sldMkLst>
        <pc:spChg chg="mod">
          <ac:chgData name="Sanmukh Kuppannagari" userId="ad215094-da36-4b66-9c79-369a17aea26b" providerId="ADAL" clId="{685DD4BA-CA47-4698-B293-0B4D7A75F19F}" dt="2025-09-30T13:39:58.402" v="3" actId="20577"/>
          <ac:spMkLst>
            <pc:docMk/>
            <pc:sldMk cId="728785357" sldId="256"/>
            <ac:spMk id="3" creationId="{C46BB279-3651-105A-8503-217F67B1FED8}"/>
          </ac:spMkLst>
        </pc:spChg>
      </pc:sldChg>
      <pc:sldChg chg="modSp mod">
        <pc:chgData name="Sanmukh Kuppannagari" userId="ad215094-da36-4b66-9c79-369a17aea26b" providerId="ADAL" clId="{685DD4BA-CA47-4698-B293-0B4D7A75F19F}" dt="2025-09-30T13:42:54.600" v="27" actId="20577"/>
        <pc:sldMkLst>
          <pc:docMk/>
          <pc:sldMk cId="2017305151" sldId="261"/>
        </pc:sldMkLst>
        <pc:spChg chg="mod">
          <ac:chgData name="Sanmukh Kuppannagari" userId="ad215094-da36-4b66-9c79-369a17aea26b" providerId="ADAL" clId="{685DD4BA-CA47-4698-B293-0B4D7A75F19F}" dt="2025-09-30T13:42:54.600" v="27" actId="20577"/>
          <ac:spMkLst>
            <pc:docMk/>
            <pc:sldMk cId="2017305151" sldId="261"/>
            <ac:spMk id="3" creationId="{D61E7643-79A8-EFA8-035B-07E3457DA90C}"/>
          </ac:spMkLst>
        </pc:spChg>
      </pc:sldChg>
      <pc:sldChg chg="modSp mod">
        <pc:chgData name="Sanmukh Kuppannagari" userId="ad215094-da36-4b66-9c79-369a17aea26b" providerId="ADAL" clId="{685DD4BA-CA47-4698-B293-0B4D7A75F19F}" dt="2025-09-30T14:11:27.514" v="676"/>
        <pc:sldMkLst>
          <pc:docMk/>
          <pc:sldMk cId="3630924" sldId="1253"/>
        </pc:sldMkLst>
      </pc:sldChg>
      <pc:sldChg chg="del">
        <pc:chgData name="Sanmukh Kuppannagari" userId="ad215094-da36-4b66-9c79-369a17aea26b" providerId="ADAL" clId="{685DD4BA-CA47-4698-B293-0B4D7A75F19F}" dt="2025-09-30T13:53:07.628" v="30" actId="47"/>
        <pc:sldMkLst>
          <pc:docMk/>
          <pc:sldMk cId="2120621833" sldId="1301"/>
        </pc:sldMkLst>
      </pc:sldChg>
      <pc:sldChg chg="del">
        <pc:chgData name="Sanmukh Kuppannagari" userId="ad215094-da36-4b66-9c79-369a17aea26b" providerId="ADAL" clId="{685DD4BA-CA47-4698-B293-0B4D7A75F19F}" dt="2025-09-30T13:53:07.628" v="30" actId="47"/>
        <pc:sldMkLst>
          <pc:docMk/>
          <pc:sldMk cId="761206213" sldId="1302"/>
        </pc:sldMkLst>
      </pc:sldChg>
      <pc:sldChg chg="del">
        <pc:chgData name="Sanmukh Kuppannagari" userId="ad215094-da36-4b66-9c79-369a17aea26b" providerId="ADAL" clId="{685DD4BA-CA47-4698-B293-0B4D7A75F19F}" dt="2025-09-30T13:53:07.628" v="30" actId="47"/>
        <pc:sldMkLst>
          <pc:docMk/>
          <pc:sldMk cId="2947096827" sldId="1348"/>
        </pc:sldMkLst>
      </pc:sldChg>
      <pc:sldChg chg="del">
        <pc:chgData name="Sanmukh Kuppannagari" userId="ad215094-da36-4b66-9c79-369a17aea26b" providerId="ADAL" clId="{685DD4BA-CA47-4698-B293-0B4D7A75F19F}" dt="2025-09-30T13:53:07.628" v="30" actId="47"/>
        <pc:sldMkLst>
          <pc:docMk/>
          <pc:sldMk cId="4042243871" sldId="1349"/>
        </pc:sldMkLst>
      </pc:sldChg>
      <pc:sldChg chg="del">
        <pc:chgData name="Sanmukh Kuppannagari" userId="ad215094-da36-4b66-9c79-369a17aea26b" providerId="ADAL" clId="{685DD4BA-CA47-4698-B293-0B4D7A75F19F}" dt="2025-09-30T13:53:07.628" v="30" actId="47"/>
        <pc:sldMkLst>
          <pc:docMk/>
          <pc:sldMk cId="4189498737" sldId="1350"/>
        </pc:sldMkLst>
      </pc:sldChg>
      <pc:sldChg chg="del">
        <pc:chgData name="Sanmukh Kuppannagari" userId="ad215094-da36-4b66-9c79-369a17aea26b" providerId="ADAL" clId="{685DD4BA-CA47-4698-B293-0B4D7A75F19F}" dt="2025-09-30T13:53:07.628" v="30" actId="47"/>
        <pc:sldMkLst>
          <pc:docMk/>
          <pc:sldMk cId="3540455608" sldId="1351"/>
        </pc:sldMkLst>
      </pc:sldChg>
      <pc:sldChg chg="del">
        <pc:chgData name="Sanmukh Kuppannagari" userId="ad215094-da36-4b66-9c79-369a17aea26b" providerId="ADAL" clId="{685DD4BA-CA47-4698-B293-0B4D7A75F19F}" dt="2025-09-30T13:53:07.628" v="30" actId="47"/>
        <pc:sldMkLst>
          <pc:docMk/>
          <pc:sldMk cId="955974285" sldId="1352"/>
        </pc:sldMkLst>
      </pc:sldChg>
      <pc:sldChg chg="del">
        <pc:chgData name="Sanmukh Kuppannagari" userId="ad215094-da36-4b66-9c79-369a17aea26b" providerId="ADAL" clId="{685DD4BA-CA47-4698-B293-0B4D7A75F19F}" dt="2025-09-30T13:53:07.628" v="30" actId="47"/>
        <pc:sldMkLst>
          <pc:docMk/>
          <pc:sldMk cId="190843385" sldId="1353"/>
        </pc:sldMkLst>
      </pc:sldChg>
      <pc:sldChg chg="del">
        <pc:chgData name="Sanmukh Kuppannagari" userId="ad215094-da36-4b66-9c79-369a17aea26b" providerId="ADAL" clId="{685DD4BA-CA47-4698-B293-0B4D7A75F19F}" dt="2025-09-30T13:53:07.628" v="30" actId="47"/>
        <pc:sldMkLst>
          <pc:docMk/>
          <pc:sldMk cId="3949718224" sldId="1354"/>
        </pc:sldMkLst>
      </pc:sldChg>
      <pc:sldChg chg="del">
        <pc:chgData name="Sanmukh Kuppannagari" userId="ad215094-da36-4b66-9c79-369a17aea26b" providerId="ADAL" clId="{685DD4BA-CA47-4698-B293-0B4D7A75F19F}" dt="2025-09-30T13:53:07.628" v="30" actId="47"/>
        <pc:sldMkLst>
          <pc:docMk/>
          <pc:sldMk cId="2944983638" sldId="1355"/>
        </pc:sldMkLst>
      </pc:sldChg>
      <pc:sldChg chg="del">
        <pc:chgData name="Sanmukh Kuppannagari" userId="ad215094-da36-4b66-9c79-369a17aea26b" providerId="ADAL" clId="{685DD4BA-CA47-4698-B293-0B4D7A75F19F}" dt="2025-09-30T13:53:07.628" v="30" actId="47"/>
        <pc:sldMkLst>
          <pc:docMk/>
          <pc:sldMk cId="602010999" sldId="1356"/>
        </pc:sldMkLst>
      </pc:sldChg>
      <pc:sldChg chg="del">
        <pc:chgData name="Sanmukh Kuppannagari" userId="ad215094-da36-4b66-9c79-369a17aea26b" providerId="ADAL" clId="{685DD4BA-CA47-4698-B293-0B4D7A75F19F}" dt="2025-09-30T13:53:07.628" v="30" actId="47"/>
        <pc:sldMkLst>
          <pc:docMk/>
          <pc:sldMk cId="3928916360" sldId="1357"/>
        </pc:sldMkLst>
      </pc:sldChg>
      <pc:sldChg chg="del">
        <pc:chgData name="Sanmukh Kuppannagari" userId="ad215094-da36-4b66-9c79-369a17aea26b" providerId="ADAL" clId="{685DD4BA-CA47-4698-B293-0B4D7A75F19F}" dt="2025-09-30T13:53:07.628" v="30" actId="47"/>
        <pc:sldMkLst>
          <pc:docMk/>
          <pc:sldMk cId="554485064" sldId="1358"/>
        </pc:sldMkLst>
      </pc:sldChg>
      <pc:sldChg chg="del">
        <pc:chgData name="Sanmukh Kuppannagari" userId="ad215094-da36-4b66-9c79-369a17aea26b" providerId="ADAL" clId="{685DD4BA-CA47-4698-B293-0B4D7A75F19F}" dt="2025-09-30T13:53:07.628" v="30" actId="47"/>
        <pc:sldMkLst>
          <pc:docMk/>
          <pc:sldMk cId="1255597569" sldId="1359"/>
        </pc:sldMkLst>
      </pc:sldChg>
      <pc:sldChg chg="del">
        <pc:chgData name="Sanmukh Kuppannagari" userId="ad215094-da36-4b66-9c79-369a17aea26b" providerId="ADAL" clId="{685DD4BA-CA47-4698-B293-0B4D7A75F19F}" dt="2025-09-30T13:53:07.628" v="30" actId="47"/>
        <pc:sldMkLst>
          <pc:docMk/>
          <pc:sldMk cId="255600020" sldId="1360"/>
        </pc:sldMkLst>
      </pc:sldChg>
      <pc:sldChg chg="del">
        <pc:chgData name="Sanmukh Kuppannagari" userId="ad215094-da36-4b66-9c79-369a17aea26b" providerId="ADAL" clId="{685DD4BA-CA47-4698-B293-0B4D7A75F19F}" dt="2025-09-30T13:53:07.628" v="30" actId="47"/>
        <pc:sldMkLst>
          <pc:docMk/>
          <pc:sldMk cId="2091206708" sldId="1361"/>
        </pc:sldMkLst>
      </pc:sldChg>
      <pc:sldChg chg="del">
        <pc:chgData name="Sanmukh Kuppannagari" userId="ad215094-da36-4b66-9c79-369a17aea26b" providerId="ADAL" clId="{685DD4BA-CA47-4698-B293-0B4D7A75F19F}" dt="2025-09-30T13:53:07.628" v="30" actId="47"/>
        <pc:sldMkLst>
          <pc:docMk/>
          <pc:sldMk cId="1324345654" sldId="1363"/>
        </pc:sldMkLst>
      </pc:sldChg>
      <pc:sldChg chg="del">
        <pc:chgData name="Sanmukh Kuppannagari" userId="ad215094-da36-4b66-9c79-369a17aea26b" providerId="ADAL" clId="{685DD4BA-CA47-4698-B293-0B4D7A75F19F}" dt="2025-09-30T13:53:07.628" v="30" actId="47"/>
        <pc:sldMkLst>
          <pc:docMk/>
          <pc:sldMk cId="1952027562" sldId="1364"/>
        </pc:sldMkLst>
      </pc:sldChg>
      <pc:sldChg chg="del">
        <pc:chgData name="Sanmukh Kuppannagari" userId="ad215094-da36-4b66-9c79-369a17aea26b" providerId="ADAL" clId="{685DD4BA-CA47-4698-B293-0B4D7A75F19F}" dt="2025-09-30T13:53:07.628" v="30" actId="47"/>
        <pc:sldMkLst>
          <pc:docMk/>
          <pc:sldMk cId="2681935685" sldId="1365"/>
        </pc:sldMkLst>
      </pc:sldChg>
      <pc:sldChg chg="del">
        <pc:chgData name="Sanmukh Kuppannagari" userId="ad215094-da36-4b66-9c79-369a17aea26b" providerId="ADAL" clId="{685DD4BA-CA47-4698-B293-0B4D7A75F19F}" dt="2025-09-30T13:53:07.628" v="30" actId="47"/>
        <pc:sldMkLst>
          <pc:docMk/>
          <pc:sldMk cId="1694987608" sldId="1366"/>
        </pc:sldMkLst>
      </pc:sldChg>
      <pc:sldChg chg="del">
        <pc:chgData name="Sanmukh Kuppannagari" userId="ad215094-da36-4b66-9c79-369a17aea26b" providerId="ADAL" clId="{685DD4BA-CA47-4698-B293-0B4D7A75F19F}" dt="2025-09-30T13:53:07.628" v="30" actId="47"/>
        <pc:sldMkLst>
          <pc:docMk/>
          <pc:sldMk cId="906755194" sldId="1371"/>
        </pc:sldMkLst>
      </pc:sldChg>
      <pc:sldChg chg="del">
        <pc:chgData name="Sanmukh Kuppannagari" userId="ad215094-da36-4b66-9c79-369a17aea26b" providerId="ADAL" clId="{685DD4BA-CA47-4698-B293-0B4D7A75F19F}" dt="2025-09-30T13:53:07.628" v="30" actId="47"/>
        <pc:sldMkLst>
          <pc:docMk/>
          <pc:sldMk cId="2289880766" sldId="1393"/>
        </pc:sldMkLst>
      </pc:sldChg>
      <pc:sldChg chg="del">
        <pc:chgData name="Sanmukh Kuppannagari" userId="ad215094-da36-4b66-9c79-369a17aea26b" providerId="ADAL" clId="{685DD4BA-CA47-4698-B293-0B4D7A75F19F}" dt="2025-09-30T13:53:07.628" v="30" actId="47"/>
        <pc:sldMkLst>
          <pc:docMk/>
          <pc:sldMk cId="547436486" sldId="1394"/>
        </pc:sldMkLst>
      </pc:sldChg>
      <pc:sldChg chg="del">
        <pc:chgData name="Sanmukh Kuppannagari" userId="ad215094-da36-4b66-9c79-369a17aea26b" providerId="ADAL" clId="{685DD4BA-CA47-4698-B293-0B4D7A75F19F}" dt="2025-09-30T13:53:07.628" v="30" actId="47"/>
        <pc:sldMkLst>
          <pc:docMk/>
          <pc:sldMk cId="2202618607" sldId="1395"/>
        </pc:sldMkLst>
      </pc:sldChg>
      <pc:sldChg chg="del">
        <pc:chgData name="Sanmukh Kuppannagari" userId="ad215094-da36-4b66-9c79-369a17aea26b" providerId="ADAL" clId="{685DD4BA-CA47-4698-B293-0B4D7A75F19F}" dt="2025-09-30T13:53:07.628" v="30" actId="47"/>
        <pc:sldMkLst>
          <pc:docMk/>
          <pc:sldMk cId="376476748" sldId="1396"/>
        </pc:sldMkLst>
      </pc:sldChg>
      <pc:sldChg chg="del">
        <pc:chgData name="Sanmukh Kuppannagari" userId="ad215094-da36-4b66-9c79-369a17aea26b" providerId="ADAL" clId="{685DD4BA-CA47-4698-B293-0B4D7A75F19F}" dt="2025-09-30T13:53:07.628" v="30" actId="47"/>
        <pc:sldMkLst>
          <pc:docMk/>
          <pc:sldMk cId="326597970" sldId="1397"/>
        </pc:sldMkLst>
      </pc:sldChg>
      <pc:sldChg chg="del">
        <pc:chgData name="Sanmukh Kuppannagari" userId="ad215094-da36-4b66-9c79-369a17aea26b" providerId="ADAL" clId="{685DD4BA-CA47-4698-B293-0B4D7A75F19F}" dt="2025-09-30T13:53:07.628" v="30" actId="47"/>
        <pc:sldMkLst>
          <pc:docMk/>
          <pc:sldMk cId="3317642017" sldId="1398"/>
        </pc:sldMkLst>
      </pc:sldChg>
      <pc:sldChg chg="del">
        <pc:chgData name="Sanmukh Kuppannagari" userId="ad215094-da36-4b66-9c79-369a17aea26b" providerId="ADAL" clId="{685DD4BA-CA47-4698-B293-0B4D7A75F19F}" dt="2025-09-30T13:53:07.628" v="30" actId="47"/>
        <pc:sldMkLst>
          <pc:docMk/>
          <pc:sldMk cId="1917602464" sldId="1399"/>
        </pc:sldMkLst>
      </pc:sldChg>
      <pc:sldChg chg="del">
        <pc:chgData name="Sanmukh Kuppannagari" userId="ad215094-da36-4b66-9c79-369a17aea26b" providerId="ADAL" clId="{685DD4BA-CA47-4698-B293-0B4D7A75F19F}" dt="2025-09-30T13:53:07.628" v="30" actId="47"/>
        <pc:sldMkLst>
          <pc:docMk/>
          <pc:sldMk cId="135936496" sldId="1400"/>
        </pc:sldMkLst>
      </pc:sldChg>
      <pc:sldChg chg="del">
        <pc:chgData name="Sanmukh Kuppannagari" userId="ad215094-da36-4b66-9c79-369a17aea26b" providerId="ADAL" clId="{685DD4BA-CA47-4698-B293-0B4D7A75F19F}" dt="2025-09-30T13:53:07.628" v="30" actId="47"/>
        <pc:sldMkLst>
          <pc:docMk/>
          <pc:sldMk cId="3700221882" sldId="1401"/>
        </pc:sldMkLst>
      </pc:sldChg>
      <pc:sldChg chg="del">
        <pc:chgData name="Sanmukh Kuppannagari" userId="ad215094-da36-4b66-9c79-369a17aea26b" providerId="ADAL" clId="{685DD4BA-CA47-4698-B293-0B4D7A75F19F}" dt="2025-09-30T13:53:07.628" v="30" actId="47"/>
        <pc:sldMkLst>
          <pc:docMk/>
          <pc:sldMk cId="3296018570" sldId="1402"/>
        </pc:sldMkLst>
      </pc:sldChg>
      <pc:sldChg chg="del">
        <pc:chgData name="Sanmukh Kuppannagari" userId="ad215094-da36-4b66-9c79-369a17aea26b" providerId="ADAL" clId="{685DD4BA-CA47-4698-B293-0B4D7A75F19F}" dt="2025-09-30T13:53:07.628" v="30" actId="47"/>
        <pc:sldMkLst>
          <pc:docMk/>
          <pc:sldMk cId="1582163347" sldId="1403"/>
        </pc:sldMkLst>
      </pc:sldChg>
      <pc:sldChg chg="del">
        <pc:chgData name="Sanmukh Kuppannagari" userId="ad215094-da36-4b66-9c79-369a17aea26b" providerId="ADAL" clId="{685DD4BA-CA47-4698-B293-0B4D7A75F19F}" dt="2025-09-30T13:53:07.628" v="30" actId="47"/>
        <pc:sldMkLst>
          <pc:docMk/>
          <pc:sldMk cId="904800431" sldId="1404"/>
        </pc:sldMkLst>
      </pc:sldChg>
      <pc:sldChg chg="del">
        <pc:chgData name="Sanmukh Kuppannagari" userId="ad215094-da36-4b66-9c79-369a17aea26b" providerId="ADAL" clId="{685DD4BA-CA47-4698-B293-0B4D7A75F19F}" dt="2025-09-30T13:53:07.628" v="30" actId="47"/>
        <pc:sldMkLst>
          <pc:docMk/>
          <pc:sldMk cId="3392244592" sldId="1405"/>
        </pc:sldMkLst>
      </pc:sldChg>
      <pc:sldChg chg="del">
        <pc:chgData name="Sanmukh Kuppannagari" userId="ad215094-da36-4b66-9c79-369a17aea26b" providerId="ADAL" clId="{685DD4BA-CA47-4698-B293-0B4D7A75F19F}" dt="2025-09-30T13:53:07.628" v="30" actId="47"/>
        <pc:sldMkLst>
          <pc:docMk/>
          <pc:sldMk cId="697652818" sldId="1406"/>
        </pc:sldMkLst>
      </pc:sldChg>
      <pc:sldChg chg="del">
        <pc:chgData name="Sanmukh Kuppannagari" userId="ad215094-da36-4b66-9c79-369a17aea26b" providerId="ADAL" clId="{685DD4BA-CA47-4698-B293-0B4D7A75F19F}" dt="2025-09-30T13:53:07.628" v="30" actId="47"/>
        <pc:sldMkLst>
          <pc:docMk/>
          <pc:sldMk cId="2455634612" sldId="1407"/>
        </pc:sldMkLst>
      </pc:sldChg>
      <pc:sldChg chg="del">
        <pc:chgData name="Sanmukh Kuppannagari" userId="ad215094-da36-4b66-9c79-369a17aea26b" providerId="ADAL" clId="{685DD4BA-CA47-4698-B293-0B4D7A75F19F}" dt="2025-09-30T13:53:07.628" v="30" actId="47"/>
        <pc:sldMkLst>
          <pc:docMk/>
          <pc:sldMk cId="2839119350" sldId="1408"/>
        </pc:sldMkLst>
      </pc:sldChg>
      <pc:sldChg chg="del">
        <pc:chgData name="Sanmukh Kuppannagari" userId="ad215094-da36-4b66-9c79-369a17aea26b" providerId="ADAL" clId="{685DD4BA-CA47-4698-B293-0B4D7A75F19F}" dt="2025-09-30T13:53:07.628" v="30" actId="47"/>
        <pc:sldMkLst>
          <pc:docMk/>
          <pc:sldMk cId="3080220527" sldId="1409"/>
        </pc:sldMkLst>
      </pc:sldChg>
      <pc:sldChg chg="del">
        <pc:chgData name="Sanmukh Kuppannagari" userId="ad215094-da36-4b66-9c79-369a17aea26b" providerId="ADAL" clId="{685DD4BA-CA47-4698-B293-0B4D7A75F19F}" dt="2025-09-30T13:53:07.628" v="30" actId="47"/>
        <pc:sldMkLst>
          <pc:docMk/>
          <pc:sldMk cId="2247426298" sldId="1410"/>
        </pc:sldMkLst>
      </pc:sldChg>
      <pc:sldChg chg="del">
        <pc:chgData name="Sanmukh Kuppannagari" userId="ad215094-da36-4b66-9c79-369a17aea26b" providerId="ADAL" clId="{685DD4BA-CA47-4698-B293-0B4D7A75F19F}" dt="2025-09-30T13:53:07.628" v="30" actId="47"/>
        <pc:sldMkLst>
          <pc:docMk/>
          <pc:sldMk cId="4009862055" sldId="1411"/>
        </pc:sldMkLst>
      </pc:sldChg>
      <pc:sldChg chg="add">
        <pc:chgData name="Sanmukh Kuppannagari" userId="ad215094-da36-4b66-9c79-369a17aea26b" providerId="ADAL" clId="{685DD4BA-CA47-4698-B293-0B4D7A75F19F}" dt="2025-09-30T13:55:09.159" v="89"/>
        <pc:sldMkLst>
          <pc:docMk/>
          <pc:sldMk cId="4085597991" sldId="1418"/>
        </pc:sldMkLst>
      </pc:sldChg>
      <pc:sldChg chg="modSp add mod">
        <pc:chgData name="Sanmukh Kuppannagari" userId="ad215094-da36-4b66-9c79-369a17aea26b" providerId="ADAL" clId="{685DD4BA-CA47-4698-B293-0B4D7A75F19F}" dt="2025-09-30T15:38:00.210" v="2808" actId="20577"/>
        <pc:sldMkLst>
          <pc:docMk/>
          <pc:sldMk cId="2151372455" sldId="1419"/>
        </pc:sldMkLst>
      </pc:sldChg>
      <pc:sldChg chg="add">
        <pc:chgData name="Sanmukh Kuppannagari" userId="ad215094-da36-4b66-9c79-369a17aea26b" providerId="ADAL" clId="{685DD4BA-CA47-4698-B293-0B4D7A75F19F}" dt="2025-09-30T13:55:45.740" v="90"/>
        <pc:sldMkLst>
          <pc:docMk/>
          <pc:sldMk cId="565169132" sldId="1420"/>
        </pc:sldMkLst>
      </pc:sldChg>
      <pc:sldChg chg="add">
        <pc:chgData name="Sanmukh Kuppannagari" userId="ad215094-da36-4b66-9c79-369a17aea26b" providerId="ADAL" clId="{685DD4BA-CA47-4698-B293-0B4D7A75F19F}" dt="2025-09-30T13:55:45.740" v="90"/>
        <pc:sldMkLst>
          <pc:docMk/>
          <pc:sldMk cId="2252650841" sldId="1421"/>
        </pc:sldMkLst>
      </pc:sldChg>
      <pc:sldChg chg="add">
        <pc:chgData name="Sanmukh Kuppannagari" userId="ad215094-da36-4b66-9c79-369a17aea26b" providerId="ADAL" clId="{685DD4BA-CA47-4698-B293-0B4D7A75F19F}" dt="2025-09-30T13:55:45.740" v="90"/>
        <pc:sldMkLst>
          <pc:docMk/>
          <pc:sldMk cId="2777539220" sldId="1422"/>
        </pc:sldMkLst>
      </pc:sldChg>
      <pc:sldChg chg="add">
        <pc:chgData name="Sanmukh Kuppannagari" userId="ad215094-da36-4b66-9c79-369a17aea26b" providerId="ADAL" clId="{685DD4BA-CA47-4698-B293-0B4D7A75F19F}" dt="2025-09-30T13:55:45.740" v="90"/>
        <pc:sldMkLst>
          <pc:docMk/>
          <pc:sldMk cId="2831660177" sldId="1423"/>
        </pc:sldMkLst>
      </pc:sldChg>
      <pc:sldChg chg="add">
        <pc:chgData name="Sanmukh Kuppannagari" userId="ad215094-da36-4b66-9c79-369a17aea26b" providerId="ADAL" clId="{685DD4BA-CA47-4698-B293-0B4D7A75F19F}" dt="2025-09-30T13:55:45.740" v="90"/>
        <pc:sldMkLst>
          <pc:docMk/>
          <pc:sldMk cId="2959762428" sldId="1424"/>
        </pc:sldMkLst>
      </pc:sldChg>
      <pc:sldChg chg="add">
        <pc:chgData name="Sanmukh Kuppannagari" userId="ad215094-da36-4b66-9c79-369a17aea26b" providerId="ADAL" clId="{685DD4BA-CA47-4698-B293-0B4D7A75F19F}" dt="2025-09-30T13:55:45.740" v="90"/>
        <pc:sldMkLst>
          <pc:docMk/>
          <pc:sldMk cId="3018266416" sldId="1425"/>
        </pc:sldMkLst>
      </pc:sldChg>
      <pc:sldChg chg="add">
        <pc:chgData name="Sanmukh Kuppannagari" userId="ad215094-da36-4b66-9c79-369a17aea26b" providerId="ADAL" clId="{685DD4BA-CA47-4698-B293-0B4D7A75F19F}" dt="2025-09-30T13:55:45.740" v="90"/>
        <pc:sldMkLst>
          <pc:docMk/>
          <pc:sldMk cId="2264869930" sldId="1426"/>
        </pc:sldMkLst>
      </pc:sldChg>
      <pc:sldChg chg="addSp delSp modSp add mod">
        <pc:chgData name="Sanmukh Kuppannagari" userId="ad215094-da36-4b66-9c79-369a17aea26b" providerId="ADAL" clId="{685DD4BA-CA47-4698-B293-0B4D7A75F19F}" dt="2025-09-30T15:03:48.963" v="2453" actId="1076"/>
        <pc:sldMkLst>
          <pc:docMk/>
          <pc:sldMk cId="3229075924" sldId="1427"/>
        </pc:sldMkLst>
      </pc:sldChg>
      <pc:sldChg chg="add">
        <pc:chgData name="Sanmukh Kuppannagari" userId="ad215094-da36-4b66-9c79-369a17aea26b" providerId="ADAL" clId="{685DD4BA-CA47-4698-B293-0B4D7A75F19F}" dt="2025-09-30T13:55:45.740" v="90"/>
        <pc:sldMkLst>
          <pc:docMk/>
          <pc:sldMk cId="2588611062" sldId="1428"/>
        </pc:sldMkLst>
      </pc:sldChg>
      <pc:sldChg chg="add">
        <pc:chgData name="Sanmukh Kuppannagari" userId="ad215094-da36-4b66-9c79-369a17aea26b" providerId="ADAL" clId="{685DD4BA-CA47-4698-B293-0B4D7A75F19F}" dt="2025-09-30T13:55:45.740" v="90"/>
        <pc:sldMkLst>
          <pc:docMk/>
          <pc:sldMk cId="598700407" sldId="1429"/>
        </pc:sldMkLst>
      </pc:sldChg>
      <pc:sldChg chg="addSp delSp modSp add mod">
        <pc:chgData name="Sanmukh Kuppannagari" userId="ad215094-da36-4b66-9c79-369a17aea26b" providerId="ADAL" clId="{685DD4BA-CA47-4698-B293-0B4D7A75F19F}" dt="2025-09-30T15:11:52.532" v="2498" actId="20577"/>
        <pc:sldMkLst>
          <pc:docMk/>
          <pc:sldMk cId="381585255" sldId="1430"/>
        </pc:sldMkLst>
      </pc:sldChg>
      <pc:sldChg chg="add del">
        <pc:chgData name="Sanmukh Kuppannagari" userId="ad215094-da36-4b66-9c79-369a17aea26b" providerId="ADAL" clId="{685DD4BA-CA47-4698-B293-0B4D7A75F19F}" dt="2025-09-30T15:14:39.357" v="2512" actId="47"/>
        <pc:sldMkLst>
          <pc:docMk/>
          <pc:sldMk cId="3320575543" sldId="1431"/>
        </pc:sldMkLst>
      </pc:sldChg>
      <pc:sldChg chg="modSp add mod">
        <pc:chgData name="Sanmukh Kuppannagari" userId="ad215094-da36-4b66-9c79-369a17aea26b" providerId="ADAL" clId="{685DD4BA-CA47-4698-B293-0B4D7A75F19F}" dt="2025-09-30T15:44:40.532" v="2985" actId="20577"/>
        <pc:sldMkLst>
          <pc:docMk/>
          <pc:sldMk cId="3924068536" sldId="1431"/>
        </pc:sldMkLst>
      </pc:sldChg>
      <pc:sldChg chg="add">
        <pc:chgData name="Sanmukh Kuppannagari" userId="ad215094-da36-4b66-9c79-369a17aea26b" providerId="ADAL" clId="{685DD4BA-CA47-4698-B293-0B4D7A75F19F}" dt="2025-09-30T15:43:06.314" v="2879"/>
        <pc:sldMkLst>
          <pc:docMk/>
          <pc:sldMk cId="161308088" sldId="1432"/>
        </pc:sldMkLst>
      </pc:sldChg>
      <pc:sldChg chg="add del">
        <pc:chgData name="Sanmukh Kuppannagari" userId="ad215094-da36-4b66-9c79-369a17aea26b" providerId="ADAL" clId="{685DD4BA-CA47-4698-B293-0B4D7A75F19F}" dt="2025-09-30T15:14:39.357" v="2512" actId="47"/>
        <pc:sldMkLst>
          <pc:docMk/>
          <pc:sldMk cId="1263179583" sldId="1432"/>
        </pc:sldMkLst>
      </pc:sldChg>
      <pc:sldChg chg="add">
        <pc:chgData name="Sanmukh Kuppannagari" userId="ad215094-da36-4b66-9c79-369a17aea26b" providerId="ADAL" clId="{685DD4BA-CA47-4698-B293-0B4D7A75F19F}" dt="2025-09-30T13:55:45.740" v="90"/>
        <pc:sldMkLst>
          <pc:docMk/>
          <pc:sldMk cId="873356031" sldId="1433"/>
        </pc:sldMkLst>
      </pc:sldChg>
      <pc:sldChg chg="add">
        <pc:chgData name="Sanmukh Kuppannagari" userId="ad215094-da36-4b66-9c79-369a17aea26b" providerId="ADAL" clId="{685DD4BA-CA47-4698-B293-0B4D7A75F19F}" dt="2025-09-30T13:55:45.740" v="90"/>
        <pc:sldMkLst>
          <pc:docMk/>
          <pc:sldMk cId="2141082296" sldId="1434"/>
        </pc:sldMkLst>
      </pc:sldChg>
      <pc:sldChg chg="add">
        <pc:chgData name="Sanmukh Kuppannagari" userId="ad215094-da36-4b66-9c79-369a17aea26b" providerId="ADAL" clId="{685DD4BA-CA47-4698-B293-0B4D7A75F19F}" dt="2025-09-30T13:55:45.740" v="90"/>
        <pc:sldMkLst>
          <pc:docMk/>
          <pc:sldMk cId="2565562540" sldId="1435"/>
        </pc:sldMkLst>
      </pc:sldChg>
      <pc:sldChg chg="add">
        <pc:chgData name="Sanmukh Kuppannagari" userId="ad215094-da36-4b66-9c79-369a17aea26b" providerId="ADAL" clId="{685DD4BA-CA47-4698-B293-0B4D7A75F19F}" dt="2025-09-30T13:55:45.740" v="90"/>
        <pc:sldMkLst>
          <pc:docMk/>
          <pc:sldMk cId="1868073248" sldId="1436"/>
        </pc:sldMkLst>
      </pc:sldChg>
      <pc:sldChg chg="add">
        <pc:chgData name="Sanmukh Kuppannagari" userId="ad215094-da36-4b66-9c79-369a17aea26b" providerId="ADAL" clId="{685DD4BA-CA47-4698-B293-0B4D7A75F19F}" dt="2025-09-30T13:55:45.740" v="90"/>
        <pc:sldMkLst>
          <pc:docMk/>
          <pc:sldMk cId="2546537403" sldId="1437"/>
        </pc:sldMkLst>
      </pc:sldChg>
      <pc:sldChg chg="add">
        <pc:chgData name="Sanmukh Kuppannagari" userId="ad215094-da36-4b66-9c79-369a17aea26b" providerId="ADAL" clId="{685DD4BA-CA47-4698-B293-0B4D7A75F19F}" dt="2025-09-30T13:55:45.740" v="90"/>
        <pc:sldMkLst>
          <pc:docMk/>
          <pc:sldMk cId="3588532588" sldId="1438"/>
        </pc:sldMkLst>
      </pc:sldChg>
      <pc:sldChg chg="add">
        <pc:chgData name="Sanmukh Kuppannagari" userId="ad215094-da36-4b66-9c79-369a17aea26b" providerId="ADAL" clId="{685DD4BA-CA47-4698-B293-0B4D7A75F19F}" dt="2025-09-30T13:55:45.740" v="90"/>
        <pc:sldMkLst>
          <pc:docMk/>
          <pc:sldMk cId="1606166730" sldId="1439"/>
        </pc:sldMkLst>
      </pc:sldChg>
      <pc:sldChg chg="add">
        <pc:chgData name="Sanmukh Kuppannagari" userId="ad215094-da36-4b66-9c79-369a17aea26b" providerId="ADAL" clId="{685DD4BA-CA47-4698-B293-0B4D7A75F19F}" dt="2025-09-30T13:55:45.740" v="90"/>
        <pc:sldMkLst>
          <pc:docMk/>
          <pc:sldMk cId="832541632" sldId="1440"/>
        </pc:sldMkLst>
      </pc:sldChg>
      <pc:sldChg chg="add">
        <pc:chgData name="Sanmukh Kuppannagari" userId="ad215094-da36-4b66-9c79-369a17aea26b" providerId="ADAL" clId="{685DD4BA-CA47-4698-B293-0B4D7A75F19F}" dt="2025-09-30T13:55:45.740" v="90"/>
        <pc:sldMkLst>
          <pc:docMk/>
          <pc:sldMk cId="2439492477" sldId="1441"/>
        </pc:sldMkLst>
      </pc:sldChg>
      <pc:sldChg chg="modSp add mod">
        <pc:chgData name="Sanmukh Kuppannagari" userId="ad215094-da36-4b66-9c79-369a17aea26b" providerId="ADAL" clId="{685DD4BA-CA47-4698-B293-0B4D7A75F19F}" dt="2025-09-30T15:20:11.319" v="2706" actId="20577"/>
        <pc:sldMkLst>
          <pc:docMk/>
          <pc:sldMk cId="3863061003" sldId="1442"/>
        </pc:sldMkLst>
      </pc:sldChg>
      <pc:sldChg chg="modSp mod">
        <pc:chgData name="Sanmukh Kuppannagari" userId="ad215094-da36-4b66-9c79-369a17aea26b" providerId="ADAL" clId="{685DD4BA-CA47-4698-B293-0B4D7A75F19F}" dt="2025-09-30T15:20:44.149" v="2741" actId="20577"/>
        <pc:sldMkLst>
          <pc:docMk/>
          <pc:sldMk cId="1297240811" sldId="1551"/>
        </pc:sldMkLst>
        <pc:spChg chg="mod">
          <ac:chgData name="Sanmukh Kuppannagari" userId="ad215094-da36-4b66-9c79-369a17aea26b" providerId="ADAL" clId="{685DD4BA-CA47-4698-B293-0B4D7A75F19F}" dt="2025-09-30T15:20:44.149" v="2741" actId="20577"/>
          <ac:spMkLst>
            <pc:docMk/>
            <pc:sldMk cId="1297240811" sldId="1551"/>
            <ac:spMk id="3" creationId="{E7FF2391-E8AE-9A93-A4FC-0E02B54BC29C}"/>
          </ac:spMkLst>
        </pc:spChg>
      </pc:sldChg>
      <pc:sldChg chg="del">
        <pc:chgData name="Sanmukh Kuppannagari" userId="ad215094-da36-4b66-9c79-369a17aea26b" providerId="ADAL" clId="{685DD4BA-CA47-4698-B293-0B4D7A75F19F}" dt="2025-09-30T13:43:01.564" v="29" actId="47"/>
        <pc:sldMkLst>
          <pc:docMk/>
          <pc:sldMk cId="1031082684" sldId="1554"/>
        </pc:sldMkLst>
      </pc:sldChg>
      <pc:sldChg chg="del">
        <pc:chgData name="Sanmukh Kuppannagari" userId="ad215094-da36-4b66-9c79-369a17aea26b" providerId="ADAL" clId="{685DD4BA-CA47-4698-B293-0B4D7A75F19F}" dt="2025-09-30T13:53:07.628" v="30" actId="47"/>
        <pc:sldMkLst>
          <pc:docMk/>
          <pc:sldMk cId="3102655080" sldId="1555"/>
        </pc:sldMkLst>
      </pc:sldChg>
      <pc:sldChg chg="del">
        <pc:chgData name="Sanmukh Kuppannagari" userId="ad215094-da36-4b66-9c79-369a17aea26b" providerId="ADAL" clId="{685DD4BA-CA47-4698-B293-0B4D7A75F19F}" dt="2025-09-30T13:53:07.628" v="30" actId="47"/>
        <pc:sldMkLst>
          <pc:docMk/>
          <pc:sldMk cId="1603436171" sldId="1556"/>
        </pc:sldMkLst>
      </pc:sldChg>
      <pc:sldChg chg="del">
        <pc:chgData name="Sanmukh Kuppannagari" userId="ad215094-da36-4b66-9c79-369a17aea26b" providerId="ADAL" clId="{685DD4BA-CA47-4698-B293-0B4D7A75F19F}" dt="2025-09-30T13:42:56.806" v="28" actId="47"/>
        <pc:sldMkLst>
          <pc:docMk/>
          <pc:sldMk cId="3219012261" sldId="1557"/>
        </pc:sldMkLst>
      </pc:sldChg>
      <pc:sldChg chg="del">
        <pc:chgData name="Sanmukh Kuppannagari" userId="ad215094-da36-4b66-9c79-369a17aea26b" providerId="ADAL" clId="{685DD4BA-CA47-4698-B293-0B4D7A75F19F}" dt="2025-09-30T13:53:07.628" v="30" actId="47"/>
        <pc:sldMkLst>
          <pc:docMk/>
          <pc:sldMk cId="2055355578" sldId="1563"/>
        </pc:sldMkLst>
      </pc:sldChg>
      <pc:sldChg chg="add">
        <pc:chgData name="Sanmukh Kuppannagari" userId="ad215094-da36-4b66-9c79-369a17aea26b" providerId="ADAL" clId="{685DD4BA-CA47-4698-B293-0B4D7A75F19F}" dt="2025-09-30T13:55:45.740" v="90"/>
        <pc:sldMkLst>
          <pc:docMk/>
          <pc:sldMk cId="3587678191" sldId="1616"/>
        </pc:sldMkLst>
      </pc:sldChg>
      <pc:sldChg chg="add">
        <pc:chgData name="Sanmukh Kuppannagari" userId="ad215094-da36-4b66-9c79-369a17aea26b" providerId="ADAL" clId="{685DD4BA-CA47-4698-B293-0B4D7A75F19F}" dt="2025-09-30T13:55:45.740" v="90"/>
        <pc:sldMkLst>
          <pc:docMk/>
          <pc:sldMk cId="2602862771" sldId="1617"/>
        </pc:sldMkLst>
      </pc:sldChg>
      <pc:sldChg chg="del">
        <pc:chgData name="Sanmukh Kuppannagari" userId="ad215094-da36-4b66-9c79-369a17aea26b" providerId="ADAL" clId="{685DD4BA-CA47-4698-B293-0B4D7A75F19F}" dt="2025-09-30T13:53:07.628" v="30" actId="47"/>
        <pc:sldMkLst>
          <pc:docMk/>
          <pc:sldMk cId="2528811919" sldId="1630"/>
        </pc:sldMkLst>
      </pc:sldChg>
      <pc:sldChg chg="modSp new mod">
        <pc:chgData name="Sanmukh Kuppannagari" userId="ad215094-da36-4b66-9c79-369a17aea26b" providerId="ADAL" clId="{685DD4BA-CA47-4698-B293-0B4D7A75F19F}" dt="2025-09-30T13:54:01.536" v="88" actId="20577"/>
        <pc:sldMkLst>
          <pc:docMk/>
          <pc:sldMk cId="3151454259" sldId="1630"/>
        </pc:sldMkLst>
      </pc:sldChg>
      <pc:sldChg chg="del">
        <pc:chgData name="Sanmukh Kuppannagari" userId="ad215094-da36-4b66-9c79-369a17aea26b" providerId="ADAL" clId="{685DD4BA-CA47-4698-B293-0B4D7A75F19F}" dt="2025-09-30T13:53:07.628" v="30" actId="47"/>
        <pc:sldMkLst>
          <pc:docMk/>
          <pc:sldMk cId="2580660460" sldId="1631"/>
        </pc:sldMkLst>
      </pc:sldChg>
      <pc:sldChg chg="addSp modSp new mod">
        <pc:chgData name="Sanmukh Kuppannagari" userId="ad215094-da36-4b66-9c79-369a17aea26b" providerId="ADAL" clId="{685DD4BA-CA47-4698-B293-0B4D7A75F19F}" dt="2025-09-30T14:00:59.370" v="194" actId="207"/>
        <pc:sldMkLst>
          <pc:docMk/>
          <pc:sldMk cId="2698497501" sldId="1631"/>
        </pc:sldMkLst>
      </pc:sldChg>
      <pc:sldChg chg="modSp new del mod">
        <pc:chgData name="Sanmukh Kuppannagari" userId="ad215094-da36-4b66-9c79-369a17aea26b" providerId="ADAL" clId="{685DD4BA-CA47-4698-B293-0B4D7A75F19F}" dt="2025-09-30T13:59:17.499" v="95" actId="47"/>
        <pc:sldMkLst>
          <pc:docMk/>
          <pc:sldMk cId="3939962016" sldId="1631"/>
        </pc:sldMkLst>
      </pc:sldChg>
      <pc:sldChg chg="add">
        <pc:chgData name="Sanmukh Kuppannagari" userId="ad215094-da36-4b66-9c79-369a17aea26b" providerId="ADAL" clId="{685DD4BA-CA47-4698-B293-0B4D7A75F19F}" dt="2025-09-30T14:00:52.248" v="193"/>
        <pc:sldMkLst>
          <pc:docMk/>
          <pc:sldMk cId="1043968361" sldId="1632"/>
        </pc:sldMkLst>
      </pc:sldChg>
      <pc:sldChg chg="del">
        <pc:chgData name="Sanmukh Kuppannagari" userId="ad215094-da36-4b66-9c79-369a17aea26b" providerId="ADAL" clId="{685DD4BA-CA47-4698-B293-0B4D7A75F19F}" dt="2025-09-30T13:53:07.628" v="30" actId="47"/>
        <pc:sldMkLst>
          <pc:docMk/>
          <pc:sldMk cId="2919249467" sldId="1632"/>
        </pc:sldMkLst>
      </pc:sldChg>
      <pc:sldChg chg="modSp new mod">
        <pc:chgData name="Sanmukh Kuppannagari" userId="ad215094-da36-4b66-9c79-369a17aea26b" providerId="ADAL" clId="{685DD4BA-CA47-4698-B293-0B4D7A75F19F}" dt="2025-09-30T14:12:55.001" v="879" actId="20577"/>
        <pc:sldMkLst>
          <pc:docMk/>
          <pc:sldMk cId="692312538" sldId="1633"/>
        </pc:sldMkLst>
      </pc:sldChg>
      <pc:sldChg chg="del">
        <pc:chgData name="Sanmukh Kuppannagari" userId="ad215094-da36-4b66-9c79-369a17aea26b" providerId="ADAL" clId="{685DD4BA-CA47-4698-B293-0B4D7A75F19F}" dt="2025-09-30T13:53:07.628" v="30" actId="47"/>
        <pc:sldMkLst>
          <pc:docMk/>
          <pc:sldMk cId="2489840245" sldId="1633"/>
        </pc:sldMkLst>
      </pc:sldChg>
      <pc:sldChg chg="del">
        <pc:chgData name="Sanmukh Kuppannagari" userId="ad215094-da36-4b66-9c79-369a17aea26b" providerId="ADAL" clId="{685DD4BA-CA47-4698-B293-0B4D7A75F19F}" dt="2025-09-30T13:53:07.628" v="30" actId="47"/>
        <pc:sldMkLst>
          <pc:docMk/>
          <pc:sldMk cId="141087495" sldId="1634"/>
        </pc:sldMkLst>
      </pc:sldChg>
      <pc:sldChg chg="addSp modSp new mod">
        <pc:chgData name="Sanmukh Kuppannagari" userId="ad215094-da36-4b66-9c79-369a17aea26b" providerId="ADAL" clId="{685DD4BA-CA47-4698-B293-0B4D7A75F19F}" dt="2025-09-30T14:17:56.546" v="941" actId="20577"/>
        <pc:sldMkLst>
          <pc:docMk/>
          <pc:sldMk cId="4037935196" sldId="1634"/>
        </pc:sldMkLst>
      </pc:sldChg>
      <pc:sldChg chg="modSp new mod">
        <pc:chgData name="Sanmukh Kuppannagari" userId="ad215094-da36-4b66-9c79-369a17aea26b" providerId="ADAL" clId="{685DD4BA-CA47-4698-B293-0B4D7A75F19F}" dt="2025-09-30T14:19:46.078" v="1138" actId="113"/>
        <pc:sldMkLst>
          <pc:docMk/>
          <pc:sldMk cId="2217799582" sldId="1635"/>
        </pc:sldMkLst>
      </pc:sldChg>
      <pc:sldChg chg="del">
        <pc:chgData name="Sanmukh Kuppannagari" userId="ad215094-da36-4b66-9c79-369a17aea26b" providerId="ADAL" clId="{685DD4BA-CA47-4698-B293-0B4D7A75F19F}" dt="2025-09-30T13:53:07.628" v="30" actId="47"/>
        <pc:sldMkLst>
          <pc:docMk/>
          <pc:sldMk cId="3909936989" sldId="1635"/>
        </pc:sldMkLst>
      </pc:sldChg>
      <pc:sldChg chg="add">
        <pc:chgData name="Sanmukh Kuppannagari" userId="ad215094-da36-4b66-9c79-369a17aea26b" providerId="ADAL" clId="{685DD4BA-CA47-4698-B293-0B4D7A75F19F}" dt="2025-09-30T14:20:05.213" v="1139"/>
        <pc:sldMkLst>
          <pc:docMk/>
          <pc:sldMk cId="488101590" sldId="1636"/>
        </pc:sldMkLst>
      </pc:sldChg>
      <pc:sldChg chg="del">
        <pc:chgData name="Sanmukh Kuppannagari" userId="ad215094-da36-4b66-9c79-369a17aea26b" providerId="ADAL" clId="{685DD4BA-CA47-4698-B293-0B4D7A75F19F}" dt="2025-09-30T13:53:07.628" v="30" actId="47"/>
        <pc:sldMkLst>
          <pc:docMk/>
          <pc:sldMk cId="676574781" sldId="1636"/>
        </pc:sldMkLst>
      </pc:sldChg>
      <pc:sldChg chg="modSp new mod">
        <pc:chgData name="Sanmukh Kuppannagari" userId="ad215094-da36-4b66-9c79-369a17aea26b" providerId="ADAL" clId="{685DD4BA-CA47-4698-B293-0B4D7A75F19F}" dt="2025-09-30T14:27:02.752" v="1447" actId="20577"/>
        <pc:sldMkLst>
          <pc:docMk/>
          <pc:sldMk cId="267461701" sldId="1637"/>
        </pc:sldMkLst>
      </pc:sldChg>
      <pc:sldChg chg="del">
        <pc:chgData name="Sanmukh Kuppannagari" userId="ad215094-da36-4b66-9c79-369a17aea26b" providerId="ADAL" clId="{685DD4BA-CA47-4698-B293-0B4D7A75F19F}" dt="2025-09-30T13:53:07.628" v="30" actId="47"/>
        <pc:sldMkLst>
          <pc:docMk/>
          <pc:sldMk cId="1637544381" sldId="1637"/>
        </pc:sldMkLst>
      </pc:sldChg>
      <pc:sldChg chg="del">
        <pc:chgData name="Sanmukh Kuppannagari" userId="ad215094-da36-4b66-9c79-369a17aea26b" providerId="ADAL" clId="{685DD4BA-CA47-4698-B293-0B4D7A75F19F}" dt="2025-09-30T13:53:07.628" v="30" actId="47"/>
        <pc:sldMkLst>
          <pc:docMk/>
          <pc:sldMk cId="1015862891" sldId="1638"/>
        </pc:sldMkLst>
      </pc:sldChg>
      <pc:sldChg chg="del">
        <pc:chgData name="Sanmukh Kuppannagari" userId="ad215094-da36-4b66-9c79-369a17aea26b" providerId="ADAL" clId="{685DD4BA-CA47-4698-B293-0B4D7A75F19F}" dt="2025-09-30T13:53:07.628" v="30" actId="47"/>
        <pc:sldMkLst>
          <pc:docMk/>
          <pc:sldMk cId="2329980675" sldId="1639"/>
        </pc:sldMkLst>
      </pc:sldChg>
      <pc:sldChg chg="del">
        <pc:chgData name="Sanmukh Kuppannagari" userId="ad215094-da36-4b66-9c79-369a17aea26b" providerId="ADAL" clId="{685DD4BA-CA47-4698-B293-0B4D7A75F19F}" dt="2025-09-30T13:53:07.628" v="30" actId="47"/>
        <pc:sldMkLst>
          <pc:docMk/>
          <pc:sldMk cId="945086714" sldId="1640"/>
        </pc:sldMkLst>
      </pc:sldChg>
      <pc:sldChg chg="del">
        <pc:chgData name="Sanmukh Kuppannagari" userId="ad215094-da36-4b66-9c79-369a17aea26b" providerId="ADAL" clId="{685DD4BA-CA47-4698-B293-0B4D7A75F19F}" dt="2025-09-30T13:53:07.628" v="30" actId="47"/>
        <pc:sldMkLst>
          <pc:docMk/>
          <pc:sldMk cId="4214249919" sldId="1641"/>
        </pc:sldMkLst>
      </pc:sldChg>
      <pc:sldChg chg="del">
        <pc:chgData name="Sanmukh Kuppannagari" userId="ad215094-da36-4b66-9c79-369a17aea26b" providerId="ADAL" clId="{685DD4BA-CA47-4698-B293-0B4D7A75F19F}" dt="2025-09-30T13:53:07.628" v="30" actId="47"/>
        <pc:sldMkLst>
          <pc:docMk/>
          <pc:sldMk cId="718443645" sldId="1642"/>
        </pc:sldMkLst>
      </pc:sldChg>
      <pc:sldChg chg="delSp modSp add del mod">
        <pc:chgData name="Sanmukh Kuppannagari" userId="ad215094-da36-4b66-9c79-369a17aea26b" providerId="ADAL" clId="{685DD4BA-CA47-4698-B293-0B4D7A75F19F}" dt="2025-09-30T14:30:03.224" v="1586" actId="14100"/>
        <pc:sldMkLst>
          <pc:docMk/>
          <pc:sldMk cId="1443863710" sldId="1643"/>
        </pc:sldMkLst>
      </pc:sldChg>
      <pc:sldChg chg="del">
        <pc:chgData name="Sanmukh Kuppannagari" userId="ad215094-da36-4b66-9c79-369a17aea26b" providerId="ADAL" clId="{685DD4BA-CA47-4698-B293-0B4D7A75F19F}" dt="2025-09-30T13:53:07.628" v="30" actId="47"/>
        <pc:sldMkLst>
          <pc:docMk/>
          <pc:sldMk cId="2123041264" sldId="1644"/>
        </pc:sldMkLst>
      </pc:sldChg>
      <pc:sldChg chg="addSp delSp modSp add mod">
        <pc:chgData name="Sanmukh Kuppannagari" userId="ad215094-da36-4b66-9c79-369a17aea26b" providerId="ADAL" clId="{685DD4BA-CA47-4698-B293-0B4D7A75F19F}" dt="2025-09-30T14:31:49.885" v="1701" actId="120"/>
        <pc:sldMkLst>
          <pc:docMk/>
          <pc:sldMk cId="3431322463" sldId="1644"/>
        </pc:sldMkLst>
      </pc:sldChg>
      <pc:sldChg chg="modSp add mod">
        <pc:chgData name="Sanmukh Kuppannagari" userId="ad215094-da36-4b66-9c79-369a17aea26b" providerId="ADAL" clId="{685DD4BA-CA47-4698-B293-0B4D7A75F19F}" dt="2025-09-30T14:30:32.266" v="1598" actId="20577"/>
        <pc:sldMkLst>
          <pc:docMk/>
          <pc:sldMk cId="2598751497" sldId="1645"/>
        </pc:sldMkLst>
      </pc:sldChg>
      <pc:sldChg chg="del">
        <pc:chgData name="Sanmukh Kuppannagari" userId="ad215094-da36-4b66-9c79-369a17aea26b" providerId="ADAL" clId="{685DD4BA-CA47-4698-B293-0B4D7A75F19F}" dt="2025-09-30T13:53:07.628" v="30" actId="47"/>
        <pc:sldMkLst>
          <pc:docMk/>
          <pc:sldMk cId="3051466868" sldId="1645"/>
        </pc:sldMkLst>
      </pc:sldChg>
      <pc:sldChg chg="addSp modSp add mod">
        <pc:chgData name="Sanmukh Kuppannagari" userId="ad215094-da36-4b66-9c79-369a17aea26b" providerId="ADAL" clId="{685DD4BA-CA47-4698-B293-0B4D7A75F19F}" dt="2025-09-30T14:42:13.989" v="1867" actId="14100"/>
        <pc:sldMkLst>
          <pc:docMk/>
          <pc:sldMk cId="196595597" sldId="1646"/>
        </pc:sldMkLst>
      </pc:sldChg>
      <pc:sldChg chg="del">
        <pc:chgData name="Sanmukh Kuppannagari" userId="ad215094-da36-4b66-9c79-369a17aea26b" providerId="ADAL" clId="{685DD4BA-CA47-4698-B293-0B4D7A75F19F}" dt="2025-09-30T13:53:07.628" v="30" actId="47"/>
        <pc:sldMkLst>
          <pc:docMk/>
          <pc:sldMk cId="3023684649" sldId="1646"/>
        </pc:sldMkLst>
      </pc:sldChg>
      <pc:sldChg chg="modSp add mod">
        <pc:chgData name="Sanmukh Kuppannagari" userId="ad215094-da36-4b66-9c79-369a17aea26b" providerId="ADAL" clId="{685DD4BA-CA47-4698-B293-0B4D7A75F19F}" dt="2025-09-30T14:46:45.790" v="1893" actId="20577"/>
        <pc:sldMkLst>
          <pc:docMk/>
          <pc:sldMk cId="1149667612" sldId="1647"/>
        </pc:sldMkLst>
      </pc:sldChg>
      <pc:sldChg chg="del">
        <pc:chgData name="Sanmukh Kuppannagari" userId="ad215094-da36-4b66-9c79-369a17aea26b" providerId="ADAL" clId="{685DD4BA-CA47-4698-B293-0B4D7A75F19F}" dt="2025-09-30T13:53:07.628" v="30" actId="47"/>
        <pc:sldMkLst>
          <pc:docMk/>
          <pc:sldMk cId="3905001171" sldId="1647"/>
        </pc:sldMkLst>
      </pc:sldChg>
      <pc:sldChg chg="del">
        <pc:chgData name="Sanmukh Kuppannagari" userId="ad215094-da36-4b66-9c79-369a17aea26b" providerId="ADAL" clId="{685DD4BA-CA47-4698-B293-0B4D7A75F19F}" dt="2025-09-30T13:53:07.628" v="30" actId="47"/>
        <pc:sldMkLst>
          <pc:docMk/>
          <pc:sldMk cId="3868606071" sldId="1648"/>
        </pc:sldMkLst>
      </pc:sldChg>
      <pc:sldChg chg="addSp delSp modSp add mod">
        <pc:chgData name="Sanmukh Kuppannagari" userId="ad215094-da36-4b66-9c79-369a17aea26b" providerId="ADAL" clId="{685DD4BA-CA47-4698-B293-0B4D7A75F19F}" dt="2025-09-30T14:49:39.280" v="1936" actId="20577"/>
        <pc:sldMkLst>
          <pc:docMk/>
          <pc:sldMk cId="4288108441" sldId="1648"/>
        </pc:sldMkLst>
      </pc:sldChg>
      <pc:sldChg chg="modSp new mod">
        <pc:chgData name="Sanmukh Kuppannagari" userId="ad215094-da36-4b66-9c79-369a17aea26b" providerId="ADAL" clId="{685DD4BA-CA47-4698-B293-0B4D7A75F19F}" dt="2025-09-30T14:53:59.110" v="2359" actId="20577"/>
        <pc:sldMkLst>
          <pc:docMk/>
          <pc:sldMk cId="227517233" sldId="1649"/>
        </pc:sldMkLst>
      </pc:sldChg>
      <pc:sldChg chg="del">
        <pc:chgData name="Sanmukh Kuppannagari" userId="ad215094-da36-4b66-9c79-369a17aea26b" providerId="ADAL" clId="{685DD4BA-CA47-4698-B293-0B4D7A75F19F}" dt="2025-09-30T13:53:07.628" v="30" actId="47"/>
        <pc:sldMkLst>
          <pc:docMk/>
          <pc:sldMk cId="1199362188" sldId="1649"/>
        </pc:sldMkLst>
      </pc:sldChg>
      <pc:sldChg chg="modSp add mod">
        <pc:chgData name="Sanmukh Kuppannagari" userId="ad215094-da36-4b66-9c79-369a17aea26b" providerId="ADAL" clId="{685DD4BA-CA47-4698-B293-0B4D7A75F19F}" dt="2025-09-30T14:50:39.925" v="1952" actId="20577"/>
        <pc:sldMkLst>
          <pc:docMk/>
          <pc:sldMk cId="126175481" sldId="1650"/>
        </pc:sldMkLst>
      </pc:sldChg>
      <pc:sldChg chg="del">
        <pc:chgData name="Sanmukh Kuppannagari" userId="ad215094-da36-4b66-9c79-369a17aea26b" providerId="ADAL" clId="{685DD4BA-CA47-4698-B293-0B4D7A75F19F}" dt="2025-09-30T13:53:07.628" v="30" actId="47"/>
        <pc:sldMkLst>
          <pc:docMk/>
          <pc:sldMk cId="1920855987" sldId="1650"/>
        </pc:sldMkLst>
      </pc:sldChg>
      <pc:sldChg chg="addSp delSp modSp add mod">
        <pc:chgData name="Sanmukh Kuppannagari" userId="ad215094-da36-4b66-9c79-369a17aea26b" providerId="ADAL" clId="{685DD4BA-CA47-4698-B293-0B4D7A75F19F}" dt="2025-09-30T14:51:16.029" v="1958" actId="478"/>
        <pc:sldMkLst>
          <pc:docMk/>
          <pc:sldMk cId="2647550710" sldId="1651"/>
        </pc:sldMkLst>
      </pc:sldChg>
      <pc:sldChg chg="del">
        <pc:chgData name="Sanmukh Kuppannagari" userId="ad215094-da36-4b66-9c79-369a17aea26b" providerId="ADAL" clId="{685DD4BA-CA47-4698-B293-0B4D7A75F19F}" dt="2025-09-30T13:53:07.628" v="30" actId="47"/>
        <pc:sldMkLst>
          <pc:docMk/>
          <pc:sldMk cId="3598749542" sldId="1651"/>
        </pc:sldMkLst>
      </pc:sldChg>
      <pc:sldChg chg="addSp delSp modSp add mod">
        <pc:chgData name="Sanmukh Kuppannagari" userId="ad215094-da36-4b66-9c79-369a17aea26b" providerId="ADAL" clId="{685DD4BA-CA47-4698-B293-0B4D7A75F19F}" dt="2025-09-30T15:13:11.179" v="2505" actId="478"/>
        <pc:sldMkLst>
          <pc:docMk/>
          <pc:sldMk cId="47936242" sldId="1652"/>
        </pc:sldMkLst>
      </pc:sldChg>
      <pc:sldChg chg="del">
        <pc:chgData name="Sanmukh Kuppannagari" userId="ad215094-da36-4b66-9c79-369a17aea26b" providerId="ADAL" clId="{685DD4BA-CA47-4698-B293-0B4D7A75F19F}" dt="2025-09-30T13:53:07.628" v="30" actId="47"/>
        <pc:sldMkLst>
          <pc:docMk/>
          <pc:sldMk cId="384978215" sldId="1652"/>
        </pc:sldMkLst>
      </pc:sldChg>
      <pc:sldChg chg="modSp add mod">
        <pc:chgData name="Sanmukh Kuppannagari" userId="ad215094-da36-4b66-9c79-369a17aea26b" providerId="ADAL" clId="{685DD4BA-CA47-4698-B293-0B4D7A75F19F}" dt="2025-09-30T15:14:19.122" v="2511" actId="207"/>
        <pc:sldMkLst>
          <pc:docMk/>
          <pc:sldMk cId="931150013" sldId="1653"/>
        </pc:sldMkLst>
      </pc:sldChg>
      <pc:sldChg chg="del">
        <pc:chgData name="Sanmukh Kuppannagari" userId="ad215094-da36-4b66-9c79-369a17aea26b" providerId="ADAL" clId="{685DD4BA-CA47-4698-B293-0B4D7A75F19F}" dt="2025-09-30T13:53:07.628" v="30" actId="47"/>
        <pc:sldMkLst>
          <pc:docMk/>
          <pc:sldMk cId="1068987683" sldId="1653"/>
        </pc:sldMkLst>
      </pc:sldChg>
      <pc:sldChg chg="modSp new mod">
        <pc:chgData name="Sanmukh Kuppannagari" userId="ad215094-da36-4b66-9c79-369a17aea26b" providerId="ADAL" clId="{685DD4BA-CA47-4698-B293-0B4D7A75F19F}" dt="2025-09-30T15:49:40.981" v="3355" actId="20577"/>
        <pc:sldMkLst>
          <pc:docMk/>
          <pc:sldMk cId="4196385676" sldId="1654"/>
        </pc:sldMkLst>
        <pc:spChg chg="mod">
          <ac:chgData name="Sanmukh Kuppannagari" userId="ad215094-da36-4b66-9c79-369a17aea26b" providerId="ADAL" clId="{685DD4BA-CA47-4698-B293-0B4D7A75F19F}" dt="2025-09-30T15:39:42.594" v="2822" actId="20577"/>
          <ac:spMkLst>
            <pc:docMk/>
            <pc:sldMk cId="4196385676" sldId="1654"/>
            <ac:spMk id="2" creationId="{0987E6FD-2042-0C74-543E-86F5D38BBE31}"/>
          </ac:spMkLst>
        </pc:spChg>
        <pc:spChg chg="mod">
          <ac:chgData name="Sanmukh Kuppannagari" userId="ad215094-da36-4b66-9c79-369a17aea26b" providerId="ADAL" clId="{685DD4BA-CA47-4698-B293-0B4D7A75F19F}" dt="2025-09-30T15:49:40.981" v="3355" actId="20577"/>
          <ac:spMkLst>
            <pc:docMk/>
            <pc:sldMk cId="4196385676" sldId="1654"/>
            <ac:spMk id="3" creationId="{BA686383-F2F5-3E55-940F-988CE19CCA24}"/>
          </ac:spMkLst>
        </pc:spChg>
      </pc:sldChg>
      <pc:sldChg chg="modSp add mod">
        <pc:chgData name="Sanmukh Kuppannagari" userId="ad215094-da36-4b66-9c79-369a17aea26b" providerId="ADAL" clId="{685DD4BA-CA47-4698-B293-0B4D7A75F19F}" dt="2025-09-30T15:44:21.655" v="2974" actId="20577"/>
        <pc:sldMkLst>
          <pc:docMk/>
          <pc:sldMk cId="2866512624" sldId="1655"/>
        </pc:sldMkLst>
      </pc:sldChg>
      <pc:sldChg chg="add">
        <pc:chgData name="Sanmukh Kuppannagari" userId="ad215094-da36-4b66-9c79-369a17aea26b" providerId="ADAL" clId="{685DD4BA-CA47-4698-B293-0B4D7A75F19F}" dt="2025-09-30T15:43:06.314" v="2879"/>
        <pc:sldMkLst>
          <pc:docMk/>
          <pc:sldMk cId="1015219598" sldId="1656"/>
        </pc:sldMkLst>
      </pc:sldChg>
      <pc:sldChg chg="add">
        <pc:chgData name="Sanmukh Kuppannagari" userId="ad215094-da36-4b66-9c79-369a17aea26b" providerId="ADAL" clId="{685DD4BA-CA47-4698-B293-0B4D7A75F19F}" dt="2025-09-30T15:43:06.314" v="2879"/>
        <pc:sldMkLst>
          <pc:docMk/>
          <pc:sldMk cId="1219106765" sldId="1657"/>
        </pc:sldMkLst>
      </pc:sldChg>
      <pc:sldChg chg="add">
        <pc:chgData name="Sanmukh Kuppannagari" userId="ad215094-da36-4b66-9c79-369a17aea26b" providerId="ADAL" clId="{685DD4BA-CA47-4698-B293-0B4D7A75F19F}" dt="2025-09-30T15:43:06.314" v="2879"/>
        <pc:sldMkLst>
          <pc:docMk/>
          <pc:sldMk cId="2052288365" sldId="1658"/>
        </pc:sldMkLst>
      </pc:sldChg>
      <pc:sldChg chg="modSp new mod">
        <pc:chgData name="Sanmukh Kuppannagari" userId="ad215094-da36-4b66-9c79-369a17aea26b" providerId="ADAL" clId="{685DD4BA-CA47-4698-B293-0B4D7A75F19F}" dt="2025-09-30T15:47:01.435" v="3198" actId="20577"/>
        <pc:sldMkLst>
          <pc:docMk/>
          <pc:sldMk cId="314716155" sldId="1659"/>
        </pc:sldMkLst>
      </pc:sldChg>
      <pc:sldChg chg="add">
        <pc:chgData name="Sanmukh Kuppannagari" userId="ad215094-da36-4b66-9c79-369a17aea26b" providerId="ADAL" clId="{685DD4BA-CA47-4698-B293-0B4D7A75F19F}" dt="2025-09-30T15:47:27.430" v="3199"/>
        <pc:sldMkLst>
          <pc:docMk/>
          <pc:sldMk cId="8488340" sldId="1660"/>
        </pc:sldMkLst>
      </pc:sldChg>
    </pc:docChg>
  </pc:docChgLst>
  <pc:docChgLst>
    <pc:chgData name="Sanmukh Kuppannagari" userId="ad215094-da36-4b66-9c79-369a17aea26b" providerId="ADAL" clId="{AA11B565-206C-4EF0-881B-47DE8798C588}"/>
    <pc:docChg chg="undo custSel addSld delSld modSld sldOrd">
      <pc:chgData name="Sanmukh Kuppannagari" userId="ad215094-da36-4b66-9c79-369a17aea26b" providerId="ADAL" clId="{AA11B565-206C-4EF0-881B-47DE8798C588}" dt="2024-10-01T14:08:02.554" v="5632" actId="47"/>
      <pc:docMkLst>
        <pc:docMk/>
      </pc:docMkLst>
      <pc:sldChg chg="modSp mod">
        <pc:chgData name="Sanmukh Kuppannagari" userId="ad215094-da36-4b66-9c79-369a17aea26b" providerId="ADAL" clId="{AA11B565-206C-4EF0-881B-47DE8798C588}" dt="2024-10-01T09:58:55.217" v="4" actId="20577"/>
        <pc:sldMkLst>
          <pc:docMk/>
          <pc:sldMk cId="728785357" sldId="256"/>
        </pc:sldMkLst>
      </pc:sldChg>
      <pc:sldChg chg="modSp mod">
        <pc:chgData name="Sanmukh Kuppannagari" userId="ad215094-da36-4b66-9c79-369a17aea26b" providerId="ADAL" clId="{AA11B565-206C-4EF0-881B-47DE8798C588}" dt="2024-10-01T09:59:06.456" v="19" actId="20577"/>
        <pc:sldMkLst>
          <pc:docMk/>
          <pc:sldMk cId="2017305151" sldId="261"/>
        </pc:sldMkLst>
      </pc:sldChg>
      <pc:sldChg chg="add">
        <pc:chgData name="Sanmukh Kuppannagari" userId="ad215094-da36-4b66-9c79-369a17aea26b" providerId="ADAL" clId="{AA11B565-206C-4EF0-881B-47DE8798C588}" dt="2024-10-01T10:58:04.551" v="2763"/>
        <pc:sldMkLst>
          <pc:docMk/>
          <pc:sldMk cId="2664133677" sldId="298"/>
        </pc:sldMkLst>
      </pc:sldChg>
      <pc:sldChg chg="del">
        <pc:chgData name="Sanmukh Kuppannagari" userId="ad215094-da36-4b66-9c79-369a17aea26b" providerId="ADAL" clId="{AA11B565-206C-4EF0-881B-47DE8798C588}" dt="2024-10-01T11:53:05.818" v="3891" actId="47"/>
        <pc:sldMkLst>
          <pc:docMk/>
          <pc:sldMk cId="3934877374" sldId="311"/>
        </pc:sldMkLst>
      </pc:sldChg>
      <pc:sldChg chg="del">
        <pc:chgData name="Sanmukh Kuppannagari" userId="ad215094-da36-4b66-9c79-369a17aea26b" providerId="ADAL" clId="{AA11B565-206C-4EF0-881B-47DE8798C588}" dt="2024-10-01T11:53:05.818" v="3891" actId="47"/>
        <pc:sldMkLst>
          <pc:docMk/>
          <pc:sldMk cId="1937731969" sldId="312"/>
        </pc:sldMkLst>
      </pc:sldChg>
      <pc:sldChg chg="del">
        <pc:chgData name="Sanmukh Kuppannagari" userId="ad215094-da36-4b66-9c79-369a17aea26b" providerId="ADAL" clId="{AA11B565-206C-4EF0-881B-47DE8798C588}" dt="2024-10-01T11:53:05.818" v="3891" actId="47"/>
        <pc:sldMkLst>
          <pc:docMk/>
          <pc:sldMk cId="2275422666" sldId="313"/>
        </pc:sldMkLst>
      </pc:sldChg>
      <pc:sldChg chg="del">
        <pc:chgData name="Sanmukh Kuppannagari" userId="ad215094-da36-4b66-9c79-369a17aea26b" providerId="ADAL" clId="{AA11B565-206C-4EF0-881B-47DE8798C588}" dt="2024-10-01T11:53:05.818" v="3891" actId="47"/>
        <pc:sldMkLst>
          <pc:docMk/>
          <pc:sldMk cId="3230029266" sldId="316"/>
        </pc:sldMkLst>
      </pc:sldChg>
      <pc:sldChg chg="del">
        <pc:chgData name="Sanmukh Kuppannagari" userId="ad215094-da36-4b66-9c79-369a17aea26b" providerId="ADAL" clId="{AA11B565-206C-4EF0-881B-47DE8798C588}" dt="2024-10-01T11:53:05.818" v="3891" actId="47"/>
        <pc:sldMkLst>
          <pc:docMk/>
          <pc:sldMk cId="3879505598" sldId="319"/>
        </pc:sldMkLst>
      </pc:sldChg>
      <pc:sldChg chg="del">
        <pc:chgData name="Sanmukh Kuppannagari" userId="ad215094-da36-4b66-9c79-369a17aea26b" providerId="ADAL" clId="{AA11B565-206C-4EF0-881B-47DE8798C588}" dt="2024-10-01T11:53:05.818" v="3891" actId="47"/>
        <pc:sldMkLst>
          <pc:docMk/>
          <pc:sldMk cId="2964895541" sldId="320"/>
        </pc:sldMkLst>
      </pc:sldChg>
      <pc:sldChg chg="del">
        <pc:chgData name="Sanmukh Kuppannagari" userId="ad215094-da36-4b66-9c79-369a17aea26b" providerId="ADAL" clId="{AA11B565-206C-4EF0-881B-47DE8798C588}" dt="2024-10-01T11:53:05.818" v="3891" actId="47"/>
        <pc:sldMkLst>
          <pc:docMk/>
          <pc:sldMk cId="2496462880" sldId="363"/>
        </pc:sldMkLst>
      </pc:sldChg>
      <pc:sldChg chg="del">
        <pc:chgData name="Sanmukh Kuppannagari" userId="ad215094-da36-4b66-9c79-369a17aea26b" providerId="ADAL" clId="{AA11B565-206C-4EF0-881B-47DE8798C588}" dt="2024-10-01T11:53:05.818" v="3891" actId="47"/>
        <pc:sldMkLst>
          <pc:docMk/>
          <pc:sldMk cId="4289731522" sldId="367"/>
        </pc:sldMkLst>
      </pc:sldChg>
      <pc:sldChg chg="del">
        <pc:chgData name="Sanmukh Kuppannagari" userId="ad215094-da36-4b66-9c79-369a17aea26b" providerId="ADAL" clId="{AA11B565-206C-4EF0-881B-47DE8798C588}" dt="2024-10-01T11:53:05.818" v="3891" actId="47"/>
        <pc:sldMkLst>
          <pc:docMk/>
          <pc:sldMk cId="4086263254" sldId="371"/>
        </pc:sldMkLst>
      </pc:sldChg>
      <pc:sldChg chg="del">
        <pc:chgData name="Sanmukh Kuppannagari" userId="ad215094-da36-4b66-9c79-369a17aea26b" providerId="ADAL" clId="{AA11B565-206C-4EF0-881B-47DE8798C588}" dt="2024-10-01T11:53:05.818" v="3891" actId="47"/>
        <pc:sldMkLst>
          <pc:docMk/>
          <pc:sldMk cId="2834613010" sldId="372"/>
        </pc:sldMkLst>
      </pc:sldChg>
      <pc:sldChg chg="del">
        <pc:chgData name="Sanmukh Kuppannagari" userId="ad215094-da36-4b66-9c79-369a17aea26b" providerId="ADAL" clId="{AA11B565-206C-4EF0-881B-47DE8798C588}" dt="2024-10-01T11:53:05.818" v="3891" actId="47"/>
        <pc:sldMkLst>
          <pc:docMk/>
          <pc:sldMk cId="854907447" sldId="382"/>
        </pc:sldMkLst>
      </pc:sldChg>
      <pc:sldChg chg="del">
        <pc:chgData name="Sanmukh Kuppannagari" userId="ad215094-da36-4b66-9c79-369a17aea26b" providerId="ADAL" clId="{AA11B565-206C-4EF0-881B-47DE8798C588}" dt="2024-10-01T11:53:05.818" v="3891" actId="47"/>
        <pc:sldMkLst>
          <pc:docMk/>
          <pc:sldMk cId="1338842979" sldId="384"/>
        </pc:sldMkLst>
      </pc:sldChg>
      <pc:sldChg chg="del">
        <pc:chgData name="Sanmukh Kuppannagari" userId="ad215094-da36-4b66-9c79-369a17aea26b" providerId="ADAL" clId="{AA11B565-206C-4EF0-881B-47DE8798C588}" dt="2024-10-01T11:53:05.818" v="3891" actId="47"/>
        <pc:sldMkLst>
          <pc:docMk/>
          <pc:sldMk cId="23771660" sldId="385"/>
        </pc:sldMkLst>
      </pc:sldChg>
      <pc:sldChg chg="add">
        <pc:chgData name="Sanmukh Kuppannagari" userId="ad215094-da36-4b66-9c79-369a17aea26b" providerId="ADAL" clId="{AA11B565-206C-4EF0-881B-47DE8798C588}" dt="2024-10-01T10:05:48.128" v="596"/>
        <pc:sldMkLst>
          <pc:docMk/>
          <pc:sldMk cId="1402981858" sldId="386"/>
        </pc:sldMkLst>
      </pc:sldChg>
      <pc:sldChg chg="del">
        <pc:chgData name="Sanmukh Kuppannagari" userId="ad215094-da36-4b66-9c79-369a17aea26b" providerId="ADAL" clId="{AA11B565-206C-4EF0-881B-47DE8798C588}" dt="2024-10-01T11:53:05.818" v="3891" actId="47"/>
        <pc:sldMkLst>
          <pc:docMk/>
          <pc:sldMk cId="3837875043" sldId="390"/>
        </pc:sldMkLst>
      </pc:sldChg>
      <pc:sldChg chg="del">
        <pc:chgData name="Sanmukh Kuppannagari" userId="ad215094-da36-4b66-9c79-369a17aea26b" providerId="ADAL" clId="{AA11B565-206C-4EF0-881B-47DE8798C588}" dt="2024-10-01T11:53:05.818" v="3891" actId="47"/>
        <pc:sldMkLst>
          <pc:docMk/>
          <pc:sldMk cId="3181382666" sldId="404"/>
        </pc:sldMkLst>
      </pc:sldChg>
      <pc:sldChg chg="del">
        <pc:chgData name="Sanmukh Kuppannagari" userId="ad215094-da36-4b66-9c79-369a17aea26b" providerId="ADAL" clId="{AA11B565-206C-4EF0-881B-47DE8798C588}" dt="2024-10-01T11:53:05.818" v="3891" actId="47"/>
        <pc:sldMkLst>
          <pc:docMk/>
          <pc:sldMk cId="2319194896" sldId="418"/>
        </pc:sldMkLst>
      </pc:sldChg>
      <pc:sldChg chg="del">
        <pc:chgData name="Sanmukh Kuppannagari" userId="ad215094-da36-4b66-9c79-369a17aea26b" providerId="ADAL" clId="{AA11B565-206C-4EF0-881B-47DE8798C588}" dt="2024-10-01T11:53:05.818" v="3891" actId="47"/>
        <pc:sldMkLst>
          <pc:docMk/>
          <pc:sldMk cId="1947479394" sldId="419"/>
        </pc:sldMkLst>
      </pc:sldChg>
      <pc:sldChg chg="del">
        <pc:chgData name="Sanmukh Kuppannagari" userId="ad215094-da36-4b66-9c79-369a17aea26b" providerId="ADAL" clId="{AA11B565-206C-4EF0-881B-47DE8798C588}" dt="2024-10-01T11:53:05.818" v="3891" actId="47"/>
        <pc:sldMkLst>
          <pc:docMk/>
          <pc:sldMk cId="351680372" sldId="437"/>
        </pc:sldMkLst>
      </pc:sldChg>
      <pc:sldChg chg="del">
        <pc:chgData name="Sanmukh Kuppannagari" userId="ad215094-da36-4b66-9c79-369a17aea26b" providerId="ADAL" clId="{AA11B565-206C-4EF0-881B-47DE8798C588}" dt="2024-10-01T11:53:05.818" v="3891" actId="47"/>
        <pc:sldMkLst>
          <pc:docMk/>
          <pc:sldMk cId="2736426824" sldId="438"/>
        </pc:sldMkLst>
      </pc:sldChg>
      <pc:sldChg chg="del">
        <pc:chgData name="Sanmukh Kuppannagari" userId="ad215094-da36-4b66-9c79-369a17aea26b" providerId="ADAL" clId="{AA11B565-206C-4EF0-881B-47DE8798C588}" dt="2024-10-01T11:53:05.818" v="3891" actId="47"/>
        <pc:sldMkLst>
          <pc:docMk/>
          <pc:sldMk cId="820019786" sldId="439"/>
        </pc:sldMkLst>
      </pc:sldChg>
      <pc:sldChg chg="del">
        <pc:chgData name="Sanmukh Kuppannagari" userId="ad215094-da36-4b66-9c79-369a17aea26b" providerId="ADAL" clId="{AA11B565-206C-4EF0-881B-47DE8798C588}" dt="2024-10-01T11:53:05.818" v="3891" actId="47"/>
        <pc:sldMkLst>
          <pc:docMk/>
          <pc:sldMk cId="642145031" sldId="441"/>
        </pc:sldMkLst>
      </pc:sldChg>
      <pc:sldChg chg="del">
        <pc:chgData name="Sanmukh Kuppannagari" userId="ad215094-da36-4b66-9c79-369a17aea26b" providerId="ADAL" clId="{AA11B565-206C-4EF0-881B-47DE8798C588}" dt="2024-10-01T11:53:05.818" v="3891" actId="47"/>
        <pc:sldMkLst>
          <pc:docMk/>
          <pc:sldMk cId="2275163260" sldId="450"/>
        </pc:sldMkLst>
      </pc:sldChg>
      <pc:sldChg chg="del">
        <pc:chgData name="Sanmukh Kuppannagari" userId="ad215094-da36-4b66-9c79-369a17aea26b" providerId="ADAL" clId="{AA11B565-206C-4EF0-881B-47DE8798C588}" dt="2024-10-01T11:53:05.818" v="3891" actId="47"/>
        <pc:sldMkLst>
          <pc:docMk/>
          <pc:sldMk cId="3699708138" sldId="1229"/>
        </pc:sldMkLst>
      </pc:sldChg>
      <pc:sldChg chg="del">
        <pc:chgData name="Sanmukh Kuppannagari" userId="ad215094-da36-4b66-9c79-369a17aea26b" providerId="ADAL" clId="{AA11B565-206C-4EF0-881B-47DE8798C588}" dt="2024-10-01T11:53:05.818" v="3891" actId="47"/>
        <pc:sldMkLst>
          <pc:docMk/>
          <pc:sldMk cId="1453964490" sldId="1230"/>
        </pc:sldMkLst>
      </pc:sldChg>
      <pc:sldChg chg="del">
        <pc:chgData name="Sanmukh Kuppannagari" userId="ad215094-da36-4b66-9c79-369a17aea26b" providerId="ADAL" clId="{AA11B565-206C-4EF0-881B-47DE8798C588}" dt="2024-10-01T11:53:05.818" v="3891" actId="47"/>
        <pc:sldMkLst>
          <pc:docMk/>
          <pc:sldMk cId="1037780407" sldId="1232"/>
        </pc:sldMkLst>
      </pc:sldChg>
      <pc:sldChg chg="del">
        <pc:chgData name="Sanmukh Kuppannagari" userId="ad215094-da36-4b66-9c79-369a17aea26b" providerId="ADAL" clId="{AA11B565-206C-4EF0-881B-47DE8798C588}" dt="2024-10-01T11:53:05.818" v="3891" actId="47"/>
        <pc:sldMkLst>
          <pc:docMk/>
          <pc:sldMk cId="1479534324" sldId="1233"/>
        </pc:sldMkLst>
      </pc:sldChg>
      <pc:sldChg chg="add">
        <pc:chgData name="Sanmukh Kuppannagari" userId="ad215094-da36-4b66-9c79-369a17aea26b" providerId="ADAL" clId="{AA11B565-206C-4EF0-881B-47DE8798C588}" dt="2024-10-01T10:11:18.549" v="597"/>
        <pc:sldMkLst>
          <pc:docMk/>
          <pc:sldMk cId="3857326952" sldId="1234"/>
        </pc:sldMkLst>
      </pc:sldChg>
      <pc:sldChg chg="addSp delSp modSp add mod">
        <pc:chgData name="Sanmukh Kuppannagari" userId="ad215094-da36-4b66-9c79-369a17aea26b" providerId="ADAL" clId="{AA11B565-206C-4EF0-881B-47DE8798C588}" dt="2024-10-01T11:07:20.802" v="3082" actId="1076"/>
        <pc:sldMkLst>
          <pc:docMk/>
          <pc:sldMk cId="2152651734" sldId="1235"/>
        </pc:sldMkLst>
      </pc:sldChg>
      <pc:sldChg chg="del">
        <pc:chgData name="Sanmukh Kuppannagari" userId="ad215094-da36-4b66-9c79-369a17aea26b" providerId="ADAL" clId="{AA11B565-206C-4EF0-881B-47DE8798C588}" dt="2024-10-01T11:53:05.818" v="3891" actId="47"/>
        <pc:sldMkLst>
          <pc:docMk/>
          <pc:sldMk cId="2124545071" sldId="1238"/>
        </pc:sldMkLst>
      </pc:sldChg>
      <pc:sldChg chg="add">
        <pc:chgData name="Sanmukh Kuppannagari" userId="ad215094-da36-4b66-9c79-369a17aea26b" providerId="ADAL" clId="{AA11B565-206C-4EF0-881B-47DE8798C588}" dt="2024-10-01T10:58:04.551" v="2763"/>
        <pc:sldMkLst>
          <pc:docMk/>
          <pc:sldMk cId="3423587688" sldId="1304"/>
        </pc:sldMkLst>
      </pc:sldChg>
      <pc:sldChg chg="add">
        <pc:chgData name="Sanmukh Kuppannagari" userId="ad215094-da36-4b66-9c79-369a17aea26b" providerId="ADAL" clId="{AA11B565-206C-4EF0-881B-47DE8798C588}" dt="2024-10-01T10:58:04.551" v="2763"/>
        <pc:sldMkLst>
          <pc:docMk/>
          <pc:sldMk cId="1249666363" sldId="1305"/>
        </pc:sldMkLst>
      </pc:sldChg>
      <pc:sldChg chg="addSp delSp modSp add mod">
        <pc:chgData name="Sanmukh Kuppannagari" userId="ad215094-da36-4b66-9c79-369a17aea26b" providerId="ADAL" clId="{AA11B565-206C-4EF0-881B-47DE8798C588}" dt="2024-10-01T11:14:09.005" v="3149" actId="20577"/>
        <pc:sldMkLst>
          <pc:docMk/>
          <pc:sldMk cId="2044792240" sldId="1306"/>
        </pc:sldMkLst>
      </pc:sldChg>
      <pc:sldChg chg="addSp modSp add mod">
        <pc:chgData name="Sanmukh Kuppannagari" userId="ad215094-da36-4b66-9c79-369a17aea26b" providerId="ADAL" clId="{AA11B565-206C-4EF0-881B-47DE8798C588}" dt="2024-10-01T11:14:16.062" v="3150"/>
        <pc:sldMkLst>
          <pc:docMk/>
          <pc:sldMk cId="1826032475" sldId="1307"/>
        </pc:sldMkLst>
      </pc:sldChg>
      <pc:sldChg chg="addSp modSp add mod">
        <pc:chgData name="Sanmukh Kuppannagari" userId="ad215094-da36-4b66-9c79-369a17aea26b" providerId="ADAL" clId="{AA11B565-206C-4EF0-881B-47DE8798C588}" dt="2024-10-01T11:14:19.432" v="3151"/>
        <pc:sldMkLst>
          <pc:docMk/>
          <pc:sldMk cId="2121754159" sldId="1308"/>
        </pc:sldMkLst>
      </pc:sldChg>
      <pc:sldChg chg="addSp modSp add mod">
        <pc:chgData name="Sanmukh Kuppannagari" userId="ad215094-da36-4b66-9c79-369a17aea26b" providerId="ADAL" clId="{AA11B565-206C-4EF0-881B-47DE8798C588}" dt="2024-10-01T11:05:27.831" v="2857" actId="20577"/>
        <pc:sldMkLst>
          <pc:docMk/>
          <pc:sldMk cId="3322226313" sldId="1309"/>
        </pc:sldMkLst>
      </pc:sldChg>
      <pc:sldChg chg="add">
        <pc:chgData name="Sanmukh Kuppannagari" userId="ad215094-da36-4b66-9c79-369a17aea26b" providerId="ADAL" clId="{AA11B565-206C-4EF0-881B-47DE8798C588}" dt="2024-10-01T10:58:04.551" v="2763"/>
        <pc:sldMkLst>
          <pc:docMk/>
          <pc:sldMk cId="2120287752" sldId="1310"/>
        </pc:sldMkLst>
      </pc:sldChg>
      <pc:sldChg chg="addSp modSp add mod">
        <pc:chgData name="Sanmukh Kuppannagari" userId="ad215094-da36-4b66-9c79-369a17aea26b" providerId="ADAL" clId="{AA11B565-206C-4EF0-881B-47DE8798C588}" dt="2024-10-01T11:16:51.587" v="3211" actId="14100"/>
        <pc:sldMkLst>
          <pc:docMk/>
          <pc:sldMk cId="2652461517" sldId="1311"/>
        </pc:sldMkLst>
      </pc:sldChg>
      <pc:sldChg chg="addSp modSp add">
        <pc:chgData name="Sanmukh Kuppannagari" userId="ad215094-da36-4b66-9c79-369a17aea26b" providerId="ADAL" clId="{AA11B565-206C-4EF0-881B-47DE8798C588}" dt="2024-10-01T11:17:00.366" v="3212"/>
        <pc:sldMkLst>
          <pc:docMk/>
          <pc:sldMk cId="284065558" sldId="1312"/>
        </pc:sldMkLst>
      </pc:sldChg>
      <pc:sldChg chg="addSp modSp add">
        <pc:chgData name="Sanmukh Kuppannagari" userId="ad215094-da36-4b66-9c79-369a17aea26b" providerId="ADAL" clId="{AA11B565-206C-4EF0-881B-47DE8798C588}" dt="2024-10-01T11:17:12.644" v="3213"/>
        <pc:sldMkLst>
          <pc:docMk/>
          <pc:sldMk cId="303362016" sldId="1313"/>
        </pc:sldMkLst>
      </pc:sldChg>
      <pc:sldChg chg="addSp delSp modSp add mod">
        <pc:chgData name="Sanmukh Kuppannagari" userId="ad215094-da36-4b66-9c79-369a17aea26b" providerId="ADAL" clId="{AA11B565-206C-4EF0-881B-47DE8798C588}" dt="2024-10-01T11:24:38.186" v="3272" actId="478"/>
        <pc:sldMkLst>
          <pc:docMk/>
          <pc:sldMk cId="1137941797" sldId="1314"/>
        </pc:sldMkLst>
      </pc:sldChg>
      <pc:sldChg chg="addSp modSp add mod">
        <pc:chgData name="Sanmukh Kuppannagari" userId="ad215094-da36-4b66-9c79-369a17aea26b" providerId="ADAL" clId="{AA11B565-206C-4EF0-881B-47DE8798C588}" dt="2024-10-01T11:36:59.712" v="3420" actId="1076"/>
        <pc:sldMkLst>
          <pc:docMk/>
          <pc:sldMk cId="1070225856" sldId="1315"/>
        </pc:sldMkLst>
      </pc:sldChg>
      <pc:sldChg chg="modSp add mod">
        <pc:chgData name="Sanmukh Kuppannagari" userId="ad215094-da36-4b66-9c79-369a17aea26b" providerId="ADAL" clId="{AA11B565-206C-4EF0-881B-47DE8798C588}" dt="2024-10-01T11:52:49.664" v="3890" actId="27636"/>
        <pc:sldMkLst>
          <pc:docMk/>
          <pc:sldMk cId="3769246865" sldId="1316"/>
        </pc:sldMkLst>
      </pc:sldChg>
      <pc:sldChg chg="modSp add mod">
        <pc:chgData name="Sanmukh Kuppannagari" userId="ad215094-da36-4b66-9c79-369a17aea26b" providerId="ADAL" clId="{AA11B565-206C-4EF0-881B-47DE8798C588}" dt="2024-10-01T13:51:42.692" v="5037"/>
        <pc:sldMkLst>
          <pc:docMk/>
          <pc:sldMk cId="3610053994" sldId="1317"/>
        </pc:sldMkLst>
      </pc:sldChg>
      <pc:sldChg chg="addSp delSp modSp add mod">
        <pc:chgData name="Sanmukh Kuppannagari" userId="ad215094-da36-4b66-9c79-369a17aea26b" providerId="ADAL" clId="{AA11B565-206C-4EF0-881B-47DE8798C588}" dt="2024-10-01T13:39:20.194" v="4580" actId="20577"/>
        <pc:sldMkLst>
          <pc:docMk/>
          <pc:sldMk cId="2864732836" sldId="1318"/>
        </pc:sldMkLst>
      </pc:sldChg>
      <pc:sldChg chg="modSp add">
        <pc:chgData name="Sanmukh Kuppannagari" userId="ad215094-da36-4b66-9c79-369a17aea26b" providerId="ADAL" clId="{AA11B565-206C-4EF0-881B-47DE8798C588}" dt="2024-10-01T13:51:57.821" v="5047" actId="20577"/>
        <pc:sldMkLst>
          <pc:docMk/>
          <pc:sldMk cId="1541579916" sldId="1319"/>
        </pc:sldMkLst>
      </pc:sldChg>
      <pc:sldChg chg="addSp modSp add mod">
        <pc:chgData name="Sanmukh Kuppannagari" userId="ad215094-da36-4b66-9c79-369a17aea26b" providerId="ADAL" clId="{AA11B565-206C-4EF0-881B-47DE8798C588}" dt="2024-10-01T11:50:28.923" v="3663" actId="20577"/>
        <pc:sldMkLst>
          <pc:docMk/>
          <pc:sldMk cId="3204193764" sldId="1320"/>
        </pc:sldMkLst>
      </pc:sldChg>
      <pc:sldChg chg="add">
        <pc:chgData name="Sanmukh Kuppannagari" userId="ad215094-da36-4b66-9c79-369a17aea26b" providerId="ADAL" clId="{AA11B565-206C-4EF0-881B-47DE8798C588}" dt="2024-10-01T12:28:43.454" v="3892"/>
        <pc:sldMkLst>
          <pc:docMk/>
          <pc:sldMk cId="442729149" sldId="1321"/>
        </pc:sldMkLst>
      </pc:sldChg>
      <pc:sldChg chg="add">
        <pc:chgData name="Sanmukh Kuppannagari" userId="ad215094-da36-4b66-9c79-369a17aea26b" providerId="ADAL" clId="{AA11B565-206C-4EF0-881B-47DE8798C588}" dt="2024-10-01T12:28:43.454" v="3892"/>
        <pc:sldMkLst>
          <pc:docMk/>
          <pc:sldMk cId="2727594955" sldId="1322"/>
        </pc:sldMkLst>
      </pc:sldChg>
      <pc:sldChg chg="add">
        <pc:chgData name="Sanmukh Kuppannagari" userId="ad215094-da36-4b66-9c79-369a17aea26b" providerId="ADAL" clId="{AA11B565-206C-4EF0-881B-47DE8798C588}" dt="2024-10-01T12:28:43.454" v="3892"/>
        <pc:sldMkLst>
          <pc:docMk/>
          <pc:sldMk cId="4025259238" sldId="1323"/>
        </pc:sldMkLst>
      </pc:sldChg>
      <pc:sldChg chg="modSp add mod">
        <pc:chgData name="Sanmukh Kuppannagari" userId="ad215094-da36-4b66-9c79-369a17aea26b" providerId="ADAL" clId="{AA11B565-206C-4EF0-881B-47DE8798C588}" dt="2024-10-01T14:05:54.496" v="5475" actId="20577"/>
        <pc:sldMkLst>
          <pc:docMk/>
          <pc:sldMk cId="433802440" sldId="1324"/>
        </pc:sldMkLst>
      </pc:sldChg>
      <pc:sldChg chg="modSp add mod">
        <pc:chgData name="Sanmukh Kuppannagari" userId="ad215094-da36-4b66-9c79-369a17aea26b" providerId="ADAL" clId="{AA11B565-206C-4EF0-881B-47DE8798C588}" dt="2024-10-01T14:07:04.043" v="5578" actId="20577"/>
        <pc:sldMkLst>
          <pc:docMk/>
          <pc:sldMk cId="1510092015" sldId="1325"/>
        </pc:sldMkLst>
      </pc:sldChg>
      <pc:sldChg chg="modSp add">
        <pc:chgData name="Sanmukh Kuppannagari" userId="ad215094-da36-4b66-9c79-369a17aea26b" providerId="ADAL" clId="{AA11B565-206C-4EF0-881B-47DE8798C588}" dt="2024-10-01T14:02:27.400" v="5259" actId="20577"/>
        <pc:sldMkLst>
          <pc:docMk/>
          <pc:sldMk cId="1032694092" sldId="1326"/>
        </pc:sldMkLst>
      </pc:sldChg>
      <pc:sldChg chg="add">
        <pc:chgData name="Sanmukh Kuppannagari" userId="ad215094-da36-4b66-9c79-369a17aea26b" providerId="ADAL" clId="{AA11B565-206C-4EF0-881B-47DE8798C588}" dt="2024-10-01T12:28:43.454" v="3892"/>
        <pc:sldMkLst>
          <pc:docMk/>
          <pc:sldMk cId="2882075548" sldId="1327"/>
        </pc:sldMkLst>
      </pc:sldChg>
      <pc:sldChg chg="add">
        <pc:chgData name="Sanmukh Kuppannagari" userId="ad215094-da36-4b66-9c79-369a17aea26b" providerId="ADAL" clId="{AA11B565-206C-4EF0-881B-47DE8798C588}" dt="2024-10-01T12:28:43.454" v="3892"/>
        <pc:sldMkLst>
          <pc:docMk/>
          <pc:sldMk cId="1213054822" sldId="1328"/>
        </pc:sldMkLst>
      </pc:sldChg>
      <pc:sldChg chg="modSp add mod">
        <pc:chgData name="Sanmukh Kuppannagari" userId="ad215094-da36-4b66-9c79-369a17aea26b" providerId="ADAL" clId="{AA11B565-206C-4EF0-881B-47DE8798C588}" dt="2024-10-01T14:07:59.552" v="5631" actId="6549"/>
        <pc:sldMkLst>
          <pc:docMk/>
          <pc:sldMk cId="2090666711" sldId="1329"/>
        </pc:sldMkLst>
      </pc:sldChg>
      <pc:sldChg chg="add del">
        <pc:chgData name="Sanmukh Kuppannagari" userId="ad215094-da36-4b66-9c79-369a17aea26b" providerId="ADAL" clId="{AA11B565-206C-4EF0-881B-47DE8798C588}" dt="2024-10-01T14:08:02.554" v="5632" actId="47"/>
        <pc:sldMkLst>
          <pc:docMk/>
          <pc:sldMk cId="517395871" sldId="1330"/>
        </pc:sldMkLst>
      </pc:sldChg>
      <pc:sldChg chg="add">
        <pc:chgData name="Sanmukh Kuppannagari" userId="ad215094-da36-4b66-9c79-369a17aea26b" providerId="ADAL" clId="{AA11B565-206C-4EF0-881B-47DE8798C588}" dt="2024-10-01T12:28:43.454" v="3892"/>
        <pc:sldMkLst>
          <pc:docMk/>
          <pc:sldMk cId="1292168333" sldId="1331"/>
        </pc:sldMkLst>
      </pc:sldChg>
      <pc:sldChg chg="addSp delSp modSp add mod modShow">
        <pc:chgData name="Sanmukh Kuppannagari" userId="ad215094-da36-4b66-9c79-369a17aea26b" providerId="ADAL" clId="{AA11B565-206C-4EF0-881B-47DE8798C588}" dt="2024-10-01T14:00:57.584" v="5255" actId="20577"/>
        <pc:sldMkLst>
          <pc:docMk/>
          <pc:sldMk cId="4063916795" sldId="1332"/>
        </pc:sldMkLst>
      </pc:sldChg>
      <pc:sldChg chg="add">
        <pc:chgData name="Sanmukh Kuppannagari" userId="ad215094-da36-4b66-9c79-369a17aea26b" providerId="ADAL" clId="{AA11B565-206C-4EF0-881B-47DE8798C588}" dt="2024-10-01T12:28:43.454" v="3892"/>
        <pc:sldMkLst>
          <pc:docMk/>
          <pc:sldMk cId="449812825" sldId="1333"/>
        </pc:sldMkLst>
      </pc:sldChg>
      <pc:sldChg chg="add">
        <pc:chgData name="Sanmukh Kuppannagari" userId="ad215094-da36-4b66-9c79-369a17aea26b" providerId="ADAL" clId="{AA11B565-206C-4EF0-881B-47DE8798C588}" dt="2024-10-01T12:28:43.454" v="3892"/>
        <pc:sldMkLst>
          <pc:docMk/>
          <pc:sldMk cId="2521760129" sldId="1334"/>
        </pc:sldMkLst>
      </pc:sldChg>
      <pc:sldChg chg="add">
        <pc:chgData name="Sanmukh Kuppannagari" userId="ad215094-da36-4b66-9c79-369a17aea26b" providerId="ADAL" clId="{AA11B565-206C-4EF0-881B-47DE8798C588}" dt="2024-10-01T12:28:43.454" v="3892"/>
        <pc:sldMkLst>
          <pc:docMk/>
          <pc:sldMk cId="697549759" sldId="1335"/>
        </pc:sldMkLst>
      </pc:sldChg>
      <pc:sldChg chg="add">
        <pc:chgData name="Sanmukh Kuppannagari" userId="ad215094-da36-4b66-9c79-369a17aea26b" providerId="ADAL" clId="{AA11B565-206C-4EF0-881B-47DE8798C588}" dt="2024-10-01T12:28:43.454" v="3892"/>
        <pc:sldMkLst>
          <pc:docMk/>
          <pc:sldMk cId="1913952742" sldId="1336"/>
        </pc:sldMkLst>
      </pc:sldChg>
      <pc:sldChg chg="add">
        <pc:chgData name="Sanmukh Kuppannagari" userId="ad215094-da36-4b66-9c79-369a17aea26b" providerId="ADAL" clId="{AA11B565-206C-4EF0-881B-47DE8798C588}" dt="2024-10-01T12:28:43.454" v="3892"/>
        <pc:sldMkLst>
          <pc:docMk/>
          <pc:sldMk cId="2246694647" sldId="1337"/>
        </pc:sldMkLst>
      </pc:sldChg>
      <pc:sldChg chg="add">
        <pc:chgData name="Sanmukh Kuppannagari" userId="ad215094-da36-4b66-9c79-369a17aea26b" providerId="ADAL" clId="{AA11B565-206C-4EF0-881B-47DE8798C588}" dt="2024-10-01T12:28:43.454" v="3892"/>
        <pc:sldMkLst>
          <pc:docMk/>
          <pc:sldMk cId="1611822888" sldId="1338"/>
        </pc:sldMkLst>
      </pc:sldChg>
      <pc:sldChg chg="add">
        <pc:chgData name="Sanmukh Kuppannagari" userId="ad215094-da36-4b66-9c79-369a17aea26b" providerId="ADAL" clId="{AA11B565-206C-4EF0-881B-47DE8798C588}" dt="2024-10-01T12:28:43.454" v="3892"/>
        <pc:sldMkLst>
          <pc:docMk/>
          <pc:sldMk cId="3710810416" sldId="1339"/>
        </pc:sldMkLst>
      </pc:sldChg>
      <pc:sldChg chg="modSp add mod">
        <pc:chgData name="Sanmukh Kuppannagari" userId="ad215094-da36-4b66-9c79-369a17aea26b" providerId="ADAL" clId="{AA11B565-206C-4EF0-881B-47DE8798C588}" dt="2024-10-01T12:37:05.789" v="4494" actId="20577"/>
        <pc:sldMkLst>
          <pc:docMk/>
          <pc:sldMk cId="330368493" sldId="1340"/>
        </pc:sldMkLst>
      </pc:sldChg>
      <pc:sldChg chg="add">
        <pc:chgData name="Sanmukh Kuppannagari" userId="ad215094-da36-4b66-9c79-369a17aea26b" providerId="ADAL" clId="{AA11B565-206C-4EF0-881B-47DE8798C588}" dt="2024-10-01T10:11:18.549" v="597"/>
        <pc:sldMkLst>
          <pc:docMk/>
          <pc:sldMk cId="2647962746" sldId="1341"/>
        </pc:sldMkLst>
      </pc:sldChg>
      <pc:sldChg chg="add">
        <pc:chgData name="Sanmukh Kuppannagari" userId="ad215094-da36-4b66-9c79-369a17aea26b" providerId="ADAL" clId="{AA11B565-206C-4EF0-881B-47DE8798C588}" dt="2024-10-01T12:28:43.454" v="3892"/>
        <pc:sldMkLst>
          <pc:docMk/>
          <pc:sldMk cId="662702247" sldId="1342"/>
        </pc:sldMkLst>
      </pc:sldChg>
      <pc:sldChg chg="addSp modSp add mod">
        <pc:chgData name="Sanmukh Kuppannagari" userId="ad215094-da36-4b66-9c79-369a17aea26b" providerId="ADAL" clId="{AA11B565-206C-4EF0-881B-47DE8798C588}" dt="2024-10-01T10:22:14.887" v="874" actId="208"/>
        <pc:sldMkLst>
          <pc:docMk/>
          <pc:sldMk cId="1718626453" sldId="1343"/>
        </pc:sldMkLst>
      </pc:sldChg>
      <pc:sldChg chg="add">
        <pc:chgData name="Sanmukh Kuppannagari" userId="ad215094-da36-4b66-9c79-369a17aea26b" providerId="ADAL" clId="{AA11B565-206C-4EF0-881B-47DE8798C588}" dt="2024-10-01T10:05:36.200" v="595"/>
        <pc:sldMkLst>
          <pc:docMk/>
          <pc:sldMk cId="3119197295" sldId="1357"/>
        </pc:sldMkLst>
      </pc:sldChg>
      <pc:sldChg chg="del">
        <pc:chgData name="Sanmukh Kuppannagari" userId="ad215094-da36-4b66-9c79-369a17aea26b" providerId="ADAL" clId="{AA11B565-206C-4EF0-881B-47DE8798C588}" dt="2024-10-01T11:53:05.818" v="3891" actId="47"/>
        <pc:sldMkLst>
          <pc:docMk/>
          <pc:sldMk cId="166141272" sldId="1453"/>
        </pc:sldMkLst>
      </pc:sldChg>
      <pc:sldChg chg="modSp mod">
        <pc:chgData name="Sanmukh Kuppannagari" userId="ad215094-da36-4b66-9c79-369a17aea26b" providerId="ADAL" clId="{AA11B565-206C-4EF0-881B-47DE8798C588}" dt="2024-10-01T09:59:35.031" v="135" actId="20577"/>
        <pc:sldMkLst>
          <pc:docMk/>
          <pc:sldMk cId="2091044005" sldId="1513"/>
        </pc:sldMkLst>
      </pc:sldChg>
      <pc:sldChg chg="modSp mod">
        <pc:chgData name="Sanmukh Kuppannagari" userId="ad215094-da36-4b66-9c79-369a17aea26b" providerId="ADAL" clId="{AA11B565-206C-4EF0-881B-47DE8798C588}" dt="2024-10-01T10:00:36.240" v="384" actId="20577"/>
        <pc:sldMkLst>
          <pc:docMk/>
          <pc:sldMk cId="48973366" sldId="1514"/>
        </pc:sldMkLst>
      </pc:sldChg>
      <pc:sldChg chg="del">
        <pc:chgData name="Sanmukh Kuppannagari" userId="ad215094-da36-4b66-9c79-369a17aea26b" providerId="ADAL" clId="{AA11B565-206C-4EF0-881B-47DE8798C588}" dt="2024-10-01T11:53:05.818" v="3891" actId="47"/>
        <pc:sldMkLst>
          <pc:docMk/>
          <pc:sldMk cId="202113540" sldId="1516"/>
        </pc:sldMkLst>
      </pc:sldChg>
      <pc:sldChg chg="del">
        <pc:chgData name="Sanmukh Kuppannagari" userId="ad215094-da36-4b66-9c79-369a17aea26b" providerId="ADAL" clId="{AA11B565-206C-4EF0-881B-47DE8798C588}" dt="2024-10-01T11:53:05.818" v="3891" actId="47"/>
        <pc:sldMkLst>
          <pc:docMk/>
          <pc:sldMk cId="2851048179" sldId="1517"/>
        </pc:sldMkLst>
      </pc:sldChg>
      <pc:sldChg chg="del">
        <pc:chgData name="Sanmukh Kuppannagari" userId="ad215094-da36-4b66-9c79-369a17aea26b" providerId="ADAL" clId="{AA11B565-206C-4EF0-881B-47DE8798C588}" dt="2024-10-01T11:53:05.818" v="3891" actId="47"/>
        <pc:sldMkLst>
          <pc:docMk/>
          <pc:sldMk cId="2170564833" sldId="1518"/>
        </pc:sldMkLst>
      </pc:sldChg>
      <pc:sldChg chg="del">
        <pc:chgData name="Sanmukh Kuppannagari" userId="ad215094-da36-4b66-9c79-369a17aea26b" providerId="ADAL" clId="{AA11B565-206C-4EF0-881B-47DE8798C588}" dt="2024-10-01T11:53:05.818" v="3891" actId="47"/>
        <pc:sldMkLst>
          <pc:docMk/>
          <pc:sldMk cId="1223128325" sldId="1519"/>
        </pc:sldMkLst>
      </pc:sldChg>
      <pc:sldChg chg="del">
        <pc:chgData name="Sanmukh Kuppannagari" userId="ad215094-da36-4b66-9c79-369a17aea26b" providerId="ADAL" clId="{AA11B565-206C-4EF0-881B-47DE8798C588}" dt="2024-10-01T11:53:05.818" v="3891" actId="47"/>
        <pc:sldMkLst>
          <pc:docMk/>
          <pc:sldMk cId="1363376498" sldId="1520"/>
        </pc:sldMkLst>
      </pc:sldChg>
      <pc:sldChg chg="del">
        <pc:chgData name="Sanmukh Kuppannagari" userId="ad215094-da36-4b66-9c79-369a17aea26b" providerId="ADAL" clId="{AA11B565-206C-4EF0-881B-47DE8798C588}" dt="2024-10-01T11:53:05.818" v="3891" actId="47"/>
        <pc:sldMkLst>
          <pc:docMk/>
          <pc:sldMk cId="2829791837" sldId="1521"/>
        </pc:sldMkLst>
      </pc:sldChg>
      <pc:sldChg chg="del">
        <pc:chgData name="Sanmukh Kuppannagari" userId="ad215094-da36-4b66-9c79-369a17aea26b" providerId="ADAL" clId="{AA11B565-206C-4EF0-881B-47DE8798C588}" dt="2024-10-01T11:53:05.818" v="3891" actId="47"/>
        <pc:sldMkLst>
          <pc:docMk/>
          <pc:sldMk cId="3893234935" sldId="1522"/>
        </pc:sldMkLst>
      </pc:sldChg>
      <pc:sldChg chg="del">
        <pc:chgData name="Sanmukh Kuppannagari" userId="ad215094-da36-4b66-9c79-369a17aea26b" providerId="ADAL" clId="{AA11B565-206C-4EF0-881B-47DE8798C588}" dt="2024-10-01T11:53:05.818" v="3891" actId="47"/>
        <pc:sldMkLst>
          <pc:docMk/>
          <pc:sldMk cId="3481763059" sldId="1523"/>
        </pc:sldMkLst>
      </pc:sldChg>
      <pc:sldChg chg="del">
        <pc:chgData name="Sanmukh Kuppannagari" userId="ad215094-da36-4b66-9c79-369a17aea26b" providerId="ADAL" clId="{AA11B565-206C-4EF0-881B-47DE8798C588}" dt="2024-10-01T11:53:05.818" v="3891" actId="47"/>
        <pc:sldMkLst>
          <pc:docMk/>
          <pc:sldMk cId="2617663034" sldId="1524"/>
        </pc:sldMkLst>
      </pc:sldChg>
      <pc:sldChg chg="del">
        <pc:chgData name="Sanmukh Kuppannagari" userId="ad215094-da36-4b66-9c79-369a17aea26b" providerId="ADAL" clId="{AA11B565-206C-4EF0-881B-47DE8798C588}" dt="2024-10-01T11:53:05.818" v="3891" actId="47"/>
        <pc:sldMkLst>
          <pc:docMk/>
          <pc:sldMk cId="939595551" sldId="1525"/>
        </pc:sldMkLst>
      </pc:sldChg>
      <pc:sldChg chg="del">
        <pc:chgData name="Sanmukh Kuppannagari" userId="ad215094-da36-4b66-9c79-369a17aea26b" providerId="ADAL" clId="{AA11B565-206C-4EF0-881B-47DE8798C588}" dt="2024-10-01T11:53:05.818" v="3891" actId="47"/>
        <pc:sldMkLst>
          <pc:docMk/>
          <pc:sldMk cId="878398838" sldId="1526"/>
        </pc:sldMkLst>
      </pc:sldChg>
      <pc:sldChg chg="del">
        <pc:chgData name="Sanmukh Kuppannagari" userId="ad215094-da36-4b66-9c79-369a17aea26b" providerId="ADAL" clId="{AA11B565-206C-4EF0-881B-47DE8798C588}" dt="2024-10-01T11:53:05.818" v="3891" actId="47"/>
        <pc:sldMkLst>
          <pc:docMk/>
          <pc:sldMk cId="827224132" sldId="1527"/>
        </pc:sldMkLst>
      </pc:sldChg>
      <pc:sldChg chg="del">
        <pc:chgData name="Sanmukh Kuppannagari" userId="ad215094-da36-4b66-9c79-369a17aea26b" providerId="ADAL" clId="{AA11B565-206C-4EF0-881B-47DE8798C588}" dt="2024-10-01T11:53:05.818" v="3891" actId="47"/>
        <pc:sldMkLst>
          <pc:docMk/>
          <pc:sldMk cId="297830899" sldId="1528"/>
        </pc:sldMkLst>
      </pc:sldChg>
      <pc:sldChg chg="del">
        <pc:chgData name="Sanmukh Kuppannagari" userId="ad215094-da36-4b66-9c79-369a17aea26b" providerId="ADAL" clId="{AA11B565-206C-4EF0-881B-47DE8798C588}" dt="2024-10-01T11:53:05.818" v="3891" actId="47"/>
        <pc:sldMkLst>
          <pc:docMk/>
          <pc:sldMk cId="1863297826" sldId="1529"/>
        </pc:sldMkLst>
      </pc:sldChg>
      <pc:sldChg chg="del">
        <pc:chgData name="Sanmukh Kuppannagari" userId="ad215094-da36-4b66-9c79-369a17aea26b" providerId="ADAL" clId="{AA11B565-206C-4EF0-881B-47DE8798C588}" dt="2024-10-01T11:53:05.818" v="3891" actId="47"/>
        <pc:sldMkLst>
          <pc:docMk/>
          <pc:sldMk cId="3983326334" sldId="1530"/>
        </pc:sldMkLst>
      </pc:sldChg>
      <pc:sldChg chg="del">
        <pc:chgData name="Sanmukh Kuppannagari" userId="ad215094-da36-4b66-9c79-369a17aea26b" providerId="ADAL" clId="{AA11B565-206C-4EF0-881B-47DE8798C588}" dt="2024-10-01T11:53:05.818" v="3891" actId="47"/>
        <pc:sldMkLst>
          <pc:docMk/>
          <pc:sldMk cId="3897297747" sldId="1531"/>
        </pc:sldMkLst>
      </pc:sldChg>
      <pc:sldChg chg="del">
        <pc:chgData name="Sanmukh Kuppannagari" userId="ad215094-da36-4b66-9c79-369a17aea26b" providerId="ADAL" clId="{AA11B565-206C-4EF0-881B-47DE8798C588}" dt="2024-10-01T11:53:05.818" v="3891" actId="47"/>
        <pc:sldMkLst>
          <pc:docMk/>
          <pc:sldMk cId="172806902" sldId="1532"/>
        </pc:sldMkLst>
      </pc:sldChg>
      <pc:sldChg chg="del">
        <pc:chgData name="Sanmukh Kuppannagari" userId="ad215094-da36-4b66-9c79-369a17aea26b" providerId="ADAL" clId="{AA11B565-206C-4EF0-881B-47DE8798C588}" dt="2024-10-01T11:53:05.818" v="3891" actId="47"/>
        <pc:sldMkLst>
          <pc:docMk/>
          <pc:sldMk cId="4249077636" sldId="1534"/>
        </pc:sldMkLst>
      </pc:sldChg>
      <pc:sldChg chg="del">
        <pc:chgData name="Sanmukh Kuppannagari" userId="ad215094-da36-4b66-9c79-369a17aea26b" providerId="ADAL" clId="{AA11B565-206C-4EF0-881B-47DE8798C588}" dt="2024-10-01T11:53:05.818" v="3891" actId="47"/>
        <pc:sldMkLst>
          <pc:docMk/>
          <pc:sldMk cId="335340187" sldId="1535"/>
        </pc:sldMkLst>
      </pc:sldChg>
      <pc:sldChg chg="del">
        <pc:chgData name="Sanmukh Kuppannagari" userId="ad215094-da36-4b66-9c79-369a17aea26b" providerId="ADAL" clId="{AA11B565-206C-4EF0-881B-47DE8798C588}" dt="2024-10-01T11:53:05.818" v="3891" actId="47"/>
        <pc:sldMkLst>
          <pc:docMk/>
          <pc:sldMk cId="2563148363" sldId="1536"/>
        </pc:sldMkLst>
      </pc:sldChg>
      <pc:sldChg chg="del">
        <pc:chgData name="Sanmukh Kuppannagari" userId="ad215094-da36-4b66-9c79-369a17aea26b" providerId="ADAL" clId="{AA11B565-206C-4EF0-881B-47DE8798C588}" dt="2024-10-01T11:53:05.818" v="3891" actId="47"/>
        <pc:sldMkLst>
          <pc:docMk/>
          <pc:sldMk cId="4060344090" sldId="1537"/>
        </pc:sldMkLst>
      </pc:sldChg>
      <pc:sldChg chg="del">
        <pc:chgData name="Sanmukh Kuppannagari" userId="ad215094-da36-4b66-9c79-369a17aea26b" providerId="ADAL" clId="{AA11B565-206C-4EF0-881B-47DE8798C588}" dt="2024-10-01T11:53:05.818" v="3891" actId="47"/>
        <pc:sldMkLst>
          <pc:docMk/>
          <pc:sldMk cId="1917529413" sldId="1538"/>
        </pc:sldMkLst>
      </pc:sldChg>
      <pc:sldChg chg="del">
        <pc:chgData name="Sanmukh Kuppannagari" userId="ad215094-da36-4b66-9c79-369a17aea26b" providerId="ADAL" clId="{AA11B565-206C-4EF0-881B-47DE8798C588}" dt="2024-10-01T11:53:05.818" v="3891" actId="47"/>
        <pc:sldMkLst>
          <pc:docMk/>
          <pc:sldMk cId="2364603884" sldId="1539"/>
        </pc:sldMkLst>
      </pc:sldChg>
      <pc:sldChg chg="del">
        <pc:chgData name="Sanmukh Kuppannagari" userId="ad215094-da36-4b66-9c79-369a17aea26b" providerId="ADAL" clId="{AA11B565-206C-4EF0-881B-47DE8798C588}" dt="2024-10-01T11:53:05.818" v="3891" actId="47"/>
        <pc:sldMkLst>
          <pc:docMk/>
          <pc:sldMk cId="2896873436" sldId="1540"/>
        </pc:sldMkLst>
      </pc:sldChg>
      <pc:sldChg chg="del">
        <pc:chgData name="Sanmukh Kuppannagari" userId="ad215094-da36-4b66-9c79-369a17aea26b" providerId="ADAL" clId="{AA11B565-206C-4EF0-881B-47DE8798C588}" dt="2024-10-01T11:53:05.818" v="3891" actId="47"/>
        <pc:sldMkLst>
          <pc:docMk/>
          <pc:sldMk cId="2873707918" sldId="1541"/>
        </pc:sldMkLst>
      </pc:sldChg>
      <pc:sldChg chg="del">
        <pc:chgData name="Sanmukh Kuppannagari" userId="ad215094-da36-4b66-9c79-369a17aea26b" providerId="ADAL" clId="{AA11B565-206C-4EF0-881B-47DE8798C588}" dt="2024-10-01T11:53:05.818" v="3891" actId="47"/>
        <pc:sldMkLst>
          <pc:docMk/>
          <pc:sldMk cId="2634998908" sldId="1542"/>
        </pc:sldMkLst>
      </pc:sldChg>
      <pc:sldChg chg="del">
        <pc:chgData name="Sanmukh Kuppannagari" userId="ad215094-da36-4b66-9c79-369a17aea26b" providerId="ADAL" clId="{AA11B565-206C-4EF0-881B-47DE8798C588}" dt="2024-10-01T11:53:05.818" v="3891" actId="47"/>
        <pc:sldMkLst>
          <pc:docMk/>
          <pc:sldMk cId="1327029584" sldId="1543"/>
        </pc:sldMkLst>
      </pc:sldChg>
      <pc:sldChg chg="del">
        <pc:chgData name="Sanmukh Kuppannagari" userId="ad215094-da36-4b66-9c79-369a17aea26b" providerId="ADAL" clId="{AA11B565-206C-4EF0-881B-47DE8798C588}" dt="2024-10-01T11:53:05.818" v="3891" actId="47"/>
        <pc:sldMkLst>
          <pc:docMk/>
          <pc:sldMk cId="2963799951" sldId="1544"/>
        </pc:sldMkLst>
      </pc:sldChg>
      <pc:sldChg chg="del">
        <pc:chgData name="Sanmukh Kuppannagari" userId="ad215094-da36-4b66-9c79-369a17aea26b" providerId="ADAL" clId="{AA11B565-206C-4EF0-881B-47DE8798C588}" dt="2024-10-01T11:53:05.818" v="3891" actId="47"/>
        <pc:sldMkLst>
          <pc:docMk/>
          <pc:sldMk cId="64679798" sldId="1545"/>
        </pc:sldMkLst>
      </pc:sldChg>
      <pc:sldChg chg="del">
        <pc:chgData name="Sanmukh Kuppannagari" userId="ad215094-da36-4b66-9c79-369a17aea26b" providerId="ADAL" clId="{AA11B565-206C-4EF0-881B-47DE8798C588}" dt="2024-10-01T11:53:05.818" v="3891" actId="47"/>
        <pc:sldMkLst>
          <pc:docMk/>
          <pc:sldMk cId="1378971665" sldId="1546"/>
        </pc:sldMkLst>
      </pc:sldChg>
      <pc:sldChg chg="del">
        <pc:chgData name="Sanmukh Kuppannagari" userId="ad215094-da36-4b66-9c79-369a17aea26b" providerId="ADAL" clId="{AA11B565-206C-4EF0-881B-47DE8798C588}" dt="2024-10-01T11:53:05.818" v="3891" actId="47"/>
        <pc:sldMkLst>
          <pc:docMk/>
          <pc:sldMk cId="2055355578" sldId="1547"/>
        </pc:sldMkLst>
      </pc:sldChg>
      <pc:sldChg chg="del">
        <pc:chgData name="Sanmukh Kuppannagari" userId="ad215094-da36-4b66-9c79-369a17aea26b" providerId="ADAL" clId="{AA11B565-206C-4EF0-881B-47DE8798C588}" dt="2024-10-01T11:53:05.818" v="3891" actId="47"/>
        <pc:sldMkLst>
          <pc:docMk/>
          <pc:sldMk cId="3972000199" sldId="1548"/>
        </pc:sldMkLst>
      </pc:sldChg>
      <pc:sldChg chg="modSp new mod">
        <pc:chgData name="Sanmukh Kuppannagari" userId="ad215094-da36-4b66-9c79-369a17aea26b" providerId="ADAL" clId="{AA11B565-206C-4EF0-881B-47DE8798C588}" dt="2024-10-01T10:01:30.466" v="557" actId="20577"/>
        <pc:sldMkLst>
          <pc:docMk/>
          <pc:sldMk cId="312789784" sldId="1549"/>
        </pc:sldMkLst>
      </pc:sldChg>
      <pc:sldChg chg="add">
        <pc:chgData name="Sanmukh Kuppannagari" userId="ad215094-da36-4b66-9c79-369a17aea26b" providerId="ADAL" clId="{AA11B565-206C-4EF0-881B-47DE8798C588}" dt="2024-10-01T10:01:43.558" v="558"/>
        <pc:sldMkLst>
          <pc:docMk/>
          <pc:sldMk cId="3693446765" sldId="1550"/>
        </pc:sldMkLst>
      </pc:sldChg>
      <pc:sldChg chg="modSp add mod">
        <pc:chgData name="Sanmukh Kuppannagari" userId="ad215094-da36-4b66-9c79-369a17aea26b" providerId="ADAL" clId="{AA11B565-206C-4EF0-881B-47DE8798C588}" dt="2024-10-01T10:03:59.521" v="594" actId="20577"/>
        <pc:sldMkLst>
          <pc:docMk/>
          <pc:sldMk cId="1297240811" sldId="1551"/>
        </pc:sldMkLst>
      </pc:sldChg>
      <pc:sldChg chg="add">
        <pc:chgData name="Sanmukh Kuppannagari" userId="ad215094-da36-4b66-9c79-369a17aea26b" providerId="ADAL" clId="{AA11B565-206C-4EF0-881B-47DE8798C588}" dt="2024-10-01T10:11:18.549" v="597"/>
        <pc:sldMkLst>
          <pc:docMk/>
          <pc:sldMk cId="1944980054" sldId="1552"/>
        </pc:sldMkLst>
      </pc:sldChg>
      <pc:sldChg chg="addSp delSp modSp add mod">
        <pc:chgData name="Sanmukh Kuppannagari" userId="ad215094-da36-4b66-9c79-369a17aea26b" providerId="ADAL" clId="{AA11B565-206C-4EF0-881B-47DE8798C588}" dt="2024-10-01T10:14:52.887" v="676" actId="478"/>
        <pc:sldMkLst>
          <pc:docMk/>
          <pc:sldMk cId="3777170493" sldId="1553"/>
        </pc:sldMkLst>
      </pc:sldChg>
      <pc:sldChg chg="addSp delSp modSp add mod">
        <pc:chgData name="Sanmukh Kuppannagari" userId="ad215094-da36-4b66-9c79-369a17aea26b" providerId="ADAL" clId="{AA11B565-206C-4EF0-881B-47DE8798C588}" dt="2024-10-01T10:16:46.428" v="759" actId="208"/>
        <pc:sldMkLst>
          <pc:docMk/>
          <pc:sldMk cId="3166067996" sldId="1554"/>
        </pc:sldMkLst>
      </pc:sldChg>
      <pc:sldChg chg="modSp add">
        <pc:chgData name="Sanmukh Kuppannagari" userId="ad215094-da36-4b66-9c79-369a17aea26b" providerId="ADAL" clId="{AA11B565-206C-4EF0-881B-47DE8798C588}" dt="2024-10-01T10:17:44.613" v="781" actId="207"/>
        <pc:sldMkLst>
          <pc:docMk/>
          <pc:sldMk cId="3437991697" sldId="1555"/>
        </pc:sldMkLst>
      </pc:sldChg>
      <pc:sldChg chg="modSp add">
        <pc:chgData name="Sanmukh Kuppannagari" userId="ad215094-da36-4b66-9c79-369a17aea26b" providerId="ADAL" clId="{AA11B565-206C-4EF0-881B-47DE8798C588}" dt="2024-10-01T10:18:05.746" v="791" actId="207"/>
        <pc:sldMkLst>
          <pc:docMk/>
          <pc:sldMk cId="2404150593" sldId="1556"/>
        </pc:sldMkLst>
      </pc:sldChg>
      <pc:sldChg chg="addSp delSp modSp add mod">
        <pc:chgData name="Sanmukh Kuppannagari" userId="ad215094-da36-4b66-9c79-369a17aea26b" providerId="ADAL" clId="{AA11B565-206C-4EF0-881B-47DE8798C588}" dt="2024-10-01T10:23:01.334" v="930" actId="207"/>
        <pc:sldMkLst>
          <pc:docMk/>
          <pc:sldMk cId="3779503060" sldId="1557"/>
        </pc:sldMkLst>
      </pc:sldChg>
      <pc:sldChg chg="modSp add mod">
        <pc:chgData name="Sanmukh Kuppannagari" userId="ad215094-da36-4b66-9c79-369a17aea26b" providerId="ADAL" clId="{AA11B565-206C-4EF0-881B-47DE8798C588}" dt="2024-10-01T10:23:17.888" v="937" actId="207"/>
        <pc:sldMkLst>
          <pc:docMk/>
          <pc:sldMk cId="106497288" sldId="1558"/>
        </pc:sldMkLst>
      </pc:sldChg>
      <pc:sldChg chg="modSp add mod">
        <pc:chgData name="Sanmukh Kuppannagari" userId="ad215094-da36-4b66-9c79-369a17aea26b" providerId="ADAL" clId="{AA11B565-206C-4EF0-881B-47DE8798C588}" dt="2024-10-01T10:23:55.131" v="977" actId="207"/>
        <pc:sldMkLst>
          <pc:docMk/>
          <pc:sldMk cId="3799998865" sldId="1559"/>
        </pc:sldMkLst>
      </pc:sldChg>
      <pc:sldChg chg="modSp add mod">
        <pc:chgData name="Sanmukh Kuppannagari" userId="ad215094-da36-4b66-9c79-369a17aea26b" providerId="ADAL" clId="{AA11B565-206C-4EF0-881B-47DE8798C588}" dt="2024-10-01T10:24:31.261" v="992" actId="20577"/>
        <pc:sldMkLst>
          <pc:docMk/>
          <pc:sldMk cId="2468521858" sldId="1560"/>
        </pc:sldMkLst>
      </pc:sldChg>
      <pc:sldChg chg="modSp add mod">
        <pc:chgData name="Sanmukh Kuppannagari" userId="ad215094-da36-4b66-9c79-369a17aea26b" providerId="ADAL" clId="{AA11B565-206C-4EF0-881B-47DE8798C588}" dt="2024-10-01T10:25:19.458" v="1092" actId="207"/>
        <pc:sldMkLst>
          <pc:docMk/>
          <pc:sldMk cId="4139369451" sldId="1561"/>
        </pc:sldMkLst>
      </pc:sldChg>
      <pc:sldChg chg="modSp add">
        <pc:chgData name="Sanmukh Kuppannagari" userId="ad215094-da36-4b66-9c79-369a17aea26b" providerId="ADAL" clId="{AA11B565-206C-4EF0-881B-47DE8798C588}" dt="2024-10-01T10:25:51.260" v="1108" actId="207"/>
        <pc:sldMkLst>
          <pc:docMk/>
          <pc:sldMk cId="3842374225" sldId="1562"/>
        </pc:sldMkLst>
      </pc:sldChg>
      <pc:sldChg chg="modSp add">
        <pc:chgData name="Sanmukh Kuppannagari" userId="ad215094-da36-4b66-9c79-369a17aea26b" providerId="ADAL" clId="{AA11B565-206C-4EF0-881B-47DE8798C588}" dt="2024-10-01T10:26:43.345" v="1171" actId="207"/>
        <pc:sldMkLst>
          <pc:docMk/>
          <pc:sldMk cId="467876598" sldId="1563"/>
        </pc:sldMkLst>
      </pc:sldChg>
      <pc:sldChg chg="modSp add">
        <pc:chgData name="Sanmukh Kuppannagari" userId="ad215094-da36-4b66-9c79-369a17aea26b" providerId="ADAL" clId="{AA11B565-206C-4EF0-881B-47DE8798C588}" dt="2024-10-01T10:27:11.392" v="1179" actId="207"/>
        <pc:sldMkLst>
          <pc:docMk/>
          <pc:sldMk cId="2623927009" sldId="1564"/>
        </pc:sldMkLst>
      </pc:sldChg>
      <pc:sldChg chg="modSp new mod">
        <pc:chgData name="Sanmukh Kuppannagari" userId="ad215094-da36-4b66-9c79-369a17aea26b" providerId="ADAL" clId="{AA11B565-206C-4EF0-881B-47DE8798C588}" dt="2024-10-01T10:40:02.652" v="2383" actId="27636"/>
        <pc:sldMkLst>
          <pc:docMk/>
          <pc:sldMk cId="2204093479" sldId="1565"/>
        </pc:sldMkLst>
      </pc:sldChg>
      <pc:sldChg chg="modSp new mod">
        <pc:chgData name="Sanmukh Kuppannagari" userId="ad215094-da36-4b66-9c79-369a17aea26b" providerId="ADAL" clId="{AA11B565-206C-4EF0-881B-47DE8798C588}" dt="2024-10-01T11:06:03.324" v="2987" actId="20577"/>
        <pc:sldMkLst>
          <pc:docMk/>
          <pc:sldMk cId="4158087431" sldId="1566"/>
        </pc:sldMkLst>
      </pc:sldChg>
      <pc:sldChg chg="modSp new mod">
        <pc:chgData name="Sanmukh Kuppannagari" userId="ad215094-da36-4b66-9c79-369a17aea26b" providerId="ADAL" clId="{AA11B565-206C-4EF0-881B-47DE8798C588}" dt="2024-10-01T10:57:28.516" v="2762" actId="20577"/>
        <pc:sldMkLst>
          <pc:docMk/>
          <pc:sldMk cId="821460343" sldId="1567"/>
        </pc:sldMkLst>
      </pc:sldChg>
      <pc:sldChg chg="delSp modSp add mod">
        <pc:chgData name="Sanmukh Kuppannagari" userId="ad215094-da36-4b66-9c79-369a17aea26b" providerId="ADAL" clId="{AA11B565-206C-4EF0-881B-47DE8798C588}" dt="2024-10-01T11:11:59.348" v="3093" actId="122"/>
        <pc:sldMkLst>
          <pc:docMk/>
          <pc:sldMk cId="2973146182" sldId="1568"/>
        </pc:sldMkLst>
      </pc:sldChg>
      <pc:sldChg chg="add del">
        <pc:chgData name="Sanmukh Kuppannagari" userId="ad215094-da36-4b66-9c79-369a17aea26b" providerId="ADAL" clId="{AA11B565-206C-4EF0-881B-47DE8798C588}" dt="2024-10-01T11:04:30.100" v="2820"/>
        <pc:sldMkLst>
          <pc:docMk/>
          <pc:sldMk cId="3818436102" sldId="1568"/>
        </pc:sldMkLst>
      </pc:sldChg>
      <pc:sldChg chg="addSp modSp add mod">
        <pc:chgData name="Sanmukh Kuppannagari" userId="ad215094-da36-4b66-9c79-369a17aea26b" providerId="ADAL" clId="{AA11B565-206C-4EF0-881B-47DE8798C588}" dt="2024-10-01T11:12:45.543" v="3129" actId="20577"/>
        <pc:sldMkLst>
          <pc:docMk/>
          <pc:sldMk cId="2321545462" sldId="1569"/>
        </pc:sldMkLst>
      </pc:sldChg>
      <pc:sldChg chg="modSp add mod">
        <pc:chgData name="Sanmukh Kuppannagari" userId="ad215094-da36-4b66-9c79-369a17aea26b" providerId="ADAL" clId="{AA11B565-206C-4EF0-881B-47DE8798C588}" dt="2024-10-01T11:13:01.546" v="3131" actId="1076"/>
        <pc:sldMkLst>
          <pc:docMk/>
          <pc:sldMk cId="1024748460" sldId="1570"/>
        </pc:sldMkLst>
      </pc:sldChg>
      <pc:sldChg chg="addSp delSp modSp add mod">
        <pc:chgData name="Sanmukh Kuppannagari" userId="ad215094-da36-4b66-9c79-369a17aea26b" providerId="ADAL" clId="{AA11B565-206C-4EF0-881B-47DE8798C588}" dt="2024-10-01T11:13:33.815" v="3142" actId="1076"/>
        <pc:sldMkLst>
          <pc:docMk/>
          <pc:sldMk cId="3042058996" sldId="1571"/>
        </pc:sldMkLst>
      </pc:sldChg>
      <pc:sldChg chg="add">
        <pc:chgData name="Sanmukh Kuppannagari" userId="ad215094-da36-4b66-9c79-369a17aea26b" providerId="ADAL" clId="{AA11B565-206C-4EF0-881B-47DE8798C588}" dt="2024-10-01T11:13:20.810" v="3132"/>
        <pc:sldMkLst>
          <pc:docMk/>
          <pc:sldMk cId="2940334320" sldId="1572"/>
        </pc:sldMkLst>
      </pc:sldChg>
      <pc:sldChg chg="delSp modSp add mod">
        <pc:chgData name="Sanmukh Kuppannagari" userId="ad215094-da36-4b66-9c79-369a17aea26b" providerId="ADAL" clId="{AA11B565-206C-4EF0-881B-47DE8798C588}" dt="2024-10-01T11:24:45.046" v="3273" actId="478"/>
        <pc:sldMkLst>
          <pc:docMk/>
          <pc:sldMk cId="570117069" sldId="1573"/>
        </pc:sldMkLst>
      </pc:sldChg>
      <pc:sldChg chg="addSp delSp modSp add mod">
        <pc:chgData name="Sanmukh Kuppannagari" userId="ad215094-da36-4b66-9c79-369a17aea26b" providerId="ADAL" clId="{AA11B565-206C-4EF0-881B-47DE8798C588}" dt="2024-10-01T11:24:56.219" v="3274" actId="478"/>
        <pc:sldMkLst>
          <pc:docMk/>
          <pc:sldMk cId="995901004" sldId="1574"/>
        </pc:sldMkLst>
      </pc:sldChg>
      <pc:sldChg chg="delSp modSp add mod">
        <pc:chgData name="Sanmukh Kuppannagari" userId="ad215094-da36-4b66-9c79-369a17aea26b" providerId="ADAL" clId="{AA11B565-206C-4EF0-881B-47DE8798C588}" dt="2024-10-01T11:25:01.341" v="3275" actId="478"/>
        <pc:sldMkLst>
          <pc:docMk/>
          <pc:sldMk cId="440498288" sldId="1575"/>
        </pc:sldMkLst>
      </pc:sldChg>
      <pc:sldChg chg="delSp modSp add mod">
        <pc:chgData name="Sanmukh Kuppannagari" userId="ad215094-da36-4b66-9c79-369a17aea26b" providerId="ADAL" clId="{AA11B565-206C-4EF0-881B-47DE8798C588}" dt="2024-10-01T11:25:17.466" v="3277" actId="478"/>
        <pc:sldMkLst>
          <pc:docMk/>
          <pc:sldMk cId="670652363" sldId="1576"/>
        </pc:sldMkLst>
      </pc:sldChg>
      <pc:sldChg chg="modSp add mod">
        <pc:chgData name="Sanmukh Kuppannagari" userId="ad215094-da36-4b66-9c79-369a17aea26b" providerId="ADAL" clId="{AA11B565-206C-4EF0-881B-47DE8798C588}" dt="2024-10-01T11:37:50.448" v="3456" actId="20577"/>
        <pc:sldMkLst>
          <pc:docMk/>
          <pc:sldMk cId="3839101789" sldId="1577"/>
        </pc:sldMkLst>
      </pc:sldChg>
      <pc:sldChg chg="delSp modSp add del mod">
        <pc:chgData name="Sanmukh Kuppannagari" userId="ad215094-da36-4b66-9c79-369a17aea26b" providerId="ADAL" clId="{AA11B565-206C-4EF0-881B-47DE8798C588}" dt="2024-10-01T11:25:21.712" v="3278" actId="47"/>
        <pc:sldMkLst>
          <pc:docMk/>
          <pc:sldMk cId="3875852213" sldId="1577"/>
        </pc:sldMkLst>
      </pc:sldChg>
      <pc:sldChg chg="modSp add mod">
        <pc:chgData name="Sanmukh Kuppannagari" userId="ad215094-da36-4b66-9c79-369a17aea26b" providerId="ADAL" clId="{AA11B565-206C-4EF0-881B-47DE8798C588}" dt="2024-10-01T11:38:37.488" v="3475" actId="1076"/>
        <pc:sldMkLst>
          <pc:docMk/>
          <pc:sldMk cId="106292723" sldId="1578"/>
        </pc:sldMkLst>
      </pc:sldChg>
      <pc:sldChg chg="modSp add mod">
        <pc:chgData name="Sanmukh Kuppannagari" userId="ad215094-da36-4b66-9c79-369a17aea26b" providerId="ADAL" clId="{AA11B565-206C-4EF0-881B-47DE8798C588}" dt="2024-10-01T11:39:03.607" v="3515" actId="1076"/>
        <pc:sldMkLst>
          <pc:docMk/>
          <pc:sldMk cId="201330410" sldId="1579"/>
        </pc:sldMkLst>
      </pc:sldChg>
      <pc:sldChg chg="modSp add mod">
        <pc:chgData name="Sanmukh Kuppannagari" userId="ad215094-da36-4b66-9c79-369a17aea26b" providerId="ADAL" clId="{AA11B565-206C-4EF0-881B-47DE8798C588}" dt="2024-10-01T11:52:42.923" v="3885" actId="27636"/>
        <pc:sldMkLst>
          <pc:docMk/>
          <pc:sldMk cId="2481400793" sldId="1580"/>
        </pc:sldMkLst>
      </pc:sldChg>
      <pc:sldChg chg="modSp add">
        <pc:chgData name="Sanmukh Kuppannagari" userId="ad215094-da36-4b66-9c79-369a17aea26b" providerId="ADAL" clId="{AA11B565-206C-4EF0-881B-47DE8798C588}" dt="2024-10-01T13:43:50.810" v="4755" actId="207"/>
        <pc:sldMkLst>
          <pc:docMk/>
          <pc:sldMk cId="3218476509" sldId="1581"/>
        </pc:sldMkLst>
      </pc:sldChg>
      <pc:sldChg chg="modSp add mod">
        <pc:chgData name="Sanmukh Kuppannagari" userId="ad215094-da36-4b66-9c79-369a17aea26b" providerId="ADAL" clId="{AA11B565-206C-4EF0-881B-47DE8798C588}" dt="2024-10-01T13:55:19.647" v="5146" actId="20577"/>
        <pc:sldMkLst>
          <pc:docMk/>
          <pc:sldMk cId="535281774" sldId="1582"/>
        </pc:sldMkLst>
      </pc:sldChg>
      <pc:sldChg chg="add del">
        <pc:chgData name="Sanmukh Kuppannagari" userId="ad215094-da36-4b66-9c79-369a17aea26b" providerId="ADAL" clId="{AA11B565-206C-4EF0-881B-47DE8798C588}" dt="2024-10-01T13:49:44.294" v="5009"/>
        <pc:sldMkLst>
          <pc:docMk/>
          <pc:sldMk cId="2076416953" sldId="1582"/>
        </pc:sldMkLst>
      </pc:sldChg>
      <pc:sldChg chg="modSp add">
        <pc:chgData name="Sanmukh Kuppannagari" userId="ad215094-da36-4b66-9c79-369a17aea26b" providerId="ADAL" clId="{AA11B565-206C-4EF0-881B-47DE8798C588}" dt="2024-10-01T13:51:46.507" v="5038"/>
        <pc:sldMkLst>
          <pc:docMk/>
          <pc:sldMk cId="3330804335" sldId="1583"/>
        </pc:sldMkLst>
      </pc:sldChg>
      <pc:sldChg chg="addSp delSp modSp add mod">
        <pc:chgData name="Sanmukh Kuppannagari" userId="ad215094-da36-4b66-9c79-369a17aea26b" providerId="ADAL" clId="{AA11B565-206C-4EF0-881B-47DE8798C588}" dt="2024-10-01T13:54:07.958" v="5074" actId="478"/>
        <pc:sldMkLst>
          <pc:docMk/>
          <pc:sldMk cId="936452190" sldId="1584"/>
        </pc:sldMkLst>
      </pc:sldChg>
      <pc:sldChg chg="add">
        <pc:chgData name="Sanmukh Kuppannagari" userId="ad215094-da36-4b66-9c79-369a17aea26b" providerId="ADAL" clId="{AA11B565-206C-4EF0-881B-47DE8798C588}" dt="2024-10-01T13:52:41.027" v="5058"/>
        <pc:sldMkLst>
          <pc:docMk/>
          <pc:sldMk cId="652014047" sldId="1585"/>
        </pc:sldMkLst>
      </pc:sldChg>
      <pc:sldChg chg="add">
        <pc:chgData name="Sanmukh Kuppannagari" userId="ad215094-da36-4b66-9c79-369a17aea26b" providerId="ADAL" clId="{AA11B565-206C-4EF0-881B-47DE8798C588}" dt="2024-10-01T13:52:41.027" v="5058"/>
        <pc:sldMkLst>
          <pc:docMk/>
          <pc:sldMk cId="3673118713" sldId="1586"/>
        </pc:sldMkLst>
      </pc:sldChg>
      <pc:sldChg chg="add">
        <pc:chgData name="Sanmukh Kuppannagari" userId="ad215094-da36-4b66-9c79-369a17aea26b" providerId="ADAL" clId="{AA11B565-206C-4EF0-881B-47DE8798C588}" dt="2024-10-01T13:52:41.027" v="5058"/>
        <pc:sldMkLst>
          <pc:docMk/>
          <pc:sldMk cId="1582105460" sldId="1587"/>
        </pc:sldMkLst>
      </pc:sldChg>
      <pc:sldChg chg="add">
        <pc:chgData name="Sanmukh Kuppannagari" userId="ad215094-da36-4b66-9c79-369a17aea26b" providerId="ADAL" clId="{AA11B565-206C-4EF0-881B-47DE8798C588}" dt="2024-10-01T13:52:41.027" v="5058"/>
        <pc:sldMkLst>
          <pc:docMk/>
          <pc:sldMk cId="2630656864" sldId="1588"/>
        </pc:sldMkLst>
      </pc:sldChg>
      <pc:sldChg chg="add">
        <pc:chgData name="Sanmukh Kuppannagari" userId="ad215094-da36-4b66-9c79-369a17aea26b" providerId="ADAL" clId="{AA11B565-206C-4EF0-881B-47DE8798C588}" dt="2024-10-01T13:52:41.027" v="5058"/>
        <pc:sldMkLst>
          <pc:docMk/>
          <pc:sldMk cId="501396604" sldId="1589"/>
        </pc:sldMkLst>
      </pc:sldChg>
      <pc:sldChg chg="modSp add mod">
        <pc:chgData name="Sanmukh Kuppannagari" userId="ad215094-da36-4b66-9c79-369a17aea26b" providerId="ADAL" clId="{AA11B565-206C-4EF0-881B-47DE8798C588}" dt="2024-10-01T13:57:24.279" v="5244" actId="20577"/>
        <pc:sldMkLst>
          <pc:docMk/>
          <pc:sldMk cId="1936211990" sldId="1590"/>
        </pc:sldMkLst>
      </pc:sldChg>
      <pc:sldChg chg="add ord">
        <pc:chgData name="Sanmukh Kuppannagari" userId="ad215094-da36-4b66-9c79-369a17aea26b" providerId="ADAL" clId="{AA11B565-206C-4EF0-881B-47DE8798C588}" dt="2024-10-01T13:57:46.397" v="5247"/>
        <pc:sldMkLst>
          <pc:docMk/>
          <pc:sldMk cId="2024305596" sldId="1591"/>
        </pc:sldMkLst>
      </pc:sldChg>
      <pc:sldMasterChg chg="delSldLayout">
        <pc:chgData name="Sanmukh Kuppannagari" userId="ad215094-da36-4b66-9c79-369a17aea26b" providerId="ADAL" clId="{AA11B565-206C-4EF0-881B-47DE8798C588}" dt="2024-10-01T11:53:05.818" v="3891" actId="47"/>
        <pc:sldMasterMkLst>
          <pc:docMk/>
          <pc:sldMasterMk cId="1728476084" sldId="2147483648"/>
        </pc:sldMasterMkLst>
        <pc:sldLayoutChg chg="del">
          <pc:chgData name="Sanmukh Kuppannagari" userId="ad215094-da36-4b66-9c79-369a17aea26b" providerId="ADAL" clId="{AA11B565-206C-4EF0-881B-47DE8798C588}" dt="2024-10-01T11:53:05.818" v="3891" actId="47"/>
          <pc:sldLayoutMkLst>
            <pc:docMk/>
            <pc:sldMasterMk cId="1728476084" sldId="2147483648"/>
            <pc:sldLayoutMk cId="2002986407" sldId="2147483660"/>
          </pc:sldLayoutMkLst>
        </pc:sldLayoutChg>
      </pc:sldMasterChg>
    </pc:docChg>
  </pc:docChgLst>
  <pc:docChgLst>
    <pc:chgData name="Sanmukh Kuppannagari" userId="ad215094-da36-4b66-9c79-369a17aea26b" providerId="ADAL" clId="{B03FD5B7-5209-4023-8BA9-A3E6EAE0992B}"/>
    <pc:docChg chg="undo custSel addSld modSld">
      <pc:chgData name="Sanmukh Kuppannagari" userId="ad215094-da36-4b66-9c79-369a17aea26b" providerId="ADAL" clId="{B03FD5B7-5209-4023-8BA9-A3E6EAE0992B}" dt="2025-10-02T17:39:40.325" v="1223" actId="20577"/>
      <pc:docMkLst>
        <pc:docMk/>
      </pc:docMkLst>
      <pc:sldChg chg="modSp mod">
        <pc:chgData name="Sanmukh Kuppannagari" userId="ad215094-da36-4b66-9c79-369a17aea26b" providerId="ADAL" clId="{B03FD5B7-5209-4023-8BA9-A3E6EAE0992B}" dt="2025-10-02T17:06:54.916" v="78" actId="27636"/>
        <pc:sldMkLst>
          <pc:docMk/>
          <pc:sldMk cId="1994918385" sldId="1715"/>
        </pc:sldMkLst>
        <pc:spChg chg="mod">
          <ac:chgData name="Sanmukh Kuppannagari" userId="ad215094-da36-4b66-9c79-369a17aea26b" providerId="ADAL" clId="{B03FD5B7-5209-4023-8BA9-A3E6EAE0992B}" dt="2025-10-02T17:06:54.916" v="78" actId="27636"/>
          <ac:spMkLst>
            <pc:docMk/>
            <pc:sldMk cId="1994918385" sldId="1715"/>
            <ac:spMk id="3" creationId="{8124EEBD-F31D-0DF4-446D-83752483DC90}"/>
          </ac:spMkLst>
        </pc:spChg>
      </pc:sldChg>
      <pc:sldChg chg="modSp new mod">
        <pc:chgData name="Sanmukh Kuppannagari" userId="ad215094-da36-4b66-9c79-369a17aea26b" providerId="ADAL" clId="{B03FD5B7-5209-4023-8BA9-A3E6EAE0992B}" dt="2025-10-02T17:21:28.683" v="1008" actId="20577"/>
        <pc:sldMkLst>
          <pc:docMk/>
          <pc:sldMk cId="2212776930" sldId="1716"/>
        </pc:sldMkLst>
        <pc:spChg chg="mod">
          <ac:chgData name="Sanmukh Kuppannagari" userId="ad215094-da36-4b66-9c79-369a17aea26b" providerId="ADAL" clId="{B03FD5B7-5209-4023-8BA9-A3E6EAE0992B}" dt="2025-10-02T17:07:09.976" v="88" actId="20577"/>
          <ac:spMkLst>
            <pc:docMk/>
            <pc:sldMk cId="2212776930" sldId="1716"/>
            <ac:spMk id="2" creationId="{4A0FCBFE-C203-26AE-11DC-83325C4B9D03}"/>
          </ac:spMkLst>
        </pc:spChg>
        <pc:spChg chg="mod">
          <ac:chgData name="Sanmukh Kuppannagari" userId="ad215094-da36-4b66-9c79-369a17aea26b" providerId="ADAL" clId="{B03FD5B7-5209-4023-8BA9-A3E6EAE0992B}" dt="2025-10-02T17:21:28.683" v="1008" actId="20577"/>
          <ac:spMkLst>
            <pc:docMk/>
            <pc:sldMk cId="2212776930" sldId="1716"/>
            <ac:spMk id="3" creationId="{93969573-6B9F-B064-1151-FCD3E927B916}"/>
          </ac:spMkLst>
        </pc:spChg>
      </pc:sldChg>
      <pc:sldChg chg="addSp delSp modSp new mod">
        <pc:chgData name="Sanmukh Kuppannagari" userId="ad215094-da36-4b66-9c79-369a17aea26b" providerId="ADAL" clId="{B03FD5B7-5209-4023-8BA9-A3E6EAE0992B}" dt="2025-10-02T17:39:40.325" v="1223" actId="20577"/>
        <pc:sldMkLst>
          <pc:docMk/>
          <pc:sldMk cId="1122677445" sldId="1717"/>
        </pc:sldMkLst>
        <pc:spChg chg="mod">
          <ac:chgData name="Sanmukh Kuppannagari" userId="ad215094-da36-4b66-9c79-369a17aea26b" providerId="ADAL" clId="{B03FD5B7-5209-4023-8BA9-A3E6EAE0992B}" dt="2025-10-02T17:39:40.325" v="1223" actId="20577"/>
          <ac:spMkLst>
            <pc:docMk/>
            <pc:sldMk cId="1122677445" sldId="1717"/>
            <ac:spMk id="2" creationId="{874335F8-641B-B561-A5E5-FEA2FC24766E}"/>
          </ac:spMkLst>
        </pc:spChg>
        <pc:spChg chg="del">
          <ac:chgData name="Sanmukh Kuppannagari" userId="ad215094-da36-4b66-9c79-369a17aea26b" providerId="ADAL" clId="{B03FD5B7-5209-4023-8BA9-A3E6EAE0992B}" dt="2025-10-02T17:30:13.111" v="1010" actId="22"/>
          <ac:spMkLst>
            <pc:docMk/>
            <pc:sldMk cId="1122677445" sldId="1717"/>
            <ac:spMk id="3" creationId="{8EDD7DC7-AFE0-3460-140D-C5223260FA06}"/>
          </ac:spMkLst>
        </pc:spChg>
        <pc:spChg chg="add mod">
          <ac:chgData name="Sanmukh Kuppannagari" userId="ad215094-da36-4b66-9c79-369a17aea26b" providerId="ADAL" clId="{B03FD5B7-5209-4023-8BA9-A3E6EAE0992B}" dt="2025-10-02T17:32:01.316" v="1021" actId="1076"/>
          <ac:spMkLst>
            <pc:docMk/>
            <pc:sldMk cId="1122677445" sldId="1717"/>
            <ac:spMk id="6" creationId="{B3FBD103-C80A-D865-8797-50F8BE83B31D}"/>
          </ac:spMkLst>
        </pc:spChg>
        <pc:spChg chg="add mod">
          <ac:chgData name="Sanmukh Kuppannagari" userId="ad215094-da36-4b66-9c79-369a17aea26b" providerId="ADAL" clId="{B03FD5B7-5209-4023-8BA9-A3E6EAE0992B}" dt="2025-10-02T17:35:07.847" v="1169" actId="20577"/>
          <ac:spMkLst>
            <pc:docMk/>
            <pc:sldMk cId="1122677445" sldId="1717"/>
            <ac:spMk id="9" creationId="{F8342441-36A5-E84C-B5FC-27F275A14371}"/>
          </ac:spMkLst>
        </pc:spChg>
        <pc:spChg chg="add mod">
          <ac:chgData name="Sanmukh Kuppannagari" userId="ad215094-da36-4b66-9c79-369a17aea26b" providerId="ADAL" clId="{B03FD5B7-5209-4023-8BA9-A3E6EAE0992B}" dt="2025-10-02T17:33:26.543" v="1048" actId="767"/>
          <ac:spMkLst>
            <pc:docMk/>
            <pc:sldMk cId="1122677445" sldId="1717"/>
            <ac:spMk id="10" creationId="{8007ED34-7C24-3390-3BD3-424619659087}"/>
          </ac:spMkLst>
        </pc:spChg>
        <pc:spChg chg="add mod">
          <ac:chgData name="Sanmukh Kuppannagari" userId="ad215094-da36-4b66-9c79-369a17aea26b" providerId="ADAL" clId="{B03FD5B7-5209-4023-8BA9-A3E6EAE0992B}" dt="2025-10-02T17:33:51.502" v="1057" actId="1036"/>
          <ac:spMkLst>
            <pc:docMk/>
            <pc:sldMk cId="1122677445" sldId="1717"/>
            <ac:spMk id="11" creationId="{110EF8EB-67AE-E943-5A03-66ADDBCF94BE}"/>
          </ac:spMkLst>
        </pc:spChg>
        <pc:spChg chg="add mod">
          <ac:chgData name="Sanmukh Kuppannagari" userId="ad215094-da36-4b66-9c79-369a17aea26b" providerId="ADAL" clId="{B03FD5B7-5209-4023-8BA9-A3E6EAE0992B}" dt="2025-10-02T17:33:59.666" v="1061" actId="14100"/>
          <ac:spMkLst>
            <pc:docMk/>
            <pc:sldMk cId="1122677445" sldId="1717"/>
            <ac:spMk id="12" creationId="{F185A884-7B1B-2EFF-AA86-6E2521524E04}"/>
          </ac:spMkLst>
        </pc:spChg>
        <pc:picChg chg="add mod ord">
          <ac:chgData name="Sanmukh Kuppannagari" userId="ad215094-da36-4b66-9c79-369a17aea26b" providerId="ADAL" clId="{B03FD5B7-5209-4023-8BA9-A3E6EAE0992B}" dt="2025-10-02T17:32:01.316" v="1021" actId="1076"/>
          <ac:picMkLst>
            <pc:docMk/>
            <pc:sldMk cId="1122677445" sldId="1717"/>
            <ac:picMk id="5" creationId="{0EC3A084-68B2-0E1F-4C91-ED8141830851}"/>
          </ac:picMkLst>
        </pc:picChg>
        <pc:picChg chg="add mod modCrop">
          <ac:chgData name="Sanmukh Kuppannagari" userId="ad215094-da36-4b66-9c79-369a17aea26b" providerId="ADAL" clId="{B03FD5B7-5209-4023-8BA9-A3E6EAE0992B}" dt="2025-10-02T17:32:51.915" v="1030" actId="1076"/>
          <ac:picMkLst>
            <pc:docMk/>
            <pc:sldMk cId="1122677445" sldId="1717"/>
            <ac:picMk id="8" creationId="{57C44DD4-8194-BF39-FB3F-1443871A15EA}"/>
          </ac:picMkLst>
        </pc:picChg>
        <pc:picChg chg="add mod modCrop">
          <ac:chgData name="Sanmukh Kuppannagari" userId="ad215094-da36-4b66-9c79-369a17aea26b" providerId="ADAL" clId="{B03FD5B7-5209-4023-8BA9-A3E6EAE0992B}" dt="2025-10-02T17:39:08.098" v="1179" actId="1076"/>
          <ac:picMkLst>
            <pc:docMk/>
            <pc:sldMk cId="1122677445" sldId="1717"/>
            <ac:picMk id="14" creationId="{E849E67E-AACF-9CF3-A869-9C80166FECE4}"/>
          </ac:picMkLst>
        </pc:picChg>
      </pc:sldChg>
    </pc:docChg>
  </pc:docChgLst>
  <pc:docChgLst>
    <pc:chgData name="Sanmukh Kuppannagari" userId="ad215094-da36-4b66-9c79-369a17aea26b" providerId="ADAL" clId="{211AAAC7-5250-492F-AD78-DC6370DC9F86}"/>
    <pc:docChg chg="undo custSel addSld delSld modSld">
      <pc:chgData name="Sanmukh Kuppannagari" userId="ad215094-da36-4b66-9c79-369a17aea26b" providerId="ADAL" clId="{211AAAC7-5250-492F-AD78-DC6370DC9F86}" dt="2023-01-17T19:03:05.967" v="5107" actId="20577"/>
      <pc:docMkLst>
        <pc:docMk/>
      </pc:docMkLst>
      <pc:sldChg chg="modSp mod">
        <pc:chgData name="Sanmukh Kuppannagari" userId="ad215094-da36-4b66-9c79-369a17aea26b" providerId="ADAL" clId="{211AAAC7-5250-492F-AD78-DC6370DC9F86}" dt="2023-01-17T00:10:26.149" v="62" actId="20577"/>
        <pc:sldMkLst>
          <pc:docMk/>
          <pc:sldMk cId="728785357" sldId="256"/>
        </pc:sldMkLst>
      </pc:sldChg>
      <pc:sldChg chg="modSp mod">
        <pc:chgData name="Sanmukh Kuppannagari" userId="ad215094-da36-4b66-9c79-369a17aea26b" providerId="ADAL" clId="{211AAAC7-5250-492F-AD78-DC6370DC9F86}" dt="2023-01-17T00:13:53.144" v="165" actId="20577"/>
        <pc:sldMkLst>
          <pc:docMk/>
          <pc:sldMk cId="1853368443" sldId="257"/>
        </pc:sldMkLst>
      </pc:sldChg>
      <pc:sldChg chg="del">
        <pc:chgData name="Sanmukh Kuppannagari" userId="ad215094-da36-4b66-9c79-369a17aea26b" providerId="ADAL" clId="{211AAAC7-5250-492F-AD78-DC6370DC9F86}" dt="2023-01-17T00:14:37.645" v="166" actId="47"/>
        <pc:sldMkLst>
          <pc:docMk/>
          <pc:sldMk cId="1571907200" sldId="258"/>
        </pc:sldMkLst>
      </pc:sldChg>
      <pc:sldChg chg="modSp mod">
        <pc:chgData name="Sanmukh Kuppannagari" userId="ad215094-da36-4b66-9c79-369a17aea26b" providerId="ADAL" clId="{211AAAC7-5250-492F-AD78-DC6370DC9F86}" dt="2023-01-17T05:21:29.636" v="3029" actId="20577"/>
        <pc:sldMkLst>
          <pc:docMk/>
          <pc:sldMk cId="2017305151" sldId="261"/>
        </pc:sldMkLst>
      </pc:sldChg>
      <pc:sldChg chg="del">
        <pc:chgData name="Sanmukh Kuppannagari" userId="ad215094-da36-4b66-9c79-369a17aea26b" providerId="ADAL" clId="{211AAAC7-5250-492F-AD78-DC6370DC9F86}" dt="2023-01-17T00:14:40.024" v="167" actId="47"/>
        <pc:sldMkLst>
          <pc:docMk/>
          <pc:sldMk cId="935783954" sldId="262"/>
        </pc:sldMkLst>
      </pc:sldChg>
      <pc:sldChg chg="modSp mod">
        <pc:chgData name="Sanmukh Kuppannagari" userId="ad215094-da36-4b66-9c79-369a17aea26b" providerId="ADAL" clId="{211AAAC7-5250-492F-AD78-DC6370DC9F86}" dt="2023-01-17T05:27:42.704" v="3061" actId="20577"/>
        <pc:sldMkLst>
          <pc:docMk/>
          <pc:sldMk cId="2115879010" sldId="263"/>
        </pc:sldMkLst>
      </pc:sldChg>
      <pc:sldChg chg="modSp mod">
        <pc:chgData name="Sanmukh Kuppannagari" userId="ad215094-da36-4b66-9c79-369a17aea26b" providerId="ADAL" clId="{211AAAC7-5250-492F-AD78-DC6370DC9F86}" dt="2023-01-17T00:31:13.296" v="259" actId="20577"/>
        <pc:sldMkLst>
          <pc:docMk/>
          <pc:sldMk cId="4279812585" sldId="264"/>
        </pc:sldMkLst>
      </pc:sldChg>
      <pc:sldChg chg="modSp mod">
        <pc:chgData name="Sanmukh Kuppannagari" userId="ad215094-da36-4b66-9c79-369a17aea26b" providerId="ADAL" clId="{211AAAC7-5250-492F-AD78-DC6370DC9F86}" dt="2023-01-17T00:34:34.466" v="465" actId="20577"/>
        <pc:sldMkLst>
          <pc:docMk/>
          <pc:sldMk cId="229327562" sldId="265"/>
        </pc:sldMkLst>
      </pc:sldChg>
      <pc:sldChg chg="del">
        <pc:chgData name="Sanmukh Kuppannagari" userId="ad215094-da36-4b66-9c79-369a17aea26b" providerId="ADAL" clId="{211AAAC7-5250-492F-AD78-DC6370DC9F86}" dt="2023-01-17T00:53:58.669" v="1377" actId="47"/>
        <pc:sldMkLst>
          <pc:docMk/>
          <pc:sldMk cId="773656466" sldId="266"/>
        </pc:sldMkLst>
      </pc:sldChg>
      <pc:sldChg chg="del">
        <pc:chgData name="Sanmukh Kuppannagari" userId="ad215094-da36-4b66-9c79-369a17aea26b" providerId="ADAL" clId="{211AAAC7-5250-492F-AD78-DC6370DC9F86}" dt="2023-01-17T00:53:58.669" v="1377" actId="47"/>
        <pc:sldMkLst>
          <pc:docMk/>
          <pc:sldMk cId="1546929182" sldId="267"/>
        </pc:sldMkLst>
      </pc:sldChg>
      <pc:sldChg chg="del">
        <pc:chgData name="Sanmukh Kuppannagari" userId="ad215094-da36-4b66-9c79-369a17aea26b" providerId="ADAL" clId="{211AAAC7-5250-492F-AD78-DC6370DC9F86}" dt="2023-01-17T00:53:58.669" v="1377" actId="47"/>
        <pc:sldMkLst>
          <pc:docMk/>
          <pc:sldMk cId="2141319369" sldId="268"/>
        </pc:sldMkLst>
      </pc:sldChg>
      <pc:sldChg chg="del">
        <pc:chgData name="Sanmukh Kuppannagari" userId="ad215094-da36-4b66-9c79-369a17aea26b" providerId="ADAL" clId="{211AAAC7-5250-492F-AD78-DC6370DC9F86}" dt="2023-01-17T00:53:58.669" v="1377" actId="47"/>
        <pc:sldMkLst>
          <pc:docMk/>
          <pc:sldMk cId="2869887146" sldId="269"/>
        </pc:sldMkLst>
      </pc:sldChg>
      <pc:sldChg chg="del">
        <pc:chgData name="Sanmukh Kuppannagari" userId="ad215094-da36-4b66-9c79-369a17aea26b" providerId="ADAL" clId="{211AAAC7-5250-492F-AD78-DC6370DC9F86}" dt="2023-01-17T00:53:58.669" v="1377" actId="47"/>
        <pc:sldMkLst>
          <pc:docMk/>
          <pc:sldMk cId="1405443998" sldId="270"/>
        </pc:sldMkLst>
      </pc:sldChg>
      <pc:sldChg chg="del">
        <pc:chgData name="Sanmukh Kuppannagari" userId="ad215094-da36-4b66-9c79-369a17aea26b" providerId="ADAL" clId="{211AAAC7-5250-492F-AD78-DC6370DC9F86}" dt="2023-01-17T00:53:58.669" v="1377" actId="47"/>
        <pc:sldMkLst>
          <pc:docMk/>
          <pc:sldMk cId="17832347" sldId="271"/>
        </pc:sldMkLst>
      </pc:sldChg>
      <pc:sldChg chg="del">
        <pc:chgData name="Sanmukh Kuppannagari" userId="ad215094-da36-4b66-9c79-369a17aea26b" providerId="ADAL" clId="{211AAAC7-5250-492F-AD78-DC6370DC9F86}" dt="2023-01-17T00:53:58.669" v="1377" actId="47"/>
        <pc:sldMkLst>
          <pc:docMk/>
          <pc:sldMk cId="1974194003" sldId="272"/>
        </pc:sldMkLst>
      </pc:sldChg>
      <pc:sldChg chg="del">
        <pc:chgData name="Sanmukh Kuppannagari" userId="ad215094-da36-4b66-9c79-369a17aea26b" providerId="ADAL" clId="{211AAAC7-5250-492F-AD78-DC6370DC9F86}" dt="2023-01-17T00:53:58.669" v="1377" actId="47"/>
        <pc:sldMkLst>
          <pc:docMk/>
          <pc:sldMk cId="664933502" sldId="273"/>
        </pc:sldMkLst>
      </pc:sldChg>
      <pc:sldChg chg="del">
        <pc:chgData name="Sanmukh Kuppannagari" userId="ad215094-da36-4b66-9c79-369a17aea26b" providerId="ADAL" clId="{211AAAC7-5250-492F-AD78-DC6370DC9F86}" dt="2023-01-17T00:53:58.669" v="1377" actId="47"/>
        <pc:sldMkLst>
          <pc:docMk/>
          <pc:sldMk cId="517079826" sldId="274"/>
        </pc:sldMkLst>
      </pc:sldChg>
      <pc:sldChg chg="del">
        <pc:chgData name="Sanmukh Kuppannagari" userId="ad215094-da36-4b66-9c79-369a17aea26b" providerId="ADAL" clId="{211AAAC7-5250-492F-AD78-DC6370DC9F86}" dt="2023-01-17T00:53:58.669" v="1377" actId="47"/>
        <pc:sldMkLst>
          <pc:docMk/>
          <pc:sldMk cId="332663318" sldId="275"/>
        </pc:sldMkLst>
      </pc:sldChg>
      <pc:sldChg chg="del">
        <pc:chgData name="Sanmukh Kuppannagari" userId="ad215094-da36-4b66-9c79-369a17aea26b" providerId="ADAL" clId="{211AAAC7-5250-492F-AD78-DC6370DC9F86}" dt="2023-01-17T00:53:58.669" v="1377" actId="47"/>
        <pc:sldMkLst>
          <pc:docMk/>
          <pc:sldMk cId="1665426680" sldId="276"/>
        </pc:sldMkLst>
      </pc:sldChg>
      <pc:sldChg chg="del">
        <pc:chgData name="Sanmukh Kuppannagari" userId="ad215094-da36-4b66-9c79-369a17aea26b" providerId="ADAL" clId="{211AAAC7-5250-492F-AD78-DC6370DC9F86}" dt="2023-01-17T00:53:58.669" v="1377" actId="47"/>
        <pc:sldMkLst>
          <pc:docMk/>
          <pc:sldMk cId="1064585860" sldId="277"/>
        </pc:sldMkLst>
      </pc:sldChg>
      <pc:sldChg chg="del">
        <pc:chgData name="Sanmukh Kuppannagari" userId="ad215094-da36-4b66-9c79-369a17aea26b" providerId="ADAL" clId="{211AAAC7-5250-492F-AD78-DC6370DC9F86}" dt="2023-01-17T00:53:58.669" v="1377" actId="47"/>
        <pc:sldMkLst>
          <pc:docMk/>
          <pc:sldMk cId="2392899443" sldId="278"/>
        </pc:sldMkLst>
      </pc:sldChg>
      <pc:sldChg chg="del">
        <pc:chgData name="Sanmukh Kuppannagari" userId="ad215094-da36-4b66-9c79-369a17aea26b" providerId="ADAL" clId="{211AAAC7-5250-492F-AD78-DC6370DC9F86}" dt="2023-01-17T00:53:58.669" v="1377" actId="47"/>
        <pc:sldMkLst>
          <pc:docMk/>
          <pc:sldMk cId="3752910855" sldId="279"/>
        </pc:sldMkLst>
      </pc:sldChg>
      <pc:sldChg chg="del">
        <pc:chgData name="Sanmukh Kuppannagari" userId="ad215094-da36-4b66-9c79-369a17aea26b" providerId="ADAL" clId="{211AAAC7-5250-492F-AD78-DC6370DC9F86}" dt="2023-01-17T00:53:58.669" v="1377" actId="47"/>
        <pc:sldMkLst>
          <pc:docMk/>
          <pc:sldMk cId="621001467" sldId="280"/>
        </pc:sldMkLst>
      </pc:sldChg>
      <pc:sldChg chg="del">
        <pc:chgData name="Sanmukh Kuppannagari" userId="ad215094-da36-4b66-9c79-369a17aea26b" providerId="ADAL" clId="{211AAAC7-5250-492F-AD78-DC6370DC9F86}" dt="2023-01-17T00:53:58.669" v="1377" actId="47"/>
        <pc:sldMkLst>
          <pc:docMk/>
          <pc:sldMk cId="3740158276" sldId="281"/>
        </pc:sldMkLst>
      </pc:sldChg>
      <pc:sldChg chg="del">
        <pc:chgData name="Sanmukh Kuppannagari" userId="ad215094-da36-4b66-9c79-369a17aea26b" providerId="ADAL" clId="{211AAAC7-5250-492F-AD78-DC6370DC9F86}" dt="2023-01-17T00:53:58.669" v="1377" actId="47"/>
        <pc:sldMkLst>
          <pc:docMk/>
          <pc:sldMk cId="1659248167" sldId="282"/>
        </pc:sldMkLst>
      </pc:sldChg>
      <pc:sldChg chg="del">
        <pc:chgData name="Sanmukh Kuppannagari" userId="ad215094-da36-4b66-9c79-369a17aea26b" providerId="ADAL" clId="{211AAAC7-5250-492F-AD78-DC6370DC9F86}" dt="2023-01-17T00:53:58.669" v="1377" actId="47"/>
        <pc:sldMkLst>
          <pc:docMk/>
          <pc:sldMk cId="3056812290" sldId="283"/>
        </pc:sldMkLst>
      </pc:sldChg>
      <pc:sldChg chg="del">
        <pc:chgData name="Sanmukh Kuppannagari" userId="ad215094-da36-4b66-9c79-369a17aea26b" providerId="ADAL" clId="{211AAAC7-5250-492F-AD78-DC6370DC9F86}" dt="2023-01-17T00:53:58.669" v="1377" actId="47"/>
        <pc:sldMkLst>
          <pc:docMk/>
          <pc:sldMk cId="667679245" sldId="284"/>
        </pc:sldMkLst>
      </pc:sldChg>
      <pc:sldChg chg="del">
        <pc:chgData name="Sanmukh Kuppannagari" userId="ad215094-da36-4b66-9c79-369a17aea26b" providerId="ADAL" clId="{211AAAC7-5250-492F-AD78-DC6370DC9F86}" dt="2023-01-17T00:53:58.669" v="1377" actId="47"/>
        <pc:sldMkLst>
          <pc:docMk/>
          <pc:sldMk cId="3965516982" sldId="285"/>
        </pc:sldMkLst>
      </pc:sldChg>
      <pc:sldChg chg="del">
        <pc:chgData name="Sanmukh Kuppannagari" userId="ad215094-da36-4b66-9c79-369a17aea26b" providerId="ADAL" clId="{211AAAC7-5250-492F-AD78-DC6370DC9F86}" dt="2023-01-17T00:53:58.669" v="1377" actId="47"/>
        <pc:sldMkLst>
          <pc:docMk/>
          <pc:sldMk cId="3839782843" sldId="286"/>
        </pc:sldMkLst>
      </pc:sldChg>
      <pc:sldChg chg="modSp mod">
        <pc:chgData name="Sanmukh Kuppannagari" userId="ad215094-da36-4b66-9c79-369a17aea26b" providerId="ADAL" clId="{211AAAC7-5250-492F-AD78-DC6370DC9F86}" dt="2023-01-17T19:03:05.967" v="5107" actId="20577"/>
        <pc:sldMkLst>
          <pc:docMk/>
          <pc:sldMk cId="2158303791" sldId="288"/>
        </pc:sldMkLst>
      </pc:sldChg>
      <pc:sldChg chg="modSp mod">
        <pc:chgData name="Sanmukh Kuppannagari" userId="ad215094-da36-4b66-9c79-369a17aea26b" providerId="ADAL" clId="{211AAAC7-5250-492F-AD78-DC6370DC9F86}" dt="2023-01-17T05:27:35.099" v="3045" actId="20577"/>
        <pc:sldMkLst>
          <pc:docMk/>
          <pc:sldMk cId="570291501" sldId="289"/>
        </pc:sldMkLst>
      </pc:sldChg>
      <pc:sldChg chg="modSp new mod">
        <pc:chgData name="Sanmukh Kuppannagari" userId="ad215094-da36-4b66-9c79-369a17aea26b" providerId="ADAL" clId="{211AAAC7-5250-492F-AD78-DC6370DC9F86}" dt="2023-01-17T16:57:39.252" v="3298" actId="20577"/>
        <pc:sldMkLst>
          <pc:docMk/>
          <pc:sldMk cId="2156678824" sldId="290"/>
        </pc:sldMkLst>
      </pc:sldChg>
      <pc:sldChg chg="modSp new mod">
        <pc:chgData name="Sanmukh Kuppannagari" userId="ad215094-da36-4b66-9c79-369a17aea26b" providerId="ADAL" clId="{211AAAC7-5250-492F-AD78-DC6370DC9F86}" dt="2023-01-17T16:58:07.896" v="3380" actId="20577"/>
        <pc:sldMkLst>
          <pc:docMk/>
          <pc:sldMk cId="2291869099" sldId="291"/>
        </pc:sldMkLst>
      </pc:sldChg>
      <pc:sldChg chg="modSp new mod">
        <pc:chgData name="Sanmukh Kuppannagari" userId="ad215094-da36-4b66-9c79-369a17aea26b" providerId="ADAL" clId="{211AAAC7-5250-492F-AD78-DC6370DC9F86}" dt="2023-01-17T00:52:03.469" v="1234" actId="20577"/>
        <pc:sldMkLst>
          <pc:docMk/>
          <pc:sldMk cId="3873626867" sldId="292"/>
        </pc:sldMkLst>
      </pc:sldChg>
      <pc:sldChg chg="modSp new mod">
        <pc:chgData name="Sanmukh Kuppannagari" userId="ad215094-da36-4b66-9c79-369a17aea26b" providerId="ADAL" clId="{211AAAC7-5250-492F-AD78-DC6370DC9F86}" dt="2023-01-17T00:53:22.245" v="1376" actId="20577"/>
        <pc:sldMkLst>
          <pc:docMk/>
          <pc:sldMk cId="1774998115" sldId="293"/>
        </pc:sldMkLst>
      </pc:sldChg>
      <pc:sldChg chg="modSp new mod">
        <pc:chgData name="Sanmukh Kuppannagari" userId="ad215094-da36-4b66-9c79-369a17aea26b" providerId="ADAL" clId="{211AAAC7-5250-492F-AD78-DC6370DC9F86}" dt="2023-01-17T17:07:59.378" v="3662" actId="20577"/>
        <pc:sldMkLst>
          <pc:docMk/>
          <pc:sldMk cId="2638425655" sldId="294"/>
        </pc:sldMkLst>
      </pc:sldChg>
      <pc:sldChg chg="modSp new mod">
        <pc:chgData name="Sanmukh Kuppannagari" userId="ad215094-da36-4b66-9c79-369a17aea26b" providerId="ADAL" clId="{211AAAC7-5250-492F-AD78-DC6370DC9F86}" dt="2023-01-17T04:46:26.863" v="1821" actId="20577"/>
        <pc:sldMkLst>
          <pc:docMk/>
          <pc:sldMk cId="2615144390" sldId="295"/>
        </pc:sldMkLst>
      </pc:sldChg>
      <pc:sldChg chg="modSp new mod">
        <pc:chgData name="Sanmukh Kuppannagari" userId="ad215094-da36-4b66-9c79-369a17aea26b" providerId="ADAL" clId="{211AAAC7-5250-492F-AD78-DC6370DC9F86}" dt="2023-01-17T04:50:22.336" v="2113" actId="20577"/>
        <pc:sldMkLst>
          <pc:docMk/>
          <pc:sldMk cId="3329329736" sldId="296"/>
        </pc:sldMkLst>
      </pc:sldChg>
      <pc:sldChg chg="modSp new mod">
        <pc:chgData name="Sanmukh Kuppannagari" userId="ad215094-da36-4b66-9c79-369a17aea26b" providerId="ADAL" clId="{211AAAC7-5250-492F-AD78-DC6370DC9F86}" dt="2023-01-17T17:57:00.676" v="3862" actId="20577"/>
        <pc:sldMkLst>
          <pc:docMk/>
          <pc:sldMk cId="99553615" sldId="297"/>
        </pc:sldMkLst>
      </pc:sldChg>
      <pc:sldChg chg="modSp new mod">
        <pc:chgData name="Sanmukh Kuppannagari" userId="ad215094-da36-4b66-9c79-369a17aea26b" providerId="ADAL" clId="{211AAAC7-5250-492F-AD78-DC6370DC9F86}" dt="2023-01-17T04:55:37.586" v="2539" actId="20577"/>
        <pc:sldMkLst>
          <pc:docMk/>
          <pc:sldMk cId="3682190543" sldId="298"/>
        </pc:sldMkLst>
      </pc:sldChg>
      <pc:sldChg chg="modSp new mod">
        <pc:chgData name="Sanmukh Kuppannagari" userId="ad215094-da36-4b66-9c79-369a17aea26b" providerId="ADAL" clId="{211AAAC7-5250-492F-AD78-DC6370DC9F86}" dt="2023-01-17T17:59:25.345" v="4026" actId="20577"/>
        <pc:sldMkLst>
          <pc:docMk/>
          <pc:sldMk cId="1020910546" sldId="299"/>
        </pc:sldMkLst>
      </pc:sldChg>
      <pc:sldChg chg="modSp new mod">
        <pc:chgData name="Sanmukh Kuppannagari" userId="ad215094-da36-4b66-9c79-369a17aea26b" providerId="ADAL" clId="{211AAAC7-5250-492F-AD78-DC6370DC9F86}" dt="2023-01-17T05:02:26.766" v="2961" actId="20577"/>
        <pc:sldMkLst>
          <pc:docMk/>
          <pc:sldMk cId="3765558418" sldId="300"/>
        </pc:sldMkLst>
      </pc:sldChg>
      <pc:sldChg chg="modSp add mod">
        <pc:chgData name="Sanmukh Kuppannagari" userId="ad215094-da36-4b66-9c79-369a17aea26b" providerId="ADAL" clId="{211AAAC7-5250-492F-AD78-DC6370DC9F86}" dt="2023-01-17T05:27:59.040" v="3096" actId="207"/>
        <pc:sldMkLst>
          <pc:docMk/>
          <pc:sldMk cId="670794243" sldId="301"/>
        </pc:sldMkLst>
      </pc:sldChg>
      <pc:sldChg chg="modSp new mod">
        <pc:chgData name="Sanmukh Kuppannagari" userId="ad215094-da36-4b66-9c79-369a17aea26b" providerId="ADAL" clId="{211AAAC7-5250-492F-AD78-DC6370DC9F86}" dt="2023-01-17T05:04:14.702" v="3013" actId="20577"/>
        <pc:sldMkLst>
          <pc:docMk/>
          <pc:sldMk cId="2162272" sldId="302"/>
        </pc:sldMkLst>
      </pc:sldChg>
      <pc:sldChg chg="modSp add mod">
        <pc:chgData name="Sanmukh Kuppannagari" userId="ad215094-da36-4b66-9c79-369a17aea26b" providerId="ADAL" clId="{211AAAC7-5250-492F-AD78-DC6370DC9F86}" dt="2023-01-17T05:28:17.340" v="3098" actId="207"/>
        <pc:sldMkLst>
          <pc:docMk/>
          <pc:sldMk cId="2602328554" sldId="303"/>
        </pc:sldMkLst>
      </pc:sldChg>
      <pc:sldChg chg="modSp new mod">
        <pc:chgData name="Sanmukh Kuppannagari" userId="ad215094-da36-4b66-9c79-369a17aea26b" providerId="ADAL" clId="{211AAAC7-5250-492F-AD78-DC6370DC9F86}" dt="2023-01-17T05:32:46.400" v="3279" actId="20577"/>
        <pc:sldMkLst>
          <pc:docMk/>
          <pc:sldMk cId="3182011601" sldId="304"/>
        </pc:sldMkLst>
      </pc:sldChg>
      <pc:sldChg chg="modSp new mod">
        <pc:chgData name="Sanmukh Kuppannagari" userId="ad215094-da36-4b66-9c79-369a17aea26b" providerId="ADAL" clId="{211AAAC7-5250-492F-AD78-DC6370DC9F86}" dt="2023-01-17T18:00:34.818" v="4104" actId="20577"/>
        <pc:sldMkLst>
          <pc:docMk/>
          <pc:sldMk cId="2520937317" sldId="305"/>
        </pc:sldMkLst>
      </pc:sldChg>
      <pc:sldChg chg="addSp delSp modSp new mod">
        <pc:chgData name="Sanmukh Kuppannagari" userId="ad215094-da36-4b66-9c79-369a17aea26b" providerId="ADAL" clId="{211AAAC7-5250-492F-AD78-DC6370DC9F86}" dt="2023-01-17T18:15:02.850" v="4280" actId="1076"/>
        <pc:sldMkLst>
          <pc:docMk/>
          <pc:sldMk cId="787331322" sldId="306"/>
        </pc:sldMkLst>
      </pc:sldChg>
      <pc:sldChg chg="addSp delSp modSp new mod">
        <pc:chgData name="Sanmukh Kuppannagari" userId="ad215094-da36-4b66-9c79-369a17aea26b" providerId="ADAL" clId="{211AAAC7-5250-492F-AD78-DC6370DC9F86}" dt="2023-01-17T18:19:15.464" v="4300" actId="1076"/>
        <pc:sldMkLst>
          <pc:docMk/>
          <pc:sldMk cId="592458898" sldId="307"/>
        </pc:sldMkLst>
      </pc:sldChg>
      <pc:sldChg chg="addSp delSp modSp new mod">
        <pc:chgData name="Sanmukh Kuppannagari" userId="ad215094-da36-4b66-9c79-369a17aea26b" providerId="ADAL" clId="{211AAAC7-5250-492F-AD78-DC6370DC9F86}" dt="2023-01-17T18:20:47.319" v="4319" actId="1076"/>
        <pc:sldMkLst>
          <pc:docMk/>
          <pc:sldMk cId="1871853996" sldId="308"/>
        </pc:sldMkLst>
      </pc:sldChg>
      <pc:sldChg chg="addSp modSp new mod">
        <pc:chgData name="Sanmukh Kuppannagari" userId="ad215094-da36-4b66-9c79-369a17aea26b" providerId="ADAL" clId="{211AAAC7-5250-492F-AD78-DC6370DC9F86}" dt="2023-01-17T18:59:20.062" v="4992" actId="20577"/>
        <pc:sldMkLst>
          <pc:docMk/>
          <pc:sldMk cId="418652833" sldId="309"/>
        </pc:sldMkLst>
      </pc:sldChg>
      <pc:sldChg chg="addSp modSp new mod">
        <pc:chgData name="Sanmukh Kuppannagari" userId="ad215094-da36-4b66-9c79-369a17aea26b" providerId="ADAL" clId="{211AAAC7-5250-492F-AD78-DC6370DC9F86}" dt="2023-01-17T18:41:03.310" v="4764" actId="20577"/>
        <pc:sldMkLst>
          <pc:docMk/>
          <pc:sldMk cId="712137956" sldId="310"/>
        </pc:sldMkLst>
      </pc:sldChg>
      <pc:sldChg chg="addSp delSp modSp new mod">
        <pc:chgData name="Sanmukh Kuppannagari" userId="ad215094-da36-4b66-9c79-369a17aea26b" providerId="ADAL" clId="{211AAAC7-5250-492F-AD78-DC6370DC9F86}" dt="2023-01-17T18:47:03.341" v="4901" actId="20577"/>
        <pc:sldMkLst>
          <pc:docMk/>
          <pc:sldMk cId="670143684" sldId="311"/>
        </pc:sldMkLst>
      </pc:sldChg>
      <pc:sldChg chg="addSp modSp new mod">
        <pc:chgData name="Sanmukh Kuppannagari" userId="ad215094-da36-4b66-9c79-369a17aea26b" providerId="ADAL" clId="{211AAAC7-5250-492F-AD78-DC6370DC9F86}" dt="2023-01-17T18:56:38.874" v="4978" actId="1076"/>
        <pc:sldMkLst>
          <pc:docMk/>
          <pc:sldMk cId="1402496708" sldId="312"/>
        </pc:sldMkLst>
      </pc:sldChg>
      <pc:sldChg chg="modSp new mod">
        <pc:chgData name="Sanmukh Kuppannagari" userId="ad215094-da36-4b66-9c79-369a17aea26b" providerId="ADAL" clId="{211AAAC7-5250-492F-AD78-DC6370DC9F86}" dt="2023-01-17T19:02:16.888" v="5028" actId="20577"/>
        <pc:sldMkLst>
          <pc:docMk/>
          <pc:sldMk cId="4113171285" sldId="313"/>
        </pc:sldMkLst>
      </pc:sldChg>
    </pc:docChg>
  </pc:docChgLst>
  <pc:docChgLst>
    <pc:chgData name="Sanmukh Kuppannagari" userId="ad215094-da36-4b66-9c79-369a17aea26b" providerId="ADAL" clId="{F797E296-EE96-4BD7-8F16-D43071948EEE}"/>
    <pc:docChg chg="undo custSel addSld delSld modSld sldOrd">
      <pc:chgData name="Sanmukh Kuppannagari" userId="ad215094-da36-4b66-9c79-369a17aea26b" providerId="ADAL" clId="{F797E296-EE96-4BD7-8F16-D43071948EEE}" dt="2025-10-02T16:30:34.032" v="10390" actId="20577"/>
      <pc:docMkLst>
        <pc:docMk/>
      </pc:docMkLst>
      <pc:sldChg chg="modSp mod">
        <pc:chgData name="Sanmukh Kuppannagari" userId="ad215094-da36-4b66-9c79-369a17aea26b" providerId="ADAL" clId="{F797E296-EE96-4BD7-8F16-D43071948EEE}" dt="2025-10-01T18:09:41.263" v="11" actId="20577"/>
        <pc:sldMkLst>
          <pc:docMk/>
          <pc:sldMk cId="728785357" sldId="256"/>
        </pc:sldMkLst>
        <pc:spChg chg="mod">
          <ac:chgData name="Sanmukh Kuppannagari" userId="ad215094-da36-4b66-9c79-369a17aea26b" providerId="ADAL" clId="{F797E296-EE96-4BD7-8F16-D43071948EEE}" dt="2025-10-01T18:09:41.263" v="11" actId="20577"/>
          <ac:spMkLst>
            <pc:docMk/>
            <pc:sldMk cId="728785357" sldId="256"/>
            <ac:spMk id="3" creationId="{C46BB279-3651-105A-8503-217F67B1FED8}"/>
          </ac:spMkLst>
        </pc:spChg>
      </pc:sldChg>
      <pc:sldChg chg="addSp delSp modSp add mod">
        <pc:chgData name="Sanmukh Kuppannagari" userId="ad215094-da36-4b66-9c79-369a17aea26b" providerId="ADAL" clId="{F797E296-EE96-4BD7-8F16-D43071948EEE}" dt="2025-10-01T18:22:21.970" v="425" actId="6549"/>
        <pc:sldMkLst>
          <pc:docMk/>
          <pc:sldMk cId="0" sldId="258"/>
        </pc:sldMkLst>
        <pc:spChg chg="mod">
          <ac:chgData name="Sanmukh Kuppannagari" userId="ad215094-da36-4b66-9c79-369a17aea26b" providerId="ADAL" clId="{F797E296-EE96-4BD7-8F16-D43071948EEE}" dt="2025-10-01T18:22:21.970" v="425" actId="6549"/>
          <ac:spMkLst>
            <pc:docMk/>
            <pc:sldMk cId="0" sldId="258"/>
            <ac:spMk id="143" creationId="{00000000-0000-0000-0000-000000000000}"/>
          </ac:spMkLst>
        </pc:spChg>
        <pc:spChg chg="mod">
          <ac:chgData name="Sanmukh Kuppannagari" userId="ad215094-da36-4b66-9c79-369a17aea26b" providerId="ADAL" clId="{F797E296-EE96-4BD7-8F16-D43071948EEE}" dt="2025-10-01T18:21:01.455" v="377" actId="27636"/>
          <ac:spMkLst>
            <pc:docMk/>
            <pc:sldMk cId="0" sldId="258"/>
            <ac:spMk id="144" creationId="{00000000-0000-0000-0000-000000000000}"/>
          </ac:spMkLst>
        </pc:spChg>
        <pc:picChg chg="add mod modCrop">
          <ac:chgData name="Sanmukh Kuppannagari" userId="ad215094-da36-4b66-9c79-369a17aea26b" providerId="ADAL" clId="{F797E296-EE96-4BD7-8F16-D43071948EEE}" dt="2025-10-01T18:21:07.572" v="379" actId="1076"/>
          <ac:picMkLst>
            <pc:docMk/>
            <pc:sldMk cId="0" sldId="258"/>
            <ac:picMk id="3" creationId="{DE5774F5-8FDF-C42E-E4DC-4BBB6A51D7D7}"/>
          </ac:picMkLst>
        </pc:picChg>
        <pc:picChg chg="del">
          <ac:chgData name="Sanmukh Kuppannagari" userId="ad215094-da36-4b66-9c79-369a17aea26b" providerId="ADAL" clId="{F797E296-EE96-4BD7-8F16-D43071948EEE}" dt="2025-10-01T18:20:20.960" v="363" actId="478"/>
          <ac:picMkLst>
            <pc:docMk/>
            <pc:sldMk cId="0" sldId="258"/>
            <ac:picMk id="145" creationId="{00000000-0000-0000-0000-000000000000}"/>
          </ac:picMkLst>
        </pc:picChg>
      </pc:sldChg>
      <pc:sldChg chg="modSp add mod">
        <pc:chgData name="Sanmukh Kuppannagari" userId="ad215094-da36-4b66-9c79-369a17aea26b" providerId="ADAL" clId="{F797E296-EE96-4BD7-8F16-D43071948EEE}" dt="2025-10-01T18:24:14.235" v="514" actId="20577"/>
        <pc:sldMkLst>
          <pc:docMk/>
          <pc:sldMk cId="0" sldId="259"/>
        </pc:sldMkLst>
        <pc:spChg chg="mod">
          <ac:chgData name="Sanmukh Kuppannagari" userId="ad215094-da36-4b66-9c79-369a17aea26b" providerId="ADAL" clId="{F797E296-EE96-4BD7-8F16-D43071948EEE}" dt="2025-10-01T18:23:51.008" v="499" actId="20577"/>
          <ac:spMkLst>
            <pc:docMk/>
            <pc:sldMk cId="0" sldId="259"/>
            <ac:spMk id="150" creationId="{00000000-0000-0000-0000-000000000000}"/>
          </ac:spMkLst>
        </pc:spChg>
        <pc:spChg chg="mod">
          <ac:chgData name="Sanmukh Kuppannagari" userId="ad215094-da36-4b66-9c79-369a17aea26b" providerId="ADAL" clId="{F797E296-EE96-4BD7-8F16-D43071948EEE}" dt="2025-10-01T18:24:14.235" v="514" actId="20577"/>
          <ac:spMkLst>
            <pc:docMk/>
            <pc:sldMk cId="0" sldId="259"/>
            <ac:spMk id="151" creationId="{00000000-0000-0000-0000-000000000000}"/>
          </ac:spMkLst>
        </pc:spChg>
      </pc:sldChg>
      <pc:sldChg chg="modSp add mod">
        <pc:chgData name="Sanmukh Kuppannagari" userId="ad215094-da36-4b66-9c79-369a17aea26b" providerId="ADAL" clId="{F797E296-EE96-4BD7-8F16-D43071948EEE}" dt="2025-10-01T18:24:36.829" v="520" actId="20577"/>
        <pc:sldMkLst>
          <pc:docMk/>
          <pc:sldMk cId="0" sldId="260"/>
        </pc:sldMkLst>
        <pc:spChg chg="mod">
          <ac:chgData name="Sanmukh Kuppannagari" userId="ad215094-da36-4b66-9c79-369a17aea26b" providerId="ADAL" clId="{F797E296-EE96-4BD7-8F16-D43071948EEE}" dt="2025-10-01T18:24:36.829" v="520" actId="20577"/>
          <ac:spMkLst>
            <pc:docMk/>
            <pc:sldMk cId="0" sldId="260"/>
            <ac:spMk id="156" creationId="{00000000-0000-0000-0000-000000000000}"/>
          </ac:spMkLst>
        </pc:spChg>
      </pc:sldChg>
      <pc:sldChg chg="modSp mod">
        <pc:chgData name="Sanmukh Kuppannagari" userId="ad215094-da36-4b66-9c79-369a17aea26b" providerId="ADAL" clId="{F797E296-EE96-4BD7-8F16-D43071948EEE}" dt="2025-10-01T22:05:56.510" v="5527"/>
        <pc:sldMkLst>
          <pc:docMk/>
          <pc:sldMk cId="2017305151" sldId="261"/>
        </pc:sldMkLst>
        <pc:spChg chg="mod">
          <ac:chgData name="Sanmukh Kuppannagari" userId="ad215094-da36-4b66-9c79-369a17aea26b" providerId="ADAL" clId="{F797E296-EE96-4BD7-8F16-D43071948EEE}" dt="2025-10-01T22:05:56.510" v="5527"/>
          <ac:spMkLst>
            <pc:docMk/>
            <pc:sldMk cId="2017305151" sldId="261"/>
            <ac:spMk id="3" creationId="{D61E7643-79A8-EFA8-035B-07E3457DA90C}"/>
          </ac:spMkLst>
        </pc:spChg>
      </pc:sldChg>
      <pc:sldChg chg="modSp add mod">
        <pc:chgData name="Sanmukh Kuppannagari" userId="ad215094-da36-4b66-9c79-369a17aea26b" providerId="ADAL" clId="{F797E296-EE96-4BD7-8F16-D43071948EEE}" dt="2025-10-01T20:40:20.545" v="2473" actId="1076"/>
        <pc:sldMkLst>
          <pc:docMk/>
          <pc:sldMk cId="0" sldId="262"/>
        </pc:sldMkLst>
        <pc:spChg chg="mod">
          <ac:chgData name="Sanmukh Kuppannagari" userId="ad215094-da36-4b66-9c79-369a17aea26b" providerId="ADAL" clId="{F797E296-EE96-4BD7-8F16-D43071948EEE}" dt="2025-10-01T20:39:50.619" v="2460" actId="20577"/>
          <ac:spMkLst>
            <pc:docMk/>
            <pc:sldMk cId="0" sldId="262"/>
            <ac:spMk id="170" creationId="{00000000-0000-0000-0000-000000000000}"/>
          </ac:spMkLst>
        </pc:spChg>
        <pc:spChg chg="mod">
          <ac:chgData name="Sanmukh Kuppannagari" userId="ad215094-da36-4b66-9c79-369a17aea26b" providerId="ADAL" clId="{F797E296-EE96-4BD7-8F16-D43071948EEE}" dt="2025-10-01T20:39:59.439" v="2466" actId="20577"/>
          <ac:spMkLst>
            <pc:docMk/>
            <pc:sldMk cId="0" sldId="262"/>
            <ac:spMk id="171" creationId="{00000000-0000-0000-0000-000000000000}"/>
          </ac:spMkLst>
        </pc:spChg>
        <pc:picChg chg="mod modCrop">
          <ac:chgData name="Sanmukh Kuppannagari" userId="ad215094-da36-4b66-9c79-369a17aea26b" providerId="ADAL" clId="{F797E296-EE96-4BD7-8F16-D43071948EEE}" dt="2025-10-01T20:40:06.061" v="2468" actId="732"/>
          <ac:picMkLst>
            <pc:docMk/>
            <pc:sldMk cId="0" sldId="262"/>
            <ac:picMk id="173" creationId="{00000000-0000-0000-0000-000000000000}"/>
          </ac:picMkLst>
        </pc:picChg>
        <pc:picChg chg="mod modCrop">
          <ac:chgData name="Sanmukh Kuppannagari" userId="ad215094-da36-4b66-9c79-369a17aea26b" providerId="ADAL" clId="{F797E296-EE96-4BD7-8F16-D43071948EEE}" dt="2025-10-01T20:40:20.545" v="2473" actId="1076"/>
          <ac:picMkLst>
            <pc:docMk/>
            <pc:sldMk cId="0" sldId="262"/>
            <ac:picMk id="174" creationId="{00000000-0000-0000-0000-000000000000}"/>
          </ac:picMkLst>
        </pc:picChg>
      </pc:sldChg>
      <pc:sldChg chg="modSp add mod">
        <pc:chgData name="Sanmukh Kuppannagari" userId="ad215094-da36-4b66-9c79-369a17aea26b" providerId="ADAL" clId="{F797E296-EE96-4BD7-8F16-D43071948EEE}" dt="2025-10-01T21:31:55.286" v="4319" actId="14100"/>
        <pc:sldMkLst>
          <pc:docMk/>
          <pc:sldMk cId="0" sldId="266"/>
        </pc:sldMkLst>
        <pc:spChg chg="mod">
          <ac:chgData name="Sanmukh Kuppannagari" userId="ad215094-da36-4b66-9c79-369a17aea26b" providerId="ADAL" clId="{F797E296-EE96-4BD7-8F16-D43071948EEE}" dt="2025-10-01T21:30:26.661" v="4233" actId="20577"/>
          <ac:spMkLst>
            <pc:docMk/>
            <pc:sldMk cId="0" sldId="266"/>
            <ac:spMk id="199" creationId="{00000000-0000-0000-0000-000000000000}"/>
          </ac:spMkLst>
        </pc:spChg>
        <pc:spChg chg="mod">
          <ac:chgData name="Sanmukh Kuppannagari" userId="ad215094-da36-4b66-9c79-369a17aea26b" providerId="ADAL" clId="{F797E296-EE96-4BD7-8F16-D43071948EEE}" dt="2025-10-01T21:31:55.286" v="4319" actId="14100"/>
          <ac:spMkLst>
            <pc:docMk/>
            <pc:sldMk cId="0" sldId="266"/>
            <ac:spMk id="200" creationId="{00000000-0000-0000-0000-000000000000}"/>
          </ac:spMkLst>
        </pc:spChg>
      </pc:sldChg>
      <pc:sldChg chg="modSp add mod">
        <pc:chgData name="Sanmukh Kuppannagari" userId="ad215094-da36-4b66-9c79-369a17aea26b" providerId="ADAL" clId="{F797E296-EE96-4BD7-8F16-D43071948EEE}" dt="2025-10-01T18:15:37.926" v="319" actId="20577"/>
        <pc:sldMkLst>
          <pc:docMk/>
          <pc:sldMk cId="3747551071" sldId="966"/>
        </pc:sldMkLst>
        <pc:spChg chg="mod">
          <ac:chgData name="Sanmukh Kuppannagari" userId="ad215094-da36-4b66-9c79-369a17aea26b" providerId="ADAL" clId="{F797E296-EE96-4BD7-8F16-D43071948EEE}" dt="2025-10-01T18:15:25.565" v="298" actId="20577"/>
          <ac:spMkLst>
            <pc:docMk/>
            <pc:sldMk cId="3747551071" sldId="966"/>
            <ac:spMk id="2" creationId="{9F658BD2-A540-BDDF-465E-7D72FC763983}"/>
          </ac:spMkLst>
        </pc:spChg>
        <pc:spChg chg="mod">
          <ac:chgData name="Sanmukh Kuppannagari" userId="ad215094-da36-4b66-9c79-369a17aea26b" providerId="ADAL" clId="{F797E296-EE96-4BD7-8F16-D43071948EEE}" dt="2025-10-01T18:15:37.926" v="319" actId="20577"/>
          <ac:spMkLst>
            <pc:docMk/>
            <pc:sldMk cId="3747551071" sldId="966"/>
            <ac:spMk id="3" creationId="{1C73EBB1-A21C-4E69-C9BE-293C643AAA51}"/>
          </ac:spMkLst>
        </pc:spChg>
      </pc:sldChg>
      <pc:sldChg chg="del">
        <pc:chgData name="Sanmukh Kuppannagari" userId="ad215094-da36-4b66-9c79-369a17aea26b" providerId="ADAL" clId="{F797E296-EE96-4BD7-8F16-D43071948EEE}" dt="2025-10-01T18:11:07.541" v="144" actId="47"/>
        <pc:sldMkLst>
          <pc:docMk/>
          <pc:sldMk cId="3630924" sldId="1253"/>
        </pc:sldMkLst>
      </pc:sldChg>
      <pc:sldChg chg="del">
        <pc:chgData name="Sanmukh Kuppannagari" userId="ad215094-da36-4b66-9c79-369a17aea26b" providerId="ADAL" clId="{F797E296-EE96-4BD7-8F16-D43071948EEE}" dt="2025-10-01T18:11:07.541" v="144" actId="47"/>
        <pc:sldMkLst>
          <pc:docMk/>
          <pc:sldMk cId="2505794832" sldId="1272"/>
        </pc:sldMkLst>
      </pc:sldChg>
      <pc:sldChg chg="del">
        <pc:chgData name="Sanmukh Kuppannagari" userId="ad215094-da36-4b66-9c79-369a17aea26b" providerId="ADAL" clId="{F797E296-EE96-4BD7-8F16-D43071948EEE}" dt="2025-10-01T18:11:07.541" v="144" actId="47"/>
        <pc:sldMkLst>
          <pc:docMk/>
          <pc:sldMk cId="189707620" sldId="1332"/>
        </pc:sldMkLst>
      </pc:sldChg>
      <pc:sldChg chg="del">
        <pc:chgData name="Sanmukh Kuppannagari" userId="ad215094-da36-4b66-9c79-369a17aea26b" providerId="ADAL" clId="{F797E296-EE96-4BD7-8F16-D43071948EEE}" dt="2025-10-01T18:11:07.541" v="144" actId="47"/>
        <pc:sldMkLst>
          <pc:docMk/>
          <pc:sldMk cId="3931076547" sldId="1412"/>
        </pc:sldMkLst>
      </pc:sldChg>
      <pc:sldChg chg="del">
        <pc:chgData name="Sanmukh Kuppannagari" userId="ad215094-da36-4b66-9c79-369a17aea26b" providerId="ADAL" clId="{F797E296-EE96-4BD7-8F16-D43071948EEE}" dt="2025-10-01T18:11:07.541" v="144" actId="47"/>
        <pc:sldMkLst>
          <pc:docMk/>
          <pc:sldMk cId="2299857702" sldId="1413"/>
        </pc:sldMkLst>
      </pc:sldChg>
      <pc:sldChg chg="del">
        <pc:chgData name="Sanmukh Kuppannagari" userId="ad215094-da36-4b66-9c79-369a17aea26b" providerId="ADAL" clId="{F797E296-EE96-4BD7-8F16-D43071948EEE}" dt="2025-10-01T18:11:07.541" v="144" actId="47"/>
        <pc:sldMkLst>
          <pc:docMk/>
          <pc:sldMk cId="2715450416" sldId="1414"/>
        </pc:sldMkLst>
      </pc:sldChg>
      <pc:sldChg chg="del">
        <pc:chgData name="Sanmukh Kuppannagari" userId="ad215094-da36-4b66-9c79-369a17aea26b" providerId="ADAL" clId="{F797E296-EE96-4BD7-8F16-D43071948EEE}" dt="2025-10-01T18:11:07.541" v="144" actId="47"/>
        <pc:sldMkLst>
          <pc:docMk/>
          <pc:sldMk cId="4085597991" sldId="1418"/>
        </pc:sldMkLst>
      </pc:sldChg>
      <pc:sldChg chg="del">
        <pc:chgData name="Sanmukh Kuppannagari" userId="ad215094-da36-4b66-9c79-369a17aea26b" providerId="ADAL" clId="{F797E296-EE96-4BD7-8F16-D43071948EEE}" dt="2025-10-01T18:11:07.541" v="144" actId="47"/>
        <pc:sldMkLst>
          <pc:docMk/>
          <pc:sldMk cId="2151372455" sldId="1419"/>
        </pc:sldMkLst>
      </pc:sldChg>
      <pc:sldChg chg="del">
        <pc:chgData name="Sanmukh Kuppannagari" userId="ad215094-da36-4b66-9c79-369a17aea26b" providerId="ADAL" clId="{F797E296-EE96-4BD7-8F16-D43071948EEE}" dt="2025-10-01T18:11:07.541" v="144" actId="47"/>
        <pc:sldMkLst>
          <pc:docMk/>
          <pc:sldMk cId="565169132" sldId="1420"/>
        </pc:sldMkLst>
      </pc:sldChg>
      <pc:sldChg chg="del">
        <pc:chgData name="Sanmukh Kuppannagari" userId="ad215094-da36-4b66-9c79-369a17aea26b" providerId="ADAL" clId="{F797E296-EE96-4BD7-8F16-D43071948EEE}" dt="2025-10-01T18:11:07.541" v="144" actId="47"/>
        <pc:sldMkLst>
          <pc:docMk/>
          <pc:sldMk cId="2252650841" sldId="1421"/>
        </pc:sldMkLst>
      </pc:sldChg>
      <pc:sldChg chg="del">
        <pc:chgData name="Sanmukh Kuppannagari" userId="ad215094-da36-4b66-9c79-369a17aea26b" providerId="ADAL" clId="{F797E296-EE96-4BD7-8F16-D43071948EEE}" dt="2025-10-01T18:11:07.541" v="144" actId="47"/>
        <pc:sldMkLst>
          <pc:docMk/>
          <pc:sldMk cId="2777539220" sldId="1422"/>
        </pc:sldMkLst>
      </pc:sldChg>
      <pc:sldChg chg="del">
        <pc:chgData name="Sanmukh Kuppannagari" userId="ad215094-da36-4b66-9c79-369a17aea26b" providerId="ADAL" clId="{F797E296-EE96-4BD7-8F16-D43071948EEE}" dt="2025-10-01T18:11:07.541" v="144" actId="47"/>
        <pc:sldMkLst>
          <pc:docMk/>
          <pc:sldMk cId="2831660177" sldId="1423"/>
        </pc:sldMkLst>
      </pc:sldChg>
      <pc:sldChg chg="del">
        <pc:chgData name="Sanmukh Kuppannagari" userId="ad215094-da36-4b66-9c79-369a17aea26b" providerId="ADAL" clId="{F797E296-EE96-4BD7-8F16-D43071948EEE}" dt="2025-10-01T18:11:07.541" v="144" actId="47"/>
        <pc:sldMkLst>
          <pc:docMk/>
          <pc:sldMk cId="2959762428" sldId="1424"/>
        </pc:sldMkLst>
      </pc:sldChg>
      <pc:sldChg chg="del">
        <pc:chgData name="Sanmukh Kuppannagari" userId="ad215094-da36-4b66-9c79-369a17aea26b" providerId="ADAL" clId="{F797E296-EE96-4BD7-8F16-D43071948EEE}" dt="2025-10-01T18:11:07.541" v="144" actId="47"/>
        <pc:sldMkLst>
          <pc:docMk/>
          <pc:sldMk cId="3018266416" sldId="1425"/>
        </pc:sldMkLst>
      </pc:sldChg>
      <pc:sldChg chg="del">
        <pc:chgData name="Sanmukh Kuppannagari" userId="ad215094-da36-4b66-9c79-369a17aea26b" providerId="ADAL" clId="{F797E296-EE96-4BD7-8F16-D43071948EEE}" dt="2025-10-01T18:11:07.541" v="144" actId="47"/>
        <pc:sldMkLst>
          <pc:docMk/>
          <pc:sldMk cId="2264869930" sldId="1426"/>
        </pc:sldMkLst>
      </pc:sldChg>
      <pc:sldChg chg="del">
        <pc:chgData name="Sanmukh Kuppannagari" userId="ad215094-da36-4b66-9c79-369a17aea26b" providerId="ADAL" clId="{F797E296-EE96-4BD7-8F16-D43071948EEE}" dt="2025-10-01T18:11:07.541" v="144" actId="47"/>
        <pc:sldMkLst>
          <pc:docMk/>
          <pc:sldMk cId="3229075924" sldId="1427"/>
        </pc:sldMkLst>
      </pc:sldChg>
      <pc:sldChg chg="del">
        <pc:chgData name="Sanmukh Kuppannagari" userId="ad215094-da36-4b66-9c79-369a17aea26b" providerId="ADAL" clId="{F797E296-EE96-4BD7-8F16-D43071948EEE}" dt="2025-10-01T18:11:07.541" v="144" actId="47"/>
        <pc:sldMkLst>
          <pc:docMk/>
          <pc:sldMk cId="2588611062" sldId="1428"/>
        </pc:sldMkLst>
      </pc:sldChg>
      <pc:sldChg chg="del">
        <pc:chgData name="Sanmukh Kuppannagari" userId="ad215094-da36-4b66-9c79-369a17aea26b" providerId="ADAL" clId="{F797E296-EE96-4BD7-8F16-D43071948EEE}" dt="2025-10-01T18:11:07.541" v="144" actId="47"/>
        <pc:sldMkLst>
          <pc:docMk/>
          <pc:sldMk cId="598700407" sldId="1429"/>
        </pc:sldMkLst>
      </pc:sldChg>
      <pc:sldChg chg="del">
        <pc:chgData name="Sanmukh Kuppannagari" userId="ad215094-da36-4b66-9c79-369a17aea26b" providerId="ADAL" clId="{F797E296-EE96-4BD7-8F16-D43071948EEE}" dt="2025-10-01T18:11:07.541" v="144" actId="47"/>
        <pc:sldMkLst>
          <pc:docMk/>
          <pc:sldMk cId="381585255" sldId="1430"/>
        </pc:sldMkLst>
      </pc:sldChg>
      <pc:sldChg chg="del">
        <pc:chgData name="Sanmukh Kuppannagari" userId="ad215094-da36-4b66-9c79-369a17aea26b" providerId="ADAL" clId="{F797E296-EE96-4BD7-8F16-D43071948EEE}" dt="2025-10-01T18:11:07.541" v="144" actId="47"/>
        <pc:sldMkLst>
          <pc:docMk/>
          <pc:sldMk cId="3924068536" sldId="1431"/>
        </pc:sldMkLst>
      </pc:sldChg>
      <pc:sldChg chg="del">
        <pc:chgData name="Sanmukh Kuppannagari" userId="ad215094-da36-4b66-9c79-369a17aea26b" providerId="ADAL" clId="{F797E296-EE96-4BD7-8F16-D43071948EEE}" dt="2025-10-01T18:11:07.541" v="144" actId="47"/>
        <pc:sldMkLst>
          <pc:docMk/>
          <pc:sldMk cId="161308088" sldId="1432"/>
        </pc:sldMkLst>
      </pc:sldChg>
      <pc:sldChg chg="del">
        <pc:chgData name="Sanmukh Kuppannagari" userId="ad215094-da36-4b66-9c79-369a17aea26b" providerId="ADAL" clId="{F797E296-EE96-4BD7-8F16-D43071948EEE}" dt="2025-10-01T18:11:07.541" v="144" actId="47"/>
        <pc:sldMkLst>
          <pc:docMk/>
          <pc:sldMk cId="873356031" sldId="1433"/>
        </pc:sldMkLst>
      </pc:sldChg>
      <pc:sldChg chg="del">
        <pc:chgData name="Sanmukh Kuppannagari" userId="ad215094-da36-4b66-9c79-369a17aea26b" providerId="ADAL" clId="{F797E296-EE96-4BD7-8F16-D43071948EEE}" dt="2025-10-01T18:11:07.541" v="144" actId="47"/>
        <pc:sldMkLst>
          <pc:docMk/>
          <pc:sldMk cId="2141082296" sldId="1434"/>
        </pc:sldMkLst>
      </pc:sldChg>
      <pc:sldChg chg="del">
        <pc:chgData name="Sanmukh Kuppannagari" userId="ad215094-da36-4b66-9c79-369a17aea26b" providerId="ADAL" clId="{F797E296-EE96-4BD7-8F16-D43071948EEE}" dt="2025-10-01T18:11:07.541" v="144" actId="47"/>
        <pc:sldMkLst>
          <pc:docMk/>
          <pc:sldMk cId="2565562540" sldId="1435"/>
        </pc:sldMkLst>
      </pc:sldChg>
      <pc:sldChg chg="del">
        <pc:chgData name="Sanmukh Kuppannagari" userId="ad215094-da36-4b66-9c79-369a17aea26b" providerId="ADAL" clId="{F797E296-EE96-4BD7-8F16-D43071948EEE}" dt="2025-10-01T18:11:07.541" v="144" actId="47"/>
        <pc:sldMkLst>
          <pc:docMk/>
          <pc:sldMk cId="1868073248" sldId="1436"/>
        </pc:sldMkLst>
      </pc:sldChg>
      <pc:sldChg chg="del">
        <pc:chgData name="Sanmukh Kuppannagari" userId="ad215094-da36-4b66-9c79-369a17aea26b" providerId="ADAL" clId="{F797E296-EE96-4BD7-8F16-D43071948EEE}" dt="2025-10-01T18:11:07.541" v="144" actId="47"/>
        <pc:sldMkLst>
          <pc:docMk/>
          <pc:sldMk cId="2546537403" sldId="1437"/>
        </pc:sldMkLst>
      </pc:sldChg>
      <pc:sldChg chg="del">
        <pc:chgData name="Sanmukh Kuppannagari" userId="ad215094-da36-4b66-9c79-369a17aea26b" providerId="ADAL" clId="{F797E296-EE96-4BD7-8F16-D43071948EEE}" dt="2025-10-01T18:11:07.541" v="144" actId="47"/>
        <pc:sldMkLst>
          <pc:docMk/>
          <pc:sldMk cId="3588532588" sldId="1438"/>
        </pc:sldMkLst>
      </pc:sldChg>
      <pc:sldChg chg="del">
        <pc:chgData name="Sanmukh Kuppannagari" userId="ad215094-da36-4b66-9c79-369a17aea26b" providerId="ADAL" clId="{F797E296-EE96-4BD7-8F16-D43071948EEE}" dt="2025-10-01T18:11:07.541" v="144" actId="47"/>
        <pc:sldMkLst>
          <pc:docMk/>
          <pc:sldMk cId="1606166730" sldId="1439"/>
        </pc:sldMkLst>
      </pc:sldChg>
      <pc:sldChg chg="del">
        <pc:chgData name="Sanmukh Kuppannagari" userId="ad215094-da36-4b66-9c79-369a17aea26b" providerId="ADAL" clId="{F797E296-EE96-4BD7-8F16-D43071948EEE}" dt="2025-10-01T18:11:07.541" v="144" actId="47"/>
        <pc:sldMkLst>
          <pc:docMk/>
          <pc:sldMk cId="832541632" sldId="1440"/>
        </pc:sldMkLst>
      </pc:sldChg>
      <pc:sldChg chg="del">
        <pc:chgData name="Sanmukh Kuppannagari" userId="ad215094-da36-4b66-9c79-369a17aea26b" providerId="ADAL" clId="{F797E296-EE96-4BD7-8F16-D43071948EEE}" dt="2025-10-01T18:11:07.541" v="144" actId="47"/>
        <pc:sldMkLst>
          <pc:docMk/>
          <pc:sldMk cId="2439492477" sldId="1441"/>
        </pc:sldMkLst>
      </pc:sldChg>
      <pc:sldChg chg="del">
        <pc:chgData name="Sanmukh Kuppannagari" userId="ad215094-da36-4b66-9c79-369a17aea26b" providerId="ADAL" clId="{F797E296-EE96-4BD7-8F16-D43071948EEE}" dt="2025-10-01T18:11:07.541" v="144" actId="47"/>
        <pc:sldMkLst>
          <pc:docMk/>
          <pc:sldMk cId="3863061003" sldId="1442"/>
        </pc:sldMkLst>
      </pc:sldChg>
      <pc:sldChg chg="modSp add">
        <pc:chgData name="Sanmukh Kuppannagari" userId="ad215094-da36-4b66-9c79-369a17aea26b" providerId="ADAL" clId="{F797E296-EE96-4BD7-8F16-D43071948EEE}" dt="2025-10-01T19:50:13.342" v="1570" actId="20577"/>
        <pc:sldMkLst>
          <pc:docMk/>
          <pc:sldMk cId="2407279723" sldId="1453"/>
        </pc:sldMkLst>
        <pc:spChg chg="mod">
          <ac:chgData name="Sanmukh Kuppannagari" userId="ad215094-da36-4b66-9c79-369a17aea26b" providerId="ADAL" clId="{F797E296-EE96-4BD7-8F16-D43071948EEE}" dt="2025-10-01T19:50:13.342" v="1570" actId="20577"/>
          <ac:spMkLst>
            <pc:docMk/>
            <pc:sldMk cId="2407279723" sldId="1453"/>
            <ac:spMk id="56" creationId="{F894E58F-F9C3-E71F-1314-9A3FA6AC22B9}"/>
          </ac:spMkLst>
        </pc:spChg>
      </pc:sldChg>
      <pc:sldChg chg="modSp mod">
        <pc:chgData name="Sanmukh Kuppannagari" userId="ad215094-da36-4b66-9c79-369a17aea26b" providerId="ADAL" clId="{F797E296-EE96-4BD7-8F16-D43071948EEE}" dt="2025-10-02T02:36:48.289" v="8601" actId="20577"/>
        <pc:sldMkLst>
          <pc:docMk/>
          <pc:sldMk cId="1297240811" sldId="1551"/>
        </pc:sldMkLst>
        <pc:spChg chg="mod">
          <ac:chgData name="Sanmukh Kuppannagari" userId="ad215094-da36-4b66-9c79-369a17aea26b" providerId="ADAL" clId="{F797E296-EE96-4BD7-8F16-D43071948EEE}" dt="2025-10-02T02:36:48.289" v="8601" actId="20577"/>
          <ac:spMkLst>
            <pc:docMk/>
            <pc:sldMk cId="1297240811" sldId="1551"/>
            <ac:spMk id="3" creationId="{E7FF2391-E8AE-9A93-A4FC-0E02B54BC29C}"/>
          </ac:spMkLst>
        </pc:spChg>
      </pc:sldChg>
      <pc:sldChg chg="modSp add mod">
        <pc:chgData name="Sanmukh Kuppannagari" userId="ad215094-da36-4b66-9c79-369a17aea26b" providerId="ADAL" clId="{F797E296-EE96-4BD7-8F16-D43071948EEE}" dt="2025-10-01T18:16:08.678" v="355" actId="20577"/>
        <pc:sldMkLst>
          <pc:docMk/>
          <pc:sldMk cId="2224980005" sldId="1593"/>
        </pc:sldMkLst>
        <pc:spChg chg="mod">
          <ac:chgData name="Sanmukh Kuppannagari" userId="ad215094-da36-4b66-9c79-369a17aea26b" providerId="ADAL" clId="{F797E296-EE96-4BD7-8F16-D43071948EEE}" dt="2025-10-01T18:15:31.459" v="306" actId="20577"/>
          <ac:spMkLst>
            <pc:docMk/>
            <pc:sldMk cId="2224980005" sldId="1593"/>
            <ac:spMk id="2" creationId="{FDB0C05B-2366-13E8-2C8D-A08568BE3A41}"/>
          </ac:spMkLst>
        </pc:spChg>
        <pc:spChg chg="mod">
          <ac:chgData name="Sanmukh Kuppannagari" userId="ad215094-da36-4b66-9c79-369a17aea26b" providerId="ADAL" clId="{F797E296-EE96-4BD7-8F16-D43071948EEE}" dt="2025-10-01T18:16:08.678" v="355" actId="20577"/>
          <ac:spMkLst>
            <pc:docMk/>
            <pc:sldMk cId="2224980005" sldId="1593"/>
            <ac:spMk id="3" creationId="{802A9D9A-C889-53B9-C727-24CC73E00ED0}"/>
          </ac:spMkLst>
        </pc:spChg>
      </pc:sldChg>
      <pc:sldChg chg="del">
        <pc:chgData name="Sanmukh Kuppannagari" userId="ad215094-da36-4b66-9c79-369a17aea26b" providerId="ADAL" clId="{F797E296-EE96-4BD7-8F16-D43071948EEE}" dt="2025-10-01T18:11:07.541" v="144" actId="47"/>
        <pc:sldMkLst>
          <pc:docMk/>
          <pc:sldMk cId="3587678191" sldId="1616"/>
        </pc:sldMkLst>
      </pc:sldChg>
      <pc:sldChg chg="del">
        <pc:chgData name="Sanmukh Kuppannagari" userId="ad215094-da36-4b66-9c79-369a17aea26b" providerId="ADAL" clId="{F797E296-EE96-4BD7-8F16-D43071948EEE}" dt="2025-10-01T18:11:07.541" v="144" actId="47"/>
        <pc:sldMkLst>
          <pc:docMk/>
          <pc:sldMk cId="2602862771" sldId="1617"/>
        </pc:sldMkLst>
      </pc:sldChg>
      <pc:sldChg chg="del">
        <pc:chgData name="Sanmukh Kuppannagari" userId="ad215094-da36-4b66-9c79-369a17aea26b" providerId="ADAL" clId="{F797E296-EE96-4BD7-8F16-D43071948EEE}" dt="2025-10-01T18:11:07.541" v="144" actId="47"/>
        <pc:sldMkLst>
          <pc:docMk/>
          <pc:sldMk cId="1699230104" sldId="1628"/>
        </pc:sldMkLst>
      </pc:sldChg>
      <pc:sldChg chg="del">
        <pc:chgData name="Sanmukh Kuppannagari" userId="ad215094-da36-4b66-9c79-369a17aea26b" providerId="ADAL" clId="{F797E296-EE96-4BD7-8F16-D43071948EEE}" dt="2025-10-01T18:11:07.541" v="144" actId="47"/>
        <pc:sldMkLst>
          <pc:docMk/>
          <pc:sldMk cId="975006680" sldId="1629"/>
        </pc:sldMkLst>
      </pc:sldChg>
      <pc:sldChg chg="del">
        <pc:chgData name="Sanmukh Kuppannagari" userId="ad215094-da36-4b66-9c79-369a17aea26b" providerId="ADAL" clId="{F797E296-EE96-4BD7-8F16-D43071948EEE}" dt="2025-10-01T18:11:07.541" v="144" actId="47"/>
        <pc:sldMkLst>
          <pc:docMk/>
          <pc:sldMk cId="3151454259" sldId="1630"/>
        </pc:sldMkLst>
      </pc:sldChg>
      <pc:sldChg chg="del">
        <pc:chgData name="Sanmukh Kuppannagari" userId="ad215094-da36-4b66-9c79-369a17aea26b" providerId="ADAL" clId="{F797E296-EE96-4BD7-8F16-D43071948EEE}" dt="2025-10-01T18:11:07.541" v="144" actId="47"/>
        <pc:sldMkLst>
          <pc:docMk/>
          <pc:sldMk cId="2698497501" sldId="1631"/>
        </pc:sldMkLst>
      </pc:sldChg>
      <pc:sldChg chg="del">
        <pc:chgData name="Sanmukh Kuppannagari" userId="ad215094-da36-4b66-9c79-369a17aea26b" providerId="ADAL" clId="{F797E296-EE96-4BD7-8F16-D43071948EEE}" dt="2025-10-01T18:11:07.541" v="144" actId="47"/>
        <pc:sldMkLst>
          <pc:docMk/>
          <pc:sldMk cId="1043968361" sldId="1632"/>
        </pc:sldMkLst>
      </pc:sldChg>
      <pc:sldChg chg="del">
        <pc:chgData name="Sanmukh Kuppannagari" userId="ad215094-da36-4b66-9c79-369a17aea26b" providerId="ADAL" clId="{F797E296-EE96-4BD7-8F16-D43071948EEE}" dt="2025-10-01T18:11:07.541" v="144" actId="47"/>
        <pc:sldMkLst>
          <pc:docMk/>
          <pc:sldMk cId="692312538" sldId="1633"/>
        </pc:sldMkLst>
      </pc:sldChg>
      <pc:sldChg chg="del">
        <pc:chgData name="Sanmukh Kuppannagari" userId="ad215094-da36-4b66-9c79-369a17aea26b" providerId="ADAL" clId="{F797E296-EE96-4BD7-8F16-D43071948EEE}" dt="2025-10-01T18:11:07.541" v="144" actId="47"/>
        <pc:sldMkLst>
          <pc:docMk/>
          <pc:sldMk cId="4037935196" sldId="1634"/>
        </pc:sldMkLst>
      </pc:sldChg>
      <pc:sldChg chg="del">
        <pc:chgData name="Sanmukh Kuppannagari" userId="ad215094-da36-4b66-9c79-369a17aea26b" providerId="ADAL" clId="{F797E296-EE96-4BD7-8F16-D43071948EEE}" dt="2025-10-01T18:11:07.541" v="144" actId="47"/>
        <pc:sldMkLst>
          <pc:docMk/>
          <pc:sldMk cId="2217799582" sldId="1635"/>
        </pc:sldMkLst>
      </pc:sldChg>
      <pc:sldChg chg="del">
        <pc:chgData name="Sanmukh Kuppannagari" userId="ad215094-da36-4b66-9c79-369a17aea26b" providerId="ADAL" clId="{F797E296-EE96-4BD7-8F16-D43071948EEE}" dt="2025-10-01T18:11:07.541" v="144" actId="47"/>
        <pc:sldMkLst>
          <pc:docMk/>
          <pc:sldMk cId="488101590" sldId="1636"/>
        </pc:sldMkLst>
      </pc:sldChg>
      <pc:sldChg chg="del">
        <pc:chgData name="Sanmukh Kuppannagari" userId="ad215094-da36-4b66-9c79-369a17aea26b" providerId="ADAL" clId="{F797E296-EE96-4BD7-8F16-D43071948EEE}" dt="2025-10-01T18:11:07.541" v="144" actId="47"/>
        <pc:sldMkLst>
          <pc:docMk/>
          <pc:sldMk cId="267461701" sldId="1637"/>
        </pc:sldMkLst>
      </pc:sldChg>
      <pc:sldChg chg="del">
        <pc:chgData name="Sanmukh Kuppannagari" userId="ad215094-da36-4b66-9c79-369a17aea26b" providerId="ADAL" clId="{F797E296-EE96-4BD7-8F16-D43071948EEE}" dt="2025-10-01T18:11:07.541" v="144" actId="47"/>
        <pc:sldMkLst>
          <pc:docMk/>
          <pc:sldMk cId="1443863710" sldId="1643"/>
        </pc:sldMkLst>
      </pc:sldChg>
      <pc:sldChg chg="del">
        <pc:chgData name="Sanmukh Kuppannagari" userId="ad215094-da36-4b66-9c79-369a17aea26b" providerId="ADAL" clId="{F797E296-EE96-4BD7-8F16-D43071948EEE}" dt="2025-10-01T18:11:07.541" v="144" actId="47"/>
        <pc:sldMkLst>
          <pc:docMk/>
          <pc:sldMk cId="3431322463" sldId="1644"/>
        </pc:sldMkLst>
      </pc:sldChg>
      <pc:sldChg chg="del">
        <pc:chgData name="Sanmukh Kuppannagari" userId="ad215094-da36-4b66-9c79-369a17aea26b" providerId="ADAL" clId="{F797E296-EE96-4BD7-8F16-D43071948EEE}" dt="2025-10-01T18:11:07.541" v="144" actId="47"/>
        <pc:sldMkLst>
          <pc:docMk/>
          <pc:sldMk cId="2598751497" sldId="1645"/>
        </pc:sldMkLst>
      </pc:sldChg>
      <pc:sldChg chg="del">
        <pc:chgData name="Sanmukh Kuppannagari" userId="ad215094-da36-4b66-9c79-369a17aea26b" providerId="ADAL" clId="{F797E296-EE96-4BD7-8F16-D43071948EEE}" dt="2025-10-01T18:11:07.541" v="144" actId="47"/>
        <pc:sldMkLst>
          <pc:docMk/>
          <pc:sldMk cId="196595597" sldId="1646"/>
        </pc:sldMkLst>
      </pc:sldChg>
      <pc:sldChg chg="del">
        <pc:chgData name="Sanmukh Kuppannagari" userId="ad215094-da36-4b66-9c79-369a17aea26b" providerId="ADAL" clId="{F797E296-EE96-4BD7-8F16-D43071948EEE}" dt="2025-10-01T18:11:07.541" v="144" actId="47"/>
        <pc:sldMkLst>
          <pc:docMk/>
          <pc:sldMk cId="1149667612" sldId="1647"/>
        </pc:sldMkLst>
      </pc:sldChg>
      <pc:sldChg chg="del">
        <pc:chgData name="Sanmukh Kuppannagari" userId="ad215094-da36-4b66-9c79-369a17aea26b" providerId="ADAL" clId="{F797E296-EE96-4BD7-8F16-D43071948EEE}" dt="2025-10-01T18:11:07.541" v="144" actId="47"/>
        <pc:sldMkLst>
          <pc:docMk/>
          <pc:sldMk cId="4288108441" sldId="1648"/>
        </pc:sldMkLst>
      </pc:sldChg>
      <pc:sldChg chg="del">
        <pc:chgData name="Sanmukh Kuppannagari" userId="ad215094-da36-4b66-9c79-369a17aea26b" providerId="ADAL" clId="{F797E296-EE96-4BD7-8F16-D43071948EEE}" dt="2025-10-01T18:11:07.541" v="144" actId="47"/>
        <pc:sldMkLst>
          <pc:docMk/>
          <pc:sldMk cId="227517233" sldId="1649"/>
        </pc:sldMkLst>
      </pc:sldChg>
      <pc:sldChg chg="del">
        <pc:chgData name="Sanmukh Kuppannagari" userId="ad215094-da36-4b66-9c79-369a17aea26b" providerId="ADAL" clId="{F797E296-EE96-4BD7-8F16-D43071948EEE}" dt="2025-10-01T18:11:07.541" v="144" actId="47"/>
        <pc:sldMkLst>
          <pc:docMk/>
          <pc:sldMk cId="126175481" sldId="1650"/>
        </pc:sldMkLst>
      </pc:sldChg>
      <pc:sldChg chg="del">
        <pc:chgData name="Sanmukh Kuppannagari" userId="ad215094-da36-4b66-9c79-369a17aea26b" providerId="ADAL" clId="{F797E296-EE96-4BD7-8F16-D43071948EEE}" dt="2025-10-01T18:11:07.541" v="144" actId="47"/>
        <pc:sldMkLst>
          <pc:docMk/>
          <pc:sldMk cId="2647550710" sldId="1651"/>
        </pc:sldMkLst>
      </pc:sldChg>
      <pc:sldChg chg="del">
        <pc:chgData name="Sanmukh Kuppannagari" userId="ad215094-da36-4b66-9c79-369a17aea26b" providerId="ADAL" clId="{F797E296-EE96-4BD7-8F16-D43071948EEE}" dt="2025-10-01T18:11:07.541" v="144" actId="47"/>
        <pc:sldMkLst>
          <pc:docMk/>
          <pc:sldMk cId="47936242" sldId="1652"/>
        </pc:sldMkLst>
      </pc:sldChg>
      <pc:sldChg chg="del">
        <pc:chgData name="Sanmukh Kuppannagari" userId="ad215094-da36-4b66-9c79-369a17aea26b" providerId="ADAL" clId="{F797E296-EE96-4BD7-8F16-D43071948EEE}" dt="2025-10-01T18:11:07.541" v="144" actId="47"/>
        <pc:sldMkLst>
          <pc:docMk/>
          <pc:sldMk cId="931150013" sldId="1653"/>
        </pc:sldMkLst>
      </pc:sldChg>
      <pc:sldChg chg="modSp mod">
        <pc:chgData name="Sanmukh Kuppannagari" userId="ad215094-da36-4b66-9c79-369a17aea26b" providerId="ADAL" clId="{F797E296-EE96-4BD7-8F16-D43071948EEE}" dt="2025-10-02T02:28:27.142" v="8537" actId="20577"/>
        <pc:sldMkLst>
          <pc:docMk/>
          <pc:sldMk cId="4196385676" sldId="1654"/>
        </pc:sldMkLst>
        <pc:spChg chg="mod">
          <ac:chgData name="Sanmukh Kuppannagari" userId="ad215094-da36-4b66-9c79-369a17aea26b" providerId="ADAL" clId="{F797E296-EE96-4BD7-8F16-D43071948EEE}" dt="2025-10-02T02:28:27.142" v="8537" actId="20577"/>
          <ac:spMkLst>
            <pc:docMk/>
            <pc:sldMk cId="4196385676" sldId="1654"/>
            <ac:spMk id="3" creationId="{BA686383-F2F5-3E55-940F-988CE19CCA24}"/>
          </ac:spMkLst>
        </pc:spChg>
      </pc:sldChg>
      <pc:sldChg chg="del">
        <pc:chgData name="Sanmukh Kuppannagari" userId="ad215094-da36-4b66-9c79-369a17aea26b" providerId="ADAL" clId="{F797E296-EE96-4BD7-8F16-D43071948EEE}" dt="2025-10-01T18:11:07.541" v="144" actId="47"/>
        <pc:sldMkLst>
          <pc:docMk/>
          <pc:sldMk cId="2866512624" sldId="1655"/>
        </pc:sldMkLst>
      </pc:sldChg>
      <pc:sldChg chg="modSp new mod">
        <pc:chgData name="Sanmukh Kuppannagari" userId="ad215094-da36-4b66-9c79-369a17aea26b" providerId="ADAL" clId="{F797E296-EE96-4BD7-8F16-D43071948EEE}" dt="2025-10-01T18:15:20.753" v="290"/>
        <pc:sldMkLst>
          <pc:docMk/>
          <pc:sldMk cId="3827926018" sldId="1655"/>
        </pc:sldMkLst>
        <pc:spChg chg="mod">
          <ac:chgData name="Sanmukh Kuppannagari" userId="ad215094-da36-4b66-9c79-369a17aea26b" providerId="ADAL" clId="{F797E296-EE96-4BD7-8F16-D43071948EEE}" dt="2025-10-01T18:15:20.753" v="290"/>
          <ac:spMkLst>
            <pc:docMk/>
            <pc:sldMk cId="3827926018" sldId="1655"/>
            <ac:spMk id="2" creationId="{AC3B1C82-FC7A-BCBC-B304-B39553869EB5}"/>
          </ac:spMkLst>
        </pc:spChg>
        <pc:spChg chg="mod">
          <ac:chgData name="Sanmukh Kuppannagari" userId="ad215094-da36-4b66-9c79-369a17aea26b" providerId="ADAL" clId="{F797E296-EE96-4BD7-8F16-D43071948EEE}" dt="2025-10-01T18:14:55.140" v="287" actId="20577"/>
          <ac:spMkLst>
            <pc:docMk/>
            <pc:sldMk cId="3827926018" sldId="1655"/>
            <ac:spMk id="3" creationId="{5EAA4728-770D-E3B3-876B-8644BDC76185}"/>
          </ac:spMkLst>
        </pc:spChg>
      </pc:sldChg>
      <pc:sldChg chg="modSp add del">
        <pc:chgData name="Sanmukh Kuppannagari" userId="ad215094-da36-4b66-9c79-369a17aea26b" providerId="ADAL" clId="{F797E296-EE96-4BD7-8F16-D43071948EEE}" dt="2025-10-01T22:05:44.874" v="5526" actId="47"/>
        <pc:sldMkLst>
          <pc:docMk/>
          <pc:sldMk cId="575138275" sldId="1656"/>
        </pc:sldMkLst>
        <pc:spChg chg="mod">
          <ac:chgData name="Sanmukh Kuppannagari" userId="ad215094-da36-4b66-9c79-369a17aea26b" providerId="ADAL" clId="{F797E296-EE96-4BD7-8F16-D43071948EEE}" dt="2025-10-01T22:05:35.693" v="5523"/>
          <ac:spMkLst>
            <pc:docMk/>
            <pc:sldMk cId="575138275" sldId="1656"/>
            <ac:spMk id="3" creationId="{46B7FB4B-8314-1C35-0665-EC4D642EFA6B}"/>
          </ac:spMkLst>
        </pc:spChg>
      </pc:sldChg>
      <pc:sldChg chg="del">
        <pc:chgData name="Sanmukh Kuppannagari" userId="ad215094-da36-4b66-9c79-369a17aea26b" providerId="ADAL" clId="{F797E296-EE96-4BD7-8F16-D43071948EEE}" dt="2025-10-01T18:11:07.541" v="144" actId="47"/>
        <pc:sldMkLst>
          <pc:docMk/>
          <pc:sldMk cId="1015219598" sldId="1656"/>
        </pc:sldMkLst>
      </pc:sldChg>
      <pc:sldChg chg="addSp delSp modSp add mod">
        <pc:chgData name="Sanmukh Kuppannagari" userId="ad215094-da36-4b66-9c79-369a17aea26b" providerId="ADAL" clId="{F797E296-EE96-4BD7-8F16-D43071948EEE}" dt="2025-10-01T22:05:42.657" v="5525" actId="207"/>
        <pc:sldMkLst>
          <pc:docMk/>
          <pc:sldMk cId="1126683211" sldId="1657"/>
        </pc:sldMkLst>
        <pc:spChg chg="mod">
          <ac:chgData name="Sanmukh Kuppannagari" userId="ad215094-da36-4b66-9c79-369a17aea26b" providerId="ADAL" clId="{F797E296-EE96-4BD7-8F16-D43071948EEE}" dt="2025-10-01T22:05:42.657" v="5525" actId="207"/>
          <ac:spMkLst>
            <pc:docMk/>
            <pc:sldMk cId="1126683211" sldId="1657"/>
            <ac:spMk id="3" creationId="{FE07BE26-A27C-254F-73FE-9A9669E371B3}"/>
          </ac:spMkLst>
        </pc:spChg>
        <pc:spChg chg="add del">
          <ac:chgData name="Sanmukh Kuppannagari" userId="ad215094-da36-4b66-9c79-369a17aea26b" providerId="ADAL" clId="{F797E296-EE96-4BD7-8F16-D43071948EEE}" dt="2025-10-01T18:19:01.883" v="360" actId="22"/>
          <ac:spMkLst>
            <pc:docMk/>
            <pc:sldMk cId="1126683211" sldId="1657"/>
            <ac:spMk id="5" creationId="{80333356-7815-571C-938D-FA37E651E2C6}"/>
          </ac:spMkLst>
        </pc:spChg>
      </pc:sldChg>
      <pc:sldChg chg="del">
        <pc:chgData name="Sanmukh Kuppannagari" userId="ad215094-da36-4b66-9c79-369a17aea26b" providerId="ADAL" clId="{F797E296-EE96-4BD7-8F16-D43071948EEE}" dt="2025-10-01T18:11:07.541" v="144" actId="47"/>
        <pc:sldMkLst>
          <pc:docMk/>
          <pc:sldMk cId="1219106765" sldId="1657"/>
        </pc:sldMkLst>
      </pc:sldChg>
      <pc:sldChg chg="modSp add mod">
        <pc:chgData name="Sanmukh Kuppannagari" userId="ad215094-da36-4b66-9c79-369a17aea26b" providerId="ADAL" clId="{F797E296-EE96-4BD7-8F16-D43071948EEE}" dt="2025-10-01T18:24:59.822" v="524" actId="20577"/>
        <pc:sldMkLst>
          <pc:docMk/>
          <pc:sldMk cId="0" sldId="1658"/>
        </pc:sldMkLst>
        <pc:spChg chg="mod">
          <ac:chgData name="Sanmukh Kuppannagari" userId="ad215094-da36-4b66-9c79-369a17aea26b" providerId="ADAL" clId="{F797E296-EE96-4BD7-8F16-D43071948EEE}" dt="2025-10-01T18:24:59.822" v="524" actId="20577"/>
          <ac:spMkLst>
            <pc:docMk/>
            <pc:sldMk cId="0" sldId="1658"/>
            <ac:spMk id="163" creationId="{00000000-0000-0000-0000-000000000000}"/>
          </ac:spMkLst>
        </pc:spChg>
      </pc:sldChg>
      <pc:sldChg chg="del">
        <pc:chgData name="Sanmukh Kuppannagari" userId="ad215094-da36-4b66-9c79-369a17aea26b" providerId="ADAL" clId="{F797E296-EE96-4BD7-8F16-D43071948EEE}" dt="2025-10-01T18:11:07.541" v="144" actId="47"/>
        <pc:sldMkLst>
          <pc:docMk/>
          <pc:sldMk cId="2052288365" sldId="1658"/>
        </pc:sldMkLst>
      </pc:sldChg>
      <pc:sldChg chg="modSp new mod">
        <pc:chgData name="Sanmukh Kuppannagari" userId="ad215094-da36-4b66-9c79-369a17aea26b" providerId="ADAL" clId="{F797E296-EE96-4BD7-8F16-D43071948EEE}" dt="2025-10-01T18:23:20.155" v="484" actId="20577"/>
        <pc:sldMkLst>
          <pc:docMk/>
          <pc:sldMk cId="178547182" sldId="1659"/>
        </pc:sldMkLst>
        <pc:spChg chg="mod">
          <ac:chgData name="Sanmukh Kuppannagari" userId="ad215094-da36-4b66-9c79-369a17aea26b" providerId="ADAL" clId="{F797E296-EE96-4BD7-8F16-D43071948EEE}" dt="2025-10-01T18:22:44.321" v="435" actId="20577"/>
          <ac:spMkLst>
            <pc:docMk/>
            <pc:sldMk cId="178547182" sldId="1659"/>
            <ac:spMk id="2" creationId="{963F30CB-714C-A931-F2A7-F2400C1EBBD0}"/>
          </ac:spMkLst>
        </pc:spChg>
        <pc:spChg chg="mod">
          <ac:chgData name="Sanmukh Kuppannagari" userId="ad215094-da36-4b66-9c79-369a17aea26b" providerId="ADAL" clId="{F797E296-EE96-4BD7-8F16-D43071948EEE}" dt="2025-10-01T18:23:20.155" v="484" actId="20577"/>
          <ac:spMkLst>
            <pc:docMk/>
            <pc:sldMk cId="178547182" sldId="1659"/>
            <ac:spMk id="3" creationId="{8D3FACF2-621D-094F-1B25-80245064154C}"/>
          </ac:spMkLst>
        </pc:spChg>
      </pc:sldChg>
      <pc:sldChg chg="del">
        <pc:chgData name="Sanmukh Kuppannagari" userId="ad215094-da36-4b66-9c79-369a17aea26b" providerId="ADAL" clId="{F797E296-EE96-4BD7-8F16-D43071948EEE}" dt="2025-10-01T18:11:07.541" v="144" actId="47"/>
        <pc:sldMkLst>
          <pc:docMk/>
          <pc:sldMk cId="314716155" sldId="1659"/>
        </pc:sldMkLst>
      </pc:sldChg>
      <pc:sldChg chg="del">
        <pc:chgData name="Sanmukh Kuppannagari" userId="ad215094-da36-4b66-9c79-369a17aea26b" providerId="ADAL" clId="{F797E296-EE96-4BD7-8F16-D43071948EEE}" dt="2025-10-01T18:11:07.541" v="144" actId="47"/>
        <pc:sldMkLst>
          <pc:docMk/>
          <pc:sldMk cId="8488340" sldId="1660"/>
        </pc:sldMkLst>
      </pc:sldChg>
      <pc:sldChg chg="modSp add mod">
        <pc:chgData name="Sanmukh Kuppannagari" userId="ad215094-da36-4b66-9c79-369a17aea26b" providerId="ADAL" clId="{F797E296-EE96-4BD7-8F16-D43071948EEE}" dt="2025-10-01T22:06:40.345" v="5534"/>
        <pc:sldMkLst>
          <pc:docMk/>
          <pc:sldMk cId="2565062636" sldId="1660"/>
        </pc:sldMkLst>
        <pc:spChg chg="mod">
          <ac:chgData name="Sanmukh Kuppannagari" userId="ad215094-da36-4b66-9c79-369a17aea26b" providerId="ADAL" clId="{F797E296-EE96-4BD7-8F16-D43071948EEE}" dt="2025-10-01T22:06:40.345" v="5534"/>
          <ac:spMkLst>
            <pc:docMk/>
            <pc:sldMk cId="2565062636" sldId="1660"/>
            <ac:spMk id="3" creationId="{AEE86CE1-C344-C2E6-02D3-9E3CAA81C061}"/>
          </ac:spMkLst>
        </pc:spChg>
      </pc:sldChg>
      <pc:sldChg chg="addSp delSp modSp new mod ord">
        <pc:chgData name="Sanmukh Kuppannagari" userId="ad215094-da36-4b66-9c79-369a17aea26b" providerId="ADAL" clId="{F797E296-EE96-4BD7-8F16-D43071948EEE}" dt="2025-10-01T18:56:09.460" v="674" actId="20577"/>
        <pc:sldMkLst>
          <pc:docMk/>
          <pc:sldMk cId="1339166027" sldId="1661"/>
        </pc:sldMkLst>
        <pc:spChg chg="mod">
          <ac:chgData name="Sanmukh Kuppannagari" userId="ad215094-da36-4b66-9c79-369a17aea26b" providerId="ADAL" clId="{F797E296-EE96-4BD7-8F16-D43071948EEE}" dt="2025-10-01T18:53:39.343" v="560" actId="20577"/>
          <ac:spMkLst>
            <pc:docMk/>
            <pc:sldMk cId="1339166027" sldId="1661"/>
            <ac:spMk id="2" creationId="{6FD80509-AE80-94DF-483C-860F1DD046DA}"/>
          </ac:spMkLst>
        </pc:spChg>
        <pc:spChg chg="del">
          <ac:chgData name="Sanmukh Kuppannagari" userId="ad215094-da36-4b66-9c79-369a17aea26b" providerId="ADAL" clId="{F797E296-EE96-4BD7-8F16-D43071948EEE}" dt="2025-10-01T18:53:31.315" v="544" actId="22"/>
          <ac:spMkLst>
            <pc:docMk/>
            <pc:sldMk cId="1339166027" sldId="1661"/>
            <ac:spMk id="3" creationId="{C83ACA09-178F-283E-34DF-074F14AA681F}"/>
          </ac:spMkLst>
        </pc:spChg>
        <pc:spChg chg="add mod">
          <ac:chgData name="Sanmukh Kuppannagari" userId="ad215094-da36-4b66-9c79-369a17aea26b" providerId="ADAL" clId="{F797E296-EE96-4BD7-8F16-D43071948EEE}" dt="2025-10-01T18:56:02.911" v="658" actId="20577"/>
          <ac:spMkLst>
            <pc:docMk/>
            <pc:sldMk cId="1339166027" sldId="1661"/>
            <ac:spMk id="6" creationId="{5287805A-EF55-4BA2-30B5-D373C0D48C26}"/>
          </ac:spMkLst>
        </pc:spChg>
        <pc:spChg chg="add mod">
          <ac:chgData name="Sanmukh Kuppannagari" userId="ad215094-da36-4b66-9c79-369a17aea26b" providerId="ADAL" clId="{F797E296-EE96-4BD7-8F16-D43071948EEE}" dt="2025-10-01T18:56:09.460" v="674" actId="20577"/>
          <ac:spMkLst>
            <pc:docMk/>
            <pc:sldMk cId="1339166027" sldId="1661"/>
            <ac:spMk id="7" creationId="{5345EE1D-A305-37D1-53B7-F85CDA56972C}"/>
          </ac:spMkLst>
        </pc:spChg>
        <pc:picChg chg="add mod ord">
          <ac:chgData name="Sanmukh Kuppannagari" userId="ad215094-da36-4b66-9c79-369a17aea26b" providerId="ADAL" clId="{F797E296-EE96-4BD7-8F16-D43071948EEE}" dt="2025-10-01T18:53:42.706" v="561" actId="1076"/>
          <ac:picMkLst>
            <pc:docMk/>
            <pc:sldMk cId="1339166027" sldId="1661"/>
            <ac:picMk id="5" creationId="{7E92E31A-EAD6-D6FC-FB8D-CF81AEC48CDC}"/>
          </ac:picMkLst>
        </pc:picChg>
      </pc:sldChg>
      <pc:sldChg chg="addSp delSp modSp new mod">
        <pc:chgData name="Sanmukh Kuppannagari" userId="ad215094-da36-4b66-9c79-369a17aea26b" providerId="ADAL" clId="{F797E296-EE96-4BD7-8F16-D43071948EEE}" dt="2025-10-01T19:03:20.325" v="768" actId="207"/>
        <pc:sldMkLst>
          <pc:docMk/>
          <pc:sldMk cId="2624462833" sldId="1662"/>
        </pc:sldMkLst>
        <pc:spChg chg="mod">
          <ac:chgData name="Sanmukh Kuppannagari" userId="ad215094-da36-4b66-9c79-369a17aea26b" providerId="ADAL" clId="{F797E296-EE96-4BD7-8F16-D43071948EEE}" dt="2025-10-01T18:56:39.273" v="683" actId="20577"/>
          <ac:spMkLst>
            <pc:docMk/>
            <pc:sldMk cId="2624462833" sldId="1662"/>
            <ac:spMk id="2" creationId="{AFF8CA6C-D758-791F-DDD0-BC6B86F5C588}"/>
          </ac:spMkLst>
        </pc:spChg>
        <pc:spChg chg="del">
          <ac:chgData name="Sanmukh Kuppannagari" userId="ad215094-da36-4b66-9c79-369a17aea26b" providerId="ADAL" clId="{F797E296-EE96-4BD7-8F16-D43071948EEE}" dt="2025-10-01T18:59:57.962" v="684" actId="478"/>
          <ac:spMkLst>
            <pc:docMk/>
            <pc:sldMk cId="2624462833" sldId="1662"/>
            <ac:spMk id="3" creationId="{BC92B1FB-C7CE-CC93-DA31-D68949EBA1D7}"/>
          </ac:spMkLst>
        </pc:spChg>
        <pc:spChg chg="add mod">
          <ac:chgData name="Sanmukh Kuppannagari" userId="ad215094-da36-4b66-9c79-369a17aea26b" providerId="ADAL" clId="{F797E296-EE96-4BD7-8F16-D43071948EEE}" dt="2025-10-01T19:02:08.264" v="755" actId="207"/>
          <ac:spMkLst>
            <pc:docMk/>
            <pc:sldMk cId="2624462833" sldId="1662"/>
            <ac:spMk id="4" creationId="{E3371B0F-CB7C-EE09-466A-275B064F7547}"/>
          </ac:spMkLst>
        </pc:spChg>
        <pc:spChg chg="add mod">
          <ac:chgData name="Sanmukh Kuppannagari" userId="ad215094-da36-4b66-9c79-369a17aea26b" providerId="ADAL" clId="{F797E296-EE96-4BD7-8F16-D43071948EEE}" dt="2025-10-01T19:02:24.225" v="756" actId="207"/>
          <ac:spMkLst>
            <pc:docMk/>
            <pc:sldMk cId="2624462833" sldId="1662"/>
            <ac:spMk id="5" creationId="{0BF2E1A7-97C1-66DA-7C60-DFC056FF8D8F}"/>
          </ac:spMkLst>
        </pc:spChg>
        <pc:spChg chg="add mod">
          <ac:chgData name="Sanmukh Kuppannagari" userId="ad215094-da36-4b66-9c79-369a17aea26b" providerId="ADAL" clId="{F797E296-EE96-4BD7-8F16-D43071948EEE}" dt="2025-10-01T19:02:24.225" v="756" actId="207"/>
          <ac:spMkLst>
            <pc:docMk/>
            <pc:sldMk cId="2624462833" sldId="1662"/>
            <ac:spMk id="6" creationId="{25BC981D-C68A-89CD-98F5-07A9AD0F1A0F}"/>
          </ac:spMkLst>
        </pc:spChg>
        <pc:spChg chg="add mod">
          <ac:chgData name="Sanmukh Kuppannagari" userId="ad215094-da36-4b66-9c79-369a17aea26b" providerId="ADAL" clId="{F797E296-EE96-4BD7-8F16-D43071948EEE}" dt="2025-10-01T19:02:24.225" v="756" actId="207"/>
          <ac:spMkLst>
            <pc:docMk/>
            <pc:sldMk cId="2624462833" sldId="1662"/>
            <ac:spMk id="7" creationId="{6C3C62D1-9835-BFA3-A936-5565EBC5310E}"/>
          </ac:spMkLst>
        </pc:spChg>
        <pc:spChg chg="add mod">
          <ac:chgData name="Sanmukh Kuppannagari" userId="ad215094-da36-4b66-9c79-369a17aea26b" providerId="ADAL" clId="{F797E296-EE96-4BD7-8F16-D43071948EEE}" dt="2025-10-01T19:02:24.225" v="756" actId="207"/>
          <ac:spMkLst>
            <pc:docMk/>
            <pc:sldMk cId="2624462833" sldId="1662"/>
            <ac:spMk id="8" creationId="{251D3409-545A-F646-C3BC-E46F9C95BFFE}"/>
          </ac:spMkLst>
        </pc:spChg>
        <pc:spChg chg="add mod">
          <ac:chgData name="Sanmukh Kuppannagari" userId="ad215094-da36-4b66-9c79-369a17aea26b" providerId="ADAL" clId="{F797E296-EE96-4BD7-8F16-D43071948EEE}" dt="2025-10-01T19:02:08.264" v="755" actId="207"/>
          <ac:spMkLst>
            <pc:docMk/>
            <pc:sldMk cId="2624462833" sldId="1662"/>
            <ac:spMk id="9" creationId="{A2152A39-47D2-A3D7-6FB2-9075A779F1A5}"/>
          </ac:spMkLst>
        </pc:spChg>
        <pc:spChg chg="add mod">
          <ac:chgData name="Sanmukh Kuppannagari" userId="ad215094-da36-4b66-9c79-369a17aea26b" providerId="ADAL" clId="{F797E296-EE96-4BD7-8F16-D43071948EEE}" dt="2025-10-01T19:02:08.264" v="755" actId="207"/>
          <ac:spMkLst>
            <pc:docMk/>
            <pc:sldMk cId="2624462833" sldId="1662"/>
            <ac:spMk id="10" creationId="{2EF92FB4-3328-3656-465B-35CB2A20903A}"/>
          </ac:spMkLst>
        </pc:spChg>
        <pc:spChg chg="add mod">
          <ac:chgData name="Sanmukh Kuppannagari" userId="ad215094-da36-4b66-9c79-369a17aea26b" providerId="ADAL" clId="{F797E296-EE96-4BD7-8F16-D43071948EEE}" dt="2025-10-01T19:03:20.325" v="768" actId="207"/>
          <ac:spMkLst>
            <pc:docMk/>
            <pc:sldMk cId="2624462833" sldId="1662"/>
            <ac:spMk id="11" creationId="{8982880E-17F2-5D2B-03E5-B5CA8D637F62}"/>
          </ac:spMkLst>
        </pc:spChg>
      </pc:sldChg>
      <pc:sldChg chg="addSp delSp modSp new mod">
        <pc:chgData name="Sanmukh Kuppannagari" userId="ad215094-da36-4b66-9c79-369a17aea26b" providerId="ADAL" clId="{F797E296-EE96-4BD7-8F16-D43071948EEE}" dt="2025-10-02T02:30:09.478" v="8538" actId="478"/>
        <pc:sldMkLst>
          <pc:docMk/>
          <pc:sldMk cId="2149957229" sldId="1663"/>
        </pc:sldMkLst>
        <pc:spChg chg="mod">
          <ac:chgData name="Sanmukh Kuppannagari" userId="ad215094-da36-4b66-9c79-369a17aea26b" providerId="ADAL" clId="{F797E296-EE96-4BD7-8F16-D43071948EEE}" dt="2025-10-01T19:03:44.448" v="783" actId="20577"/>
          <ac:spMkLst>
            <pc:docMk/>
            <pc:sldMk cId="2149957229" sldId="1663"/>
            <ac:spMk id="2" creationId="{D0F362F2-5B5B-EC90-F0FC-D4167279CE8E}"/>
          </ac:spMkLst>
        </pc:spChg>
        <pc:spChg chg="mod">
          <ac:chgData name="Sanmukh Kuppannagari" userId="ad215094-da36-4b66-9c79-369a17aea26b" providerId="ADAL" clId="{F797E296-EE96-4BD7-8F16-D43071948EEE}" dt="2025-10-01T19:43:17.591" v="1318" actId="20577"/>
          <ac:spMkLst>
            <pc:docMk/>
            <pc:sldMk cId="2149957229" sldId="1663"/>
            <ac:spMk id="3" creationId="{F6967CFE-6B3E-841C-057A-AF88DE39DC69}"/>
          </ac:spMkLst>
        </pc:spChg>
        <pc:spChg chg="mod">
          <ac:chgData name="Sanmukh Kuppannagari" userId="ad215094-da36-4b66-9c79-369a17aea26b" providerId="ADAL" clId="{F797E296-EE96-4BD7-8F16-D43071948EEE}" dt="2025-10-01T19:03:53.529" v="787"/>
          <ac:spMkLst>
            <pc:docMk/>
            <pc:sldMk cId="2149957229" sldId="1663"/>
            <ac:spMk id="5" creationId="{9816E2E5-6D04-E078-4226-0F29079EC53E}"/>
          </ac:spMkLst>
        </pc:spChg>
        <pc:spChg chg="mod">
          <ac:chgData name="Sanmukh Kuppannagari" userId="ad215094-da36-4b66-9c79-369a17aea26b" providerId="ADAL" clId="{F797E296-EE96-4BD7-8F16-D43071948EEE}" dt="2025-10-01T19:03:53.529" v="787"/>
          <ac:spMkLst>
            <pc:docMk/>
            <pc:sldMk cId="2149957229" sldId="1663"/>
            <ac:spMk id="6" creationId="{CC2EAC21-0AB5-D534-7D08-F1347FECE374}"/>
          </ac:spMkLst>
        </pc:spChg>
        <pc:spChg chg="mod">
          <ac:chgData name="Sanmukh Kuppannagari" userId="ad215094-da36-4b66-9c79-369a17aea26b" providerId="ADAL" clId="{F797E296-EE96-4BD7-8F16-D43071948EEE}" dt="2025-10-01T19:03:53.529" v="787"/>
          <ac:spMkLst>
            <pc:docMk/>
            <pc:sldMk cId="2149957229" sldId="1663"/>
            <ac:spMk id="7" creationId="{866C558A-3EE8-6E32-8DC8-3340930AF566}"/>
          </ac:spMkLst>
        </pc:spChg>
        <pc:spChg chg="mod">
          <ac:chgData name="Sanmukh Kuppannagari" userId="ad215094-da36-4b66-9c79-369a17aea26b" providerId="ADAL" clId="{F797E296-EE96-4BD7-8F16-D43071948EEE}" dt="2025-10-01T19:03:53.529" v="787"/>
          <ac:spMkLst>
            <pc:docMk/>
            <pc:sldMk cId="2149957229" sldId="1663"/>
            <ac:spMk id="9" creationId="{0C168BFE-E26F-D082-F2E0-1608D3F746AA}"/>
          </ac:spMkLst>
        </pc:spChg>
        <pc:spChg chg="mod">
          <ac:chgData name="Sanmukh Kuppannagari" userId="ad215094-da36-4b66-9c79-369a17aea26b" providerId="ADAL" clId="{F797E296-EE96-4BD7-8F16-D43071948EEE}" dt="2025-10-01T19:03:53.529" v="787"/>
          <ac:spMkLst>
            <pc:docMk/>
            <pc:sldMk cId="2149957229" sldId="1663"/>
            <ac:spMk id="11" creationId="{C07107B9-4CB3-5228-68E3-D15CF27F7C0B}"/>
          </ac:spMkLst>
        </pc:spChg>
        <pc:spChg chg="add mod">
          <ac:chgData name="Sanmukh Kuppannagari" userId="ad215094-da36-4b66-9c79-369a17aea26b" providerId="ADAL" clId="{F797E296-EE96-4BD7-8F16-D43071948EEE}" dt="2025-10-01T19:06:10.384" v="864" actId="14100"/>
          <ac:spMkLst>
            <pc:docMk/>
            <pc:sldMk cId="2149957229" sldId="1663"/>
            <ac:spMk id="13" creationId="{419D8346-A4E1-FB12-0618-4D62C02FAA69}"/>
          </ac:spMkLst>
        </pc:spChg>
        <pc:spChg chg="add del mod">
          <ac:chgData name="Sanmukh Kuppannagari" userId="ad215094-da36-4b66-9c79-369a17aea26b" providerId="ADAL" clId="{F797E296-EE96-4BD7-8F16-D43071948EEE}" dt="2025-10-02T02:30:09.478" v="8538" actId="478"/>
          <ac:spMkLst>
            <pc:docMk/>
            <pc:sldMk cId="2149957229" sldId="1663"/>
            <ac:spMk id="14" creationId="{018D059E-E46A-0761-088E-BFFFBE55BE59}"/>
          </ac:spMkLst>
        </pc:spChg>
        <pc:spChg chg="add mod">
          <ac:chgData name="Sanmukh Kuppannagari" userId="ad215094-da36-4b66-9c79-369a17aea26b" providerId="ADAL" clId="{F797E296-EE96-4BD7-8F16-D43071948EEE}" dt="2025-10-01T19:06:27.799" v="865" actId="164"/>
          <ac:spMkLst>
            <pc:docMk/>
            <pc:sldMk cId="2149957229" sldId="1663"/>
            <ac:spMk id="15" creationId="{0F3DC172-2E3F-3967-575A-1852B673CD51}"/>
          </ac:spMkLst>
        </pc:spChg>
        <pc:spChg chg="add mod">
          <ac:chgData name="Sanmukh Kuppannagari" userId="ad215094-da36-4b66-9c79-369a17aea26b" providerId="ADAL" clId="{F797E296-EE96-4BD7-8F16-D43071948EEE}" dt="2025-10-01T19:06:27.799" v="865" actId="164"/>
          <ac:spMkLst>
            <pc:docMk/>
            <pc:sldMk cId="2149957229" sldId="1663"/>
            <ac:spMk id="16" creationId="{88AC379B-7C20-E5E3-973F-CE967F739CA5}"/>
          </ac:spMkLst>
        </pc:spChg>
        <pc:spChg chg="add mod">
          <ac:chgData name="Sanmukh Kuppannagari" userId="ad215094-da36-4b66-9c79-369a17aea26b" providerId="ADAL" clId="{F797E296-EE96-4BD7-8F16-D43071948EEE}" dt="2025-10-01T19:06:27.799" v="865" actId="164"/>
          <ac:spMkLst>
            <pc:docMk/>
            <pc:sldMk cId="2149957229" sldId="1663"/>
            <ac:spMk id="17" creationId="{656AC314-FE03-DF7E-F5F2-6E765D4D504A}"/>
          </ac:spMkLst>
        </pc:spChg>
        <pc:spChg chg="add mod">
          <ac:chgData name="Sanmukh Kuppannagari" userId="ad215094-da36-4b66-9c79-369a17aea26b" providerId="ADAL" clId="{F797E296-EE96-4BD7-8F16-D43071948EEE}" dt="2025-10-01T19:06:27.799" v="865" actId="164"/>
          <ac:spMkLst>
            <pc:docMk/>
            <pc:sldMk cId="2149957229" sldId="1663"/>
            <ac:spMk id="18" creationId="{28CA2D56-41FF-1383-1BF1-A0BEB3320A02}"/>
          </ac:spMkLst>
        </pc:spChg>
        <pc:spChg chg="add mod">
          <ac:chgData name="Sanmukh Kuppannagari" userId="ad215094-da36-4b66-9c79-369a17aea26b" providerId="ADAL" clId="{F797E296-EE96-4BD7-8F16-D43071948EEE}" dt="2025-10-01T19:05:52.566" v="857" actId="571"/>
          <ac:spMkLst>
            <pc:docMk/>
            <pc:sldMk cId="2149957229" sldId="1663"/>
            <ac:spMk id="19" creationId="{E051DFAC-0004-A4B1-8A6D-94FE8B2B4FF4}"/>
          </ac:spMkLst>
        </pc:spChg>
        <pc:spChg chg="add mod">
          <ac:chgData name="Sanmukh Kuppannagari" userId="ad215094-da36-4b66-9c79-369a17aea26b" providerId="ADAL" clId="{F797E296-EE96-4BD7-8F16-D43071948EEE}" dt="2025-10-01T19:05:52.566" v="857" actId="571"/>
          <ac:spMkLst>
            <pc:docMk/>
            <pc:sldMk cId="2149957229" sldId="1663"/>
            <ac:spMk id="20" creationId="{F6221B00-9794-2C29-5B08-591881E4B219}"/>
          </ac:spMkLst>
        </pc:spChg>
        <pc:spChg chg="add mod">
          <ac:chgData name="Sanmukh Kuppannagari" userId="ad215094-da36-4b66-9c79-369a17aea26b" providerId="ADAL" clId="{F797E296-EE96-4BD7-8F16-D43071948EEE}" dt="2025-10-01T19:06:27.799" v="865" actId="164"/>
          <ac:spMkLst>
            <pc:docMk/>
            <pc:sldMk cId="2149957229" sldId="1663"/>
            <ac:spMk id="21" creationId="{D061DBE4-8DBC-8026-297F-B674D3ADE45F}"/>
          </ac:spMkLst>
        </pc:spChg>
        <pc:spChg chg="add mod">
          <ac:chgData name="Sanmukh Kuppannagari" userId="ad215094-da36-4b66-9c79-369a17aea26b" providerId="ADAL" clId="{F797E296-EE96-4BD7-8F16-D43071948EEE}" dt="2025-10-01T19:06:27.799" v="865" actId="164"/>
          <ac:spMkLst>
            <pc:docMk/>
            <pc:sldMk cId="2149957229" sldId="1663"/>
            <ac:spMk id="22" creationId="{AEABA6D4-C8B8-AD4D-5FEF-8193B110A511}"/>
          </ac:spMkLst>
        </pc:spChg>
        <pc:spChg chg="add mod">
          <ac:chgData name="Sanmukh Kuppannagari" userId="ad215094-da36-4b66-9c79-369a17aea26b" providerId="ADAL" clId="{F797E296-EE96-4BD7-8F16-D43071948EEE}" dt="2025-10-01T19:06:27.799" v="865" actId="164"/>
          <ac:spMkLst>
            <pc:docMk/>
            <pc:sldMk cId="2149957229" sldId="1663"/>
            <ac:spMk id="23" creationId="{8450A219-4BE3-7D5D-717C-1F05280C45E0}"/>
          </ac:spMkLst>
        </pc:spChg>
        <pc:spChg chg="add mod">
          <ac:chgData name="Sanmukh Kuppannagari" userId="ad215094-da36-4b66-9c79-369a17aea26b" providerId="ADAL" clId="{F797E296-EE96-4BD7-8F16-D43071948EEE}" dt="2025-10-01T19:06:27.799" v="865" actId="164"/>
          <ac:spMkLst>
            <pc:docMk/>
            <pc:sldMk cId="2149957229" sldId="1663"/>
            <ac:spMk id="24" creationId="{414C5A29-8333-A2AB-8109-961504779C7D}"/>
          </ac:spMkLst>
        </pc:spChg>
        <pc:spChg chg="mod">
          <ac:chgData name="Sanmukh Kuppannagari" userId="ad215094-da36-4b66-9c79-369a17aea26b" providerId="ADAL" clId="{F797E296-EE96-4BD7-8F16-D43071948EEE}" dt="2025-10-01T19:29:32.831" v="901"/>
          <ac:spMkLst>
            <pc:docMk/>
            <pc:sldMk cId="2149957229" sldId="1663"/>
            <ac:spMk id="27" creationId="{C04D34B9-1F81-15FB-FC57-80DCE1AEB70C}"/>
          </ac:spMkLst>
        </pc:spChg>
        <pc:spChg chg="mod">
          <ac:chgData name="Sanmukh Kuppannagari" userId="ad215094-da36-4b66-9c79-369a17aea26b" providerId="ADAL" clId="{F797E296-EE96-4BD7-8F16-D43071948EEE}" dt="2025-10-01T19:29:32.831" v="901"/>
          <ac:spMkLst>
            <pc:docMk/>
            <pc:sldMk cId="2149957229" sldId="1663"/>
            <ac:spMk id="28" creationId="{C44CAF33-32B9-914A-678D-B9F14DB7B91D}"/>
          </ac:spMkLst>
        </pc:spChg>
        <pc:spChg chg="mod">
          <ac:chgData name="Sanmukh Kuppannagari" userId="ad215094-da36-4b66-9c79-369a17aea26b" providerId="ADAL" clId="{F797E296-EE96-4BD7-8F16-D43071948EEE}" dt="2025-10-01T19:29:32.831" v="901"/>
          <ac:spMkLst>
            <pc:docMk/>
            <pc:sldMk cId="2149957229" sldId="1663"/>
            <ac:spMk id="29" creationId="{7AC602BD-C44D-6C6A-690B-7FB8FCA26726}"/>
          </ac:spMkLst>
        </pc:spChg>
        <pc:spChg chg="mod">
          <ac:chgData name="Sanmukh Kuppannagari" userId="ad215094-da36-4b66-9c79-369a17aea26b" providerId="ADAL" clId="{F797E296-EE96-4BD7-8F16-D43071948EEE}" dt="2025-10-01T19:29:32.831" v="901"/>
          <ac:spMkLst>
            <pc:docMk/>
            <pc:sldMk cId="2149957229" sldId="1663"/>
            <ac:spMk id="30" creationId="{931B7E51-9148-F32D-A534-164F2D53DEA0}"/>
          </ac:spMkLst>
        </pc:spChg>
        <pc:spChg chg="mod">
          <ac:chgData name="Sanmukh Kuppannagari" userId="ad215094-da36-4b66-9c79-369a17aea26b" providerId="ADAL" clId="{F797E296-EE96-4BD7-8F16-D43071948EEE}" dt="2025-10-01T19:29:32.831" v="901"/>
          <ac:spMkLst>
            <pc:docMk/>
            <pc:sldMk cId="2149957229" sldId="1663"/>
            <ac:spMk id="31" creationId="{0F20CF34-FD26-B075-F37D-8ABD75ED38A7}"/>
          </ac:spMkLst>
        </pc:spChg>
        <pc:spChg chg="mod">
          <ac:chgData name="Sanmukh Kuppannagari" userId="ad215094-da36-4b66-9c79-369a17aea26b" providerId="ADAL" clId="{F797E296-EE96-4BD7-8F16-D43071948EEE}" dt="2025-10-01T19:29:32.831" v="901"/>
          <ac:spMkLst>
            <pc:docMk/>
            <pc:sldMk cId="2149957229" sldId="1663"/>
            <ac:spMk id="32" creationId="{D7A3E658-FD1E-F977-E3D3-77ED4BF5F011}"/>
          </ac:spMkLst>
        </pc:spChg>
        <pc:spChg chg="mod">
          <ac:chgData name="Sanmukh Kuppannagari" userId="ad215094-da36-4b66-9c79-369a17aea26b" providerId="ADAL" clId="{F797E296-EE96-4BD7-8F16-D43071948EEE}" dt="2025-10-01T19:29:32.831" v="901"/>
          <ac:spMkLst>
            <pc:docMk/>
            <pc:sldMk cId="2149957229" sldId="1663"/>
            <ac:spMk id="33" creationId="{C385F121-203D-2D8A-2A2F-4CF0FC35B67A}"/>
          </ac:spMkLst>
        </pc:spChg>
        <pc:spChg chg="mod">
          <ac:chgData name="Sanmukh Kuppannagari" userId="ad215094-da36-4b66-9c79-369a17aea26b" providerId="ADAL" clId="{F797E296-EE96-4BD7-8F16-D43071948EEE}" dt="2025-10-01T19:29:32.831" v="901"/>
          <ac:spMkLst>
            <pc:docMk/>
            <pc:sldMk cId="2149957229" sldId="1663"/>
            <ac:spMk id="34" creationId="{9F3AB514-B9CB-751E-2110-B2633AB52F21}"/>
          </ac:spMkLst>
        </pc:spChg>
        <pc:grpChg chg="add del mod">
          <ac:chgData name="Sanmukh Kuppannagari" userId="ad215094-da36-4b66-9c79-369a17aea26b" providerId="ADAL" clId="{F797E296-EE96-4BD7-8F16-D43071948EEE}" dt="2025-10-01T19:29:11.348" v="866" actId="478"/>
          <ac:grpSpMkLst>
            <pc:docMk/>
            <pc:sldMk cId="2149957229" sldId="1663"/>
            <ac:grpSpMk id="4" creationId="{3739F9C9-9C5E-8136-9FB0-6692C5B13EE7}"/>
          </ac:grpSpMkLst>
        </pc:grpChg>
        <pc:grpChg chg="add mod">
          <ac:chgData name="Sanmukh Kuppannagari" userId="ad215094-da36-4b66-9c79-369a17aea26b" providerId="ADAL" clId="{F797E296-EE96-4BD7-8F16-D43071948EEE}" dt="2025-10-01T19:06:27.799" v="865" actId="164"/>
          <ac:grpSpMkLst>
            <pc:docMk/>
            <pc:sldMk cId="2149957229" sldId="1663"/>
            <ac:grpSpMk id="25" creationId="{A8BA1D6D-BA80-EE0C-CD5B-DAFCE873B141}"/>
          </ac:grpSpMkLst>
        </pc:grpChg>
        <pc:grpChg chg="add mod">
          <ac:chgData name="Sanmukh Kuppannagari" userId="ad215094-da36-4b66-9c79-369a17aea26b" providerId="ADAL" clId="{F797E296-EE96-4BD7-8F16-D43071948EEE}" dt="2025-10-01T19:29:35.860" v="902" actId="1076"/>
          <ac:grpSpMkLst>
            <pc:docMk/>
            <pc:sldMk cId="2149957229" sldId="1663"/>
            <ac:grpSpMk id="26" creationId="{7B51E779-BEB7-F9CA-AC33-87BA87781EA0}"/>
          </ac:grpSpMkLst>
        </pc:grpChg>
        <pc:cxnChg chg="mod">
          <ac:chgData name="Sanmukh Kuppannagari" userId="ad215094-da36-4b66-9c79-369a17aea26b" providerId="ADAL" clId="{F797E296-EE96-4BD7-8F16-D43071948EEE}" dt="2025-10-01T19:29:11.348" v="866" actId="478"/>
          <ac:cxnSpMkLst>
            <pc:docMk/>
            <pc:sldMk cId="2149957229" sldId="1663"/>
            <ac:cxnSpMk id="8" creationId="{B67F62E8-EA73-8CDB-BDEE-6B0077896425}"/>
          </ac:cxnSpMkLst>
        </pc:cxnChg>
        <pc:cxnChg chg="mod">
          <ac:chgData name="Sanmukh Kuppannagari" userId="ad215094-da36-4b66-9c79-369a17aea26b" providerId="ADAL" clId="{F797E296-EE96-4BD7-8F16-D43071948EEE}" dt="2025-10-01T19:29:11.348" v="866" actId="478"/>
          <ac:cxnSpMkLst>
            <pc:docMk/>
            <pc:sldMk cId="2149957229" sldId="1663"/>
            <ac:cxnSpMk id="10" creationId="{11403395-6D23-EEE4-4E6F-54EBD36EA584}"/>
          </ac:cxnSpMkLst>
        </pc:cxnChg>
        <pc:cxnChg chg="mod">
          <ac:chgData name="Sanmukh Kuppannagari" userId="ad215094-da36-4b66-9c79-369a17aea26b" providerId="ADAL" clId="{F797E296-EE96-4BD7-8F16-D43071948EEE}" dt="2025-10-01T19:29:11.348" v="866" actId="478"/>
          <ac:cxnSpMkLst>
            <pc:docMk/>
            <pc:sldMk cId="2149957229" sldId="1663"/>
            <ac:cxnSpMk id="12" creationId="{23E036BA-06A9-BADD-DE79-DEF96A178B67}"/>
          </ac:cxnSpMkLst>
        </pc:cxnChg>
      </pc:sldChg>
      <pc:sldChg chg="addSp delSp modSp add mod">
        <pc:chgData name="Sanmukh Kuppannagari" userId="ad215094-da36-4b66-9c79-369a17aea26b" providerId="ADAL" clId="{F797E296-EE96-4BD7-8F16-D43071948EEE}" dt="2025-10-01T19:54:20.247" v="1793" actId="20577"/>
        <pc:sldMkLst>
          <pc:docMk/>
          <pc:sldMk cId="712084877" sldId="1664"/>
        </pc:sldMkLst>
        <pc:spChg chg="mod">
          <ac:chgData name="Sanmukh Kuppannagari" userId="ad215094-da36-4b66-9c79-369a17aea26b" providerId="ADAL" clId="{F797E296-EE96-4BD7-8F16-D43071948EEE}" dt="2025-10-01T19:30:34.744" v="1066" actId="20577"/>
          <ac:spMkLst>
            <pc:docMk/>
            <pc:sldMk cId="712084877" sldId="1664"/>
            <ac:spMk id="2" creationId="{2606B954-4666-7D8C-5FD5-8611B3087F6A}"/>
          </ac:spMkLst>
        </pc:spChg>
        <pc:spChg chg="mod">
          <ac:chgData name="Sanmukh Kuppannagari" userId="ad215094-da36-4b66-9c79-369a17aea26b" providerId="ADAL" clId="{F797E296-EE96-4BD7-8F16-D43071948EEE}" dt="2025-10-01T19:54:20.247" v="1793" actId="20577"/>
          <ac:spMkLst>
            <pc:docMk/>
            <pc:sldMk cId="712084877" sldId="1664"/>
            <ac:spMk id="3" creationId="{8EFDC529-3DFC-6CEA-CBF7-AF18B50F4484}"/>
          </ac:spMkLst>
        </pc:spChg>
        <pc:spChg chg="mod">
          <ac:chgData name="Sanmukh Kuppannagari" userId="ad215094-da36-4b66-9c79-369a17aea26b" providerId="ADAL" clId="{F797E296-EE96-4BD7-8F16-D43071948EEE}" dt="2025-10-01T19:47:13.886" v="1396"/>
          <ac:spMkLst>
            <pc:docMk/>
            <pc:sldMk cId="712084877" sldId="1664"/>
            <ac:spMk id="7" creationId="{7924EDD6-F385-CD58-8885-6611C87B7C0B}"/>
          </ac:spMkLst>
        </pc:spChg>
        <pc:spChg chg="mod">
          <ac:chgData name="Sanmukh Kuppannagari" userId="ad215094-da36-4b66-9c79-369a17aea26b" providerId="ADAL" clId="{F797E296-EE96-4BD7-8F16-D43071948EEE}" dt="2025-10-01T19:47:13.886" v="1396"/>
          <ac:spMkLst>
            <pc:docMk/>
            <pc:sldMk cId="712084877" sldId="1664"/>
            <ac:spMk id="8" creationId="{E05C91D0-9F41-C533-86FF-3F31309B425A}"/>
          </ac:spMkLst>
        </pc:spChg>
        <pc:spChg chg="mod">
          <ac:chgData name="Sanmukh Kuppannagari" userId="ad215094-da36-4b66-9c79-369a17aea26b" providerId="ADAL" clId="{F797E296-EE96-4BD7-8F16-D43071948EEE}" dt="2025-10-01T19:47:13.886" v="1396"/>
          <ac:spMkLst>
            <pc:docMk/>
            <pc:sldMk cId="712084877" sldId="1664"/>
            <ac:spMk id="9" creationId="{75488693-908A-1DEC-71B5-FE371DD350CC}"/>
          </ac:spMkLst>
        </pc:spChg>
        <pc:spChg chg="mod">
          <ac:chgData name="Sanmukh Kuppannagari" userId="ad215094-da36-4b66-9c79-369a17aea26b" providerId="ADAL" clId="{F797E296-EE96-4BD7-8F16-D43071948EEE}" dt="2025-10-01T19:47:13.886" v="1396"/>
          <ac:spMkLst>
            <pc:docMk/>
            <pc:sldMk cId="712084877" sldId="1664"/>
            <ac:spMk id="11" creationId="{6C6BF9AF-028D-A9D8-1F17-51DDEF195A06}"/>
          </ac:spMkLst>
        </pc:spChg>
        <pc:spChg chg="del">
          <ac:chgData name="Sanmukh Kuppannagari" userId="ad215094-da36-4b66-9c79-369a17aea26b" providerId="ADAL" clId="{F797E296-EE96-4BD7-8F16-D43071948EEE}" dt="2025-10-01T19:46:36.617" v="1389" actId="478"/>
          <ac:spMkLst>
            <pc:docMk/>
            <pc:sldMk cId="712084877" sldId="1664"/>
            <ac:spMk id="13" creationId="{33DAA08A-4822-4364-E708-0D1F16C8C230}"/>
          </ac:spMkLst>
        </pc:spChg>
        <pc:spChg chg="mod">
          <ac:chgData name="Sanmukh Kuppannagari" userId="ad215094-da36-4b66-9c79-369a17aea26b" providerId="ADAL" clId="{F797E296-EE96-4BD7-8F16-D43071948EEE}" dt="2025-10-01T19:46:59.818" v="1395" actId="1076"/>
          <ac:spMkLst>
            <pc:docMk/>
            <pc:sldMk cId="712084877" sldId="1664"/>
            <ac:spMk id="14" creationId="{71741EC5-C8DB-17FD-61D1-41E9758C0ADF}"/>
          </ac:spMkLst>
        </pc:spChg>
        <pc:spChg chg="mod">
          <ac:chgData name="Sanmukh Kuppannagari" userId="ad215094-da36-4b66-9c79-369a17aea26b" providerId="ADAL" clId="{F797E296-EE96-4BD7-8F16-D43071948EEE}" dt="2025-10-01T19:47:13.886" v="1396"/>
          <ac:spMkLst>
            <pc:docMk/>
            <pc:sldMk cId="712084877" sldId="1664"/>
            <ac:spMk id="19" creationId="{F7AA8140-CC1C-9177-55E1-73D78395266E}"/>
          </ac:spMkLst>
        </pc:spChg>
        <pc:grpChg chg="add mod">
          <ac:chgData name="Sanmukh Kuppannagari" userId="ad215094-da36-4b66-9c79-369a17aea26b" providerId="ADAL" clId="{F797E296-EE96-4BD7-8F16-D43071948EEE}" dt="2025-10-01T19:47:20.085" v="1397" actId="1076"/>
          <ac:grpSpMkLst>
            <pc:docMk/>
            <pc:sldMk cId="712084877" sldId="1664"/>
            <ac:grpSpMk id="6" creationId="{E69BE62D-412F-2646-3D22-933641F0E8D2}"/>
          </ac:grpSpMkLst>
        </pc:grpChg>
        <pc:grpChg chg="del">
          <ac:chgData name="Sanmukh Kuppannagari" userId="ad215094-da36-4b66-9c79-369a17aea26b" providerId="ADAL" clId="{F797E296-EE96-4BD7-8F16-D43071948EEE}" dt="2025-10-01T19:46:36.617" v="1389" actId="478"/>
          <ac:grpSpMkLst>
            <pc:docMk/>
            <pc:sldMk cId="712084877" sldId="1664"/>
            <ac:grpSpMk id="25" creationId="{4B2C78E2-7D79-4EFD-B9AA-2CA41F61FF49}"/>
          </ac:grpSpMkLst>
        </pc:grpChg>
        <pc:grpChg chg="del">
          <ac:chgData name="Sanmukh Kuppannagari" userId="ad215094-da36-4b66-9c79-369a17aea26b" providerId="ADAL" clId="{F797E296-EE96-4BD7-8F16-D43071948EEE}" dt="2025-10-01T19:46:36.617" v="1389" actId="478"/>
          <ac:grpSpMkLst>
            <pc:docMk/>
            <pc:sldMk cId="712084877" sldId="1664"/>
            <ac:grpSpMk id="26" creationId="{1163FBC2-2D48-1780-BC03-CB8FE711AD1C}"/>
          </ac:grpSpMkLst>
        </pc:grpChg>
        <pc:picChg chg="add del mod">
          <ac:chgData name="Sanmukh Kuppannagari" userId="ad215094-da36-4b66-9c79-369a17aea26b" providerId="ADAL" clId="{F797E296-EE96-4BD7-8F16-D43071948EEE}" dt="2025-10-01T19:48:12.444" v="1407" actId="478"/>
          <ac:picMkLst>
            <pc:docMk/>
            <pc:sldMk cId="712084877" sldId="1664"/>
            <ac:picMk id="5" creationId="{5C6A5725-4DB8-62D2-BE79-FA5EE4C66289}"/>
          </ac:picMkLst>
        </pc:picChg>
        <pc:picChg chg="add mod">
          <ac:chgData name="Sanmukh Kuppannagari" userId="ad215094-da36-4b66-9c79-369a17aea26b" providerId="ADAL" clId="{F797E296-EE96-4BD7-8F16-D43071948EEE}" dt="2025-10-01T19:48:13.443" v="1408"/>
          <ac:picMkLst>
            <pc:docMk/>
            <pc:sldMk cId="712084877" sldId="1664"/>
            <ac:picMk id="35" creationId="{8CC487F8-1AE2-380D-DD09-7FCA3536378F}"/>
          </ac:picMkLst>
        </pc:picChg>
        <pc:cxnChg chg="mod">
          <ac:chgData name="Sanmukh Kuppannagari" userId="ad215094-da36-4b66-9c79-369a17aea26b" providerId="ADAL" clId="{F797E296-EE96-4BD7-8F16-D43071948EEE}" dt="2025-10-01T19:47:13.886" v="1396"/>
          <ac:cxnSpMkLst>
            <pc:docMk/>
            <pc:sldMk cId="712084877" sldId="1664"/>
            <ac:cxnSpMk id="10" creationId="{B654A498-6F76-6E87-DD82-B4C81574A14E}"/>
          </ac:cxnSpMkLst>
        </pc:cxnChg>
        <pc:cxnChg chg="mod">
          <ac:chgData name="Sanmukh Kuppannagari" userId="ad215094-da36-4b66-9c79-369a17aea26b" providerId="ADAL" clId="{F797E296-EE96-4BD7-8F16-D43071948EEE}" dt="2025-10-01T19:47:13.886" v="1396"/>
          <ac:cxnSpMkLst>
            <pc:docMk/>
            <pc:sldMk cId="712084877" sldId="1664"/>
            <ac:cxnSpMk id="12" creationId="{8D2AAE7B-2683-CB3C-CBE9-7786B1D42823}"/>
          </ac:cxnSpMkLst>
        </pc:cxnChg>
        <pc:cxnChg chg="mod">
          <ac:chgData name="Sanmukh Kuppannagari" userId="ad215094-da36-4b66-9c79-369a17aea26b" providerId="ADAL" clId="{F797E296-EE96-4BD7-8F16-D43071948EEE}" dt="2025-10-01T19:47:13.886" v="1396"/>
          <ac:cxnSpMkLst>
            <pc:docMk/>
            <pc:sldMk cId="712084877" sldId="1664"/>
            <ac:cxnSpMk id="20" creationId="{EDFD023A-66FA-15C1-26E2-B8CFBBC52C04}"/>
          </ac:cxnSpMkLst>
        </pc:cxnChg>
      </pc:sldChg>
      <pc:sldChg chg="addSp delSp modSp add mod">
        <pc:chgData name="Sanmukh Kuppannagari" userId="ad215094-da36-4b66-9c79-369a17aea26b" providerId="ADAL" clId="{F797E296-EE96-4BD7-8F16-D43071948EEE}" dt="2025-10-01T19:52:31.726" v="1734" actId="20577"/>
        <pc:sldMkLst>
          <pc:docMk/>
          <pc:sldMk cId="2266587701" sldId="1665"/>
        </pc:sldMkLst>
        <pc:spChg chg="mod">
          <ac:chgData name="Sanmukh Kuppannagari" userId="ad215094-da36-4b66-9c79-369a17aea26b" providerId="ADAL" clId="{F797E296-EE96-4BD7-8F16-D43071948EEE}" dt="2025-10-01T19:52:31.726" v="1734" actId="20577"/>
          <ac:spMkLst>
            <pc:docMk/>
            <pc:sldMk cId="2266587701" sldId="1665"/>
            <ac:spMk id="3" creationId="{8E7940BC-7088-A4C1-730E-D20C45DA6B8A}"/>
          </ac:spMkLst>
        </pc:spChg>
        <pc:picChg chg="add del">
          <ac:chgData name="Sanmukh Kuppannagari" userId="ad215094-da36-4b66-9c79-369a17aea26b" providerId="ADAL" clId="{F797E296-EE96-4BD7-8F16-D43071948EEE}" dt="2025-10-01T19:47:48.961" v="1401" actId="478"/>
          <ac:picMkLst>
            <pc:docMk/>
            <pc:sldMk cId="2266587701" sldId="1665"/>
            <ac:picMk id="4" creationId="{A154098E-E56B-BEEE-ACD2-1A97EEDC6E6B}"/>
          </ac:picMkLst>
        </pc:picChg>
        <pc:picChg chg="del">
          <ac:chgData name="Sanmukh Kuppannagari" userId="ad215094-da36-4b66-9c79-369a17aea26b" providerId="ADAL" clId="{F797E296-EE96-4BD7-8F16-D43071948EEE}" dt="2025-10-01T19:47:45.017" v="1399" actId="478"/>
          <ac:picMkLst>
            <pc:docMk/>
            <pc:sldMk cId="2266587701" sldId="1665"/>
            <ac:picMk id="5" creationId="{B0A8BD2A-4084-CBB2-0359-8F485FC1B004}"/>
          </ac:picMkLst>
        </pc:picChg>
        <pc:picChg chg="add mod">
          <ac:chgData name="Sanmukh Kuppannagari" userId="ad215094-da36-4b66-9c79-369a17aea26b" providerId="ADAL" clId="{F797E296-EE96-4BD7-8F16-D43071948EEE}" dt="2025-10-01T19:48:02.026" v="1406" actId="14100"/>
          <ac:picMkLst>
            <pc:docMk/>
            <pc:sldMk cId="2266587701" sldId="1665"/>
            <ac:picMk id="13" creationId="{6713F8C7-1704-4C5E-8E77-8140070FFF80}"/>
          </ac:picMkLst>
        </pc:picChg>
      </pc:sldChg>
      <pc:sldChg chg="addSp delSp modSp add mod">
        <pc:chgData name="Sanmukh Kuppannagari" userId="ad215094-da36-4b66-9c79-369a17aea26b" providerId="ADAL" clId="{F797E296-EE96-4BD7-8F16-D43071948EEE}" dt="2025-10-01T20:24:43.945" v="2450" actId="20577"/>
        <pc:sldMkLst>
          <pc:docMk/>
          <pc:sldMk cId="313803335" sldId="1666"/>
        </pc:sldMkLst>
        <pc:spChg chg="mod">
          <ac:chgData name="Sanmukh Kuppannagari" userId="ad215094-da36-4b66-9c79-369a17aea26b" providerId="ADAL" clId="{F797E296-EE96-4BD7-8F16-D43071948EEE}" dt="2025-10-01T20:24:43.945" v="2450" actId="20577"/>
          <ac:spMkLst>
            <pc:docMk/>
            <pc:sldMk cId="313803335" sldId="1666"/>
            <ac:spMk id="3" creationId="{9BE68085-69F4-496F-5F36-6F509C2AB8E1}"/>
          </ac:spMkLst>
        </pc:spChg>
        <pc:spChg chg="add del">
          <ac:chgData name="Sanmukh Kuppannagari" userId="ad215094-da36-4b66-9c79-369a17aea26b" providerId="ADAL" clId="{F797E296-EE96-4BD7-8F16-D43071948EEE}" dt="2025-10-01T20:11:54.763" v="2093" actId="22"/>
          <ac:spMkLst>
            <pc:docMk/>
            <pc:sldMk cId="313803335" sldId="1666"/>
            <ac:spMk id="5" creationId="{EC00A436-8751-2802-C90E-67BEA1A1ABC3}"/>
          </ac:spMkLst>
        </pc:spChg>
      </pc:sldChg>
      <pc:sldChg chg="modSp add mod">
        <pc:chgData name="Sanmukh Kuppannagari" userId="ad215094-da36-4b66-9c79-369a17aea26b" providerId="ADAL" clId="{F797E296-EE96-4BD7-8F16-D43071948EEE}" dt="2025-10-01T20:18:48.046" v="2369" actId="20577"/>
        <pc:sldMkLst>
          <pc:docMk/>
          <pc:sldMk cId="2713036896" sldId="1667"/>
        </pc:sldMkLst>
        <pc:spChg chg="mod">
          <ac:chgData name="Sanmukh Kuppannagari" userId="ad215094-da36-4b66-9c79-369a17aea26b" providerId="ADAL" clId="{F797E296-EE96-4BD7-8F16-D43071948EEE}" dt="2025-10-01T20:18:48.046" v="2369" actId="20577"/>
          <ac:spMkLst>
            <pc:docMk/>
            <pc:sldMk cId="2713036896" sldId="1667"/>
            <ac:spMk id="3" creationId="{235B6033-4319-C021-6416-4F58A0EFDF83}"/>
          </ac:spMkLst>
        </pc:spChg>
      </pc:sldChg>
      <pc:sldChg chg="modSp add mod">
        <pc:chgData name="Sanmukh Kuppannagari" userId="ad215094-da36-4b66-9c79-369a17aea26b" providerId="ADAL" clId="{F797E296-EE96-4BD7-8F16-D43071948EEE}" dt="2025-10-01T22:06:33.371" v="5533" actId="207"/>
        <pc:sldMkLst>
          <pc:docMk/>
          <pc:sldMk cId="501699220" sldId="1668"/>
        </pc:sldMkLst>
        <pc:spChg chg="mod">
          <ac:chgData name="Sanmukh Kuppannagari" userId="ad215094-da36-4b66-9c79-369a17aea26b" providerId="ADAL" clId="{F797E296-EE96-4BD7-8F16-D43071948EEE}" dt="2025-10-01T22:06:33.371" v="5533" actId="207"/>
          <ac:spMkLst>
            <pc:docMk/>
            <pc:sldMk cId="501699220" sldId="1668"/>
            <ac:spMk id="3" creationId="{C864E019-AF06-9F2B-1FBE-C98A599D6194}"/>
          </ac:spMkLst>
        </pc:spChg>
      </pc:sldChg>
      <pc:sldChg chg="new del">
        <pc:chgData name="Sanmukh Kuppannagari" userId="ad215094-da36-4b66-9c79-369a17aea26b" providerId="ADAL" clId="{F797E296-EE96-4BD7-8F16-D43071948EEE}" dt="2025-10-01T20:39:35.078" v="2455" actId="47"/>
        <pc:sldMkLst>
          <pc:docMk/>
          <pc:sldMk cId="2098693979" sldId="1669"/>
        </pc:sldMkLst>
      </pc:sldChg>
      <pc:sldChg chg="modSp new mod">
        <pc:chgData name="Sanmukh Kuppannagari" userId="ad215094-da36-4b66-9c79-369a17aea26b" providerId="ADAL" clId="{F797E296-EE96-4BD7-8F16-D43071948EEE}" dt="2025-10-01T20:51:23.981" v="3024" actId="20577"/>
        <pc:sldMkLst>
          <pc:docMk/>
          <pc:sldMk cId="3109609256" sldId="1669"/>
        </pc:sldMkLst>
        <pc:spChg chg="mod">
          <ac:chgData name="Sanmukh Kuppannagari" userId="ad215094-da36-4b66-9c79-369a17aea26b" providerId="ADAL" clId="{F797E296-EE96-4BD7-8F16-D43071948EEE}" dt="2025-10-01T20:42:26.562" v="2488" actId="20577"/>
          <ac:spMkLst>
            <pc:docMk/>
            <pc:sldMk cId="3109609256" sldId="1669"/>
            <ac:spMk id="2" creationId="{7AD9CEC7-9BC0-75AF-DC6D-BB6EBECA9014}"/>
          </ac:spMkLst>
        </pc:spChg>
        <pc:spChg chg="mod">
          <ac:chgData name="Sanmukh Kuppannagari" userId="ad215094-da36-4b66-9c79-369a17aea26b" providerId="ADAL" clId="{F797E296-EE96-4BD7-8F16-D43071948EEE}" dt="2025-10-01T20:51:23.981" v="3024" actId="20577"/>
          <ac:spMkLst>
            <pc:docMk/>
            <pc:sldMk cId="3109609256" sldId="1669"/>
            <ac:spMk id="3" creationId="{67EC0730-B88E-673F-23FA-FECBA3FF5726}"/>
          </ac:spMkLst>
        </pc:spChg>
      </pc:sldChg>
      <pc:sldChg chg="addSp delSp modSp add mod">
        <pc:chgData name="Sanmukh Kuppannagari" userId="ad215094-da36-4b66-9c79-369a17aea26b" providerId="ADAL" clId="{F797E296-EE96-4BD7-8F16-D43071948EEE}" dt="2025-10-01T20:44:50.567" v="2511" actId="1076"/>
        <pc:sldMkLst>
          <pc:docMk/>
          <pc:sldMk cId="699723536" sldId="1670"/>
        </pc:sldMkLst>
        <pc:spChg chg="del">
          <ac:chgData name="Sanmukh Kuppannagari" userId="ad215094-da36-4b66-9c79-369a17aea26b" providerId="ADAL" clId="{F797E296-EE96-4BD7-8F16-D43071948EEE}" dt="2025-10-01T20:43:18.481" v="2494" actId="478"/>
          <ac:spMkLst>
            <pc:docMk/>
            <pc:sldMk cId="699723536" sldId="1670"/>
            <ac:spMk id="3" creationId="{E7F345F0-E352-B856-E10F-3538A152E577}"/>
          </ac:spMkLst>
        </pc:spChg>
        <pc:spChg chg="add del mod">
          <ac:chgData name="Sanmukh Kuppannagari" userId="ad215094-da36-4b66-9c79-369a17aea26b" providerId="ADAL" clId="{F797E296-EE96-4BD7-8F16-D43071948EEE}" dt="2025-10-01T20:43:21.138" v="2495" actId="478"/>
          <ac:spMkLst>
            <pc:docMk/>
            <pc:sldMk cId="699723536" sldId="1670"/>
            <ac:spMk id="5" creationId="{768C7518-C64C-7EE2-A908-136CAE37B1B2}"/>
          </ac:spMkLst>
        </pc:spChg>
        <pc:spChg chg="add mod">
          <ac:chgData name="Sanmukh Kuppannagari" userId="ad215094-da36-4b66-9c79-369a17aea26b" providerId="ADAL" clId="{F797E296-EE96-4BD7-8F16-D43071948EEE}" dt="2025-10-01T20:44:42.675" v="2509" actId="1076"/>
          <ac:spMkLst>
            <pc:docMk/>
            <pc:sldMk cId="699723536" sldId="1670"/>
            <ac:spMk id="6" creationId="{E52C888D-DB2D-8501-4CF0-3C1DA65304E2}"/>
          </ac:spMkLst>
        </pc:spChg>
        <pc:spChg chg="add mod">
          <ac:chgData name="Sanmukh Kuppannagari" userId="ad215094-da36-4b66-9c79-369a17aea26b" providerId="ADAL" clId="{F797E296-EE96-4BD7-8F16-D43071948EEE}" dt="2025-10-01T20:44:46.951" v="2510" actId="1076"/>
          <ac:spMkLst>
            <pc:docMk/>
            <pc:sldMk cId="699723536" sldId="1670"/>
            <ac:spMk id="7" creationId="{83A7E991-9F1B-164F-07CA-75C57E740A46}"/>
          </ac:spMkLst>
        </pc:spChg>
        <pc:picChg chg="add mod">
          <ac:chgData name="Sanmukh Kuppannagari" userId="ad215094-da36-4b66-9c79-369a17aea26b" providerId="ADAL" clId="{F797E296-EE96-4BD7-8F16-D43071948EEE}" dt="2025-10-01T20:44:50.567" v="2511" actId="1076"/>
          <ac:picMkLst>
            <pc:docMk/>
            <pc:sldMk cId="699723536" sldId="1670"/>
            <ac:picMk id="8" creationId="{4235EC8D-6151-2644-1E5F-89C0D98BB458}"/>
          </ac:picMkLst>
        </pc:picChg>
      </pc:sldChg>
      <pc:sldChg chg="addSp delSp modSp new mod">
        <pc:chgData name="Sanmukh Kuppannagari" userId="ad215094-da36-4b66-9c79-369a17aea26b" providerId="ADAL" clId="{F797E296-EE96-4BD7-8F16-D43071948EEE}" dt="2025-10-01T20:48:08.470" v="2639" actId="14100"/>
        <pc:sldMkLst>
          <pc:docMk/>
          <pc:sldMk cId="2977703802" sldId="1671"/>
        </pc:sldMkLst>
        <pc:spChg chg="mod">
          <ac:chgData name="Sanmukh Kuppannagari" userId="ad215094-da36-4b66-9c79-369a17aea26b" providerId="ADAL" clId="{F797E296-EE96-4BD7-8F16-D43071948EEE}" dt="2025-10-01T20:45:25.844" v="2518" actId="20577"/>
          <ac:spMkLst>
            <pc:docMk/>
            <pc:sldMk cId="2977703802" sldId="1671"/>
            <ac:spMk id="2" creationId="{3F8D551D-3FDB-FF16-E514-64A253EC9EAB}"/>
          </ac:spMkLst>
        </pc:spChg>
        <pc:spChg chg="del">
          <ac:chgData name="Sanmukh Kuppannagari" userId="ad215094-da36-4b66-9c79-369a17aea26b" providerId="ADAL" clId="{F797E296-EE96-4BD7-8F16-D43071948EEE}" dt="2025-10-01T20:45:28.473" v="2519" actId="478"/>
          <ac:spMkLst>
            <pc:docMk/>
            <pc:sldMk cId="2977703802" sldId="1671"/>
            <ac:spMk id="3" creationId="{B045EF23-8F4A-0BEB-6167-2EE1E0F80944}"/>
          </ac:spMkLst>
        </pc:spChg>
        <pc:spChg chg="add mod">
          <ac:chgData name="Sanmukh Kuppannagari" userId="ad215094-da36-4b66-9c79-369a17aea26b" providerId="ADAL" clId="{F797E296-EE96-4BD7-8F16-D43071948EEE}" dt="2025-10-01T20:45:40.412" v="2522" actId="14100"/>
          <ac:spMkLst>
            <pc:docMk/>
            <pc:sldMk cId="2977703802" sldId="1671"/>
            <ac:spMk id="4" creationId="{8FC56CAE-00AF-11CE-EE42-A29286607C57}"/>
          </ac:spMkLst>
        </pc:spChg>
        <pc:spChg chg="add mod">
          <ac:chgData name="Sanmukh Kuppannagari" userId="ad215094-da36-4b66-9c79-369a17aea26b" providerId="ADAL" clId="{F797E296-EE96-4BD7-8F16-D43071948EEE}" dt="2025-10-01T20:45:43.124" v="2523" actId="1076"/>
          <ac:spMkLst>
            <pc:docMk/>
            <pc:sldMk cId="2977703802" sldId="1671"/>
            <ac:spMk id="5" creationId="{553F931D-84DC-926E-EAAE-7592743A76B6}"/>
          </ac:spMkLst>
        </pc:spChg>
        <pc:spChg chg="add mod">
          <ac:chgData name="Sanmukh Kuppannagari" userId="ad215094-da36-4b66-9c79-369a17aea26b" providerId="ADAL" clId="{F797E296-EE96-4BD7-8F16-D43071948EEE}" dt="2025-10-01T20:47:10.140" v="2610" actId="207"/>
          <ac:spMkLst>
            <pc:docMk/>
            <pc:sldMk cId="2977703802" sldId="1671"/>
            <ac:spMk id="7" creationId="{E7A7D19D-B0AF-0E11-FD44-F41389CC29AE}"/>
          </ac:spMkLst>
        </pc:spChg>
        <pc:spChg chg="add mod">
          <ac:chgData name="Sanmukh Kuppannagari" userId="ad215094-da36-4b66-9c79-369a17aea26b" providerId="ADAL" clId="{F797E296-EE96-4BD7-8F16-D43071948EEE}" dt="2025-10-01T20:47:10.140" v="2610" actId="207"/>
          <ac:spMkLst>
            <pc:docMk/>
            <pc:sldMk cId="2977703802" sldId="1671"/>
            <ac:spMk id="8" creationId="{20909CCD-11B6-E5B3-906D-75798D621144}"/>
          </ac:spMkLst>
        </pc:spChg>
        <pc:spChg chg="add mod">
          <ac:chgData name="Sanmukh Kuppannagari" userId="ad215094-da36-4b66-9c79-369a17aea26b" providerId="ADAL" clId="{F797E296-EE96-4BD7-8F16-D43071948EEE}" dt="2025-10-01T20:47:10.140" v="2610" actId="207"/>
          <ac:spMkLst>
            <pc:docMk/>
            <pc:sldMk cId="2977703802" sldId="1671"/>
            <ac:spMk id="9" creationId="{AB52D7D2-D429-C746-1559-315D4FDB4793}"/>
          </ac:spMkLst>
        </pc:spChg>
        <pc:spChg chg="add mod">
          <ac:chgData name="Sanmukh Kuppannagari" userId="ad215094-da36-4b66-9c79-369a17aea26b" providerId="ADAL" clId="{F797E296-EE96-4BD7-8F16-D43071948EEE}" dt="2025-10-01T20:47:10.140" v="2610" actId="207"/>
          <ac:spMkLst>
            <pc:docMk/>
            <pc:sldMk cId="2977703802" sldId="1671"/>
            <ac:spMk id="10" creationId="{D8C8CEEF-8DFB-E912-DE2D-33E19896C184}"/>
          </ac:spMkLst>
        </pc:spChg>
        <pc:spChg chg="add mod">
          <ac:chgData name="Sanmukh Kuppannagari" userId="ad215094-da36-4b66-9c79-369a17aea26b" providerId="ADAL" clId="{F797E296-EE96-4BD7-8F16-D43071948EEE}" dt="2025-10-01T20:47:35.626" v="2631" actId="1038"/>
          <ac:spMkLst>
            <pc:docMk/>
            <pc:sldMk cId="2977703802" sldId="1671"/>
            <ac:spMk id="11" creationId="{296D8D87-1C2E-646B-0A1E-4F3A7AF32636}"/>
          </ac:spMkLst>
        </pc:spChg>
        <pc:spChg chg="add mod">
          <ac:chgData name="Sanmukh Kuppannagari" userId="ad215094-da36-4b66-9c79-369a17aea26b" providerId="ADAL" clId="{F797E296-EE96-4BD7-8F16-D43071948EEE}" dt="2025-10-01T20:47:41.078" v="2633" actId="1076"/>
          <ac:spMkLst>
            <pc:docMk/>
            <pc:sldMk cId="2977703802" sldId="1671"/>
            <ac:spMk id="12" creationId="{E4F29744-176B-4F0C-1F9F-78FF8A123937}"/>
          </ac:spMkLst>
        </pc:spChg>
        <pc:spChg chg="add mod">
          <ac:chgData name="Sanmukh Kuppannagari" userId="ad215094-da36-4b66-9c79-369a17aea26b" providerId="ADAL" clId="{F797E296-EE96-4BD7-8F16-D43071948EEE}" dt="2025-10-01T20:47:49.455" v="2635" actId="1076"/>
          <ac:spMkLst>
            <pc:docMk/>
            <pc:sldMk cId="2977703802" sldId="1671"/>
            <ac:spMk id="13" creationId="{FA16A044-5DC6-9976-52C2-18ED3BAA5E8B}"/>
          </ac:spMkLst>
        </pc:spChg>
        <pc:spChg chg="add mod">
          <ac:chgData name="Sanmukh Kuppannagari" userId="ad215094-da36-4b66-9c79-369a17aea26b" providerId="ADAL" clId="{F797E296-EE96-4BD7-8F16-D43071948EEE}" dt="2025-10-01T20:47:49.455" v="2635" actId="1076"/>
          <ac:spMkLst>
            <pc:docMk/>
            <pc:sldMk cId="2977703802" sldId="1671"/>
            <ac:spMk id="14" creationId="{B7AF6B39-6D1F-0865-464E-4135CFA115A3}"/>
          </ac:spMkLst>
        </pc:spChg>
        <pc:picChg chg="add mod">
          <ac:chgData name="Sanmukh Kuppannagari" userId="ad215094-da36-4b66-9c79-369a17aea26b" providerId="ADAL" clId="{F797E296-EE96-4BD7-8F16-D43071948EEE}" dt="2025-10-01T20:46:38.245" v="2604" actId="1076"/>
          <ac:picMkLst>
            <pc:docMk/>
            <pc:sldMk cId="2977703802" sldId="1671"/>
            <ac:picMk id="6" creationId="{B18DA95A-901E-80BE-1FC4-9F3BDE43E3AD}"/>
          </ac:picMkLst>
        </pc:picChg>
        <pc:cxnChg chg="add mod">
          <ac:chgData name="Sanmukh Kuppannagari" userId="ad215094-da36-4b66-9c79-369a17aea26b" providerId="ADAL" clId="{F797E296-EE96-4BD7-8F16-D43071948EEE}" dt="2025-10-01T20:48:08.470" v="2639" actId="14100"/>
          <ac:cxnSpMkLst>
            <pc:docMk/>
            <pc:sldMk cId="2977703802" sldId="1671"/>
            <ac:cxnSpMk id="16" creationId="{F9470216-2D1E-D6F1-27E5-337783445657}"/>
          </ac:cxnSpMkLst>
        </pc:cxnChg>
      </pc:sldChg>
      <pc:sldChg chg="addSp delSp modSp add mod">
        <pc:chgData name="Sanmukh Kuppannagari" userId="ad215094-da36-4b66-9c79-369a17aea26b" providerId="ADAL" clId="{F797E296-EE96-4BD7-8F16-D43071948EEE}" dt="2025-10-01T21:32:57.836" v="4346" actId="20577"/>
        <pc:sldMkLst>
          <pc:docMk/>
          <pc:sldMk cId="1025298737" sldId="1672"/>
        </pc:sldMkLst>
        <pc:spChg chg="add mod">
          <ac:chgData name="Sanmukh Kuppannagari" userId="ad215094-da36-4b66-9c79-369a17aea26b" providerId="ADAL" clId="{F797E296-EE96-4BD7-8F16-D43071948EEE}" dt="2025-10-01T21:32:57.836" v="4346" actId="20577"/>
          <ac:spMkLst>
            <pc:docMk/>
            <pc:sldMk cId="1025298737" sldId="1672"/>
            <ac:spMk id="3" creationId="{08A680EF-DE6C-640B-C9F8-EDCE468DF8B3}"/>
          </ac:spMkLst>
        </pc:spChg>
        <pc:spChg chg="del">
          <ac:chgData name="Sanmukh Kuppannagari" userId="ad215094-da36-4b66-9c79-369a17aea26b" providerId="ADAL" clId="{F797E296-EE96-4BD7-8F16-D43071948EEE}" dt="2025-10-01T20:45:50.823" v="2525" actId="478"/>
          <ac:spMkLst>
            <pc:docMk/>
            <pc:sldMk cId="1025298737" sldId="1672"/>
            <ac:spMk id="4" creationId="{07577FDB-2C4B-E469-E156-7EF4A73C6952}"/>
          </ac:spMkLst>
        </pc:spChg>
        <pc:spChg chg="del">
          <ac:chgData name="Sanmukh Kuppannagari" userId="ad215094-da36-4b66-9c79-369a17aea26b" providerId="ADAL" clId="{F797E296-EE96-4BD7-8F16-D43071948EEE}" dt="2025-10-01T20:45:52.187" v="2526" actId="478"/>
          <ac:spMkLst>
            <pc:docMk/>
            <pc:sldMk cId="1025298737" sldId="1672"/>
            <ac:spMk id="5" creationId="{DBF4F7C6-C9E6-D079-6CBE-B48CB2D269A7}"/>
          </ac:spMkLst>
        </pc:spChg>
      </pc:sldChg>
      <pc:sldChg chg="modSp new mod">
        <pc:chgData name="Sanmukh Kuppannagari" userId="ad215094-da36-4b66-9c79-369a17aea26b" providerId="ADAL" clId="{F797E296-EE96-4BD7-8F16-D43071948EEE}" dt="2025-10-01T21:33:23.637" v="4427" actId="20577"/>
        <pc:sldMkLst>
          <pc:docMk/>
          <pc:sldMk cId="1451224726" sldId="1673"/>
        </pc:sldMkLst>
        <pc:spChg chg="mod">
          <ac:chgData name="Sanmukh Kuppannagari" userId="ad215094-da36-4b66-9c79-369a17aea26b" providerId="ADAL" clId="{F797E296-EE96-4BD7-8F16-D43071948EEE}" dt="2025-10-01T20:48:36.627" v="2648" actId="20577"/>
          <ac:spMkLst>
            <pc:docMk/>
            <pc:sldMk cId="1451224726" sldId="1673"/>
            <ac:spMk id="2" creationId="{DB3618E9-61E5-E5F3-0D48-26F2B375542E}"/>
          </ac:spMkLst>
        </pc:spChg>
        <pc:spChg chg="mod">
          <ac:chgData name="Sanmukh Kuppannagari" userId="ad215094-da36-4b66-9c79-369a17aea26b" providerId="ADAL" clId="{F797E296-EE96-4BD7-8F16-D43071948EEE}" dt="2025-10-01T21:33:23.637" v="4427" actId="20577"/>
          <ac:spMkLst>
            <pc:docMk/>
            <pc:sldMk cId="1451224726" sldId="1673"/>
            <ac:spMk id="3" creationId="{E80887D1-36FD-2B46-F28F-1D53458CCC42}"/>
          </ac:spMkLst>
        </pc:spChg>
      </pc:sldChg>
      <pc:sldChg chg="addSp delSp modSp add mod">
        <pc:chgData name="Sanmukh Kuppannagari" userId="ad215094-da36-4b66-9c79-369a17aea26b" providerId="ADAL" clId="{F797E296-EE96-4BD7-8F16-D43071948EEE}" dt="2025-10-01T20:59:08.193" v="3589" actId="14100"/>
        <pc:sldMkLst>
          <pc:docMk/>
          <pc:sldMk cId="1663435473" sldId="1674"/>
        </pc:sldMkLst>
        <pc:spChg chg="del">
          <ac:chgData name="Sanmukh Kuppannagari" userId="ad215094-da36-4b66-9c79-369a17aea26b" providerId="ADAL" clId="{F797E296-EE96-4BD7-8F16-D43071948EEE}" dt="2025-10-01T20:55:42.214" v="3532" actId="478"/>
          <ac:spMkLst>
            <pc:docMk/>
            <pc:sldMk cId="1663435473" sldId="1674"/>
            <ac:spMk id="3" creationId="{A2B45D6D-85FD-314B-8540-75C8871624F9}"/>
          </ac:spMkLst>
        </pc:spChg>
        <pc:spChg chg="add del mod">
          <ac:chgData name="Sanmukh Kuppannagari" userId="ad215094-da36-4b66-9c79-369a17aea26b" providerId="ADAL" clId="{F797E296-EE96-4BD7-8F16-D43071948EEE}" dt="2025-10-01T20:55:46.252" v="3534" actId="478"/>
          <ac:spMkLst>
            <pc:docMk/>
            <pc:sldMk cId="1663435473" sldId="1674"/>
            <ac:spMk id="5" creationId="{3FDF7392-D9BE-137D-09AD-C13C856CB3D6}"/>
          </ac:spMkLst>
        </pc:spChg>
        <pc:spChg chg="add mod">
          <ac:chgData name="Sanmukh Kuppannagari" userId="ad215094-da36-4b66-9c79-369a17aea26b" providerId="ADAL" clId="{F797E296-EE96-4BD7-8F16-D43071948EEE}" dt="2025-10-01T20:55:42.659" v="3533"/>
          <ac:spMkLst>
            <pc:docMk/>
            <pc:sldMk cId="1663435473" sldId="1674"/>
            <ac:spMk id="6" creationId="{8381CDCE-73BC-BFAB-1C6A-8D74C53F6097}"/>
          </ac:spMkLst>
        </pc:spChg>
        <pc:spChg chg="add mod">
          <ac:chgData name="Sanmukh Kuppannagari" userId="ad215094-da36-4b66-9c79-369a17aea26b" providerId="ADAL" clId="{F797E296-EE96-4BD7-8F16-D43071948EEE}" dt="2025-10-01T20:55:42.659" v="3533"/>
          <ac:spMkLst>
            <pc:docMk/>
            <pc:sldMk cId="1663435473" sldId="1674"/>
            <ac:spMk id="7" creationId="{C102F4C8-D9C0-7923-E1C2-9BFA9BFE5A5A}"/>
          </ac:spMkLst>
        </pc:spChg>
        <pc:spChg chg="add mod">
          <ac:chgData name="Sanmukh Kuppannagari" userId="ad215094-da36-4b66-9c79-369a17aea26b" providerId="ADAL" clId="{F797E296-EE96-4BD7-8F16-D43071948EEE}" dt="2025-10-01T20:55:42.659" v="3533"/>
          <ac:spMkLst>
            <pc:docMk/>
            <pc:sldMk cId="1663435473" sldId="1674"/>
            <ac:spMk id="9" creationId="{DF1134E0-8C57-CFB9-2A0D-D196A6DCA314}"/>
          </ac:spMkLst>
        </pc:spChg>
        <pc:spChg chg="add mod">
          <ac:chgData name="Sanmukh Kuppannagari" userId="ad215094-da36-4b66-9c79-369a17aea26b" providerId="ADAL" clId="{F797E296-EE96-4BD7-8F16-D43071948EEE}" dt="2025-10-01T20:55:42.659" v="3533"/>
          <ac:spMkLst>
            <pc:docMk/>
            <pc:sldMk cId="1663435473" sldId="1674"/>
            <ac:spMk id="10" creationId="{4E9EC311-3A55-D044-2B3D-F74D44101AF3}"/>
          </ac:spMkLst>
        </pc:spChg>
        <pc:spChg chg="add mod">
          <ac:chgData name="Sanmukh Kuppannagari" userId="ad215094-da36-4b66-9c79-369a17aea26b" providerId="ADAL" clId="{F797E296-EE96-4BD7-8F16-D43071948EEE}" dt="2025-10-01T20:55:42.659" v="3533"/>
          <ac:spMkLst>
            <pc:docMk/>
            <pc:sldMk cId="1663435473" sldId="1674"/>
            <ac:spMk id="11" creationId="{2A1E3902-6A48-B364-07DC-7A9FF3D364DF}"/>
          </ac:spMkLst>
        </pc:spChg>
        <pc:spChg chg="add mod">
          <ac:chgData name="Sanmukh Kuppannagari" userId="ad215094-da36-4b66-9c79-369a17aea26b" providerId="ADAL" clId="{F797E296-EE96-4BD7-8F16-D43071948EEE}" dt="2025-10-01T20:55:42.659" v="3533"/>
          <ac:spMkLst>
            <pc:docMk/>
            <pc:sldMk cId="1663435473" sldId="1674"/>
            <ac:spMk id="12" creationId="{81716CD8-0420-7AF6-3C4E-D89475442E7C}"/>
          </ac:spMkLst>
        </pc:spChg>
        <pc:spChg chg="add mod">
          <ac:chgData name="Sanmukh Kuppannagari" userId="ad215094-da36-4b66-9c79-369a17aea26b" providerId="ADAL" clId="{F797E296-EE96-4BD7-8F16-D43071948EEE}" dt="2025-10-01T20:55:42.659" v="3533"/>
          <ac:spMkLst>
            <pc:docMk/>
            <pc:sldMk cId="1663435473" sldId="1674"/>
            <ac:spMk id="13" creationId="{6E0A043E-AEE0-70DA-C062-2333B21345D6}"/>
          </ac:spMkLst>
        </pc:spChg>
        <pc:spChg chg="add mod">
          <ac:chgData name="Sanmukh Kuppannagari" userId="ad215094-da36-4b66-9c79-369a17aea26b" providerId="ADAL" clId="{F797E296-EE96-4BD7-8F16-D43071948EEE}" dt="2025-10-01T20:55:42.659" v="3533"/>
          <ac:spMkLst>
            <pc:docMk/>
            <pc:sldMk cId="1663435473" sldId="1674"/>
            <ac:spMk id="14" creationId="{DF8DF3E8-7901-8863-B9C1-DEEB68E1B4D9}"/>
          </ac:spMkLst>
        </pc:spChg>
        <pc:spChg chg="add mod">
          <ac:chgData name="Sanmukh Kuppannagari" userId="ad215094-da36-4b66-9c79-369a17aea26b" providerId="ADAL" clId="{F797E296-EE96-4BD7-8F16-D43071948EEE}" dt="2025-10-01T20:55:42.659" v="3533"/>
          <ac:spMkLst>
            <pc:docMk/>
            <pc:sldMk cId="1663435473" sldId="1674"/>
            <ac:spMk id="15" creationId="{A86CFE86-C9D0-DD24-90E2-80D037CF3AA8}"/>
          </ac:spMkLst>
        </pc:spChg>
        <pc:spChg chg="add mod">
          <ac:chgData name="Sanmukh Kuppannagari" userId="ad215094-da36-4b66-9c79-369a17aea26b" providerId="ADAL" clId="{F797E296-EE96-4BD7-8F16-D43071948EEE}" dt="2025-10-01T20:55:42.659" v="3533"/>
          <ac:spMkLst>
            <pc:docMk/>
            <pc:sldMk cId="1663435473" sldId="1674"/>
            <ac:spMk id="16" creationId="{6F72D664-F63E-3271-C2BC-D0DC09DC68C6}"/>
          </ac:spMkLst>
        </pc:spChg>
        <pc:spChg chg="add mod ord">
          <ac:chgData name="Sanmukh Kuppannagari" userId="ad215094-da36-4b66-9c79-369a17aea26b" providerId="ADAL" clId="{F797E296-EE96-4BD7-8F16-D43071948EEE}" dt="2025-10-01T20:57:53.227" v="3554" actId="164"/>
          <ac:spMkLst>
            <pc:docMk/>
            <pc:sldMk cId="1663435473" sldId="1674"/>
            <ac:spMk id="18" creationId="{3DDCD59B-BCE6-FA2B-0F9A-96264CC057B6}"/>
          </ac:spMkLst>
        </pc:spChg>
        <pc:spChg chg="add mod">
          <ac:chgData name="Sanmukh Kuppannagari" userId="ad215094-da36-4b66-9c79-369a17aea26b" providerId="ADAL" clId="{F797E296-EE96-4BD7-8F16-D43071948EEE}" dt="2025-10-01T20:57:53.227" v="3554" actId="164"/>
          <ac:spMkLst>
            <pc:docMk/>
            <pc:sldMk cId="1663435473" sldId="1674"/>
            <ac:spMk id="19" creationId="{D9226DE6-B6C9-650C-C710-62B7701D995D}"/>
          </ac:spMkLst>
        </pc:spChg>
        <pc:spChg chg="add mod">
          <ac:chgData name="Sanmukh Kuppannagari" userId="ad215094-da36-4b66-9c79-369a17aea26b" providerId="ADAL" clId="{F797E296-EE96-4BD7-8F16-D43071948EEE}" dt="2025-10-01T20:57:53.227" v="3554" actId="164"/>
          <ac:spMkLst>
            <pc:docMk/>
            <pc:sldMk cId="1663435473" sldId="1674"/>
            <ac:spMk id="20" creationId="{D8FA6B75-F0C1-1173-EDA6-70F7DF56C76F}"/>
          </ac:spMkLst>
        </pc:spChg>
        <pc:spChg chg="add mod">
          <ac:chgData name="Sanmukh Kuppannagari" userId="ad215094-da36-4b66-9c79-369a17aea26b" providerId="ADAL" clId="{F797E296-EE96-4BD7-8F16-D43071948EEE}" dt="2025-10-01T20:57:53.227" v="3554" actId="164"/>
          <ac:spMkLst>
            <pc:docMk/>
            <pc:sldMk cId="1663435473" sldId="1674"/>
            <ac:spMk id="21" creationId="{43A44231-FC01-4F9D-7504-31FC382EA283}"/>
          </ac:spMkLst>
        </pc:spChg>
        <pc:spChg chg="mod">
          <ac:chgData name="Sanmukh Kuppannagari" userId="ad215094-da36-4b66-9c79-369a17aea26b" providerId="ADAL" clId="{F797E296-EE96-4BD7-8F16-D43071948EEE}" dt="2025-10-01T20:57:54.787" v="3555"/>
          <ac:spMkLst>
            <pc:docMk/>
            <pc:sldMk cId="1663435473" sldId="1674"/>
            <ac:spMk id="24" creationId="{0804994B-443A-8425-28E4-D13D15C3EF7E}"/>
          </ac:spMkLst>
        </pc:spChg>
        <pc:spChg chg="mod">
          <ac:chgData name="Sanmukh Kuppannagari" userId="ad215094-da36-4b66-9c79-369a17aea26b" providerId="ADAL" clId="{F797E296-EE96-4BD7-8F16-D43071948EEE}" dt="2025-10-01T20:57:54.787" v="3555"/>
          <ac:spMkLst>
            <pc:docMk/>
            <pc:sldMk cId="1663435473" sldId="1674"/>
            <ac:spMk id="25" creationId="{8E8768D3-70CB-40FF-C979-056210B68C67}"/>
          </ac:spMkLst>
        </pc:spChg>
        <pc:spChg chg="mod">
          <ac:chgData name="Sanmukh Kuppannagari" userId="ad215094-da36-4b66-9c79-369a17aea26b" providerId="ADAL" clId="{F797E296-EE96-4BD7-8F16-D43071948EEE}" dt="2025-10-01T20:57:54.787" v="3555"/>
          <ac:spMkLst>
            <pc:docMk/>
            <pc:sldMk cId="1663435473" sldId="1674"/>
            <ac:spMk id="26" creationId="{05C1A6D7-B836-FF04-C77B-362AD1A05508}"/>
          </ac:spMkLst>
        </pc:spChg>
        <pc:spChg chg="mod">
          <ac:chgData name="Sanmukh Kuppannagari" userId="ad215094-da36-4b66-9c79-369a17aea26b" providerId="ADAL" clId="{F797E296-EE96-4BD7-8F16-D43071948EEE}" dt="2025-10-01T20:57:54.787" v="3555"/>
          <ac:spMkLst>
            <pc:docMk/>
            <pc:sldMk cId="1663435473" sldId="1674"/>
            <ac:spMk id="27" creationId="{18069AAB-74C5-039F-964C-6066778F768A}"/>
          </ac:spMkLst>
        </pc:spChg>
        <pc:spChg chg="mod">
          <ac:chgData name="Sanmukh Kuppannagari" userId="ad215094-da36-4b66-9c79-369a17aea26b" providerId="ADAL" clId="{F797E296-EE96-4BD7-8F16-D43071948EEE}" dt="2025-10-01T20:57:58.924" v="3557"/>
          <ac:spMkLst>
            <pc:docMk/>
            <pc:sldMk cId="1663435473" sldId="1674"/>
            <ac:spMk id="29" creationId="{BA5ABD47-2DC7-7E97-A9E1-4D8754C4BD31}"/>
          </ac:spMkLst>
        </pc:spChg>
        <pc:spChg chg="mod">
          <ac:chgData name="Sanmukh Kuppannagari" userId="ad215094-da36-4b66-9c79-369a17aea26b" providerId="ADAL" clId="{F797E296-EE96-4BD7-8F16-D43071948EEE}" dt="2025-10-01T20:57:58.924" v="3557"/>
          <ac:spMkLst>
            <pc:docMk/>
            <pc:sldMk cId="1663435473" sldId="1674"/>
            <ac:spMk id="30" creationId="{170E7AC3-AE18-3E4E-129D-FD52278D3FD6}"/>
          </ac:spMkLst>
        </pc:spChg>
        <pc:spChg chg="mod">
          <ac:chgData name="Sanmukh Kuppannagari" userId="ad215094-da36-4b66-9c79-369a17aea26b" providerId="ADAL" clId="{F797E296-EE96-4BD7-8F16-D43071948EEE}" dt="2025-10-01T20:57:58.924" v="3557"/>
          <ac:spMkLst>
            <pc:docMk/>
            <pc:sldMk cId="1663435473" sldId="1674"/>
            <ac:spMk id="31" creationId="{D06CBF5B-05C7-8439-0878-0F9C3625D539}"/>
          </ac:spMkLst>
        </pc:spChg>
        <pc:spChg chg="mod">
          <ac:chgData name="Sanmukh Kuppannagari" userId="ad215094-da36-4b66-9c79-369a17aea26b" providerId="ADAL" clId="{F797E296-EE96-4BD7-8F16-D43071948EEE}" dt="2025-10-01T20:57:58.924" v="3557"/>
          <ac:spMkLst>
            <pc:docMk/>
            <pc:sldMk cId="1663435473" sldId="1674"/>
            <ac:spMk id="32" creationId="{0DD84842-C11D-B4D0-2FFE-4385BB8CC8C0}"/>
          </ac:spMkLst>
        </pc:spChg>
        <pc:spChg chg="mod">
          <ac:chgData name="Sanmukh Kuppannagari" userId="ad215094-da36-4b66-9c79-369a17aea26b" providerId="ADAL" clId="{F797E296-EE96-4BD7-8F16-D43071948EEE}" dt="2025-10-01T20:58:04.637" v="3559"/>
          <ac:spMkLst>
            <pc:docMk/>
            <pc:sldMk cId="1663435473" sldId="1674"/>
            <ac:spMk id="34" creationId="{C89B4EB8-5BA1-B152-52F6-2F05B82C32FB}"/>
          </ac:spMkLst>
        </pc:spChg>
        <pc:spChg chg="mod">
          <ac:chgData name="Sanmukh Kuppannagari" userId="ad215094-da36-4b66-9c79-369a17aea26b" providerId="ADAL" clId="{F797E296-EE96-4BD7-8F16-D43071948EEE}" dt="2025-10-01T20:58:04.637" v="3559"/>
          <ac:spMkLst>
            <pc:docMk/>
            <pc:sldMk cId="1663435473" sldId="1674"/>
            <ac:spMk id="35" creationId="{DF8EF2C2-EDC1-660C-BF25-B56ADFA6CC1B}"/>
          </ac:spMkLst>
        </pc:spChg>
        <pc:spChg chg="mod">
          <ac:chgData name="Sanmukh Kuppannagari" userId="ad215094-da36-4b66-9c79-369a17aea26b" providerId="ADAL" clId="{F797E296-EE96-4BD7-8F16-D43071948EEE}" dt="2025-10-01T20:58:04.637" v="3559"/>
          <ac:spMkLst>
            <pc:docMk/>
            <pc:sldMk cId="1663435473" sldId="1674"/>
            <ac:spMk id="36" creationId="{FB95A8DB-3847-C6BE-738B-94DD396D76F0}"/>
          </ac:spMkLst>
        </pc:spChg>
        <pc:spChg chg="mod">
          <ac:chgData name="Sanmukh Kuppannagari" userId="ad215094-da36-4b66-9c79-369a17aea26b" providerId="ADAL" clId="{F797E296-EE96-4BD7-8F16-D43071948EEE}" dt="2025-10-01T20:58:04.637" v="3559"/>
          <ac:spMkLst>
            <pc:docMk/>
            <pc:sldMk cId="1663435473" sldId="1674"/>
            <ac:spMk id="37" creationId="{E9F3E044-CC26-A129-7446-69EE78C14BF9}"/>
          </ac:spMkLst>
        </pc:spChg>
        <pc:spChg chg="mod">
          <ac:chgData name="Sanmukh Kuppannagari" userId="ad215094-da36-4b66-9c79-369a17aea26b" providerId="ADAL" clId="{F797E296-EE96-4BD7-8F16-D43071948EEE}" dt="2025-10-01T20:58:13.942" v="3562"/>
          <ac:spMkLst>
            <pc:docMk/>
            <pc:sldMk cId="1663435473" sldId="1674"/>
            <ac:spMk id="41" creationId="{5FF37F7C-3C2D-4CCD-7D28-9DDFB8FF62D2}"/>
          </ac:spMkLst>
        </pc:spChg>
        <pc:spChg chg="mod">
          <ac:chgData name="Sanmukh Kuppannagari" userId="ad215094-da36-4b66-9c79-369a17aea26b" providerId="ADAL" clId="{F797E296-EE96-4BD7-8F16-D43071948EEE}" dt="2025-10-01T20:58:13.942" v="3562"/>
          <ac:spMkLst>
            <pc:docMk/>
            <pc:sldMk cId="1663435473" sldId="1674"/>
            <ac:spMk id="42" creationId="{0AF8C49A-412E-1A23-21DD-C683865732DF}"/>
          </ac:spMkLst>
        </pc:spChg>
        <pc:spChg chg="mod">
          <ac:chgData name="Sanmukh Kuppannagari" userId="ad215094-da36-4b66-9c79-369a17aea26b" providerId="ADAL" clId="{F797E296-EE96-4BD7-8F16-D43071948EEE}" dt="2025-10-01T20:58:13.942" v="3562"/>
          <ac:spMkLst>
            <pc:docMk/>
            <pc:sldMk cId="1663435473" sldId="1674"/>
            <ac:spMk id="45" creationId="{3280474A-42A0-8285-0D80-58D003473F38}"/>
          </ac:spMkLst>
        </pc:spChg>
        <pc:spChg chg="mod">
          <ac:chgData name="Sanmukh Kuppannagari" userId="ad215094-da36-4b66-9c79-369a17aea26b" providerId="ADAL" clId="{F797E296-EE96-4BD7-8F16-D43071948EEE}" dt="2025-10-01T20:58:13.942" v="3562"/>
          <ac:spMkLst>
            <pc:docMk/>
            <pc:sldMk cId="1663435473" sldId="1674"/>
            <ac:spMk id="46" creationId="{0F32D477-5737-84DC-2562-458F307CBAD0}"/>
          </ac:spMkLst>
        </pc:spChg>
        <pc:spChg chg="mod">
          <ac:chgData name="Sanmukh Kuppannagari" userId="ad215094-da36-4b66-9c79-369a17aea26b" providerId="ADAL" clId="{F797E296-EE96-4BD7-8F16-D43071948EEE}" dt="2025-10-01T20:58:13.942" v="3562"/>
          <ac:spMkLst>
            <pc:docMk/>
            <pc:sldMk cId="1663435473" sldId="1674"/>
            <ac:spMk id="49" creationId="{21645AB4-5EC0-8B27-A02B-A37F1C354E78}"/>
          </ac:spMkLst>
        </pc:spChg>
        <pc:spChg chg="mod">
          <ac:chgData name="Sanmukh Kuppannagari" userId="ad215094-da36-4b66-9c79-369a17aea26b" providerId="ADAL" clId="{F797E296-EE96-4BD7-8F16-D43071948EEE}" dt="2025-10-01T20:58:13.942" v="3562"/>
          <ac:spMkLst>
            <pc:docMk/>
            <pc:sldMk cId="1663435473" sldId="1674"/>
            <ac:spMk id="51" creationId="{39C68577-0BDC-869C-9F27-C56E69871B2B}"/>
          </ac:spMkLst>
        </pc:spChg>
        <pc:spChg chg="mod">
          <ac:chgData name="Sanmukh Kuppannagari" userId="ad215094-da36-4b66-9c79-369a17aea26b" providerId="ADAL" clId="{F797E296-EE96-4BD7-8F16-D43071948EEE}" dt="2025-10-01T20:58:13.942" v="3562"/>
          <ac:spMkLst>
            <pc:docMk/>
            <pc:sldMk cId="1663435473" sldId="1674"/>
            <ac:spMk id="52" creationId="{0FA981B1-FABB-6838-DAB2-B76D44500C37}"/>
          </ac:spMkLst>
        </pc:spChg>
        <pc:spChg chg="mod">
          <ac:chgData name="Sanmukh Kuppannagari" userId="ad215094-da36-4b66-9c79-369a17aea26b" providerId="ADAL" clId="{F797E296-EE96-4BD7-8F16-D43071948EEE}" dt="2025-10-01T20:58:13.942" v="3562"/>
          <ac:spMkLst>
            <pc:docMk/>
            <pc:sldMk cId="1663435473" sldId="1674"/>
            <ac:spMk id="54" creationId="{C61974AE-0CD4-C767-31E3-3175E7EF218E}"/>
          </ac:spMkLst>
        </pc:spChg>
        <pc:spChg chg="mod">
          <ac:chgData name="Sanmukh Kuppannagari" userId="ad215094-da36-4b66-9c79-369a17aea26b" providerId="ADAL" clId="{F797E296-EE96-4BD7-8F16-D43071948EEE}" dt="2025-10-01T20:58:13.942" v="3562"/>
          <ac:spMkLst>
            <pc:docMk/>
            <pc:sldMk cId="1663435473" sldId="1674"/>
            <ac:spMk id="55" creationId="{50CA1816-0D34-D508-4746-C4F0A1161192}"/>
          </ac:spMkLst>
        </pc:spChg>
        <pc:spChg chg="mod">
          <ac:chgData name="Sanmukh Kuppannagari" userId="ad215094-da36-4b66-9c79-369a17aea26b" providerId="ADAL" clId="{F797E296-EE96-4BD7-8F16-D43071948EEE}" dt="2025-10-01T20:58:13.942" v="3562"/>
          <ac:spMkLst>
            <pc:docMk/>
            <pc:sldMk cId="1663435473" sldId="1674"/>
            <ac:spMk id="56" creationId="{9A97076A-8F44-7A64-1331-72F4DF754912}"/>
          </ac:spMkLst>
        </pc:spChg>
        <pc:spChg chg="mod">
          <ac:chgData name="Sanmukh Kuppannagari" userId="ad215094-da36-4b66-9c79-369a17aea26b" providerId="ADAL" clId="{F797E296-EE96-4BD7-8F16-D43071948EEE}" dt="2025-10-01T20:58:24.860" v="3564"/>
          <ac:spMkLst>
            <pc:docMk/>
            <pc:sldMk cId="1663435473" sldId="1674"/>
            <ac:spMk id="60" creationId="{C8DAA3D1-1253-1394-6A62-FC38882B9F31}"/>
          </ac:spMkLst>
        </pc:spChg>
        <pc:spChg chg="mod">
          <ac:chgData name="Sanmukh Kuppannagari" userId="ad215094-da36-4b66-9c79-369a17aea26b" providerId="ADAL" clId="{F797E296-EE96-4BD7-8F16-D43071948EEE}" dt="2025-10-01T20:58:24.860" v="3564"/>
          <ac:spMkLst>
            <pc:docMk/>
            <pc:sldMk cId="1663435473" sldId="1674"/>
            <ac:spMk id="61" creationId="{91F7B1C0-FEE0-550E-84B1-6AA29D9E6180}"/>
          </ac:spMkLst>
        </pc:spChg>
        <pc:spChg chg="mod">
          <ac:chgData name="Sanmukh Kuppannagari" userId="ad215094-da36-4b66-9c79-369a17aea26b" providerId="ADAL" clId="{F797E296-EE96-4BD7-8F16-D43071948EEE}" dt="2025-10-01T20:58:24.860" v="3564"/>
          <ac:spMkLst>
            <pc:docMk/>
            <pc:sldMk cId="1663435473" sldId="1674"/>
            <ac:spMk id="64" creationId="{61C53EA2-D775-979F-2040-D37E3566B437}"/>
          </ac:spMkLst>
        </pc:spChg>
        <pc:spChg chg="mod">
          <ac:chgData name="Sanmukh Kuppannagari" userId="ad215094-da36-4b66-9c79-369a17aea26b" providerId="ADAL" clId="{F797E296-EE96-4BD7-8F16-D43071948EEE}" dt="2025-10-01T20:58:24.860" v="3564"/>
          <ac:spMkLst>
            <pc:docMk/>
            <pc:sldMk cId="1663435473" sldId="1674"/>
            <ac:spMk id="66" creationId="{913E1C9E-8E04-C74F-E07A-9A5EA471FD77}"/>
          </ac:spMkLst>
        </pc:spChg>
        <pc:spChg chg="mod">
          <ac:chgData name="Sanmukh Kuppannagari" userId="ad215094-da36-4b66-9c79-369a17aea26b" providerId="ADAL" clId="{F797E296-EE96-4BD7-8F16-D43071948EEE}" dt="2025-10-01T20:58:24.860" v="3564"/>
          <ac:spMkLst>
            <pc:docMk/>
            <pc:sldMk cId="1663435473" sldId="1674"/>
            <ac:spMk id="69" creationId="{4BBF9FB6-0F71-B89C-5287-058BED27E7AA}"/>
          </ac:spMkLst>
        </pc:spChg>
        <pc:spChg chg="mod">
          <ac:chgData name="Sanmukh Kuppannagari" userId="ad215094-da36-4b66-9c79-369a17aea26b" providerId="ADAL" clId="{F797E296-EE96-4BD7-8F16-D43071948EEE}" dt="2025-10-01T20:58:24.860" v="3564"/>
          <ac:spMkLst>
            <pc:docMk/>
            <pc:sldMk cId="1663435473" sldId="1674"/>
            <ac:spMk id="71" creationId="{4093C860-BCA3-5DBB-A9C1-746B1B3D2595}"/>
          </ac:spMkLst>
        </pc:spChg>
        <pc:spChg chg="mod">
          <ac:chgData name="Sanmukh Kuppannagari" userId="ad215094-da36-4b66-9c79-369a17aea26b" providerId="ADAL" clId="{F797E296-EE96-4BD7-8F16-D43071948EEE}" dt="2025-10-01T20:58:24.860" v="3564"/>
          <ac:spMkLst>
            <pc:docMk/>
            <pc:sldMk cId="1663435473" sldId="1674"/>
            <ac:spMk id="72" creationId="{97D0494B-21E5-7CC5-40BB-7A32FEED93CD}"/>
          </ac:spMkLst>
        </pc:spChg>
        <pc:spChg chg="mod">
          <ac:chgData name="Sanmukh Kuppannagari" userId="ad215094-da36-4b66-9c79-369a17aea26b" providerId="ADAL" clId="{F797E296-EE96-4BD7-8F16-D43071948EEE}" dt="2025-10-01T20:58:24.860" v="3564"/>
          <ac:spMkLst>
            <pc:docMk/>
            <pc:sldMk cId="1663435473" sldId="1674"/>
            <ac:spMk id="74" creationId="{D6B97FB1-DFEC-96A7-D551-47712BE0248E}"/>
          </ac:spMkLst>
        </pc:spChg>
        <pc:spChg chg="mod">
          <ac:chgData name="Sanmukh Kuppannagari" userId="ad215094-da36-4b66-9c79-369a17aea26b" providerId="ADAL" clId="{F797E296-EE96-4BD7-8F16-D43071948EEE}" dt="2025-10-01T20:58:24.860" v="3564"/>
          <ac:spMkLst>
            <pc:docMk/>
            <pc:sldMk cId="1663435473" sldId="1674"/>
            <ac:spMk id="76" creationId="{364B8AFE-2534-042B-364B-4873C99FB7D1}"/>
          </ac:spMkLst>
        </pc:spChg>
        <pc:spChg chg="mod">
          <ac:chgData name="Sanmukh Kuppannagari" userId="ad215094-da36-4b66-9c79-369a17aea26b" providerId="ADAL" clId="{F797E296-EE96-4BD7-8F16-D43071948EEE}" dt="2025-10-01T20:58:24.860" v="3564"/>
          <ac:spMkLst>
            <pc:docMk/>
            <pc:sldMk cId="1663435473" sldId="1674"/>
            <ac:spMk id="77" creationId="{9C1C8501-F69F-1003-E6B0-258076EB0D33}"/>
          </ac:spMkLst>
        </pc:spChg>
        <pc:spChg chg="mod">
          <ac:chgData name="Sanmukh Kuppannagari" userId="ad215094-da36-4b66-9c79-369a17aea26b" providerId="ADAL" clId="{F797E296-EE96-4BD7-8F16-D43071948EEE}" dt="2025-10-01T20:58:31.666" v="3566"/>
          <ac:spMkLst>
            <pc:docMk/>
            <pc:sldMk cId="1663435473" sldId="1674"/>
            <ac:spMk id="79" creationId="{3E9D6D10-F612-BCD8-4135-5485555FE1CE}"/>
          </ac:spMkLst>
        </pc:spChg>
        <pc:spChg chg="mod">
          <ac:chgData name="Sanmukh Kuppannagari" userId="ad215094-da36-4b66-9c79-369a17aea26b" providerId="ADAL" clId="{F797E296-EE96-4BD7-8F16-D43071948EEE}" dt="2025-10-01T20:58:31.666" v="3566"/>
          <ac:spMkLst>
            <pc:docMk/>
            <pc:sldMk cId="1663435473" sldId="1674"/>
            <ac:spMk id="81" creationId="{BB20CE78-E34C-99D8-985A-14A54CDAE379}"/>
          </ac:spMkLst>
        </pc:spChg>
        <pc:spChg chg="mod">
          <ac:chgData name="Sanmukh Kuppannagari" userId="ad215094-da36-4b66-9c79-369a17aea26b" providerId="ADAL" clId="{F797E296-EE96-4BD7-8F16-D43071948EEE}" dt="2025-10-01T20:58:31.666" v="3566"/>
          <ac:spMkLst>
            <pc:docMk/>
            <pc:sldMk cId="1663435473" sldId="1674"/>
            <ac:spMk id="84" creationId="{F58CCF06-1239-5E76-BB06-FAED7C08E23D}"/>
          </ac:spMkLst>
        </pc:spChg>
        <pc:spChg chg="mod">
          <ac:chgData name="Sanmukh Kuppannagari" userId="ad215094-da36-4b66-9c79-369a17aea26b" providerId="ADAL" clId="{F797E296-EE96-4BD7-8F16-D43071948EEE}" dt="2025-10-01T20:58:31.666" v="3566"/>
          <ac:spMkLst>
            <pc:docMk/>
            <pc:sldMk cId="1663435473" sldId="1674"/>
            <ac:spMk id="85" creationId="{80FFC481-3D3E-B9AC-D66D-8A74C7A05BD5}"/>
          </ac:spMkLst>
        </pc:spChg>
        <pc:spChg chg="mod">
          <ac:chgData name="Sanmukh Kuppannagari" userId="ad215094-da36-4b66-9c79-369a17aea26b" providerId="ADAL" clId="{F797E296-EE96-4BD7-8F16-D43071948EEE}" dt="2025-10-01T20:58:31.666" v="3566"/>
          <ac:spMkLst>
            <pc:docMk/>
            <pc:sldMk cId="1663435473" sldId="1674"/>
            <ac:spMk id="87" creationId="{2812E905-454E-2EA6-22B3-BCBDF10B0CD2}"/>
          </ac:spMkLst>
        </pc:spChg>
        <pc:spChg chg="mod">
          <ac:chgData name="Sanmukh Kuppannagari" userId="ad215094-da36-4b66-9c79-369a17aea26b" providerId="ADAL" clId="{F797E296-EE96-4BD7-8F16-D43071948EEE}" dt="2025-10-01T20:58:31.666" v="3566"/>
          <ac:spMkLst>
            <pc:docMk/>
            <pc:sldMk cId="1663435473" sldId="1674"/>
            <ac:spMk id="90" creationId="{8C8E4177-65C5-DD2B-B3FE-41D7EA86D9B3}"/>
          </ac:spMkLst>
        </pc:spChg>
        <pc:spChg chg="mod">
          <ac:chgData name="Sanmukh Kuppannagari" userId="ad215094-da36-4b66-9c79-369a17aea26b" providerId="ADAL" clId="{F797E296-EE96-4BD7-8F16-D43071948EEE}" dt="2025-10-01T20:58:31.666" v="3566"/>
          <ac:spMkLst>
            <pc:docMk/>
            <pc:sldMk cId="1663435473" sldId="1674"/>
            <ac:spMk id="91" creationId="{D1553465-4B6B-AA44-800D-125E6F88CA79}"/>
          </ac:spMkLst>
        </pc:spChg>
        <pc:spChg chg="mod">
          <ac:chgData name="Sanmukh Kuppannagari" userId="ad215094-da36-4b66-9c79-369a17aea26b" providerId="ADAL" clId="{F797E296-EE96-4BD7-8F16-D43071948EEE}" dt="2025-10-01T20:58:31.666" v="3566"/>
          <ac:spMkLst>
            <pc:docMk/>
            <pc:sldMk cId="1663435473" sldId="1674"/>
            <ac:spMk id="94" creationId="{509876E1-CAB8-11CF-6749-DF5AA7893B60}"/>
          </ac:spMkLst>
        </pc:spChg>
        <pc:spChg chg="mod">
          <ac:chgData name="Sanmukh Kuppannagari" userId="ad215094-da36-4b66-9c79-369a17aea26b" providerId="ADAL" clId="{F797E296-EE96-4BD7-8F16-D43071948EEE}" dt="2025-10-01T20:58:31.666" v="3566"/>
          <ac:spMkLst>
            <pc:docMk/>
            <pc:sldMk cId="1663435473" sldId="1674"/>
            <ac:spMk id="95" creationId="{12CD0CA7-3AD3-4FD5-ADCD-75C79F5B1E14}"/>
          </ac:spMkLst>
        </pc:spChg>
        <pc:spChg chg="mod">
          <ac:chgData name="Sanmukh Kuppannagari" userId="ad215094-da36-4b66-9c79-369a17aea26b" providerId="ADAL" clId="{F797E296-EE96-4BD7-8F16-D43071948EEE}" dt="2025-10-01T20:58:31.666" v="3566"/>
          <ac:spMkLst>
            <pc:docMk/>
            <pc:sldMk cId="1663435473" sldId="1674"/>
            <ac:spMk id="97" creationId="{BAA774A5-D956-CD63-D1E6-EE03E80846BE}"/>
          </ac:spMkLst>
        </pc:spChg>
        <pc:spChg chg="add mod">
          <ac:chgData name="Sanmukh Kuppannagari" userId="ad215094-da36-4b66-9c79-369a17aea26b" providerId="ADAL" clId="{F797E296-EE96-4BD7-8F16-D43071948EEE}" dt="2025-10-01T20:59:08.193" v="3589" actId="14100"/>
          <ac:spMkLst>
            <pc:docMk/>
            <pc:sldMk cId="1663435473" sldId="1674"/>
            <ac:spMk id="100" creationId="{21D13056-B2FE-601C-DE5F-FB1AB5FA1DB1}"/>
          </ac:spMkLst>
        </pc:spChg>
        <pc:grpChg chg="add mod">
          <ac:chgData name="Sanmukh Kuppannagari" userId="ad215094-da36-4b66-9c79-369a17aea26b" providerId="ADAL" clId="{F797E296-EE96-4BD7-8F16-D43071948EEE}" dt="2025-10-01T20:58:12.573" v="3561" actId="1076"/>
          <ac:grpSpMkLst>
            <pc:docMk/>
            <pc:sldMk cId="1663435473" sldId="1674"/>
            <ac:grpSpMk id="22" creationId="{C551CCA6-E595-D0E1-B2B9-6CF240298101}"/>
          </ac:grpSpMkLst>
        </pc:grpChg>
        <pc:grpChg chg="add mod">
          <ac:chgData name="Sanmukh Kuppannagari" userId="ad215094-da36-4b66-9c79-369a17aea26b" providerId="ADAL" clId="{F797E296-EE96-4BD7-8F16-D43071948EEE}" dt="2025-10-01T20:58:12.573" v="3561" actId="1076"/>
          <ac:grpSpMkLst>
            <pc:docMk/>
            <pc:sldMk cId="1663435473" sldId="1674"/>
            <ac:grpSpMk id="23" creationId="{31BC078F-B478-7328-CADC-9BD3C1CBD90B}"/>
          </ac:grpSpMkLst>
        </pc:grpChg>
        <pc:grpChg chg="add mod">
          <ac:chgData name="Sanmukh Kuppannagari" userId="ad215094-da36-4b66-9c79-369a17aea26b" providerId="ADAL" clId="{F797E296-EE96-4BD7-8F16-D43071948EEE}" dt="2025-10-01T20:58:12.573" v="3561" actId="1076"/>
          <ac:grpSpMkLst>
            <pc:docMk/>
            <pc:sldMk cId="1663435473" sldId="1674"/>
            <ac:grpSpMk id="28" creationId="{2932D419-F355-0F34-3E0A-817D3331B618}"/>
          </ac:grpSpMkLst>
        </pc:grpChg>
        <pc:grpChg chg="add mod">
          <ac:chgData name="Sanmukh Kuppannagari" userId="ad215094-da36-4b66-9c79-369a17aea26b" providerId="ADAL" clId="{F797E296-EE96-4BD7-8F16-D43071948EEE}" dt="2025-10-01T20:58:12.573" v="3561" actId="1076"/>
          <ac:grpSpMkLst>
            <pc:docMk/>
            <pc:sldMk cId="1663435473" sldId="1674"/>
            <ac:grpSpMk id="33" creationId="{E2832E00-E739-E3E7-B55D-7BB6C0B3677F}"/>
          </ac:grpSpMkLst>
        </pc:grpChg>
        <pc:grpChg chg="mod">
          <ac:chgData name="Sanmukh Kuppannagari" userId="ad215094-da36-4b66-9c79-369a17aea26b" providerId="ADAL" clId="{F797E296-EE96-4BD7-8F16-D43071948EEE}" dt="2025-10-01T20:58:18.969" v="3563" actId="1076"/>
          <ac:grpSpMkLst>
            <pc:docMk/>
            <pc:sldMk cId="1663435473" sldId="1674"/>
            <ac:grpSpMk id="38" creationId="{A01941EC-EE2E-82AB-5D0D-8A5905EB0DCF}"/>
          </ac:grpSpMkLst>
        </pc:grpChg>
        <pc:grpChg chg="mod">
          <ac:chgData name="Sanmukh Kuppannagari" userId="ad215094-da36-4b66-9c79-369a17aea26b" providerId="ADAL" clId="{F797E296-EE96-4BD7-8F16-D43071948EEE}" dt="2025-10-01T20:58:18.969" v="3563" actId="1076"/>
          <ac:grpSpMkLst>
            <pc:docMk/>
            <pc:sldMk cId="1663435473" sldId="1674"/>
            <ac:grpSpMk id="43" creationId="{E383E71A-AC65-CEF5-A9B2-07476C91943D}"/>
          </ac:grpSpMkLst>
        </pc:grpChg>
        <pc:grpChg chg="mod">
          <ac:chgData name="Sanmukh Kuppannagari" userId="ad215094-da36-4b66-9c79-369a17aea26b" providerId="ADAL" clId="{F797E296-EE96-4BD7-8F16-D43071948EEE}" dt="2025-10-01T20:58:18.969" v="3563" actId="1076"/>
          <ac:grpSpMkLst>
            <pc:docMk/>
            <pc:sldMk cId="1663435473" sldId="1674"/>
            <ac:grpSpMk id="48" creationId="{1E716BF8-E902-0FF0-8EAB-E2B2364931FC}"/>
          </ac:grpSpMkLst>
        </pc:grpChg>
        <pc:grpChg chg="mod">
          <ac:chgData name="Sanmukh Kuppannagari" userId="ad215094-da36-4b66-9c79-369a17aea26b" providerId="ADAL" clId="{F797E296-EE96-4BD7-8F16-D43071948EEE}" dt="2025-10-01T20:58:18.969" v="3563" actId="1076"/>
          <ac:grpSpMkLst>
            <pc:docMk/>
            <pc:sldMk cId="1663435473" sldId="1674"/>
            <ac:grpSpMk id="53" creationId="{C44A94DF-CCA3-C133-7E9C-FA2E80FE83DA}"/>
          </ac:grpSpMkLst>
        </pc:grpChg>
        <pc:grpChg chg="mod">
          <ac:chgData name="Sanmukh Kuppannagari" userId="ad215094-da36-4b66-9c79-369a17aea26b" providerId="ADAL" clId="{F797E296-EE96-4BD7-8F16-D43071948EEE}" dt="2025-10-01T20:58:30.650" v="3565" actId="1076"/>
          <ac:grpSpMkLst>
            <pc:docMk/>
            <pc:sldMk cId="1663435473" sldId="1674"/>
            <ac:grpSpMk id="58" creationId="{FAE07BFD-52C1-FD9B-C2A3-35AB334775CB}"/>
          </ac:grpSpMkLst>
        </pc:grpChg>
        <pc:grpChg chg="mod">
          <ac:chgData name="Sanmukh Kuppannagari" userId="ad215094-da36-4b66-9c79-369a17aea26b" providerId="ADAL" clId="{F797E296-EE96-4BD7-8F16-D43071948EEE}" dt="2025-10-01T20:58:30.650" v="3565" actId="1076"/>
          <ac:grpSpMkLst>
            <pc:docMk/>
            <pc:sldMk cId="1663435473" sldId="1674"/>
            <ac:grpSpMk id="63" creationId="{B2EF8904-DA25-9B81-123A-5C5B22337848}"/>
          </ac:grpSpMkLst>
        </pc:grpChg>
        <pc:grpChg chg="mod">
          <ac:chgData name="Sanmukh Kuppannagari" userId="ad215094-da36-4b66-9c79-369a17aea26b" providerId="ADAL" clId="{F797E296-EE96-4BD7-8F16-D43071948EEE}" dt="2025-10-01T20:58:30.650" v="3565" actId="1076"/>
          <ac:grpSpMkLst>
            <pc:docMk/>
            <pc:sldMk cId="1663435473" sldId="1674"/>
            <ac:grpSpMk id="68" creationId="{02693FB7-D3D4-9164-4FDE-5E2E3C916254}"/>
          </ac:grpSpMkLst>
        </pc:grpChg>
        <pc:grpChg chg="mod">
          <ac:chgData name="Sanmukh Kuppannagari" userId="ad215094-da36-4b66-9c79-369a17aea26b" providerId="ADAL" clId="{F797E296-EE96-4BD7-8F16-D43071948EEE}" dt="2025-10-01T20:58:30.650" v="3565" actId="1076"/>
          <ac:grpSpMkLst>
            <pc:docMk/>
            <pc:sldMk cId="1663435473" sldId="1674"/>
            <ac:grpSpMk id="73" creationId="{EA783674-560A-955D-DB83-B456369EEEFA}"/>
          </ac:grpSpMkLst>
        </pc:grpChg>
        <pc:grpChg chg="mod">
          <ac:chgData name="Sanmukh Kuppannagari" userId="ad215094-da36-4b66-9c79-369a17aea26b" providerId="ADAL" clId="{F797E296-EE96-4BD7-8F16-D43071948EEE}" dt="2025-10-01T20:58:35.999" v="3567" actId="1076"/>
          <ac:grpSpMkLst>
            <pc:docMk/>
            <pc:sldMk cId="1663435473" sldId="1674"/>
            <ac:grpSpMk id="78" creationId="{B45DED7F-1650-9827-617E-C1AAE992CB61}"/>
          </ac:grpSpMkLst>
        </pc:grpChg>
        <pc:grpChg chg="mod">
          <ac:chgData name="Sanmukh Kuppannagari" userId="ad215094-da36-4b66-9c79-369a17aea26b" providerId="ADAL" clId="{F797E296-EE96-4BD7-8F16-D43071948EEE}" dt="2025-10-01T20:58:35.999" v="3567" actId="1076"/>
          <ac:grpSpMkLst>
            <pc:docMk/>
            <pc:sldMk cId="1663435473" sldId="1674"/>
            <ac:grpSpMk id="83" creationId="{6586E7F2-1A5A-6E9B-FCC8-7DC489B42816}"/>
          </ac:grpSpMkLst>
        </pc:grpChg>
        <pc:grpChg chg="mod">
          <ac:chgData name="Sanmukh Kuppannagari" userId="ad215094-da36-4b66-9c79-369a17aea26b" providerId="ADAL" clId="{F797E296-EE96-4BD7-8F16-D43071948EEE}" dt="2025-10-01T20:58:35.999" v="3567" actId="1076"/>
          <ac:grpSpMkLst>
            <pc:docMk/>
            <pc:sldMk cId="1663435473" sldId="1674"/>
            <ac:grpSpMk id="88" creationId="{391B8189-0682-7375-4199-8FC2A7489DB1}"/>
          </ac:grpSpMkLst>
        </pc:grpChg>
        <pc:grpChg chg="mod">
          <ac:chgData name="Sanmukh Kuppannagari" userId="ad215094-da36-4b66-9c79-369a17aea26b" providerId="ADAL" clId="{F797E296-EE96-4BD7-8F16-D43071948EEE}" dt="2025-10-01T20:58:35.999" v="3567" actId="1076"/>
          <ac:grpSpMkLst>
            <pc:docMk/>
            <pc:sldMk cId="1663435473" sldId="1674"/>
            <ac:grpSpMk id="93" creationId="{E4E54136-255B-CF5B-DECF-397407872E55}"/>
          </ac:grpSpMkLst>
        </pc:grpChg>
        <pc:cxnChg chg="del mod">
          <ac:chgData name="Sanmukh Kuppannagari" userId="ad215094-da36-4b66-9c79-369a17aea26b" providerId="ADAL" clId="{F797E296-EE96-4BD7-8F16-D43071948EEE}" dt="2025-10-01T20:58:48.286" v="3568" actId="478"/>
          <ac:cxnSpMkLst>
            <pc:docMk/>
            <pc:sldMk cId="1663435473" sldId="1674"/>
            <ac:cxnSpMk id="17" creationId="{97BF010A-E0AF-7211-32DA-C06E3735675C}"/>
          </ac:cxnSpMkLst>
        </pc:cxnChg>
        <pc:cxnChg chg="add mod">
          <ac:chgData name="Sanmukh Kuppannagari" userId="ad215094-da36-4b66-9c79-369a17aea26b" providerId="ADAL" clId="{F797E296-EE96-4BD7-8F16-D43071948EEE}" dt="2025-10-01T20:58:57.259" v="3570" actId="208"/>
          <ac:cxnSpMkLst>
            <pc:docMk/>
            <pc:sldMk cId="1663435473" sldId="1674"/>
            <ac:cxnSpMk id="99" creationId="{0027A856-24D7-3039-3692-0A0299491D55}"/>
          </ac:cxnSpMkLst>
        </pc:cxnChg>
      </pc:sldChg>
      <pc:sldChg chg="addSp delSp modSp new mod">
        <pc:chgData name="Sanmukh Kuppannagari" userId="ad215094-da36-4b66-9c79-369a17aea26b" providerId="ADAL" clId="{F797E296-EE96-4BD7-8F16-D43071948EEE}" dt="2025-10-01T21:19:32.370" v="3593" actId="1076"/>
        <pc:sldMkLst>
          <pc:docMk/>
          <pc:sldMk cId="2929793479" sldId="1675"/>
        </pc:sldMkLst>
        <pc:spChg chg="mod">
          <ac:chgData name="Sanmukh Kuppannagari" userId="ad215094-da36-4b66-9c79-369a17aea26b" providerId="ADAL" clId="{F797E296-EE96-4BD7-8F16-D43071948EEE}" dt="2025-10-01T21:19:24.565" v="3591"/>
          <ac:spMkLst>
            <pc:docMk/>
            <pc:sldMk cId="2929793479" sldId="1675"/>
            <ac:spMk id="2" creationId="{9E5BF188-622F-BD57-70CE-311924DA3D5F}"/>
          </ac:spMkLst>
        </pc:spChg>
        <pc:spChg chg="del">
          <ac:chgData name="Sanmukh Kuppannagari" userId="ad215094-da36-4b66-9c79-369a17aea26b" providerId="ADAL" clId="{F797E296-EE96-4BD7-8F16-D43071948EEE}" dt="2025-10-01T21:19:29.442" v="3592"/>
          <ac:spMkLst>
            <pc:docMk/>
            <pc:sldMk cId="2929793479" sldId="1675"/>
            <ac:spMk id="3" creationId="{DBEDC0C7-E045-0A6E-A500-1B83D6B71BB6}"/>
          </ac:spMkLst>
        </pc:spChg>
        <pc:picChg chg="add mod">
          <ac:chgData name="Sanmukh Kuppannagari" userId="ad215094-da36-4b66-9c79-369a17aea26b" providerId="ADAL" clId="{F797E296-EE96-4BD7-8F16-D43071948EEE}" dt="2025-10-01T21:19:32.370" v="3593" actId="1076"/>
          <ac:picMkLst>
            <pc:docMk/>
            <pc:sldMk cId="2929793479" sldId="1675"/>
            <ac:picMk id="4" creationId="{E03458F9-F849-00E1-899B-8834A9D64431}"/>
          </ac:picMkLst>
        </pc:picChg>
      </pc:sldChg>
      <pc:sldChg chg="addSp delSp modSp new mod">
        <pc:chgData name="Sanmukh Kuppannagari" userId="ad215094-da36-4b66-9c79-369a17aea26b" providerId="ADAL" clId="{F797E296-EE96-4BD7-8F16-D43071948EEE}" dt="2025-10-01T21:22:08.192" v="3906" actId="20577"/>
        <pc:sldMkLst>
          <pc:docMk/>
          <pc:sldMk cId="3007505505" sldId="1676"/>
        </pc:sldMkLst>
        <pc:spChg chg="mod">
          <ac:chgData name="Sanmukh Kuppannagari" userId="ad215094-da36-4b66-9c79-369a17aea26b" providerId="ADAL" clId="{F797E296-EE96-4BD7-8F16-D43071948EEE}" dt="2025-10-01T21:20:17.688" v="3615" actId="20577"/>
          <ac:spMkLst>
            <pc:docMk/>
            <pc:sldMk cId="3007505505" sldId="1676"/>
            <ac:spMk id="2" creationId="{7EE1FEF1-8C5B-7611-7EC8-067BB7DBF5DE}"/>
          </ac:spMkLst>
        </pc:spChg>
        <pc:spChg chg="del">
          <ac:chgData name="Sanmukh Kuppannagari" userId="ad215094-da36-4b66-9c79-369a17aea26b" providerId="ADAL" clId="{F797E296-EE96-4BD7-8F16-D43071948EEE}" dt="2025-10-01T21:20:08.547" v="3596" actId="478"/>
          <ac:spMkLst>
            <pc:docMk/>
            <pc:sldMk cId="3007505505" sldId="1676"/>
            <ac:spMk id="3" creationId="{0CFA1398-8805-1B9D-7664-C7AD84CFCF17}"/>
          </ac:spMkLst>
        </pc:spChg>
        <pc:spChg chg="add mod">
          <ac:chgData name="Sanmukh Kuppannagari" userId="ad215094-da36-4b66-9c79-369a17aea26b" providerId="ADAL" clId="{F797E296-EE96-4BD7-8F16-D43071948EEE}" dt="2025-10-01T21:22:08.192" v="3906" actId="20577"/>
          <ac:spMkLst>
            <pc:docMk/>
            <pc:sldMk cId="3007505505" sldId="1676"/>
            <ac:spMk id="5" creationId="{01965236-EE92-F132-D082-8870464E9249}"/>
          </ac:spMkLst>
        </pc:spChg>
        <pc:picChg chg="add mod">
          <ac:chgData name="Sanmukh Kuppannagari" userId="ad215094-da36-4b66-9c79-369a17aea26b" providerId="ADAL" clId="{F797E296-EE96-4BD7-8F16-D43071948EEE}" dt="2025-10-01T21:20:23.288" v="3618" actId="14100"/>
          <ac:picMkLst>
            <pc:docMk/>
            <pc:sldMk cId="3007505505" sldId="1676"/>
            <ac:picMk id="4" creationId="{A334A5C6-3CEC-6E03-0E66-7652FF6CD863}"/>
          </ac:picMkLst>
        </pc:picChg>
      </pc:sldChg>
      <pc:sldChg chg="addSp delSp modSp add mod">
        <pc:chgData name="Sanmukh Kuppannagari" userId="ad215094-da36-4b66-9c79-369a17aea26b" providerId="ADAL" clId="{F797E296-EE96-4BD7-8F16-D43071948EEE}" dt="2025-10-01T21:23:42.621" v="3951"/>
        <pc:sldMkLst>
          <pc:docMk/>
          <pc:sldMk cId="1993539528" sldId="1677"/>
        </pc:sldMkLst>
        <pc:spChg chg="add mod">
          <ac:chgData name="Sanmukh Kuppannagari" userId="ad215094-da36-4b66-9c79-369a17aea26b" providerId="ADAL" clId="{F797E296-EE96-4BD7-8F16-D43071948EEE}" dt="2025-10-01T21:23:42.621" v="3951"/>
          <ac:spMkLst>
            <pc:docMk/>
            <pc:sldMk cId="1993539528" sldId="1677"/>
            <ac:spMk id="3" creationId="{8AC59E37-6B5E-3DED-B70C-5604ADC3F605}"/>
          </ac:spMkLst>
        </pc:spChg>
        <pc:spChg chg="del mod">
          <ac:chgData name="Sanmukh Kuppannagari" userId="ad215094-da36-4b66-9c79-369a17aea26b" providerId="ADAL" clId="{F797E296-EE96-4BD7-8F16-D43071948EEE}" dt="2025-10-01T21:23:42.136" v="3950" actId="478"/>
          <ac:spMkLst>
            <pc:docMk/>
            <pc:sldMk cId="1993539528" sldId="1677"/>
            <ac:spMk id="5" creationId="{0FDAF680-0256-9BBE-4006-1329DCFCF787}"/>
          </ac:spMkLst>
        </pc:spChg>
      </pc:sldChg>
      <pc:sldChg chg="modSp add mod">
        <pc:chgData name="Sanmukh Kuppannagari" userId="ad215094-da36-4b66-9c79-369a17aea26b" providerId="ADAL" clId="{F797E296-EE96-4BD7-8F16-D43071948EEE}" dt="2025-10-01T21:23:39.420" v="3949" actId="1076"/>
        <pc:sldMkLst>
          <pc:docMk/>
          <pc:sldMk cId="2578221493" sldId="1678"/>
        </pc:sldMkLst>
        <pc:spChg chg="mod">
          <ac:chgData name="Sanmukh Kuppannagari" userId="ad215094-da36-4b66-9c79-369a17aea26b" providerId="ADAL" clId="{F797E296-EE96-4BD7-8F16-D43071948EEE}" dt="2025-10-01T21:23:39.420" v="3949" actId="1076"/>
          <ac:spMkLst>
            <pc:docMk/>
            <pc:sldMk cId="2578221493" sldId="1678"/>
            <ac:spMk id="5" creationId="{3369CB4B-B79F-218C-082C-2625CA9EA9CF}"/>
          </ac:spMkLst>
        </pc:spChg>
      </pc:sldChg>
      <pc:sldChg chg="addSp modSp add mod">
        <pc:chgData name="Sanmukh Kuppannagari" userId="ad215094-da36-4b66-9c79-369a17aea26b" providerId="ADAL" clId="{F797E296-EE96-4BD7-8F16-D43071948EEE}" dt="2025-10-01T21:25:13.543" v="4012" actId="20577"/>
        <pc:sldMkLst>
          <pc:docMk/>
          <pc:sldMk cId="1613053475" sldId="1679"/>
        </pc:sldMkLst>
        <pc:spChg chg="add mod">
          <ac:chgData name="Sanmukh Kuppannagari" userId="ad215094-da36-4b66-9c79-369a17aea26b" providerId="ADAL" clId="{F797E296-EE96-4BD7-8F16-D43071948EEE}" dt="2025-10-01T21:25:13.543" v="4012" actId="20577"/>
          <ac:spMkLst>
            <pc:docMk/>
            <pc:sldMk cId="1613053475" sldId="1679"/>
            <ac:spMk id="3" creationId="{10EA7EA9-E47C-E51F-2A83-87DF315D149A}"/>
          </ac:spMkLst>
        </pc:spChg>
        <pc:spChg chg="add mod">
          <ac:chgData name="Sanmukh Kuppannagari" userId="ad215094-da36-4b66-9c79-369a17aea26b" providerId="ADAL" clId="{F797E296-EE96-4BD7-8F16-D43071948EEE}" dt="2025-10-01T21:24:23.073" v="3977" actId="1582"/>
          <ac:spMkLst>
            <pc:docMk/>
            <pc:sldMk cId="1613053475" sldId="1679"/>
            <ac:spMk id="6" creationId="{B4FEE9E8-816D-F43D-EE42-7300D17E1E31}"/>
          </ac:spMkLst>
        </pc:spChg>
        <pc:spChg chg="add mod">
          <ac:chgData name="Sanmukh Kuppannagari" userId="ad215094-da36-4b66-9c79-369a17aea26b" providerId="ADAL" clId="{F797E296-EE96-4BD7-8F16-D43071948EEE}" dt="2025-10-01T21:24:31.287" v="3979" actId="1076"/>
          <ac:spMkLst>
            <pc:docMk/>
            <pc:sldMk cId="1613053475" sldId="1679"/>
            <ac:spMk id="7" creationId="{20C88649-F7F1-8EF6-AF47-BD37F0C23EE8}"/>
          </ac:spMkLst>
        </pc:spChg>
        <pc:spChg chg="add mod">
          <ac:chgData name="Sanmukh Kuppannagari" userId="ad215094-da36-4b66-9c79-369a17aea26b" providerId="ADAL" clId="{F797E296-EE96-4BD7-8F16-D43071948EEE}" dt="2025-10-01T21:24:35.385" v="3981" actId="1076"/>
          <ac:spMkLst>
            <pc:docMk/>
            <pc:sldMk cId="1613053475" sldId="1679"/>
            <ac:spMk id="8" creationId="{8C7ECE1A-91CA-FA9E-5ED1-8FEA5C5EA445}"/>
          </ac:spMkLst>
        </pc:spChg>
        <pc:spChg chg="add mod">
          <ac:chgData name="Sanmukh Kuppannagari" userId="ad215094-da36-4b66-9c79-369a17aea26b" providerId="ADAL" clId="{F797E296-EE96-4BD7-8F16-D43071948EEE}" dt="2025-10-01T21:24:45.603" v="3983" actId="1076"/>
          <ac:spMkLst>
            <pc:docMk/>
            <pc:sldMk cId="1613053475" sldId="1679"/>
            <ac:spMk id="9" creationId="{9A544505-AA52-E797-3F2A-61C55AE85D84}"/>
          </ac:spMkLst>
        </pc:spChg>
        <pc:spChg chg="add mod">
          <ac:chgData name="Sanmukh Kuppannagari" userId="ad215094-da36-4b66-9c79-369a17aea26b" providerId="ADAL" clId="{F797E296-EE96-4BD7-8F16-D43071948EEE}" dt="2025-10-01T21:24:51.194" v="3988" actId="1038"/>
          <ac:spMkLst>
            <pc:docMk/>
            <pc:sldMk cId="1613053475" sldId="1679"/>
            <ac:spMk id="10" creationId="{6C4492ED-1264-13F2-71CC-A99DC52F86FC}"/>
          </ac:spMkLst>
        </pc:spChg>
        <pc:spChg chg="add mod">
          <ac:chgData name="Sanmukh Kuppannagari" userId="ad215094-da36-4b66-9c79-369a17aea26b" providerId="ADAL" clId="{F797E296-EE96-4BD7-8F16-D43071948EEE}" dt="2025-10-01T21:24:57.942" v="3992" actId="1037"/>
          <ac:spMkLst>
            <pc:docMk/>
            <pc:sldMk cId="1613053475" sldId="1679"/>
            <ac:spMk id="11" creationId="{25AEF199-9A87-1AE2-E0D7-9B45523D366B}"/>
          </ac:spMkLst>
        </pc:spChg>
        <pc:spChg chg="add mod">
          <ac:chgData name="Sanmukh Kuppannagari" userId="ad215094-da36-4b66-9c79-369a17aea26b" providerId="ADAL" clId="{F797E296-EE96-4BD7-8F16-D43071948EEE}" dt="2025-10-01T21:25:02.423" v="3999" actId="1037"/>
          <ac:spMkLst>
            <pc:docMk/>
            <pc:sldMk cId="1613053475" sldId="1679"/>
            <ac:spMk id="12" creationId="{116344CE-EA6E-4F6B-2C71-107D762FE8B9}"/>
          </ac:spMkLst>
        </pc:spChg>
        <pc:spChg chg="add mod">
          <ac:chgData name="Sanmukh Kuppannagari" userId="ad215094-da36-4b66-9c79-369a17aea26b" providerId="ADAL" clId="{F797E296-EE96-4BD7-8F16-D43071948EEE}" dt="2025-10-01T21:25:06.530" v="4001" actId="1076"/>
          <ac:spMkLst>
            <pc:docMk/>
            <pc:sldMk cId="1613053475" sldId="1679"/>
            <ac:spMk id="13" creationId="{4156A6BF-654D-65B0-AF2A-306B50157B52}"/>
          </ac:spMkLst>
        </pc:spChg>
      </pc:sldChg>
      <pc:sldChg chg="modSp add mod">
        <pc:chgData name="Sanmukh Kuppannagari" userId="ad215094-da36-4b66-9c79-369a17aea26b" providerId="ADAL" clId="{F797E296-EE96-4BD7-8F16-D43071948EEE}" dt="2025-10-01T21:25:54.157" v="4021" actId="1035"/>
        <pc:sldMkLst>
          <pc:docMk/>
          <pc:sldMk cId="4288821136" sldId="1680"/>
        </pc:sldMkLst>
        <pc:spChg chg="mod">
          <ac:chgData name="Sanmukh Kuppannagari" userId="ad215094-da36-4b66-9c79-369a17aea26b" providerId="ADAL" clId="{F797E296-EE96-4BD7-8F16-D43071948EEE}" dt="2025-10-01T21:25:34.121" v="4016" actId="20577"/>
          <ac:spMkLst>
            <pc:docMk/>
            <pc:sldMk cId="4288821136" sldId="1680"/>
            <ac:spMk id="3" creationId="{98333321-A5D7-B8F0-29D0-F8F0F2B0934A}"/>
          </ac:spMkLst>
        </pc:spChg>
        <pc:spChg chg="mod">
          <ac:chgData name="Sanmukh Kuppannagari" userId="ad215094-da36-4b66-9c79-369a17aea26b" providerId="ADAL" clId="{F797E296-EE96-4BD7-8F16-D43071948EEE}" dt="2025-10-01T21:25:54.157" v="4021" actId="1035"/>
          <ac:spMkLst>
            <pc:docMk/>
            <pc:sldMk cId="4288821136" sldId="1680"/>
            <ac:spMk id="6" creationId="{F9B96A94-C0F8-9090-B712-16EFB9A596C0}"/>
          </ac:spMkLst>
        </pc:spChg>
        <pc:spChg chg="mod">
          <ac:chgData name="Sanmukh Kuppannagari" userId="ad215094-da36-4b66-9c79-369a17aea26b" providerId="ADAL" clId="{F797E296-EE96-4BD7-8F16-D43071948EEE}" dt="2025-10-01T21:25:54.157" v="4021" actId="1035"/>
          <ac:spMkLst>
            <pc:docMk/>
            <pc:sldMk cId="4288821136" sldId="1680"/>
            <ac:spMk id="7" creationId="{AF8AC4CB-5E18-3952-3245-6EAA87BA287A}"/>
          </ac:spMkLst>
        </pc:spChg>
        <pc:spChg chg="mod">
          <ac:chgData name="Sanmukh Kuppannagari" userId="ad215094-da36-4b66-9c79-369a17aea26b" providerId="ADAL" clId="{F797E296-EE96-4BD7-8F16-D43071948EEE}" dt="2025-10-01T21:25:54.157" v="4021" actId="1035"/>
          <ac:spMkLst>
            <pc:docMk/>
            <pc:sldMk cId="4288821136" sldId="1680"/>
            <ac:spMk id="8" creationId="{75C49F6E-BDC9-55EB-AE6A-16D5E7A484B9}"/>
          </ac:spMkLst>
        </pc:spChg>
        <pc:spChg chg="mod">
          <ac:chgData name="Sanmukh Kuppannagari" userId="ad215094-da36-4b66-9c79-369a17aea26b" providerId="ADAL" clId="{F797E296-EE96-4BD7-8F16-D43071948EEE}" dt="2025-10-01T21:25:54.157" v="4021" actId="1035"/>
          <ac:spMkLst>
            <pc:docMk/>
            <pc:sldMk cId="4288821136" sldId="1680"/>
            <ac:spMk id="9" creationId="{E9E7E1D1-49A9-55EC-FEFD-781F2621FABF}"/>
          </ac:spMkLst>
        </pc:spChg>
        <pc:spChg chg="mod">
          <ac:chgData name="Sanmukh Kuppannagari" userId="ad215094-da36-4b66-9c79-369a17aea26b" providerId="ADAL" clId="{F797E296-EE96-4BD7-8F16-D43071948EEE}" dt="2025-10-01T21:25:54.157" v="4021" actId="1035"/>
          <ac:spMkLst>
            <pc:docMk/>
            <pc:sldMk cId="4288821136" sldId="1680"/>
            <ac:spMk id="10" creationId="{29368F61-370A-5155-7E8B-E21ADD45BB68}"/>
          </ac:spMkLst>
        </pc:spChg>
        <pc:spChg chg="mod">
          <ac:chgData name="Sanmukh Kuppannagari" userId="ad215094-da36-4b66-9c79-369a17aea26b" providerId="ADAL" clId="{F797E296-EE96-4BD7-8F16-D43071948EEE}" dt="2025-10-01T21:25:54.157" v="4021" actId="1035"/>
          <ac:spMkLst>
            <pc:docMk/>
            <pc:sldMk cId="4288821136" sldId="1680"/>
            <ac:spMk id="11" creationId="{2542A03D-0289-F054-440C-4A02CFC793B1}"/>
          </ac:spMkLst>
        </pc:spChg>
        <pc:spChg chg="mod">
          <ac:chgData name="Sanmukh Kuppannagari" userId="ad215094-da36-4b66-9c79-369a17aea26b" providerId="ADAL" clId="{F797E296-EE96-4BD7-8F16-D43071948EEE}" dt="2025-10-01T21:25:54.157" v="4021" actId="1035"/>
          <ac:spMkLst>
            <pc:docMk/>
            <pc:sldMk cId="4288821136" sldId="1680"/>
            <ac:spMk id="12" creationId="{52FDBFF6-1D7B-B144-FBF2-C70EE7F31394}"/>
          </ac:spMkLst>
        </pc:spChg>
        <pc:spChg chg="mod">
          <ac:chgData name="Sanmukh Kuppannagari" userId="ad215094-da36-4b66-9c79-369a17aea26b" providerId="ADAL" clId="{F797E296-EE96-4BD7-8F16-D43071948EEE}" dt="2025-10-01T21:25:54.157" v="4021" actId="1035"/>
          <ac:spMkLst>
            <pc:docMk/>
            <pc:sldMk cId="4288821136" sldId="1680"/>
            <ac:spMk id="13" creationId="{8694F1D2-01F2-D219-F192-D3AA7424CA73}"/>
          </ac:spMkLst>
        </pc:spChg>
      </pc:sldChg>
      <pc:sldChg chg="modSp add mod">
        <pc:chgData name="Sanmukh Kuppannagari" userId="ad215094-da36-4b66-9c79-369a17aea26b" providerId="ADAL" clId="{F797E296-EE96-4BD7-8F16-D43071948EEE}" dt="2025-10-01T21:26:21.542" v="4026" actId="1038"/>
        <pc:sldMkLst>
          <pc:docMk/>
          <pc:sldMk cId="713649291" sldId="1681"/>
        </pc:sldMkLst>
        <pc:spChg chg="mod">
          <ac:chgData name="Sanmukh Kuppannagari" userId="ad215094-da36-4b66-9c79-369a17aea26b" providerId="ADAL" clId="{F797E296-EE96-4BD7-8F16-D43071948EEE}" dt="2025-10-01T21:26:02.453" v="4022" actId="20577"/>
          <ac:spMkLst>
            <pc:docMk/>
            <pc:sldMk cId="713649291" sldId="1681"/>
            <ac:spMk id="3" creationId="{7FD106E0-2B69-8843-C7D4-96024B1C5754}"/>
          </ac:spMkLst>
        </pc:spChg>
        <pc:spChg chg="mod">
          <ac:chgData name="Sanmukh Kuppannagari" userId="ad215094-da36-4b66-9c79-369a17aea26b" providerId="ADAL" clId="{F797E296-EE96-4BD7-8F16-D43071948EEE}" dt="2025-10-01T21:26:21.542" v="4026" actId="1038"/>
          <ac:spMkLst>
            <pc:docMk/>
            <pc:sldMk cId="713649291" sldId="1681"/>
            <ac:spMk id="6" creationId="{A5A746AB-571B-F81E-AD05-42DE4A2D71A6}"/>
          </ac:spMkLst>
        </pc:spChg>
        <pc:spChg chg="mod">
          <ac:chgData name="Sanmukh Kuppannagari" userId="ad215094-da36-4b66-9c79-369a17aea26b" providerId="ADAL" clId="{F797E296-EE96-4BD7-8F16-D43071948EEE}" dt="2025-10-01T21:26:21.542" v="4026" actId="1038"/>
          <ac:spMkLst>
            <pc:docMk/>
            <pc:sldMk cId="713649291" sldId="1681"/>
            <ac:spMk id="7" creationId="{39E40B3F-EFC2-6C93-271E-A1701980D565}"/>
          </ac:spMkLst>
        </pc:spChg>
        <pc:spChg chg="mod">
          <ac:chgData name="Sanmukh Kuppannagari" userId="ad215094-da36-4b66-9c79-369a17aea26b" providerId="ADAL" clId="{F797E296-EE96-4BD7-8F16-D43071948EEE}" dt="2025-10-01T21:26:21.542" v="4026" actId="1038"/>
          <ac:spMkLst>
            <pc:docMk/>
            <pc:sldMk cId="713649291" sldId="1681"/>
            <ac:spMk id="8" creationId="{2E019092-0505-FD52-1166-CFFAF0EDAD77}"/>
          </ac:spMkLst>
        </pc:spChg>
        <pc:spChg chg="mod">
          <ac:chgData name="Sanmukh Kuppannagari" userId="ad215094-da36-4b66-9c79-369a17aea26b" providerId="ADAL" clId="{F797E296-EE96-4BD7-8F16-D43071948EEE}" dt="2025-10-01T21:26:21.542" v="4026" actId="1038"/>
          <ac:spMkLst>
            <pc:docMk/>
            <pc:sldMk cId="713649291" sldId="1681"/>
            <ac:spMk id="9" creationId="{7F028501-E90E-E621-1370-BEA3AB9D7610}"/>
          </ac:spMkLst>
        </pc:spChg>
        <pc:spChg chg="mod">
          <ac:chgData name="Sanmukh Kuppannagari" userId="ad215094-da36-4b66-9c79-369a17aea26b" providerId="ADAL" clId="{F797E296-EE96-4BD7-8F16-D43071948EEE}" dt="2025-10-01T21:26:21.542" v="4026" actId="1038"/>
          <ac:spMkLst>
            <pc:docMk/>
            <pc:sldMk cId="713649291" sldId="1681"/>
            <ac:spMk id="10" creationId="{D46236BA-17F8-8A5A-D9B2-8E0274FCA37D}"/>
          </ac:spMkLst>
        </pc:spChg>
        <pc:spChg chg="mod">
          <ac:chgData name="Sanmukh Kuppannagari" userId="ad215094-da36-4b66-9c79-369a17aea26b" providerId="ADAL" clId="{F797E296-EE96-4BD7-8F16-D43071948EEE}" dt="2025-10-01T21:26:21.542" v="4026" actId="1038"/>
          <ac:spMkLst>
            <pc:docMk/>
            <pc:sldMk cId="713649291" sldId="1681"/>
            <ac:spMk id="11" creationId="{4E252718-E346-76E5-B9EF-73F94C1ABC3F}"/>
          </ac:spMkLst>
        </pc:spChg>
        <pc:spChg chg="mod">
          <ac:chgData name="Sanmukh Kuppannagari" userId="ad215094-da36-4b66-9c79-369a17aea26b" providerId="ADAL" clId="{F797E296-EE96-4BD7-8F16-D43071948EEE}" dt="2025-10-01T21:26:21.542" v="4026" actId="1038"/>
          <ac:spMkLst>
            <pc:docMk/>
            <pc:sldMk cId="713649291" sldId="1681"/>
            <ac:spMk id="12" creationId="{1CEADF12-C8F5-6E13-D711-B13945A67865}"/>
          </ac:spMkLst>
        </pc:spChg>
        <pc:spChg chg="mod">
          <ac:chgData name="Sanmukh Kuppannagari" userId="ad215094-da36-4b66-9c79-369a17aea26b" providerId="ADAL" clId="{F797E296-EE96-4BD7-8F16-D43071948EEE}" dt="2025-10-01T21:26:21.542" v="4026" actId="1038"/>
          <ac:spMkLst>
            <pc:docMk/>
            <pc:sldMk cId="713649291" sldId="1681"/>
            <ac:spMk id="13" creationId="{4BF096E6-C3D5-55EA-A456-CD3AB0E5ECBC}"/>
          </ac:spMkLst>
        </pc:spChg>
      </pc:sldChg>
      <pc:sldChg chg="modSp add mod">
        <pc:chgData name="Sanmukh Kuppannagari" userId="ad215094-da36-4b66-9c79-369a17aea26b" providerId="ADAL" clId="{F797E296-EE96-4BD7-8F16-D43071948EEE}" dt="2025-10-01T21:26:50.073" v="4035" actId="1035"/>
        <pc:sldMkLst>
          <pc:docMk/>
          <pc:sldMk cId="2412292095" sldId="1682"/>
        </pc:sldMkLst>
        <pc:spChg chg="mod">
          <ac:chgData name="Sanmukh Kuppannagari" userId="ad215094-da36-4b66-9c79-369a17aea26b" providerId="ADAL" clId="{F797E296-EE96-4BD7-8F16-D43071948EEE}" dt="2025-10-01T21:26:29.719" v="4027" actId="20577"/>
          <ac:spMkLst>
            <pc:docMk/>
            <pc:sldMk cId="2412292095" sldId="1682"/>
            <ac:spMk id="3" creationId="{B2361BE0-4BC4-32E4-2CAB-7CF93A1AADD5}"/>
          </ac:spMkLst>
        </pc:spChg>
        <pc:spChg chg="mod">
          <ac:chgData name="Sanmukh Kuppannagari" userId="ad215094-da36-4b66-9c79-369a17aea26b" providerId="ADAL" clId="{F797E296-EE96-4BD7-8F16-D43071948EEE}" dt="2025-10-01T21:26:50.073" v="4035" actId="1035"/>
          <ac:spMkLst>
            <pc:docMk/>
            <pc:sldMk cId="2412292095" sldId="1682"/>
            <ac:spMk id="6" creationId="{31F01EDF-FA0C-2D05-064F-AD4C2FB6CA63}"/>
          </ac:spMkLst>
        </pc:spChg>
        <pc:spChg chg="mod">
          <ac:chgData name="Sanmukh Kuppannagari" userId="ad215094-da36-4b66-9c79-369a17aea26b" providerId="ADAL" clId="{F797E296-EE96-4BD7-8F16-D43071948EEE}" dt="2025-10-01T21:26:50.073" v="4035" actId="1035"/>
          <ac:spMkLst>
            <pc:docMk/>
            <pc:sldMk cId="2412292095" sldId="1682"/>
            <ac:spMk id="7" creationId="{4B495D46-1D23-12BA-4E8C-E6B7CE6B79E5}"/>
          </ac:spMkLst>
        </pc:spChg>
        <pc:spChg chg="mod">
          <ac:chgData name="Sanmukh Kuppannagari" userId="ad215094-da36-4b66-9c79-369a17aea26b" providerId="ADAL" clId="{F797E296-EE96-4BD7-8F16-D43071948EEE}" dt="2025-10-01T21:26:50.073" v="4035" actId="1035"/>
          <ac:spMkLst>
            <pc:docMk/>
            <pc:sldMk cId="2412292095" sldId="1682"/>
            <ac:spMk id="8" creationId="{05DBDF1D-CF9B-510F-F9A2-8C1EF8B6CC24}"/>
          </ac:spMkLst>
        </pc:spChg>
        <pc:spChg chg="mod">
          <ac:chgData name="Sanmukh Kuppannagari" userId="ad215094-da36-4b66-9c79-369a17aea26b" providerId="ADAL" clId="{F797E296-EE96-4BD7-8F16-D43071948EEE}" dt="2025-10-01T21:26:50.073" v="4035" actId="1035"/>
          <ac:spMkLst>
            <pc:docMk/>
            <pc:sldMk cId="2412292095" sldId="1682"/>
            <ac:spMk id="9" creationId="{34C5A7DA-F26D-119F-B85B-659FCC5429B2}"/>
          </ac:spMkLst>
        </pc:spChg>
        <pc:spChg chg="mod">
          <ac:chgData name="Sanmukh Kuppannagari" userId="ad215094-da36-4b66-9c79-369a17aea26b" providerId="ADAL" clId="{F797E296-EE96-4BD7-8F16-D43071948EEE}" dt="2025-10-01T21:26:50.073" v="4035" actId="1035"/>
          <ac:spMkLst>
            <pc:docMk/>
            <pc:sldMk cId="2412292095" sldId="1682"/>
            <ac:spMk id="10" creationId="{A54157EA-B2F0-2B63-EF3C-8F18CF40633A}"/>
          </ac:spMkLst>
        </pc:spChg>
        <pc:spChg chg="mod">
          <ac:chgData name="Sanmukh Kuppannagari" userId="ad215094-da36-4b66-9c79-369a17aea26b" providerId="ADAL" clId="{F797E296-EE96-4BD7-8F16-D43071948EEE}" dt="2025-10-01T21:26:50.073" v="4035" actId="1035"/>
          <ac:spMkLst>
            <pc:docMk/>
            <pc:sldMk cId="2412292095" sldId="1682"/>
            <ac:spMk id="11" creationId="{1346530F-FEEC-20AA-56A3-36E15FF853A4}"/>
          </ac:spMkLst>
        </pc:spChg>
        <pc:spChg chg="mod">
          <ac:chgData name="Sanmukh Kuppannagari" userId="ad215094-da36-4b66-9c79-369a17aea26b" providerId="ADAL" clId="{F797E296-EE96-4BD7-8F16-D43071948EEE}" dt="2025-10-01T21:26:50.073" v="4035" actId="1035"/>
          <ac:spMkLst>
            <pc:docMk/>
            <pc:sldMk cId="2412292095" sldId="1682"/>
            <ac:spMk id="12" creationId="{0A7FFE22-48FD-71CE-72C7-04DC8B9726D5}"/>
          </ac:spMkLst>
        </pc:spChg>
        <pc:spChg chg="mod">
          <ac:chgData name="Sanmukh Kuppannagari" userId="ad215094-da36-4b66-9c79-369a17aea26b" providerId="ADAL" clId="{F797E296-EE96-4BD7-8F16-D43071948EEE}" dt="2025-10-01T21:26:50.073" v="4035" actId="1035"/>
          <ac:spMkLst>
            <pc:docMk/>
            <pc:sldMk cId="2412292095" sldId="1682"/>
            <ac:spMk id="13" creationId="{7717AA77-2BF6-6DDA-1015-748E4ABA9603}"/>
          </ac:spMkLst>
        </pc:spChg>
      </pc:sldChg>
      <pc:sldChg chg="delSp modSp add mod">
        <pc:chgData name="Sanmukh Kuppannagari" userId="ad215094-da36-4b66-9c79-369a17aea26b" providerId="ADAL" clId="{F797E296-EE96-4BD7-8F16-D43071948EEE}" dt="2025-10-01T21:27:29.267" v="4056" actId="478"/>
        <pc:sldMkLst>
          <pc:docMk/>
          <pc:sldMk cId="3696165352" sldId="1683"/>
        </pc:sldMkLst>
        <pc:spChg chg="mod">
          <ac:chgData name="Sanmukh Kuppannagari" userId="ad215094-da36-4b66-9c79-369a17aea26b" providerId="ADAL" clId="{F797E296-EE96-4BD7-8F16-D43071948EEE}" dt="2025-10-01T21:27:12.745" v="4048" actId="20577"/>
          <ac:spMkLst>
            <pc:docMk/>
            <pc:sldMk cId="3696165352" sldId="1683"/>
            <ac:spMk id="3" creationId="{9324ADDB-23DA-159F-3E6A-CBB6DB054232}"/>
          </ac:spMkLst>
        </pc:spChg>
        <pc:spChg chg="mod">
          <ac:chgData name="Sanmukh Kuppannagari" userId="ad215094-da36-4b66-9c79-369a17aea26b" providerId="ADAL" clId="{F797E296-EE96-4BD7-8F16-D43071948EEE}" dt="2025-10-01T21:27:19.600" v="4049" actId="14100"/>
          <ac:spMkLst>
            <pc:docMk/>
            <pc:sldMk cId="3696165352" sldId="1683"/>
            <ac:spMk id="6" creationId="{32FE582B-47EB-752E-BFC3-00FA1DF8BDBE}"/>
          </ac:spMkLst>
        </pc:spChg>
        <pc:spChg chg="del">
          <ac:chgData name="Sanmukh Kuppannagari" userId="ad215094-da36-4b66-9c79-369a17aea26b" providerId="ADAL" clId="{F797E296-EE96-4BD7-8F16-D43071948EEE}" dt="2025-10-01T21:27:22.764" v="4050" actId="478"/>
          <ac:spMkLst>
            <pc:docMk/>
            <pc:sldMk cId="3696165352" sldId="1683"/>
            <ac:spMk id="7" creationId="{40B8A7E6-ECD1-2D44-81CD-14E347FE2C5B}"/>
          </ac:spMkLst>
        </pc:spChg>
        <pc:spChg chg="del">
          <ac:chgData name="Sanmukh Kuppannagari" userId="ad215094-da36-4b66-9c79-369a17aea26b" providerId="ADAL" clId="{F797E296-EE96-4BD7-8F16-D43071948EEE}" dt="2025-10-01T21:27:23.925" v="4051" actId="478"/>
          <ac:spMkLst>
            <pc:docMk/>
            <pc:sldMk cId="3696165352" sldId="1683"/>
            <ac:spMk id="8" creationId="{C5815D5A-466A-0CF6-6931-0E20A26A9880}"/>
          </ac:spMkLst>
        </pc:spChg>
        <pc:spChg chg="del">
          <ac:chgData name="Sanmukh Kuppannagari" userId="ad215094-da36-4b66-9c79-369a17aea26b" providerId="ADAL" clId="{F797E296-EE96-4BD7-8F16-D43071948EEE}" dt="2025-10-01T21:27:24.882" v="4052" actId="478"/>
          <ac:spMkLst>
            <pc:docMk/>
            <pc:sldMk cId="3696165352" sldId="1683"/>
            <ac:spMk id="9" creationId="{2D865A20-2320-C696-860B-73DC998B5F2C}"/>
          </ac:spMkLst>
        </pc:spChg>
        <pc:spChg chg="del">
          <ac:chgData name="Sanmukh Kuppannagari" userId="ad215094-da36-4b66-9c79-369a17aea26b" providerId="ADAL" clId="{F797E296-EE96-4BD7-8F16-D43071948EEE}" dt="2025-10-01T21:27:25.685" v="4053" actId="478"/>
          <ac:spMkLst>
            <pc:docMk/>
            <pc:sldMk cId="3696165352" sldId="1683"/>
            <ac:spMk id="10" creationId="{DCC22A0A-F6E0-B62C-5203-FEA25A61260E}"/>
          </ac:spMkLst>
        </pc:spChg>
        <pc:spChg chg="del">
          <ac:chgData name="Sanmukh Kuppannagari" userId="ad215094-da36-4b66-9c79-369a17aea26b" providerId="ADAL" clId="{F797E296-EE96-4BD7-8F16-D43071948EEE}" dt="2025-10-01T21:27:27.213" v="4054" actId="478"/>
          <ac:spMkLst>
            <pc:docMk/>
            <pc:sldMk cId="3696165352" sldId="1683"/>
            <ac:spMk id="11" creationId="{064CE06A-9EE1-54F5-95C6-D865B4411813}"/>
          </ac:spMkLst>
        </pc:spChg>
        <pc:spChg chg="del">
          <ac:chgData name="Sanmukh Kuppannagari" userId="ad215094-da36-4b66-9c79-369a17aea26b" providerId="ADAL" clId="{F797E296-EE96-4BD7-8F16-D43071948EEE}" dt="2025-10-01T21:27:28.080" v="4055" actId="478"/>
          <ac:spMkLst>
            <pc:docMk/>
            <pc:sldMk cId="3696165352" sldId="1683"/>
            <ac:spMk id="12" creationId="{96A8BEAA-5318-C0B4-2687-A0958A1429E8}"/>
          </ac:spMkLst>
        </pc:spChg>
        <pc:spChg chg="del">
          <ac:chgData name="Sanmukh Kuppannagari" userId="ad215094-da36-4b66-9c79-369a17aea26b" providerId="ADAL" clId="{F797E296-EE96-4BD7-8F16-D43071948EEE}" dt="2025-10-01T21:27:29.267" v="4056" actId="478"/>
          <ac:spMkLst>
            <pc:docMk/>
            <pc:sldMk cId="3696165352" sldId="1683"/>
            <ac:spMk id="13" creationId="{D8BACFCE-2B94-D2F5-1C5D-6B86A4F994DF}"/>
          </ac:spMkLst>
        </pc:spChg>
      </pc:sldChg>
      <pc:sldChg chg="modSp add mod">
        <pc:chgData name="Sanmukh Kuppannagari" userId="ad215094-da36-4b66-9c79-369a17aea26b" providerId="ADAL" clId="{F797E296-EE96-4BD7-8F16-D43071948EEE}" dt="2025-10-01T21:27:42.792" v="4064" actId="20577"/>
        <pc:sldMkLst>
          <pc:docMk/>
          <pc:sldMk cId="1014672669" sldId="1684"/>
        </pc:sldMkLst>
        <pc:spChg chg="mod">
          <ac:chgData name="Sanmukh Kuppannagari" userId="ad215094-da36-4b66-9c79-369a17aea26b" providerId="ADAL" clId="{F797E296-EE96-4BD7-8F16-D43071948EEE}" dt="2025-10-01T21:27:42.792" v="4064" actId="20577"/>
          <ac:spMkLst>
            <pc:docMk/>
            <pc:sldMk cId="1014672669" sldId="1684"/>
            <ac:spMk id="3" creationId="{2DE57B36-9D1A-51B0-839F-B5C2BAE11F50}"/>
          </ac:spMkLst>
        </pc:spChg>
        <pc:spChg chg="mod">
          <ac:chgData name="Sanmukh Kuppannagari" userId="ad215094-da36-4b66-9c79-369a17aea26b" providerId="ADAL" clId="{F797E296-EE96-4BD7-8F16-D43071948EEE}" dt="2025-10-01T21:27:39.948" v="4063" actId="1037"/>
          <ac:spMkLst>
            <pc:docMk/>
            <pc:sldMk cId="1014672669" sldId="1684"/>
            <ac:spMk id="6" creationId="{F274D295-C370-019E-FFB3-CB2838F35E56}"/>
          </ac:spMkLst>
        </pc:spChg>
      </pc:sldChg>
      <pc:sldChg chg="modSp add mod">
        <pc:chgData name="Sanmukh Kuppannagari" userId="ad215094-da36-4b66-9c79-369a17aea26b" providerId="ADAL" clId="{F797E296-EE96-4BD7-8F16-D43071948EEE}" dt="2025-10-01T21:28:00.635" v="4075" actId="20577"/>
        <pc:sldMkLst>
          <pc:docMk/>
          <pc:sldMk cId="3583205725" sldId="1685"/>
        </pc:sldMkLst>
        <pc:spChg chg="mod">
          <ac:chgData name="Sanmukh Kuppannagari" userId="ad215094-da36-4b66-9c79-369a17aea26b" providerId="ADAL" clId="{F797E296-EE96-4BD7-8F16-D43071948EEE}" dt="2025-10-01T21:28:00.635" v="4075" actId="20577"/>
          <ac:spMkLst>
            <pc:docMk/>
            <pc:sldMk cId="3583205725" sldId="1685"/>
            <ac:spMk id="3" creationId="{2CFA465D-CF34-6FD1-026E-3DA17A0D5223}"/>
          </ac:spMkLst>
        </pc:spChg>
        <pc:spChg chg="mod">
          <ac:chgData name="Sanmukh Kuppannagari" userId="ad215094-da36-4b66-9c79-369a17aea26b" providerId="ADAL" clId="{F797E296-EE96-4BD7-8F16-D43071948EEE}" dt="2025-10-01T21:27:56.507" v="4074" actId="1037"/>
          <ac:spMkLst>
            <pc:docMk/>
            <pc:sldMk cId="3583205725" sldId="1685"/>
            <ac:spMk id="6" creationId="{AE4E29AC-65BB-9F78-0F46-2C41C8E40ECC}"/>
          </ac:spMkLst>
        </pc:spChg>
        <pc:picChg chg="mod">
          <ac:chgData name="Sanmukh Kuppannagari" userId="ad215094-da36-4b66-9c79-369a17aea26b" providerId="ADAL" clId="{F797E296-EE96-4BD7-8F16-D43071948EEE}" dt="2025-10-01T21:27:49.500" v="4067" actId="1076"/>
          <ac:picMkLst>
            <pc:docMk/>
            <pc:sldMk cId="3583205725" sldId="1685"/>
            <ac:picMk id="4" creationId="{BBE8ED3E-8CF4-53F1-94F2-1460E7FD6D16}"/>
          </ac:picMkLst>
        </pc:picChg>
      </pc:sldChg>
      <pc:sldChg chg="modSp add mod">
        <pc:chgData name="Sanmukh Kuppannagari" userId="ad215094-da36-4b66-9c79-369a17aea26b" providerId="ADAL" clId="{F797E296-EE96-4BD7-8F16-D43071948EEE}" dt="2025-10-01T21:28:50.385" v="4160" actId="207"/>
        <pc:sldMkLst>
          <pc:docMk/>
          <pc:sldMk cId="3713100837" sldId="1686"/>
        </pc:sldMkLst>
        <pc:spChg chg="mod">
          <ac:chgData name="Sanmukh Kuppannagari" userId="ad215094-da36-4b66-9c79-369a17aea26b" providerId="ADAL" clId="{F797E296-EE96-4BD7-8F16-D43071948EEE}" dt="2025-10-01T21:28:50.385" v="4160" actId="207"/>
          <ac:spMkLst>
            <pc:docMk/>
            <pc:sldMk cId="3713100837" sldId="1686"/>
            <ac:spMk id="3" creationId="{DD021326-377D-7E68-9F52-631034C79D1F}"/>
          </ac:spMkLst>
        </pc:spChg>
        <pc:spChg chg="mod">
          <ac:chgData name="Sanmukh Kuppannagari" userId="ad215094-da36-4b66-9c79-369a17aea26b" providerId="ADAL" clId="{F797E296-EE96-4BD7-8F16-D43071948EEE}" dt="2025-10-01T21:28:17.079" v="4081" actId="14100"/>
          <ac:spMkLst>
            <pc:docMk/>
            <pc:sldMk cId="3713100837" sldId="1686"/>
            <ac:spMk id="6" creationId="{9ABE7CFA-0AEB-2E70-AE73-19DA539409B5}"/>
          </ac:spMkLst>
        </pc:spChg>
      </pc:sldChg>
      <pc:sldChg chg="modSp add mod">
        <pc:chgData name="Sanmukh Kuppannagari" userId="ad215094-da36-4b66-9c79-369a17aea26b" providerId="ADAL" clId="{F797E296-EE96-4BD7-8F16-D43071948EEE}" dt="2025-10-01T21:29:29.446" v="4178" actId="20577"/>
        <pc:sldMkLst>
          <pc:docMk/>
          <pc:sldMk cId="853030918" sldId="1687"/>
        </pc:sldMkLst>
        <pc:spChg chg="mod">
          <ac:chgData name="Sanmukh Kuppannagari" userId="ad215094-da36-4b66-9c79-369a17aea26b" providerId="ADAL" clId="{F797E296-EE96-4BD7-8F16-D43071948EEE}" dt="2025-10-01T21:29:29.446" v="4178" actId="20577"/>
          <ac:spMkLst>
            <pc:docMk/>
            <pc:sldMk cId="853030918" sldId="1687"/>
            <ac:spMk id="3" creationId="{6A096152-B172-9F18-BD7E-58DA04FC99C9}"/>
          </ac:spMkLst>
        </pc:spChg>
      </pc:sldChg>
      <pc:sldChg chg="modSp new mod">
        <pc:chgData name="Sanmukh Kuppannagari" userId="ad215094-da36-4b66-9c79-369a17aea26b" providerId="ADAL" clId="{F797E296-EE96-4BD7-8F16-D43071948EEE}" dt="2025-10-02T02:32:59.762" v="8575" actId="20577"/>
        <pc:sldMkLst>
          <pc:docMk/>
          <pc:sldMk cId="2262641461" sldId="1688"/>
        </pc:sldMkLst>
        <pc:spChg chg="mod">
          <ac:chgData name="Sanmukh Kuppannagari" userId="ad215094-da36-4b66-9c79-369a17aea26b" providerId="ADAL" clId="{F797E296-EE96-4BD7-8F16-D43071948EEE}" dt="2025-10-01T21:33:35.570" v="4429"/>
          <ac:spMkLst>
            <pc:docMk/>
            <pc:sldMk cId="2262641461" sldId="1688"/>
            <ac:spMk id="2" creationId="{DBDFEDC8-A386-2F48-104E-53BEF333BA67}"/>
          </ac:spMkLst>
        </pc:spChg>
        <pc:spChg chg="mod">
          <ac:chgData name="Sanmukh Kuppannagari" userId="ad215094-da36-4b66-9c79-369a17aea26b" providerId="ADAL" clId="{F797E296-EE96-4BD7-8F16-D43071948EEE}" dt="2025-10-02T02:32:59.762" v="8575" actId="20577"/>
          <ac:spMkLst>
            <pc:docMk/>
            <pc:sldMk cId="2262641461" sldId="1688"/>
            <ac:spMk id="3" creationId="{3A75D530-17A1-C886-393F-6711824E5B71}"/>
          </ac:spMkLst>
        </pc:spChg>
      </pc:sldChg>
      <pc:sldChg chg="addSp delSp modSp new mod">
        <pc:chgData name="Sanmukh Kuppannagari" userId="ad215094-da36-4b66-9c79-369a17aea26b" providerId="ADAL" clId="{F797E296-EE96-4BD7-8F16-D43071948EEE}" dt="2025-10-02T02:33:35.429" v="8579" actId="20577"/>
        <pc:sldMkLst>
          <pc:docMk/>
          <pc:sldMk cId="2197773020" sldId="1689"/>
        </pc:sldMkLst>
        <pc:spChg chg="mod">
          <ac:chgData name="Sanmukh Kuppannagari" userId="ad215094-da36-4b66-9c79-369a17aea26b" providerId="ADAL" clId="{F797E296-EE96-4BD7-8F16-D43071948EEE}" dt="2025-10-01T21:46:18.864" v="4749" actId="20577"/>
          <ac:spMkLst>
            <pc:docMk/>
            <pc:sldMk cId="2197773020" sldId="1689"/>
            <ac:spMk id="2" creationId="{780D1433-09AA-00FF-14D8-A633B7AF732F}"/>
          </ac:spMkLst>
        </pc:spChg>
        <pc:spChg chg="del">
          <ac:chgData name="Sanmukh Kuppannagari" userId="ad215094-da36-4b66-9c79-369a17aea26b" providerId="ADAL" clId="{F797E296-EE96-4BD7-8F16-D43071948EEE}" dt="2025-10-01T21:46:32.780" v="4750" actId="478"/>
          <ac:spMkLst>
            <pc:docMk/>
            <pc:sldMk cId="2197773020" sldId="1689"/>
            <ac:spMk id="3" creationId="{65E7CE5D-2915-C47E-99D9-B34E380B9ABC}"/>
          </ac:spMkLst>
        </pc:spChg>
        <pc:spChg chg="add mod">
          <ac:chgData name="Sanmukh Kuppannagari" userId="ad215094-da36-4b66-9c79-369a17aea26b" providerId="ADAL" clId="{F797E296-EE96-4BD7-8F16-D43071948EEE}" dt="2025-10-01T21:47:05.536" v="4763" actId="403"/>
          <ac:spMkLst>
            <pc:docMk/>
            <pc:sldMk cId="2197773020" sldId="1689"/>
            <ac:spMk id="4" creationId="{9F1A23D2-8CDA-4FA1-E94A-DC9FD74EB941}"/>
          </ac:spMkLst>
        </pc:spChg>
        <pc:spChg chg="add mod">
          <ac:chgData name="Sanmukh Kuppannagari" userId="ad215094-da36-4b66-9c79-369a17aea26b" providerId="ADAL" clId="{F797E296-EE96-4BD7-8F16-D43071948EEE}" dt="2025-10-02T02:33:35.429" v="8579" actId="20577"/>
          <ac:spMkLst>
            <pc:docMk/>
            <pc:sldMk cId="2197773020" sldId="1689"/>
            <ac:spMk id="7" creationId="{B46A13C1-570C-2A1F-C2C2-B71C93756250}"/>
          </ac:spMkLst>
        </pc:spChg>
        <pc:picChg chg="add mod">
          <ac:chgData name="Sanmukh Kuppannagari" userId="ad215094-da36-4b66-9c79-369a17aea26b" providerId="ADAL" clId="{F797E296-EE96-4BD7-8F16-D43071948EEE}" dt="2025-10-01T21:47:11.300" v="4765" actId="14100"/>
          <ac:picMkLst>
            <pc:docMk/>
            <pc:sldMk cId="2197773020" sldId="1689"/>
            <ac:picMk id="5" creationId="{E5AC720B-A5DC-79AA-4508-0785D8732E36}"/>
          </ac:picMkLst>
        </pc:picChg>
        <pc:picChg chg="add mod">
          <ac:chgData name="Sanmukh Kuppannagari" userId="ad215094-da36-4b66-9c79-369a17aea26b" providerId="ADAL" clId="{F797E296-EE96-4BD7-8F16-D43071948EEE}" dt="2025-10-01T21:47:17.079" v="4767" actId="14100"/>
          <ac:picMkLst>
            <pc:docMk/>
            <pc:sldMk cId="2197773020" sldId="1689"/>
            <ac:picMk id="6" creationId="{E3F98C4B-CF3B-7B34-86D1-D1DE1A1BF30A}"/>
          </ac:picMkLst>
        </pc:picChg>
      </pc:sldChg>
      <pc:sldChg chg="addSp delSp modSp new mod">
        <pc:chgData name="Sanmukh Kuppannagari" userId="ad215094-da36-4b66-9c79-369a17aea26b" providerId="ADAL" clId="{F797E296-EE96-4BD7-8F16-D43071948EEE}" dt="2025-10-01T21:48:53.255" v="4809" actId="1076"/>
        <pc:sldMkLst>
          <pc:docMk/>
          <pc:sldMk cId="2917265767" sldId="1690"/>
        </pc:sldMkLst>
        <pc:spChg chg="mod">
          <ac:chgData name="Sanmukh Kuppannagari" userId="ad215094-da36-4b66-9c79-369a17aea26b" providerId="ADAL" clId="{F797E296-EE96-4BD7-8F16-D43071948EEE}" dt="2025-10-01T21:48:37.368" v="4806" actId="20577"/>
          <ac:spMkLst>
            <pc:docMk/>
            <pc:sldMk cId="2917265767" sldId="1690"/>
            <ac:spMk id="2" creationId="{923BBB43-B8CC-933A-3C66-356BE255DF2E}"/>
          </ac:spMkLst>
        </pc:spChg>
        <pc:spChg chg="del">
          <ac:chgData name="Sanmukh Kuppannagari" userId="ad215094-da36-4b66-9c79-369a17aea26b" providerId="ADAL" clId="{F797E296-EE96-4BD7-8F16-D43071948EEE}" dt="2025-10-01T21:48:45.840" v="4807"/>
          <ac:spMkLst>
            <pc:docMk/>
            <pc:sldMk cId="2917265767" sldId="1690"/>
            <ac:spMk id="3" creationId="{E2827215-8AF5-610B-8A00-BC7015713342}"/>
          </ac:spMkLst>
        </pc:spChg>
        <pc:picChg chg="add mod">
          <ac:chgData name="Sanmukh Kuppannagari" userId="ad215094-da36-4b66-9c79-369a17aea26b" providerId="ADAL" clId="{F797E296-EE96-4BD7-8F16-D43071948EEE}" dt="2025-10-01T21:48:53.255" v="4809" actId="1076"/>
          <ac:picMkLst>
            <pc:docMk/>
            <pc:sldMk cId="2917265767" sldId="1690"/>
            <ac:picMk id="4" creationId="{9C35AD27-33D9-1003-686B-3CDD58E59A2F}"/>
          </ac:picMkLst>
        </pc:picChg>
      </pc:sldChg>
      <pc:sldChg chg="modSp new mod">
        <pc:chgData name="Sanmukh Kuppannagari" userId="ad215094-da36-4b66-9c79-369a17aea26b" providerId="ADAL" clId="{F797E296-EE96-4BD7-8F16-D43071948EEE}" dt="2025-10-01T21:51:28.283" v="4980"/>
        <pc:sldMkLst>
          <pc:docMk/>
          <pc:sldMk cId="47566484" sldId="1691"/>
        </pc:sldMkLst>
        <pc:spChg chg="mod">
          <ac:chgData name="Sanmukh Kuppannagari" userId="ad215094-da36-4b66-9c79-369a17aea26b" providerId="ADAL" clId="{F797E296-EE96-4BD7-8F16-D43071948EEE}" dt="2025-10-01T21:51:01.544" v="4973" actId="20577"/>
          <ac:spMkLst>
            <pc:docMk/>
            <pc:sldMk cId="47566484" sldId="1691"/>
            <ac:spMk id="2" creationId="{87A29C8F-6F8B-C221-B4B9-1F984E0652EE}"/>
          </ac:spMkLst>
        </pc:spChg>
        <pc:spChg chg="mod">
          <ac:chgData name="Sanmukh Kuppannagari" userId="ad215094-da36-4b66-9c79-369a17aea26b" providerId="ADAL" clId="{F797E296-EE96-4BD7-8F16-D43071948EEE}" dt="2025-10-01T21:51:28.283" v="4980"/>
          <ac:spMkLst>
            <pc:docMk/>
            <pc:sldMk cId="47566484" sldId="1691"/>
            <ac:spMk id="3" creationId="{99A1D2FA-7224-0668-2AB3-F3477E3957BB}"/>
          </ac:spMkLst>
        </pc:spChg>
      </pc:sldChg>
      <pc:sldChg chg="modSp new mod">
        <pc:chgData name="Sanmukh Kuppannagari" userId="ad215094-da36-4b66-9c79-369a17aea26b" providerId="ADAL" clId="{F797E296-EE96-4BD7-8F16-D43071948EEE}" dt="2025-10-01T21:55:16.587" v="5323" actId="113"/>
        <pc:sldMkLst>
          <pc:docMk/>
          <pc:sldMk cId="851025375" sldId="1692"/>
        </pc:sldMkLst>
        <pc:spChg chg="mod">
          <ac:chgData name="Sanmukh Kuppannagari" userId="ad215094-da36-4b66-9c79-369a17aea26b" providerId="ADAL" clId="{F797E296-EE96-4BD7-8F16-D43071948EEE}" dt="2025-10-01T21:51:58.429" v="4998" actId="20577"/>
          <ac:spMkLst>
            <pc:docMk/>
            <pc:sldMk cId="851025375" sldId="1692"/>
            <ac:spMk id="2" creationId="{0D1BC9B9-746F-97C5-6C01-1FAAE32EC35E}"/>
          </ac:spMkLst>
        </pc:spChg>
        <pc:spChg chg="mod">
          <ac:chgData name="Sanmukh Kuppannagari" userId="ad215094-da36-4b66-9c79-369a17aea26b" providerId="ADAL" clId="{F797E296-EE96-4BD7-8F16-D43071948EEE}" dt="2025-10-01T21:55:16.587" v="5323" actId="113"/>
          <ac:spMkLst>
            <pc:docMk/>
            <pc:sldMk cId="851025375" sldId="1692"/>
            <ac:spMk id="3" creationId="{B56EAE5B-4553-B2B2-6AF3-06E6AF6274FC}"/>
          </ac:spMkLst>
        </pc:spChg>
      </pc:sldChg>
      <pc:sldChg chg="addSp delSp modSp new mod">
        <pc:chgData name="Sanmukh Kuppannagari" userId="ad215094-da36-4b66-9c79-369a17aea26b" providerId="ADAL" clId="{F797E296-EE96-4BD7-8F16-D43071948EEE}" dt="2025-10-01T22:07:12.357" v="5536" actId="207"/>
        <pc:sldMkLst>
          <pc:docMk/>
          <pc:sldMk cId="377812208" sldId="1693"/>
        </pc:sldMkLst>
        <pc:spChg chg="mod">
          <ac:chgData name="Sanmukh Kuppannagari" userId="ad215094-da36-4b66-9c79-369a17aea26b" providerId="ADAL" clId="{F797E296-EE96-4BD7-8F16-D43071948EEE}" dt="2025-10-01T21:55:22.554" v="5325"/>
          <ac:spMkLst>
            <pc:docMk/>
            <pc:sldMk cId="377812208" sldId="1693"/>
            <ac:spMk id="2" creationId="{BEFB2A7D-D2D3-8C1D-A7A2-4C466D12A146}"/>
          </ac:spMkLst>
        </pc:spChg>
        <pc:spChg chg="del">
          <ac:chgData name="Sanmukh Kuppannagari" userId="ad215094-da36-4b66-9c79-369a17aea26b" providerId="ADAL" clId="{F797E296-EE96-4BD7-8F16-D43071948EEE}" dt="2025-10-01T21:55:41.740" v="5326" actId="22"/>
          <ac:spMkLst>
            <pc:docMk/>
            <pc:sldMk cId="377812208" sldId="1693"/>
            <ac:spMk id="3" creationId="{95763A13-B7A3-6334-0FDB-BE473B96B642}"/>
          </ac:spMkLst>
        </pc:spChg>
        <pc:spChg chg="add del mod">
          <ac:chgData name="Sanmukh Kuppannagari" userId="ad215094-da36-4b66-9c79-369a17aea26b" providerId="ADAL" clId="{F797E296-EE96-4BD7-8F16-D43071948EEE}" dt="2025-10-01T21:55:46.548" v="5328" actId="478"/>
          <ac:spMkLst>
            <pc:docMk/>
            <pc:sldMk cId="377812208" sldId="1693"/>
            <ac:spMk id="7" creationId="{15501C5C-8B9F-F2BB-A0B5-99E714153B9F}"/>
          </ac:spMkLst>
        </pc:spChg>
        <pc:spChg chg="add mod">
          <ac:chgData name="Sanmukh Kuppannagari" userId="ad215094-da36-4b66-9c79-369a17aea26b" providerId="ADAL" clId="{F797E296-EE96-4BD7-8F16-D43071948EEE}" dt="2025-10-01T22:07:12.357" v="5536" actId="207"/>
          <ac:spMkLst>
            <pc:docMk/>
            <pc:sldMk cId="377812208" sldId="1693"/>
            <ac:spMk id="16" creationId="{ED7A8D46-4984-CB88-7E47-A087650A43BC}"/>
          </ac:spMkLst>
        </pc:spChg>
        <pc:picChg chg="add del mod ord">
          <ac:chgData name="Sanmukh Kuppannagari" userId="ad215094-da36-4b66-9c79-369a17aea26b" providerId="ADAL" clId="{F797E296-EE96-4BD7-8F16-D43071948EEE}" dt="2025-10-01T21:55:44.379" v="5327" actId="478"/>
          <ac:picMkLst>
            <pc:docMk/>
            <pc:sldMk cId="377812208" sldId="1693"/>
            <ac:picMk id="5" creationId="{AED341AE-1F6B-6C9C-EC87-27E685C8B7E3}"/>
          </ac:picMkLst>
        </pc:picChg>
        <pc:picChg chg="add del">
          <ac:chgData name="Sanmukh Kuppannagari" userId="ad215094-da36-4b66-9c79-369a17aea26b" providerId="ADAL" clId="{F797E296-EE96-4BD7-8F16-D43071948EEE}" dt="2025-10-01T21:55:49.598" v="5330" actId="22"/>
          <ac:picMkLst>
            <pc:docMk/>
            <pc:sldMk cId="377812208" sldId="1693"/>
            <ac:picMk id="9" creationId="{9218A3E7-35A7-5F1D-F422-D3C28F821056}"/>
          </ac:picMkLst>
        </pc:picChg>
        <pc:picChg chg="add del">
          <ac:chgData name="Sanmukh Kuppannagari" userId="ad215094-da36-4b66-9c79-369a17aea26b" providerId="ADAL" clId="{F797E296-EE96-4BD7-8F16-D43071948EEE}" dt="2025-10-01T21:56:09.373" v="5332" actId="22"/>
          <ac:picMkLst>
            <pc:docMk/>
            <pc:sldMk cId="377812208" sldId="1693"/>
            <ac:picMk id="11" creationId="{D750A5E7-7432-45AD-A404-CD0383F786B1}"/>
          </ac:picMkLst>
        </pc:picChg>
        <pc:picChg chg="add del">
          <ac:chgData name="Sanmukh Kuppannagari" userId="ad215094-da36-4b66-9c79-369a17aea26b" providerId="ADAL" clId="{F797E296-EE96-4BD7-8F16-D43071948EEE}" dt="2025-10-01T21:56:29.063" v="5334" actId="478"/>
          <ac:picMkLst>
            <pc:docMk/>
            <pc:sldMk cId="377812208" sldId="1693"/>
            <ac:picMk id="13" creationId="{E3966453-DC87-9AD8-06AE-0D6679633B23}"/>
          </ac:picMkLst>
        </pc:picChg>
        <pc:picChg chg="add del">
          <ac:chgData name="Sanmukh Kuppannagari" userId="ad215094-da36-4b66-9c79-369a17aea26b" providerId="ADAL" clId="{F797E296-EE96-4BD7-8F16-D43071948EEE}" dt="2025-10-01T21:56:57.053" v="5336" actId="478"/>
          <ac:picMkLst>
            <pc:docMk/>
            <pc:sldMk cId="377812208" sldId="1693"/>
            <ac:picMk id="15" creationId="{52567E75-6086-AD77-FF9F-596F32E6E65B}"/>
          </ac:picMkLst>
        </pc:picChg>
      </pc:sldChg>
      <pc:sldChg chg="modSp add mod">
        <pc:chgData name="Sanmukh Kuppannagari" userId="ad215094-da36-4b66-9c79-369a17aea26b" providerId="ADAL" clId="{F797E296-EE96-4BD7-8F16-D43071948EEE}" dt="2025-10-01T22:06:21.566" v="5531" actId="207"/>
        <pc:sldMkLst>
          <pc:docMk/>
          <pc:sldMk cId="876997423" sldId="1694"/>
        </pc:sldMkLst>
        <pc:spChg chg="mod">
          <ac:chgData name="Sanmukh Kuppannagari" userId="ad215094-da36-4b66-9c79-369a17aea26b" providerId="ADAL" clId="{F797E296-EE96-4BD7-8F16-D43071948EEE}" dt="2025-10-01T22:06:21.566" v="5531" actId="207"/>
          <ac:spMkLst>
            <pc:docMk/>
            <pc:sldMk cId="876997423" sldId="1694"/>
            <ac:spMk id="3" creationId="{71F6688C-4A84-07CE-B909-2F92C972E9AA}"/>
          </ac:spMkLst>
        </pc:spChg>
      </pc:sldChg>
      <pc:sldChg chg="add del">
        <pc:chgData name="Sanmukh Kuppannagari" userId="ad215094-da36-4b66-9c79-369a17aea26b" providerId="ADAL" clId="{F797E296-EE96-4BD7-8F16-D43071948EEE}" dt="2025-10-01T22:06:16.575" v="5530"/>
        <pc:sldMkLst>
          <pc:docMk/>
          <pc:sldMk cId="1947572384" sldId="1695"/>
        </pc:sldMkLst>
      </pc:sldChg>
      <pc:sldChg chg="modSp new mod">
        <pc:chgData name="Sanmukh Kuppannagari" userId="ad215094-da36-4b66-9c79-369a17aea26b" providerId="ADAL" clId="{F797E296-EE96-4BD7-8F16-D43071948EEE}" dt="2025-10-01T23:48:01.905" v="5777" actId="20577"/>
        <pc:sldMkLst>
          <pc:docMk/>
          <pc:sldMk cId="3023642248" sldId="1695"/>
        </pc:sldMkLst>
        <pc:spChg chg="mod">
          <ac:chgData name="Sanmukh Kuppannagari" userId="ad215094-da36-4b66-9c79-369a17aea26b" providerId="ADAL" clId="{F797E296-EE96-4BD7-8F16-D43071948EEE}" dt="2025-10-01T22:08:02.090" v="5538"/>
          <ac:spMkLst>
            <pc:docMk/>
            <pc:sldMk cId="3023642248" sldId="1695"/>
            <ac:spMk id="2" creationId="{9BA20A8A-1143-429D-C810-DF628F3506B4}"/>
          </ac:spMkLst>
        </pc:spChg>
        <pc:spChg chg="mod">
          <ac:chgData name="Sanmukh Kuppannagari" userId="ad215094-da36-4b66-9c79-369a17aea26b" providerId="ADAL" clId="{F797E296-EE96-4BD7-8F16-D43071948EEE}" dt="2025-10-01T23:48:01.905" v="5777" actId="20577"/>
          <ac:spMkLst>
            <pc:docMk/>
            <pc:sldMk cId="3023642248" sldId="1695"/>
            <ac:spMk id="3" creationId="{61E438AA-FF8E-6ECA-37B0-52A6742D8C22}"/>
          </ac:spMkLst>
        </pc:spChg>
      </pc:sldChg>
      <pc:sldChg chg="modSp new mod">
        <pc:chgData name="Sanmukh Kuppannagari" userId="ad215094-da36-4b66-9c79-369a17aea26b" providerId="ADAL" clId="{F797E296-EE96-4BD7-8F16-D43071948EEE}" dt="2025-10-01T23:48:17.965" v="5782" actId="20577"/>
        <pc:sldMkLst>
          <pc:docMk/>
          <pc:sldMk cId="929941479" sldId="1696"/>
        </pc:sldMkLst>
        <pc:spChg chg="mod">
          <ac:chgData name="Sanmukh Kuppannagari" userId="ad215094-da36-4b66-9c79-369a17aea26b" providerId="ADAL" clId="{F797E296-EE96-4BD7-8F16-D43071948EEE}" dt="2025-10-01T23:47:05.255" v="5727"/>
          <ac:spMkLst>
            <pc:docMk/>
            <pc:sldMk cId="929941479" sldId="1696"/>
            <ac:spMk id="2" creationId="{885DD491-BE5A-5101-8A8B-7E25F705C4F0}"/>
          </ac:spMkLst>
        </pc:spChg>
        <pc:spChg chg="mod">
          <ac:chgData name="Sanmukh Kuppannagari" userId="ad215094-da36-4b66-9c79-369a17aea26b" providerId="ADAL" clId="{F797E296-EE96-4BD7-8F16-D43071948EEE}" dt="2025-10-01T23:48:17.965" v="5782" actId="20577"/>
          <ac:spMkLst>
            <pc:docMk/>
            <pc:sldMk cId="929941479" sldId="1696"/>
            <ac:spMk id="3" creationId="{17E37FE4-11F3-7507-78A6-00C085A79160}"/>
          </ac:spMkLst>
        </pc:spChg>
      </pc:sldChg>
      <pc:sldChg chg="addSp modSp add mod">
        <pc:chgData name="Sanmukh Kuppannagari" userId="ad215094-da36-4b66-9c79-369a17aea26b" providerId="ADAL" clId="{F797E296-EE96-4BD7-8F16-D43071948EEE}" dt="2025-10-01T23:49:41.974" v="5860" actId="207"/>
        <pc:sldMkLst>
          <pc:docMk/>
          <pc:sldMk cId="33851575" sldId="1697"/>
        </pc:sldMkLst>
        <pc:spChg chg="mod">
          <ac:chgData name="Sanmukh Kuppannagari" userId="ad215094-da36-4b66-9c79-369a17aea26b" providerId="ADAL" clId="{F797E296-EE96-4BD7-8F16-D43071948EEE}" dt="2025-10-01T23:49:41.974" v="5860" actId="207"/>
          <ac:spMkLst>
            <pc:docMk/>
            <pc:sldMk cId="33851575" sldId="1697"/>
            <ac:spMk id="3" creationId="{982C0DBD-22EC-201F-810C-1BE02865D0DA}"/>
          </ac:spMkLst>
        </pc:spChg>
        <pc:spChg chg="add mod">
          <ac:chgData name="Sanmukh Kuppannagari" userId="ad215094-da36-4b66-9c79-369a17aea26b" providerId="ADAL" clId="{F797E296-EE96-4BD7-8F16-D43071948EEE}" dt="2025-10-01T23:49:17.738" v="5858" actId="207"/>
          <ac:spMkLst>
            <pc:docMk/>
            <pc:sldMk cId="33851575" sldId="1697"/>
            <ac:spMk id="4" creationId="{77E904F1-EB22-2B33-0DA0-109AAAC91D6E}"/>
          </ac:spMkLst>
        </pc:spChg>
      </pc:sldChg>
      <pc:sldChg chg="modSp add mod">
        <pc:chgData name="Sanmukh Kuppannagari" userId="ad215094-da36-4b66-9c79-369a17aea26b" providerId="ADAL" clId="{F797E296-EE96-4BD7-8F16-D43071948EEE}" dt="2025-10-01T23:50:28.696" v="5914" actId="207"/>
        <pc:sldMkLst>
          <pc:docMk/>
          <pc:sldMk cId="2859358629" sldId="1698"/>
        </pc:sldMkLst>
        <pc:spChg chg="mod">
          <ac:chgData name="Sanmukh Kuppannagari" userId="ad215094-da36-4b66-9c79-369a17aea26b" providerId="ADAL" clId="{F797E296-EE96-4BD7-8F16-D43071948EEE}" dt="2025-10-01T23:50:28.696" v="5914" actId="207"/>
          <ac:spMkLst>
            <pc:docMk/>
            <pc:sldMk cId="2859358629" sldId="1698"/>
            <ac:spMk id="3" creationId="{4A515B0B-F24C-7235-CA97-EEAD5053CD1D}"/>
          </ac:spMkLst>
        </pc:spChg>
        <pc:spChg chg="mod">
          <ac:chgData name="Sanmukh Kuppannagari" userId="ad215094-da36-4b66-9c79-369a17aea26b" providerId="ADAL" clId="{F797E296-EE96-4BD7-8F16-D43071948EEE}" dt="2025-10-01T23:50:13.560" v="5910" actId="20577"/>
          <ac:spMkLst>
            <pc:docMk/>
            <pc:sldMk cId="2859358629" sldId="1698"/>
            <ac:spMk id="4" creationId="{45C7EED6-E44B-32A7-80D5-28215D9A196D}"/>
          </ac:spMkLst>
        </pc:spChg>
      </pc:sldChg>
      <pc:sldChg chg="modSp new mod">
        <pc:chgData name="Sanmukh Kuppannagari" userId="ad215094-da36-4b66-9c79-369a17aea26b" providerId="ADAL" clId="{F797E296-EE96-4BD7-8F16-D43071948EEE}" dt="2025-10-01T23:54:19.730" v="6175" actId="20577"/>
        <pc:sldMkLst>
          <pc:docMk/>
          <pc:sldMk cId="4073093418" sldId="1699"/>
        </pc:sldMkLst>
        <pc:spChg chg="mod">
          <ac:chgData name="Sanmukh Kuppannagari" userId="ad215094-da36-4b66-9c79-369a17aea26b" providerId="ADAL" clId="{F797E296-EE96-4BD7-8F16-D43071948EEE}" dt="2025-10-01T23:50:56.759" v="5929" actId="20577"/>
          <ac:spMkLst>
            <pc:docMk/>
            <pc:sldMk cId="4073093418" sldId="1699"/>
            <ac:spMk id="2" creationId="{DC20B2BE-DCFC-3514-8130-F1BD215108CD}"/>
          </ac:spMkLst>
        </pc:spChg>
        <pc:spChg chg="mod">
          <ac:chgData name="Sanmukh Kuppannagari" userId="ad215094-da36-4b66-9c79-369a17aea26b" providerId="ADAL" clId="{F797E296-EE96-4BD7-8F16-D43071948EEE}" dt="2025-10-01T23:54:19.730" v="6175" actId="20577"/>
          <ac:spMkLst>
            <pc:docMk/>
            <pc:sldMk cId="4073093418" sldId="1699"/>
            <ac:spMk id="3" creationId="{9D62E418-1580-D25B-7D2B-8DFE1E0A7AC7}"/>
          </ac:spMkLst>
        </pc:spChg>
      </pc:sldChg>
      <pc:sldChg chg="addSp modSp new mod">
        <pc:chgData name="Sanmukh Kuppannagari" userId="ad215094-da36-4b66-9c79-369a17aea26b" providerId="ADAL" clId="{F797E296-EE96-4BD7-8F16-D43071948EEE}" dt="2025-10-02T00:21:58.635" v="6912" actId="14100"/>
        <pc:sldMkLst>
          <pc:docMk/>
          <pc:sldMk cId="753390099" sldId="1700"/>
        </pc:sldMkLst>
        <pc:spChg chg="mod">
          <ac:chgData name="Sanmukh Kuppannagari" userId="ad215094-da36-4b66-9c79-369a17aea26b" providerId="ADAL" clId="{F797E296-EE96-4BD7-8F16-D43071948EEE}" dt="2025-10-01T23:54:48.696" v="6199" actId="20577"/>
          <ac:spMkLst>
            <pc:docMk/>
            <pc:sldMk cId="753390099" sldId="1700"/>
            <ac:spMk id="2" creationId="{2C27BDF9-A479-40A7-1EA9-56AF82728105}"/>
          </ac:spMkLst>
        </pc:spChg>
        <pc:spChg chg="mod">
          <ac:chgData name="Sanmukh Kuppannagari" userId="ad215094-da36-4b66-9c79-369a17aea26b" providerId="ADAL" clId="{F797E296-EE96-4BD7-8F16-D43071948EEE}" dt="2025-10-01T23:56:45.807" v="6228" actId="20577"/>
          <ac:spMkLst>
            <pc:docMk/>
            <pc:sldMk cId="753390099" sldId="1700"/>
            <ac:spMk id="3" creationId="{E1563521-385E-464F-49C4-821F4F477B6B}"/>
          </ac:spMkLst>
        </pc:spChg>
        <pc:spChg chg="add mod">
          <ac:chgData name="Sanmukh Kuppannagari" userId="ad215094-da36-4b66-9c79-369a17aea26b" providerId="ADAL" clId="{F797E296-EE96-4BD7-8F16-D43071948EEE}" dt="2025-10-01T23:58:54.411" v="6269" actId="14100"/>
          <ac:spMkLst>
            <pc:docMk/>
            <pc:sldMk cId="753390099" sldId="1700"/>
            <ac:spMk id="4" creationId="{4476CF31-12E6-B987-B79C-26700D854050}"/>
          </ac:spMkLst>
        </pc:spChg>
        <pc:spChg chg="add mod">
          <ac:chgData name="Sanmukh Kuppannagari" userId="ad215094-da36-4b66-9c79-369a17aea26b" providerId="ADAL" clId="{F797E296-EE96-4BD7-8F16-D43071948EEE}" dt="2025-10-02T00:21:58.635" v="6912" actId="14100"/>
          <ac:spMkLst>
            <pc:docMk/>
            <pc:sldMk cId="753390099" sldId="1700"/>
            <ac:spMk id="5" creationId="{8FF1AFEA-0C03-8E63-082A-37B7CB507957}"/>
          </ac:spMkLst>
        </pc:spChg>
      </pc:sldChg>
      <pc:sldChg chg="modSp new mod">
        <pc:chgData name="Sanmukh Kuppannagari" userId="ad215094-da36-4b66-9c79-369a17aea26b" providerId="ADAL" clId="{F797E296-EE96-4BD7-8F16-D43071948EEE}" dt="2025-10-02T00:03:03.701" v="6667" actId="20577"/>
        <pc:sldMkLst>
          <pc:docMk/>
          <pc:sldMk cId="770804191" sldId="1701"/>
        </pc:sldMkLst>
        <pc:spChg chg="mod">
          <ac:chgData name="Sanmukh Kuppannagari" userId="ad215094-da36-4b66-9c79-369a17aea26b" providerId="ADAL" clId="{F797E296-EE96-4BD7-8F16-D43071948EEE}" dt="2025-10-01T23:59:42.901" v="6298" actId="20577"/>
          <ac:spMkLst>
            <pc:docMk/>
            <pc:sldMk cId="770804191" sldId="1701"/>
            <ac:spMk id="2" creationId="{E0D9B6F5-993A-88AD-1772-336698F6A0DE}"/>
          </ac:spMkLst>
        </pc:spChg>
        <pc:spChg chg="mod">
          <ac:chgData name="Sanmukh Kuppannagari" userId="ad215094-da36-4b66-9c79-369a17aea26b" providerId="ADAL" clId="{F797E296-EE96-4BD7-8F16-D43071948EEE}" dt="2025-10-02T00:03:03.701" v="6667" actId="20577"/>
          <ac:spMkLst>
            <pc:docMk/>
            <pc:sldMk cId="770804191" sldId="1701"/>
            <ac:spMk id="3" creationId="{852E80CC-0140-CB85-8BE5-824C36863CBB}"/>
          </ac:spMkLst>
        </pc:spChg>
      </pc:sldChg>
      <pc:sldChg chg="modSp new mod">
        <pc:chgData name="Sanmukh Kuppannagari" userId="ad215094-da36-4b66-9c79-369a17aea26b" providerId="ADAL" clId="{F797E296-EE96-4BD7-8F16-D43071948EEE}" dt="2025-10-02T00:04:45.898" v="6849" actId="12"/>
        <pc:sldMkLst>
          <pc:docMk/>
          <pc:sldMk cId="450254930" sldId="1702"/>
        </pc:sldMkLst>
        <pc:spChg chg="mod">
          <ac:chgData name="Sanmukh Kuppannagari" userId="ad215094-da36-4b66-9c79-369a17aea26b" providerId="ADAL" clId="{F797E296-EE96-4BD7-8F16-D43071948EEE}" dt="2025-10-02T00:03:21.720" v="6669"/>
          <ac:spMkLst>
            <pc:docMk/>
            <pc:sldMk cId="450254930" sldId="1702"/>
            <ac:spMk id="2" creationId="{442CF6C0-1A83-DFBA-63E9-5309C4EE180E}"/>
          </ac:spMkLst>
        </pc:spChg>
        <pc:spChg chg="mod">
          <ac:chgData name="Sanmukh Kuppannagari" userId="ad215094-da36-4b66-9c79-369a17aea26b" providerId="ADAL" clId="{F797E296-EE96-4BD7-8F16-D43071948EEE}" dt="2025-10-02T00:04:45.898" v="6849" actId="12"/>
          <ac:spMkLst>
            <pc:docMk/>
            <pc:sldMk cId="450254930" sldId="1702"/>
            <ac:spMk id="3" creationId="{72DE6B00-1CF7-18BC-1BC4-D283FDAB730B}"/>
          </ac:spMkLst>
        </pc:spChg>
      </pc:sldChg>
      <pc:sldChg chg="modSp new mod">
        <pc:chgData name="Sanmukh Kuppannagari" userId="ad215094-da36-4b66-9c79-369a17aea26b" providerId="ADAL" clId="{F797E296-EE96-4BD7-8F16-D43071948EEE}" dt="2025-10-02T02:35:58.258" v="8581" actId="20577"/>
        <pc:sldMkLst>
          <pc:docMk/>
          <pc:sldMk cId="1022401565" sldId="1703"/>
        </pc:sldMkLst>
        <pc:spChg chg="mod">
          <ac:chgData name="Sanmukh Kuppannagari" userId="ad215094-da36-4b66-9c79-369a17aea26b" providerId="ADAL" clId="{F797E296-EE96-4BD7-8F16-D43071948EEE}" dt="2025-10-02T00:24:59.455" v="6946" actId="20577"/>
          <ac:spMkLst>
            <pc:docMk/>
            <pc:sldMk cId="1022401565" sldId="1703"/>
            <ac:spMk id="2" creationId="{88C27C63-BB7C-8693-1C77-77A20C5F24ED}"/>
          </ac:spMkLst>
        </pc:spChg>
        <pc:spChg chg="mod">
          <ac:chgData name="Sanmukh Kuppannagari" userId="ad215094-da36-4b66-9c79-369a17aea26b" providerId="ADAL" clId="{F797E296-EE96-4BD7-8F16-D43071948EEE}" dt="2025-10-02T02:35:58.258" v="8581" actId="20577"/>
          <ac:spMkLst>
            <pc:docMk/>
            <pc:sldMk cId="1022401565" sldId="1703"/>
            <ac:spMk id="3" creationId="{55483A0F-B21B-AC76-E3F5-8006180DFA0A}"/>
          </ac:spMkLst>
        </pc:spChg>
      </pc:sldChg>
      <pc:sldChg chg="modSp new mod">
        <pc:chgData name="Sanmukh Kuppannagari" userId="ad215094-da36-4b66-9c79-369a17aea26b" providerId="ADAL" clId="{F797E296-EE96-4BD7-8F16-D43071948EEE}" dt="2025-10-02T13:00:32.660" v="9412" actId="20577"/>
        <pc:sldMkLst>
          <pc:docMk/>
          <pc:sldMk cId="4021966975" sldId="1704"/>
        </pc:sldMkLst>
        <pc:spChg chg="mod">
          <ac:chgData name="Sanmukh Kuppannagari" userId="ad215094-da36-4b66-9c79-369a17aea26b" providerId="ADAL" clId="{F797E296-EE96-4BD7-8F16-D43071948EEE}" dt="2025-10-02T01:56:55.986" v="7298"/>
          <ac:spMkLst>
            <pc:docMk/>
            <pc:sldMk cId="4021966975" sldId="1704"/>
            <ac:spMk id="2" creationId="{D38C70EE-755B-0637-F3A3-73118389D291}"/>
          </ac:spMkLst>
        </pc:spChg>
        <pc:spChg chg="mod">
          <ac:chgData name="Sanmukh Kuppannagari" userId="ad215094-da36-4b66-9c79-369a17aea26b" providerId="ADAL" clId="{F797E296-EE96-4BD7-8F16-D43071948EEE}" dt="2025-10-02T13:00:32.660" v="9412" actId="20577"/>
          <ac:spMkLst>
            <pc:docMk/>
            <pc:sldMk cId="4021966975" sldId="1704"/>
            <ac:spMk id="3" creationId="{CDA74145-3740-30BF-C701-4772FD1AAF7D}"/>
          </ac:spMkLst>
        </pc:spChg>
      </pc:sldChg>
      <pc:sldChg chg="modSp new mod">
        <pc:chgData name="Sanmukh Kuppannagari" userId="ad215094-da36-4b66-9c79-369a17aea26b" providerId="ADAL" clId="{F797E296-EE96-4BD7-8F16-D43071948EEE}" dt="2025-10-02T02:09:17.011" v="7748" actId="20577"/>
        <pc:sldMkLst>
          <pc:docMk/>
          <pc:sldMk cId="4058017049" sldId="1705"/>
        </pc:sldMkLst>
        <pc:spChg chg="mod">
          <ac:chgData name="Sanmukh Kuppannagari" userId="ad215094-da36-4b66-9c79-369a17aea26b" providerId="ADAL" clId="{F797E296-EE96-4BD7-8F16-D43071948EEE}" dt="2025-10-02T02:00:15.154" v="7545"/>
          <ac:spMkLst>
            <pc:docMk/>
            <pc:sldMk cId="4058017049" sldId="1705"/>
            <ac:spMk id="2" creationId="{748B15C1-C562-12A5-15CC-CF59E29C21E7}"/>
          </ac:spMkLst>
        </pc:spChg>
        <pc:spChg chg="mod">
          <ac:chgData name="Sanmukh Kuppannagari" userId="ad215094-da36-4b66-9c79-369a17aea26b" providerId="ADAL" clId="{F797E296-EE96-4BD7-8F16-D43071948EEE}" dt="2025-10-02T02:09:17.011" v="7748" actId="20577"/>
          <ac:spMkLst>
            <pc:docMk/>
            <pc:sldMk cId="4058017049" sldId="1705"/>
            <ac:spMk id="3" creationId="{5DB334B9-5DE6-243B-E31C-EB09A2FA3511}"/>
          </ac:spMkLst>
        </pc:spChg>
      </pc:sldChg>
      <pc:sldChg chg="modSp add mod">
        <pc:chgData name="Sanmukh Kuppannagari" userId="ad215094-da36-4b66-9c79-369a17aea26b" providerId="ADAL" clId="{F797E296-EE96-4BD7-8F16-D43071948EEE}" dt="2025-10-02T02:09:43.181" v="7800" actId="207"/>
        <pc:sldMkLst>
          <pc:docMk/>
          <pc:sldMk cId="2162981770" sldId="1706"/>
        </pc:sldMkLst>
        <pc:spChg chg="mod">
          <ac:chgData name="Sanmukh Kuppannagari" userId="ad215094-da36-4b66-9c79-369a17aea26b" providerId="ADAL" clId="{F797E296-EE96-4BD7-8F16-D43071948EEE}" dt="2025-10-02T02:09:43.181" v="7800" actId="207"/>
          <ac:spMkLst>
            <pc:docMk/>
            <pc:sldMk cId="2162981770" sldId="1706"/>
            <ac:spMk id="5" creationId="{E4DA74E6-AEB4-6CEF-0755-226B43CE57AD}"/>
          </ac:spMkLst>
        </pc:spChg>
      </pc:sldChg>
      <pc:sldChg chg="modSp add mod">
        <pc:chgData name="Sanmukh Kuppannagari" userId="ad215094-da36-4b66-9c79-369a17aea26b" providerId="ADAL" clId="{F797E296-EE96-4BD7-8F16-D43071948EEE}" dt="2025-10-02T02:10:23.956" v="7888" actId="207"/>
        <pc:sldMkLst>
          <pc:docMk/>
          <pc:sldMk cId="1759895860" sldId="1707"/>
        </pc:sldMkLst>
        <pc:spChg chg="mod">
          <ac:chgData name="Sanmukh Kuppannagari" userId="ad215094-da36-4b66-9c79-369a17aea26b" providerId="ADAL" clId="{F797E296-EE96-4BD7-8F16-D43071948EEE}" dt="2025-10-02T02:09:54.393" v="7802" actId="207"/>
          <ac:spMkLst>
            <pc:docMk/>
            <pc:sldMk cId="1759895860" sldId="1707"/>
            <ac:spMk id="3" creationId="{3F0E5038-8597-9AED-F8EB-7D8DD0FFBEA9}"/>
          </ac:spMkLst>
        </pc:spChg>
        <pc:spChg chg="mod">
          <ac:chgData name="Sanmukh Kuppannagari" userId="ad215094-da36-4b66-9c79-369a17aea26b" providerId="ADAL" clId="{F797E296-EE96-4BD7-8F16-D43071948EEE}" dt="2025-10-02T02:10:23.956" v="7888" actId="207"/>
          <ac:spMkLst>
            <pc:docMk/>
            <pc:sldMk cId="1759895860" sldId="1707"/>
            <ac:spMk id="5" creationId="{B0E70E9A-921C-E255-9BF4-3BE20A07E3EC}"/>
          </ac:spMkLst>
        </pc:spChg>
      </pc:sldChg>
      <pc:sldChg chg="addSp delSp modSp add mod">
        <pc:chgData name="Sanmukh Kuppannagari" userId="ad215094-da36-4b66-9c79-369a17aea26b" providerId="ADAL" clId="{F797E296-EE96-4BD7-8F16-D43071948EEE}" dt="2025-10-02T02:11:39.420" v="7996" actId="1582"/>
        <pc:sldMkLst>
          <pc:docMk/>
          <pc:sldMk cId="4094945271" sldId="1708"/>
        </pc:sldMkLst>
        <pc:spChg chg="mod">
          <ac:chgData name="Sanmukh Kuppannagari" userId="ad215094-da36-4b66-9c79-369a17aea26b" providerId="ADAL" clId="{F797E296-EE96-4BD7-8F16-D43071948EEE}" dt="2025-10-02T02:11:00.215" v="7908" actId="207"/>
          <ac:spMkLst>
            <pc:docMk/>
            <pc:sldMk cId="4094945271" sldId="1708"/>
            <ac:spMk id="3" creationId="{532B4E33-2C0D-5B0A-8F4A-B62106D6C819}"/>
          </ac:spMkLst>
        </pc:spChg>
        <pc:spChg chg="del">
          <ac:chgData name="Sanmukh Kuppannagari" userId="ad215094-da36-4b66-9c79-369a17aea26b" providerId="ADAL" clId="{F797E296-EE96-4BD7-8F16-D43071948EEE}" dt="2025-10-02T02:11:03.491" v="7909" actId="478"/>
          <ac:spMkLst>
            <pc:docMk/>
            <pc:sldMk cId="4094945271" sldId="1708"/>
            <ac:spMk id="5" creationId="{E14515DD-DB09-96C5-3809-095A5ECFF95D}"/>
          </ac:spMkLst>
        </pc:spChg>
        <pc:spChg chg="add mod">
          <ac:chgData name="Sanmukh Kuppannagari" userId="ad215094-da36-4b66-9c79-369a17aea26b" providerId="ADAL" clId="{F797E296-EE96-4BD7-8F16-D43071948EEE}" dt="2025-10-02T02:11:29.941" v="7993" actId="20577"/>
          <ac:spMkLst>
            <pc:docMk/>
            <pc:sldMk cId="4094945271" sldId="1708"/>
            <ac:spMk id="6" creationId="{96DF1B4D-846F-EC82-7F59-C7DA7F46500B}"/>
          </ac:spMkLst>
        </pc:spChg>
        <pc:cxnChg chg="add mod">
          <ac:chgData name="Sanmukh Kuppannagari" userId="ad215094-da36-4b66-9c79-369a17aea26b" providerId="ADAL" clId="{F797E296-EE96-4BD7-8F16-D43071948EEE}" dt="2025-10-02T02:11:39.420" v="7996" actId="1582"/>
          <ac:cxnSpMkLst>
            <pc:docMk/>
            <pc:sldMk cId="4094945271" sldId="1708"/>
            <ac:cxnSpMk id="8" creationId="{688B43EE-3700-B711-05B8-4804ABB51141}"/>
          </ac:cxnSpMkLst>
        </pc:cxnChg>
      </pc:sldChg>
      <pc:sldChg chg="modSp new mod">
        <pc:chgData name="Sanmukh Kuppannagari" userId="ad215094-da36-4b66-9c79-369a17aea26b" providerId="ADAL" clId="{F797E296-EE96-4BD7-8F16-D43071948EEE}" dt="2025-10-02T13:01:24.967" v="9437" actId="20577"/>
        <pc:sldMkLst>
          <pc:docMk/>
          <pc:sldMk cId="1441692069" sldId="1709"/>
        </pc:sldMkLst>
        <pc:spChg chg="mod">
          <ac:chgData name="Sanmukh Kuppannagari" userId="ad215094-da36-4b66-9c79-369a17aea26b" providerId="ADAL" clId="{F797E296-EE96-4BD7-8F16-D43071948EEE}" dt="2025-10-02T02:11:50.779" v="8016" actId="20577"/>
          <ac:spMkLst>
            <pc:docMk/>
            <pc:sldMk cId="1441692069" sldId="1709"/>
            <ac:spMk id="2" creationId="{F2F8ABEC-F317-EC30-A10D-8E50F8075D1E}"/>
          </ac:spMkLst>
        </pc:spChg>
        <pc:spChg chg="mod">
          <ac:chgData name="Sanmukh Kuppannagari" userId="ad215094-da36-4b66-9c79-369a17aea26b" providerId="ADAL" clId="{F797E296-EE96-4BD7-8F16-D43071948EEE}" dt="2025-10-02T13:01:24.967" v="9437" actId="20577"/>
          <ac:spMkLst>
            <pc:docMk/>
            <pc:sldMk cId="1441692069" sldId="1709"/>
            <ac:spMk id="3" creationId="{716924EE-71E0-97B2-6F55-0DAB607D5D1B}"/>
          </ac:spMkLst>
        </pc:spChg>
      </pc:sldChg>
      <pc:sldChg chg="modSp new mod">
        <pc:chgData name="Sanmukh Kuppannagari" userId="ad215094-da36-4b66-9c79-369a17aea26b" providerId="ADAL" clId="{F797E296-EE96-4BD7-8F16-D43071948EEE}" dt="2025-10-02T02:45:28.728" v="9386" actId="20577"/>
        <pc:sldMkLst>
          <pc:docMk/>
          <pc:sldMk cId="1141591355" sldId="1710"/>
        </pc:sldMkLst>
        <pc:spChg chg="mod">
          <ac:chgData name="Sanmukh Kuppannagari" userId="ad215094-da36-4b66-9c79-369a17aea26b" providerId="ADAL" clId="{F797E296-EE96-4BD7-8F16-D43071948EEE}" dt="2025-10-02T02:38:36.645" v="8657" actId="20577"/>
          <ac:spMkLst>
            <pc:docMk/>
            <pc:sldMk cId="1141591355" sldId="1710"/>
            <ac:spMk id="2" creationId="{07CF4817-F184-B8F9-D029-A5D3C007FA96}"/>
          </ac:spMkLst>
        </pc:spChg>
        <pc:spChg chg="mod">
          <ac:chgData name="Sanmukh Kuppannagari" userId="ad215094-da36-4b66-9c79-369a17aea26b" providerId="ADAL" clId="{F797E296-EE96-4BD7-8F16-D43071948EEE}" dt="2025-10-02T02:45:28.728" v="9386" actId="20577"/>
          <ac:spMkLst>
            <pc:docMk/>
            <pc:sldMk cId="1141591355" sldId="1710"/>
            <ac:spMk id="3" creationId="{DA635723-20D0-6C90-8817-157828335C3F}"/>
          </ac:spMkLst>
        </pc:spChg>
      </pc:sldChg>
      <pc:sldChg chg="addSp modSp new mod">
        <pc:chgData name="Sanmukh Kuppannagari" userId="ad215094-da36-4b66-9c79-369a17aea26b" providerId="ADAL" clId="{F797E296-EE96-4BD7-8F16-D43071948EEE}" dt="2025-10-02T13:22:22.604" v="9845" actId="20577"/>
        <pc:sldMkLst>
          <pc:docMk/>
          <pc:sldMk cId="889704452" sldId="1711"/>
        </pc:sldMkLst>
        <pc:spChg chg="mod">
          <ac:chgData name="Sanmukh Kuppannagari" userId="ad215094-da36-4b66-9c79-369a17aea26b" providerId="ADAL" clId="{F797E296-EE96-4BD7-8F16-D43071948EEE}" dt="2025-10-02T13:15:28.110" v="9478" actId="20577"/>
          <ac:spMkLst>
            <pc:docMk/>
            <pc:sldMk cId="889704452" sldId="1711"/>
            <ac:spMk id="2" creationId="{E6310709-C7B3-A9EF-90FA-D45CB0A05FE8}"/>
          </ac:spMkLst>
        </pc:spChg>
        <pc:spChg chg="mod">
          <ac:chgData name="Sanmukh Kuppannagari" userId="ad215094-da36-4b66-9c79-369a17aea26b" providerId="ADAL" clId="{F797E296-EE96-4BD7-8F16-D43071948EEE}" dt="2025-10-02T13:17:47.424" v="9570" actId="14100"/>
          <ac:spMkLst>
            <pc:docMk/>
            <pc:sldMk cId="889704452" sldId="1711"/>
            <ac:spMk id="3" creationId="{A1D5C328-D115-F959-B830-E98570B05668}"/>
          </ac:spMkLst>
        </pc:spChg>
        <pc:spChg chg="add mod">
          <ac:chgData name="Sanmukh Kuppannagari" userId="ad215094-da36-4b66-9c79-369a17aea26b" providerId="ADAL" clId="{F797E296-EE96-4BD7-8F16-D43071948EEE}" dt="2025-10-02T13:22:22.604" v="9845" actId="20577"/>
          <ac:spMkLst>
            <pc:docMk/>
            <pc:sldMk cId="889704452" sldId="1711"/>
            <ac:spMk id="4" creationId="{37677CEC-EC60-23DE-4B39-B09B016F6218}"/>
          </ac:spMkLst>
        </pc:spChg>
      </pc:sldChg>
      <pc:sldChg chg="addSp modSp add mod">
        <pc:chgData name="Sanmukh Kuppannagari" userId="ad215094-da36-4b66-9c79-369a17aea26b" providerId="ADAL" clId="{F797E296-EE96-4BD7-8F16-D43071948EEE}" dt="2025-10-02T13:23:03.503" v="9919" actId="207"/>
        <pc:sldMkLst>
          <pc:docMk/>
          <pc:sldMk cId="3032739401" sldId="1712"/>
        </pc:sldMkLst>
        <pc:spChg chg="mod">
          <ac:chgData name="Sanmukh Kuppannagari" userId="ad215094-da36-4b66-9c79-369a17aea26b" providerId="ADAL" clId="{F797E296-EE96-4BD7-8F16-D43071948EEE}" dt="2025-10-02T13:22:35.837" v="9847" actId="207"/>
          <ac:spMkLst>
            <pc:docMk/>
            <pc:sldMk cId="3032739401" sldId="1712"/>
            <ac:spMk id="4" creationId="{66B32BD4-BDB0-C819-9604-98FF953F197A}"/>
          </ac:spMkLst>
        </pc:spChg>
        <pc:spChg chg="add mod">
          <ac:chgData name="Sanmukh Kuppannagari" userId="ad215094-da36-4b66-9c79-369a17aea26b" providerId="ADAL" clId="{F797E296-EE96-4BD7-8F16-D43071948EEE}" dt="2025-10-02T13:23:03.503" v="9919" actId="207"/>
          <ac:spMkLst>
            <pc:docMk/>
            <pc:sldMk cId="3032739401" sldId="1712"/>
            <ac:spMk id="5" creationId="{274A8383-ABFB-17E6-FCFD-1A648D0818D4}"/>
          </ac:spMkLst>
        </pc:spChg>
      </pc:sldChg>
      <pc:sldChg chg="modSp add mod">
        <pc:chgData name="Sanmukh Kuppannagari" userId="ad215094-da36-4b66-9c79-369a17aea26b" providerId="ADAL" clId="{F797E296-EE96-4BD7-8F16-D43071948EEE}" dt="2025-10-02T13:23:35.361" v="9989" actId="20577"/>
        <pc:sldMkLst>
          <pc:docMk/>
          <pc:sldMk cId="766108753" sldId="1713"/>
        </pc:sldMkLst>
        <pc:spChg chg="mod">
          <ac:chgData name="Sanmukh Kuppannagari" userId="ad215094-da36-4b66-9c79-369a17aea26b" providerId="ADAL" clId="{F797E296-EE96-4BD7-8F16-D43071948EEE}" dt="2025-10-02T13:23:22.402" v="9922" actId="207"/>
          <ac:spMkLst>
            <pc:docMk/>
            <pc:sldMk cId="766108753" sldId="1713"/>
            <ac:spMk id="4" creationId="{E39FAEE8-3309-8496-6468-D8B4664B6F7C}"/>
          </ac:spMkLst>
        </pc:spChg>
        <pc:spChg chg="mod">
          <ac:chgData name="Sanmukh Kuppannagari" userId="ad215094-da36-4b66-9c79-369a17aea26b" providerId="ADAL" clId="{F797E296-EE96-4BD7-8F16-D43071948EEE}" dt="2025-10-02T13:23:35.361" v="9989" actId="20577"/>
          <ac:spMkLst>
            <pc:docMk/>
            <pc:sldMk cId="766108753" sldId="1713"/>
            <ac:spMk id="5" creationId="{8449C7D9-CCDB-B38C-4634-AB239481878C}"/>
          </ac:spMkLst>
        </pc:spChg>
      </pc:sldChg>
      <pc:sldChg chg="modSp add mod">
        <pc:chgData name="Sanmukh Kuppannagari" userId="ad215094-da36-4b66-9c79-369a17aea26b" providerId="ADAL" clId="{F797E296-EE96-4BD7-8F16-D43071948EEE}" dt="2025-10-02T13:24:26.371" v="10066" actId="20577"/>
        <pc:sldMkLst>
          <pc:docMk/>
          <pc:sldMk cId="2259130442" sldId="1714"/>
        </pc:sldMkLst>
        <pc:spChg chg="mod">
          <ac:chgData name="Sanmukh Kuppannagari" userId="ad215094-da36-4b66-9c79-369a17aea26b" providerId="ADAL" clId="{F797E296-EE96-4BD7-8F16-D43071948EEE}" dt="2025-10-02T13:24:26.371" v="10066" actId="20577"/>
          <ac:spMkLst>
            <pc:docMk/>
            <pc:sldMk cId="2259130442" sldId="1714"/>
            <ac:spMk id="4" creationId="{683500D3-1CE4-8ECA-3FB7-333C67D6C770}"/>
          </ac:spMkLst>
        </pc:spChg>
        <pc:spChg chg="mod">
          <ac:chgData name="Sanmukh Kuppannagari" userId="ad215094-da36-4b66-9c79-369a17aea26b" providerId="ADAL" clId="{F797E296-EE96-4BD7-8F16-D43071948EEE}" dt="2025-10-02T13:24:22.709" v="10064" actId="20577"/>
          <ac:spMkLst>
            <pc:docMk/>
            <pc:sldMk cId="2259130442" sldId="1714"/>
            <ac:spMk id="5" creationId="{DCAE7247-5328-EA3B-696A-E37D48016849}"/>
          </ac:spMkLst>
        </pc:spChg>
      </pc:sldChg>
      <pc:sldChg chg="addSp modSp new mod">
        <pc:chgData name="Sanmukh Kuppannagari" userId="ad215094-da36-4b66-9c79-369a17aea26b" providerId="ADAL" clId="{F797E296-EE96-4BD7-8F16-D43071948EEE}" dt="2025-10-02T16:30:34.032" v="10390" actId="20577"/>
        <pc:sldMkLst>
          <pc:docMk/>
          <pc:sldMk cId="1994918385" sldId="1715"/>
        </pc:sldMkLst>
        <pc:spChg chg="mod">
          <ac:chgData name="Sanmukh Kuppannagari" userId="ad215094-da36-4b66-9c79-369a17aea26b" providerId="ADAL" clId="{F797E296-EE96-4BD7-8F16-D43071948EEE}" dt="2025-10-02T13:59:35.429" v="10075" actId="20577"/>
          <ac:spMkLst>
            <pc:docMk/>
            <pc:sldMk cId="1994918385" sldId="1715"/>
            <ac:spMk id="2" creationId="{F5B3AE15-A5E8-696A-B03B-34EA84D75A64}"/>
          </ac:spMkLst>
        </pc:spChg>
        <pc:spChg chg="mod">
          <ac:chgData name="Sanmukh Kuppannagari" userId="ad215094-da36-4b66-9c79-369a17aea26b" providerId="ADAL" clId="{F797E296-EE96-4BD7-8F16-D43071948EEE}" dt="2025-10-02T16:30:34.032" v="10390" actId="20577"/>
          <ac:spMkLst>
            <pc:docMk/>
            <pc:sldMk cId="1994918385" sldId="1715"/>
            <ac:spMk id="3" creationId="{8124EEBD-F31D-0DF4-446D-83752483DC90}"/>
          </ac:spMkLst>
        </pc:spChg>
        <pc:spChg chg="add">
          <ac:chgData name="Sanmukh Kuppannagari" userId="ad215094-da36-4b66-9c79-369a17aea26b" providerId="ADAL" clId="{F797E296-EE96-4BD7-8F16-D43071948EEE}" dt="2025-10-02T14:05:51.226" v="10195"/>
          <ac:spMkLst>
            <pc:docMk/>
            <pc:sldMk cId="1994918385" sldId="1715"/>
            <ac:spMk id="4" creationId="{D11A2094-2986-8941-A7BF-885CB6555BBD}"/>
          </ac:spMkLst>
        </pc:spChg>
        <pc:spChg chg="add">
          <ac:chgData name="Sanmukh Kuppannagari" userId="ad215094-da36-4b66-9c79-369a17aea26b" providerId="ADAL" clId="{F797E296-EE96-4BD7-8F16-D43071948EEE}" dt="2025-10-02T14:13:43.071" v="10220"/>
          <ac:spMkLst>
            <pc:docMk/>
            <pc:sldMk cId="1994918385" sldId="1715"/>
            <ac:spMk id="5" creationId="{3BBECD58-1C9F-FC94-0928-CEEAD5AD9183}"/>
          </ac:spMkLst>
        </pc:spChg>
        <pc:spChg chg="add">
          <ac:chgData name="Sanmukh Kuppannagari" userId="ad215094-da36-4b66-9c79-369a17aea26b" providerId="ADAL" clId="{F797E296-EE96-4BD7-8F16-D43071948EEE}" dt="2025-10-02T14:16:47.238" v="10226"/>
          <ac:spMkLst>
            <pc:docMk/>
            <pc:sldMk cId="1994918385" sldId="1715"/>
            <ac:spMk id="6" creationId="{D29C14E4-4223-6238-1D1E-EECAEFC43A5B}"/>
          </ac:spMkLst>
        </pc:spChg>
        <pc:spChg chg="add">
          <ac:chgData name="Sanmukh Kuppannagari" userId="ad215094-da36-4b66-9c79-369a17aea26b" providerId="ADAL" clId="{F797E296-EE96-4BD7-8F16-D43071948EEE}" dt="2025-10-02T16:29:00.112" v="10255"/>
          <ac:spMkLst>
            <pc:docMk/>
            <pc:sldMk cId="1994918385" sldId="1715"/>
            <ac:spMk id="7" creationId="{93798FEC-AE8D-F0E6-1271-B74566F70A69}"/>
          </ac:spMkLst>
        </pc:spChg>
      </pc:sldChg>
    </pc:docChg>
  </pc:docChgLst>
  <pc:docChgLst>
    <pc:chgData name="Sanmukh Kuppannagari" userId="ad215094-da36-4b66-9c79-369a17aea26b" providerId="ADAL" clId="{57CFD692-4744-46EE-BC36-4B4ADFBE76FB}"/>
    <pc:docChg chg="undo custSel addSld delSld modSld">
      <pc:chgData name="Sanmukh Kuppannagari" userId="ad215094-da36-4b66-9c79-369a17aea26b" providerId="ADAL" clId="{57CFD692-4744-46EE-BC36-4B4ADFBE76FB}" dt="2024-09-17T17:25:16.114" v="6207" actId="14100"/>
      <pc:docMkLst>
        <pc:docMk/>
      </pc:docMkLst>
      <pc:sldChg chg="modSp mod">
        <pc:chgData name="Sanmukh Kuppannagari" userId="ad215094-da36-4b66-9c79-369a17aea26b" providerId="ADAL" clId="{57CFD692-4744-46EE-BC36-4B4ADFBE76FB}" dt="2024-09-17T14:18:24.778" v="1" actId="20577"/>
        <pc:sldMkLst>
          <pc:docMk/>
          <pc:sldMk cId="728785357" sldId="256"/>
        </pc:sldMkLst>
      </pc:sldChg>
      <pc:sldChg chg="modSp mod">
        <pc:chgData name="Sanmukh Kuppannagari" userId="ad215094-da36-4b66-9c79-369a17aea26b" providerId="ADAL" clId="{57CFD692-4744-46EE-BC36-4B4ADFBE76FB}" dt="2024-09-17T15:18:46.245" v="3476" actId="20577"/>
        <pc:sldMkLst>
          <pc:docMk/>
          <pc:sldMk cId="2017305151" sldId="261"/>
        </pc:sldMkLst>
      </pc:sldChg>
      <pc:sldChg chg="modSp add mod">
        <pc:chgData name="Sanmukh Kuppannagari" userId="ad215094-da36-4b66-9c79-369a17aea26b" providerId="ADAL" clId="{57CFD692-4744-46EE-BC36-4B4ADFBE76FB}" dt="2024-09-17T14:30:17.188" v="519" actId="20577"/>
        <pc:sldMkLst>
          <pc:docMk/>
          <pc:sldMk cId="3934877374" sldId="311"/>
        </pc:sldMkLst>
      </pc:sldChg>
      <pc:sldChg chg="modSp add mod">
        <pc:chgData name="Sanmukh Kuppannagari" userId="ad215094-da36-4b66-9c79-369a17aea26b" providerId="ADAL" clId="{57CFD692-4744-46EE-BC36-4B4ADFBE76FB}" dt="2024-09-17T14:30:13.222" v="516" actId="27636"/>
        <pc:sldMkLst>
          <pc:docMk/>
          <pc:sldMk cId="1937731969" sldId="312"/>
        </pc:sldMkLst>
      </pc:sldChg>
      <pc:sldChg chg="add">
        <pc:chgData name="Sanmukh Kuppannagari" userId="ad215094-da36-4b66-9c79-369a17aea26b" providerId="ADAL" clId="{57CFD692-4744-46EE-BC36-4B4ADFBE76FB}" dt="2024-09-17T14:28:27.341" v="436"/>
        <pc:sldMkLst>
          <pc:docMk/>
          <pc:sldMk cId="2275422666" sldId="313"/>
        </pc:sldMkLst>
      </pc:sldChg>
      <pc:sldChg chg="add">
        <pc:chgData name="Sanmukh Kuppannagari" userId="ad215094-da36-4b66-9c79-369a17aea26b" providerId="ADAL" clId="{57CFD692-4744-46EE-BC36-4B4ADFBE76FB}" dt="2024-09-17T14:38:11.426" v="568"/>
        <pc:sldMkLst>
          <pc:docMk/>
          <pc:sldMk cId="3230029266" sldId="316"/>
        </pc:sldMkLst>
      </pc:sldChg>
      <pc:sldChg chg="add">
        <pc:chgData name="Sanmukh Kuppannagari" userId="ad215094-da36-4b66-9c79-369a17aea26b" providerId="ADAL" clId="{57CFD692-4744-46EE-BC36-4B4ADFBE76FB}" dt="2024-09-17T14:38:11.426" v="568"/>
        <pc:sldMkLst>
          <pc:docMk/>
          <pc:sldMk cId="3879505598" sldId="319"/>
        </pc:sldMkLst>
      </pc:sldChg>
      <pc:sldChg chg="add">
        <pc:chgData name="Sanmukh Kuppannagari" userId="ad215094-da36-4b66-9c79-369a17aea26b" providerId="ADAL" clId="{57CFD692-4744-46EE-BC36-4B4ADFBE76FB}" dt="2024-09-17T14:38:11.426" v="568"/>
        <pc:sldMkLst>
          <pc:docMk/>
          <pc:sldMk cId="2964895541" sldId="320"/>
        </pc:sldMkLst>
      </pc:sldChg>
      <pc:sldChg chg="del">
        <pc:chgData name="Sanmukh Kuppannagari" userId="ad215094-da36-4b66-9c79-369a17aea26b" providerId="ADAL" clId="{57CFD692-4744-46EE-BC36-4B4ADFBE76FB}" dt="2024-09-17T14:40:09.880" v="572" actId="47"/>
        <pc:sldMkLst>
          <pc:docMk/>
          <pc:sldMk cId="2818063122" sldId="347"/>
        </pc:sldMkLst>
      </pc:sldChg>
      <pc:sldChg chg="del">
        <pc:chgData name="Sanmukh Kuppannagari" userId="ad215094-da36-4b66-9c79-369a17aea26b" providerId="ADAL" clId="{57CFD692-4744-46EE-BC36-4B4ADFBE76FB}" dt="2024-09-17T14:40:09.880" v="572" actId="47"/>
        <pc:sldMkLst>
          <pc:docMk/>
          <pc:sldMk cId="1287006485" sldId="348"/>
        </pc:sldMkLst>
      </pc:sldChg>
      <pc:sldChg chg="del">
        <pc:chgData name="Sanmukh Kuppannagari" userId="ad215094-da36-4b66-9c79-369a17aea26b" providerId="ADAL" clId="{57CFD692-4744-46EE-BC36-4B4ADFBE76FB}" dt="2024-09-17T14:40:09.880" v="572" actId="47"/>
        <pc:sldMkLst>
          <pc:docMk/>
          <pc:sldMk cId="541016882" sldId="349"/>
        </pc:sldMkLst>
      </pc:sldChg>
      <pc:sldChg chg="del">
        <pc:chgData name="Sanmukh Kuppannagari" userId="ad215094-da36-4b66-9c79-369a17aea26b" providerId="ADAL" clId="{57CFD692-4744-46EE-BC36-4B4ADFBE76FB}" dt="2024-09-17T14:40:09.880" v="572" actId="47"/>
        <pc:sldMkLst>
          <pc:docMk/>
          <pc:sldMk cId="2430606432" sldId="354"/>
        </pc:sldMkLst>
      </pc:sldChg>
      <pc:sldChg chg="del">
        <pc:chgData name="Sanmukh Kuppannagari" userId="ad215094-da36-4b66-9c79-369a17aea26b" providerId="ADAL" clId="{57CFD692-4744-46EE-BC36-4B4ADFBE76FB}" dt="2024-09-17T14:40:09.880" v="572" actId="47"/>
        <pc:sldMkLst>
          <pc:docMk/>
          <pc:sldMk cId="3998572678" sldId="355"/>
        </pc:sldMkLst>
      </pc:sldChg>
      <pc:sldChg chg="del">
        <pc:chgData name="Sanmukh Kuppannagari" userId="ad215094-da36-4b66-9c79-369a17aea26b" providerId="ADAL" clId="{57CFD692-4744-46EE-BC36-4B4ADFBE76FB}" dt="2024-09-17T14:40:09.880" v="572" actId="47"/>
        <pc:sldMkLst>
          <pc:docMk/>
          <pc:sldMk cId="3590445591" sldId="356"/>
        </pc:sldMkLst>
      </pc:sldChg>
      <pc:sldChg chg="del">
        <pc:chgData name="Sanmukh Kuppannagari" userId="ad215094-da36-4b66-9c79-369a17aea26b" providerId="ADAL" clId="{57CFD692-4744-46EE-BC36-4B4ADFBE76FB}" dt="2024-09-17T14:40:09.880" v="572" actId="47"/>
        <pc:sldMkLst>
          <pc:docMk/>
          <pc:sldMk cId="3349920142" sldId="357"/>
        </pc:sldMkLst>
      </pc:sldChg>
      <pc:sldChg chg="del">
        <pc:chgData name="Sanmukh Kuppannagari" userId="ad215094-da36-4b66-9c79-369a17aea26b" providerId="ADAL" clId="{57CFD692-4744-46EE-BC36-4B4ADFBE76FB}" dt="2024-09-17T14:40:09.880" v="572" actId="47"/>
        <pc:sldMkLst>
          <pc:docMk/>
          <pc:sldMk cId="740634628" sldId="358"/>
        </pc:sldMkLst>
      </pc:sldChg>
      <pc:sldChg chg="del">
        <pc:chgData name="Sanmukh Kuppannagari" userId="ad215094-da36-4b66-9c79-369a17aea26b" providerId="ADAL" clId="{57CFD692-4744-46EE-BC36-4B4ADFBE76FB}" dt="2024-09-17T14:40:09.880" v="572" actId="47"/>
        <pc:sldMkLst>
          <pc:docMk/>
          <pc:sldMk cId="282194659" sldId="359"/>
        </pc:sldMkLst>
      </pc:sldChg>
      <pc:sldChg chg="modSp add mod">
        <pc:chgData name="Sanmukh Kuppannagari" userId="ad215094-da36-4b66-9c79-369a17aea26b" providerId="ADAL" clId="{57CFD692-4744-46EE-BC36-4B4ADFBE76FB}" dt="2024-09-17T14:30:20.712" v="522" actId="20577"/>
        <pc:sldMkLst>
          <pc:docMk/>
          <pc:sldMk cId="2496462880" sldId="363"/>
        </pc:sldMkLst>
      </pc:sldChg>
      <pc:sldChg chg="add">
        <pc:chgData name="Sanmukh Kuppannagari" userId="ad215094-da36-4b66-9c79-369a17aea26b" providerId="ADAL" clId="{57CFD692-4744-46EE-BC36-4B4ADFBE76FB}" dt="2024-09-17T14:28:27.341" v="436"/>
        <pc:sldMkLst>
          <pc:docMk/>
          <pc:sldMk cId="4289731522" sldId="367"/>
        </pc:sldMkLst>
      </pc:sldChg>
      <pc:sldChg chg="add">
        <pc:chgData name="Sanmukh Kuppannagari" userId="ad215094-da36-4b66-9c79-369a17aea26b" providerId="ADAL" clId="{57CFD692-4744-46EE-BC36-4B4ADFBE76FB}" dt="2024-09-17T14:28:27.341" v="436"/>
        <pc:sldMkLst>
          <pc:docMk/>
          <pc:sldMk cId="4086263254" sldId="371"/>
        </pc:sldMkLst>
      </pc:sldChg>
      <pc:sldChg chg="modSp add mod">
        <pc:chgData name="Sanmukh Kuppannagari" userId="ad215094-da36-4b66-9c79-369a17aea26b" providerId="ADAL" clId="{57CFD692-4744-46EE-BC36-4B4ADFBE76FB}" dt="2024-09-17T14:33:11.060" v="566" actId="20577"/>
        <pc:sldMkLst>
          <pc:docMk/>
          <pc:sldMk cId="2834613010" sldId="372"/>
        </pc:sldMkLst>
      </pc:sldChg>
      <pc:sldChg chg="del">
        <pc:chgData name="Sanmukh Kuppannagari" userId="ad215094-da36-4b66-9c79-369a17aea26b" providerId="ADAL" clId="{57CFD692-4744-46EE-BC36-4B4ADFBE76FB}" dt="2024-09-17T14:40:09.880" v="572" actId="47"/>
        <pc:sldMkLst>
          <pc:docMk/>
          <pc:sldMk cId="2431469683" sldId="373"/>
        </pc:sldMkLst>
      </pc:sldChg>
      <pc:sldChg chg="del">
        <pc:chgData name="Sanmukh Kuppannagari" userId="ad215094-da36-4b66-9c79-369a17aea26b" providerId="ADAL" clId="{57CFD692-4744-46EE-BC36-4B4ADFBE76FB}" dt="2024-09-17T14:40:09.880" v="572" actId="47"/>
        <pc:sldMkLst>
          <pc:docMk/>
          <pc:sldMk cId="272326915" sldId="375"/>
        </pc:sldMkLst>
      </pc:sldChg>
      <pc:sldChg chg="modSp add mod">
        <pc:chgData name="Sanmukh Kuppannagari" userId="ad215094-da36-4b66-9c79-369a17aea26b" providerId="ADAL" clId="{57CFD692-4744-46EE-BC36-4B4ADFBE76FB}" dt="2024-09-17T14:39:45.023" v="570" actId="113"/>
        <pc:sldMkLst>
          <pc:docMk/>
          <pc:sldMk cId="854907447" sldId="382"/>
        </pc:sldMkLst>
      </pc:sldChg>
      <pc:sldChg chg="add">
        <pc:chgData name="Sanmukh Kuppannagari" userId="ad215094-da36-4b66-9c79-369a17aea26b" providerId="ADAL" clId="{57CFD692-4744-46EE-BC36-4B4ADFBE76FB}" dt="2024-09-17T14:38:11.426" v="568"/>
        <pc:sldMkLst>
          <pc:docMk/>
          <pc:sldMk cId="1338842979" sldId="384"/>
        </pc:sldMkLst>
      </pc:sldChg>
      <pc:sldChg chg="add">
        <pc:chgData name="Sanmukh Kuppannagari" userId="ad215094-da36-4b66-9c79-369a17aea26b" providerId="ADAL" clId="{57CFD692-4744-46EE-BC36-4B4ADFBE76FB}" dt="2024-09-17T14:38:11.426" v="568"/>
        <pc:sldMkLst>
          <pc:docMk/>
          <pc:sldMk cId="23771660" sldId="385"/>
        </pc:sldMkLst>
      </pc:sldChg>
      <pc:sldChg chg="del">
        <pc:chgData name="Sanmukh Kuppannagari" userId="ad215094-da36-4b66-9c79-369a17aea26b" providerId="ADAL" clId="{57CFD692-4744-46EE-BC36-4B4ADFBE76FB}" dt="2024-09-17T14:40:09.880" v="572" actId="47"/>
        <pc:sldMkLst>
          <pc:docMk/>
          <pc:sldMk cId="2598278600" sldId="389"/>
        </pc:sldMkLst>
      </pc:sldChg>
      <pc:sldChg chg="modSp mod">
        <pc:chgData name="Sanmukh Kuppannagari" userId="ad215094-da36-4b66-9c79-369a17aea26b" providerId="ADAL" clId="{57CFD692-4744-46EE-BC36-4B4ADFBE76FB}" dt="2024-09-17T14:40:31.818" v="621" actId="20577"/>
        <pc:sldMkLst>
          <pc:docMk/>
          <pc:sldMk cId="3837875043" sldId="390"/>
        </pc:sldMkLst>
      </pc:sldChg>
      <pc:sldChg chg="add">
        <pc:chgData name="Sanmukh Kuppannagari" userId="ad215094-da36-4b66-9c79-369a17aea26b" providerId="ADAL" clId="{57CFD692-4744-46EE-BC36-4B4ADFBE76FB}" dt="2024-09-17T14:38:11.426" v="568"/>
        <pc:sldMkLst>
          <pc:docMk/>
          <pc:sldMk cId="3181382666" sldId="404"/>
        </pc:sldMkLst>
      </pc:sldChg>
      <pc:sldChg chg="add">
        <pc:chgData name="Sanmukh Kuppannagari" userId="ad215094-da36-4b66-9c79-369a17aea26b" providerId="ADAL" clId="{57CFD692-4744-46EE-BC36-4B4ADFBE76FB}" dt="2024-09-17T14:38:11.426" v="568"/>
        <pc:sldMkLst>
          <pc:docMk/>
          <pc:sldMk cId="2319194896" sldId="418"/>
        </pc:sldMkLst>
      </pc:sldChg>
      <pc:sldChg chg="add">
        <pc:chgData name="Sanmukh Kuppannagari" userId="ad215094-da36-4b66-9c79-369a17aea26b" providerId="ADAL" clId="{57CFD692-4744-46EE-BC36-4B4ADFBE76FB}" dt="2024-09-17T14:38:11.426" v="568"/>
        <pc:sldMkLst>
          <pc:docMk/>
          <pc:sldMk cId="1947479394" sldId="419"/>
        </pc:sldMkLst>
      </pc:sldChg>
      <pc:sldChg chg="add">
        <pc:chgData name="Sanmukh Kuppannagari" userId="ad215094-da36-4b66-9c79-369a17aea26b" providerId="ADAL" clId="{57CFD692-4744-46EE-BC36-4B4ADFBE76FB}" dt="2024-09-17T14:38:11.426" v="568"/>
        <pc:sldMkLst>
          <pc:docMk/>
          <pc:sldMk cId="351680372" sldId="437"/>
        </pc:sldMkLst>
      </pc:sldChg>
      <pc:sldChg chg="add">
        <pc:chgData name="Sanmukh Kuppannagari" userId="ad215094-da36-4b66-9c79-369a17aea26b" providerId="ADAL" clId="{57CFD692-4744-46EE-BC36-4B4ADFBE76FB}" dt="2024-09-17T14:38:11.426" v="568"/>
        <pc:sldMkLst>
          <pc:docMk/>
          <pc:sldMk cId="2736426824" sldId="438"/>
        </pc:sldMkLst>
      </pc:sldChg>
      <pc:sldChg chg="add">
        <pc:chgData name="Sanmukh Kuppannagari" userId="ad215094-da36-4b66-9c79-369a17aea26b" providerId="ADAL" clId="{57CFD692-4744-46EE-BC36-4B4ADFBE76FB}" dt="2024-09-17T14:38:11.426" v="568"/>
        <pc:sldMkLst>
          <pc:docMk/>
          <pc:sldMk cId="820019786" sldId="439"/>
        </pc:sldMkLst>
      </pc:sldChg>
      <pc:sldChg chg="add">
        <pc:chgData name="Sanmukh Kuppannagari" userId="ad215094-da36-4b66-9c79-369a17aea26b" providerId="ADAL" clId="{57CFD692-4744-46EE-BC36-4B4ADFBE76FB}" dt="2024-09-17T14:38:11.426" v="568"/>
        <pc:sldMkLst>
          <pc:docMk/>
          <pc:sldMk cId="642145031" sldId="441"/>
        </pc:sldMkLst>
      </pc:sldChg>
      <pc:sldChg chg="add">
        <pc:chgData name="Sanmukh Kuppannagari" userId="ad215094-da36-4b66-9c79-369a17aea26b" providerId="ADAL" clId="{57CFD692-4744-46EE-BC36-4B4ADFBE76FB}" dt="2024-09-17T14:38:11.426" v="568"/>
        <pc:sldMkLst>
          <pc:docMk/>
          <pc:sldMk cId="2275163260" sldId="450"/>
        </pc:sldMkLst>
      </pc:sldChg>
      <pc:sldChg chg="del">
        <pc:chgData name="Sanmukh Kuppannagari" userId="ad215094-da36-4b66-9c79-369a17aea26b" providerId="ADAL" clId="{57CFD692-4744-46EE-BC36-4B4ADFBE76FB}" dt="2024-09-17T14:40:09.880" v="572" actId="47"/>
        <pc:sldMkLst>
          <pc:docMk/>
          <pc:sldMk cId="1967081645" sldId="466"/>
        </pc:sldMkLst>
      </pc:sldChg>
      <pc:sldChg chg="del">
        <pc:chgData name="Sanmukh Kuppannagari" userId="ad215094-da36-4b66-9c79-369a17aea26b" providerId="ADAL" clId="{57CFD692-4744-46EE-BC36-4B4ADFBE76FB}" dt="2024-09-17T14:40:09.880" v="572" actId="47"/>
        <pc:sldMkLst>
          <pc:docMk/>
          <pc:sldMk cId="1829024903" sldId="640"/>
        </pc:sldMkLst>
      </pc:sldChg>
      <pc:sldChg chg="del">
        <pc:chgData name="Sanmukh Kuppannagari" userId="ad215094-da36-4b66-9c79-369a17aea26b" providerId="ADAL" clId="{57CFD692-4744-46EE-BC36-4B4ADFBE76FB}" dt="2024-09-17T14:40:09.880" v="572" actId="47"/>
        <pc:sldMkLst>
          <pc:docMk/>
          <pc:sldMk cId="3233672176" sldId="1228"/>
        </pc:sldMkLst>
      </pc:sldChg>
      <pc:sldChg chg="add">
        <pc:chgData name="Sanmukh Kuppannagari" userId="ad215094-da36-4b66-9c79-369a17aea26b" providerId="ADAL" clId="{57CFD692-4744-46EE-BC36-4B4ADFBE76FB}" dt="2024-09-17T14:38:11.426" v="568"/>
        <pc:sldMkLst>
          <pc:docMk/>
          <pc:sldMk cId="3699708138" sldId="1229"/>
        </pc:sldMkLst>
      </pc:sldChg>
      <pc:sldChg chg="add">
        <pc:chgData name="Sanmukh Kuppannagari" userId="ad215094-da36-4b66-9c79-369a17aea26b" providerId="ADAL" clId="{57CFD692-4744-46EE-BC36-4B4ADFBE76FB}" dt="2024-09-17T14:38:11.426" v="568"/>
        <pc:sldMkLst>
          <pc:docMk/>
          <pc:sldMk cId="1453964490" sldId="1230"/>
        </pc:sldMkLst>
      </pc:sldChg>
      <pc:sldChg chg="add">
        <pc:chgData name="Sanmukh Kuppannagari" userId="ad215094-da36-4b66-9c79-369a17aea26b" providerId="ADAL" clId="{57CFD692-4744-46EE-BC36-4B4ADFBE76FB}" dt="2024-09-17T14:38:11.426" v="568"/>
        <pc:sldMkLst>
          <pc:docMk/>
          <pc:sldMk cId="1037780407" sldId="1232"/>
        </pc:sldMkLst>
      </pc:sldChg>
      <pc:sldChg chg="add">
        <pc:chgData name="Sanmukh Kuppannagari" userId="ad215094-da36-4b66-9c79-369a17aea26b" providerId="ADAL" clId="{57CFD692-4744-46EE-BC36-4B4ADFBE76FB}" dt="2024-09-17T14:37:27.956" v="567"/>
        <pc:sldMkLst>
          <pc:docMk/>
          <pc:sldMk cId="1479534324" sldId="1233"/>
        </pc:sldMkLst>
      </pc:sldChg>
      <pc:sldChg chg="del">
        <pc:chgData name="Sanmukh Kuppannagari" userId="ad215094-da36-4b66-9c79-369a17aea26b" providerId="ADAL" clId="{57CFD692-4744-46EE-BC36-4B4ADFBE76FB}" dt="2024-09-17T14:40:09.880" v="572" actId="47"/>
        <pc:sldMkLst>
          <pc:docMk/>
          <pc:sldMk cId="4246288794" sldId="1237"/>
        </pc:sldMkLst>
      </pc:sldChg>
      <pc:sldChg chg="add">
        <pc:chgData name="Sanmukh Kuppannagari" userId="ad215094-da36-4b66-9c79-369a17aea26b" providerId="ADAL" clId="{57CFD692-4744-46EE-BC36-4B4ADFBE76FB}" dt="2024-09-17T14:38:11.426" v="568"/>
        <pc:sldMkLst>
          <pc:docMk/>
          <pc:sldMk cId="2124545071" sldId="1238"/>
        </pc:sldMkLst>
      </pc:sldChg>
      <pc:sldChg chg="del">
        <pc:chgData name="Sanmukh Kuppannagari" userId="ad215094-da36-4b66-9c79-369a17aea26b" providerId="ADAL" clId="{57CFD692-4744-46EE-BC36-4B4ADFBE76FB}" dt="2024-09-17T14:40:09.880" v="572" actId="47"/>
        <pc:sldMkLst>
          <pc:docMk/>
          <pc:sldMk cId="692180613" sldId="1239"/>
        </pc:sldMkLst>
      </pc:sldChg>
      <pc:sldChg chg="del">
        <pc:chgData name="Sanmukh Kuppannagari" userId="ad215094-da36-4b66-9c79-369a17aea26b" providerId="ADAL" clId="{57CFD692-4744-46EE-BC36-4B4ADFBE76FB}" dt="2024-09-17T14:40:09.880" v="572" actId="47"/>
        <pc:sldMkLst>
          <pc:docMk/>
          <pc:sldMk cId="4095821644" sldId="1240"/>
        </pc:sldMkLst>
      </pc:sldChg>
      <pc:sldChg chg="del">
        <pc:chgData name="Sanmukh Kuppannagari" userId="ad215094-da36-4b66-9c79-369a17aea26b" providerId="ADAL" clId="{57CFD692-4744-46EE-BC36-4B4ADFBE76FB}" dt="2024-09-17T14:40:09.880" v="572" actId="47"/>
        <pc:sldMkLst>
          <pc:docMk/>
          <pc:sldMk cId="1559763505" sldId="1241"/>
        </pc:sldMkLst>
      </pc:sldChg>
      <pc:sldChg chg="del">
        <pc:chgData name="Sanmukh Kuppannagari" userId="ad215094-da36-4b66-9c79-369a17aea26b" providerId="ADAL" clId="{57CFD692-4744-46EE-BC36-4B4ADFBE76FB}" dt="2024-09-17T14:40:09.880" v="572" actId="47"/>
        <pc:sldMkLst>
          <pc:docMk/>
          <pc:sldMk cId="3178271313" sldId="1242"/>
        </pc:sldMkLst>
      </pc:sldChg>
      <pc:sldChg chg="del">
        <pc:chgData name="Sanmukh Kuppannagari" userId="ad215094-da36-4b66-9c79-369a17aea26b" providerId="ADAL" clId="{57CFD692-4744-46EE-BC36-4B4ADFBE76FB}" dt="2024-09-17T14:40:09.880" v="572" actId="47"/>
        <pc:sldMkLst>
          <pc:docMk/>
          <pc:sldMk cId="505400230" sldId="1243"/>
        </pc:sldMkLst>
      </pc:sldChg>
      <pc:sldChg chg="del">
        <pc:chgData name="Sanmukh Kuppannagari" userId="ad215094-da36-4b66-9c79-369a17aea26b" providerId="ADAL" clId="{57CFD692-4744-46EE-BC36-4B4ADFBE76FB}" dt="2024-09-17T14:40:09.880" v="572" actId="47"/>
        <pc:sldMkLst>
          <pc:docMk/>
          <pc:sldMk cId="2895113626" sldId="1435"/>
        </pc:sldMkLst>
      </pc:sldChg>
      <pc:sldChg chg="del">
        <pc:chgData name="Sanmukh Kuppannagari" userId="ad215094-da36-4b66-9c79-369a17aea26b" providerId="ADAL" clId="{57CFD692-4744-46EE-BC36-4B4ADFBE76FB}" dt="2024-09-17T14:40:09.880" v="572" actId="47"/>
        <pc:sldMkLst>
          <pc:docMk/>
          <pc:sldMk cId="1065455456" sldId="1436"/>
        </pc:sldMkLst>
      </pc:sldChg>
      <pc:sldChg chg="del">
        <pc:chgData name="Sanmukh Kuppannagari" userId="ad215094-da36-4b66-9c79-369a17aea26b" providerId="ADAL" clId="{57CFD692-4744-46EE-BC36-4B4ADFBE76FB}" dt="2024-09-17T14:40:09.880" v="572" actId="47"/>
        <pc:sldMkLst>
          <pc:docMk/>
          <pc:sldMk cId="4249774978" sldId="1437"/>
        </pc:sldMkLst>
      </pc:sldChg>
      <pc:sldChg chg="del">
        <pc:chgData name="Sanmukh Kuppannagari" userId="ad215094-da36-4b66-9c79-369a17aea26b" providerId="ADAL" clId="{57CFD692-4744-46EE-BC36-4B4ADFBE76FB}" dt="2024-09-17T14:40:09.880" v="572" actId="47"/>
        <pc:sldMkLst>
          <pc:docMk/>
          <pc:sldMk cId="3744848553" sldId="1438"/>
        </pc:sldMkLst>
      </pc:sldChg>
      <pc:sldChg chg="del">
        <pc:chgData name="Sanmukh Kuppannagari" userId="ad215094-da36-4b66-9c79-369a17aea26b" providerId="ADAL" clId="{57CFD692-4744-46EE-BC36-4B4ADFBE76FB}" dt="2024-09-17T14:40:09.880" v="572" actId="47"/>
        <pc:sldMkLst>
          <pc:docMk/>
          <pc:sldMk cId="3911730472" sldId="1439"/>
        </pc:sldMkLst>
      </pc:sldChg>
      <pc:sldChg chg="addSp delSp modSp add del mod">
        <pc:chgData name="Sanmukh Kuppannagari" userId="ad215094-da36-4b66-9c79-369a17aea26b" providerId="ADAL" clId="{57CFD692-4744-46EE-BC36-4B4ADFBE76FB}" dt="2024-09-17T15:55:41.974" v="3822" actId="21"/>
        <pc:sldMkLst>
          <pc:docMk/>
          <pc:sldMk cId="166141272" sldId="1453"/>
        </pc:sldMkLst>
      </pc:sldChg>
      <pc:sldChg chg="del">
        <pc:chgData name="Sanmukh Kuppannagari" userId="ad215094-da36-4b66-9c79-369a17aea26b" providerId="ADAL" clId="{57CFD692-4744-46EE-BC36-4B4ADFBE76FB}" dt="2024-09-17T14:40:09.880" v="572" actId="47"/>
        <pc:sldMkLst>
          <pc:docMk/>
          <pc:sldMk cId="1535296341" sldId="1476"/>
        </pc:sldMkLst>
      </pc:sldChg>
      <pc:sldChg chg="del">
        <pc:chgData name="Sanmukh Kuppannagari" userId="ad215094-da36-4b66-9c79-369a17aea26b" providerId="ADAL" clId="{57CFD692-4744-46EE-BC36-4B4ADFBE76FB}" dt="2024-09-17T14:40:09.880" v="572" actId="47"/>
        <pc:sldMkLst>
          <pc:docMk/>
          <pc:sldMk cId="359220519" sldId="1477"/>
        </pc:sldMkLst>
      </pc:sldChg>
      <pc:sldChg chg="del">
        <pc:chgData name="Sanmukh Kuppannagari" userId="ad215094-da36-4b66-9c79-369a17aea26b" providerId="ADAL" clId="{57CFD692-4744-46EE-BC36-4B4ADFBE76FB}" dt="2024-09-17T14:40:09.880" v="572" actId="47"/>
        <pc:sldMkLst>
          <pc:docMk/>
          <pc:sldMk cId="3637780389" sldId="1478"/>
        </pc:sldMkLst>
      </pc:sldChg>
      <pc:sldChg chg="del">
        <pc:chgData name="Sanmukh Kuppannagari" userId="ad215094-da36-4b66-9c79-369a17aea26b" providerId="ADAL" clId="{57CFD692-4744-46EE-BC36-4B4ADFBE76FB}" dt="2024-09-17T14:40:09.880" v="572" actId="47"/>
        <pc:sldMkLst>
          <pc:docMk/>
          <pc:sldMk cId="2565918572" sldId="1479"/>
        </pc:sldMkLst>
      </pc:sldChg>
      <pc:sldChg chg="del">
        <pc:chgData name="Sanmukh Kuppannagari" userId="ad215094-da36-4b66-9c79-369a17aea26b" providerId="ADAL" clId="{57CFD692-4744-46EE-BC36-4B4ADFBE76FB}" dt="2024-09-17T14:40:09.880" v="572" actId="47"/>
        <pc:sldMkLst>
          <pc:docMk/>
          <pc:sldMk cId="1533588936" sldId="1480"/>
        </pc:sldMkLst>
      </pc:sldChg>
      <pc:sldChg chg="del">
        <pc:chgData name="Sanmukh Kuppannagari" userId="ad215094-da36-4b66-9c79-369a17aea26b" providerId="ADAL" clId="{57CFD692-4744-46EE-BC36-4B4ADFBE76FB}" dt="2024-09-17T14:40:09.880" v="572" actId="47"/>
        <pc:sldMkLst>
          <pc:docMk/>
          <pc:sldMk cId="2551489107" sldId="1481"/>
        </pc:sldMkLst>
      </pc:sldChg>
      <pc:sldChg chg="del">
        <pc:chgData name="Sanmukh Kuppannagari" userId="ad215094-da36-4b66-9c79-369a17aea26b" providerId="ADAL" clId="{57CFD692-4744-46EE-BC36-4B4ADFBE76FB}" dt="2024-09-17T14:40:09.880" v="572" actId="47"/>
        <pc:sldMkLst>
          <pc:docMk/>
          <pc:sldMk cId="1137888738" sldId="1482"/>
        </pc:sldMkLst>
      </pc:sldChg>
      <pc:sldChg chg="del">
        <pc:chgData name="Sanmukh Kuppannagari" userId="ad215094-da36-4b66-9c79-369a17aea26b" providerId="ADAL" clId="{57CFD692-4744-46EE-BC36-4B4ADFBE76FB}" dt="2024-09-17T14:40:09.880" v="572" actId="47"/>
        <pc:sldMkLst>
          <pc:docMk/>
          <pc:sldMk cId="1749571042" sldId="1483"/>
        </pc:sldMkLst>
      </pc:sldChg>
      <pc:sldChg chg="del">
        <pc:chgData name="Sanmukh Kuppannagari" userId="ad215094-da36-4b66-9c79-369a17aea26b" providerId="ADAL" clId="{57CFD692-4744-46EE-BC36-4B4ADFBE76FB}" dt="2024-09-17T14:40:09.880" v="572" actId="47"/>
        <pc:sldMkLst>
          <pc:docMk/>
          <pc:sldMk cId="1073926282" sldId="1484"/>
        </pc:sldMkLst>
      </pc:sldChg>
      <pc:sldChg chg="del">
        <pc:chgData name="Sanmukh Kuppannagari" userId="ad215094-da36-4b66-9c79-369a17aea26b" providerId="ADAL" clId="{57CFD692-4744-46EE-BC36-4B4ADFBE76FB}" dt="2024-09-17T14:40:09.880" v="572" actId="47"/>
        <pc:sldMkLst>
          <pc:docMk/>
          <pc:sldMk cId="2951002451" sldId="1485"/>
        </pc:sldMkLst>
      </pc:sldChg>
      <pc:sldChg chg="del">
        <pc:chgData name="Sanmukh Kuppannagari" userId="ad215094-da36-4b66-9c79-369a17aea26b" providerId="ADAL" clId="{57CFD692-4744-46EE-BC36-4B4ADFBE76FB}" dt="2024-09-17T14:40:09.880" v="572" actId="47"/>
        <pc:sldMkLst>
          <pc:docMk/>
          <pc:sldMk cId="2093951396" sldId="1486"/>
        </pc:sldMkLst>
      </pc:sldChg>
      <pc:sldChg chg="del">
        <pc:chgData name="Sanmukh Kuppannagari" userId="ad215094-da36-4b66-9c79-369a17aea26b" providerId="ADAL" clId="{57CFD692-4744-46EE-BC36-4B4ADFBE76FB}" dt="2024-09-17T14:40:09.880" v="572" actId="47"/>
        <pc:sldMkLst>
          <pc:docMk/>
          <pc:sldMk cId="327016912" sldId="1487"/>
        </pc:sldMkLst>
      </pc:sldChg>
      <pc:sldChg chg="del">
        <pc:chgData name="Sanmukh Kuppannagari" userId="ad215094-da36-4b66-9c79-369a17aea26b" providerId="ADAL" clId="{57CFD692-4744-46EE-BC36-4B4ADFBE76FB}" dt="2024-09-17T14:40:09.880" v="572" actId="47"/>
        <pc:sldMkLst>
          <pc:docMk/>
          <pc:sldMk cId="1581566112" sldId="1488"/>
        </pc:sldMkLst>
      </pc:sldChg>
      <pc:sldChg chg="del">
        <pc:chgData name="Sanmukh Kuppannagari" userId="ad215094-da36-4b66-9c79-369a17aea26b" providerId="ADAL" clId="{57CFD692-4744-46EE-BC36-4B4ADFBE76FB}" dt="2024-09-17T14:40:09.880" v="572" actId="47"/>
        <pc:sldMkLst>
          <pc:docMk/>
          <pc:sldMk cId="895175968" sldId="1489"/>
        </pc:sldMkLst>
      </pc:sldChg>
      <pc:sldChg chg="del">
        <pc:chgData name="Sanmukh Kuppannagari" userId="ad215094-da36-4b66-9c79-369a17aea26b" providerId="ADAL" clId="{57CFD692-4744-46EE-BC36-4B4ADFBE76FB}" dt="2024-09-17T14:40:09.880" v="572" actId="47"/>
        <pc:sldMkLst>
          <pc:docMk/>
          <pc:sldMk cId="3883266803" sldId="1490"/>
        </pc:sldMkLst>
      </pc:sldChg>
      <pc:sldChg chg="del">
        <pc:chgData name="Sanmukh Kuppannagari" userId="ad215094-da36-4b66-9c79-369a17aea26b" providerId="ADAL" clId="{57CFD692-4744-46EE-BC36-4B4ADFBE76FB}" dt="2024-09-17T14:40:09.880" v="572" actId="47"/>
        <pc:sldMkLst>
          <pc:docMk/>
          <pc:sldMk cId="1432030833" sldId="1491"/>
        </pc:sldMkLst>
      </pc:sldChg>
      <pc:sldChg chg="del">
        <pc:chgData name="Sanmukh Kuppannagari" userId="ad215094-da36-4b66-9c79-369a17aea26b" providerId="ADAL" clId="{57CFD692-4744-46EE-BC36-4B4ADFBE76FB}" dt="2024-09-17T14:40:09.880" v="572" actId="47"/>
        <pc:sldMkLst>
          <pc:docMk/>
          <pc:sldMk cId="1851547733" sldId="1492"/>
        </pc:sldMkLst>
      </pc:sldChg>
      <pc:sldChg chg="del">
        <pc:chgData name="Sanmukh Kuppannagari" userId="ad215094-da36-4b66-9c79-369a17aea26b" providerId="ADAL" clId="{57CFD692-4744-46EE-BC36-4B4ADFBE76FB}" dt="2024-09-17T14:40:09.880" v="572" actId="47"/>
        <pc:sldMkLst>
          <pc:docMk/>
          <pc:sldMk cId="2110247357" sldId="1493"/>
        </pc:sldMkLst>
      </pc:sldChg>
      <pc:sldChg chg="del">
        <pc:chgData name="Sanmukh Kuppannagari" userId="ad215094-da36-4b66-9c79-369a17aea26b" providerId="ADAL" clId="{57CFD692-4744-46EE-BC36-4B4ADFBE76FB}" dt="2024-09-17T14:40:09.880" v="572" actId="47"/>
        <pc:sldMkLst>
          <pc:docMk/>
          <pc:sldMk cId="1048702013" sldId="1494"/>
        </pc:sldMkLst>
      </pc:sldChg>
      <pc:sldChg chg="del">
        <pc:chgData name="Sanmukh Kuppannagari" userId="ad215094-da36-4b66-9c79-369a17aea26b" providerId="ADAL" clId="{57CFD692-4744-46EE-BC36-4B4ADFBE76FB}" dt="2024-09-17T14:40:09.880" v="572" actId="47"/>
        <pc:sldMkLst>
          <pc:docMk/>
          <pc:sldMk cId="383901888" sldId="1495"/>
        </pc:sldMkLst>
      </pc:sldChg>
      <pc:sldChg chg="del">
        <pc:chgData name="Sanmukh Kuppannagari" userId="ad215094-da36-4b66-9c79-369a17aea26b" providerId="ADAL" clId="{57CFD692-4744-46EE-BC36-4B4ADFBE76FB}" dt="2024-09-17T14:40:09.880" v="572" actId="47"/>
        <pc:sldMkLst>
          <pc:docMk/>
          <pc:sldMk cId="1607590641" sldId="1496"/>
        </pc:sldMkLst>
      </pc:sldChg>
      <pc:sldChg chg="del">
        <pc:chgData name="Sanmukh Kuppannagari" userId="ad215094-da36-4b66-9c79-369a17aea26b" providerId="ADAL" clId="{57CFD692-4744-46EE-BC36-4B4ADFBE76FB}" dt="2024-09-17T14:40:09.880" v="572" actId="47"/>
        <pc:sldMkLst>
          <pc:docMk/>
          <pc:sldMk cId="3416366971" sldId="1497"/>
        </pc:sldMkLst>
      </pc:sldChg>
      <pc:sldChg chg="del">
        <pc:chgData name="Sanmukh Kuppannagari" userId="ad215094-da36-4b66-9c79-369a17aea26b" providerId="ADAL" clId="{57CFD692-4744-46EE-BC36-4B4ADFBE76FB}" dt="2024-09-17T14:40:09.880" v="572" actId="47"/>
        <pc:sldMkLst>
          <pc:docMk/>
          <pc:sldMk cId="3466822053" sldId="1498"/>
        </pc:sldMkLst>
      </pc:sldChg>
      <pc:sldChg chg="del">
        <pc:chgData name="Sanmukh Kuppannagari" userId="ad215094-da36-4b66-9c79-369a17aea26b" providerId="ADAL" clId="{57CFD692-4744-46EE-BC36-4B4ADFBE76FB}" dt="2024-09-17T14:40:09.880" v="572" actId="47"/>
        <pc:sldMkLst>
          <pc:docMk/>
          <pc:sldMk cId="1318329734" sldId="1499"/>
        </pc:sldMkLst>
      </pc:sldChg>
      <pc:sldChg chg="del">
        <pc:chgData name="Sanmukh Kuppannagari" userId="ad215094-da36-4b66-9c79-369a17aea26b" providerId="ADAL" clId="{57CFD692-4744-46EE-BC36-4B4ADFBE76FB}" dt="2024-09-17T14:40:09.880" v="572" actId="47"/>
        <pc:sldMkLst>
          <pc:docMk/>
          <pc:sldMk cId="2356971427" sldId="1500"/>
        </pc:sldMkLst>
      </pc:sldChg>
      <pc:sldChg chg="del">
        <pc:chgData name="Sanmukh Kuppannagari" userId="ad215094-da36-4b66-9c79-369a17aea26b" providerId="ADAL" clId="{57CFD692-4744-46EE-BC36-4B4ADFBE76FB}" dt="2024-09-17T14:40:09.880" v="572" actId="47"/>
        <pc:sldMkLst>
          <pc:docMk/>
          <pc:sldMk cId="4018545262" sldId="1501"/>
        </pc:sldMkLst>
      </pc:sldChg>
      <pc:sldChg chg="del">
        <pc:chgData name="Sanmukh Kuppannagari" userId="ad215094-da36-4b66-9c79-369a17aea26b" providerId="ADAL" clId="{57CFD692-4744-46EE-BC36-4B4ADFBE76FB}" dt="2024-09-17T14:40:09.880" v="572" actId="47"/>
        <pc:sldMkLst>
          <pc:docMk/>
          <pc:sldMk cId="2635305440" sldId="1502"/>
        </pc:sldMkLst>
      </pc:sldChg>
      <pc:sldChg chg="del">
        <pc:chgData name="Sanmukh Kuppannagari" userId="ad215094-da36-4b66-9c79-369a17aea26b" providerId="ADAL" clId="{57CFD692-4744-46EE-BC36-4B4ADFBE76FB}" dt="2024-09-17T14:40:09.880" v="572" actId="47"/>
        <pc:sldMkLst>
          <pc:docMk/>
          <pc:sldMk cId="1450447005" sldId="1503"/>
        </pc:sldMkLst>
      </pc:sldChg>
      <pc:sldChg chg="del">
        <pc:chgData name="Sanmukh Kuppannagari" userId="ad215094-da36-4b66-9c79-369a17aea26b" providerId="ADAL" clId="{57CFD692-4744-46EE-BC36-4B4ADFBE76FB}" dt="2024-09-17T14:40:09.880" v="572" actId="47"/>
        <pc:sldMkLst>
          <pc:docMk/>
          <pc:sldMk cId="591644866" sldId="1504"/>
        </pc:sldMkLst>
      </pc:sldChg>
      <pc:sldChg chg="del">
        <pc:chgData name="Sanmukh Kuppannagari" userId="ad215094-da36-4b66-9c79-369a17aea26b" providerId="ADAL" clId="{57CFD692-4744-46EE-BC36-4B4ADFBE76FB}" dt="2024-09-17T14:40:09.880" v="572" actId="47"/>
        <pc:sldMkLst>
          <pc:docMk/>
          <pc:sldMk cId="4226465458" sldId="1505"/>
        </pc:sldMkLst>
      </pc:sldChg>
      <pc:sldChg chg="del">
        <pc:chgData name="Sanmukh Kuppannagari" userId="ad215094-da36-4b66-9c79-369a17aea26b" providerId="ADAL" clId="{57CFD692-4744-46EE-BC36-4B4ADFBE76FB}" dt="2024-09-17T14:40:09.880" v="572" actId="47"/>
        <pc:sldMkLst>
          <pc:docMk/>
          <pc:sldMk cId="2571495037" sldId="1506"/>
        </pc:sldMkLst>
      </pc:sldChg>
      <pc:sldChg chg="del">
        <pc:chgData name="Sanmukh Kuppannagari" userId="ad215094-da36-4b66-9c79-369a17aea26b" providerId="ADAL" clId="{57CFD692-4744-46EE-BC36-4B4ADFBE76FB}" dt="2024-09-17T14:40:09.880" v="572" actId="47"/>
        <pc:sldMkLst>
          <pc:docMk/>
          <pc:sldMk cId="2267279555" sldId="1507"/>
        </pc:sldMkLst>
      </pc:sldChg>
      <pc:sldChg chg="del">
        <pc:chgData name="Sanmukh Kuppannagari" userId="ad215094-da36-4b66-9c79-369a17aea26b" providerId="ADAL" clId="{57CFD692-4744-46EE-BC36-4B4ADFBE76FB}" dt="2024-09-17T14:40:09.880" v="572" actId="47"/>
        <pc:sldMkLst>
          <pc:docMk/>
          <pc:sldMk cId="1753430728" sldId="1508"/>
        </pc:sldMkLst>
      </pc:sldChg>
      <pc:sldChg chg="del">
        <pc:chgData name="Sanmukh Kuppannagari" userId="ad215094-da36-4b66-9c79-369a17aea26b" providerId="ADAL" clId="{57CFD692-4744-46EE-BC36-4B4ADFBE76FB}" dt="2024-09-17T14:40:09.880" v="572" actId="47"/>
        <pc:sldMkLst>
          <pc:docMk/>
          <pc:sldMk cId="1438830724" sldId="1509"/>
        </pc:sldMkLst>
      </pc:sldChg>
      <pc:sldChg chg="del">
        <pc:chgData name="Sanmukh Kuppannagari" userId="ad215094-da36-4b66-9c79-369a17aea26b" providerId="ADAL" clId="{57CFD692-4744-46EE-BC36-4B4ADFBE76FB}" dt="2024-09-17T14:40:09.880" v="572" actId="47"/>
        <pc:sldMkLst>
          <pc:docMk/>
          <pc:sldMk cId="1897212904" sldId="1510"/>
        </pc:sldMkLst>
      </pc:sldChg>
      <pc:sldChg chg="del">
        <pc:chgData name="Sanmukh Kuppannagari" userId="ad215094-da36-4b66-9c79-369a17aea26b" providerId="ADAL" clId="{57CFD692-4744-46EE-BC36-4B4ADFBE76FB}" dt="2024-09-17T14:40:09.880" v="572" actId="47"/>
        <pc:sldMkLst>
          <pc:docMk/>
          <pc:sldMk cId="2991715139" sldId="1511"/>
        </pc:sldMkLst>
      </pc:sldChg>
      <pc:sldChg chg="del">
        <pc:chgData name="Sanmukh Kuppannagari" userId="ad215094-da36-4b66-9c79-369a17aea26b" providerId="ADAL" clId="{57CFD692-4744-46EE-BC36-4B4ADFBE76FB}" dt="2024-09-17T14:40:09.880" v="572" actId="47"/>
        <pc:sldMkLst>
          <pc:docMk/>
          <pc:sldMk cId="1042445932" sldId="1512"/>
        </pc:sldMkLst>
      </pc:sldChg>
      <pc:sldChg chg="modSp new mod">
        <pc:chgData name="Sanmukh Kuppannagari" userId="ad215094-da36-4b66-9c79-369a17aea26b" providerId="ADAL" clId="{57CFD692-4744-46EE-BC36-4B4ADFBE76FB}" dt="2024-09-17T14:19:49.941" v="229" actId="20577"/>
        <pc:sldMkLst>
          <pc:docMk/>
          <pc:sldMk cId="2091044005" sldId="1513"/>
        </pc:sldMkLst>
      </pc:sldChg>
      <pc:sldChg chg="modSp new mod">
        <pc:chgData name="Sanmukh Kuppannagari" userId="ad215094-da36-4b66-9c79-369a17aea26b" providerId="ADAL" clId="{57CFD692-4744-46EE-BC36-4B4ADFBE76FB}" dt="2024-09-17T14:21:09.571" v="413" actId="20577"/>
        <pc:sldMkLst>
          <pc:docMk/>
          <pc:sldMk cId="48973366" sldId="1514"/>
        </pc:sldMkLst>
      </pc:sldChg>
      <pc:sldChg chg="modSp new del mod">
        <pc:chgData name="Sanmukh Kuppannagari" userId="ad215094-da36-4b66-9c79-369a17aea26b" providerId="ADAL" clId="{57CFD692-4744-46EE-BC36-4B4ADFBE76FB}" dt="2024-09-17T15:06:44.715" v="1416" actId="47"/>
        <pc:sldMkLst>
          <pc:docMk/>
          <pc:sldMk cId="877053149" sldId="1515"/>
        </pc:sldMkLst>
      </pc:sldChg>
      <pc:sldChg chg="modSp add mod">
        <pc:chgData name="Sanmukh Kuppannagari" userId="ad215094-da36-4b66-9c79-369a17aea26b" providerId="ADAL" clId="{57CFD692-4744-46EE-BC36-4B4ADFBE76FB}" dt="2024-09-17T15:18:38.206" v="3463" actId="20577"/>
        <pc:sldMkLst>
          <pc:docMk/>
          <pc:sldMk cId="202113540" sldId="1516"/>
        </pc:sldMkLst>
      </pc:sldChg>
      <pc:sldChg chg="modSp add mod">
        <pc:chgData name="Sanmukh Kuppannagari" userId="ad215094-da36-4b66-9c79-369a17aea26b" providerId="ADAL" clId="{57CFD692-4744-46EE-BC36-4B4ADFBE76FB}" dt="2024-09-17T15:18:59.063" v="3489" actId="20577"/>
        <pc:sldMkLst>
          <pc:docMk/>
          <pc:sldMk cId="2851048179" sldId="1517"/>
        </pc:sldMkLst>
      </pc:sldChg>
      <pc:sldChg chg="add">
        <pc:chgData name="Sanmukh Kuppannagari" userId="ad215094-da36-4b66-9c79-369a17aea26b" providerId="ADAL" clId="{57CFD692-4744-46EE-BC36-4B4ADFBE76FB}" dt="2024-09-17T14:39:54.780" v="571"/>
        <pc:sldMkLst>
          <pc:docMk/>
          <pc:sldMk cId="2170564833" sldId="1518"/>
        </pc:sldMkLst>
      </pc:sldChg>
      <pc:sldChg chg="modSp new mod">
        <pc:chgData name="Sanmukh Kuppannagari" userId="ad215094-da36-4b66-9c79-369a17aea26b" providerId="ADAL" clId="{57CFD692-4744-46EE-BC36-4B4ADFBE76FB}" dt="2024-09-17T14:52:17.795" v="1015" actId="20577"/>
        <pc:sldMkLst>
          <pc:docMk/>
          <pc:sldMk cId="1223128325" sldId="1519"/>
        </pc:sldMkLst>
      </pc:sldChg>
      <pc:sldChg chg="modSp new mod">
        <pc:chgData name="Sanmukh Kuppannagari" userId="ad215094-da36-4b66-9c79-369a17aea26b" providerId="ADAL" clId="{57CFD692-4744-46EE-BC36-4B4ADFBE76FB}" dt="2024-09-17T15:50:27.077" v="3662" actId="20577"/>
        <pc:sldMkLst>
          <pc:docMk/>
          <pc:sldMk cId="1363376498" sldId="1520"/>
        </pc:sldMkLst>
      </pc:sldChg>
      <pc:sldChg chg="modSp new mod">
        <pc:chgData name="Sanmukh Kuppannagari" userId="ad215094-da36-4b66-9c79-369a17aea26b" providerId="ADAL" clId="{57CFD692-4744-46EE-BC36-4B4ADFBE76FB}" dt="2024-09-17T15:50:00.221" v="3615" actId="20577"/>
        <pc:sldMkLst>
          <pc:docMk/>
          <pc:sldMk cId="2829791837" sldId="1521"/>
        </pc:sldMkLst>
      </pc:sldChg>
      <pc:sldChg chg="modSp new mod">
        <pc:chgData name="Sanmukh Kuppannagari" userId="ad215094-da36-4b66-9c79-369a17aea26b" providerId="ADAL" clId="{57CFD692-4744-46EE-BC36-4B4ADFBE76FB}" dt="2024-09-17T15:10:08.920" v="1852" actId="20577"/>
        <pc:sldMkLst>
          <pc:docMk/>
          <pc:sldMk cId="3893234935" sldId="1522"/>
        </pc:sldMkLst>
      </pc:sldChg>
      <pc:sldChg chg="modSp new mod">
        <pc:chgData name="Sanmukh Kuppannagari" userId="ad215094-da36-4b66-9c79-369a17aea26b" providerId="ADAL" clId="{57CFD692-4744-46EE-BC36-4B4ADFBE76FB}" dt="2024-09-17T15:11:33.231" v="2175" actId="20577"/>
        <pc:sldMkLst>
          <pc:docMk/>
          <pc:sldMk cId="3481763059" sldId="1523"/>
        </pc:sldMkLst>
      </pc:sldChg>
      <pc:sldChg chg="modSp new mod">
        <pc:chgData name="Sanmukh Kuppannagari" userId="ad215094-da36-4b66-9c79-369a17aea26b" providerId="ADAL" clId="{57CFD692-4744-46EE-BC36-4B4ADFBE76FB}" dt="2024-09-17T15:14:34.208" v="2893" actId="20577"/>
        <pc:sldMkLst>
          <pc:docMk/>
          <pc:sldMk cId="2617663034" sldId="1524"/>
        </pc:sldMkLst>
      </pc:sldChg>
      <pc:sldChg chg="modSp new mod">
        <pc:chgData name="Sanmukh Kuppannagari" userId="ad215094-da36-4b66-9c79-369a17aea26b" providerId="ADAL" clId="{57CFD692-4744-46EE-BC36-4B4ADFBE76FB}" dt="2024-09-17T15:18:21.833" v="3452" actId="20577"/>
        <pc:sldMkLst>
          <pc:docMk/>
          <pc:sldMk cId="939595551" sldId="1525"/>
        </pc:sldMkLst>
      </pc:sldChg>
      <pc:sldChg chg="addSp delSp modSp new mod">
        <pc:chgData name="Sanmukh Kuppannagari" userId="ad215094-da36-4b66-9c79-369a17aea26b" providerId="ADAL" clId="{57CFD692-4744-46EE-BC36-4B4ADFBE76FB}" dt="2024-09-17T15:57:35.506" v="3887" actId="14100"/>
        <pc:sldMkLst>
          <pc:docMk/>
          <pc:sldMk cId="878398838" sldId="1526"/>
        </pc:sldMkLst>
      </pc:sldChg>
      <pc:sldChg chg="modSp new del mod">
        <pc:chgData name="Sanmukh Kuppannagari" userId="ad215094-da36-4b66-9c79-369a17aea26b" providerId="ADAL" clId="{57CFD692-4744-46EE-BC36-4B4ADFBE76FB}" dt="2024-09-17T15:26:03.633" v="3599" actId="47"/>
        <pc:sldMkLst>
          <pc:docMk/>
          <pc:sldMk cId="3481160692" sldId="1526"/>
        </pc:sldMkLst>
      </pc:sldChg>
      <pc:sldChg chg="addSp delSp modSp add mod">
        <pc:chgData name="Sanmukh Kuppannagari" userId="ad215094-da36-4b66-9c79-369a17aea26b" providerId="ADAL" clId="{57CFD692-4744-46EE-BC36-4B4ADFBE76FB}" dt="2024-09-17T16:00:17.033" v="3942" actId="1076"/>
        <pc:sldMkLst>
          <pc:docMk/>
          <pc:sldMk cId="827224132" sldId="1527"/>
        </pc:sldMkLst>
      </pc:sldChg>
      <pc:sldChg chg="addSp delSp modSp add mod">
        <pc:chgData name="Sanmukh Kuppannagari" userId="ad215094-da36-4b66-9c79-369a17aea26b" providerId="ADAL" clId="{57CFD692-4744-46EE-BC36-4B4ADFBE76FB}" dt="2024-09-17T16:03:26.446" v="4105" actId="14100"/>
        <pc:sldMkLst>
          <pc:docMk/>
          <pc:sldMk cId="297830899" sldId="1528"/>
        </pc:sldMkLst>
      </pc:sldChg>
      <pc:sldChg chg="modSp add mod">
        <pc:chgData name="Sanmukh Kuppannagari" userId="ad215094-da36-4b66-9c79-369a17aea26b" providerId="ADAL" clId="{57CFD692-4744-46EE-BC36-4B4ADFBE76FB}" dt="2024-09-17T16:00:57.279" v="3987" actId="207"/>
        <pc:sldMkLst>
          <pc:docMk/>
          <pc:sldMk cId="1863297826" sldId="1529"/>
        </pc:sldMkLst>
      </pc:sldChg>
      <pc:sldChg chg="modSp add mod">
        <pc:chgData name="Sanmukh Kuppannagari" userId="ad215094-da36-4b66-9c79-369a17aea26b" providerId="ADAL" clId="{57CFD692-4744-46EE-BC36-4B4ADFBE76FB}" dt="2024-09-17T16:01:16.796" v="3993" actId="207"/>
        <pc:sldMkLst>
          <pc:docMk/>
          <pc:sldMk cId="3983326334" sldId="1530"/>
        </pc:sldMkLst>
      </pc:sldChg>
      <pc:sldChg chg="modSp new mod">
        <pc:chgData name="Sanmukh Kuppannagari" userId="ad215094-da36-4b66-9c79-369a17aea26b" providerId="ADAL" clId="{57CFD692-4744-46EE-BC36-4B4ADFBE76FB}" dt="2024-09-17T16:05:32.807" v="4277" actId="20577"/>
        <pc:sldMkLst>
          <pc:docMk/>
          <pc:sldMk cId="3897297747" sldId="1531"/>
        </pc:sldMkLst>
      </pc:sldChg>
      <pc:sldChg chg="addSp delSp modSp new mod">
        <pc:chgData name="Sanmukh Kuppannagari" userId="ad215094-da36-4b66-9c79-369a17aea26b" providerId="ADAL" clId="{57CFD692-4744-46EE-BC36-4B4ADFBE76FB}" dt="2024-09-17T16:32:52.796" v="4804" actId="20577"/>
        <pc:sldMkLst>
          <pc:docMk/>
          <pc:sldMk cId="172806902" sldId="1532"/>
        </pc:sldMkLst>
      </pc:sldChg>
      <pc:sldChg chg="addSp modSp add del mod">
        <pc:chgData name="Sanmukh Kuppannagari" userId="ad215094-da36-4b66-9c79-369a17aea26b" providerId="ADAL" clId="{57CFD692-4744-46EE-BC36-4B4ADFBE76FB}" dt="2024-09-17T16:29:14.144" v="4682" actId="47"/>
        <pc:sldMkLst>
          <pc:docMk/>
          <pc:sldMk cId="600423300" sldId="1533"/>
        </pc:sldMkLst>
      </pc:sldChg>
      <pc:sldChg chg="addSp delSp modSp add mod">
        <pc:chgData name="Sanmukh Kuppannagari" userId="ad215094-da36-4b66-9c79-369a17aea26b" providerId="ADAL" clId="{57CFD692-4744-46EE-BC36-4B4ADFBE76FB}" dt="2024-09-17T16:33:10.745" v="4806"/>
        <pc:sldMkLst>
          <pc:docMk/>
          <pc:sldMk cId="4249077636" sldId="1534"/>
        </pc:sldMkLst>
      </pc:sldChg>
      <pc:sldChg chg="addSp delSp modSp add mod">
        <pc:chgData name="Sanmukh Kuppannagari" userId="ad215094-da36-4b66-9c79-369a17aea26b" providerId="ADAL" clId="{57CFD692-4744-46EE-BC36-4B4ADFBE76FB}" dt="2024-09-17T16:33:16.361" v="4808"/>
        <pc:sldMkLst>
          <pc:docMk/>
          <pc:sldMk cId="335340187" sldId="1535"/>
        </pc:sldMkLst>
      </pc:sldChg>
      <pc:sldChg chg="addSp delSp modSp add mod">
        <pc:chgData name="Sanmukh Kuppannagari" userId="ad215094-da36-4b66-9c79-369a17aea26b" providerId="ADAL" clId="{57CFD692-4744-46EE-BC36-4B4ADFBE76FB}" dt="2024-09-17T16:33:22.104" v="4810"/>
        <pc:sldMkLst>
          <pc:docMk/>
          <pc:sldMk cId="2563148363" sldId="1536"/>
        </pc:sldMkLst>
      </pc:sldChg>
      <pc:sldChg chg="addSp delSp modSp add mod">
        <pc:chgData name="Sanmukh Kuppannagari" userId="ad215094-da36-4b66-9c79-369a17aea26b" providerId="ADAL" clId="{57CFD692-4744-46EE-BC36-4B4ADFBE76FB}" dt="2024-09-17T16:36:38.349" v="4866" actId="1076"/>
        <pc:sldMkLst>
          <pc:docMk/>
          <pc:sldMk cId="4060344090" sldId="1537"/>
        </pc:sldMkLst>
      </pc:sldChg>
      <pc:sldChg chg="addSp delSp modSp add mod">
        <pc:chgData name="Sanmukh Kuppannagari" userId="ad215094-da36-4b66-9c79-369a17aea26b" providerId="ADAL" clId="{57CFD692-4744-46EE-BC36-4B4ADFBE76FB}" dt="2024-09-17T16:34:47.230" v="4830" actId="207"/>
        <pc:sldMkLst>
          <pc:docMk/>
          <pc:sldMk cId="1917529413" sldId="1538"/>
        </pc:sldMkLst>
      </pc:sldChg>
      <pc:sldChg chg="modSp add mod">
        <pc:chgData name="Sanmukh Kuppannagari" userId="ad215094-da36-4b66-9c79-369a17aea26b" providerId="ADAL" clId="{57CFD692-4744-46EE-BC36-4B4ADFBE76FB}" dt="2024-09-17T16:35:38.286" v="4841" actId="207"/>
        <pc:sldMkLst>
          <pc:docMk/>
          <pc:sldMk cId="2364603884" sldId="1539"/>
        </pc:sldMkLst>
      </pc:sldChg>
      <pc:sldChg chg="modSp add">
        <pc:chgData name="Sanmukh Kuppannagari" userId="ad215094-da36-4b66-9c79-369a17aea26b" providerId="ADAL" clId="{57CFD692-4744-46EE-BC36-4B4ADFBE76FB}" dt="2024-09-17T16:36:08.447" v="4858" actId="207"/>
        <pc:sldMkLst>
          <pc:docMk/>
          <pc:sldMk cId="2896873436" sldId="1540"/>
        </pc:sldMkLst>
      </pc:sldChg>
      <pc:sldChg chg="addSp delSp modSp add mod">
        <pc:chgData name="Sanmukh Kuppannagari" userId="ad215094-da36-4b66-9c79-369a17aea26b" providerId="ADAL" clId="{57CFD692-4744-46EE-BC36-4B4ADFBE76FB}" dt="2024-09-17T16:37:32.517" v="4880" actId="207"/>
        <pc:sldMkLst>
          <pc:docMk/>
          <pc:sldMk cId="2873707918" sldId="1541"/>
        </pc:sldMkLst>
      </pc:sldChg>
      <pc:sldChg chg="delSp modSp add mod">
        <pc:chgData name="Sanmukh Kuppannagari" userId="ad215094-da36-4b66-9c79-369a17aea26b" providerId="ADAL" clId="{57CFD692-4744-46EE-BC36-4B4ADFBE76FB}" dt="2024-09-17T16:38:43.291" v="4909" actId="207"/>
        <pc:sldMkLst>
          <pc:docMk/>
          <pc:sldMk cId="2634998908" sldId="1542"/>
        </pc:sldMkLst>
      </pc:sldChg>
      <pc:sldChg chg="modSp add mod">
        <pc:chgData name="Sanmukh Kuppannagari" userId="ad215094-da36-4b66-9c79-369a17aea26b" providerId="ADAL" clId="{57CFD692-4744-46EE-BC36-4B4ADFBE76FB}" dt="2024-09-17T16:39:58.305" v="4918" actId="207"/>
        <pc:sldMkLst>
          <pc:docMk/>
          <pc:sldMk cId="1327029584" sldId="1543"/>
        </pc:sldMkLst>
      </pc:sldChg>
      <pc:sldChg chg="modSp add">
        <pc:chgData name="Sanmukh Kuppannagari" userId="ad215094-da36-4b66-9c79-369a17aea26b" providerId="ADAL" clId="{57CFD692-4744-46EE-BC36-4B4ADFBE76FB}" dt="2024-09-17T16:40:21.164" v="4935" actId="207"/>
        <pc:sldMkLst>
          <pc:docMk/>
          <pc:sldMk cId="2963799951" sldId="1544"/>
        </pc:sldMkLst>
      </pc:sldChg>
      <pc:sldChg chg="addSp modSp add mod">
        <pc:chgData name="Sanmukh Kuppannagari" userId="ad215094-da36-4b66-9c79-369a17aea26b" providerId="ADAL" clId="{57CFD692-4744-46EE-BC36-4B4ADFBE76FB}" dt="2024-09-17T16:40:48.746" v="4941" actId="14100"/>
        <pc:sldMkLst>
          <pc:docMk/>
          <pc:sldMk cId="64679798" sldId="1545"/>
        </pc:sldMkLst>
      </pc:sldChg>
      <pc:sldChg chg="modSp new mod">
        <pc:chgData name="Sanmukh Kuppannagari" userId="ad215094-da36-4b66-9c79-369a17aea26b" providerId="ADAL" clId="{57CFD692-4744-46EE-BC36-4B4ADFBE76FB}" dt="2024-09-17T17:22:57.522" v="6126" actId="20577"/>
        <pc:sldMkLst>
          <pc:docMk/>
          <pc:sldMk cId="1378971665" sldId="1546"/>
        </pc:sldMkLst>
      </pc:sldChg>
      <pc:sldChg chg="addSp modSp new mod">
        <pc:chgData name="Sanmukh Kuppannagari" userId="ad215094-da36-4b66-9c79-369a17aea26b" providerId="ADAL" clId="{57CFD692-4744-46EE-BC36-4B4ADFBE76FB}" dt="2024-09-17T17:25:16.114" v="6207" actId="14100"/>
        <pc:sldMkLst>
          <pc:docMk/>
          <pc:sldMk cId="2055355578" sldId="1547"/>
        </pc:sldMkLst>
      </pc:sldChg>
      <pc:sldChg chg="modSp add mod">
        <pc:chgData name="Sanmukh Kuppannagari" userId="ad215094-da36-4b66-9c79-369a17aea26b" providerId="ADAL" clId="{57CFD692-4744-46EE-BC36-4B4ADFBE76FB}" dt="2024-09-17T17:20:59.089" v="5991" actId="20577"/>
        <pc:sldMkLst>
          <pc:docMk/>
          <pc:sldMk cId="3972000199" sldId="1548"/>
        </pc:sldMkLst>
      </pc:sldChg>
    </pc:docChg>
  </pc:docChgLst>
  <pc:docChgLst>
    <pc:chgData name="Sanmukh Kuppannagari" userId="ad215094-da36-4b66-9c79-369a17aea26b" providerId="ADAL" clId="{5FCC71F3-C825-43C2-BB90-7A89A27DA80B}"/>
    <pc:docChg chg="undo custSel addSld delSld modSld sldOrd">
      <pc:chgData name="Sanmukh Kuppannagari" userId="ad215094-da36-4b66-9c79-369a17aea26b" providerId="ADAL" clId="{5FCC71F3-C825-43C2-BB90-7A89A27DA80B}" dt="2024-08-27T14:56:17.359" v="2869" actId="1076"/>
      <pc:docMkLst>
        <pc:docMk/>
      </pc:docMkLst>
      <pc:sldChg chg="modSp mod">
        <pc:chgData name="Sanmukh Kuppannagari" userId="ad215094-da36-4b66-9c79-369a17aea26b" providerId="ADAL" clId="{5FCC71F3-C825-43C2-BB90-7A89A27DA80B}" dt="2024-08-27T12:44:58.871" v="21" actId="20577"/>
        <pc:sldMkLst>
          <pc:docMk/>
          <pc:sldMk cId="728785357" sldId="256"/>
        </pc:sldMkLst>
      </pc:sldChg>
      <pc:sldChg chg="addSp delSp modSp mod">
        <pc:chgData name="Sanmukh Kuppannagari" userId="ad215094-da36-4b66-9c79-369a17aea26b" providerId="ADAL" clId="{5FCC71F3-C825-43C2-BB90-7A89A27DA80B}" dt="2024-08-27T14:56:17.359" v="2869" actId="1076"/>
        <pc:sldMkLst>
          <pc:docMk/>
          <pc:sldMk cId="1853368443" sldId="257"/>
        </pc:sldMkLst>
      </pc:sldChg>
      <pc:sldChg chg="modSp mod">
        <pc:chgData name="Sanmukh Kuppannagari" userId="ad215094-da36-4b66-9c79-369a17aea26b" providerId="ADAL" clId="{5FCC71F3-C825-43C2-BB90-7A89A27DA80B}" dt="2024-08-27T12:45:35.542" v="27" actId="6549"/>
        <pc:sldMkLst>
          <pc:docMk/>
          <pc:sldMk cId="2017305151" sldId="261"/>
        </pc:sldMkLst>
      </pc:sldChg>
      <pc:sldChg chg="del">
        <pc:chgData name="Sanmukh Kuppannagari" userId="ad215094-da36-4b66-9c79-369a17aea26b" providerId="ADAL" clId="{5FCC71F3-C825-43C2-BB90-7A89A27DA80B}" dt="2024-08-27T12:46:21.210" v="33" actId="47"/>
        <pc:sldMkLst>
          <pc:docMk/>
          <pc:sldMk cId="2115879010" sldId="263"/>
        </pc:sldMkLst>
      </pc:sldChg>
      <pc:sldChg chg="modSp mod">
        <pc:chgData name="Sanmukh Kuppannagari" userId="ad215094-da36-4b66-9c79-369a17aea26b" providerId="ADAL" clId="{5FCC71F3-C825-43C2-BB90-7A89A27DA80B}" dt="2024-08-27T12:47:52.206" v="81" actId="20577"/>
        <pc:sldMkLst>
          <pc:docMk/>
          <pc:sldMk cId="4279812585" sldId="264"/>
        </pc:sldMkLst>
      </pc:sldChg>
      <pc:sldChg chg="modSp mod">
        <pc:chgData name="Sanmukh Kuppannagari" userId="ad215094-da36-4b66-9c79-369a17aea26b" providerId="ADAL" clId="{5FCC71F3-C825-43C2-BB90-7A89A27DA80B}" dt="2024-08-27T13:46:38.444" v="734" actId="20577"/>
        <pc:sldMkLst>
          <pc:docMk/>
          <pc:sldMk cId="229327562" sldId="265"/>
        </pc:sldMkLst>
      </pc:sldChg>
      <pc:sldChg chg="modSp mod">
        <pc:chgData name="Sanmukh Kuppannagari" userId="ad215094-da36-4b66-9c79-369a17aea26b" providerId="ADAL" clId="{5FCC71F3-C825-43C2-BB90-7A89A27DA80B}" dt="2024-08-27T13:48:25.862" v="819" actId="20577"/>
        <pc:sldMkLst>
          <pc:docMk/>
          <pc:sldMk cId="773656466" sldId="266"/>
        </pc:sldMkLst>
      </pc:sldChg>
      <pc:sldChg chg="modSp mod">
        <pc:chgData name="Sanmukh Kuppannagari" userId="ad215094-da36-4b66-9c79-369a17aea26b" providerId="ADAL" clId="{5FCC71F3-C825-43C2-BB90-7A89A27DA80B}" dt="2024-08-27T13:44:27.239" v="709" actId="27636"/>
        <pc:sldMkLst>
          <pc:docMk/>
          <pc:sldMk cId="664933502" sldId="273"/>
        </pc:sldMkLst>
      </pc:sldChg>
      <pc:sldChg chg="del">
        <pc:chgData name="Sanmukh Kuppannagari" userId="ad215094-da36-4b66-9c79-369a17aea26b" providerId="ADAL" clId="{5FCC71F3-C825-43C2-BB90-7A89A27DA80B}" dt="2024-08-27T13:44:36.563" v="710" actId="47"/>
        <pc:sldMkLst>
          <pc:docMk/>
          <pc:sldMk cId="517079826" sldId="274"/>
        </pc:sldMkLst>
      </pc:sldChg>
      <pc:sldChg chg="modSp mod">
        <pc:chgData name="Sanmukh Kuppannagari" userId="ad215094-da36-4b66-9c79-369a17aea26b" providerId="ADAL" clId="{5FCC71F3-C825-43C2-BB90-7A89A27DA80B}" dt="2024-08-27T14:22:04.340" v="2079" actId="20577"/>
        <pc:sldMkLst>
          <pc:docMk/>
          <pc:sldMk cId="1064585860" sldId="277"/>
        </pc:sldMkLst>
      </pc:sldChg>
      <pc:sldChg chg="modSp mod">
        <pc:chgData name="Sanmukh Kuppannagari" userId="ad215094-da36-4b66-9c79-369a17aea26b" providerId="ADAL" clId="{5FCC71F3-C825-43C2-BB90-7A89A27DA80B}" dt="2024-08-27T13:57:02.226" v="873" actId="20577"/>
        <pc:sldMkLst>
          <pc:docMk/>
          <pc:sldMk cId="2392899443" sldId="278"/>
        </pc:sldMkLst>
      </pc:sldChg>
      <pc:sldChg chg="modSp mod">
        <pc:chgData name="Sanmukh Kuppannagari" userId="ad215094-da36-4b66-9c79-369a17aea26b" providerId="ADAL" clId="{5FCC71F3-C825-43C2-BB90-7A89A27DA80B}" dt="2024-08-27T13:57:06.581" v="874" actId="20577"/>
        <pc:sldMkLst>
          <pc:docMk/>
          <pc:sldMk cId="3752910855" sldId="279"/>
        </pc:sldMkLst>
      </pc:sldChg>
      <pc:sldChg chg="modSp del mod">
        <pc:chgData name="Sanmukh Kuppannagari" userId="ad215094-da36-4b66-9c79-369a17aea26b" providerId="ADAL" clId="{5FCC71F3-C825-43C2-BB90-7A89A27DA80B}" dt="2024-08-27T14:01:55.303" v="877" actId="47"/>
        <pc:sldMkLst>
          <pc:docMk/>
          <pc:sldMk cId="621001467" sldId="280"/>
        </pc:sldMkLst>
      </pc:sldChg>
      <pc:sldChg chg="modSp mod">
        <pc:chgData name="Sanmukh Kuppannagari" userId="ad215094-da36-4b66-9c79-369a17aea26b" providerId="ADAL" clId="{5FCC71F3-C825-43C2-BB90-7A89A27DA80B}" dt="2024-08-27T14:18:22.939" v="1920" actId="20577"/>
        <pc:sldMkLst>
          <pc:docMk/>
          <pc:sldMk cId="3740158276" sldId="281"/>
        </pc:sldMkLst>
      </pc:sldChg>
      <pc:sldChg chg="del">
        <pc:chgData name="Sanmukh Kuppannagari" userId="ad215094-da36-4b66-9c79-369a17aea26b" providerId="ADAL" clId="{5FCC71F3-C825-43C2-BB90-7A89A27DA80B}" dt="2024-08-27T13:44:36.563" v="710" actId="47"/>
        <pc:sldMkLst>
          <pc:docMk/>
          <pc:sldMk cId="1659248167" sldId="282"/>
        </pc:sldMkLst>
      </pc:sldChg>
      <pc:sldChg chg="del">
        <pc:chgData name="Sanmukh Kuppannagari" userId="ad215094-da36-4b66-9c79-369a17aea26b" providerId="ADAL" clId="{5FCC71F3-C825-43C2-BB90-7A89A27DA80B}" dt="2024-08-27T13:44:36.563" v="710" actId="47"/>
        <pc:sldMkLst>
          <pc:docMk/>
          <pc:sldMk cId="3056812290" sldId="283"/>
        </pc:sldMkLst>
      </pc:sldChg>
      <pc:sldChg chg="modSp mod">
        <pc:chgData name="Sanmukh Kuppannagari" userId="ad215094-da36-4b66-9c79-369a17aea26b" providerId="ADAL" clId="{5FCC71F3-C825-43C2-BB90-7A89A27DA80B}" dt="2024-08-27T14:30:48.700" v="2231" actId="20577"/>
        <pc:sldMkLst>
          <pc:docMk/>
          <pc:sldMk cId="2158303791" sldId="288"/>
        </pc:sldMkLst>
      </pc:sldChg>
      <pc:sldChg chg="del">
        <pc:chgData name="Sanmukh Kuppannagari" userId="ad215094-da36-4b66-9c79-369a17aea26b" providerId="ADAL" clId="{5FCC71F3-C825-43C2-BB90-7A89A27DA80B}" dt="2024-08-27T12:45:39.178" v="28" actId="47"/>
        <pc:sldMkLst>
          <pc:docMk/>
          <pc:sldMk cId="570291501" sldId="289"/>
        </pc:sldMkLst>
      </pc:sldChg>
      <pc:sldChg chg="add">
        <pc:chgData name="Sanmukh Kuppannagari" userId="ad215094-da36-4b66-9c79-369a17aea26b" providerId="ADAL" clId="{5FCC71F3-C825-43C2-BB90-7A89A27DA80B}" dt="2024-08-27T13:01:51.315" v="345"/>
        <pc:sldMkLst>
          <pc:docMk/>
          <pc:sldMk cId="200871894" sldId="293"/>
        </pc:sldMkLst>
      </pc:sldChg>
      <pc:sldChg chg="add del">
        <pc:chgData name="Sanmukh Kuppannagari" userId="ad215094-da36-4b66-9c79-369a17aea26b" providerId="ADAL" clId="{5FCC71F3-C825-43C2-BB90-7A89A27DA80B}" dt="2024-08-27T14:42:17.722" v="2619" actId="47"/>
        <pc:sldMkLst>
          <pc:docMk/>
          <pc:sldMk cId="2664133677" sldId="298"/>
        </pc:sldMkLst>
      </pc:sldChg>
      <pc:sldChg chg="del">
        <pc:chgData name="Sanmukh Kuppannagari" userId="ad215094-da36-4b66-9c79-369a17aea26b" providerId="ADAL" clId="{5FCC71F3-C825-43C2-BB90-7A89A27DA80B}" dt="2024-08-27T12:46:57.001" v="38" actId="47"/>
        <pc:sldMkLst>
          <pc:docMk/>
          <pc:sldMk cId="670794243" sldId="301"/>
        </pc:sldMkLst>
      </pc:sldChg>
      <pc:sldChg chg="del">
        <pc:chgData name="Sanmukh Kuppannagari" userId="ad215094-da36-4b66-9c79-369a17aea26b" providerId="ADAL" clId="{5FCC71F3-C825-43C2-BB90-7A89A27DA80B}" dt="2024-08-27T12:46:10.357" v="31" actId="47"/>
        <pc:sldMkLst>
          <pc:docMk/>
          <pc:sldMk cId="2162272" sldId="302"/>
        </pc:sldMkLst>
      </pc:sldChg>
      <pc:sldChg chg="add">
        <pc:chgData name="Sanmukh Kuppannagari" userId="ad215094-da36-4b66-9c79-369a17aea26b" providerId="ADAL" clId="{5FCC71F3-C825-43C2-BB90-7A89A27DA80B}" dt="2024-08-27T13:01:51.315" v="345"/>
        <pc:sldMkLst>
          <pc:docMk/>
          <pc:sldMk cId="3456202256" sldId="307"/>
        </pc:sldMkLst>
      </pc:sldChg>
      <pc:sldChg chg="modSp mod">
        <pc:chgData name="Sanmukh Kuppannagari" userId="ad215094-da36-4b66-9c79-369a17aea26b" providerId="ADAL" clId="{5FCC71F3-C825-43C2-BB90-7A89A27DA80B}" dt="2024-08-27T12:50:53.261" v="131" actId="20577"/>
        <pc:sldMkLst>
          <pc:docMk/>
          <pc:sldMk cId="4010883220" sldId="315"/>
        </pc:sldMkLst>
      </pc:sldChg>
      <pc:sldChg chg="modSp mod">
        <pc:chgData name="Sanmukh Kuppannagari" userId="ad215094-da36-4b66-9c79-369a17aea26b" providerId="ADAL" clId="{5FCC71F3-C825-43C2-BB90-7A89A27DA80B}" dt="2024-08-27T12:51:14.099" v="134" actId="20577"/>
        <pc:sldMkLst>
          <pc:docMk/>
          <pc:sldMk cId="961129123" sldId="316"/>
        </pc:sldMkLst>
      </pc:sldChg>
      <pc:sldChg chg="modSp mod">
        <pc:chgData name="Sanmukh Kuppannagari" userId="ad215094-da36-4b66-9c79-369a17aea26b" providerId="ADAL" clId="{5FCC71F3-C825-43C2-BB90-7A89A27DA80B}" dt="2024-08-27T13:47:13.431" v="812" actId="20577"/>
        <pc:sldMkLst>
          <pc:docMk/>
          <pc:sldMk cId="537906077" sldId="319"/>
        </pc:sldMkLst>
      </pc:sldChg>
      <pc:sldChg chg="add del">
        <pc:chgData name="Sanmukh Kuppannagari" userId="ad215094-da36-4b66-9c79-369a17aea26b" providerId="ADAL" clId="{5FCC71F3-C825-43C2-BB90-7A89A27DA80B}" dt="2024-08-27T14:42:17.722" v="2619" actId="47"/>
        <pc:sldMkLst>
          <pc:docMk/>
          <pc:sldMk cId="2522483144" sldId="341"/>
        </pc:sldMkLst>
      </pc:sldChg>
      <pc:sldChg chg="add">
        <pc:chgData name="Sanmukh Kuppannagari" userId="ad215094-da36-4b66-9c79-369a17aea26b" providerId="ADAL" clId="{5FCC71F3-C825-43C2-BB90-7A89A27DA80B}" dt="2024-08-27T13:01:51.315" v="345"/>
        <pc:sldMkLst>
          <pc:docMk/>
          <pc:sldMk cId="4047053487" sldId="343"/>
        </pc:sldMkLst>
      </pc:sldChg>
      <pc:sldChg chg="add">
        <pc:chgData name="Sanmukh Kuppannagari" userId="ad215094-da36-4b66-9c79-369a17aea26b" providerId="ADAL" clId="{5FCC71F3-C825-43C2-BB90-7A89A27DA80B}" dt="2024-08-27T13:01:51.315" v="345"/>
        <pc:sldMkLst>
          <pc:docMk/>
          <pc:sldMk cId="311840423" sldId="344"/>
        </pc:sldMkLst>
      </pc:sldChg>
      <pc:sldChg chg="add del">
        <pc:chgData name="Sanmukh Kuppannagari" userId="ad215094-da36-4b66-9c79-369a17aea26b" providerId="ADAL" clId="{5FCC71F3-C825-43C2-BB90-7A89A27DA80B}" dt="2024-08-27T13:06:08.936" v="354" actId="47"/>
        <pc:sldMkLst>
          <pc:docMk/>
          <pc:sldMk cId="3723127128" sldId="348"/>
        </pc:sldMkLst>
      </pc:sldChg>
      <pc:sldChg chg="add">
        <pc:chgData name="Sanmukh Kuppannagari" userId="ad215094-da36-4b66-9c79-369a17aea26b" providerId="ADAL" clId="{5FCC71F3-C825-43C2-BB90-7A89A27DA80B}" dt="2024-08-27T13:01:51.315" v="345"/>
        <pc:sldMkLst>
          <pc:docMk/>
          <pc:sldMk cId="3490123102" sldId="349"/>
        </pc:sldMkLst>
      </pc:sldChg>
      <pc:sldChg chg="add del">
        <pc:chgData name="Sanmukh Kuppannagari" userId="ad215094-da36-4b66-9c79-369a17aea26b" providerId="ADAL" clId="{5FCC71F3-C825-43C2-BB90-7A89A27DA80B}" dt="2024-08-27T13:06:03.574" v="352" actId="47"/>
        <pc:sldMkLst>
          <pc:docMk/>
          <pc:sldMk cId="3483887094" sldId="350"/>
        </pc:sldMkLst>
      </pc:sldChg>
      <pc:sldChg chg="add">
        <pc:chgData name="Sanmukh Kuppannagari" userId="ad215094-da36-4b66-9c79-369a17aea26b" providerId="ADAL" clId="{5FCC71F3-C825-43C2-BB90-7A89A27DA80B}" dt="2024-08-27T13:01:51.315" v="345"/>
        <pc:sldMkLst>
          <pc:docMk/>
          <pc:sldMk cId="3758420558" sldId="351"/>
        </pc:sldMkLst>
      </pc:sldChg>
      <pc:sldChg chg="add del">
        <pc:chgData name="Sanmukh Kuppannagari" userId="ad215094-da36-4b66-9c79-369a17aea26b" providerId="ADAL" clId="{5FCC71F3-C825-43C2-BB90-7A89A27DA80B}" dt="2024-08-27T13:06:06.715" v="353" actId="47"/>
        <pc:sldMkLst>
          <pc:docMk/>
          <pc:sldMk cId="1279029055" sldId="352"/>
        </pc:sldMkLst>
      </pc:sldChg>
      <pc:sldChg chg="del">
        <pc:chgData name="Sanmukh Kuppannagari" userId="ad215094-da36-4b66-9c79-369a17aea26b" providerId="ADAL" clId="{5FCC71F3-C825-43C2-BB90-7A89A27DA80B}" dt="2024-08-27T13:44:36.563" v="710" actId="47"/>
        <pc:sldMkLst>
          <pc:docMk/>
          <pc:sldMk cId="1812071874" sldId="353"/>
        </pc:sldMkLst>
      </pc:sldChg>
      <pc:sldChg chg="add">
        <pc:chgData name="Sanmukh Kuppannagari" userId="ad215094-da36-4b66-9c79-369a17aea26b" providerId="ADAL" clId="{5FCC71F3-C825-43C2-BB90-7A89A27DA80B}" dt="2024-08-27T13:01:51.315" v="345"/>
        <pc:sldMkLst>
          <pc:docMk/>
          <pc:sldMk cId="2492042211" sldId="354"/>
        </pc:sldMkLst>
      </pc:sldChg>
      <pc:sldChg chg="add">
        <pc:chgData name="Sanmukh Kuppannagari" userId="ad215094-da36-4b66-9c79-369a17aea26b" providerId="ADAL" clId="{5FCC71F3-C825-43C2-BB90-7A89A27DA80B}" dt="2024-08-27T13:01:51.315" v="345"/>
        <pc:sldMkLst>
          <pc:docMk/>
          <pc:sldMk cId="2865917714" sldId="355"/>
        </pc:sldMkLst>
      </pc:sldChg>
      <pc:sldChg chg="add del">
        <pc:chgData name="Sanmukh Kuppannagari" userId="ad215094-da36-4b66-9c79-369a17aea26b" providerId="ADAL" clId="{5FCC71F3-C825-43C2-BB90-7A89A27DA80B}" dt="2024-08-27T14:28:26.121" v="2081" actId="47"/>
        <pc:sldMkLst>
          <pc:docMk/>
          <pc:sldMk cId="705628724" sldId="356"/>
        </pc:sldMkLst>
      </pc:sldChg>
      <pc:sldChg chg="add">
        <pc:chgData name="Sanmukh Kuppannagari" userId="ad215094-da36-4b66-9c79-369a17aea26b" providerId="ADAL" clId="{5FCC71F3-C825-43C2-BB90-7A89A27DA80B}" dt="2024-08-27T13:01:51.315" v="345"/>
        <pc:sldMkLst>
          <pc:docMk/>
          <pc:sldMk cId="4214734292" sldId="357"/>
        </pc:sldMkLst>
      </pc:sldChg>
      <pc:sldChg chg="add del">
        <pc:chgData name="Sanmukh Kuppannagari" userId="ad215094-da36-4b66-9c79-369a17aea26b" providerId="ADAL" clId="{5FCC71F3-C825-43C2-BB90-7A89A27DA80B}" dt="2024-08-27T14:28:33.065" v="2082" actId="47"/>
        <pc:sldMkLst>
          <pc:docMk/>
          <pc:sldMk cId="1027554099" sldId="358"/>
        </pc:sldMkLst>
      </pc:sldChg>
      <pc:sldChg chg="addSp modSp add mod">
        <pc:chgData name="Sanmukh Kuppannagari" userId="ad215094-da36-4b66-9c79-369a17aea26b" providerId="ADAL" clId="{5FCC71F3-C825-43C2-BB90-7A89A27DA80B}" dt="2024-08-27T14:30:12.508" v="2214" actId="20577"/>
        <pc:sldMkLst>
          <pc:docMk/>
          <pc:sldMk cId="508044999" sldId="359"/>
        </pc:sldMkLst>
      </pc:sldChg>
      <pc:sldChg chg="add del">
        <pc:chgData name="Sanmukh Kuppannagari" userId="ad215094-da36-4b66-9c79-369a17aea26b" providerId="ADAL" clId="{5FCC71F3-C825-43C2-BB90-7A89A27DA80B}" dt="2024-08-27T14:28:57.385" v="2085" actId="47"/>
        <pc:sldMkLst>
          <pc:docMk/>
          <pc:sldMk cId="1622640958" sldId="360"/>
        </pc:sldMkLst>
      </pc:sldChg>
      <pc:sldChg chg="add ord">
        <pc:chgData name="Sanmukh Kuppannagari" userId="ad215094-da36-4b66-9c79-369a17aea26b" providerId="ADAL" clId="{5FCC71F3-C825-43C2-BB90-7A89A27DA80B}" dt="2024-08-27T14:28:43.371" v="2084"/>
        <pc:sldMkLst>
          <pc:docMk/>
          <pc:sldMk cId="3582721875" sldId="361"/>
        </pc:sldMkLst>
      </pc:sldChg>
      <pc:sldChg chg="add">
        <pc:chgData name="Sanmukh Kuppannagari" userId="ad215094-da36-4b66-9c79-369a17aea26b" providerId="ADAL" clId="{5FCC71F3-C825-43C2-BB90-7A89A27DA80B}" dt="2024-08-27T13:01:51.315" v="345"/>
        <pc:sldMkLst>
          <pc:docMk/>
          <pc:sldMk cId="2711586685" sldId="362"/>
        </pc:sldMkLst>
      </pc:sldChg>
      <pc:sldChg chg="add">
        <pc:chgData name="Sanmukh Kuppannagari" userId="ad215094-da36-4b66-9c79-369a17aea26b" providerId="ADAL" clId="{5FCC71F3-C825-43C2-BB90-7A89A27DA80B}" dt="2024-08-27T13:01:51.315" v="345"/>
        <pc:sldMkLst>
          <pc:docMk/>
          <pc:sldMk cId="676817876" sldId="364"/>
        </pc:sldMkLst>
      </pc:sldChg>
      <pc:sldChg chg="add">
        <pc:chgData name="Sanmukh Kuppannagari" userId="ad215094-da36-4b66-9c79-369a17aea26b" providerId="ADAL" clId="{5FCC71F3-C825-43C2-BB90-7A89A27DA80B}" dt="2024-08-27T13:01:51.315" v="345"/>
        <pc:sldMkLst>
          <pc:docMk/>
          <pc:sldMk cId="1059025400" sldId="365"/>
        </pc:sldMkLst>
      </pc:sldChg>
      <pc:sldChg chg="add">
        <pc:chgData name="Sanmukh Kuppannagari" userId="ad215094-da36-4b66-9c79-369a17aea26b" providerId="ADAL" clId="{5FCC71F3-C825-43C2-BB90-7A89A27DA80B}" dt="2024-08-27T13:01:51.315" v="345"/>
        <pc:sldMkLst>
          <pc:docMk/>
          <pc:sldMk cId="1982809871" sldId="366"/>
        </pc:sldMkLst>
      </pc:sldChg>
      <pc:sldChg chg="add">
        <pc:chgData name="Sanmukh Kuppannagari" userId="ad215094-da36-4b66-9c79-369a17aea26b" providerId="ADAL" clId="{5FCC71F3-C825-43C2-BB90-7A89A27DA80B}" dt="2024-08-27T13:01:51.315" v="345"/>
        <pc:sldMkLst>
          <pc:docMk/>
          <pc:sldMk cId="3344624359" sldId="369"/>
        </pc:sldMkLst>
      </pc:sldChg>
      <pc:sldChg chg="modSp add mod">
        <pc:chgData name="Sanmukh Kuppannagari" userId="ad215094-da36-4b66-9c79-369a17aea26b" providerId="ADAL" clId="{5FCC71F3-C825-43C2-BB90-7A89A27DA80B}" dt="2024-08-27T14:27:51.019" v="2080" actId="20577"/>
        <pc:sldMkLst>
          <pc:docMk/>
          <pc:sldMk cId="3904881137" sldId="370"/>
        </pc:sldMkLst>
      </pc:sldChg>
      <pc:sldChg chg="add del">
        <pc:chgData name="Sanmukh Kuppannagari" userId="ad215094-da36-4b66-9c79-369a17aea26b" providerId="ADAL" clId="{5FCC71F3-C825-43C2-BB90-7A89A27DA80B}" dt="2024-08-27T14:42:17.722" v="2619" actId="47"/>
        <pc:sldMkLst>
          <pc:docMk/>
          <pc:sldMk cId="1638638761" sldId="1242"/>
        </pc:sldMkLst>
      </pc:sldChg>
      <pc:sldChg chg="add del">
        <pc:chgData name="Sanmukh Kuppannagari" userId="ad215094-da36-4b66-9c79-369a17aea26b" providerId="ADAL" clId="{5FCC71F3-C825-43C2-BB90-7A89A27DA80B}" dt="2024-08-27T14:42:17.722" v="2619" actId="47"/>
        <pc:sldMkLst>
          <pc:docMk/>
          <pc:sldMk cId="3019430982" sldId="1243"/>
        </pc:sldMkLst>
      </pc:sldChg>
      <pc:sldChg chg="add del">
        <pc:chgData name="Sanmukh Kuppannagari" userId="ad215094-da36-4b66-9c79-369a17aea26b" providerId="ADAL" clId="{5FCC71F3-C825-43C2-BB90-7A89A27DA80B}" dt="2024-08-27T14:42:17.722" v="2619" actId="47"/>
        <pc:sldMkLst>
          <pc:docMk/>
          <pc:sldMk cId="1516867430" sldId="1244"/>
        </pc:sldMkLst>
      </pc:sldChg>
      <pc:sldChg chg="del">
        <pc:chgData name="Sanmukh Kuppannagari" userId="ad215094-da36-4b66-9c79-369a17aea26b" providerId="ADAL" clId="{5FCC71F3-C825-43C2-BB90-7A89A27DA80B}" dt="2024-08-27T13:44:36.563" v="710" actId="47"/>
        <pc:sldMkLst>
          <pc:docMk/>
          <pc:sldMk cId="4248992536" sldId="1413"/>
        </pc:sldMkLst>
      </pc:sldChg>
      <pc:sldChg chg="del">
        <pc:chgData name="Sanmukh Kuppannagari" userId="ad215094-da36-4b66-9c79-369a17aea26b" providerId="ADAL" clId="{5FCC71F3-C825-43C2-BB90-7A89A27DA80B}" dt="2024-08-27T13:44:36.563" v="710" actId="47"/>
        <pc:sldMkLst>
          <pc:docMk/>
          <pc:sldMk cId="738820361" sldId="1414"/>
        </pc:sldMkLst>
      </pc:sldChg>
      <pc:sldChg chg="modSp add mod">
        <pc:chgData name="Sanmukh Kuppannagari" userId="ad215094-da36-4b66-9c79-369a17aea26b" providerId="ADAL" clId="{5FCC71F3-C825-43C2-BB90-7A89A27DA80B}" dt="2024-08-27T12:46:01.359" v="30" actId="207"/>
        <pc:sldMkLst>
          <pc:docMk/>
          <pc:sldMk cId="145402012" sldId="1415"/>
        </pc:sldMkLst>
      </pc:sldChg>
      <pc:sldChg chg="modSp add mod ord">
        <pc:chgData name="Sanmukh Kuppannagari" userId="ad215094-da36-4b66-9c79-369a17aea26b" providerId="ADAL" clId="{5FCC71F3-C825-43C2-BB90-7A89A27DA80B}" dt="2024-08-27T12:46:50.722" v="37"/>
        <pc:sldMkLst>
          <pc:docMk/>
          <pc:sldMk cId="295492823" sldId="1416"/>
        </pc:sldMkLst>
      </pc:sldChg>
      <pc:sldChg chg="add">
        <pc:chgData name="Sanmukh Kuppannagari" userId="ad215094-da36-4b66-9c79-369a17aea26b" providerId="ADAL" clId="{5FCC71F3-C825-43C2-BB90-7A89A27DA80B}" dt="2024-08-27T13:01:51.315" v="345"/>
        <pc:sldMkLst>
          <pc:docMk/>
          <pc:sldMk cId="3399650778" sldId="1417"/>
        </pc:sldMkLst>
      </pc:sldChg>
      <pc:sldChg chg="add">
        <pc:chgData name="Sanmukh Kuppannagari" userId="ad215094-da36-4b66-9c79-369a17aea26b" providerId="ADAL" clId="{5FCC71F3-C825-43C2-BB90-7A89A27DA80B}" dt="2024-08-27T13:01:51.315" v="345"/>
        <pc:sldMkLst>
          <pc:docMk/>
          <pc:sldMk cId="624960510" sldId="1418"/>
        </pc:sldMkLst>
      </pc:sldChg>
      <pc:sldChg chg="add">
        <pc:chgData name="Sanmukh Kuppannagari" userId="ad215094-da36-4b66-9c79-369a17aea26b" providerId="ADAL" clId="{5FCC71F3-C825-43C2-BB90-7A89A27DA80B}" dt="2024-08-27T13:01:51.315" v="345"/>
        <pc:sldMkLst>
          <pc:docMk/>
          <pc:sldMk cId="2842676586" sldId="1419"/>
        </pc:sldMkLst>
      </pc:sldChg>
      <pc:sldChg chg="add">
        <pc:chgData name="Sanmukh Kuppannagari" userId="ad215094-da36-4b66-9c79-369a17aea26b" providerId="ADAL" clId="{5FCC71F3-C825-43C2-BB90-7A89A27DA80B}" dt="2024-08-27T13:01:51.315" v="345"/>
        <pc:sldMkLst>
          <pc:docMk/>
          <pc:sldMk cId="4171868693" sldId="1420"/>
        </pc:sldMkLst>
      </pc:sldChg>
      <pc:sldChg chg="add">
        <pc:chgData name="Sanmukh Kuppannagari" userId="ad215094-da36-4b66-9c79-369a17aea26b" providerId="ADAL" clId="{5FCC71F3-C825-43C2-BB90-7A89A27DA80B}" dt="2024-08-27T13:01:51.315" v="345"/>
        <pc:sldMkLst>
          <pc:docMk/>
          <pc:sldMk cId="2070763525" sldId="1421"/>
        </pc:sldMkLst>
      </pc:sldChg>
      <pc:sldChg chg="modSp add mod">
        <pc:chgData name="Sanmukh Kuppannagari" userId="ad215094-da36-4b66-9c79-369a17aea26b" providerId="ADAL" clId="{5FCC71F3-C825-43C2-BB90-7A89A27DA80B}" dt="2024-08-27T13:02:13.990" v="348" actId="207"/>
        <pc:sldMkLst>
          <pc:docMk/>
          <pc:sldMk cId="665993282" sldId="1422"/>
        </pc:sldMkLst>
      </pc:sldChg>
      <pc:sldChg chg="modSp add mod">
        <pc:chgData name="Sanmukh Kuppannagari" userId="ad215094-da36-4b66-9c79-369a17aea26b" providerId="ADAL" clId="{5FCC71F3-C825-43C2-BB90-7A89A27DA80B}" dt="2024-08-27T13:02:32.376" v="350" actId="207"/>
        <pc:sldMkLst>
          <pc:docMk/>
          <pc:sldMk cId="3988014077" sldId="1423"/>
        </pc:sldMkLst>
      </pc:sldChg>
      <pc:sldChg chg="addSp delSp modSp new mod modNotesTx">
        <pc:chgData name="Sanmukh Kuppannagari" userId="ad215094-da36-4b66-9c79-369a17aea26b" providerId="ADAL" clId="{5FCC71F3-C825-43C2-BB90-7A89A27DA80B}" dt="2024-08-27T13:56:52.839" v="871" actId="20577"/>
        <pc:sldMkLst>
          <pc:docMk/>
          <pc:sldMk cId="3464992614" sldId="1424"/>
        </pc:sldMkLst>
      </pc:sldChg>
      <pc:sldChg chg="modSp new mod">
        <pc:chgData name="Sanmukh Kuppannagari" userId="ad215094-da36-4b66-9c79-369a17aea26b" providerId="ADAL" clId="{5FCC71F3-C825-43C2-BB90-7A89A27DA80B}" dt="2024-08-27T14:07:06.102" v="1226" actId="20577"/>
        <pc:sldMkLst>
          <pc:docMk/>
          <pc:sldMk cId="2900684070" sldId="1425"/>
        </pc:sldMkLst>
      </pc:sldChg>
      <pc:sldChg chg="addSp modSp add mod">
        <pc:chgData name="Sanmukh Kuppannagari" userId="ad215094-da36-4b66-9c79-369a17aea26b" providerId="ADAL" clId="{5FCC71F3-C825-43C2-BB90-7A89A27DA80B}" dt="2024-08-27T14:19:41.285" v="1996" actId="403"/>
        <pc:sldMkLst>
          <pc:docMk/>
          <pc:sldMk cId="2221228576" sldId="1426"/>
        </pc:sldMkLst>
      </pc:sldChg>
      <pc:sldChg chg="modSp add mod">
        <pc:chgData name="Sanmukh Kuppannagari" userId="ad215094-da36-4b66-9c79-369a17aea26b" providerId="ADAL" clId="{5FCC71F3-C825-43C2-BB90-7A89A27DA80B}" dt="2024-08-27T14:20:05.515" v="2057" actId="20577"/>
        <pc:sldMkLst>
          <pc:docMk/>
          <pc:sldMk cId="2023560490" sldId="1427"/>
        </pc:sldMkLst>
      </pc:sldChg>
      <pc:sldChg chg="modSp new mod">
        <pc:chgData name="Sanmukh Kuppannagari" userId="ad215094-da36-4b66-9c79-369a17aea26b" providerId="ADAL" clId="{5FCC71F3-C825-43C2-BB90-7A89A27DA80B}" dt="2024-08-27T14:42:08.727" v="2618" actId="20577"/>
        <pc:sldMkLst>
          <pc:docMk/>
          <pc:sldMk cId="2220318750" sldId="1428"/>
        </pc:sldMkLst>
      </pc:sldChg>
      <pc:sldChg chg="modSp new mod">
        <pc:chgData name="Sanmukh Kuppannagari" userId="ad215094-da36-4b66-9c79-369a17aea26b" providerId="ADAL" clId="{5FCC71F3-C825-43C2-BB90-7A89A27DA80B}" dt="2024-08-27T14:43:10.500" v="2790" actId="20577"/>
        <pc:sldMkLst>
          <pc:docMk/>
          <pc:sldMk cId="3958413754" sldId="1429"/>
        </pc:sldMkLst>
      </pc:sldChg>
    </pc:docChg>
  </pc:docChgLst>
  <pc:docChgLst>
    <pc:chgData name="Sanmukh Kuppannagari" userId="ad215094-da36-4b66-9c79-369a17aea26b" providerId="ADAL" clId="{AD558336-AE15-4CDD-AB6D-EE016937268C}"/>
    <pc:docChg chg="undo custSel addSld delSld modSld">
      <pc:chgData name="Sanmukh Kuppannagari" userId="ad215094-da36-4b66-9c79-369a17aea26b" providerId="ADAL" clId="{AD558336-AE15-4CDD-AB6D-EE016937268C}" dt="2025-09-23T14:35:03.059" v="2126" actId="20577"/>
      <pc:docMkLst>
        <pc:docMk/>
      </pc:docMkLst>
      <pc:sldChg chg="modSp mod">
        <pc:chgData name="Sanmukh Kuppannagari" userId="ad215094-da36-4b66-9c79-369a17aea26b" providerId="ADAL" clId="{AD558336-AE15-4CDD-AB6D-EE016937268C}" dt="2025-09-22T23:30:25.200" v="2" actId="20577"/>
        <pc:sldMkLst>
          <pc:docMk/>
          <pc:sldMk cId="728785357" sldId="256"/>
        </pc:sldMkLst>
        <pc:spChg chg="mod">
          <ac:chgData name="Sanmukh Kuppannagari" userId="ad215094-da36-4b66-9c79-369a17aea26b" providerId="ADAL" clId="{AD558336-AE15-4CDD-AB6D-EE016937268C}" dt="2025-09-22T23:30:25.200" v="2" actId="20577"/>
          <ac:spMkLst>
            <pc:docMk/>
            <pc:sldMk cId="728785357" sldId="256"/>
            <ac:spMk id="3" creationId="{C46BB279-3651-105A-8503-217F67B1FED8}"/>
          </ac:spMkLst>
        </pc:spChg>
      </pc:sldChg>
      <pc:sldChg chg="modSp mod">
        <pc:chgData name="Sanmukh Kuppannagari" userId="ad215094-da36-4b66-9c79-369a17aea26b" providerId="ADAL" clId="{AD558336-AE15-4CDD-AB6D-EE016937268C}" dt="2025-09-22T23:37:32.583" v="682" actId="20577"/>
        <pc:sldMkLst>
          <pc:docMk/>
          <pc:sldMk cId="2017305151" sldId="261"/>
        </pc:sldMkLst>
        <pc:spChg chg="mod">
          <ac:chgData name="Sanmukh Kuppannagari" userId="ad215094-da36-4b66-9c79-369a17aea26b" providerId="ADAL" clId="{AD558336-AE15-4CDD-AB6D-EE016937268C}" dt="2025-09-22T23:37:32.583" v="682" actId="20577"/>
          <ac:spMkLst>
            <pc:docMk/>
            <pc:sldMk cId="2017305151" sldId="261"/>
            <ac:spMk id="3" creationId="{D61E7643-79A8-EFA8-035B-07E3457DA90C}"/>
          </ac:spMkLst>
        </pc:spChg>
      </pc:sldChg>
      <pc:sldChg chg="del">
        <pc:chgData name="Sanmukh Kuppannagari" userId="ad215094-da36-4b66-9c79-369a17aea26b" providerId="ADAL" clId="{AD558336-AE15-4CDD-AB6D-EE016937268C}" dt="2025-09-22T23:30:46.434" v="3" actId="47"/>
        <pc:sldMkLst>
          <pc:docMk/>
          <pc:sldMk cId="2664133677" sldId="298"/>
        </pc:sldMkLst>
      </pc:sldChg>
      <pc:sldChg chg="del">
        <pc:chgData name="Sanmukh Kuppannagari" userId="ad215094-da36-4b66-9c79-369a17aea26b" providerId="ADAL" clId="{AD558336-AE15-4CDD-AB6D-EE016937268C}" dt="2025-09-22T23:30:46.434" v="3" actId="47"/>
        <pc:sldMkLst>
          <pc:docMk/>
          <pc:sldMk cId="1402981858" sldId="386"/>
        </pc:sldMkLst>
      </pc:sldChg>
      <pc:sldChg chg="del">
        <pc:chgData name="Sanmukh Kuppannagari" userId="ad215094-da36-4b66-9c79-369a17aea26b" providerId="ADAL" clId="{AD558336-AE15-4CDD-AB6D-EE016937268C}" dt="2025-09-22T23:30:46.434" v="3" actId="47"/>
        <pc:sldMkLst>
          <pc:docMk/>
          <pc:sldMk cId="3857326952" sldId="1234"/>
        </pc:sldMkLst>
      </pc:sldChg>
      <pc:sldChg chg="del">
        <pc:chgData name="Sanmukh Kuppannagari" userId="ad215094-da36-4b66-9c79-369a17aea26b" providerId="ADAL" clId="{AD558336-AE15-4CDD-AB6D-EE016937268C}" dt="2025-09-22T23:30:46.434" v="3" actId="47"/>
        <pc:sldMkLst>
          <pc:docMk/>
          <pc:sldMk cId="2152651734" sldId="1235"/>
        </pc:sldMkLst>
      </pc:sldChg>
      <pc:sldChg chg="add">
        <pc:chgData name="Sanmukh Kuppannagari" userId="ad215094-da36-4b66-9c79-369a17aea26b" providerId="ADAL" clId="{AD558336-AE15-4CDD-AB6D-EE016937268C}" dt="2025-09-22T23:32:00.436" v="57"/>
        <pc:sldMkLst>
          <pc:docMk/>
          <pc:sldMk cId="3630924" sldId="1253"/>
        </pc:sldMkLst>
      </pc:sldChg>
      <pc:sldChg chg="add">
        <pc:chgData name="Sanmukh Kuppannagari" userId="ad215094-da36-4b66-9c79-369a17aea26b" providerId="ADAL" clId="{AD558336-AE15-4CDD-AB6D-EE016937268C}" dt="2025-09-22T23:32:00.436" v="57"/>
        <pc:sldMkLst>
          <pc:docMk/>
          <pc:sldMk cId="4284530624" sldId="1254"/>
        </pc:sldMkLst>
      </pc:sldChg>
      <pc:sldChg chg="add">
        <pc:chgData name="Sanmukh Kuppannagari" userId="ad215094-da36-4b66-9c79-369a17aea26b" providerId="ADAL" clId="{AD558336-AE15-4CDD-AB6D-EE016937268C}" dt="2025-09-22T23:32:00.436" v="57"/>
        <pc:sldMkLst>
          <pc:docMk/>
          <pc:sldMk cId="3413064123" sldId="1255"/>
        </pc:sldMkLst>
      </pc:sldChg>
      <pc:sldChg chg="add">
        <pc:chgData name="Sanmukh Kuppannagari" userId="ad215094-da36-4b66-9c79-369a17aea26b" providerId="ADAL" clId="{AD558336-AE15-4CDD-AB6D-EE016937268C}" dt="2025-09-22T23:32:00.436" v="57"/>
        <pc:sldMkLst>
          <pc:docMk/>
          <pc:sldMk cId="3574746539" sldId="1256"/>
        </pc:sldMkLst>
      </pc:sldChg>
      <pc:sldChg chg="addSp modSp add mod">
        <pc:chgData name="Sanmukh Kuppannagari" userId="ad215094-da36-4b66-9c79-369a17aea26b" providerId="ADAL" clId="{AD558336-AE15-4CDD-AB6D-EE016937268C}" dt="2025-09-22T23:39:08.349" v="691" actId="14100"/>
        <pc:sldMkLst>
          <pc:docMk/>
          <pc:sldMk cId="927700788" sldId="1257"/>
        </pc:sldMkLst>
      </pc:sldChg>
      <pc:sldChg chg="addSp delSp modSp add mod">
        <pc:chgData name="Sanmukh Kuppannagari" userId="ad215094-da36-4b66-9c79-369a17aea26b" providerId="ADAL" clId="{AD558336-AE15-4CDD-AB6D-EE016937268C}" dt="2025-09-22T23:41:08.121" v="695"/>
        <pc:sldMkLst>
          <pc:docMk/>
          <pc:sldMk cId="1750676043" sldId="1258"/>
        </pc:sldMkLst>
      </pc:sldChg>
      <pc:sldChg chg="add">
        <pc:chgData name="Sanmukh Kuppannagari" userId="ad215094-da36-4b66-9c79-369a17aea26b" providerId="ADAL" clId="{AD558336-AE15-4CDD-AB6D-EE016937268C}" dt="2025-09-22T23:32:00.436" v="57"/>
        <pc:sldMkLst>
          <pc:docMk/>
          <pc:sldMk cId="2329904463" sldId="1259"/>
        </pc:sldMkLst>
      </pc:sldChg>
      <pc:sldChg chg="add">
        <pc:chgData name="Sanmukh Kuppannagari" userId="ad215094-da36-4b66-9c79-369a17aea26b" providerId="ADAL" clId="{AD558336-AE15-4CDD-AB6D-EE016937268C}" dt="2025-09-22T23:32:00.436" v="57"/>
        <pc:sldMkLst>
          <pc:docMk/>
          <pc:sldMk cId="3892195865" sldId="1260"/>
        </pc:sldMkLst>
      </pc:sldChg>
      <pc:sldChg chg="add">
        <pc:chgData name="Sanmukh Kuppannagari" userId="ad215094-da36-4b66-9c79-369a17aea26b" providerId="ADAL" clId="{AD558336-AE15-4CDD-AB6D-EE016937268C}" dt="2025-09-22T23:32:00.436" v="57"/>
        <pc:sldMkLst>
          <pc:docMk/>
          <pc:sldMk cId="2157439954" sldId="1261"/>
        </pc:sldMkLst>
      </pc:sldChg>
      <pc:sldChg chg="add">
        <pc:chgData name="Sanmukh Kuppannagari" userId="ad215094-da36-4b66-9c79-369a17aea26b" providerId="ADAL" clId="{AD558336-AE15-4CDD-AB6D-EE016937268C}" dt="2025-09-22T23:32:00.436" v="57"/>
        <pc:sldMkLst>
          <pc:docMk/>
          <pc:sldMk cId="2769619670" sldId="1262"/>
        </pc:sldMkLst>
      </pc:sldChg>
      <pc:sldChg chg="add">
        <pc:chgData name="Sanmukh Kuppannagari" userId="ad215094-da36-4b66-9c79-369a17aea26b" providerId="ADAL" clId="{AD558336-AE15-4CDD-AB6D-EE016937268C}" dt="2025-09-22T23:32:00.436" v="57"/>
        <pc:sldMkLst>
          <pc:docMk/>
          <pc:sldMk cId="280733138" sldId="1263"/>
        </pc:sldMkLst>
      </pc:sldChg>
      <pc:sldChg chg="modSp add del mod">
        <pc:chgData name="Sanmukh Kuppannagari" userId="ad215094-da36-4b66-9c79-369a17aea26b" providerId="ADAL" clId="{AD558336-AE15-4CDD-AB6D-EE016937268C}" dt="2025-09-22T23:49:05.875" v="937" actId="47"/>
        <pc:sldMkLst>
          <pc:docMk/>
          <pc:sldMk cId="1938244019" sldId="1264"/>
        </pc:sldMkLst>
      </pc:sldChg>
      <pc:sldChg chg="add">
        <pc:chgData name="Sanmukh Kuppannagari" userId="ad215094-da36-4b66-9c79-369a17aea26b" providerId="ADAL" clId="{AD558336-AE15-4CDD-AB6D-EE016937268C}" dt="2025-09-22T23:32:00.436" v="57"/>
        <pc:sldMkLst>
          <pc:docMk/>
          <pc:sldMk cId="3116587120" sldId="1265"/>
        </pc:sldMkLst>
      </pc:sldChg>
      <pc:sldChg chg="add">
        <pc:chgData name="Sanmukh Kuppannagari" userId="ad215094-da36-4b66-9c79-369a17aea26b" providerId="ADAL" clId="{AD558336-AE15-4CDD-AB6D-EE016937268C}" dt="2025-09-22T23:32:00.436" v="57"/>
        <pc:sldMkLst>
          <pc:docMk/>
          <pc:sldMk cId="2205148523" sldId="1266"/>
        </pc:sldMkLst>
      </pc:sldChg>
      <pc:sldChg chg="add">
        <pc:chgData name="Sanmukh Kuppannagari" userId="ad215094-da36-4b66-9c79-369a17aea26b" providerId="ADAL" clId="{AD558336-AE15-4CDD-AB6D-EE016937268C}" dt="2025-09-22T23:32:00.436" v="57"/>
        <pc:sldMkLst>
          <pc:docMk/>
          <pc:sldMk cId="2207822773" sldId="1267"/>
        </pc:sldMkLst>
      </pc:sldChg>
      <pc:sldChg chg="add">
        <pc:chgData name="Sanmukh Kuppannagari" userId="ad215094-da36-4b66-9c79-369a17aea26b" providerId="ADAL" clId="{AD558336-AE15-4CDD-AB6D-EE016937268C}" dt="2025-09-22T23:32:00.436" v="57"/>
        <pc:sldMkLst>
          <pc:docMk/>
          <pc:sldMk cId="3166595346" sldId="1268"/>
        </pc:sldMkLst>
      </pc:sldChg>
      <pc:sldChg chg="add">
        <pc:chgData name="Sanmukh Kuppannagari" userId="ad215094-da36-4b66-9c79-369a17aea26b" providerId="ADAL" clId="{AD558336-AE15-4CDD-AB6D-EE016937268C}" dt="2025-09-22T23:32:00.436" v="57"/>
        <pc:sldMkLst>
          <pc:docMk/>
          <pc:sldMk cId="888322834" sldId="1269"/>
        </pc:sldMkLst>
      </pc:sldChg>
      <pc:sldChg chg="add">
        <pc:chgData name="Sanmukh Kuppannagari" userId="ad215094-da36-4b66-9c79-369a17aea26b" providerId="ADAL" clId="{AD558336-AE15-4CDD-AB6D-EE016937268C}" dt="2025-09-22T23:32:00.436" v="57"/>
        <pc:sldMkLst>
          <pc:docMk/>
          <pc:sldMk cId="2981461382" sldId="1270"/>
        </pc:sldMkLst>
      </pc:sldChg>
      <pc:sldChg chg="add">
        <pc:chgData name="Sanmukh Kuppannagari" userId="ad215094-da36-4b66-9c79-369a17aea26b" providerId="ADAL" clId="{AD558336-AE15-4CDD-AB6D-EE016937268C}" dt="2025-09-22T23:32:00.436" v="57"/>
        <pc:sldMkLst>
          <pc:docMk/>
          <pc:sldMk cId="3073609131" sldId="1271"/>
        </pc:sldMkLst>
      </pc:sldChg>
      <pc:sldChg chg="add">
        <pc:chgData name="Sanmukh Kuppannagari" userId="ad215094-da36-4b66-9c79-369a17aea26b" providerId="ADAL" clId="{AD558336-AE15-4CDD-AB6D-EE016937268C}" dt="2025-09-22T23:32:00.436" v="57"/>
        <pc:sldMkLst>
          <pc:docMk/>
          <pc:sldMk cId="2505794832" sldId="1272"/>
        </pc:sldMkLst>
      </pc:sldChg>
      <pc:sldChg chg="add">
        <pc:chgData name="Sanmukh Kuppannagari" userId="ad215094-da36-4b66-9c79-369a17aea26b" providerId="ADAL" clId="{AD558336-AE15-4CDD-AB6D-EE016937268C}" dt="2025-09-22T23:32:00.436" v="57"/>
        <pc:sldMkLst>
          <pc:docMk/>
          <pc:sldMk cId="2899752863" sldId="1280"/>
        </pc:sldMkLst>
      </pc:sldChg>
      <pc:sldChg chg="modSp add mod">
        <pc:chgData name="Sanmukh Kuppannagari" userId="ad215094-da36-4b66-9c79-369a17aea26b" providerId="ADAL" clId="{AD558336-AE15-4CDD-AB6D-EE016937268C}" dt="2025-09-23T13:56:06.564" v="1143" actId="20577"/>
        <pc:sldMkLst>
          <pc:docMk/>
          <pc:sldMk cId="1199527142" sldId="1281"/>
        </pc:sldMkLst>
      </pc:sldChg>
      <pc:sldChg chg="addSp modSp add mod">
        <pc:chgData name="Sanmukh Kuppannagari" userId="ad215094-da36-4b66-9c79-369a17aea26b" providerId="ADAL" clId="{AD558336-AE15-4CDD-AB6D-EE016937268C}" dt="2025-09-23T13:56:48.161" v="1193" actId="14100"/>
        <pc:sldMkLst>
          <pc:docMk/>
          <pc:sldMk cId="1004796864" sldId="1282"/>
        </pc:sldMkLst>
      </pc:sldChg>
      <pc:sldChg chg="del">
        <pc:chgData name="Sanmukh Kuppannagari" userId="ad215094-da36-4b66-9c79-369a17aea26b" providerId="ADAL" clId="{AD558336-AE15-4CDD-AB6D-EE016937268C}" dt="2025-09-22T23:30:46.434" v="3" actId="47"/>
        <pc:sldMkLst>
          <pc:docMk/>
          <pc:sldMk cId="3423587688" sldId="1304"/>
        </pc:sldMkLst>
      </pc:sldChg>
      <pc:sldChg chg="del">
        <pc:chgData name="Sanmukh Kuppannagari" userId="ad215094-da36-4b66-9c79-369a17aea26b" providerId="ADAL" clId="{AD558336-AE15-4CDD-AB6D-EE016937268C}" dt="2025-09-22T23:30:46.434" v="3" actId="47"/>
        <pc:sldMkLst>
          <pc:docMk/>
          <pc:sldMk cId="1249666363" sldId="1305"/>
        </pc:sldMkLst>
      </pc:sldChg>
      <pc:sldChg chg="del">
        <pc:chgData name="Sanmukh Kuppannagari" userId="ad215094-da36-4b66-9c79-369a17aea26b" providerId="ADAL" clId="{AD558336-AE15-4CDD-AB6D-EE016937268C}" dt="2025-09-22T23:30:46.434" v="3" actId="47"/>
        <pc:sldMkLst>
          <pc:docMk/>
          <pc:sldMk cId="2044792240" sldId="1306"/>
        </pc:sldMkLst>
      </pc:sldChg>
      <pc:sldChg chg="del">
        <pc:chgData name="Sanmukh Kuppannagari" userId="ad215094-da36-4b66-9c79-369a17aea26b" providerId="ADAL" clId="{AD558336-AE15-4CDD-AB6D-EE016937268C}" dt="2025-09-22T23:30:46.434" v="3" actId="47"/>
        <pc:sldMkLst>
          <pc:docMk/>
          <pc:sldMk cId="1826032475" sldId="1307"/>
        </pc:sldMkLst>
      </pc:sldChg>
      <pc:sldChg chg="del">
        <pc:chgData name="Sanmukh Kuppannagari" userId="ad215094-da36-4b66-9c79-369a17aea26b" providerId="ADAL" clId="{AD558336-AE15-4CDD-AB6D-EE016937268C}" dt="2025-09-22T23:30:46.434" v="3" actId="47"/>
        <pc:sldMkLst>
          <pc:docMk/>
          <pc:sldMk cId="2121754159" sldId="1308"/>
        </pc:sldMkLst>
      </pc:sldChg>
      <pc:sldChg chg="del">
        <pc:chgData name="Sanmukh Kuppannagari" userId="ad215094-da36-4b66-9c79-369a17aea26b" providerId="ADAL" clId="{AD558336-AE15-4CDD-AB6D-EE016937268C}" dt="2025-09-22T23:30:46.434" v="3" actId="47"/>
        <pc:sldMkLst>
          <pc:docMk/>
          <pc:sldMk cId="3322226313" sldId="1309"/>
        </pc:sldMkLst>
      </pc:sldChg>
      <pc:sldChg chg="add">
        <pc:chgData name="Sanmukh Kuppannagari" userId="ad215094-da36-4b66-9c79-369a17aea26b" providerId="ADAL" clId="{AD558336-AE15-4CDD-AB6D-EE016937268C}" dt="2025-09-22T23:32:38.098" v="58"/>
        <pc:sldMkLst>
          <pc:docMk/>
          <pc:sldMk cId="3902944658" sldId="1309"/>
        </pc:sldMkLst>
      </pc:sldChg>
      <pc:sldChg chg="del">
        <pc:chgData name="Sanmukh Kuppannagari" userId="ad215094-da36-4b66-9c79-369a17aea26b" providerId="ADAL" clId="{AD558336-AE15-4CDD-AB6D-EE016937268C}" dt="2025-09-22T23:30:46.434" v="3" actId="47"/>
        <pc:sldMkLst>
          <pc:docMk/>
          <pc:sldMk cId="2120287752" sldId="1310"/>
        </pc:sldMkLst>
      </pc:sldChg>
      <pc:sldChg chg="add">
        <pc:chgData name="Sanmukh Kuppannagari" userId="ad215094-da36-4b66-9c79-369a17aea26b" providerId="ADAL" clId="{AD558336-AE15-4CDD-AB6D-EE016937268C}" dt="2025-09-22T23:32:38.098" v="58"/>
        <pc:sldMkLst>
          <pc:docMk/>
          <pc:sldMk cId="2577631310" sldId="1310"/>
        </pc:sldMkLst>
      </pc:sldChg>
      <pc:sldChg chg="add">
        <pc:chgData name="Sanmukh Kuppannagari" userId="ad215094-da36-4b66-9c79-369a17aea26b" providerId="ADAL" clId="{AD558336-AE15-4CDD-AB6D-EE016937268C}" dt="2025-09-22T23:32:38.098" v="58"/>
        <pc:sldMkLst>
          <pc:docMk/>
          <pc:sldMk cId="692720287" sldId="1311"/>
        </pc:sldMkLst>
      </pc:sldChg>
      <pc:sldChg chg="del">
        <pc:chgData name="Sanmukh Kuppannagari" userId="ad215094-da36-4b66-9c79-369a17aea26b" providerId="ADAL" clId="{AD558336-AE15-4CDD-AB6D-EE016937268C}" dt="2025-09-22T23:30:46.434" v="3" actId="47"/>
        <pc:sldMkLst>
          <pc:docMk/>
          <pc:sldMk cId="2652461517" sldId="1311"/>
        </pc:sldMkLst>
      </pc:sldChg>
      <pc:sldChg chg="del">
        <pc:chgData name="Sanmukh Kuppannagari" userId="ad215094-da36-4b66-9c79-369a17aea26b" providerId="ADAL" clId="{AD558336-AE15-4CDD-AB6D-EE016937268C}" dt="2025-09-22T23:30:46.434" v="3" actId="47"/>
        <pc:sldMkLst>
          <pc:docMk/>
          <pc:sldMk cId="284065558" sldId="1312"/>
        </pc:sldMkLst>
      </pc:sldChg>
      <pc:sldChg chg="add">
        <pc:chgData name="Sanmukh Kuppannagari" userId="ad215094-da36-4b66-9c79-369a17aea26b" providerId="ADAL" clId="{AD558336-AE15-4CDD-AB6D-EE016937268C}" dt="2025-09-22T23:32:38.098" v="58"/>
        <pc:sldMkLst>
          <pc:docMk/>
          <pc:sldMk cId="4072723455" sldId="1312"/>
        </pc:sldMkLst>
      </pc:sldChg>
      <pc:sldChg chg="del">
        <pc:chgData name="Sanmukh Kuppannagari" userId="ad215094-da36-4b66-9c79-369a17aea26b" providerId="ADAL" clId="{AD558336-AE15-4CDD-AB6D-EE016937268C}" dt="2025-09-22T23:30:46.434" v="3" actId="47"/>
        <pc:sldMkLst>
          <pc:docMk/>
          <pc:sldMk cId="303362016" sldId="1313"/>
        </pc:sldMkLst>
      </pc:sldChg>
      <pc:sldChg chg="add">
        <pc:chgData name="Sanmukh Kuppannagari" userId="ad215094-da36-4b66-9c79-369a17aea26b" providerId="ADAL" clId="{AD558336-AE15-4CDD-AB6D-EE016937268C}" dt="2025-09-22T23:32:38.098" v="58"/>
        <pc:sldMkLst>
          <pc:docMk/>
          <pc:sldMk cId="830590251" sldId="1313"/>
        </pc:sldMkLst>
      </pc:sldChg>
      <pc:sldChg chg="del">
        <pc:chgData name="Sanmukh Kuppannagari" userId="ad215094-da36-4b66-9c79-369a17aea26b" providerId="ADAL" clId="{AD558336-AE15-4CDD-AB6D-EE016937268C}" dt="2025-09-22T23:30:46.434" v="3" actId="47"/>
        <pc:sldMkLst>
          <pc:docMk/>
          <pc:sldMk cId="1137941797" sldId="1314"/>
        </pc:sldMkLst>
      </pc:sldChg>
      <pc:sldChg chg="add">
        <pc:chgData name="Sanmukh Kuppannagari" userId="ad215094-da36-4b66-9c79-369a17aea26b" providerId="ADAL" clId="{AD558336-AE15-4CDD-AB6D-EE016937268C}" dt="2025-09-22T23:32:38.098" v="58"/>
        <pc:sldMkLst>
          <pc:docMk/>
          <pc:sldMk cId="3979417289" sldId="1314"/>
        </pc:sldMkLst>
      </pc:sldChg>
      <pc:sldChg chg="del">
        <pc:chgData name="Sanmukh Kuppannagari" userId="ad215094-da36-4b66-9c79-369a17aea26b" providerId="ADAL" clId="{AD558336-AE15-4CDD-AB6D-EE016937268C}" dt="2025-09-22T23:30:46.434" v="3" actId="47"/>
        <pc:sldMkLst>
          <pc:docMk/>
          <pc:sldMk cId="1070225856" sldId="1315"/>
        </pc:sldMkLst>
      </pc:sldChg>
      <pc:sldChg chg="add">
        <pc:chgData name="Sanmukh Kuppannagari" userId="ad215094-da36-4b66-9c79-369a17aea26b" providerId="ADAL" clId="{AD558336-AE15-4CDD-AB6D-EE016937268C}" dt="2025-09-22T23:32:38.098" v="58"/>
        <pc:sldMkLst>
          <pc:docMk/>
          <pc:sldMk cId="2062603384" sldId="1315"/>
        </pc:sldMkLst>
      </pc:sldChg>
      <pc:sldChg chg="add">
        <pc:chgData name="Sanmukh Kuppannagari" userId="ad215094-da36-4b66-9c79-369a17aea26b" providerId="ADAL" clId="{AD558336-AE15-4CDD-AB6D-EE016937268C}" dt="2025-09-22T23:32:38.098" v="58"/>
        <pc:sldMkLst>
          <pc:docMk/>
          <pc:sldMk cId="3238687387" sldId="1316"/>
        </pc:sldMkLst>
      </pc:sldChg>
      <pc:sldChg chg="del">
        <pc:chgData name="Sanmukh Kuppannagari" userId="ad215094-da36-4b66-9c79-369a17aea26b" providerId="ADAL" clId="{AD558336-AE15-4CDD-AB6D-EE016937268C}" dt="2025-09-22T23:30:46.434" v="3" actId="47"/>
        <pc:sldMkLst>
          <pc:docMk/>
          <pc:sldMk cId="3769246865" sldId="1316"/>
        </pc:sldMkLst>
      </pc:sldChg>
      <pc:sldChg chg="add">
        <pc:chgData name="Sanmukh Kuppannagari" userId="ad215094-da36-4b66-9c79-369a17aea26b" providerId="ADAL" clId="{AD558336-AE15-4CDD-AB6D-EE016937268C}" dt="2025-09-22T23:32:38.098" v="58"/>
        <pc:sldMkLst>
          <pc:docMk/>
          <pc:sldMk cId="105581169" sldId="1317"/>
        </pc:sldMkLst>
      </pc:sldChg>
      <pc:sldChg chg="del">
        <pc:chgData name="Sanmukh Kuppannagari" userId="ad215094-da36-4b66-9c79-369a17aea26b" providerId="ADAL" clId="{AD558336-AE15-4CDD-AB6D-EE016937268C}" dt="2025-09-22T23:30:46.434" v="3" actId="47"/>
        <pc:sldMkLst>
          <pc:docMk/>
          <pc:sldMk cId="3610053994" sldId="1317"/>
        </pc:sldMkLst>
      </pc:sldChg>
      <pc:sldChg chg="add">
        <pc:chgData name="Sanmukh Kuppannagari" userId="ad215094-da36-4b66-9c79-369a17aea26b" providerId="ADAL" clId="{AD558336-AE15-4CDD-AB6D-EE016937268C}" dt="2025-09-22T23:32:38.098" v="58"/>
        <pc:sldMkLst>
          <pc:docMk/>
          <pc:sldMk cId="1626710577" sldId="1318"/>
        </pc:sldMkLst>
      </pc:sldChg>
      <pc:sldChg chg="del">
        <pc:chgData name="Sanmukh Kuppannagari" userId="ad215094-da36-4b66-9c79-369a17aea26b" providerId="ADAL" clId="{AD558336-AE15-4CDD-AB6D-EE016937268C}" dt="2025-09-22T23:30:46.434" v="3" actId="47"/>
        <pc:sldMkLst>
          <pc:docMk/>
          <pc:sldMk cId="2864732836" sldId="1318"/>
        </pc:sldMkLst>
      </pc:sldChg>
      <pc:sldChg chg="del">
        <pc:chgData name="Sanmukh Kuppannagari" userId="ad215094-da36-4b66-9c79-369a17aea26b" providerId="ADAL" clId="{AD558336-AE15-4CDD-AB6D-EE016937268C}" dt="2025-09-22T23:30:46.434" v="3" actId="47"/>
        <pc:sldMkLst>
          <pc:docMk/>
          <pc:sldMk cId="1541579916" sldId="1319"/>
        </pc:sldMkLst>
      </pc:sldChg>
      <pc:sldChg chg="add">
        <pc:chgData name="Sanmukh Kuppannagari" userId="ad215094-da36-4b66-9c79-369a17aea26b" providerId="ADAL" clId="{AD558336-AE15-4CDD-AB6D-EE016937268C}" dt="2025-09-22T23:32:38.098" v="58"/>
        <pc:sldMkLst>
          <pc:docMk/>
          <pc:sldMk cId="2589855805" sldId="1319"/>
        </pc:sldMkLst>
      </pc:sldChg>
      <pc:sldChg chg="del">
        <pc:chgData name="Sanmukh Kuppannagari" userId="ad215094-da36-4b66-9c79-369a17aea26b" providerId="ADAL" clId="{AD558336-AE15-4CDD-AB6D-EE016937268C}" dt="2025-09-22T23:30:46.434" v="3" actId="47"/>
        <pc:sldMkLst>
          <pc:docMk/>
          <pc:sldMk cId="3204193764" sldId="1320"/>
        </pc:sldMkLst>
      </pc:sldChg>
      <pc:sldChg chg="add">
        <pc:chgData name="Sanmukh Kuppannagari" userId="ad215094-da36-4b66-9c79-369a17aea26b" providerId="ADAL" clId="{AD558336-AE15-4CDD-AB6D-EE016937268C}" dt="2025-09-22T23:32:38.098" v="58"/>
        <pc:sldMkLst>
          <pc:docMk/>
          <pc:sldMk cId="3870134566" sldId="1320"/>
        </pc:sldMkLst>
      </pc:sldChg>
      <pc:sldChg chg="del">
        <pc:chgData name="Sanmukh Kuppannagari" userId="ad215094-da36-4b66-9c79-369a17aea26b" providerId="ADAL" clId="{AD558336-AE15-4CDD-AB6D-EE016937268C}" dt="2025-09-22T23:30:46.434" v="3" actId="47"/>
        <pc:sldMkLst>
          <pc:docMk/>
          <pc:sldMk cId="442729149" sldId="1321"/>
        </pc:sldMkLst>
      </pc:sldChg>
      <pc:sldChg chg="add">
        <pc:chgData name="Sanmukh Kuppannagari" userId="ad215094-da36-4b66-9c79-369a17aea26b" providerId="ADAL" clId="{AD558336-AE15-4CDD-AB6D-EE016937268C}" dt="2025-09-22T23:32:38.098" v="58"/>
        <pc:sldMkLst>
          <pc:docMk/>
          <pc:sldMk cId="3443015343" sldId="1321"/>
        </pc:sldMkLst>
      </pc:sldChg>
      <pc:sldChg chg="add">
        <pc:chgData name="Sanmukh Kuppannagari" userId="ad215094-da36-4b66-9c79-369a17aea26b" providerId="ADAL" clId="{AD558336-AE15-4CDD-AB6D-EE016937268C}" dt="2025-09-22T23:32:38.098" v="58"/>
        <pc:sldMkLst>
          <pc:docMk/>
          <pc:sldMk cId="108815486" sldId="1322"/>
        </pc:sldMkLst>
      </pc:sldChg>
      <pc:sldChg chg="del">
        <pc:chgData name="Sanmukh Kuppannagari" userId="ad215094-da36-4b66-9c79-369a17aea26b" providerId="ADAL" clId="{AD558336-AE15-4CDD-AB6D-EE016937268C}" dt="2025-09-22T23:30:46.434" v="3" actId="47"/>
        <pc:sldMkLst>
          <pc:docMk/>
          <pc:sldMk cId="2727594955" sldId="1322"/>
        </pc:sldMkLst>
      </pc:sldChg>
      <pc:sldChg chg="addSp modSp add mod">
        <pc:chgData name="Sanmukh Kuppannagari" userId="ad215094-da36-4b66-9c79-369a17aea26b" providerId="ADAL" clId="{AD558336-AE15-4CDD-AB6D-EE016937268C}" dt="2025-09-23T14:29:28.708" v="1868" actId="14100"/>
        <pc:sldMkLst>
          <pc:docMk/>
          <pc:sldMk cId="3927615945" sldId="1323"/>
        </pc:sldMkLst>
      </pc:sldChg>
      <pc:sldChg chg="del">
        <pc:chgData name="Sanmukh Kuppannagari" userId="ad215094-da36-4b66-9c79-369a17aea26b" providerId="ADAL" clId="{AD558336-AE15-4CDD-AB6D-EE016937268C}" dt="2025-09-22T23:30:46.434" v="3" actId="47"/>
        <pc:sldMkLst>
          <pc:docMk/>
          <pc:sldMk cId="4025259238" sldId="1323"/>
        </pc:sldMkLst>
      </pc:sldChg>
      <pc:sldChg chg="addSp modSp add">
        <pc:chgData name="Sanmukh Kuppannagari" userId="ad215094-da36-4b66-9c79-369a17aea26b" providerId="ADAL" clId="{AD558336-AE15-4CDD-AB6D-EE016937268C}" dt="2025-09-23T14:29:10.839" v="1841"/>
        <pc:sldMkLst>
          <pc:docMk/>
          <pc:sldMk cId="48302563" sldId="1324"/>
        </pc:sldMkLst>
      </pc:sldChg>
      <pc:sldChg chg="del">
        <pc:chgData name="Sanmukh Kuppannagari" userId="ad215094-da36-4b66-9c79-369a17aea26b" providerId="ADAL" clId="{AD558336-AE15-4CDD-AB6D-EE016937268C}" dt="2025-09-22T23:30:46.434" v="3" actId="47"/>
        <pc:sldMkLst>
          <pc:docMk/>
          <pc:sldMk cId="433802440" sldId="1324"/>
        </pc:sldMkLst>
      </pc:sldChg>
      <pc:sldChg chg="del">
        <pc:chgData name="Sanmukh Kuppannagari" userId="ad215094-da36-4b66-9c79-369a17aea26b" providerId="ADAL" clId="{AD558336-AE15-4CDD-AB6D-EE016937268C}" dt="2025-09-22T23:30:46.434" v="3" actId="47"/>
        <pc:sldMkLst>
          <pc:docMk/>
          <pc:sldMk cId="1510092015" sldId="1325"/>
        </pc:sldMkLst>
      </pc:sldChg>
      <pc:sldChg chg="addSp delSp modSp add mod">
        <pc:chgData name="Sanmukh Kuppannagari" userId="ad215094-da36-4b66-9c79-369a17aea26b" providerId="ADAL" clId="{AD558336-AE15-4CDD-AB6D-EE016937268C}" dt="2025-09-23T14:29:08.761" v="1840"/>
        <pc:sldMkLst>
          <pc:docMk/>
          <pc:sldMk cId="1558153898" sldId="1325"/>
        </pc:sldMkLst>
      </pc:sldChg>
      <pc:sldChg chg="add">
        <pc:chgData name="Sanmukh Kuppannagari" userId="ad215094-da36-4b66-9c79-369a17aea26b" providerId="ADAL" clId="{AD558336-AE15-4CDD-AB6D-EE016937268C}" dt="2025-09-22T23:32:38.098" v="58"/>
        <pc:sldMkLst>
          <pc:docMk/>
          <pc:sldMk cId="579584412" sldId="1326"/>
        </pc:sldMkLst>
      </pc:sldChg>
      <pc:sldChg chg="del">
        <pc:chgData name="Sanmukh Kuppannagari" userId="ad215094-da36-4b66-9c79-369a17aea26b" providerId="ADAL" clId="{AD558336-AE15-4CDD-AB6D-EE016937268C}" dt="2025-09-22T23:30:46.434" v="3" actId="47"/>
        <pc:sldMkLst>
          <pc:docMk/>
          <pc:sldMk cId="1032694092" sldId="1326"/>
        </pc:sldMkLst>
      </pc:sldChg>
      <pc:sldChg chg="add">
        <pc:chgData name="Sanmukh Kuppannagari" userId="ad215094-da36-4b66-9c79-369a17aea26b" providerId="ADAL" clId="{AD558336-AE15-4CDD-AB6D-EE016937268C}" dt="2025-09-22T23:32:38.098" v="58"/>
        <pc:sldMkLst>
          <pc:docMk/>
          <pc:sldMk cId="1876399712" sldId="1327"/>
        </pc:sldMkLst>
      </pc:sldChg>
      <pc:sldChg chg="del">
        <pc:chgData name="Sanmukh Kuppannagari" userId="ad215094-da36-4b66-9c79-369a17aea26b" providerId="ADAL" clId="{AD558336-AE15-4CDD-AB6D-EE016937268C}" dt="2025-09-22T23:30:46.434" v="3" actId="47"/>
        <pc:sldMkLst>
          <pc:docMk/>
          <pc:sldMk cId="2882075548" sldId="1327"/>
        </pc:sldMkLst>
      </pc:sldChg>
      <pc:sldChg chg="del">
        <pc:chgData name="Sanmukh Kuppannagari" userId="ad215094-da36-4b66-9c79-369a17aea26b" providerId="ADAL" clId="{AD558336-AE15-4CDD-AB6D-EE016937268C}" dt="2025-09-22T23:30:46.434" v="3" actId="47"/>
        <pc:sldMkLst>
          <pc:docMk/>
          <pc:sldMk cId="1213054822" sldId="1328"/>
        </pc:sldMkLst>
      </pc:sldChg>
      <pc:sldChg chg="add">
        <pc:chgData name="Sanmukh Kuppannagari" userId="ad215094-da36-4b66-9c79-369a17aea26b" providerId="ADAL" clId="{AD558336-AE15-4CDD-AB6D-EE016937268C}" dt="2025-09-22T23:32:38.098" v="58"/>
        <pc:sldMkLst>
          <pc:docMk/>
          <pc:sldMk cId="3577888197" sldId="1328"/>
        </pc:sldMkLst>
      </pc:sldChg>
      <pc:sldChg chg="del">
        <pc:chgData name="Sanmukh Kuppannagari" userId="ad215094-da36-4b66-9c79-369a17aea26b" providerId="ADAL" clId="{AD558336-AE15-4CDD-AB6D-EE016937268C}" dt="2025-09-22T23:30:46.434" v="3" actId="47"/>
        <pc:sldMkLst>
          <pc:docMk/>
          <pc:sldMk cId="2090666711" sldId="1329"/>
        </pc:sldMkLst>
      </pc:sldChg>
      <pc:sldChg chg="addSp modSp add mod">
        <pc:chgData name="Sanmukh Kuppannagari" userId="ad215094-da36-4b66-9c79-369a17aea26b" providerId="ADAL" clId="{AD558336-AE15-4CDD-AB6D-EE016937268C}" dt="2025-09-23T14:35:03.059" v="2126" actId="20577"/>
        <pc:sldMkLst>
          <pc:docMk/>
          <pc:sldMk cId="3446468191" sldId="1329"/>
        </pc:sldMkLst>
      </pc:sldChg>
      <pc:sldChg chg="modSp add">
        <pc:chgData name="Sanmukh Kuppannagari" userId="ad215094-da36-4b66-9c79-369a17aea26b" providerId="ADAL" clId="{AD558336-AE15-4CDD-AB6D-EE016937268C}" dt="2025-09-23T14:11:07.280" v="1372" actId="20577"/>
        <pc:sldMkLst>
          <pc:docMk/>
          <pc:sldMk cId="3270243835" sldId="1330"/>
        </pc:sldMkLst>
      </pc:sldChg>
      <pc:sldChg chg="addSp modSp add mod">
        <pc:chgData name="Sanmukh Kuppannagari" userId="ad215094-da36-4b66-9c79-369a17aea26b" providerId="ADAL" clId="{AD558336-AE15-4CDD-AB6D-EE016937268C}" dt="2025-09-23T14:33:53.418" v="2114" actId="20577"/>
        <pc:sldMkLst>
          <pc:docMk/>
          <pc:sldMk cId="580580032" sldId="1331"/>
        </pc:sldMkLst>
      </pc:sldChg>
      <pc:sldChg chg="del">
        <pc:chgData name="Sanmukh Kuppannagari" userId="ad215094-da36-4b66-9c79-369a17aea26b" providerId="ADAL" clId="{AD558336-AE15-4CDD-AB6D-EE016937268C}" dt="2025-09-22T23:30:46.434" v="3" actId="47"/>
        <pc:sldMkLst>
          <pc:docMk/>
          <pc:sldMk cId="1292168333" sldId="1331"/>
        </pc:sldMkLst>
      </pc:sldChg>
      <pc:sldChg chg="modSp add">
        <pc:chgData name="Sanmukh Kuppannagari" userId="ad215094-da36-4b66-9c79-369a17aea26b" providerId="ADAL" clId="{AD558336-AE15-4CDD-AB6D-EE016937268C}" dt="2025-09-23T13:28:44.477" v="1086"/>
        <pc:sldMkLst>
          <pc:docMk/>
          <pc:sldMk cId="189707620" sldId="1332"/>
        </pc:sldMkLst>
      </pc:sldChg>
      <pc:sldChg chg="del">
        <pc:chgData name="Sanmukh Kuppannagari" userId="ad215094-da36-4b66-9c79-369a17aea26b" providerId="ADAL" clId="{AD558336-AE15-4CDD-AB6D-EE016937268C}" dt="2025-09-22T23:30:46.434" v="3" actId="47"/>
        <pc:sldMkLst>
          <pc:docMk/>
          <pc:sldMk cId="4063916795" sldId="1332"/>
        </pc:sldMkLst>
      </pc:sldChg>
      <pc:sldChg chg="del">
        <pc:chgData name="Sanmukh Kuppannagari" userId="ad215094-da36-4b66-9c79-369a17aea26b" providerId="ADAL" clId="{AD558336-AE15-4CDD-AB6D-EE016937268C}" dt="2025-09-22T23:30:46.434" v="3" actId="47"/>
        <pc:sldMkLst>
          <pc:docMk/>
          <pc:sldMk cId="449812825" sldId="1333"/>
        </pc:sldMkLst>
      </pc:sldChg>
      <pc:sldChg chg="del">
        <pc:chgData name="Sanmukh Kuppannagari" userId="ad215094-da36-4b66-9c79-369a17aea26b" providerId="ADAL" clId="{AD558336-AE15-4CDD-AB6D-EE016937268C}" dt="2025-09-22T23:30:46.434" v="3" actId="47"/>
        <pc:sldMkLst>
          <pc:docMk/>
          <pc:sldMk cId="2521760129" sldId="1334"/>
        </pc:sldMkLst>
      </pc:sldChg>
      <pc:sldChg chg="del">
        <pc:chgData name="Sanmukh Kuppannagari" userId="ad215094-da36-4b66-9c79-369a17aea26b" providerId="ADAL" clId="{AD558336-AE15-4CDD-AB6D-EE016937268C}" dt="2025-09-22T23:30:46.434" v="3" actId="47"/>
        <pc:sldMkLst>
          <pc:docMk/>
          <pc:sldMk cId="697549759" sldId="1335"/>
        </pc:sldMkLst>
      </pc:sldChg>
      <pc:sldChg chg="del">
        <pc:chgData name="Sanmukh Kuppannagari" userId="ad215094-da36-4b66-9c79-369a17aea26b" providerId="ADAL" clId="{AD558336-AE15-4CDD-AB6D-EE016937268C}" dt="2025-09-22T23:30:46.434" v="3" actId="47"/>
        <pc:sldMkLst>
          <pc:docMk/>
          <pc:sldMk cId="1913952742" sldId="1336"/>
        </pc:sldMkLst>
      </pc:sldChg>
      <pc:sldChg chg="del">
        <pc:chgData name="Sanmukh Kuppannagari" userId="ad215094-da36-4b66-9c79-369a17aea26b" providerId="ADAL" clId="{AD558336-AE15-4CDD-AB6D-EE016937268C}" dt="2025-09-22T23:30:46.434" v="3" actId="47"/>
        <pc:sldMkLst>
          <pc:docMk/>
          <pc:sldMk cId="2246694647" sldId="1337"/>
        </pc:sldMkLst>
      </pc:sldChg>
      <pc:sldChg chg="del">
        <pc:chgData name="Sanmukh Kuppannagari" userId="ad215094-da36-4b66-9c79-369a17aea26b" providerId="ADAL" clId="{AD558336-AE15-4CDD-AB6D-EE016937268C}" dt="2025-09-22T23:30:46.434" v="3" actId="47"/>
        <pc:sldMkLst>
          <pc:docMk/>
          <pc:sldMk cId="1611822888" sldId="1338"/>
        </pc:sldMkLst>
      </pc:sldChg>
      <pc:sldChg chg="del">
        <pc:chgData name="Sanmukh Kuppannagari" userId="ad215094-da36-4b66-9c79-369a17aea26b" providerId="ADAL" clId="{AD558336-AE15-4CDD-AB6D-EE016937268C}" dt="2025-09-22T23:30:46.434" v="3" actId="47"/>
        <pc:sldMkLst>
          <pc:docMk/>
          <pc:sldMk cId="3710810416" sldId="1339"/>
        </pc:sldMkLst>
      </pc:sldChg>
      <pc:sldChg chg="del">
        <pc:chgData name="Sanmukh Kuppannagari" userId="ad215094-da36-4b66-9c79-369a17aea26b" providerId="ADAL" clId="{AD558336-AE15-4CDD-AB6D-EE016937268C}" dt="2025-09-22T23:30:46.434" v="3" actId="47"/>
        <pc:sldMkLst>
          <pc:docMk/>
          <pc:sldMk cId="330368493" sldId="1340"/>
        </pc:sldMkLst>
      </pc:sldChg>
      <pc:sldChg chg="del">
        <pc:chgData name="Sanmukh Kuppannagari" userId="ad215094-da36-4b66-9c79-369a17aea26b" providerId="ADAL" clId="{AD558336-AE15-4CDD-AB6D-EE016937268C}" dt="2025-09-22T23:30:46.434" v="3" actId="47"/>
        <pc:sldMkLst>
          <pc:docMk/>
          <pc:sldMk cId="2647962746" sldId="1341"/>
        </pc:sldMkLst>
      </pc:sldChg>
      <pc:sldChg chg="del">
        <pc:chgData name="Sanmukh Kuppannagari" userId="ad215094-da36-4b66-9c79-369a17aea26b" providerId="ADAL" clId="{AD558336-AE15-4CDD-AB6D-EE016937268C}" dt="2025-09-22T23:30:46.434" v="3" actId="47"/>
        <pc:sldMkLst>
          <pc:docMk/>
          <pc:sldMk cId="662702247" sldId="1342"/>
        </pc:sldMkLst>
      </pc:sldChg>
      <pc:sldChg chg="del">
        <pc:chgData name="Sanmukh Kuppannagari" userId="ad215094-da36-4b66-9c79-369a17aea26b" providerId="ADAL" clId="{AD558336-AE15-4CDD-AB6D-EE016937268C}" dt="2025-09-22T23:30:46.434" v="3" actId="47"/>
        <pc:sldMkLst>
          <pc:docMk/>
          <pc:sldMk cId="1718626453" sldId="1343"/>
        </pc:sldMkLst>
      </pc:sldChg>
      <pc:sldChg chg="del">
        <pc:chgData name="Sanmukh Kuppannagari" userId="ad215094-da36-4b66-9c79-369a17aea26b" providerId="ADAL" clId="{AD558336-AE15-4CDD-AB6D-EE016937268C}" dt="2025-09-22T23:30:46.434" v="3" actId="47"/>
        <pc:sldMkLst>
          <pc:docMk/>
          <pc:sldMk cId="3119197295" sldId="1357"/>
        </pc:sldMkLst>
      </pc:sldChg>
      <pc:sldChg chg="del">
        <pc:chgData name="Sanmukh Kuppannagari" userId="ad215094-da36-4b66-9c79-369a17aea26b" providerId="ADAL" clId="{AD558336-AE15-4CDD-AB6D-EE016937268C}" dt="2025-09-22T23:30:46.434" v="3" actId="47"/>
        <pc:sldMkLst>
          <pc:docMk/>
          <pc:sldMk cId="2091044005" sldId="1513"/>
        </pc:sldMkLst>
      </pc:sldChg>
      <pc:sldChg chg="del">
        <pc:chgData name="Sanmukh Kuppannagari" userId="ad215094-da36-4b66-9c79-369a17aea26b" providerId="ADAL" clId="{AD558336-AE15-4CDD-AB6D-EE016937268C}" dt="2025-09-22T23:30:46.434" v="3" actId="47"/>
        <pc:sldMkLst>
          <pc:docMk/>
          <pc:sldMk cId="3693446765" sldId="1550"/>
        </pc:sldMkLst>
      </pc:sldChg>
      <pc:sldChg chg="modSp mod">
        <pc:chgData name="Sanmukh Kuppannagari" userId="ad215094-da36-4b66-9c79-369a17aea26b" providerId="ADAL" clId="{AD558336-AE15-4CDD-AB6D-EE016937268C}" dt="2025-09-22T23:31:13.027" v="56" actId="20577"/>
        <pc:sldMkLst>
          <pc:docMk/>
          <pc:sldMk cId="1297240811" sldId="1551"/>
        </pc:sldMkLst>
        <pc:spChg chg="mod">
          <ac:chgData name="Sanmukh Kuppannagari" userId="ad215094-da36-4b66-9c79-369a17aea26b" providerId="ADAL" clId="{AD558336-AE15-4CDD-AB6D-EE016937268C}" dt="2025-09-22T23:31:13.027" v="56" actId="20577"/>
          <ac:spMkLst>
            <pc:docMk/>
            <pc:sldMk cId="1297240811" sldId="1551"/>
            <ac:spMk id="3" creationId="{E7FF2391-E8AE-9A93-A4FC-0E02B54BC29C}"/>
          </ac:spMkLst>
        </pc:spChg>
      </pc:sldChg>
      <pc:sldChg chg="del">
        <pc:chgData name="Sanmukh Kuppannagari" userId="ad215094-da36-4b66-9c79-369a17aea26b" providerId="ADAL" clId="{AD558336-AE15-4CDD-AB6D-EE016937268C}" dt="2025-09-22T23:30:46.434" v="3" actId="47"/>
        <pc:sldMkLst>
          <pc:docMk/>
          <pc:sldMk cId="1944980054" sldId="1552"/>
        </pc:sldMkLst>
      </pc:sldChg>
      <pc:sldChg chg="del">
        <pc:chgData name="Sanmukh Kuppannagari" userId="ad215094-da36-4b66-9c79-369a17aea26b" providerId="ADAL" clId="{AD558336-AE15-4CDD-AB6D-EE016937268C}" dt="2025-09-22T23:30:46.434" v="3" actId="47"/>
        <pc:sldMkLst>
          <pc:docMk/>
          <pc:sldMk cId="3777170493" sldId="1553"/>
        </pc:sldMkLst>
      </pc:sldChg>
      <pc:sldChg chg="del">
        <pc:chgData name="Sanmukh Kuppannagari" userId="ad215094-da36-4b66-9c79-369a17aea26b" providerId="ADAL" clId="{AD558336-AE15-4CDD-AB6D-EE016937268C}" dt="2025-09-22T23:30:46.434" v="3" actId="47"/>
        <pc:sldMkLst>
          <pc:docMk/>
          <pc:sldMk cId="3166067996" sldId="1554"/>
        </pc:sldMkLst>
      </pc:sldChg>
      <pc:sldChg chg="del">
        <pc:chgData name="Sanmukh Kuppannagari" userId="ad215094-da36-4b66-9c79-369a17aea26b" providerId="ADAL" clId="{AD558336-AE15-4CDD-AB6D-EE016937268C}" dt="2025-09-22T23:30:46.434" v="3" actId="47"/>
        <pc:sldMkLst>
          <pc:docMk/>
          <pc:sldMk cId="3437991697" sldId="1555"/>
        </pc:sldMkLst>
      </pc:sldChg>
      <pc:sldChg chg="del">
        <pc:chgData name="Sanmukh Kuppannagari" userId="ad215094-da36-4b66-9c79-369a17aea26b" providerId="ADAL" clId="{AD558336-AE15-4CDD-AB6D-EE016937268C}" dt="2025-09-22T23:30:46.434" v="3" actId="47"/>
        <pc:sldMkLst>
          <pc:docMk/>
          <pc:sldMk cId="2404150593" sldId="1556"/>
        </pc:sldMkLst>
      </pc:sldChg>
      <pc:sldChg chg="del">
        <pc:chgData name="Sanmukh Kuppannagari" userId="ad215094-da36-4b66-9c79-369a17aea26b" providerId="ADAL" clId="{AD558336-AE15-4CDD-AB6D-EE016937268C}" dt="2025-09-22T23:30:46.434" v="3" actId="47"/>
        <pc:sldMkLst>
          <pc:docMk/>
          <pc:sldMk cId="3779503060" sldId="1557"/>
        </pc:sldMkLst>
      </pc:sldChg>
      <pc:sldChg chg="del">
        <pc:chgData name="Sanmukh Kuppannagari" userId="ad215094-da36-4b66-9c79-369a17aea26b" providerId="ADAL" clId="{AD558336-AE15-4CDD-AB6D-EE016937268C}" dt="2025-09-22T23:30:46.434" v="3" actId="47"/>
        <pc:sldMkLst>
          <pc:docMk/>
          <pc:sldMk cId="106497288" sldId="1558"/>
        </pc:sldMkLst>
      </pc:sldChg>
      <pc:sldChg chg="del">
        <pc:chgData name="Sanmukh Kuppannagari" userId="ad215094-da36-4b66-9c79-369a17aea26b" providerId="ADAL" clId="{AD558336-AE15-4CDD-AB6D-EE016937268C}" dt="2025-09-22T23:30:46.434" v="3" actId="47"/>
        <pc:sldMkLst>
          <pc:docMk/>
          <pc:sldMk cId="3799998865" sldId="1559"/>
        </pc:sldMkLst>
      </pc:sldChg>
      <pc:sldChg chg="del">
        <pc:chgData name="Sanmukh Kuppannagari" userId="ad215094-da36-4b66-9c79-369a17aea26b" providerId="ADAL" clId="{AD558336-AE15-4CDD-AB6D-EE016937268C}" dt="2025-09-22T23:30:46.434" v="3" actId="47"/>
        <pc:sldMkLst>
          <pc:docMk/>
          <pc:sldMk cId="2468521858" sldId="1560"/>
        </pc:sldMkLst>
      </pc:sldChg>
      <pc:sldChg chg="del">
        <pc:chgData name="Sanmukh Kuppannagari" userId="ad215094-da36-4b66-9c79-369a17aea26b" providerId="ADAL" clId="{AD558336-AE15-4CDD-AB6D-EE016937268C}" dt="2025-09-22T23:30:46.434" v="3" actId="47"/>
        <pc:sldMkLst>
          <pc:docMk/>
          <pc:sldMk cId="4139369451" sldId="1561"/>
        </pc:sldMkLst>
      </pc:sldChg>
      <pc:sldChg chg="del">
        <pc:chgData name="Sanmukh Kuppannagari" userId="ad215094-da36-4b66-9c79-369a17aea26b" providerId="ADAL" clId="{AD558336-AE15-4CDD-AB6D-EE016937268C}" dt="2025-09-22T23:30:46.434" v="3" actId="47"/>
        <pc:sldMkLst>
          <pc:docMk/>
          <pc:sldMk cId="3842374225" sldId="1562"/>
        </pc:sldMkLst>
      </pc:sldChg>
      <pc:sldChg chg="del">
        <pc:chgData name="Sanmukh Kuppannagari" userId="ad215094-da36-4b66-9c79-369a17aea26b" providerId="ADAL" clId="{AD558336-AE15-4CDD-AB6D-EE016937268C}" dt="2025-09-22T23:30:46.434" v="3" actId="47"/>
        <pc:sldMkLst>
          <pc:docMk/>
          <pc:sldMk cId="467876598" sldId="1563"/>
        </pc:sldMkLst>
      </pc:sldChg>
      <pc:sldChg chg="del">
        <pc:chgData name="Sanmukh Kuppannagari" userId="ad215094-da36-4b66-9c79-369a17aea26b" providerId="ADAL" clId="{AD558336-AE15-4CDD-AB6D-EE016937268C}" dt="2025-09-22T23:30:46.434" v="3" actId="47"/>
        <pc:sldMkLst>
          <pc:docMk/>
          <pc:sldMk cId="2623927009" sldId="1564"/>
        </pc:sldMkLst>
      </pc:sldChg>
      <pc:sldChg chg="del">
        <pc:chgData name="Sanmukh Kuppannagari" userId="ad215094-da36-4b66-9c79-369a17aea26b" providerId="ADAL" clId="{AD558336-AE15-4CDD-AB6D-EE016937268C}" dt="2025-09-22T23:30:46.434" v="3" actId="47"/>
        <pc:sldMkLst>
          <pc:docMk/>
          <pc:sldMk cId="2204093479" sldId="1565"/>
        </pc:sldMkLst>
      </pc:sldChg>
      <pc:sldChg chg="del">
        <pc:chgData name="Sanmukh Kuppannagari" userId="ad215094-da36-4b66-9c79-369a17aea26b" providerId="ADAL" clId="{AD558336-AE15-4CDD-AB6D-EE016937268C}" dt="2025-09-22T23:30:46.434" v="3" actId="47"/>
        <pc:sldMkLst>
          <pc:docMk/>
          <pc:sldMk cId="4158087431" sldId="1566"/>
        </pc:sldMkLst>
      </pc:sldChg>
      <pc:sldChg chg="del">
        <pc:chgData name="Sanmukh Kuppannagari" userId="ad215094-da36-4b66-9c79-369a17aea26b" providerId="ADAL" clId="{AD558336-AE15-4CDD-AB6D-EE016937268C}" dt="2025-09-22T23:30:46.434" v="3" actId="47"/>
        <pc:sldMkLst>
          <pc:docMk/>
          <pc:sldMk cId="821460343" sldId="1567"/>
        </pc:sldMkLst>
      </pc:sldChg>
      <pc:sldChg chg="del">
        <pc:chgData name="Sanmukh Kuppannagari" userId="ad215094-da36-4b66-9c79-369a17aea26b" providerId="ADAL" clId="{AD558336-AE15-4CDD-AB6D-EE016937268C}" dt="2025-09-22T23:30:46.434" v="3" actId="47"/>
        <pc:sldMkLst>
          <pc:docMk/>
          <pc:sldMk cId="2973146182" sldId="1568"/>
        </pc:sldMkLst>
      </pc:sldChg>
      <pc:sldChg chg="del">
        <pc:chgData name="Sanmukh Kuppannagari" userId="ad215094-da36-4b66-9c79-369a17aea26b" providerId="ADAL" clId="{AD558336-AE15-4CDD-AB6D-EE016937268C}" dt="2025-09-22T23:30:46.434" v="3" actId="47"/>
        <pc:sldMkLst>
          <pc:docMk/>
          <pc:sldMk cId="2321545462" sldId="1569"/>
        </pc:sldMkLst>
      </pc:sldChg>
      <pc:sldChg chg="del">
        <pc:chgData name="Sanmukh Kuppannagari" userId="ad215094-da36-4b66-9c79-369a17aea26b" providerId="ADAL" clId="{AD558336-AE15-4CDD-AB6D-EE016937268C}" dt="2025-09-22T23:30:46.434" v="3" actId="47"/>
        <pc:sldMkLst>
          <pc:docMk/>
          <pc:sldMk cId="1024748460" sldId="1570"/>
        </pc:sldMkLst>
      </pc:sldChg>
      <pc:sldChg chg="del">
        <pc:chgData name="Sanmukh Kuppannagari" userId="ad215094-da36-4b66-9c79-369a17aea26b" providerId="ADAL" clId="{AD558336-AE15-4CDD-AB6D-EE016937268C}" dt="2025-09-22T23:30:46.434" v="3" actId="47"/>
        <pc:sldMkLst>
          <pc:docMk/>
          <pc:sldMk cId="3042058996" sldId="1571"/>
        </pc:sldMkLst>
      </pc:sldChg>
      <pc:sldChg chg="del">
        <pc:chgData name="Sanmukh Kuppannagari" userId="ad215094-da36-4b66-9c79-369a17aea26b" providerId="ADAL" clId="{AD558336-AE15-4CDD-AB6D-EE016937268C}" dt="2025-09-22T23:30:46.434" v="3" actId="47"/>
        <pc:sldMkLst>
          <pc:docMk/>
          <pc:sldMk cId="2940334320" sldId="1572"/>
        </pc:sldMkLst>
      </pc:sldChg>
      <pc:sldChg chg="del">
        <pc:chgData name="Sanmukh Kuppannagari" userId="ad215094-da36-4b66-9c79-369a17aea26b" providerId="ADAL" clId="{AD558336-AE15-4CDD-AB6D-EE016937268C}" dt="2025-09-22T23:30:46.434" v="3" actId="47"/>
        <pc:sldMkLst>
          <pc:docMk/>
          <pc:sldMk cId="570117069" sldId="1573"/>
        </pc:sldMkLst>
      </pc:sldChg>
      <pc:sldChg chg="del">
        <pc:chgData name="Sanmukh Kuppannagari" userId="ad215094-da36-4b66-9c79-369a17aea26b" providerId="ADAL" clId="{AD558336-AE15-4CDD-AB6D-EE016937268C}" dt="2025-09-22T23:30:46.434" v="3" actId="47"/>
        <pc:sldMkLst>
          <pc:docMk/>
          <pc:sldMk cId="995901004" sldId="1574"/>
        </pc:sldMkLst>
      </pc:sldChg>
      <pc:sldChg chg="del">
        <pc:chgData name="Sanmukh Kuppannagari" userId="ad215094-da36-4b66-9c79-369a17aea26b" providerId="ADAL" clId="{AD558336-AE15-4CDD-AB6D-EE016937268C}" dt="2025-09-22T23:30:46.434" v="3" actId="47"/>
        <pc:sldMkLst>
          <pc:docMk/>
          <pc:sldMk cId="440498288" sldId="1575"/>
        </pc:sldMkLst>
      </pc:sldChg>
      <pc:sldChg chg="del">
        <pc:chgData name="Sanmukh Kuppannagari" userId="ad215094-da36-4b66-9c79-369a17aea26b" providerId="ADAL" clId="{AD558336-AE15-4CDD-AB6D-EE016937268C}" dt="2025-09-22T23:30:46.434" v="3" actId="47"/>
        <pc:sldMkLst>
          <pc:docMk/>
          <pc:sldMk cId="670652363" sldId="1576"/>
        </pc:sldMkLst>
      </pc:sldChg>
      <pc:sldChg chg="del">
        <pc:chgData name="Sanmukh Kuppannagari" userId="ad215094-da36-4b66-9c79-369a17aea26b" providerId="ADAL" clId="{AD558336-AE15-4CDD-AB6D-EE016937268C}" dt="2025-09-22T23:30:46.434" v="3" actId="47"/>
        <pc:sldMkLst>
          <pc:docMk/>
          <pc:sldMk cId="3839101789" sldId="1577"/>
        </pc:sldMkLst>
      </pc:sldChg>
      <pc:sldChg chg="del">
        <pc:chgData name="Sanmukh Kuppannagari" userId="ad215094-da36-4b66-9c79-369a17aea26b" providerId="ADAL" clId="{AD558336-AE15-4CDD-AB6D-EE016937268C}" dt="2025-09-22T23:30:46.434" v="3" actId="47"/>
        <pc:sldMkLst>
          <pc:docMk/>
          <pc:sldMk cId="106292723" sldId="1578"/>
        </pc:sldMkLst>
      </pc:sldChg>
      <pc:sldChg chg="del">
        <pc:chgData name="Sanmukh Kuppannagari" userId="ad215094-da36-4b66-9c79-369a17aea26b" providerId="ADAL" clId="{AD558336-AE15-4CDD-AB6D-EE016937268C}" dt="2025-09-22T23:30:46.434" v="3" actId="47"/>
        <pc:sldMkLst>
          <pc:docMk/>
          <pc:sldMk cId="201330410" sldId="1579"/>
        </pc:sldMkLst>
      </pc:sldChg>
      <pc:sldChg chg="del">
        <pc:chgData name="Sanmukh Kuppannagari" userId="ad215094-da36-4b66-9c79-369a17aea26b" providerId="ADAL" clId="{AD558336-AE15-4CDD-AB6D-EE016937268C}" dt="2025-09-22T23:30:46.434" v="3" actId="47"/>
        <pc:sldMkLst>
          <pc:docMk/>
          <pc:sldMk cId="2481400793" sldId="1580"/>
        </pc:sldMkLst>
      </pc:sldChg>
      <pc:sldChg chg="del">
        <pc:chgData name="Sanmukh Kuppannagari" userId="ad215094-da36-4b66-9c79-369a17aea26b" providerId="ADAL" clId="{AD558336-AE15-4CDD-AB6D-EE016937268C}" dt="2025-09-22T23:30:46.434" v="3" actId="47"/>
        <pc:sldMkLst>
          <pc:docMk/>
          <pc:sldMk cId="3218476509" sldId="1581"/>
        </pc:sldMkLst>
      </pc:sldChg>
      <pc:sldChg chg="del">
        <pc:chgData name="Sanmukh Kuppannagari" userId="ad215094-da36-4b66-9c79-369a17aea26b" providerId="ADAL" clId="{AD558336-AE15-4CDD-AB6D-EE016937268C}" dt="2025-09-22T23:30:46.434" v="3" actId="47"/>
        <pc:sldMkLst>
          <pc:docMk/>
          <pc:sldMk cId="535281774" sldId="1582"/>
        </pc:sldMkLst>
      </pc:sldChg>
      <pc:sldChg chg="del">
        <pc:chgData name="Sanmukh Kuppannagari" userId="ad215094-da36-4b66-9c79-369a17aea26b" providerId="ADAL" clId="{AD558336-AE15-4CDD-AB6D-EE016937268C}" dt="2025-09-22T23:30:46.434" v="3" actId="47"/>
        <pc:sldMkLst>
          <pc:docMk/>
          <pc:sldMk cId="3330804335" sldId="1583"/>
        </pc:sldMkLst>
      </pc:sldChg>
      <pc:sldChg chg="del">
        <pc:chgData name="Sanmukh Kuppannagari" userId="ad215094-da36-4b66-9c79-369a17aea26b" providerId="ADAL" clId="{AD558336-AE15-4CDD-AB6D-EE016937268C}" dt="2025-09-22T23:30:46.434" v="3" actId="47"/>
        <pc:sldMkLst>
          <pc:docMk/>
          <pc:sldMk cId="936452190" sldId="1584"/>
        </pc:sldMkLst>
      </pc:sldChg>
      <pc:sldChg chg="del">
        <pc:chgData name="Sanmukh Kuppannagari" userId="ad215094-da36-4b66-9c79-369a17aea26b" providerId="ADAL" clId="{AD558336-AE15-4CDD-AB6D-EE016937268C}" dt="2025-09-22T23:30:46.434" v="3" actId="47"/>
        <pc:sldMkLst>
          <pc:docMk/>
          <pc:sldMk cId="652014047" sldId="1585"/>
        </pc:sldMkLst>
      </pc:sldChg>
      <pc:sldChg chg="del">
        <pc:chgData name="Sanmukh Kuppannagari" userId="ad215094-da36-4b66-9c79-369a17aea26b" providerId="ADAL" clId="{AD558336-AE15-4CDD-AB6D-EE016937268C}" dt="2025-09-22T23:30:46.434" v="3" actId="47"/>
        <pc:sldMkLst>
          <pc:docMk/>
          <pc:sldMk cId="3673118713" sldId="1586"/>
        </pc:sldMkLst>
      </pc:sldChg>
      <pc:sldChg chg="del">
        <pc:chgData name="Sanmukh Kuppannagari" userId="ad215094-da36-4b66-9c79-369a17aea26b" providerId="ADAL" clId="{AD558336-AE15-4CDD-AB6D-EE016937268C}" dt="2025-09-22T23:30:46.434" v="3" actId="47"/>
        <pc:sldMkLst>
          <pc:docMk/>
          <pc:sldMk cId="1582105460" sldId="1587"/>
        </pc:sldMkLst>
      </pc:sldChg>
      <pc:sldChg chg="del">
        <pc:chgData name="Sanmukh Kuppannagari" userId="ad215094-da36-4b66-9c79-369a17aea26b" providerId="ADAL" clId="{AD558336-AE15-4CDD-AB6D-EE016937268C}" dt="2025-09-22T23:30:46.434" v="3" actId="47"/>
        <pc:sldMkLst>
          <pc:docMk/>
          <pc:sldMk cId="2630656864" sldId="1588"/>
        </pc:sldMkLst>
      </pc:sldChg>
      <pc:sldChg chg="del">
        <pc:chgData name="Sanmukh Kuppannagari" userId="ad215094-da36-4b66-9c79-369a17aea26b" providerId="ADAL" clId="{AD558336-AE15-4CDD-AB6D-EE016937268C}" dt="2025-09-22T23:30:46.434" v="3" actId="47"/>
        <pc:sldMkLst>
          <pc:docMk/>
          <pc:sldMk cId="501396604" sldId="1589"/>
        </pc:sldMkLst>
      </pc:sldChg>
      <pc:sldChg chg="del">
        <pc:chgData name="Sanmukh Kuppannagari" userId="ad215094-da36-4b66-9c79-369a17aea26b" providerId="ADAL" clId="{AD558336-AE15-4CDD-AB6D-EE016937268C}" dt="2025-09-22T23:30:46.434" v="3" actId="47"/>
        <pc:sldMkLst>
          <pc:docMk/>
          <pc:sldMk cId="1936211990" sldId="1590"/>
        </pc:sldMkLst>
      </pc:sldChg>
      <pc:sldChg chg="del">
        <pc:chgData name="Sanmukh Kuppannagari" userId="ad215094-da36-4b66-9c79-369a17aea26b" providerId="ADAL" clId="{AD558336-AE15-4CDD-AB6D-EE016937268C}" dt="2025-09-22T23:30:46.434" v="3" actId="47"/>
        <pc:sldMkLst>
          <pc:docMk/>
          <pc:sldMk cId="2024305596" sldId="1591"/>
        </pc:sldMkLst>
      </pc:sldChg>
      <pc:sldChg chg="add del">
        <pc:chgData name="Sanmukh Kuppannagari" userId="ad215094-da36-4b66-9c79-369a17aea26b" providerId="ADAL" clId="{AD558336-AE15-4CDD-AB6D-EE016937268C}" dt="2025-09-23T13:52:15.015" v="1123" actId="47"/>
        <pc:sldMkLst>
          <pc:docMk/>
          <pc:sldMk cId="1460223335" sldId="1605"/>
        </pc:sldMkLst>
      </pc:sldChg>
      <pc:sldChg chg="add">
        <pc:chgData name="Sanmukh Kuppannagari" userId="ad215094-da36-4b66-9c79-369a17aea26b" providerId="ADAL" clId="{AD558336-AE15-4CDD-AB6D-EE016937268C}" dt="2025-09-22T23:32:38.098" v="58"/>
        <pc:sldMkLst>
          <pc:docMk/>
          <pc:sldMk cId="95513352" sldId="1606"/>
        </pc:sldMkLst>
      </pc:sldChg>
      <pc:sldChg chg="add">
        <pc:chgData name="Sanmukh Kuppannagari" userId="ad215094-da36-4b66-9c79-369a17aea26b" providerId="ADAL" clId="{AD558336-AE15-4CDD-AB6D-EE016937268C}" dt="2025-09-22T23:32:38.098" v="58"/>
        <pc:sldMkLst>
          <pc:docMk/>
          <pc:sldMk cId="1256665225" sldId="1607"/>
        </pc:sldMkLst>
      </pc:sldChg>
      <pc:sldChg chg="add">
        <pc:chgData name="Sanmukh Kuppannagari" userId="ad215094-da36-4b66-9c79-369a17aea26b" providerId="ADAL" clId="{AD558336-AE15-4CDD-AB6D-EE016937268C}" dt="2025-09-22T23:32:38.098" v="58"/>
        <pc:sldMkLst>
          <pc:docMk/>
          <pc:sldMk cId="4149257190" sldId="1608"/>
        </pc:sldMkLst>
      </pc:sldChg>
      <pc:sldChg chg="addSp delSp modSp add del mod">
        <pc:chgData name="Sanmukh Kuppannagari" userId="ad215094-da36-4b66-9c79-369a17aea26b" providerId="ADAL" clId="{AD558336-AE15-4CDD-AB6D-EE016937268C}" dt="2025-09-23T14:01:21.472" v="1201" actId="47"/>
        <pc:sldMkLst>
          <pc:docMk/>
          <pc:sldMk cId="455736369" sldId="1609"/>
        </pc:sldMkLst>
      </pc:sldChg>
      <pc:sldChg chg="add">
        <pc:chgData name="Sanmukh Kuppannagari" userId="ad215094-da36-4b66-9c79-369a17aea26b" providerId="ADAL" clId="{AD558336-AE15-4CDD-AB6D-EE016937268C}" dt="2025-09-22T23:32:38.098" v="58"/>
        <pc:sldMkLst>
          <pc:docMk/>
          <pc:sldMk cId="325795403" sldId="1610"/>
        </pc:sldMkLst>
      </pc:sldChg>
      <pc:sldChg chg="add">
        <pc:chgData name="Sanmukh Kuppannagari" userId="ad215094-da36-4b66-9c79-369a17aea26b" providerId="ADAL" clId="{AD558336-AE15-4CDD-AB6D-EE016937268C}" dt="2025-09-22T23:32:38.098" v="58"/>
        <pc:sldMkLst>
          <pc:docMk/>
          <pc:sldMk cId="3322584748" sldId="1611"/>
        </pc:sldMkLst>
      </pc:sldChg>
      <pc:sldChg chg="modSp new mod">
        <pc:chgData name="Sanmukh Kuppannagari" userId="ad215094-da36-4b66-9c79-369a17aea26b" providerId="ADAL" clId="{AD558336-AE15-4CDD-AB6D-EE016937268C}" dt="2025-09-22T23:34:34.650" v="313" actId="20577"/>
        <pc:sldMkLst>
          <pc:docMk/>
          <pc:sldMk cId="3368184345" sldId="1612"/>
        </pc:sldMkLst>
      </pc:sldChg>
      <pc:sldChg chg="modSp add mod">
        <pc:chgData name="Sanmukh Kuppannagari" userId="ad215094-da36-4b66-9c79-369a17aea26b" providerId="ADAL" clId="{AD558336-AE15-4CDD-AB6D-EE016937268C}" dt="2025-09-22T23:34:51.216" v="315" actId="113"/>
        <pc:sldMkLst>
          <pc:docMk/>
          <pc:sldMk cId="660858661" sldId="1613"/>
        </pc:sldMkLst>
      </pc:sldChg>
      <pc:sldChg chg="modSp add mod">
        <pc:chgData name="Sanmukh Kuppannagari" userId="ad215094-da36-4b66-9c79-369a17aea26b" providerId="ADAL" clId="{AD558336-AE15-4CDD-AB6D-EE016937268C}" dt="2025-09-22T23:34:58.850" v="317" actId="113"/>
        <pc:sldMkLst>
          <pc:docMk/>
          <pc:sldMk cId="2075019539" sldId="1614"/>
        </pc:sldMkLst>
      </pc:sldChg>
      <pc:sldChg chg="add">
        <pc:chgData name="Sanmukh Kuppannagari" userId="ad215094-da36-4b66-9c79-369a17aea26b" providerId="ADAL" clId="{AD558336-AE15-4CDD-AB6D-EE016937268C}" dt="2025-09-22T23:35:30.771" v="318"/>
        <pc:sldMkLst>
          <pc:docMk/>
          <pc:sldMk cId="2026419143" sldId="1615"/>
        </pc:sldMkLst>
      </pc:sldChg>
      <pc:sldChg chg="add">
        <pc:chgData name="Sanmukh Kuppannagari" userId="ad215094-da36-4b66-9c79-369a17aea26b" providerId="ADAL" clId="{AD558336-AE15-4CDD-AB6D-EE016937268C}" dt="2025-09-22T23:35:30.771" v="318"/>
        <pc:sldMkLst>
          <pc:docMk/>
          <pc:sldMk cId="332141421" sldId="1616"/>
        </pc:sldMkLst>
      </pc:sldChg>
      <pc:sldChg chg="add">
        <pc:chgData name="Sanmukh Kuppannagari" userId="ad215094-da36-4b66-9c79-369a17aea26b" providerId="ADAL" clId="{AD558336-AE15-4CDD-AB6D-EE016937268C}" dt="2025-09-22T23:35:30.771" v="318"/>
        <pc:sldMkLst>
          <pc:docMk/>
          <pc:sldMk cId="2723772378" sldId="1617"/>
        </pc:sldMkLst>
      </pc:sldChg>
      <pc:sldChg chg="add">
        <pc:chgData name="Sanmukh Kuppannagari" userId="ad215094-da36-4b66-9c79-369a17aea26b" providerId="ADAL" clId="{AD558336-AE15-4CDD-AB6D-EE016937268C}" dt="2025-09-22T23:35:30.771" v="318"/>
        <pc:sldMkLst>
          <pc:docMk/>
          <pc:sldMk cId="2299419835" sldId="1618"/>
        </pc:sldMkLst>
      </pc:sldChg>
      <pc:sldChg chg="modSp new mod">
        <pc:chgData name="Sanmukh Kuppannagari" userId="ad215094-da36-4b66-9c79-369a17aea26b" providerId="ADAL" clId="{AD558336-AE15-4CDD-AB6D-EE016937268C}" dt="2025-09-22T23:36:59.419" v="609" actId="20577"/>
        <pc:sldMkLst>
          <pc:docMk/>
          <pc:sldMk cId="4038028448" sldId="1619"/>
        </pc:sldMkLst>
      </pc:sldChg>
      <pc:sldChg chg="add">
        <pc:chgData name="Sanmukh Kuppannagari" userId="ad215094-da36-4b66-9c79-369a17aea26b" providerId="ADAL" clId="{AD558336-AE15-4CDD-AB6D-EE016937268C}" dt="2025-09-22T23:40:46.652" v="692"/>
        <pc:sldMkLst>
          <pc:docMk/>
          <pc:sldMk cId="3184318108" sldId="1620"/>
        </pc:sldMkLst>
      </pc:sldChg>
      <pc:sldChg chg="addSp delSp modSp new mod">
        <pc:chgData name="Sanmukh Kuppannagari" userId="ad215094-da36-4b66-9c79-369a17aea26b" providerId="ADAL" clId="{AD558336-AE15-4CDD-AB6D-EE016937268C}" dt="2025-09-22T23:43:21.755" v="808" actId="20577"/>
        <pc:sldMkLst>
          <pc:docMk/>
          <pc:sldMk cId="2088901676" sldId="1621"/>
        </pc:sldMkLst>
      </pc:sldChg>
      <pc:sldChg chg="addSp modSp new mod">
        <pc:chgData name="Sanmukh Kuppannagari" userId="ad215094-da36-4b66-9c79-369a17aea26b" providerId="ADAL" clId="{AD558336-AE15-4CDD-AB6D-EE016937268C}" dt="2025-09-22T23:45:02.890" v="817" actId="207"/>
        <pc:sldMkLst>
          <pc:docMk/>
          <pc:sldMk cId="1941417563" sldId="1622"/>
        </pc:sldMkLst>
      </pc:sldChg>
      <pc:sldChg chg="addSp modSp add mod">
        <pc:chgData name="Sanmukh Kuppannagari" userId="ad215094-da36-4b66-9c79-369a17aea26b" providerId="ADAL" clId="{AD558336-AE15-4CDD-AB6D-EE016937268C}" dt="2025-09-22T23:47:21.835" v="871" actId="207"/>
        <pc:sldMkLst>
          <pc:docMk/>
          <pc:sldMk cId="20892369" sldId="1623"/>
        </pc:sldMkLst>
      </pc:sldChg>
      <pc:sldChg chg="modSp add mod">
        <pc:chgData name="Sanmukh Kuppannagari" userId="ad215094-da36-4b66-9c79-369a17aea26b" providerId="ADAL" clId="{AD558336-AE15-4CDD-AB6D-EE016937268C}" dt="2025-09-22T23:48:34.691" v="934" actId="14100"/>
        <pc:sldMkLst>
          <pc:docMk/>
          <pc:sldMk cId="2754744985" sldId="1624"/>
        </pc:sldMkLst>
      </pc:sldChg>
      <pc:sldChg chg="delSp modSp add mod">
        <pc:chgData name="Sanmukh Kuppannagari" userId="ad215094-da36-4b66-9c79-369a17aea26b" providerId="ADAL" clId="{AD558336-AE15-4CDD-AB6D-EE016937268C}" dt="2025-09-22T23:48:46.444" v="936"/>
        <pc:sldMkLst>
          <pc:docMk/>
          <pc:sldMk cId="319091824" sldId="1625"/>
        </pc:sldMkLst>
      </pc:sldChg>
      <pc:sldChg chg="addSp delSp modSp new mod">
        <pc:chgData name="Sanmukh Kuppannagari" userId="ad215094-da36-4b66-9c79-369a17aea26b" providerId="ADAL" clId="{AD558336-AE15-4CDD-AB6D-EE016937268C}" dt="2025-09-22T23:56:02.308" v="1085" actId="478"/>
        <pc:sldMkLst>
          <pc:docMk/>
          <pc:sldMk cId="1290179611" sldId="1626"/>
        </pc:sldMkLst>
      </pc:sldChg>
      <pc:sldChg chg="addSp delSp modSp add mod">
        <pc:chgData name="Sanmukh Kuppannagari" userId="ad215094-da36-4b66-9c79-369a17aea26b" providerId="ADAL" clId="{AD558336-AE15-4CDD-AB6D-EE016937268C}" dt="2025-09-22T23:55:55.397" v="1084" actId="478"/>
        <pc:sldMkLst>
          <pc:docMk/>
          <pc:sldMk cId="3180180404" sldId="1627"/>
        </pc:sldMkLst>
      </pc:sldChg>
      <pc:sldChg chg="delSp modSp add mod">
        <pc:chgData name="Sanmukh Kuppannagari" userId="ad215094-da36-4b66-9c79-369a17aea26b" providerId="ADAL" clId="{AD558336-AE15-4CDD-AB6D-EE016937268C}" dt="2025-09-22T23:55:51.515" v="1083" actId="478"/>
        <pc:sldMkLst>
          <pc:docMk/>
          <pc:sldMk cId="1699230104" sldId="1628"/>
        </pc:sldMkLst>
      </pc:sldChg>
      <pc:sldChg chg="addSp modSp add mod">
        <pc:chgData name="Sanmukh Kuppannagari" userId="ad215094-da36-4b66-9c79-369a17aea26b" providerId="ADAL" clId="{AD558336-AE15-4CDD-AB6D-EE016937268C}" dt="2025-09-23T14:00:50.028" v="1199" actId="1076"/>
        <pc:sldMkLst>
          <pc:docMk/>
          <pc:sldMk cId="4173184227" sldId="1629"/>
        </pc:sldMkLst>
      </pc:sldChg>
      <pc:sldChg chg="addSp delSp modSp add mod">
        <pc:chgData name="Sanmukh Kuppannagari" userId="ad215094-da36-4b66-9c79-369a17aea26b" providerId="ADAL" clId="{AD558336-AE15-4CDD-AB6D-EE016937268C}" dt="2025-09-23T14:01:08.517" v="1200"/>
        <pc:sldMkLst>
          <pc:docMk/>
          <pc:sldMk cId="3474780682" sldId="1630"/>
        </pc:sldMkLst>
      </pc:sldChg>
      <pc:sldChg chg="addSp delSp modSp add mod">
        <pc:chgData name="Sanmukh Kuppannagari" userId="ad215094-da36-4b66-9c79-369a17aea26b" providerId="ADAL" clId="{AD558336-AE15-4CDD-AB6D-EE016937268C}" dt="2025-09-23T14:03:15.523" v="1215" actId="1076"/>
        <pc:sldMkLst>
          <pc:docMk/>
          <pc:sldMk cId="3692075067" sldId="1631"/>
        </pc:sldMkLst>
      </pc:sldChg>
      <pc:sldChg chg="delSp modSp add mod">
        <pc:chgData name="Sanmukh Kuppannagari" userId="ad215094-da36-4b66-9c79-369a17aea26b" providerId="ADAL" clId="{AD558336-AE15-4CDD-AB6D-EE016937268C}" dt="2025-09-23T14:09:31.650" v="1363" actId="14100"/>
        <pc:sldMkLst>
          <pc:docMk/>
          <pc:sldMk cId="3605704340" sldId="1632"/>
        </pc:sldMkLst>
      </pc:sldChg>
      <pc:sldChg chg="modSp add">
        <pc:chgData name="Sanmukh Kuppannagari" userId="ad215094-da36-4b66-9c79-369a17aea26b" providerId="ADAL" clId="{AD558336-AE15-4CDD-AB6D-EE016937268C}" dt="2025-09-23T14:11:38.691" v="1379" actId="20577"/>
        <pc:sldMkLst>
          <pc:docMk/>
          <pc:sldMk cId="421242867" sldId="1633"/>
        </pc:sldMkLst>
      </pc:sldChg>
      <pc:sldChg chg="modSp new mod">
        <pc:chgData name="Sanmukh Kuppannagari" userId="ad215094-da36-4b66-9c79-369a17aea26b" providerId="ADAL" clId="{AD558336-AE15-4CDD-AB6D-EE016937268C}" dt="2025-09-23T14:17:54.204" v="1839" actId="20577"/>
        <pc:sldMkLst>
          <pc:docMk/>
          <pc:sldMk cId="2259558617" sldId="1634"/>
        </pc:sldMkLst>
      </pc:sldChg>
    </pc:docChg>
  </pc:docChgLst>
  <pc:docChgLst>
    <pc:chgData name="Sanmukh Kuppannagari" userId="ad215094-da36-4b66-9c79-369a17aea26b" providerId="ADAL" clId="{11171A05-B6FC-4395-9957-15FB24B3E448}"/>
    <pc:docChg chg="undo custSel addSld delSld modSld sldOrd">
      <pc:chgData name="Sanmukh Kuppannagari" userId="ad215094-da36-4b66-9c79-369a17aea26b" providerId="ADAL" clId="{11171A05-B6FC-4395-9957-15FB24B3E448}" dt="2024-08-29T14:52:38.567" v="6676" actId="962"/>
      <pc:docMkLst>
        <pc:docMk/>
      </pc:docMkLst>
      <pc:sldChg chg="del">
        <pc:chgData name="Sanmukh Kuppannagari" userId="ad215094-da36-4b66-9c79-369a17aea26b" providerId="ADAL" clId="{11171A05-B6FC-4395-9957-15FB24B3E448}" dt="2024-08-29T02:48:21.039" v="2" actId="47"/>
        <pc:sldMkLst>
          <pc:docMk/>
          <pc:sldMk cId="1853368443" sldId="257"/>
        </pc:sldMkLst>
      </pc:sldChg>
      <pc:sldChg chg="del">
        <pc:chgData name="Sanmukh Kuppannagari" userId="ad215094-da36-4b66-9c79-369a17aea26b" providerId="ADAL" clId="{11171A05-B6FC-4395-9957-15FB24B3E448}" dt="2024-08-29T02:48:21.039" v="2" actId="47"/>
        <pc:sldMkLst>
          <pc:docMk/>
          <pc:sldMk cId="1571907200" sldId="258"/>
        </pc:sldMkLst>
      </pc:sldChg>
      <pc:sldChg chg="modSp mod">
        <pc:chgData name="Sanmukh Kuppannagari" userId="ad215094-da36-4b66-9c79-369a17aea26b" providerId="ADAL" clId="{11171A05-B6FC-4395-9957-15FB24B3E448}" dt="2024-08-29T13:54:11.711" v="6045" actId="20577"/>
        <pc:sldMkLst>
          <pc:docMk/>
          <pc:sldMk cId="2017305151" sldId="261"/>
        </pc:sldMkLst>
      </pc:sldChg>
      <pc:sldChg chg="del">
        <pc:chgData name="Sanmukh Kuppannagari" userId="ad215094-da36-4b66-9c79-369a17aea26b" providerId="ADAL" clId="{11171A05-B6FC-4395-9957-15FB24B3E448}" dt="2024-08-29T02:48:21.039" v="2" actId="47"/>
        <pc:sldMkLst>
          <pc:docMk/>
          <pc:sldMk cId="4279812585" sldId="264"/>
        </pc:sldMkLst>
      </pc:sldChg>
      <pc:sldChg chg="del">
        <pc:chgData name="Sanmukh Kuppannagari" userId="ad215094-da36-4b66-9c79-369a17aea26b" providerId="ADAL" clId="{11171A05-B6FC-4395-9957-15FB24B3E448}" dt="2024-08-29T02:48:21.039" v="2" actId="47"/>
        <pc:sldMkLst>
          <pc:docMk/>
          <pc:sldMk cId="229327562" sldId="265"/>
        </pc:sldMkLst>
      </pc:sldChg>
      <pc:sldChg chg="del">
        <pc:chgData name="Sanmukh Kuppannagari" userId="ad215094-da36-4b66-9c79-369a17aea26b" providerId="ADAL" clId="{11171A05-B6FC-4395-9957-15FB24B3E448}" dt="2024-08-29T02:48:21.039" v="2" actId="47"/>
        <pc:sldMkLst>
          <pc:docMk/>
          <pc:sldMk cId="773656466" sldId="266"/>
        </pc:sldMkLst>
      </pc:sldChg>
      <pc:sldChg chg="del">
        <pc:chgData name="Sanmukh Kuppannagari" userId="ad215094-da36-4b66-9c79-369a17aea26b" providerId="ADAL" clId="{11171A05-B6FC-4395-9957-15FB24B3E448}" dt="2024-08-29T02:48:21.039" v="2" actId="47"/>
        <pc:sldMkLst>
          <pc:docMk/>
          <pc:sldMk cId="664933502" sldId="273"/>
        </pc:sldMkLst>
      </pc:sldChg>
      <pc:sldChg chg="del">
        <pc:chgData name="Sanmukh Kuppannagari" userId="ad215094-da36-4b66-9c79-369a17aea26b" providerId="ADAL" clId="{11171A05-B6FC-4395-9957-15FB24B3E448}" dt="2024-08-29T02:48:21.039" v="2" actId="47"/>
        <pc:sldMkLst>
          <pc:docMk/>
          <pc:sldMk cId="332663318" sldId="275"/>
        </pc:sldMkLst>
      </pc:sldChg>
      <pc:sldChg chg="del">
        <pc:chgData name="Sanmukh Kuppannagari" userId="ad215094-da36-4b66-9c79-369a17aea26b" providerId="ADAL" clId="{11171A05-B6FC-4395-9957-15FB24B3E448}" dt="2024-08-29T02:48:21.039" v="2" actId="47"/>
        <pc:sldMkLst>
          <pc:docMk/>
          <pc:sldMk cId="1665426680" sldId="276"/>
        </pc:sldMkLst>
      </pc:sldChg>
      <pc:sldChg chg="del">
        <pc:chgData name="Sanmukh Kuppannagari" userId="ad215094-da36-4b66-9c79-369a17aea26b" providerId="ADAL" clId="{11171A05-B6FC-4395-9957-15FB24B3E448}" dt="2024-08-29T02:48:21.039" v="2" actId="47"/>
        <pc:sldMkLst>
          <pc:docMk/>
          <pc:sldMk cId="1064585860" sldId="277"/>
        </pc:sldMkLst>
      </pc:sldChg>
      <pc:sldChg chg="del">
        <pc:chgData name="Sanmukh Kuppannagari" userId="ad215094-da36-4b66-9c79-369a17aea26b" providerId="ADAL" clId="{11171A05-B6FC-4395-9957-15FB24B3E448}" dt="2024-08-29T02:48:21.039" v="2" actId="47"/>
        <pc:sldMkLst>
          <pc:docMk/>
          <pc:sldMk cId="2392899443" sldId="278"/>
        </pc:sldMkLst>
      </pc:sldChg>
      <pc:sldChg chg="del">
        <pc:chgData name="Sanmukh Kuppannagari" userId="ad215094-da36-4b66-9c79-369a17aea26b" providerId="ADAL" clId="{11171A05-B6FC-4395-9957-15FB24B3E448}" dt="2024-08-29T02:48:21.039" v="2" actId="47"/>
        <pc:sldMkLst>
          <pc:docMk/>
          <pc:sldMk cId="3752910855" sldId="279"/>
        </pc:sldMkLst>
      </pc:sldChg>
      <pc:sldChg chg="del">
        <pc:chgData name="Sanmukh Kuppannagari" userId="ad215094-da36-4b66-9c79-369a17aea26b" providerId="ADAL" clId="{11171A05-B6FC-4395-9957-15FB24B3E448}" dt="2024-08-29T02:48:21.039" v="2" actId="47"/>
        <pc:sldMkLst>
          <pc:docMk/>
          <pc:sldMk cId="3740158276" sldId="281"/>
        </pc:sldMkLst>
      </pc:sldChg>
      <pc:sldChg chg="modSp mod">
        <pc:chgData name="Sanmukh Kuppannagari" userId="ad215094-da36-4b66-9c79-369a17aea26b" providerId="ADAL" clId="{11171A05-B6FC-4395-9957-15FB24B3E448}" dt="2024-08-29T14:50:06.257" v="6646" actId="20577"/>
        <pc:sldMkLst>
          <pc:docMk/>
          <pc:sldMk cId="2158303791" sldId="288"/>
        </pc:sldMkLst>
      </pc:sldChg>
      <pc:sldChg chg="modSp add mod">
        <pc:chgData name="Sanmukh Kuppannagari" userId="ad215094-da36-4b66-9c79-369a17aea26b" providerId="ADAL" clId="{11171A05-B6FC-4395-9957-15FB24B3E448}" dt="2024-08-29T13:54:15.117" v="6046" actId="20577"/>
        <pc:sldMkLst>
          <pc:docMk/>
          <pc:sldMk cId="1737272183" sldId="289"/>
        </pc:sldMkLst>
      </pc:sldChg>
      <pc:sldChg chg="modSp new mod">
        <pc:chgData name="Sanmukh Kuppannagari" userId="ad215094-da36-4b66-9c79-369a17aea26b" providerId="ADAL" clId="{11171A05-B6FC-4395-9957-15FB24B3E448}" dt="2024-08-29T03:23:19.483" v="506" actId="113"/>
        <pc:sldMkLst>
          <pc:docMk/>
          <pc:sldMk cId="2096129851" sldId="290"/>
        </pc:sldMkLst>
      </pc:sldChg>
      <pc:sldChg chg="modSp add mod">
        <pc:chgData name="Sanmukh Kuppannagari" userId="ad215094-da36-4b66-9c79-369a17aea26b" providerId="ADAL" clId="{11171A05-B6FC-4395-9957-15FB24B3E448}" dt="2024-08-29T14:52:38.567" v="6676" actId="962"/>
        <pc:sldMkLst>
          <pc:docMk/>
          <pc:sldMk cId="1860245702" sldId="291"/>
        </pc:sldMkLst>
      </pc:sldChg>
      <pc:sldChg chg="del">
        <pc:chgData name="Sanmukh Kuppannagari" userId="ad215094-da36-4b66-9c79-369a17aea26b" providerId="ADAL" clId="{11171A05-B6FC-4395-9957-15FB24B3E448}" dt="2024-08-29T02:48:21.039" v="2" actId="47"/>
        <pc:sldMkLst>
          <pc:docMk/>
          <pc:sldMk cId="2291869099" sldId="291"/>
        </pc:sldMkLst>
      </pc:sldChg>
      <pc:sldChg chg="del">
        <pc:chgData name="Sanmukh Kuppannagari" userId="ad215094-da36-4b66-9c79-369a17aea26b" providerId="ADAL" clId="{11171A05-B6FC-4395-9957-15FB24B3E448}" dt="2024-08-29T02:48:21.039" v="2" actId="47"/>
        <pc:sldMkLst>
          <pc:docMk/>
          <pc:sldMk cId="3873626867" sldId="292"/>
        </pc:sldMkLst>
      </pc:sldChg>
      <pc:sldChg chg="del">
        <pc:chgData name="Sanmukh Kuppannagari" userId="ad215094-da36-4b66-9c79-369a17aea26b" providerId="ADAL" clId="{11171A05-B6FC-4395-9957-15FB24B3E448}" dt="2024-08-29T02:48:21.039" v="2" actId="47"/>
        <pc:sldMkLst>
          <pc:docMk/>
          <pc:sldMk cId="200871894" sldId="293"/>
        </pc:sldMkLst>
      </pc:sldChg>
      <pc:sldChg chg="modSp add">
        <pc:chgData name="Sanmukh Kuppannagari" userId="ad215094-da36-4b66-9c79-369a17aea26b" providerId="ADAL" clId="{11171A05-B6FC-4395-9957-15FB24B3E448}" dt="2024-08-29T04:32:03.469" v="1362" actId="12"/>
        <pc:sldMkLst>
          <pc:docMk/>
          <pc:sldMk cId="2664133677" sldId="298"/>
        </pc:sldMkLst>
      </pc:sldChg>
      <pc:sldChg chg="del">
        <pc:chgData name="Sanmukh Kuppannagari" userId="ad215094-da36-4b66-9c79-369a17aea26b" providerId="ADAL" clId="{11171A05-B6FC-4395-9957-15FB24B3E448}" dt="2024-08-29T02:48:21.039" v="2" actId="47"/>
        <pc:sldMkLst>
          <pc:docMk/>
          <pc:sldMk cId="1020910546" sldId="299"/>
        </pc:sldMkLst>
      </pc:sldChg>
      <pc:sldChg chg="del">
        <pc:chgData name="Sanmukh Kuppannagari" userId="ad215094-da36-4b66-9c79-369a17aea26b" providerId="ADAL" clId="{11171A05-B6FC-4395-9957-15FB24B3E448}" dt="2024-08-29T02:48:21.039" v="2" actId="47"/>
        <pc:sldMkLst>
          <pc:docMk/>
          <pc:sldMk cId="3765558418" sldId="300"/>
        </pc:sldMkLst>
      </pc:sldChg>
      <pc:sldChg chg="addSp delSp modSp add mod">
        <pc:chgData name="Sanmukh Kuppannagari" userId="ad215094-da36-4b66-9c79-369a17aea26b" providerId="ADAL" clId="{11171A05-B6FC-4395-9957-15FB24B3E448}" dt="2024-08-29T04:56:22.963" v="2261" actId="478"/>
        <pc:sldMkLst>
          <pc:docMk/>
          <pc:sldMk cId="2873989303" sldId="301"/>
        </pc:sldMkLst>
      </pc:sldChg>
      <pc:sldChg chg="modSp add mod">
        <pc:chgData name="Sanmukh Kuppannagari" userId="ad215094-da36-4b66-9c79-369a17aea26b" providerId="ADAL" clId="{11171A05-B6FC-4395-9957-15FB24B3E448}" dt="2024-08-29T05:04:51.928" v="2596" actId="20577"/>
        <pc:sldMkLst>
          <pc:docMk/>
          <pc:sldMk cId="1126324089" sldId="302"/>
        </pc:sldMkLst>
      </pc:sldChg>
      <pc:sldChg chg="modSp add mod">
        <pc:chgData name="Sanmukh Kuppannagari" userId="ad215094-da36-4b66-9c79-369a17aea26b" providerId="ADAL" clId="{11171A05-B6FC-4395-9957-15FB24B3E448}" dt="2024-08-29T14:42:13.950" v="6420" actId="20577"/>
        <pc:sldMkLst>
          <pc:docMk/>
          <pc:sldMk cId="1159033991" sldId="303"/>
        </pc:sldMkLst>
      </pc:sldChg>
      <pc:sldChg chg="del">
        <pc:chgData name="Sanmukh Kuppannagari" userId="ad215094-da36-4b66-9c79-369a17aea26b" providerId="ADAL" clId="{11171A05-B6FC-4395-9957-15FB24B3E448}" dt="2024-08-29T02:48:21.039" v="2" actId="47"/>
        <pc:sldMkLst>
          <pc:docMk/>
          <pc:sldMk cId="2520937317" sldId="305"/>
        </pc:sldMkLst>
      </pc:sldChg>
      <pc:sldChg chg="del">
        <pc:chgData name="Sanmukh Kuppannagari" userId="ad215094-da36-4b66-9c79-369a17aea26b" providerId="ADAL" clId="{11171A05-B6FC-4395-9957-15FB24B3E448}" dt="2024-08-29T02:48:21.039" v="2" actId="47"/>
        <pc:sldMkLst>
          <pc:docMk/>
          <pc:sldMk cId="3456202256" sldId="307"/>
        </pc:sldMkLst>
      </pc:sldChg>
      <pc:sldChg chg="modSp add mod">
        <pc:chgData name="Sanmukh Kuppannagari" userId="ad215094-da36-4b66-9c79-369a17aea26b" providerId="ADAL" clId="{11171A05-B6FC-4395-9957-15FB24B3E448}" dt="2024-08-29T06:15:27.501" v="5155" actId="20577"/>
        <pc:sldMkLst>
          <pc:docMk/>
          <pc:sldMk cId="276729432" sldId="309"/>
        </pc:sldMkLst>
      </pc:sldChg>
      <pc:sldChg chg="del">
        <pc:chgData name="Sanmukh Kuppannagari" userId="ad215094-da36-4b66-9c79-369a17aea26b" providerId="ADAL" clId="{11171A05-B6FC-4395-9957-15FB24B3E448}" dt="2024-08-29T02:48:21.039" v="2" actId="47"/>
        <pc:sldMkLst>
          <pc:docMk/>
          <pc:sldMk cId="4013261310" sldId="314"/>
        </pc:sldMkLst>
      </pc:sldChg>
      <pc:sldChg chg="del">
        <pc:chgData name="Sanmukh Kuppannagari" userId="ad215094-da36-4b66-9c79-369a17aea26b" providerId="ADAL" clId="{11171A05-B6FC-4395-9957-15FB24B3E448}" dt="2024-08-29T02:48:21.039" v="2" actId="47"/>
        <pc:sldMkLst>
          <pc:docMk/>
          <pc:sldMk cId="4010883220" sldId="315"/>
        </pc:sldMkLst>
      </pc:sldChg>
      <pc:sldChg chg="del">
        <pc:chgData name="Sanmukh Kuppannagari" userId="ad215094-da36-4b66-9c79-369a17aea26b" providerId="ADAL" clId="{11171A05-B6FC-4395-9957-15FB24B3E448}" dt="2024-08-29T02:48:21.039" v="2" actId="47"/>
        <pc:sldMkLst>
          <pc:docMk/>
          <pc:sldMk cId="961129123" sldId="316"/>
        </pc:sldMkLst>
      </pc:sldChg>
      <pc:sldChg chg="del">
        <pc:chgData name="Sanmukh Kuppannagari" userId="ad215094-da36-4b66-9c79-369a17aea26b" providerId="ADAL" clId="{11171A05-B6FC-4395-9957-15FB24B3E448}" dt="2024-08-29T02:48:21.039" v="2" actId="47"/>
        <pc:sldMkLst>
          <pc:docMk/>
          <pc:sldMk cId="2305956743" sldId="317"/>
        </pc:sldMkLst>
      </pc:sldChg>
      <pc:sldChg chg="del">
        <pc:chgData name="Sanmukh Kuppannagari" userId="ad215094-da36-4b66-9c79-369a17aea26b" providerId="ADAL" clId="{11171A05-B6FC-4395-9957-15FB24B3E448}" dt="2024-08-29T02:48:21.039" v="2" actId="47"/>
        <pc:sldMkLst>
          <pc:docMk/>
          <pc:sldMk cId="1489729582" sldId="318"/>
        </pc:sldMkLst>
      </pc:sldChg>
      <pc:sldChg chg="del">
        <pc:chgData name="Sanmukh Kuppannagari" userId="ad215094-da36-4b66-9c79-369a17aea26b" providerId="ADAL" clId="{11171A05-B6FC-4395-9957-15FB24B3E448}" dt="2024-08-29T02:48:21.039" v="2" actId="47"/>
        <pc:sldMkLst>
          <pc:docMk/>
          <pc:sldMk cId="537906077" sldId="319"/>
        </pc:sldMkLst>
      </pc:sldChg>
      <pc:sldChg chg="del">
        <pc:chgData name="Sanmukh Kuppannagari" userId="ad215094-da36-4b66-9c79-369a17aea26b" providerId="ADAL" clId="{11171A05-B6FC-4395-9957-15FB24B3E448}" dt="2024-08-29T02:48:21.039" v="2" actId="47"/>
        <pc:sldMkLst>
          <pc:docMk/>
          <pc:sldMk cId="4047053487" sldId="343"/>
        </pc:sldMkLst>
      </pc:sldChg>
      <pc:sldChg chg="del">
        <pc:chgData name="Sanmukh Kuppannagari" userId="ad215094-da36-4b66-9c79-369a17aea26b" providerId="ADAL" clId="{11171A05-B6FC-4395-9957-15FB24B3E448}" dt="2024-08-29T02:48:21.039" v="2" actId="47"/>
        <pc:sldMkLst>
          <pc:docMk/>
          <pc:sldMk cId="311840423" sldId="344"/>
        </pc:sldMkLst>
      </pc:sldChg>
      <pc:sldChg chg="add">
        <pc:chgData name="Sanmukh Kuppannagari" userId="ad215094-da36-4b66-9c79-369a17aea26b" providerId="ADAL" clId="{11171A05-B6FC-4395-9957-15FB24B3E448}" dt="2024-08-29T03:00:03.375" v="317"/>
        <pc:sldMkLst>
          <pc:docMk/>
          <pc:sldMk cId="1479581269" sldId="344"/>
        </pc:sldMkLst>
      </pc:sldChg>
      <pc:sldChg chg="add">
        <pc:chgData name="Sanmukh Kuppannagari" userId="ad215094-da36-4b66-9c79-369a17aea26b" providerId="ADAL" clId="{11171A05-B6FC-4395-9957-15FB24B3E448}" dt="2024-08-29T02:59:36.373" v="315"/>
        <pc:sldMkLst>
          <pc:docMk/>
          <pc:sldMk cId="1462781511" sldId="345"/>
        </pc:sldMkLst>
      </pc:sldChg>
      <pc:sldChg chg="add">
        <pc:chgData name="Sanmukh Kuppannagari" userId="ad215094-da36-4b66-9c79-369a17aea26b" providerId="ADAL" clId="{11171A05-B6FC-4395-9957-15FB24B3E448}" dt="2024-08-29T02:59:44.248" v="316"/>
        <pc:sldMkLst>
          <pc:docMk/>
          <pc:sldMk cId="1801581427" sldId="346"/>
        </pc:sldMkLst>
      </pc:sldChg>
      <pc:sldChg chg="modSp add mod ord">
        <pc:chgData name="Sanmukh Kuppannagari" userId="ad215094-da36-4b66-9c79-369a17aea26b" providerId="ADAL" clId="{11171A05-B6FC-4395-9957-15FB24B3E448}" dt="2024-08-29T03:23:59.070" v="547" actId="20577"/>
        <pc:sldMkLst>
          <pc:docMk/>
          <pc:sldMk cId="770539502" sldId="347"/>
        </pc:sldMkLst>
      </pc:sldChg>
      <pc:sldChg chg="modSp add mod">
        <pc:chgData name="Sanmukh Kuppannagari" userId="ad215094-da36-4b66-9c79-369a17aea26b" providerId="ADAL" clId="{11171A05-B6FC-4395-9957-15FB24B3E448}" dt="2024-08-29T13:54:42.456" v="6047" actId="20577"/>
        <pc:sldMkLst>
          <pc:docMk/>
          <pc:sldMk cId="2297479372" sldId="348"/>
        </pc:sldMkLst>
      </pc:sldChg>
      <pc:sldChg chg="addSp delSp modSp add mod">
        <pc:chgData name="Sanmukh Kuppannagari" userId="ad215094-da36-4b66-9c79-369a17aea26b" providerId="ADAL" clId="{11171A05-B6FC-4395-9957-15FB24B3E448}" dt="2024-08-29T04:12:22.321" v="748" actId="478"/>
        <pc:sldMkLst>
          <pc:docMk/>
          <pc:sldMk cId="920574792" sldId="349"/>
        </pc:sldMkLst>
      </pc:sldChg>
      <pc:sldChg chg="del">
        <pc:chgData name="Sanmukh Kuppannagari" userId="ad215094-da36-4b66-9c79-369a17aea26b" providerId="ADAL" clId="{11171A05-B6FC-4395-9957-15FB24B3E448}" dt="2024-08-29T02:48:21.039" v="2" actId="47"/>
        <pc:sldMkLst>
          <pc:docMk/>
          <pc:sldMk cId="3490123102" sldId="349"/>
        </pc:sldMkLst>
      </pc:sldChg>
      <pc:sldChg chg="delSp modSp add mod">
        <pc:chgData name="Sanmukh Kuppannagari" userId="ad215094-da36-4b66-9c79-369a17aea26b" providerId="ADAL" clId="{11171A05-B6FC-4395-9957-15FB24B3E448}" dt="2024-08-29T04:10:35.198" v="723" actId="20577"/>
        <pc:sldMkLst>
          <pc:docMk/>
          <pc:sldMk cId="3256780983" sldId="350"/>
        </pc:sldMkLst>
      </pc:sldChg>
      <pc:sldChg chg="addSp delSp modSp add mod">
        <pc:chgData name="Sanmukh Kuppannagari" userId="ad215094-da36-4b66-9c79-369a17aea26b" providerId="ADAL" clId="{11171A05-B6FC-4395-9957-15FB24B3E448}" dt="2024-08-29T04:32:11.350" v="1364"/>
        <pc:sldMkLst>
          <pc:docMk/>
          <pc:sldMk cId="2451997251" sldId="351"/>
        </pc:sldMkLst>
      </pc:sldChg>
      <pc:sldChg chg="del">
        <pc:chgData name="Sanmukh Kuppannagari" userId="ad215094-da36-4b66-9c79-369a17aea26b" providerId="ADAL" clId="{11171A05-B6FC-4395-9957-15FB24B3E448}" dt="2024-08-29T02:48:21.039" v="2" actId="47"/>
        <pc:sldMkLst>
          <pc:docMk/>
          <pc:sldMk cId="3758420558" sldId="351"/>
        </pc:sldMkLst>
      </pc:sldChg>
      <pc:sldChg chg="modSp add mod">
        <pc:chgData name="Sanmukh Kuppannagari" userId="ad215094-da36-4b66-9c79-369a17aea26b" providerId="ADAL" clId="{11171A05-B6FC-4395-9957-15FB24B3E448}" dt="2024-08-29T04:12:40.860" v="750" actId="20577"/>
        <pc:sldMkLst>
          <pc:docMk/>
          <pc:sldMk cId="3895847466" sldId="352"/>
        </pc:sldMkLst>
      </pc:sldChg>
      <pc:sldChg chg="delSp modSp add mod">
        <pc:chgData name="Sanmukh Kuppannagari" userId="ad215094-da36-4b66-9c79-369a17aea26b" providerId="ADAL" clId="{11171A05-B6FC-4395-9957-15FB24B3E448}" dt="2024-08-29T04:34:56.365" v="1410" actId="20577"/>
        <pc:sldMkLst>
          <pc:docMk/>
          <pc:sldMk cId="2014243733" sldId="353"/>
        </pc:sldMkLst>
      </pc:sldChg>
      <pc:sldChg chg="del">
        <pc:chgData name="Sanmukh Kuppannagari" userId="ad215094-da36-4b66-9c79-369a17aea26b" providerId="ADAL" clId="{11171A05-B6FC-4395-9957-15FB24B3E448}" dt="2024-08-29T02:48:21.039" v="2" actId="47"/>
        <pc:sldMkLst>
          <pc:docMk/>
          <pc:sldMk cId="2492042211" sldId="354"/>
        </pc:sldMkLst>
      </pc:sldChg>
      <pc:sldChg chg="modSp add mod ord">
        <pc:chgData name="Sanmukh Kuppannagari" userId="ad215094-da36-4b66-9c79-369a17aea26b" providerId="ADAL" clId="{11171A05-B6FC-4395-9957-15FB24B3E448}" dt="2024-08-29T04:32:07.401" v="1363"/>
        <pc:sldMkLst>
          <pc:docMk/>
          <pc:sldMk cId="4286218002" sldId="354"/>
        </pc:sldMkLst>
      </pc:sldChg>
      <pc:sldChg chg="del">
        <pc:chgData name="Sanmukh Kuppannagari" userId="ad215094-da36-4b66-9c79-369a17aea26b" providerId="ADAL" clId="{11171A05-B6FC-4395-9957-15FB24B3E448}" dt="2024-08-29T02:48:21.039" v="2" actId="47"/>
        <pc:sldMkLst>
          <pc:docMk/>
          <pc:sldMk cId="2865917714" sldId="355"/>
        </pc:sldMkLst>
      </pc:sldChg>
      <pc:sldChg chg="addSp modSp add mod">
        <pc:chgData name="Sanmukh Kuppannagari" userId="ad215094-da36-4b66-9c79-369a17aea26b" providerId="ADAL" clId="{11171A05-B6FC-4395-9957-15FB24B3E448}" dt="2024-08-29T04:32:15.343" v="1365"/>
        <pc:sldMkLst>
          <pc:docMk/>
          <pc:sldMk cId="4053306255" sldId="355"/>
        </pc:sldMkLst>
      </pc:sldChg>
      <pc:sldChg chg="modSp new mod">
        <pc:chgData name="Sanmukh Kuppannagari" userId="ad215094-da36-4b66-9c79-369a17aea26b" providerId="ADAL" clId="{11171A05-B6FC-4395-9957-15FB24B3E448}" dt="2024-08-29T04:28:58.024" v="1349" actId="20577"/>
        <pc:sldMkLst>
          <pc:docMk/>
          <pc:sldMk cId="4022701561" sldId="356"/>
        </pc:sldMkLst>
      </pc:sldChg>
      <pc:sldChg chg="delSp modSp add mod">
        <pc:chgData name="Sanmukh Kuppannagari" userId="ad215094-da36-4b66-9c79-369a17aea26b" providerId="ADAL" clId="{11171A05-B6FC-4395-9957-15FB24B3E448}" dt="2024-08-29T04:35:06.838" v="1411"/>
        <pc:sldMkLst>
          <pc:docMk/>
          <pc:sldMk cId="578876639" sldId="357"/>
        </pc:sldMkLst>
      </pc:sldChg>
      <pc:sldChg chg="del">
        <pc:chgData name="Sanmukh Kuppannagari" userId="ad215094-da36-4b66-9c79-369a17aea26b" providerId="ADAL" clId="{11171A05-B6FC-4395-9957-15FB24B3E448}" dt="2024-08-29T02:48:21.039" v="2" actId="47"/>
        <pc:sldMkLst>
          <pc:docMk/>
          <pc:sldMk cId="4214734292" sldId="357"/>
        </pc:sldMkLst>
      </pc:sldChg>
      <pc:sldChg chg="modSp add mod">
        <pc:chgData name="Sanmukh Kuppannagari" userId="ad215094-da36-4b66-9c79-369a17aea26b" providerId="ADAL" clId="{11171A05-B6FC-4395-9957-15FB24B3E448}" dt="2024-08-29T04:40:51.696" v="1816" actId="5793"/>
        <pc:sldMkLst>
          <pc:docMk/>
          <pc:sldMk cId="3491075983" sldId="358"/>
        </pc:sldMkLst>
      </pc:sldChg>
      <pc:sldChg chg="del">
        <pc:chgData name="Sanmukh Kuppannagari" userId="ad215094-da36-4b66-9c79-369a17aea26b" providerId="ADAL" clId="{11171A05-B6FC-4395-9957-15FB24B3E448}" dt="2024-08-29T02:48:21.039" v="2" actId="47"/>
        <pc:sldMkLst>
          <pc:docMk/>
          <pc:sldMk cId="508044999" sldId="359"/>
        </pc:sldMkLst>
      </pc:sldChg>
      <pc:sldChg chg="modSp add mod">
        <pc:chgData name="Sanmukh Kuppannagari" userId="ad215094-da36-4b66-9c79-369a17aea26b" providerId="ADAL" clId="{11171A05-B6FC-4395-9957-15FB24B3E448}" dt="2024-08-29T13:54:53.355" v="6048" actId="20577"/>
        <pc:sldMkLst>
          <pc:docMk/>
          <pc:sldMk cId="2439461653" sldId="359"/>
        </pc:sldMkLst>
      </pc:sldChg>
      <pc:sldChg chg="modSp add mod">
        <pc:chgData name="Sanmukh Kuppannagari" userId="ad215094-da36-4b66-9c79-369a17aea26b" providerId="ADAL" clId="{11171A05-B6FC-4395-9957-15FB24B3E448}" dt="2024-08-29T05:38:21.643" v="4008" actId="113"/>
        <pc:sldMkLst>
          <pc:docMk/>
          <pc:sldMk cId="1297561959" sldId="360"/>
        </pc:sldMkLst>
      </pc:sldChg>
      <pc:sldChg chg="addSp modSp add del mod">
        <pc:chgData name="Sanmukh Kuppannagari" userId="ad215094-da36-4b66-9c79-369a17aea26b" providerId="ADAL" clId="{11171A05-B6FC-4395-9957-15FB24B3E448}" dt="2024-08-29T04:39:20.330" v="1614" actId="47"/>
        <pc:sldMkLst>
          <pc:docMk/>
          <pc:sldMk cId="3344308429" sldId="360"/>
        </pc:sldMkLst>
      </pc:sldChg>
      <pc:sldChg chg="del">
        <pc:chgData name="Sanmukh Kuppannagari" userId="ad215094-da36-4b66-9c79-369a17aea26b" providerId="ADAL" clId="{11171A05-B6FC-4395-9957-15FB24B3E448}" dt="2024-08-29T02:48:21.039" v="2" actId="47"/>
        <pc:sldMkLst>
          <pc:docMk/>
          <pc:sldMk cId="3582721875" sldId="361"/>
        </pc:sldMkLst>
      </pc:sldChg>
      <pc:sldChg chg="addSp modSp new mod">
        <pc:chgData name="Sanmukh Kuppannagari" userId="ad215094-da36-4b66-9c79-369a17aea26b" providerId="ADAL" clId="{11171A05-B6FC-4395-9957-15FB24B3E448}" dt="2024-08-29T04:39:02.116" v="1596" actId="20577"/>
        <pc:sldMkLst>
          <pc:docMk/>
          <pc:sldMk cId="3929262316" sldId="361"/>
        </pc:sldMkLst>
      </pc:sldChg>
      <pc:sldChg chg="modSp add mod">
        <pc:chgData name="Sanmukh Kuppannagari" userId="ad215094-da36-4b66-9c79-369a17aea26b" providerId="ADAL" clId="{11171A05-B6FC-4395-9957-15FB24B3E448}" dt="2024-08-29T04:39:11.472" v="1613" actId="20577"/>
        <pc:sldMkLst>
          <pc:docMk/>
          <pc:sldMk cId="1945245978" sldId="362"/>
        </pc:sldMkLst>
      </pc:sldChg>
      <pc:sldChg chg="del">
        <pc:chgData name="Sanmukh Kuppannagari" userId="ad215094-da36-4b66-9c79-369a17aea26b" providerId="ADAL" clId="{11171A05-B6FC-4395-9957-15FB24B3E448}" dt="2024-08-29T02:48:21.039" v="2" actId="47"/>
        <pc:sldMkLst>
          <pc:docMk/>
          <pc:sldMk cId="2711586685" sldId="362"/>
        </pc:sldMkLst>
      </pc:sldChg>
      <pc:sldChg chg="modSp new mod">
        <pc:chgData name="Sanmukh Kuppannagari" userId="ad215094-da36-4b66-9c79-369a17aea26b" providerId="ADAL" clId="{11171A05-B6FC-4395-9957-15FB24B3E448}" dt="2024-08-29T04:44:10.032" v="2034" actId="20577"/>
        <pc:sldMkLst>
          <pc:docMk/>
          <pc:sldMk cId="3768452387" sldId="363"/>
        </pc:sldMkLst>
      </pc:sldChg>
      <pc:sldChg chg="del">
        <pc:chgData name="Sanmukh Kuppannagari" userId="ad215094-da36-4b66-9c79-369a17aea26b" providerId="ADAL" clId="{11171A05-B6FC-4395-9957-15FB24B3E448}" dt="2024-08-29T02:48:21.039" v="2" actId="47"/>
        <pc:sldMkLst>
          <pc:docMk/>
          <pc:sldMk cId="676817876" sldId="364"/>
        </pc:sldMkLst>
      </pc:sldChg>
      <pc:sldChg chg="addSp modSp new mod">
        <pc:chgData name="Sanmukh Kuppannagari" userId="ad215094-da36-4b66-9c79-369a17aea26b" providerId="ADAL" clId="{11171A05-B6FC-4395-9957-15FB24B3E448}" dt="2024-08-29T04:54:41.167" v="2230" actId="207"/>
        <pc:sldMkLst>
          <pc:docMk/>
          <pc:sldMk cId="1542950900" sldId="364"/>
        </pc:sldMkLst>
      </pc:sldChg>
      <pc:sldChg chg="del">
        <pc:chgData name="Sanmukh Kuppannagari" userId="ad215094-da36-4b66-9c79-369a17aea26b" providerId="ADAL" clId="{11171A05-B6FC-4395-9957-15FB24B3E448}" dt="2024-08-29T02:48:21.039" v="2" actId="47"/>
        <pc:sldMkLst>
          <pc:docMk/>
          <pc:sldMk cId="1059025400" sldId="365"/>
        </pc:sldMkLst>
      </pc:sldChg>
      <pc:sldChg chg="modSp add mod">
        <pc:chgData name="Sanmukh Kuppannagari" userId="ad215094-da36-4b66-9c79-369a17aea26b" providerId="ADAL" clId="{11171A05-B6FC-4395-9957-15FB24B3E448}" dt="2024-08-29T04:55:25.790" v="2255" actId="20577"/>
        <pc:sldMkLst>
          <pc:docMk/>
          <pc:sldMk cId="3248262078" sldId="365"/>
        </pc:sldMkLst>
      </pc:sldChg>
      <pc:sldChg chg="modSp add mod">
        <pc:chgData name="Sanmukh Kuppannagari" userId="ad215094-da36-4b66-9c79-369a17aea26b" providerId="ADAL" clId="{11171A05-B6FC-4395-9957-15FB24B3E448}" dt="2024-08-29T04:56:34.507" v="2262" actId="207"/>
        <pc:sldMkLst>
          <pc:docMk/>
          <pc:sldMk cId="1214549395" sldId="366"/>
        </pc:sldMkLst>
      </pc:sldChg>
      <pc:sldChg chg="del">
        <pc:chgData name="Sanmukh Kuppannagari" userId="ad215094-da36-4b66-9c79-369a17aea26b" providerId="ADAL" clId="{11171A05-B6FC-4395-9957-15FB24B3E448}" dt="2024-08-29T02:48:21.039" v="2" actId="47"/>
        <pc:sldMkLst>
          <pc:docMk/>
          <pc:sldMk cId="1982809871" sldId="366"/>
        </pc:sldMkLst>
      </pc:sldChg>
      <pc:sldChg chg="add">
        <pc:chgData name="Sanmukh Kuppannagari" userId="ad215094-da36-4b66-9c79-369a17aea26b" providerId="ADAL" clId="{11171A05-B6FC-4395-9957-15FB24B3E448}" dt="2024-08-29T04:57:32.754" v="2263"/>
        <pc:sldMkLst>
          <pc:docMk/>
          <pc:sldMk cId="4238699627" sldId="367"/>
        </pc:sldMkLst>
      </pc:sldChg>
      <pc:sldChg chg="modSp add mod">
        <pc:chgData name="Sanmukh Kuppannagari" userId="ad215094-da36-4b66-9c79-369a17aea26b" providerId="ADAL" clId="{11171A05-B6FC-4395-9957-15FB24B3E448}" dt="2024-08-29T05:00:42.811" v="2508" actId="207"/>
        <pc:sldMkLst>
          <pc:docMk/>
          <pc:sldMk cId="2321776317" sldId="368"/>
        </pc:sldMkLst>
      </pc:sldChg>
      <pc:sldChg chg="modSp add mod">
        <pc:chgData name="Sanmukh Kuppannagari" userId="ad215094-da36-4b66-9c79-369a17aea26b" providerId="ADAL" clId="{11171A05-B6FC-4395-9957-15FB24B3E448}" dt="2024-08-29T05:01:57.706" v="2572" actId="207"/>
        <pc:sldMkLst>
          <pc:docMk/>
          <pc:sldMk cId="870490" sldId="369"/>
        </pc:sldMkLst>
      </pc:sldChg>
      <pc:sldChg chg="del">
        <pc:chgData name="Sanmukh Kuppannagari" userId="ad215094-da36-4b66-9c79-369a17aea26b" providerId="ADAL" clId="{11171A05-B6FC-4395-9957-15FB24B3E448}" dt="2024-08-29T02:48:21.039" v="2" actId="47"/>
        <pc:sldMkLst>
          <pc:docMk/>
          <pc:sldMk cId="3344624359" sldId="369"/>
        </pc:sldMkLst>
      </pc:sldChg>
      <pc:sldChg chg="modSp add mod">
        <pc:chgData name="Sanmukh Kuppannagari" userId="ad215094-da36-4b66-9c79-369a17aea26b" providerId="ADAL" clId="{11171A05-B6FC-4395-9957-15FB24B3E448}" dt="2024-08-29T05:04:06.167" v="2592" actId="20577"/>
        <pc:sldMkLst>
          <pc:docMk/>
          <pc:sldMk cId="1557585788" sldId="370"/>
        </pc:sldMkLst>
      </pc:sldChg>
      <pc:sldChg chg="del">
        <pc:chgData name="Sanmukh Kuppannagari" userId="ad215094-da36-4b66-9c79-369a17aea26b" providerId="ADAL" clId="{11171A05-B6FC-4395-9957-15FB24B3E448}" dt="2024-08-29T02:48:21.039" v="2" actId="47"/>
        <pc:sldMkLst>
          <pc:docMk/>
          <pc:sldMk cId="3904881137" sldId="370"/>
        </pc:sldMkLst>
      </pc:sldChg>
      <pc:sldChg chg="add ord">
        <pc:chgData name="Sanmukh Kuppannagari" userId="ad215094-da36-4b66-9c79-369a17aea26b" providerId="ADAL" clId="{11171A05-B6FC-4395-9957-15FB24B3E448}" dt="2024-08-29T05:04:12.943" v="2594"/>
        <pc:sldMkLst>
          <pc:docMk/>
          <pc:sldMk cId="2998747380" sldId="371"/>
        </pc:sldMkLst>
      </pc:sldChg>
      <pc:sldChg chg="addSp modSp add mod">
        <pc:chgData name="Sanmukh Kuppannagari" userId="ad215094-da36-4b66-9c79-369a17aea26b" providerId="ADAL" clId="{11171A05-B6FC-4395-9957-15FB24B3E448}" dt="2024-08-29T14:42:02.660" v="6414" actId="20577"/>
        <pc:sldMkLst>
          <pc:docMk/>
          <pc:sldMk cId="2379148958" sldId="372"/>
        </pc:sldMkLst>
      </pc:sldChg>
      <pc:sldChg chg="addSp modSp new mod">
        <pc:chgData name="Sanmukh Kuppannagari" userId="ad215094-da36-4b66-9c79-369a17aea26b" providerId="ADAL" clId="{11171A05-B6FC-4395-9957-15FB24B3E448}" dt="2024-08-29T14:42:38.760" v="6421" actId="113"/>
        <pc:sldMkLst>
          <pc:docMk/>
          <pc:sldMk cId="516672496" sldId="373"/>
        </pc:sldMkLst>
      </pc:sldChg>
      <pc:sldChg chg="modSp new mod ord">
        <pc:chgData name="Sanmukh Kuppannagari" userId="ad215094-da36-4b66-9c79-369a17aea26b" providerId="ADAL" clId="{11171A05-B6FC-4395-9957-15FB24B3E448}" dt="2024-08-29T14:40:40.631" v="6410"/>
        <pc:sldMkLst>
          <pc:docMk/>
          <pc:sldMk cId="3793747627" sldId="374"/>
        </pc:sldMkLst>
      </pc:sldChg>
      <pc:sldChg chg="addSp modSp add mod">
        <pc:chgData name="Sanmukh Kuppannagari" userId="ad215094-da36-4b66-9c79-369a17aea26b" providerId="ADAL" clId="{11171A05-B6FC-4395-9957-15FB24B3E448}" dt="2024-08-29T05:29:06.839" v="3626"/>
        <pc:sldMkLst>
          <pc:docMk/>
          <pc:sldMk cId="429392883" sldId="375"/>
        </pc:sldMkLst>
      </pc:sldChg>
      <pc:sldChg chg="modSp new mod">
        <pc:chgData name="Sanmukh Kuppannagari" userId="ad215094-da36-4b66-9c79-369a17aea26b" providerId="ADAL" clId="{11171A05-B6FC-4395-9957-15FB24B3E448}" dt="2024-08-29T14:43:44.626" v="6437" actId="20577"/>
        <pc:sldMkLst>
          <pc:docMk/>
          <pc:sldMk cId="1569227808" sldId="376"/>
        </pc:sldMkLst>
      </pc:sldChg>
      <pc:sldChg chg="modSp add del mod">
        <pc:chgData name="Sanmukh Kuppannagari" userId="ad215094-da36-4b66-9c79-369a17aea26b" providerId="ADAL" clId="{11171A05-B6FC-4395-9957-15FB24B3E448}" dt="2024-08-29T05:29:17.311" v="3628" actId="47"/>
        <pc:sldMkLst>
          <pc:docMk/>
          <pc:sldMk cId="2849554143" sldId="376"/>
        </pc:sldMkLst>
      </pc:sldChg>
      <pc:sldChg chg="add del">
        <pc:chgData name="Sanmukh Kuppannagari" userId="ad215094-da36-4b66-9c79-369a17aea26b" providerId="ADAL" clId="{11171A05-B6FC-4395-9957-15FB24B3E448}" dt="2024-08-29T05:29:29.409" v="3631"/>
        <pc:sldMkLst>
          <pc:docMk/>
          <pc:sldMk cId="359187930" sldId="377"/>
        </pc:sldMkLst>
      </pc:sldChg>
      <pc:sldChg chg="modSp add mod">
        <pc:chgData name="Sanmukh Kuppannagari" userId="ad215094-da36-4b66-9c79-369a17aea26b" providerId="ADAL" clId="{11171A05-B6FC-4395-9957-15FB24B3E448}" dt="2024-08-29T14:43:50.328" v="6447" actId="20577"/>
        <pc:sldMkLst>
          <pc:docMk/>
          <pc:sldMk cId="3476898497" sldId="377"/>
        </pc:sldMkLst>
      </pc:sldChg>
      <pc:sldChg chg="addSp modSp new mod">
        <pc:chgData name="Sanmukh Kuppannagari" userId="ad215094-da36-4b66-9c79-369a17aea26b" providerId="ADAL" clId="{11171A05-B6FC-4395-9957-15FB24B3E448}" dt="2024-08-29T05:52:17.083" v="4886" actId="20577"/>
        <pc:sldMkLst>
          <pc:docMk/>
          <pc:sldMk cId="3635117112" sldId="378"/>
        </pc:sldMkLst>
      </pc:sldChg>
      <pc:sldChg chg="addSp modSp new mod ord">
        <pc:chgData name="Sanmukh Kuppannagari" userId="ad215094-da36-4b66-9c79-369a17aea26b" providerId="ADAL" clId="{11171A05-B6FC-4395-9957-15FB24B3E448}" dt="2024-08-29T05:48:09.784" v="4605" actId="20577"/>
        <pc:sldMkLst>
          <pc:docMk/>
          <pc:sldMk cId="41816131" sldId="379"/>
        </pc:sldMkLst>
      </pc:sldChg>
      <pc:sldChg chg="modSp new mod">
        <pc:chgData name="Sanmukh Kuppannagari" userId="ad215094-da36-4b66-9c79-369a17aea26b" providerId="ADAL" clId="{11171A05-B6FC-4395-9957-15FB24B3E448}" dt="2024-08-29T05:53:16.792" v="4977" actId="20577"/>
        <pc:sldMkLst>
          <pc:docMk/>
          <pc:sldMk cId="2126930210" sldId="380"/>
        </pc:sldMkLst>
      </pc:sldChg>
      <pc:sldChg chg="addSp delSp modSp add mod">
        <pc:chgData name="Sanmukh Kuppannagari" userId="ad215094-da36-4b66-9c79-369a17aea26b" providerId="ADAL" clId="{11171A05-B6FC-4395-9957-15FB24B3E448}" dt="2024-08-29T14:45:36.314" v="6483" actId="113"/>
        <pc:sldMkLst>
          <pc:docMk/>
          <pc:sldMk cId="2509516140" sldId="381"/>
        </pc:sldMkLst>
      </pc:sldChg>
      <pc:sldChg chg="modSp add mod">
        <pc:chgData name="Sanmukh Kuppannagari" userId="ad215094-da36-4b66-9c79-369a17aea26b" providerId="ADAL" clId="{11171A05-B6FC-4395-9957-15FB24B3E448}" dt="2024-08-29T14:46:01.205" v="6484"/>
        <pc:sldMkLst>
          <pc:docMk/>
          <pc:sldMk cId="793354200" sldId="382"/>
        </pc:sldMkLst>
      </pc:sldChg>
      <pc:sldChg chg="addSp modSp add mod">
        <pc:chgData name="Sanmukh Kuppannagari" userId="ad215094-da36-4b66-9c79-369a17aea26b" providerId="ADAL" clId="{11171A05-B6FC-4395-9957-15FB24B3E448}" dt="2024-08-29T14:46:19.193" v="6485"/>
        <pc:sldMkLst>
          <pc:docMk/>
          <pc:sldMk cId="2098484828" sldId="383"/>
        </pc:sldMkLst>
      </pc:sldChg>
      <pc:sldChg chg="modSp add mod">
        <pc:chgData name="Sanmukh Kuppannagari" userId="ad215094-da36-4b66-9c79-369a17aea26b" providerId="ADAL" clId="{11171A05-B6FC-4395-9957-15FB24B3E448}" dt="2024-08-29T06:00:00.119" v="5113" actId="20577"/>
        <pc:sldMkLst>
          <pc:docMk/>
          <pc:sldMk cId="468428153" sldId="384"/>
        </pc:sldMkLst>
      </pc:sldChg>
      <pc:sldChg chg="modSp add mod">
        <pc:chgData name="Sanmukh Kuppannagari" userId="ad215094-da36-4b66-9c79-369a17aea26b" providerId="ADAL" clId="{11171A05-B6FC-4395-9957-15FB24B3E448}" dt="2024-08-29T14:51:11.632" v="6672" actId="20577"/>
        <pc:sldMkLst>
          <pc:docMk/>
          <pc:sldMk cId="3753143955" sldId="385"/>
        </pc:sldMkLst>
      </pc:sldChg>
      <pc:sldChg chg="modSp add del mod">
        <pc:chgData name="Sanmukh Kuppannagari" userId="ad215094-da36-4b66-9c79-369a17aea26b" providerId="ADAL" clId="{11171A05-B6FC-4395-9957-15FB24B3E448}" dt="2024-08-29T13:55:06.345" v="6049" actId="47"/>
        <pc:sldMkLst>
          <pc:docMk/>
          <pc:sldMk cId="3189588850" sldId="386"/>
        </pc:sldMkLst>
      </pc:sldChg>
      <pc:sldChg chg="modSp new mod">
        <pc:chgData name="Sanmukh Kuppannagari" userId="ad215094-da36-4b66-9c79-369a17aea26b" providerId="ADAL" clId="{11171A05-B6FC-4395-9957-15FB24B3E448}" dt="2024-08-29T13:50:23.094" v="5793" actId="20577"/>
        <pc:sldMkLst>
          <pc:docMk/>
          <pc:sldMk cId="3250158129" sldId="387"/>
        </pc:sldMkLst>
      </pc:sldChg>
      <pc:sldChg chg="modSp add mod">
        <pc:chgData name="Sanmukh Kuppannagari" userId="ad215094-da36-4b66-9c79-369a17aea26b" providerId="ADAL" clId="{11171A05-B6FC-4395-9957-15FB24B3E448}" dt="2024-08-29T14:48:00.793" v="6509" actId="20577"/>
        <pc:sldMkLst>
          <pc:docMk/>
          <pc:sldMk cId="1655728199" sldId="388"/>
        </pc:sldMkLst>
      </pc:sldChg>
      <pc:sldChg chg="modSp new mod">
        <pc:chgData name="Sanmukh Kuppannagari" userId="ad215094-da36-4b66-9c79-369a17aea26b" providerId="ADAL" clId="{11171A05-B6FC-4395-9957-15FB24B3E448}" dt="2024-08-29T13:58:03.672" v="6405" actId="20577"/>
        <pc:sldMkLst>
          <pc:docMk/>
          <pc:sldMk cId="531953894" sldId="389"/>
        </pc:sldMkLst>
      </pc:sldChg>
      <pc:sldChg chg="del">
        <pc:chgData name="Sanmukh Kuppannagari" userId="ad215094-da36-4b66-9c79-369a17aea26b" providerId="ADAL" clId="{11171A05-B6FC-4395-9957-15FB24B3E448}" dt="2024-08-29T02:48:21.039" v="2" actId="47"/>
        <pc:sldMkLst>
          <pc:docMk/>
          <pc:sldMk cId="145402012" sldId="1415"/>
        </pc:sldMkLst>
      </pc:sldChg>
      <pc:sldChg chg="del">
        <pc:chgData name="Sanmukh Kuppannagari" userId="ad215094-da36-4b66-9c79-369a17aea26b" providerId="ADAL" clId="{11171A05-B6FC-4395-9957-15FB24B3E448}" dt="2024-08-29T02:48:21.039" v="2" actId="47"/>
        <pc:sldMkLst>
          <pc:docMk/>
          <pc:sldMk cId="295492823" sldId="1416"/>
        </pc:sldMkLst>
      </pc:sldChg>
      <pc:sldChg chg="del">
        <pc:chgData name="Sanmukh Kuppannagari" userId="ad215094-da36-4b66-9c79-369a17aea26b" providerId="ADAL" clId="{11171A05-B6FC-4395-9957-15FB24B3E448}" dt="2024-08-29T02:48:21.039" v="2" actId="47"/>
        <pc:sldMkLst>
          <pc:docMk/>
          <pc:sldMk cId="3399650778" sldId="1417"/>
        </pc:sldMkLst>
      </pc:sldChg>
      <pc:sldChg chg="del">
        <pc:chgData name="Sanmukh Kuppannagari" userId="ad215094-da36-4b66-9c79-369a17aea26b" providerId="ADAL" clId="{11171A05-B6FC-4395-9957-15FB24B3E448}" dt="2024-08-29T02:48:21.039" v="2" actId="47"/>
        <pc:sldMkLst>
          <pc:docMk/>
          <pc:sldMk cId="624960510" sldId="1418"/>
        </pc:sldMkLst>
      </pc:sldChg>
      <pc:sldChg chg="del">
        <pc:chgData name="Sanmukh Kuppannagari" userId="ad215094-da36-4b66-9c79-369a17aea26b" providerId="ADAL" clId="{11171A05-B6FC-4395-9957-15FB24B3E448}" dt="2024-08-29T02:48:21.039" v="2" actId="47"/>
        <pc:sldMkLst>
          <pc:docMk/>
          <pc:sldMk cId="2842676586" sldId="1419"/>
        </pc:sldMkLst>
      </pc:sldChg>
      <pc:sldChg chg="del">
        <pc:chgData name="Sanmukh Kuppannagari" userId="ad215094-da36-4b66-9c79-369a17aea26b" providerId="ADAL" clId="{11171A05-B6FC-4395-9957-15FB24B3E448}" dt="2024-08-29T02:48:21.039" v="2" actId="47"/>
        <pc:sldMkLst>
          <pc:docMk/>
          <pc:sldMk cId="4171868693" sldId="1420"/>
        </pc:sldMkLst>
      </pc:sldChg>
      <pc:sldChg chg="del">
        <pc:chgData name="Sanmukh Kuppannagari" userId="ad215094-da36-4b66-9c79-369a17aea26b" providerId="ADAL" clId="{11171A05-B6FC-4395-9957-15FB24B3E448}" dt="2024-08-29T02:48:21.039" v="2" actId="47"/>
        <pc:sldMkLst>
          <pc:docMk/>
          <pc:sldMk cId="2070763525" sldId="1421"/>
        </pc:sldMkLst>
      </pc:sldChg>
      <pc:sldChg chg="del">
        <pc:chgData name="Sanmukh Kuppannagari" userId="ad215094-da36-4b66-9c79-369a17aea26b" providerId="ADAL" clId="{11171A05-B6FC-4395-9957-15FB24B3E448}" dt="2024-08-29T02:48:21.039" v="2" actId="47"/>
        <pc:sldMkLst>
          <pc:docMk/>
          <pc:sldMk cId="665993282" sldId="1422"/>
        </pc:sldMkLst>
      </pc:sldChg>
      <pc:sldChg chg="del">
        <pc:chgData name="Sanmukh Kuppannagari" userId="ad215094-da36-4b66-9c79-369a17aea26b" providerId="ADAL" clId="{11171A05-B6FC-4395-9957-15FB24B3E448}" dt="2024-08-29T02:48:21.039" v="2" actId="47"/>
        <pc:sldMkLst>
          <pc:docMk/>
          <pc:sldMk cId="3988014077" sldId="1423"/>
        </pc:sldMkLst>
      </pc:sldChg>
      <pc:sldChg chg="del">
        <pc:chgData name="Sanmukh Kuppannagari" userId="ad215094-da36-4b66-9c79-369a17aea26b" providerId="ADAL" clId="{11171A05-B6FC-4395-9957-15FB24B3E448}" dt="2024-08-29T02:48:21.039" v="2" actId="47"/>
        <pc:sldMkLst>
          <pc:docMk/>
          <pc:sldMk cId="3464992614" sldId="1424"/>
        </pc:sldMkLst>
      </pc:sldChg>
      <pc:sldChg chg="del">
        <pc:chgData name="Sanmukh Kuppannagari" userId="ad215094-da36-4b66-9c79-369a17aea26b" providerId="ADAL" clId="{11171A05-B6FC-4395-9957-15FB24B3E448}" dt="2024-08-29T02:48:21.039" v="2" actId="47"/>
        <pc:sldMkLst>
          <pc:docMk/>
          <pc:sldMk cId="2900684070" sldId="1425"/>
        </pc:sldMkLst>
      </pc:sldChg>
      <pc:sldChg chg="del">
        <pc:chgData name="Sanmukh Kuppannagari" userId="ad215094-da36-4b66-9c79-369a17aea26b" providerId="ADAL" clId="{11171A05-B6FC-4395-9957-15FB24B3E448}" dt="2024-08-29T02:48:21.039" v="2" actId="47"/>
        <pc:sldMkLst>
          <pc:docMk/>
          <pc:sldMk cId="2221228576" sldId="1426"/>
        </pc:sldMkLst>
      </pc:sldChg>
      <pc:sldChg chg="del">
        <pc:chgData name="Sanmukh Kuppannagari" userId="ad215094-da36-4b66-9c79-369a17aea26b" providerId="ADAL" clId="{11171A05-B6FC-4395-9957-15FB24B3E448}" dt="2024-08-29T02:48:21.039" v="2" actId="47"/>
        <pc:sldMkLst>
          <pc:docMk/>
          <pc:sldMk cId="2023560490" sldId="1427"/>
        </pc:sldMkLst>
      </pc:sldChg>
      <pc:sldChg chg="del">
        <pc:chgData name="Sanmukh Kuppannagari" userId="ad215094-da36-4b66-9c79-369a17aea26b" providerId="ADAL" clId="{11171A05-B6FC-4395-9957-15FB24B3E448}" dt="2024-08-29T02:48:21.039" v="2" actId="47"/>
        <pc:sldMkLst>
          <pc:docMk/>
          <pc:sldMk cId="2220318750" sldId="1428"/>
        </pc:sldMkLst>
      </pc:sldChg>
      <pc:sldChg chg="del">
        <pc:chgData name="Sanmukh Kuppannagari" userId="ad215094-da36-4b66-9c79-369a17aea26b" providerId="ADAL" clId="{11171A05-B6FC-4395-9957-15FB24B3E448}" dt="2024-08-29T02:48:21.039" v="2" actId="47"/>
        <pc:sldMkLst>
          <pc:docMk/>
          <pc:sldMk cId="3958413754" sldId="1429"/>
        </pc:sldMkLst>
      </pc:sldChg>
    </pc:docChg>
  </pc:docChgLst>
  <pc:docChgLst>
    <pc:chgData name="Sanmukh Kuppannagari" userId="ad215094-da36-4b66-9c79-369a17aea26b" providerId="ADAL" clId="{F807B796-0606-4BF0-9A84-6557326C69B2}"/>
    <pc:docChg chg="undo custSel addSld delSld modSld">
      <pc:chgData name="Sanmukh Kuppannagari" userId="ad215094-da36-4b66-9c79-369a17aea26b" providerId="ADAL" clId="{F807B796-0606-4BF0-9A84-6557326C69B2}" dt="2024-09-03T17:27:21.796" v="6281" actId="20577"/>
      <pc:docMkLst>
        <pc:docMk/>
      </pc:docMkLst>
      <pc:sldChg chg="modSp mod">
        <pc:chgData name="Sanmukh Kuppannagari" userId="ad215094-da36-4b66-9c79-369a17aea26b" providerId="ADAL" clId="{F807B796-0606-4BF0-9A84-6557326C69B2}" dt="2024-09-02T20:54:53.692" v="3" actId="20577"/>
        <pc:sldMkLst>
          <pc:docMk/>
          <pc:sldMk cId="728785357" sldId="256"/>
        </pc:sldMkLst>
      </pc:sldChg>
      <pc:sldChg chg="modSp mod">
        <pc:chgData name="Sanmukh Kuppannagari" userId="ad215094-da36-4b66-9c79-369a17aea26b" providerId="ADAL" clId="{F807B796-0606-4BF0-9A84-6557326C69B2}" dt="2024-09-02T21:00:55.314" v="267" actId="20577"/>
        <pc:sldMkLst>
          <pc:docMk/>
          <pc:sldMk cId="2017305151" sldId="261"/>
        </pc:sldMkLst>
      </pc:sldChg>
      <pc:sldChg chg="del">
        <pc:chgData name="Sanmukh Kuppannagari" userId="ad215094-da36-4b66-9c79-369a17aea26b" providerId="ADAL" clId="{F807B796-0606-4BF0-9A84-6557326C69B2}" dt="2024-09-02T21:29:45.979" v="1115" actId="47"/>
        <pc:sldMkLst>
          <pc:docMk/>
          <pc:sldMk cId="3396895355" sldId="287"/>
        </pc:sldMkLst>
      </pc:sldChg>
      <pc:sldChg chg="del">
        <pc:chgData name="Sanmukh Kuppannagari" userId="ad215094-da36-4b66-9c79-369a17aea26b" providerId="ADAL" clId="{F807B796-0606-4BF0-9A84-6557326C69B2}" dt="2024-09-02T21:29:45.979" v="1115" actId="47"/>
        <pc:sldMkLst>
          <pc:docMk/>
          <pc:sldMk cId="2158303791" sldId="288"/>
        </pc:sldMkLst>
      </pc:sldChg>
      <pc:sldChg chg="del">
        <pc:chgData name="Sanmukh Kuppannagari" userId="ad215094-da36-4b66-9c79-369a17aea26b" providerId="ADAL" clId="{F807B796-0606-4BF0-9A84-6557326C69B2}" dt="2024-09-02T21:29:45.979" v="1115" actId="47"/>
        <pc:sldMkLst>
          <pc:docMk/>
          <pc:sldMk cId="1737272183" sldId="289"/>
        </pc:sldMkLst>
      </pc:sldChg>
      <pc:sldChg chg="del">
        <pc:chgData name="Sanmukh Kuppannagari" userId="ad215094-da36-4b66-9c79-369a17aea26b" providerId="ADAL" clId="{F807B796-0606-4BF0-9A84-6557326C69B2}" dt="2024-09-02T21:29:45.979" v="1115" actId="47"/>
        <pc:sldMkLst>
          <pc:docMk/>
          <pc:sldMk cId="2096129851" sldId="290"/>
        </pc:sldMkLst>
      </pc:sldChg>
      <pc:sldChg chg="del">
        <pc:chgData name="Sanmukh Kuppannagari" userId="ad215094-da36-4b66-9c79-369a17aea26b" providerId="ADAL" clId="{F807B796-0606-4BF0-9A84-6557326C69B2}" dt="2024-09-02T21:29:45.979" v="1115" actId="47"/>
        <pc:sldMkLst>
          <pc:docMk/>
          <pc:sldMk cId="1860245702" sldId="291"/>
        </pc:sldMkLst>
      </pc:sldChg>
      <pc:sldChg chg="del">
        <pc:chgData name="Sanmukh Kuppannagari" userId="ad215094-da36-4b66-9c79-369a17aea26b" providerId="ADAL" clId="{F807B796-0606-4BF0-9A84-6557326C69B2}" dt="2024-09-02T21:29:45.979" v="1115" actId="47"/>
        <pc:sldMkLst>
          <pc:docMk/>
          <pc:sldMk cId="2664133677" sldId="298"/>
        </pc:sldMkLst>
      </pc:sldChg>
      <pc:sldChg chg="del">
        <pc:chgData name="Sanmukh Kuppannagari" userId="ad215094-da36-4b66-9c79-369a17aea26b" providerId="ADAL" clId="{F807B796-0606-4BF0-9A84-6557326C69B2}" dt="2024-09-02T21:29:45.979" v="1115" actId="47"/>
        <pc:sldMkLst>
          <pc:docMk/>
          <pc:sldMk cId="2873989303" sldId="301"/>
        </pc:sldMkLst>
      </pc:sldChg>
      <pc:sldChg chg="del">
        <pc:chgData name="Sanmukh Kuppannagari" userId="ad215094-da36-4b66-9c79-369a17aea26b" providerId="ADAL" clId="{F807B796-0606-4BF0-9A84-6557326C69B2}" dt="2024-09-02T21:29:45.979" v="1115" actId="47"/>
        <pc:sldMkLst>
          <pc:docMk/>
          <pc:sldMk cId="1126324089" sldId="302"/>
        </pc:sldMkLst>
      </pc:sldChg>
      <pc:sldChg chg="del">
        <pc:chgData name="Sanmukh Kuppannagari" userId="ad215094-da36-4b66-9c79-369a17aea26b" providerId="ADAL" clId="{F807B796-0606-4BF0-9A84-6557326C69B2}" dt="2024-09-02T21:29:45.979" v="1115" actId="47"/>
        <pc:sldMkLst>
          <pc:docMk/>
          <pc:sldMk cId="1159033991" sldId="303"/>
        </pc:sldMkLst>
      </pc:sldChg>
      <pc:sldChg chg="modSp add del mod">
        <pc:chgData name="Sanmukh Kuppannagari" userId="ad215094-da36-4b66-9c79-369a17aea26b" providerId="ADAL" clId="{F807B796-0606-4BF0-9A84-6557326C69B2}" dt="2024-09-03T12:45:55.217" v="3724" actId="20577"/>
        <pc:sldMkLst>
          <pc:docMk/>
          <pc:sldMk cId="276729432" sldId="309"/>
        </pc:sldMkLst>
      </pc:sldChg>
      <pc:sldChg chg="addSp delSp modSp add mod">
        <pc:chgData name="Sanmukh Kuppannagari" userId="ad215094-da36-4b66-9c79-369a17aea26b" providerId="ADAL" clId="{F807B796-0606-4BF0-9A84-6557326C69B2}" dt="2024-09-03T02:17:35.441" v="1671" actId="20577"/>
        <pc:sldMkLst>
          <pc:docMk/>
          <pc:sldMk cId="2950079441" sldId="328"/>
        </pc:sldMkLst>
      </pc:sldChg>
      <pc:sldChg chg="modSp add mod">
        <pc:chgData name="Sanmukh Kuppannagari" userId="ad215094-da36-4b66-9c79-369a17aea26b" providerId="ADAL" clId="{F807B796-0606-4BF0-9A84-6557326C69B2}" dt="2024-09-03T02:40:17.050" v="2520" actId="20577"/>
        <pc:sldMkLst>
          <pc:docMk/>
          <pc:sldMk cId="607569566" sldId="335"/>
        </pc:sldMkLst>
      </pc:sldChg>
      <pc:sldChg chg="add">
        <pc:chgData name="Sanmukh Kuppannagari" userId="ad215094-da36-4b66-9c79-369a17aea26b" providerId="ADAL" clId="{F807B796-0606-4BF0-9A84-6557326C69B2}" dt="2024-09-03T13:08:49.519" v="3811"/>
        <pc:sldMkLst>
          <pc:docMk/>
          <pc:sldMk cId="2522483144" sldId="341"/>
        </pc:sldMkLst>
      </pc:sldChg>
      <pc:sldChg chg="del">
        <pc:chgData name="Sanmukh Kuppannagari" userId="ad215094-da36-4b66-9c79-369a17aea26b" providerId="ADAL" clId="{F807B796-0606-4BF0-9A84-6557326C69B2}" dt="2024-09-02T21:29:45.979" v="1115" actId="47"/>
        <pc:sldMkLst>
          <pc:docMk/>
          <pc:sldMk cId="1479581269" sldId="344"/>
        </pc:sldMkLst>
      </pc:sldChg>
      <pc:sldChg chg="del">
        <pc:chgData name="Sanmukh Kuppannagari" userId="ad215094-da36-4b66-9c79-369a17aea26b" providerId="ADAL" clId="{F807B796-0606-4BF0-9A84-6557326C69B2}" dt="2024-09-02T21:29:45.979" v="1115" actId="47"/>
        <pc:sldMkLst>
          <pc:docMk/>
          <pc:sldMk cId="1462781511" sldId="345"/>
        </pc:sldMkLst>
      </pc:sldChg>
      <pc:sldChg chg="del">
        <pc:chgData name="Sanmukh Kuppannagari" userId="ad215094-da36-4b66-9c79-369a17aea26b" providerId="ADAL" clId="{F807B796-0606-4BF0-9A84-6557326C69B2}" dt="2024-09-02T21:29:45.979" v="1115" actId="47"/>
        <pc:sldMkLst>
          <pc:docMk/>
          <pc:sldMk cId="1801581427" sldId="346"/>
        </pc:sldMkLst>
      </pc:sldChg>
      <pc:sldChg chg="del">
        <pc:chgData name="Sanmukh Kuppannagari" userId="ad215094-da36-4b66-9c79-369a17aea26b" providerId="ADAL" clId="{F807B796-0606-4BF0-9A84-6557326C69B2}" dt="2024-09-02T21:29:45.979" v="1115" actId="47"/>
        <pc:sldMkLst>
          <pc:docMk/>
          <pc:sldMk cId="770539502" sldId="347"/>
        </pc:sldMkLst>
      </pc:sldChg>
      <pc:sldChg chg="del">
        <pc:chgData name="Sanmukh Kuppannagari" userId="ad215094-da36-4b66-9c79-369a17aea26b" providerId="ADAL" clId="{F807B796-0606-4BF0-9A84-6557326C69B2}" dt="2024-09-02T21:29:45.979" v="1115" actId="47"/>
        <pc:sldMkLst>
          <pc:docMk/>
          <pc:sldMk cId="2297479372" sldId="348"/>
        </pc:sldMkLst>
      </pc:sldChg>
      <pc:sldChg chg="del">
        <pc:chgData name="Sanmukh Kuppannagari" userId="ad215094-da36-4b66-9c79-369a17aea26b" providerId="ADAL" clId="{F807B796-0606-4BF0-9A84-6557326C69B2}" dt="2024-09-02T21:29:45.979" v="1115" actId="47"/>
        <pc:sldMkLst>
          <pc:docMk/>
          <pc:sldMk cId="920574792" sldId="349"/>
        </pc:sldMkLst>
      </pc:sldChg>
      <pc:sldChg chg="del">
        <pc:chgData name="Sanmukh Kuppannagari" userId="ad215094-da36-4b66-9c79-369a17aea26b" providerId="ADAL" clId="{F807B796-0606-4BF0-9A84-6557326C69B2}" dt="2024-09-02T21:29:45.979" v="1115" actId="47"/>
        <pc:sldMkLst>
          <pc:docMk/>
          <pc:sldMk cId="3256780983" sldId="350"/>
        </pc:sldMkLst>
      </pc:sldChg>
      <pc:sldChg chg="del">
        <pc:chgData name="Sanmukh Kuppannagari" userId="ad215094-da36-4b66-9c79-369a17aea26b" providerId="ADAL" clId="{F807B796-0606-4BF0-9A84-6557326C69B2}" dt="2024-09-02T21:29:45.979" v="1115" actId="47"/>
        <pc:sldMkLst>
          <pc:docMk/>
          <pc:sldMk cId="2451997251" sldId="351"/>
        </pc:sldMkLst>
      </pc:sldChg>
      <pc:sldChg chg="del">
        <pc:chgData name="Sanmukh Kuppannagari" userId="ad215094-da36-4b66-9c79-369a17aea26b" providerId="ADAL" clId="{F807B796-0606-4BF0-9A84-6557326C69B2}" dt="2024-09-02T21:29:45.979" v="1115" actId="47"/>
        <pc:sldMkLst>
          <pc:docMk/>
          <pc:sldMk cId="3895847466" sldId="352"/>
        </pc:sldMkLst>
      </pc:sldChg>
      <pc:sldChg chg="del">
        <pc:chgData name="Sanmukh Kuppannagari" userId="ad215094-da36-4b66-9c79-369a17aea26b" providerId="ADAL" clId="{F807B796-0606-4BF0-9A84-6557326C69B2}" dt="2024-09-02T21:29:45.979" v="1115" actId="47"/>
        <pc:sldMkLst>
          <pc:docMk/>
          <pc:sldMk cId="2014243733" sldId="353"/>
        </pc:sldMkLst>
      </pc:sldChg>
      <pc:sldChg chg="del">
        <pc:chgData name="Sanmukh Kuppannagari" userId="ad215094-da36-4b66-9c79-369a17aea26b" providerId="ADAL" clId="{F807B796-0606-4BF0-9A84-6557326C69B2}" dt="2024-09-02T21:29:45.979" v="1115" actId="47"/>
        <pc:sldMkLst>
          <pc:docMk/>
          <pc:sldMk cId="4286218002" sldId="354"/>
        </pc:sldMkLst>
      </pc:sldChg>
      <pc:sldChg chg="del">
        <pc:chgData name="Sanmukh Kuppannagari" userId="ad215094-da36-4b66-9c79-369a17aea26b" providerId="ADAL" clId="{F807B796-0606-4BF0-9A84-6557326C69B2}" dt="2024-09-02T21:29:45.979" v="1115" actId="47"/>
        <pc:sldMkLst>
          <pc:docMk/>
          <pc:sldMk cId="4053306255" sldId="355"/>
        </pc:sldMkLst>
      </pc:sldChg>
      <pc:sldChg chg="del">
        <pc:chgData name="Sanmukh Kuppannagari" userId="ad215094-da36-4b66-9c79-369a17aea26b" providerId="ADAL" clId="{F807B796-0606-4BF0-9A84-6557326C69B2}" dt="2024-09-02T21:29:45.979" v="1115" actId="47"/>
        <pc:sldMkLst>
          <pc:docMk/>
          <pc:sldMk cId="4022701561" sldId="356"/>
        </pc:sldMkLst>
      </pc:sldChg>
      <pc:sldChg chg="del">
        <pc:chgData name="Sanmukh Kuppannagari" userId="ad215094-da36-4b66-9c79-369a17aea26b" providerId="ADAL" clId="{F807B796-0606-4BF0-9A84-6557326C69B2}" dt="2024-09-02T21:29:45.979" v="1115" actId="47"/>
        <pc:sldMkLst>
          <pc:docMk/>
          <pc:sldMk cId="578876639" sldId="357"/>
        </pc:sldMkLst>
      </pc:sldChg>
      <pc:sldChg chg="del">
        <pc:chgData name="Sanmukh Kuppannagari" userId="ad215094-da36-4b66-9c79-369a17aea26b" providerId="ADAL" clId="{F807B796-0606-4BF0-9A84-6557326C69B2}" dt="2024-09-02T21:29:45.979" v="1115" actId="47"/>
        <pc:sldMkLst>
          <pc:docMk/>
          <pc:sldMk cId="3491075983" sldId="358"/>
        </pc:sldMkLst>
      </pc:sldChg>
      <pc:sldChg chg="del">
        <pc:chgData name="Sanmukh Kuppannagari" userId="ad215094-da36-4b66-9c79-369a17aea26b" providerId="ADAL" clId="{F807B796-0606-4BF0-9A84-6557326C69B2}" dt="2024-09-02T21:29:45.979" v="1115" actId="47"/>
        <pc:sldMkLst>
          <pc:docMk/>
          <pc:sldMk cId="2439461653" sldId="359"/>
        </pc:sldMkLst>
      </pc:sldChg>
      <pc:sldChg chg="del">
        <pc:chgData name="Sanmukh Kuppannagari" userId="ad215094-da36-4b66-9c79-369a17aea26b" providerId="ADAL" clId="{F807B796-0606-4BF0-9A84-6557326C69B2}" dt="2024-09-02T21:29:45.979" v="1115" actId="47"/>
        <pc:sldMkLst>
          <pc:docMk/>
          <pc:sldMk cId="1297561959" sldId="360"/>
        </pc:sldMkLst>
      </pc:sldChg>
      <pc:sldChg chg="del">
        <pc:chgData name="Sanmukh Kuppannagari" userId="ad215094-da36-4b66-9c79-369a17aea26b" providerId="ADAL" clId="{F807B796-0606-4BF0-9A84-6557326C69B2}" dt="2024-09-02T21:29:45.979" v="1115" actId="47"/>
        <pc:sldMkLst>
          <pc:docMk/>
          <pc:sldMk cId="3929262316" sldId="361"/>
        </pc:sldMkLst>
      </pc:sldChg>
      <pc:sldChg chg="del">
        <pc:chgData name="Sanmukh Kuppannagari" userId="ad215094-da36-4b66-9c79-369a17aea26b" providerId="ADAL" clId="{F807B796-0606-4BF0-9A84-6557326C69B2}" dt="2024-09-02T21:29:45.979" v="1115" actId="47"/>
        <pc:sldMkLst>
          <pc:docMk/>
          <pc:sldMk cId="1945245978" sldId="362"/>
        </pc:sldMkLst>
      </pc:sldChg>
      <pc:sldChg chg="del">
        <pc:chgData name="Sanmukh Kuppannagari" userId="ad215094-da36-4b66-9c79-369a17aea26b" providerId="ADAL" clId="{F807B796-0606-4BF0-9A84-6557326C69B2}" dt="2024-09-02T21:29:45.979" v="1115" actId="47"/>
        <pc:sldMkLst>
          <pc:docMk/>
          <pc:sldMk cId="3768452387" sldId="363"/>
        </pc:sldMkLst>
      </pc:sldChg>
      <pc:sldChg chg="del">
        <pc:chgData name="Sanmukh Kuppannagari" userId="ad215094-da36-4b66-9c79-369a17aea26b" providerId="ADAL" clId="{F807B796-0606-4BF0-9A84-6557326C69B2}" dt="2024-09-02T21:29:45.979" v="1115" actId="47"/>
        <pc:sldMkLst>
          <pc:docMk/>
          <pc:sldMk cId="1542950900" sldId="364"/>
        </pc:sldMkLst>
      </pc:sldChg>
      <pc:sldChg chg="del">
        <pc:chgData name="Sanmukh Kuppannagari" userId="ad215094-da36-4b66-9c79-369a17aea26b" providerId="ADAL" clId="{F807B796-0606-4BF0-9A84-6557326C69B2}" dt="2024-09-02T21:29:45.979" v="1115" actId="47"/>
        <pc:sldMkLst>
          <pc:docMk/>
          <pc:sldMk cId="3248262078" sldId="365"/>
        </pc:sldMkLst>
      </pc:sldChg>
      <pc:sldChg chg="del">
        <pc:chgData name="Sanmukh Kuppannagari" userId="ad215094-da36-4b66-9c79-369a17aea26b" providerId="ADAL" clId="{F807B796-0606-4BF0-9A84-6557326C69B2}" dt="2024-09-02T21:29:45.979" v="1115" actId="47"/>
        <pc:sldMkLst>
          <pc:docMk/>
          <pc:sldMk cId="1214549395" sldId="366"/>
        </pc:sldMkLst>
      </pc:sldChg>
      <pc:sldChg chg="del">
        <pc:chgData name="Sanmukh Kuppannagari" userId="ad215094-da36-4b66-9c79-369a17aea26b" providerId="ADAL" clId="{F807B796-0606-4BF0-9A84-6557326C69B2}" dt="2024-09-02T21:29:45.979" v="1115" actId="47"/>
        <pc:sldMkLst>
          <pc:docMk/>
          <pc:sldMk cId="4238699627" sldId="367"/>
        </pc:sldMkLst>
      </pc:sldChg>
      <pc:sldChg chg="del">
        <pc:chgData name="Sanmukh Kuppannagari" userId="ad215094-da36-4b66-9c79-369a17aea26b" providerId="ADAL" clId="{F807B796-0606-4BF0-9A84-6557326C69B2}" dt="2024-09-02T21:29:45.979" v="1115" actId="47"/>
        <pc:sldMkLst>
          <pc:docMk/>
          <pc:sldMk cId="2321776317" sldId="368"/>
        </pc:sldMkLst>
      </pc:sldChg>
      <pc:sldChg chg="del">
        <pc:chgData name="Sanmukh Kuppannagari" userId="ad215094-da36-4b66-9c79-369a17aea26b" providerId="ADAL" clId="{F807B796-0606-4BF0-9A84-6557326C69B2}" dt="2024-09-02T21:29:45.979" v="1115" actId="47"/>
        <pc:sldMkLst>
          <pc:docMk/>
          <pc:sldMk cId="870490" sldId="369"/>
        </pc:sldMkLst>
      </pc:sldChg>
      <pc:sldChg chg="del">
        <pc:chgData name="Sanmukh Kuppannagari" userId="ad215094-da36-4b66-9c79-369a17aea26b" providerId="ADAL" clId="{F807B796-0606-4BF0-9A84-6557326C69B2}" dt="2024-09-02T21:29:45.979" v="1115" actId="47"/>
        <pc:sldMkLst>
          <pc:docMk/>
          <pc:sldMk cId="1557585788" sldId="370"/>
        </pc:sldMkLst>
      </pc:sldChg>
      <pc:sldChg chg="del">
        <pc:chgData name="Sanmukh Kuppannagari" userId="ad215094-da36-4b66-9c79-369a17aea26b" providerId="ADAL" clId="{F807B796-0606-4BF0-9A84-6557326C69B2}" dt="2024-09-02T21:29:45.979" v="1115" actId="47"/>
        <pc:sldMkLst>
          <pc:docMk/>
          <pc:sldMk cId="2998747380" sldId="371"/>
        </pc:sldMkLst>
      </pc:sldChg>
      <pc:sldChg chg="del">
        <pc:chgData name="Sanmukh Kuppannagari" userId="ad215094-da36-4b66-9c79-369a17aea26b" providerId="ADAL" clId="{F807B796-0606-4BF0-9A84-6557326C69B2}" dt="2024-09-02T21:29:45.979" v="1115" actId="47"/>
        <pc:sldMkLst>
          <pc:docMk/>
          <pc:sldMk cId="2379148958" sldId="372"/>
        </pc:sldMkLst>
      </pc:sldChg>
      <pc:sldChg chg="del">
        <pc:chgData name="Sanmukh Kuppannagari" userId="ad215094-da36-4b66-9c79-369a17aea26b" providerId="ADAL" clId="{F807B796-0606-4BF0-9A84-6557326C69B2}" dt="2024-09-02T21:29:45.979" v="1115" actId="47"/>
        <pc:sldMkLst>
          <pc:docMk/>
          <pc:sldMk cId="516672496" sldId="373"/>
        </pc:sldMkLst>
      </pc:sldChg>
      <pc:sldChg chg="del">
        <pc:chgData name="Sanmukh Kuppannagari" userId="ad215094-da36-4b66-9c79-369a17aea26b" providerId="ADAL" clId="{F807B796-0606-4BF0-9A84-6557326C69B2}" dt="2024-09-02T21:29:45.979" v="1115" actId="47"/>
        <pc:sldMkLst>
          <pc:docMk/>
          <pc:sldMk cId="3793747627" sldId="374"/>
        </pc:sldMkLst>
      </pc:sldChg>
      <pc:sldChg chg="del">
        <pc:chgData name="Sanmukh Kuppannagari" userId="ad215094-da36-4b66-9c79-369a17aea26b" providerId="ADAL" clId="{F807B796-0606-4BF0-9A84-6557326C69B2}" dt="2024-09-02T21:29:45.979" v="1115" actId="47"/>
        <pc:sldMkLst>
          <pc:docMk/>
          <pc:sldMk cId="429392883" sldId="375"/>
        </pc:sldMkLst>
      </pc:sldChg>
      <pc:sldChg chg="del">
        <pc:chgData name="Sanmukh Kuppannagari" userId="ad215094-da36-4b66-9c79-369a17aea26b" providerId="ADAL" clId="{F807B796-0606-4BF0-9A84-6557326C69B2}" dt="2024-09-02T21:29:45.979" v="1115" actId="47"/>
        <pc:sldMkLst>
          <pc:docMk/>
          <pc:sldMk cId="1569227808" sldId="376"/>
        </pc:sldMkLst>
      </pc:sldChg>
      <pc:sldChg chg="del">
        <pc:chgData name="Sanmukh Kuppannagari" userId="ad215094-da36-4b66-9c79-369a17aea26b" providerId="ADAL" clId="{F807B796-0606-4BF0-9A84-6557326C69B2}" dt="2024-09-02T21:29:45.979" v="1115" actId="47"/>
        <pc:sldMkLst>
          <pc:docMk/>
          <pc:sldMk cId="3476898497" sldId="377"/>
        </pc:sldMkLst>
      </pc:sldChg>
      <pc:sldChg chg="del">
        <pc:chgData name="Sanmukh Kuppannagari" userId="ad215094-da36-4b66-9c79-369a17aea26b" providerId="ADAL" clId="{F807B796-0606-4BF0-9A84-6557326C69B2}" dt="2024-09-02T21:29:45.979" v="1115" actId="47"/>
        <pc:sldMkLst>
          <pc:docMk/>
          <pc:sldMk cId="3635117112" sldId="378"/>
        </pc:sldMkLst>
      </pc:sldChg>
      <pc:sldChg chg="del">
        <pc:chgData name="Sanmukh Kuppannagari" userId="ad215094-da36-4b66-9c79-369a17aea26b" providerId="ADAL" clId="{F807B796-0606-4BF0-9A84-6557326C69B2}" dt="2024-09-02T21:29:45.979" v="1115" actId="47"/>
        <pc:sldMkLst>
          <pc:docMk/>
          <pc:sldMk cId="41816131" sldId="379"/>
        </pc:sldMkLst>
      </pc:sldChg>
      <pc:sldChg chg="del">
        <pc:chgData name="Sanmukh Kuppannagari" userId="ad215094-da36-4b66-9c79-369a17aea26b" providerId="ADAL" clId="{F807B796-0606-4BF0-9A84-6557326C69B2}" dt="2024-09-02T21:29:45.979" v="1115" actId="47"/>
        <pc:sldMkLst>
          <pc:docMk/>
          <pc:sldMk cId="2126930210" sldId="380"/>
        </pc:sldMkLst>
      </pc:sldChg>
      <pc:sldChg chg="del">
        <pc:chgData name="Sanmukh Kuppannagari" userId="ad215094-da36-4b66-9c79-369a17aea26b" providerId="ADAL" clId="{F807B796-0606-4BF0-9A84-6557326C69B2}" dt="2024-09-02T21:29:45.979" v="1115" actId="47"/>
        <pc:sldMkLst>
          <pc:docMk/>
          <pc:sldMk cId="2509516140" sldId="381"/>
        </pc:sldMkLst>
      </pc:sldChg>
      <pc:sldChg chg="del">
        <pc:chgData name="Sanmukh Kuppannagari" userId="ad215094-da36-4b66-9c79-369a17aea26b" providerId="ADAL" clId="{F807B796-0606-4BF0-9A84-6557326C69B2}" dt="2024-09-02T21:29:45.979" v="1115" actId="47"/>
        <pc:sldMkLst>
          <pc:docMk/>
          <pc:sldMk cId="793354200" sldId="382"/>
        </pc:sldMkLst>
      </pc:sldChg>
      <pc:sldChg chg="del">
        <pc:chgData name="Sanmukh Kuppannagari" userId="ad215094-da36-4b66-9c79-369a17aea26b" providerId="ADAL" clId="{F807B796-0606-4BF0-9A84-6557326C69B2}" dt="2024-09-02T21:29:45.979" v="1115" actId="47"/>
        <pc:sldMkLst>
          <pc:docMk/>
          <pc:sldMk cId="2098484828" sldId="383"/>
        </pc:sldMkLst>
      </pc:sldChg>
      <pc:sldChg chg="del">
        <pc:chgData name="Sanmukh Kuppannagari" userId="ad215094-da36-4b66-9c79-369a17aea26b" providerId="ADAL" clId="{F807B796-0606-4BF0-9A84-6557326C69B2}" dt="2024-09-02T21:29:45.979" v="1115" actId="47"/>
        <pc:sldMkLst>
          <pc:docMk/>
          <pc:sldMk cId="468428153" sldId="384"/>
        </pc:sldMkLst>
      </pc:sldChg>
      <pc:sldChg chg="del">
        <pc:chgData name="Sanmukh Kuppannagari" userId="ad215094-da36-4b66-9c79-369a17aea26b" providerId="ADAL" clId="{F807B796-0606-4BF0-9A84-6557326C69B2}" dt="2024-09-02T21:29:45.979" v="1115" actId="47"/>
        <pc:sldMkLst>
          <pc:docMk/>
          <pc:sldMk cId="3753143955" sldId="385"/>
        </pc:sldMkLst>
      </pc:sldChg>
      <pc:sldChg chg="del">
        <pc:chgData name="Sanmukh Kuppannagari" userId="ad215094-da36-4b66-9c79-369a17aea26b" providerId="ADAL" clId="{F807B796-0606-4BF0-9A84-6557326C69B2}" dt="2024-09-02T21:29:45.979" v="1115" actId="47"/>
        <pc:sldMkLst>
          <pc:docMk/>
          <pc:sldMk cId="3250158129" sldId="387"/>
        </pc:sldMkLst>
      </pc:sldChg>
      <pc:sldChg chg="del">
        <pc:chgData name="Sanmukh Kuppannagari" userId="ad215094-da36-4b66-9c79-369a17aea26b" providerId="ADAL" clId="{F807B796-0606-4BF0-9A84-6557326C69B2}" dt="2024-09-02T21:29:45.979" v="1115" actId="47"/>
        <pc:sldMkLst>
          <pc:docMk/>
          <pc:sldMk cId="1655728199" sldId="388"/>
        </pc:sldMkLst>
      </pc:sldChg>
      <pc:sldChg chg="del">
        <pc:chgData name="Sanmukh Kuppannagari" userId="ad215094-da36-4b66-9c79-369a17aea26b" providerId="ADAL" clId="{F807B796-0606-4BF0-9A84-6557326C69B2}" dt="2024-09-02T21:29:45.979" v="1115" actId="47"/>
        <pc:sldMkLst>
          <pc:docMk/>
          <pc:sldMk cId="531953894" sldId="389"/>
        </pc:sldMkLst>
      </pc:sldChg>
      <pc:sldChg chg="modSp add mod">
        <pc:chgData name="Sanmukh Kuppannagari" userId="ad215094-da36-4b66-9c79-369a17aea26b" providerId="ADAL" clId="{F807B796-0606-4BF0-9A84-6557326C69B2}" dt="2024-09-02T20:55:49.175" v="65" actId="20577"/>
        <pc:sldMkLst>
          <pc:docMk/>
          <pc:sldMk cId="3837875043" sldId="390"/>
        </pc:sldMkLst>
      </pc:sldChg>
      <pc:sldChg chg="add">
        <pc:chgData name="Sanmukh Kuppannagari" userId="ad215094-da36-4b66-9c79-369a17aea26b" providerId="ADAL" clId="{F807B796-0606-4BF0-9A84-6557326C69B2}" dt="2024-09-02T20:55:16.300" v="4"/>
        <pc:sldMkLst>
          <pc:docMk/>
          <pc:sldMk cId="4141662449" sldId="391"/>
        </pc:sldMkLst>
      </pc:sldChg>
      <pc:sldChg chg="add">
        <pc:chgData name="Sanmukh Kuppannagari" userId="ad215094-da36-4b66-9c79-369a17aea26b" providerId="ADAL" clId="{F807B796-0606-4BF0-9A84-6557326C69B2}" dt="2024-09-02T20:59:42.685" v="220"/>
        <pc:sldMkLst>
          <pc:docMk/>
          <pc:sldMk cId="2314761624" sldId="392"/>
        </pc:sldMkLst>
      </pc:sldChg>
      <pc:sldChg chg="add del">
        <pc:chgData name="Sanmukh Kuppannagari" userId="ad215094-da36-4b66-9c79-369a17aea26b" providerId="ADAL" clId="{F807B796-0606-4BF0-9A84-6557326C69B2}" dt="2024-09-03T12:45:51.099" v="3716" actId="47"/>
        <pc:sldMkLst>
          <pc:docMk/>
          <pc:sldMk cId="3854406681" sldId="393"/>
        </pc:sldMkLst>
      </pc:sldChg>
      <pc:sldChg chg="modSp add mod">
        <pc:chgData name="Sanmukh Kuppannagari" userId="ad215094-da36-4b66-9c79-369a17aea26b" providerId="ADAL" clId="{F807B796-0606-4BF0-9A84-6557326C69B2}" dt="2024-09-03T12:46:30.391" v="3736" actId="20577"/>
        <pc:sldMkLst>
          <pc:docMk/>
          <pc:sldMk cId="4158598040" sldId="394"/>
        </pc:sldMkLst>
      </pc:sldChg>
      <pc:sldChg chg="add">
        <pc:chgData name="Sanmukh Kuppannagari" userId="ad215094-da36-4b66-9c79-369a17aea26b" providerId="ADAL" clId="{F807B796-0606-4BF0-9A84-6557326C69B2}" dt="2024-09-02T20:59:56.248" v="221"/>
        <pc:sldMkLst>
          <pc:docMk/>
          <pc:sldMk cId="854907447" sldId="395"/>
        </pc:sldMkLst>
      </pc:sldChg>
      <pc:sldChg chg="add">
        <pc:chgData name="Sanmukh Kuppannagari" userId="ad215094-da36-4b66-9c79-369a17aea26b" providerId="ADAL" clId="{F807B796-0606-4BF0-9A84-6557326C69B2}" dt="2024-09-02T21:01:50.833" v="269"/>
        <pc:sldMkLst>
          <pc:docMk/>
          <pc:sldMk cId="3473456708" sldId="1344"/>
        </pc:sldMkLst>
      </pc:sldChg>
      <pc:sldChg chg="add">
        <pc:chgData name="Sanmukh Kuppannagari" userId="ad215094-da36-4b66-9c79-369a17aea26b" providerId="ADAL" clId="{F807B796-0606-4BF0-9A84-6557326C69B2}" dt="2024-09-02T21:01:50.833" v="269"/>
        <pc:sldMkLst>
          <pc:docMk/>
          <pc:sldMk cId="3462074433" sldId="1345"/>
        </pc:sldMkLst>
      </pc:sldChg>
      <pc:sldChg chg="addSp modSp add mod">
        <pc:chgData name="Sanmukh Kuppannagari" userId="ad215094-da36-4b66-9c79-369a17aea26b" providerId="ADAL" clId="{F807B796-0606-4BF0-9A84-6557326C69B2}" dt="2024-09-02T21:02:28.358" v="358" actId="20577"/>
        <pc:sldMkLst>
          <pc:docMk/>
          <pc:sldMk cId="3585318733" sldId="1346"/>
        </pc:sldMkLst>
      </pc:sldChg>
      <pc:sldChg chg="add">
        <pc:chgData name="Sanmukh Kuppannagari" userId="ad215094-da36-4b66-9c79-369a17aea26b" providerId="ADAL" clId="{F807B796-0606-4BF0-9A84-6557326C69B2}" dt="2024-09-02T21:02:57.911" v="359"/>
        <pc:sldMkLst>
          <pc:docMk/>
          <pc:sldMk cId="3890367929" sldId="1347"/>
        </pc:sldMkLst>
      </pc:sldChg>
      <pc:sldChg chg="add">
        <pc:chgData name="Sanmukh Kuppannagari" userId="ad215094-da36-4b66-9c79-369a17aea26b" providerId="ADAL" clId="{F807B796-0606-4BF0-9A84-6557326C69B2}" dt="2024-09-02T21:02:57.911" v="359"/>
        <pc:sldMkLst>
          <pc:docMk/>
          <pc:sldMk cId="1799099576" sldId="1348"/>
        </pc:sldMkLst>
      </pc:sldChg>
      <pc:sldChg chg="add">
        <pc:chgData name="Sanmukh Kuppannagari" userId="ad215094-da36-4b66-9c79-369a17aea26b" providerId="ADAL" clId="{F807B796-0606-4BF0-9A84-6557326C69B2}" dt="2024-09-02T21:02:57.911" v="359"/>
        <pc:sldMkLst>
          <pc:docMk/>
          <pc:sldMk cId="4227676260" sldId="1349"/>
        </pc:sldMkLst>
      </pc:sldChg>
      <pc:sldChg chg="add">
        <pc:chgData name="Sanmukh Kuppannagari" userId="ad215094-da36-4b66-9c79-369a17aea26b" providerId="ADAL" clId="{F807B796-0606-4BF0-9A84-6557326C69B2}" dt="2024-09-02T21:03:37.198" v="360"/>
        <pc:sldMkLst>
          <pc:docMk/>
          <pc:sldMk cId="2262656913" sldId="1352"/>
        </pc:sldMkLst>
      </pc:sldChg>
      <pc:sldChg chg="add">
        <pc:chgData name="Sanmukh Kuppannagari" userId="ad215094-da36-4b66-9c79-369a17aea26b" providerId="ADAL" clId="{F807B796-0606-4BF0-9A84-6557326C69B2}" dt="2024-09-02T21:03:37.198" v="360"/>
        <pc:sldMkLst>
          <pc:docMk/>
          <pc:sldMk cId="167355194" sldId="1353"/>
        </pc:sldMkLst>
      </pc:sldChg>
      <pc:sldChg chg="add">
        <pc:chgData name="Sanmukh Kuppannagari" userId="ad215094-da36-4b66-9c79-369a17aea26b" providerId="ADAL" clId="{F807B796-0606-4BF0-9A84-6557326C69B2}" dt="2024-09-02T21:03:37.198" v="360"/>
        <pc:sldMkLst>
          <pc:docMk/>
          <pc:sldMk cId="2804131373" sldId="1354"/>
        </pc:sldMkLst>
      </pc:sldChg>
      <pc:sldChg chg="add">
        <pc:chgData name="Sanmukh Kuppannagari" userId="ad215094-da36-4b66-9c79-369a17aea26b" providerId="ADAL" clId="{F807B796-0606-4BF0-9A84-6557326C69B2}" dt="2024-09-02T21:03:37.198" v="360"/>
        <pc:sldMkLst>
          <pc:docMk/>
          <pc:sldMk cId="3834269155" sldId="1355"/>
        </pc:sldMkLst>
      </pc:sldChg>
      <pc:sldChg chg="modSp add mod">
        <pc:chgData name="Sanmukh Kuppannagari" userId="ad215094-da36-4b66-9c79-369a17aea26b" providerId="ADAL" clId="{F807B796-0606-4BF0-9A84-6557326C69B2}" dt="2024-09-02T21:08:32.777" v="697" actId="15"/>
        <pc:sldMkLst>
          <pc:docMk/>
          <pc:sldMk cId="1967107891" sldId="1356"/>
        </pc:sldMkLst>
      </pc:sldChg>
      <pc:sldChg chg="add">
        <pc:chgData name="Sanmukh Kuppannagari" userId="ad215094-da36-4b66-9c79-369a17aea26b" providerId="ADAL" clId="{F807B796-0606-4BF0-9A84-6557326C69B2}" dt="2024-09-03T02:41:33.843" v="2521"/>
        <pc:sldMkLst>
          <pc:docMk/>
          <pc:sldMk cId="794884751" sldId="1358"/>
        </pc:sldMkLst>
      </pc:sldChg>
      <pc:sldChg chg="add">
        <pc:chgData name="Sanmukh Kuppannagari" userId="ad215094-da36-4b66-9c79-369a17aea26b" providerId="ADAL" clId="{F807B796-0606-4BF0-9A84-6557326C69B2}" dt="2024-09-03T02:41:33.843" v="2521"/>
        <pc:sldMkLst>
          <pc:docMk/>
          <pc:sldMk cId="1315821937" sldId="1359"/>
        </pc:sldMkLst>
      </pc:sldChg>
      <pc:sldChg chg="add">
        <pc:chgData name="Sanmukh Kuppannagari" userId="ad215094-da36-4b66-9c79-369a17aea26b" providerId="ADAL" clId="{F807B796-0606-4BF0-9A84-6557326C69B2}" dt="2024-09-03T02:41:33.843" v="2521"/>
        <pc:sldMkLst>
          <pc:docMk/>
          <pc:sldMk cId="2463516898" sldId="1361"/>
        </pc:sldMkLst>
      </pc:sldChg>
      <pc:sldChg chg="add">
        <pc:chgData name="Sanmukh Kuppannagari" userId="ad215094-da36-4b66-9c79-369a17aea26b" providerId="ADAL" clId="{F807B796-0606-4BF0-9A84-6557326C69B2}" dt="2024-09-03T02:41:33.843" v="2521"/>
        <pc:sldMkLst>
          <pc:docMk/>
          <pc:sldMk cId="1886344154" sldId="1362"/>
        </pc:sldMkLst>
      </pc:sldChg>
      <pc:sldChg chg="add">
        <pc:chgData name="Sanmukh Kuppannagari" userId="ad215094-da36-4b66-9c79-369a17aea26b" providerId="ADAL" clId="{F807B796-0606-4BF0-9A84-6557326C69B2}" dt="2024-09-03T02:41:33.843" v="2521"/>
        <pc:sldMkLst>
          <pc:docMk/>
          <pc:sldMk cId="2856732028" sldId="1363"/>
        </pc:sldMkLst>
      </pc:sldChg>
      <pc:sldChg chg="modSp add mod">
        <pc:chgData name="Sanmukh Kuppannagari" userId="ad215094-da36-4b66-9c79-369a17aea26b" providerId="ADAL" clId="{F807B796-0606-4BF0-9A84-6557326C69B2}" dt="2024-09-03T13:12:03.900" v="3832" actId="20577"/>
        <pc:sldMkLst>
          <pc:docMk/>
          <pc:sldMk cId="603735269" sldId="1365"/>
        </pc:sldMkLst>
      </pc:sldChg>
      <pc:sldChg chg="modSp add mod">
        <pc:chgData name="Sanmukh Kuppannagari" userId="ad215094-da36-4b66-9c79-369a17aea26b" providerId="ADAL" clId="{F807B796-0606-4BF0-9A84-6557326C69B2}" dt="2024-09-03T13:13:47.455" v="3844" actId="20577"/>
        <pc:sldMkLst>
          <pc:docMk/>
          <pc:sldMk cId="3326920156" sldId="1366"/>
        </pc:sldMkLst>
      </pc:sldChg>
      <pc:sldChg chg="delSp modSp add mod">
        <pc:chgData name="Sanmukh Kuppannagari" userId="ad215094-da36-4b66-9c79-369a17aea26b" providerId="ADAL" clId="{F807B796-0606-4BF0-9A84-6557326C69B2}" dt="2024-09-03T13:49:28.301" v="5270" actId="1076"/>
        <pc:sldMkLst>
          <pc:docMk/>
          <pc:sldMk cId="3859140757" sldId="1367"/>
        </pc:sldMkLst>
      </pc:sldChg>
      <pc:sldChg chg="add">
        <pc:chgData name="Sanmukh Kuppannagari" userId="ad215094-da36-4b66-9c79-369a17aea26b" providerId="ADAL" clId="{F807B796-0606-4BF0-9A84-6557326C69B2}" dt="2024-09-03T02:55:12.122" v="3067"/>
        <pc:sldMkLst>
          <pc:docMk/>
          <pc:sldMk cId="4078040195" sldId="1369"/>
        </pc:sldMkLst>
      </pc:sldChg>
      <pc:sldChg chg="addSp modSp add mod">
        <pc:chgData name="Sanmukh Kuppannagari" userId="ad215094-da36-4b66-9c79-369a17aea26b" providerId="ADAL" clId="{F807B796-0606-4BF0-9A84-6557326C69B2}" dt="2024-09-03T13:52:40.634" v="5308" actId="1076"/>
        <pc:sldMkLst>
          <pc:docMk/>
          <pc:sldMk cId="284771599" sldId="1370"/>
        </pc:sldMkLst>
      </pc:sldChg>
      <pc:sldChg chg="modSp add mod">
        <pc:chgData name="Sanmukh Kuppannagari" userId="ad215094-da36-4b66-9c79-369a17aea26b" providerId="ADAL" clId="{F807B796-0606-4BF0-9A84-6557326C69B2}" dt="2024-09-03T13:54:59.046" v="5421" actId="20577"/>
        <pc:sldMkLst>
          <pc:docMk/>
          <pc:sldMk cId="906755194" sldId="1371"/>
        </pc:sldMkLst>
      </pc:sldChg>
      <pc:sldChg chg="modSp add mod">
        <pc:chgData name="Sanmukh Kuppannagari" userId="ad215094-da36-4b66-9c79-369a17aea26b" providerId="ADAL" clId="{F807B796-0606-4BF0-9A84-6557326C69B2}" dt="2024-09-03T02:37:21.221" v="2435" actId="20577"/>
        <pc:sldMkLst>
          <pc:docMk/>
          <pc:sldMk cId="518010934" sldId="1373"/>
        </pc:sldMkLst>
      </pc:sldChg>
      <pc:sldChg chg="add">
        <pc:chgData name="Sanmukh Kuppannagari" userId="ad215094-da36-4b66-9c79-369a17aea26b" providerId="ADAL" clId="{F807B796-0606-4BF0-9A84-6557326C69B2}" dt="2024-09-02T21:01:50.833" v="269"/>
        <pc:sldMkLst>
          <pc:docMk/>
          <pc:sldMk cId="2532106449" sldId="1374"/>
        </pc:sldMkLst>
      </pc:sldChg>
      <pc:sldChg chg="modSp new mod">
        <pc:chgData name="Sanmukh Kuppannagari" userId="ad215094-da36-4b66-9c79-369a17aea26b" providerId="ADAL" clId="{F807B796-0606-4BF0-9A84-6557326C69B2}" dt="2024-09-02T21:42:29.989" v="1380" actId="20577"/>
        <pc:sldMkLst>
          <pc:docMk/>
          <pc:sldMk cId="63097358" sldId="1375"/>
        </pc:sldMkLst>
      </pc:sldChg>
      <pc:sldChg chg="delSp modSp add mod">
        <pc:chgData name="Sanmukh Kuppannagari" userId="ad215094-da36-4b66-9c79-369a17aea26b" providerId="ADAL" clId="{F807B796-0606-4BF0-9A84-6557326C69B2}" dt="2024-09-03T02:12:19.131" v="1602" actId="20577"/>
        <pc:sldMkLst>
          <pc:docMk/>
          <pc:sldMk cId="2155445605" sldId="1376"/>
        </pc:sldMkLst>
      </pc:sldChg>
      <pc:sldChg chg="addSp delSp modSp add mod">
        <pc:chgData name="Sanmukh Kuppannagari" userId="ad215094-da36-4b66-9c79-369a17aea26b" providerId="ADAL" clId="{F807B796-0606-4BF0-9A84-6557326C69B2}" dt="2024-09-03T02:15:33.103" v="1646" actId="20577"/>
        <pc:sldMkLst>
          <pc:docMk/>
          <pc:sldMk cId="2373852911" sldId="1377"/>
        </pc:sldMkLst>
      </pc:sldChg>
      <pc:sldChg chg="addSp delSp modSp add mod">
        <pc:chgData name="Sanmukh Kuppannagari" userId="ad215094-da36-4b66-9c79-369a17aea26b" providerId="ADAL" clId="{F807B796-0606-4BF0-9A84-6557326C69B2}" dt="2024-09-03T02:18:53.201" v="1704" actId="1076"/>
        <pc:sldMkLst>
          <pc:docMk/>
          <pc:sldMk cId="2785090204" sldId="1378"/>
        </pc:sldMkLst>
      </pc:sldChg>
      <pc:sldChg chg="modSp new mod">
        <pc:chgData name="Sanmukh Kuppannagari" userId="ad215094-da36-4b66-9c79-369a17aea26b" providerId="ADAL" clId="{F807B796-0606-4BF0-9A84-6557326C69B2}" dt="2024-09-03T02:19:58.369" v="1758" actId="207"/>
        <pc:sldMkLst>
          <pc:docMk/>
          <pc:sldMk cId="1578956546" sldId="1379"/>
        </pc:sldMkLst>
      </pc:sldChg>
      <pc:sldChg chg="modSp add mod">
        <pc:chgData name="Sanmukh Kuppannagari" userId="ad215094-da36-4b66-9c79-369a17aea26b" providerId="ADAL" clId="{F807B796-0606-4BF0-9A84-6557326C69B2}" dt="2024-09-03T02:26:15.664" v="2061" actId="20577"/>
        <pc:sldMkLst>
          <pc:docMk/>
          <pc:sldMk cId="1387291192" sldId="1380"/>
        </pc:sldMkLst>
      </pc:sldChg>
      <pc:sldChg chg="modSp new mod">
        <pc:chgData name="Sanmukh Kuppannagari" userId="ad215094-da36-4b66-9c79-369a17aea26b" providerId="ADAL" clId="{F807B796-0606-4BF0-9A84-6557326C69B2}" dt="2024-09-03T02:26:24.889" v="2064" actId="207"/>
        <pc:sldMkLst>
          <pc:docMk/>
          <pc:sldMk cId="3729273499" sldId="1381"/>
        </pc:sldMkLst>
      </pc:sldChg>
      <pc:sldChg chg="modSp add mod">
        <pc:chgData name="Sanmukh Kuppannagari" userId="ad215094-da36-4b66-9c79-369a17aea26b" providerId="ADAL" clId="{F807B796-0606-4BF0-9A84-6557326C69B2}" dt="2024-09-03T02:27:58.737" v="2084" actId="20577"/>
        <pc:sldMkLst>
          <pc:docMk/>
          <pc:sldMk cId="1604865990" sldId="1382"/>
        </pc:sldMkLst>
      </pc:sldChg>
      <pc:sldChg chg="add">
        <pc:chgData name="Sanmukh Kuppannagari" userId="ad215094-da36-4b66-9c79-369a17aea26b" providerId="ADAL" clId="{F807B796-0606-4BF0-9A84-6557326C69B2}" dt="2024-09-03T02:28:04.789" v="2085"/>
        <pc:sldMkLst>
          <pc:docMk/>
          <pc:sldMk cId="3140536196" sldId="1383"/>
        </pc:sldMkLst>
      </pc:sldChg>
      <pc:sldChg chg="modSp add mod">
        <pc:chgData name="Sanmukh Kuppannagari" userId="ad215094-da36-4b66-9c79-369a17aea26b" providerId="ADAL" clId="{F807B796-0606-4BF0-9A84-6557326C69B2}" dt="2024-09-03T02:28:44.396" v="2099" actId="20577"/>
        <pc:sldMkLst>
          <pc:docMk/>
          <pc:sldMk cId="4028848195" sldId="1384"/>
        </pc:sldMkLst>
      </pc:sldChg>
      <pc:sldChg chg="modSp new mod">
        <pc:chgData name="Sanmukh Kuppannagari" userId="ad215094-da36-4b66-9c79-369a17aea26b" providerId="ADAL" clId="{F807B796-0606-4BF0-9A84-6557326C69B2}" dt="2024-09-03T02:32:27.269" v="2432" actId="20577"/>
        <pc:sldMkLst>
          <pc:docMk/>
          <pc:sldMk cId="855061855" sldId="1385"/>
        </pc:sldMkLst>
      </pc:sldChg>
      <pc:sldChg chg="add">
        <pc:chgData name="Sanmukh Kuppannagari" userId="ad215094-da36-4b66-9c79-369a17aea26b" providerId="ADAL" clId="{F807B796-0606-4BF0-9A84-6557326C69B2}" dt="2024-09-03T02:38:51.879" v="2436"/>
        <pc:sldMkLst>
          <pc:docMk/>
          <pc:sldMk cId="3507384733" sldId="1386"/>
        </pc:sldMkLst>
      </pc:sldChg>
      <pc:sldChg chg="modSp new del mod">
        <pc:chgData name="Sanmukh Kuppannagari" userId="ad215094-da36-4b66-9c79-369a17aea26b" providerId="ADAL" clId="{F807B796-0606-4BF0-9A84-6557326C69B2}" dt="2024-09-03T13:20:40.100" v="4051" actId="47"/>
        <pc:sldMkLst>
          <pc:docMk/>
          <pc:sldMk cId="1227237758" sldId="1387"/>
        </pc:sldMkLst>
      </pc:sldChg>
      <pc:sldChg chg="modSp add mod">
        <pc:chgData name="Sanmukh Kuppannagari" userId="ad215094-da36-4b66-9c79-369a17aea26b" providerId="ADAL" clId="{F807B796-0606-4BF0-9A84-6557326C69B2}" dt="2024-09-03T02:45:20.826" v="2547" actId="207"/>
        <pc:sldMkLst>
          <pc:docMk/>
          <pc:sldMk cId="1406617072" sldId="1388"/>
        </pc:sldMkLst>
      </pc:sldChg>
      <pc:sldChg chg="modSp new mod">
        <pc:chgData name="Sanmukh Kuppannagari" userId="ad215094-da36-4b66-9c79-369a17aea26b" providerId="ADAL" clId="{F807B796-0606-4BF0-9A84-6557326C69B2}" dt="2024-09-03T12:43:53.169" v="3714" actId="20577"/>
        <pc:sldMkLst>
          <pc:docMk/>
          <pc:sldMk cId="15178750" sldId="1389"/>
        </pc:sldMkLst>
      </pc:sldChg>
      <pc:sldChg chg="addSp delSp modSp add mod">
        <pc:chgData name="Sanmukh Kuppannagari" userId="ad215094-da36-4b66-9c79-369a17aea26b" providerId="ADAL" clId="{F807B796-0606-4BF0-9A84-6557326C69B2}" dt="2024-09-03T13:47:41.899" v="5236" actId="14100"/>
        <pc:sldMkLst>
          <pc:docMk/>
          <pc:sldMk cId="3904397812" sldId="1390"/>
        </pc:sldMkLst>
      </pc:sldChg>
      <pc:sldChg chg="modSp new mod">
        <pc:chgData name="Sanmukh Kuppannagari" userId="ad215094-da36-4b66-9c79-369a17aea26b" providerId="ADAL" clId="{F807B796-0606-4BF0-9A84-6557326C69B2}" dt="2024-09-03T13:21:58.025" v="4299" actId="20577"/>
        <pc:sldMkLst>
          <pc:docMk/>
          <pc:sldMk cId="1115784977" sldId="1391"/>
        </pc:sldMkLst>
      </pc:sldChg>
      <pc:sldChg chg="addSp delSp modSp add mod">
        <pc:chgData name="Sanmukh Kuppannagari" userId="ad215094-da36-4b66-9c79-369a17aea26b" providerId="ADAL" clId="{F807B796-0606-4BF0-9A84-6557326C69B2}" dt="2024-09-03T12:51:33.052" v="3745" actId="20577"/>
        <pc:sldMkLst>
          <pc:docMk/>
          <pc:sldMk cId="3579675671" sldId="1392"/>
        </pc:sldMkLst>
      </pc:sldChg>
      <pc:sldChg chg="addSp modSp add mod">
        <pc:chgData name="Sanmukh Kuppannagari" userId="ad215094-da36-4b66-9c79-369a17aea26b" providerId="ADAL" clId="{F807B796-0606-4BF0-9A84-6557326C69B2}" dt="2024-09-03T12:51:38.226" v="3752" actId="20577"/>
        <pc:sldMkLst>
          <pc:docMk/>
          <pc:sldMk cId="3848896675" sldId="1393"/>
        </pc:sldMkLst>
      </pc:sldChg>
      <pc:sldChg chg="modSp add mod">
        <pc:chgData name="Sanmukh Kuppannagari" userId="ad215094-da36-4b66-9c79-369a17aea26b" providerId="ADAL" clId="{F807B796-0606-4BF0-9A84-6557326C69B2}" dt="2024-09-03T12:51:44.050" v="3753"/>
        <pc:sldMkLst>
          <pc:docMk/>
          <pc:sldMk cId="1213479204" sldId="1394"/>
        </pc:sldMkLst>
      </pc:sldChg>
      <pc:sldChg chg="modSp add mod">
        <pc:chgData name="Sanmukh Kuppannagari" userId="ad215094-da36-4b66-9c79-369a17aea26b" providerId="ADAL" clId="{F807B796-0606-4BF0-9A84-6557326C69B2}" dt="2024-09-03T12:51:47.861" v="3754"/>
        <pc:sldMkLst>
          <pc:docMk/>
          <pc:sldMk cId="3698062718" sldId="1395"/>
        </pc:sldMkLst>
      </pc:sldChg>
      <pc:sldChg chg="modSp add mod">
        <pc:chgData name="Sanmukh Kuppannagari" userId="ad215094-da36-4b66-9c79-369a17aea26b" providerId="ADAL" clId="{F807B796-0606-4BF0-9A84-6557326C69B2}" dt="2024-09-03T12:51:51.477" v="3755"/>
        <pc:sldMkLst>
          <pc:docMk/>
          <pc:sldMk cId="2428240830" sldId="1396"/>
        </pc:sldMkLst>
      </pc:sldChg>
      <pc:sldChg chg="addSp delSp modSp add mod">
        <pc:chgData name="Sanmukh Kuppannagari" userId="ad215094-da36-4b66-9c79-369a17aea26b" providerId="ADAL" clId="{F807B796-0606-4BF0-9A84-6557326C69B2}" dt="2024-09-03T12:38:02.576" v="3536" actId="207"/>
        <pc:sldMkLst>
          <pc:docMk/>
          <pc:sldMk cId="1577004698" sldId="1397"/>
        </pc:sldMkLst>
      </pc:sldChg>
      <pc:sldChg chg="modSp add mod">
        <pc:chgData name="Sanmukh Kuppannagari" userId="ad215094-da36-4b66-9c79-369a17aea26b" providerId="ADAL" clId="{F807B796-0606-4BF0-9A84-6557326C69B2}" dt="2024-09-03T12:52:00.900" v="3762" actId="20577"/>
        <pc:sldMkLst>
          <pc:docMk/>
          <pc:sldMk cId="3187165335" sldId="1398"/>
        </pc:sldMkLst>
      </pc:sldChg>
      <pc:sldChg chg="modSp add mod">
        <pc:chgData name="Sanmukh Kuppannagari" userId="ad215094-da36-4b66-9c79-369a17aea26b" providerId="ADAL" clId="{F807B796-0606-4BF0-9A84-6557326C69B2}" dt="2024-09-03T12:52:07.589" v="3763"/>
        <pc:sldMkLst>
          <pc:docMk/>
          <pc:sldMk cId="3448802495" sldId="1399"/>
        </pc:sldMkLst>
      </pc:sldChg>
      <pc:sldChg chg="modSp add mod">
        <pc:chgData name="Sanmukh Kuppannagari" userId="ad215094-da36-4b66-9c79-369a17aea26b" providerId="ADAL" clId="{F807B796-0606-4BF0-9A84-6557326C69B2}" dt="2024-09-03T12:52:11.223" v="3764"/>
        <pc:sldMkLst>
          <pc:docMk/>
          <pc:sldMk cId="1426423657" sldId="1400"/>
        </pc:sldMkLst>
      </pc:sldChg>
      <pc:sldChg chg="modSp add mod">
        <pc:chgData name="Sanmukh Kuppannagari" userId="ad215094-da36-4b66-9c79-369a17aea26b" providerId="ADAL" clId="{F807B796-0606-4BF0-9A84-6557326C69B2}" dt="2024-09-03T12:52:15.594" v="3765"/>
        <pc:sldMkLst>
          <pc:docMk/>
          <pc:sldMk cId="1876721923" sldId="1401"/>
        </pc:sldMkLst>
      </pc:sldChg>
      <pc:sldChg chg="modSp add mod">
        <pc:chgData name="Sanmukh Kuppannagari" userId="ad215094-da36-4b66-9c79-369a17aea26b" providerId="ADAL" clId="{F807B796-0606-4BF0-9A84-6557326C69B2}" dt="2024-09-03T12:52:19.348" v="3766"/>
        <pc:sldMkLst>
          <pc:docMk/>
          <pc:sldMk cId="4100405277" sldId="1402"/>
        </pc:sldMkLst>
      </pc:sldChg>
      <pc:sldChg chg="modSp add mod">
        <pc:chgData name="Sanmukh Kuppannagari" userId="ad215094-da36-4b66-9c79-369a17aea26b" providerId="ADAL" clId="{F807B796-0606-4BF0-9A84-6557326C69B2}" dt="2024-09-03T12:47:06.300" v="3738" actId="207"/>
        <pc:sldMkLst>
          <pc:docMk/>
          <pc:sldMk cId="2967499912" sldId="1403"/>
        </pc:sldMkLst>
      </pc:sldChg>
      <pc:sldChg chg="addSp modSp new mod">
        <pc:chgData name="Sanmukh Kuppannagari" userId="ad215094-da36-4b66-9c79-369a17aea26b" providerId="ADAL" clId="{F807B796-0606-4BF0-9A84-6557326C69B2}" dt="2024-09-03T13:09:42.209" v="3826" actId="1076"/>
        <pc:sldMkLst>
          <pc:docMk/>
          <pc:sldMk cId="3881972497" sldId="1404"/>
        </pc:sldMkLst>
      </pc:sldChg>
      <pc:sldChg chg="modSp add mod">
        <pc:chgData name="Sanmukh Kuppannagari" userId="ad215094-da36-4b66-9c79-369a17aea26b" providerId="ADAL" clId="{F807B796-0606-4BF0-9A84-6557326C69B2}" dt="2024-09-03T13:13:53.902" v="3850" actId="20577"/>
        <pc:sldMkLst>
          <pc:docMk/>
          <pc:sldMk cId="3154475222" sldId="1405"/>
        </pc:sldMkLst>
      </pc:sldChg>
      <pc:sldChg chg="addSp delSp modSp new mod">
        <pc:chgData name="Sanmukh Kuppannagari" userId="ad215094-da36-4b66-9c79-369a17aea26b" providerId="ADAL" clId="{F807B796-0606-4BF0-9A84-6557326C69B2}" dt="2024-09-03T13:23:06.940" v="4304" actId="20577"/>
        <pc:sldMkLst>
          <pc:docMk/>
          <pc:sldMk cId="1657037968" sldId="1406"/>
        </pc:sldMkLst>
      </pc:sldChg>
      <pc:sldChg chg="modSp add mod">
        <pc:chgData name="Sanmukh Kuppannagari" userId="ad215094-da36-4b66-9c79-369a17aea26b" providerId="ADAL" clId="{F807B796-0606-4BF0-9A84-6557326C69B2}" dt="2024-09-03T13:23:33.807" v="4333" actId="207"/>
        <pc:sldMkLst>
          <pc:docMk/>
          <pc:sldMk cId="808826284" sldId="1407"/>
        </pc:sldMkLst>
      </pc:sldChg>
      <pc:sldChg chg="modSp add mod">
        <pc:chgData name="Sanmukh Kuppannagari" userId="ad215094-da36-4b66-9c79-369a17aea26b" providerId="ADAL" clId="{F807B796-0606-4BF0-9A84-6557326C69B2}" dt="2024-09-03T13:26:30.186" v="4500" actId="20577"/>
        <pc:sldMkLst>
          <pc:docMk/>
          <pc:sldMk cId="2415060599" sldId="1408"/>
        </pc:sldMkLst>
      </pc:sldChg>
      <pc:sldChg chg="modSp add mod">
        <pc:chgData name="Sanmukh Kuppannagari" userId="ad215094-da36-4b66-9c79-369a17aea26b" providerId="ADAL" clId="{F807B796-0606-4BF0-9A84-6557326C69B2}" dt="2024-09-03T13:27:44.971" v="4531" actId="20577"/>
        <pc:sldMkLst>
          <pc:docMk/>
          <pc:sldMk cId="119380334" sldId="1409"/>
        </pc:sldMkLst>
      </pc:sldChg>
      <pc:sldChg chg="modSp new mod">
        <pc:chgData name="Sanmukh Kuppannagari" userId="ad215094-da36-4b66-9c79-369a17aea26b" providerId="ADAL" clId="{F807B796-0606-4BF0-9A84-6557326C69B2}" dt="2024-09-03T13:32:52.648" v="4947" actId="20577"/>
        <pc:sldMkLst>
          <pc:docMk/>
          <pc:sldMk cId="69742158" sldId="1410"/>
        </pc:sldMkLst>
      </pc:sldChg>
      <pc:sldChg chg="modSp new mod">
        <pc:chgData name="Sanmukh Kuppannagari" userId="ad215094-da36-4b66-9c79-369a17aea26b" providerId="ADAL" clId="{F807B796-0606-4BF0-9A84-6557326C69B2}" dt="2024-09-03T13:35:10.197" v="5167" actId="20577"/>
        <pc:sldMkLst>
          <pc:docMk/>
          <pc:sldMk cId="1450716392" sldId="1411"/>
        </pc:sldMkLst>
      </pc:sldChg>
      <pc:sldChg chg="add del">
        <pc:chgData name="Sanmukh Kuppannagari" userId="ad215094-da36-4b66-9c79-369a17aea26b" providerId="ADAL" clId="{F807B796-0606-4BF0-9A84-6557326C69B2}" dt="2024-09-03T13:48:45.238" v="5247" actId="47"/>
        <pc:sldMkLst>
          <pc:docMk/>
          <pc:sldMk cId="2820047232" sldId="1412"/>
        </pc:sldMkLst>
      </pc:sldChg>
      <pc:sldChg chg="modSp add mod">
        <pc:chgData name="Sanmukh Kuppannagari" userId="ad215094-da36-4b66-9c79-369a17aea26b" providerId="ADAL" clId="{F807B796-0606-4BF0-9A84-6557326C69B2}" dt="2024-09-03T13:48:02.122" v="5240" actId="14100"/>
        <pc:sldMkLst>
          <pc:docMk/>
          <pc:sldMk cId="393658469" sldId="1413"/>
        </pc:sldMkLst>
      </pc:sldChg>
      <pc:sldChg chg="modSp add">
        <pc:chgData name="Sanmukh Kuppannagari" userId="ad215094-da36-4b66-9c79-369a17aea26b" providerId="ADAL" clId="{F807B796-0606-4BF0-9A84-6557326C69B2}" dt="2024-09-03T13:48:24.868" v="5243" actId="1076"/>
        <pc:sldMkLst>
          <pc:docMk/>
          <pc:sldMk cId="2454853527" sldId="1414"/>
        </pc:sldMkLst>
      </pc:sldChg>
      <pc:sldChg chg="modSp add">
        <pc:chgData name="Sanmukh Kuppannagari" userId="ad215094-da36-4b66-9c79-369a17aea26b" providerId="ADAL" clId="{F807B796-0606-4BF0-9A84-6557326C69B2}" dt="2024-09-03T13:48:36.753" v="5246" actId="1076"/>
        <pc:sldMkLst>
          <pc:docMk/>
          <pc:sldMk cId="458868704" sldId="1415"/>
        </pc:sldMkLst>
      </pc:sldChg>
      <pc:sldChg chg="modSp add mod">
        <pc:chgData name="Sanmukh Kuppannagari" userId="ad215094-da36-4b66-9c79-369a17aea26b" providerId="ADAL" clId="{F807B796-0606-4BF0-9A84-6557326C69B2}" dt="2024-09-03T13:53:12.550" v="5332" actId="20577"/>
        <pc:sldMkLst>
          <pc:docMk/>
          <pc:sldMk cId="1712966043" sldId="1416"/>
        </pc:sldMkLst>
      </pc:sldChg>
      <pc:sldChg chg="modSp add mod">
        <pc:chgData name="Sanmukh Kuppannagari" userId="ad215094-da36-4b66-9c79-369a17aea26b" providerId="ADAL" clId="{F807B796-0606-4BF0-9A84-6557326C69B2}" dt="2024-09-03T13:54:02.045" v="5365" actId="1076"/>
        <pc:sldMkLst>
          <pc:docMk/>
          <pc:sldMk cId="2077281943" sldId="1417"/>
        </pc:sldMkLst>
      </pc:sldChg>
      <pc:sldChg chg="modSp new mod">
        <pc:chgData name="Sanmukh Kuppannagari" userId="ad215094-da36-4b66-9c79-369a17aea26b" providerId="ADAL" clId="{F807B796-0606-4BF0-9A84-6557326C69B2}" dt="2024-09-03T17:18:57.431" v="5611" actId="20577"/>
        <pc:sldMkLst>
          <pc:docMk/>
          <pc:sldMk cId="2646681002" sldId="1418"/>
        </pc:sldMkLst>
      </pc:sldChg>
      <pc:sldChg chg="modSp new mod">
        <pc:chgData name="Sanmukh Kuppannagari" userId="ad215094-da36-4b66-9c79-369a17aea26b" providerId="ADAL" clId="{F807B796-0606-4BF0-9A84-6557326C69B2}" dt="2024-09-03T17:20:30.540" v="5941" actId="20577"/>
        <pc:sldMkLst>
          <pc:docMk/>
          <pc:sldMk cId="2756067693" sldId="1419"/>
        </pc:sldMkLst>
      </pc:sldChg>
      <pc:sldChg chg="addSp modSp new mod">
        <pc:chgData name="Sanmukh Kuppannagari" userId="ad215094-da36-4b66-9c79-369a17aea26b" providerId="ADAL" clId="{F807B796-0606-4BF0-9A84-6557326C69B2}" dt="2024-09-03T17:26:17.273" v="6104" actId="27636"/>
        <pc:sldMkLst>
          <pc:docMk/>
          <pc:sldMk cId="519883686" sldId="1420"/>
        </pc:sldMkLst>
      </pc:sldChg>
      <pc:sldChg chg="modSp new mod">
        <pc:chgData name="Sanmukh Kuppannagari" userId="ad215094-da36-4b66-9c79-369a17aea26b" providerId="ADAL" clId="{F807B796-0606-4BF0-9A84-6557326C69B2}" dt="2024-09-03T17:27:21.796" v="6281" actId="20577"/>
        <pc:sldMkLst>
          <pc:docMk/>
          <pc:sldMk cId="3752423486" sldId="1421"/>
        </pc:sldMkLst>
      </pc:sldChg>
    </pc:docChg>
  </pc:docChgLst>
  <pc:docChgLst>
    <pc:chgData name="Sanmukh Kuppannagari" userId="ad215094-da36-4b66-9c79-369a17aea26b" providerId="ADAL" clId="{81DCEDA7-60EA-499B-B80C-1BDE2D6C1E99}"/>
    <pc:docChg chg="undo custSel addSld delSld modSld sldOrd">
      <pc:chgData name="Sanmukh Kuppannagari" userId="ad215094-da36-4b66-9c79-369a17aea26b" providerId="ADAL" clId="{81DCEDA7-60EA-499B-B80C-1BDE2D6C1E99}" dt="2024-09-12T15:51:00.215" v="2933" actId="478"/>
      <pc:docMkLst>
        <pc:docMk/>
      </pc:docMkLst>
      <pc:sldChg chg="add">
        <pc:chgData name="Sanmukh Kuppannagari" userId="ad215094-da36-4b66-9c79-369a17aea26b" providerId="ADAL" clId="{81DCEDA7-60EA-499B-B80C-1BDE2D6C1E99}" dt="2024-09-12T12:56:47.478" v="162"/>
        <pc:sldMkLst>
          <pc:docMk/>
          <pc:sldMk cId="2818063122" sldId="347"/>
        </pc:sldMkLst>
      </pc:sldChg>
      <pc:sldChg chg="add">
        <pc:chgData name="Sanmukh Kuppannagari" userId="ad215094-da36-4b66-9c79-369a17aea26b" providerId="ADAL" clId="{81DCEDA7-60EA-499B-B80C-1BDE2D6C1E99}" dt="2024-09-12T12:56:47.478" v="162"/>
        <pc:sldMkLst>
          <pc:docMk/>
          <pc:sldMk cId="1287006485" sldId="348"/>
        </pc:sldMkLst>
      </pc:sldChg>
      <pc:sldChg chg="add">
        <pc:chgData name="Sanmukh Kuppannagari" userId="ad215094-da36-4b66-9c79-369a17aea26b" providerId="ADAL" clId="{81DCEDA7-60EA-499B-B80C-1BDE2D6C1E99}" dt="2024-09-12T12:56:47.478" v="162"/>
        <pc:sldMkLst>
          <pc:docMk/>
          <pc:sldMk cId="541016882" sldId="349"/>
        </pc:sldMkLst>
      </pc:sldChg>
      <pc:sldChg chg="add">
        <pc:chgData name="Sanmukh Kuppannagari" userId="ad215094-da36-4b66-9c79-369a17aea26b" providerId="ADAL" clId="{81DCEDA7-60EA-499B-B80C-1BDE2D6C1E99}" dt="2024-09-12T12:56:47.478" v="162"/>
        <pc:sldMkLst>
          <pc:docMk/>
          <pc:sldMk cId="2430606432" sldId="354"/>
        </pc:sldMkLst>
      </pc:sldChg>
      <pc:sldChg chg="del">
        <pc:chgData name="Sanmukh Kuppannagari" userId="ad215094-da36-4b66-9c79-369a17aea26b" providerId="ADAL" clId="{81DCEDA7-60EA-499B-B80C-1BDE2D6C1E99}" dt="2024-09-12T12:51:21.177" v="158" actId="47"/>
        <pc:sldMkLst>
          <pc:docMk/>
          <pc:sldMk cId="2492042211" sldId="354"/>
        </pc:sldMkLst>
      </pc:sldChg>
      <pc:sldChg chg="add">
        <pc:chgData name="Sanmukh Kuppannagari" userId="ad215094-da36-4b66-9c79-369a17aea26b" providerId="ADAL" clId="{81DCEDA7-60EA-499B-B80C-1BDE2D6C1E99}" dt="2024-09-12T12:56:47.478" v="162"/>
        <pc:sldMkLst>
          <pc:docMk/>
          <pc:sldMk cId="3998572678" sldId="355"/>
        </pc:sldMkLst>
      </pc:sldChg>
      <pc:sldChg chg="add">
        <pc:chgData name="Sanmukh Kuppannagari" userId="ad215094-da36-4b66-9c79-369a17aea26b" providerId="ADAL" clId="{81DCEDA7-60EA-499B-B80C-1BDE2D6C1E99}" dt="2024-09-12T12:56:47.478" v="162"/>
        <pc:sldMkLst>
          <pc:docMk/>
          <pc:sldMk cId="3590445591" sldId="356"/>
        </pc:sldMkLst>
      </pc:sldChg>
      <pc:sldChg chg="add">
        <pc:chgData name="Sanmukh Kuppannagari" userId="ad215094-da36-4b66-9c79-369a17aea26b" providerId="ADAL" clId="{81DCEDA7-60EA-499B-B80C-1BDE2D6C1E99}" dt="2024-09-12T12:56:47.478" v="162"/>
        <pc:sldMkLst>
          <pc:docMk/>
          <pc:sldMk cId="3349920142" sldId="357"/>
        </pc:sldMkLst>
      </pc:sldChg>
      <pc:sldChg chg="add">
        <pc:chgData name="Sanmukh Kuppannagari" userId="ad215094-da36-4b66-9c79-369a17aea26b" providerId="ADAL" clId="{81DCEDA7-60EA-499B-B80C-1BDE2D6C1E99}" dt="2024-09-12T12:56:47.478" v="162"/>
        <pc:sldMkLst>
          <pc:docMk/>
          <pc:sldMk cId="740634628" sldId="358"/>
        </pc:sldMkLst>
      </pc:sldChg>
      <pc:sldChg chg="add">
        <pc:chgData name="Sanmukh Kuppannagari" userId="ad215094-da36-4b66-9c79-369a17aea26b" providerId="ADAL" clId="{81DCEDA7-60EA-499B-B80C-1BDE2D6C1E99}" dt="2024-09-12T12:56:47.478" v="162"/>
        <pc:sldMkLst>
          <pc:docMk/>
          <pc:sldMk cId="282194659" sldId="359"/>
        </pc:sldMkLst>
      </pc:sldChg>
      <pc:sldChg chg="add">
        <pc:chgData name="Sanmukh Kuppannagari" userId="ad215094-da36-4b66-9c79-369a17aea26b" providerId="ADAL" clId="{81DCEDA7-60EA-499B-B80C-1BDE2D6C1E99}" dt="2024-09-12T12:56:47.478" v="162"/>
        <pc:sldMkLst>
          <pc:docMk/>
          <pc:sldMk cId="2431469683" sldId="373"/>
        </pc:sldMkLst>
      </pc:sldChg>
      <pc:sldChg chg="add">
        <pc:chgData name="Sanmukh Kuppannagari" userId="ad215094-da36-4b66-9c79-369a17aea26b" providerId="ADAL" clId="{81DCEDA7-60EA-499B-B80C-1BDE2D6C1E99}" dt="2024-09-12T12:56:47.478" v="162"/>
        <pc:sldMkLst>
          <pc:docMk/>
          <pc:sldMk cId="272326915" sldId="375"/>
        </pc:sldMkLst>
      </pc:sldChg>
      <pc:sldChg chg="add">
        <pc:chgData name="Sanmukh Kuppannagari" userId="ad215094-da36-4b66-9c79-369a17aea26b" providerId="ADAL" clId="{81DCEDA7-60EA-499B-B80C-1BDE2D6C1E99}" dt="2024-09-12T12:56:47.478" v="162"/>
        <pc:sldMkLst>
          <pc:docMk/>
          <pc:sldMk cId="2598278600" sldId="389"/>
        </pc:sldMkLst>
      </pc:sldChg>
      <pc:sldChg chg="modSp mod">
        <pc:chgData name="Sanmukh Kuppannagari" userId="ad215094-da36-4b66-9c79-369a17aea26b" providerId="ADAL" clId="{81DCEDA7-60EA-499B-B80C-1BDE2D6C1E99}" dt="2024-09-12T15:36:10.680" v="2760" actId="20577"/>
        <pc:sldMkLst>
          <pc:docMk/>
          <pc:sldMk cId="3837875043" sldId="390"/>
        </pc:sldMkLst>
      </pc:sldChg>
      <pc:sldChg chg="del">
        <pc:chgData name="Sanmukh Kuppannagari" userId="ad215094-da36-4b66-9c79-369a17aea26b" providerId="ADAL" clId="{81DCEDA7-60EA-499B-B80C-1BDE2D6C1E99}" dt="2024-09-12T12:51:21.177" v="158" actId="47"/>
        <pc:sldMkLst>
          <pc:docMk/>
          <pc:sldMk cId="1983873654" sldId="424"/>
        </pc:sldMkLst>
      </pc:sldChg>
      <pc:sldChg chg="del">
        <pc:chgData name="Sanmukh Kuppannagari" userId="ad215094-da36-4b66-9c79-369a17aea26b" providerId="ADAL" clId="{81DCEDA7-60EA-499B-B80C-1BDE2D6C1E99}" dt="2024-09-12T12:51:21.177" v="158" actId="47"/>
        <pc:sldMkLst>
          <pc:docMk/>
          <pc:sldMk cId="3888738288" sldId="425"/>
        </pc:sldMkLst>
      </pc:sldChg>
      <pc:sldChg chg="del">
        <pc:chgData name="Sanmukh Kuppannagari" userId="ad215094-da36-4b66-9c79-369a17aea26b" providerId="ADAL" clId="{81DCEDA7-60EA-499B-B80C-1BDE2D6C1E99}" dt="2024-09-12T12:51:21.177" v="158" actId="47"/>
        <pc:sldMkLst>
          <pc:docMk/>
          <pc:sldMk cId="1793507665" sldId="430"/>
        </pc:sldMkLst>
      </pc:sldChg>
      <pc:sldChg chg="del">
        <pc:chgData name="Sanmukh Kuppannagari" userId="ad215094-da36-4b66-9c79-369a17aea26b" providerId="ADAL" clId="{81DCEDA7-60EA-499B-B80C-1BDE2D6C1E99}" dt="2024-09-12T12:51:21.177" v="158" actId="47"/>
        <pc:sldMkLst>
          <pc:docMk/>
          <pc:sldMk cId="487871764" sldId="431"/>
        </pc:sldMkLst>
      </pc:sldChg>
      <pc:sldChg chg="del">
        <pc:chgData name="Sanmukh Kuppannagari" userId="ad215094-da36-4b66-9c79-369a17aea26b" providerId="ADAL" clId="{81DCEDA7-60EA-499B-B80C-1BDE2D6C1E99}" dt="2024-09-12T12:51:21.177" v="158" actId="47"/>
        <pc:sldMkLst>
          <pc:docMk/>
          <pc:sldMk cId="268865837" sldId="432"/>
        </pc:sldMkLst>
      </pc:sldChg>
      <pc:sldChg chg="del">
        <pc:chgData name="Sanmukh Kuppannagari" userId="ad215094-da36-4b66-9c79-369a17aea26b" providerId="ADAL" clId="{81DCEDA7-60EA-499B-B80C-1BDE2D6C1E99}" dt="2024-09-12T12:51:21.177" v="158" actId="47"/>
        <pc:sldMkLst>
          <pc:docMk/>
          <pc:sldMk cId="2302553672" sldId="433"/>
        </pc:sldMkLst>
      </pc:sldChg>
      <pc:sldChg chg="del">
        <pc:chgData name="Sanmukh Kuppannagari" userId="ad215094-da36-4b66-9c79-369a17aea26b" providerId="ADAL" clId="{81DCEDA7-60EA-499B-B80C-1BDE2D6C1E99}" dt="2024-09-12T12:51:21.177" v="158" actId="47"/>
        <pc:sldMkLst>
          <pc:docMk/>
          <pc:sldMk cId="2361697695" sldId="434"/>
        </pc:sldMkLst>
      </pc:sldChg>
      <pc:sldChg chg="del">
        <pc:chgData name="Sanmukh Kuppannagari" userId="ad215094-da36-4b66-9c79-369a17aea26b" providerId="ADAL" clId="{81DCEDA7-60EA-499B-B80C-1BDE2D6C1E99}" dt="2024-09-12T12:51:21.177" v="158" actId="47"/>
        <pc:sldMkLst>
          <pc:docMk/>
          <pc:sldMk cId="3738599002" sldId="444"/>
        </pc:sldMkLst>
      </pc:sldChg>
      <pc:sldChg chg="add">
        <pc:chgData name="Sanmukh Kuppannagari" userId="ad215094-da36-4b66-9c79-369a17aea26b" providerId="ADAL" clId="{81DCEDA7-60EA-499B-B80C-1BDE2D6C1E99}" dt="2024-09-12T12:56:47.478" v="162"/>
        <pc:sldMkLst>
          <pc:docMk/>
          <pc:sldMk cId="1967081645" sldId="466"/>
        </pc:sldMkLst>
      </pc:sldChg>
      <pc:sldChg chg="add">
        <pc:chgData name="Sanmukh Kuppannagari" userId="ad215094-da36-4b66-9c79-369a17aea26b" providerId="ADAL" clId="{81DCEDA7-60EA-499B-B80C-1BDE2D6C1E99}" dt="2024-09-12T12:56:47.478" v="162"/>
        <pc:sldMkLst>
          <pc:docMk/>
          <pc:sldMk cId="1829024903" sldId="640"/>
        </pc:sldMkLst>
      </pc:sldChg>
      <pc:sldChg chg="add">
        <pc:chgData name="Sanmukh Kuppannagari" userId="ad215094-da36-4b66-9c79-369a17aea26b" providerId="ADAL" clId="{81DCEDA7-60EA-499B-B80C-1BDE2D6C1E99}" dt="2024-09-12T12:56:47.478" v="162"/>
        <pc:sldMkLst>
          <pc:docMk/>
          <pc:sldMk cId="3233672176" sldId="1228"/>
        </pc:sldMkLst>
      </pc:sldChg>
      <pc:sldChg chg="modSp add mod">
        <pc:chgData name="Sanmukh Kuppannagari" userId="ad215094-da36-4b66-9c79-369a17aea26b" providerId="ADAL" clId="{81DCEDA7-60EA-499B-B80C-1BDE2D6C1E99}" dt="2024-09-12T12:57:24.938" v="256"/>
        <pc:sldMkLst>
          <pc:docMk/>
          <pc:sldMk cId="4246288794" sldId="1237"/>
        </pc:sldMkLst>
      </pc:sldChg>
      <pc:sldChg chg="add">
        <pc:chgData name="Sanmukh Kuppannagari" userId="ad215094-da36-4b66-9c79-369a17aea26b" providerId="ADAL" clId="{81DCEDA7-60EA-499B-B80C-1BDE2D6C1E99}" dt="2024-09-12T12:56:47.478" v="162"/>
        <pc:sldMkLst>
          <pc:docMk/>
          <pc:sldMk cId="692180613" sldId="1239"/>
        </pc:sldMkLst>
      </pc:sldChg>
      <pc:sldChg chg="add">
        <pc:chgData name="Sanmukh Kuppannagari" userId="ad215094-da36-4b66-9c79-369a17aea26b" providerId="ADAL" clId="{81DCEDA7-60EA-499B-B80C-1BDE2D6C1E99}" dt="2024-09-12T12:56:47.478" v="162"/>
        <pc:sldMkLst>
          <pc:docMk/>
          <pc:sldMk cId="4095821644" sldId="1240"/>
        </pc:sldMkLst>
      </pc:sldChg>
      <pc:sldChg chg="add">
        <pc:chgData name="Sanmukh Kuppannagari" userId="ad215094-da36-4b66-9c79-369a17aea26b" providerId="ADAL" clId="{81DCEDA7-60EA-499B-B80C-1BDE2D6C1E99}" dt="2024-09-12T12:56:47.478" v="162"/>
        <pc:sldMkLst>
          <pc:docMk/>
          <pc:sldMk cId="1559763505" sldId="1241"/>
        </pc:sldMkLst>
      </pc:sldChg>
      <pc:sldChg chg="add">
        <pc:chgData name="Sanmukh Kuppannagari" userId="ad215094-da36-4b66-9c79-369a17aea26b" providerId="ADAL" clId="{81DCEDA7-60EA-499B-B80C-1BDE2D6C1E99}" dt="2024-09-12T12:56:47.478" v="162"/>
        <pc:sldMkLst>
          <pc:docMk/>
          <pc:sldMk cId="3178271313" sldId="1242"/>
        </pc:sldMkLst>
      </pc:sldChg>
      <pc:sldChg chg="add">
        <pc:chgData name="Sanmukh Kuppannagari" userId="ad215094-da36-4b66-9c79-369a17aea26b" providerId="ADAL" clId="{81DCEDA7-60EA-499B-B80C-1BDE2D6C1E99}" dt="2024-09-12T12:56:47.478" v="162"/>
        <pc:sldMkLst>
          <pc:docMk/>
          <pc:sldMk cId="505400230" sldId="1243"/>
        </pc:sldMkLst>
      </pc:sldChg>
      <pc:sldChg chg="del">
        <pc:chgData name="Sanmukh Kuppannagari" userId="ad215094-da36-4b66-9c79-369a17aea26b" providerId="ADAL" clId="{81DCEDA7-60EA-499B-B80C-1BDE2D6C1E99}" dt="2024-09-12T12:51:21.177" v="158" actId="47"/>
        <pc:sldMkLst>
          <pc:docMk/>
          <pc:sldMk cId="845386772" sldId="1252"/>
        </pc:sldMkLst>
      </pc:sldChg>
      <pc:sldChg chg="del">
        <pc:chgData name="Sanmukh Kuppannagari" userId="ad215094-da36-4b66-9c79-369a17aea26b" providerId="ADAL" clId="{81DCEDA7-60EA-499B-B80C-1BDE2D6C1E99}" dt="2024-09-12T12:51:21.177" v="158" actId="47"/>
        <pc:sldMkLst>
          <pc:docMk/>
          <pc:sldMk cId="1683670839" sldId="1253"/>
        </pc:sldMkLst>
      </pc:sldChg>
      <pc:sldChg chg="del">
        <pc:chgData name="Sanmukh Kuppannagari" userId="ad215094-da36-4b66-9c79-369a17aea26b" providerId="ADAL" clId="{81DCEDA7-60EA-499B-B80C-1BDE2D6C1E99}" dt="2024-09-12T12:51:21.177" v="158" actId="47"/>
        <pc:sldMkLst>
          <pc:docMk/>
          <pc:sldMk cId="4018864358" sldId="1254"/>
        </pc:sldMkLst>
      </pc:sldChg>
      <pc:sldChg chg="del">
        <pc:chgData name="Sanmukh Kuppannagari" userId="ad215094-da36-4b66-9c79-369a17aea26b" providerId="ADAL" clId="{81DCEDA7-60EA-499B-B80C-1BDE2D6C1E99}" dt="2024-09-12T12:51:21.177" v="158" actId="47"/>
        <pc:sldMkLst>
          <pc:docMk/>
          <pc:sldMk cId="787861397" sldId="1255"/>
        </pc:sldMkLst>
      </pc:sldChg>
      <pc:sldChg chg="del">
        <pc:chgData name="Sanmukh Kuppannagari" userId="ad215094-da36-4b66-9c79-369a17aea26b" providerId="ADAL" clId="{81DCEDA7-60EA-499B-B80C-1BDE2D6C1E99}" dt="2024-09-12T12:51:21.177" v="158" actId="47"/>
        <pc:sldMkLst>
          <pc:docMk/>
          <pc:sldMk cId="2706379635" sldId="1256"/>
        </pc:sldMkLst>
      </pc:sldChg>
      <pc:sldChg chg="del">
        <pc:chgData name="Sanmukh Kuppannagari" userId="ad215094-da36-4b66-9c79-369a17aea26b" providerId="ADAL" clId="{81DCEDA7-60EA-499B-B80C-1BDE2D6C1E99}" dt="2024-09-12T12:51:21.177" v="158" actId="47"/>
        <pc:sldMkLst>
          <pc:docMk/>
          <pc:sldMk cId="2188572601" sldId="1257"/>
        </pc:sldMkLst>
      </pc:sldChg>
      <pc:sldChg chg="del">
        <pc:chgData name="Sanmukh Kuppannagari" userId="ad215094-da36-4b66-9c79-369a17aea26b" providerId="ADAL" clId="{81DCEDA7-60EA-499B-B80C-1BDE2D6C1E99}" dt="2024-09-12T12:51:21.177" v="158" actId="47"/>
        <pc:sldMkLst>
          <pc:docMk/>
          <pc:sldMk cId="1911274223" sldId="1258"/>
        </pc:sldMkLst>
      </pc:sldChg>
      <pc:sldChg chg="del">
        <pc:chgData name="Sanmukh Kuppannagari" userId="ad215094-da36-4b66-9c79-369a17aea26b" providerId="ADAL" clId="{81DCEDA7-60EA-499B-B80C-1BDE2D6C1E99}" dt="2024-09-12T12:51:21.177" v="158" actId="47"/>
        <pc:sldMkLst>
          <pc:docMk/>
          <pc:sldMk cId="2969816698" sldId="1259"/>
        </pc:sldMkLst>
      </pc:sldChg>
      <pc:sldChg chg="del">
        <pc:chgData name="Sanmukh Kuppannagari" userId="ad215094-da36-4b66-9c79-369a17aea26b" providerId="ADAL" clId="{81DCEDA7-60EA-499B-B80C-1BDE2D6C1E99}" dt="2024-09-12T12:51:21.177" v="158" actId="47"/>
        <pc:sldMkLst>
          <pc:docMk/>
          <pc:sldMk cId="3375916416" sldId="1260"/>
        </pc:sldMkLst>
      </pc:sldChg>
      <pc:sldChg chg="del">
        <pc:chgData name="Sanmukh Kuppannagari" userId="ad215094-da36-4b66-9c79-369a17aea26b" providerId="ADAL" clId="{81DCEDA7-60EA-499B-B80C-1BDE2D6C1E99}" dt="2024-09-12T12:51:21.177" v="158" actId="47"/>
        <pc:sldMkLst>
          <pc:docMk/>
          <pc:sldMk cId="2696076742" sldId="1261"/>
        </pc:sldMkLst>
      </pc:sldChg>
      <pc:sldChg chg="del">
        <pc:chgData name="Sanmukh Kuppannagari" userId="ad215094-da36-4b66-9c79-369a17aea26b" providerId="ADAL" clId="{81DCEDA7-60EA-499B-B80C-1BDE2D6C1E99}" dt="2024-09-12T12:51:21.177" v="158" actId="47"/>
        <pc:sldMkLst>
          <pc:docMk/>
          <pc:sldMk cId="48347974" sldId="1262"/>
        </pc:sldMkLst>
      </pc:sldChg>
      <pc:sldChg chg="del">
        <pc:chgData name="Sanmukh Kuppannagari" userId="ad215094-da36-4b66-9c79-369a17aea26b" providerId="ADAL" clId="{81DCEDA7-60EA-499B-B80C-1BDE2D6C1E99}" dt="2024-09-12T12:51:21.177" v="158" actId="47"/>
        <pc:sldMkLst>
          <pc:docMk/>
          <pc:sldMk cId="4163333809" sldId="1263"/>
        </pc:sldMkLst>
      </pc:sldChg>
      <pc:sldChg chg="del">
        <pc:chgData name="Sanmukh Kuppannagari" userId="ad215094-da36-4b66-9c79-369a17aea26b" providerId="ADAL" clId="{81DCEDA7-60EA-499B-B80C-1BDE2D6C1E99}" dt="2024-09-12T12:51:21.177" v="158" actId="47"/>
        <pc:sldMkLst>
          <pc:docMk/>
          <pc:sldMk cId="2061059533" sldId="1264"/>
        </pc:sldMkLst>
      </pc:sldChg>
      <pc:sldChg chg="del">
        <pc:chgData name="Sanmukh Kuppannagari" userId="ad215094-da36-4b66-9c79-369a17aea26b" providerId="ADAL" clId="{81DCEDA7-60EA-499B-B80C-1BDE2D6C1E99}" dt="2024-09-12T12:51:21.177" v="158" actId="47"/>
        <pc:sldMkLst>
          <pc:docMk/>
          <pc:sldMk cId="3769872445" sldId="1265"/>
        </pc:sldMkLst>
      </pc:sldChg>
      <pc:sldChg chg="del">
        <pc:chgData name="Sanmukh Kuppannagari" userId="ad215094-da36-4b66-9c79-369a17aea26b" providerId="ADAL" clId="{81DCEDA7-60EA-499B-B80C-1BDE2D6C1E99}" dt="2024-09-12T12:51:21.177" v="158" actId="47"/>
        <pc:sldMkLst>
          <pc:docMk/>
          <pc:sldMk cId="11496660" sldId="1266"/>
        </pc:sldMkLst>
      </pc:sldChg>
      <pc:sldChg chg="del">
        <pc:chgData name="Sanmukh Kuppannagari" userId="ad215094-da36-4b66-9c79-369a17aea26b" providerId="ADAL" clId="{81DCEDA7-60EA-499B-B80C-1BDE2D6C1E99}" dt="2024-09-12T12:51:21.177" v="158" actId="47"/>
        <pc:sldMkLst>
          <pc:docMk/>
          <pc:sldMk cId="1949417311" sldId="1267"/>
        </pc:sldMkLst>
      </pc:sldChg>
      <pc:sldChg chg="del">
        <pc:chgData name="Sanmukh Kuppannagari" userId="ad215094-da36-4b66-9c79-369a17aea26b" providerId="ADAL" clId="{81DCEDA7-60EA-499B-B80C-1BDE2D6C1E99}" dt="2024-09-12T12:51:21.177" v="158" actId="47"/>
        <pc:sldMkLst>
          <pc:docMk/>
          <pc:sldMk cId="981443244" sldId="1268"/>
        </pc:sldMkLst>
      </pc:sldChg>
      <pc:sldChg chg="del">
        <pc:chgData name="Sanmukh Kuppannagari" userId="ad215094-da36-4b66-9c79-369a17aea26b" providerId="ADAL" clId="{81DCEDA7-60EA-499B-B80C-1BDE2D6C1E99}" dt="2024-09-12T12:51:21.177" v="158" actId="47"/>
        <pc:sldMkLst>
          <pc:docMk/>
          <pc:sldMk cId="287788205" sldId="1269"/>
        </pc:sldMkLst>
      </pc:sldChg>
      <pc:sldChg chg="del">
        <pc:chgData name="Sanmukh Kuppannagari" userId="ad215094-da36-4b66-9c79-369a17aea26b" providerId="ADAL" clId="{81DCEDA7-60EA-499B-B80C-1BDE2D6C1E99}" dt="2024-09-12T12:51:21.177" v="158" actId="47"/>
        <pc:sldMkLst>
          <pc:docMk/>
          <pc:sldMk cId="3224902270" sldId="1270"/>
        </pc:sldMkLst>
      </pc:sldChg>
      <pc:sldChg chg="del">
        <pc:chgData name="Sanmukh Kuppannagari" userId="ad215094-da36-4b66-9c79-369a17aea26b" providerId="ADAL" clId="{81DCEDA7-60EA-499B-B80C-1BDE2D6C1E99}" dt="2024-09-12T12:51:21.177" v="158" actId="47"/>
        <pc:sldMkLst>
          <pc:docMk/>
          <pc:sldMk cId="2430267348" sldId="1271"/>
        </pc:sldMkLst>
      </pc:sldChg>
      <pc:sldChg chg="del">
        <pc:chgData name="Sanmukh Kuppannagari" userId="ad215094-da36-4b66-9c79-369a17aea26b" providerId="ADAL" clId="{81DCEDA7-60EA-499B-B80C-1BDE2D6C1E99}" dt="2024-09-12T12:51:21.177" v="158" actId="47"/>
        <pc:sldMkLst>
          <pc:docMk/>
          <pc:sldMk cId="2564167782" sldId="1272"/>
        </pc:sldMkLst>
      </pc:sldChg>
      <pc:sldChg chg="del">
        <pc:chgData name="Sanmukh Kuppannagari" userId="ad215094-da36-4b66-9c79-369a17aea26b" providerId="ADAL" clId="{81DCEDA7-60EA-499B-B80C-1BDE2D6C1E99}" dt="2024-09-12T12:51:21.177" v="158" actId="47"/>
        <pc:sldMkLst>
          <pc:docMk/>
          <pc:sldMk cId="2926195366" sldId="1273"/>
        </pc:sldMkLst>
      </pc:sldChg>
      <pc:sldChg chg="del">
        <pc:chgData name="Sanmukh Kuppannagari" userId="ad215094-da36-4b66-9c79-369a17aea26b" providerId="ADAL" clId="{81DCEDA7-60EA-499B-B80C-1BDE2D6C1E99}" dt="2024-09-12T12:51:21.177" v="158" actId="47"/>
        <pc:sldMkLst>
          <pc:docMk/>
          <pc:sldMk cId="4115725712" sldId="1274"/>
        </pc:sldMkLst>
      </pc:sldChg>
      <pc:sldChg chg="del">
        <pc:chgData name="Sanmukh Kuppannagari" userId="ad215094-da36-4b66-9c79-369a17aea26b" providerId="ADAL" clId="{81DCEDA7-60EA-499B-B80C-1BDE2D6C1E99}" dt="2024-09-12T12:51:21.177" v="158" actId="47"/>
        <pc:sldMkLst>
          <pc:docMk/>
          <pc:sldMk cId="1712480366" sldId="1275"/>
        </pc:sldMkLst>
      </pc:sldChg>
      <pc:sldChg chg="del">
        <pc:chgData name="Sanmukh Kuppannagari" userId="ad215094-da36-4b66-9c79-369a17aea26b" providerId="ADAL" clId="{81DCEDA7-60EA-499B-B80C-1BDE2D6C1E99}" dt="2024-09-12T12:51:21.177" v="158" actId="47"/>
        <pc:sldMkLst>
          <pc:docMk/>
          <pc:sldMk cId="3839462493" sldId="1281"/>
        </pc:sldMkLst>
      </pc:sldChg>
      <pc:sldChg chg="del">
        <pc:chgData name="Sanmukh Kuppannagari" userId="ad215094-da36-4b66-9c79-369a17aea26b" providerId="ADAL" clId="{81DCEDA7-60EA-499B-B80C-1BDE2D6C1E99}" dt="2024-09-12T12:51:21.177" v="158" actId="47"/>
        <pc:sldMkLst>
          <pc:docMk/>
          <pc:sldMk cId="2617399218" sldId="1286"/>
        </pc:sldMkLst>
      </pc:sldChg>
      <pc:sldChg chg="del">
        <pc:chgData name="Sanmukh Kuppannagari" userId="ad215094-da36-4b66-9c79-369a17aea26b" providerId="ADAL" clId="{81DCEDA7-60EA-499B-B80C-1BDE2D6C1E99}" dt="2024-09-12T12:51:21.177" v="158" actId="47"/>
        <pc:sldMkLst>
          <pc:docMk/>
          <pc:sldMk cId="2155445605" sldId="1376"/>
        </pc:sldMkLst>
      </pc:sldChg>
      <pc:sldChg chg="del">
        <pc:chgData name="Sanmukh Kuppannagari" userId="ad215094-da36-4b66-9c79-369a17aea26b" providerId="ADAL" clId="{81DCEDA7-60EA-499B-B80C-1BDE2D6C1E99}" dt="2024-09-12T12:44:56.821" v="144" actId="47"/>
        <pc:sldMkLst>
          <pc:docMk/>
          <pc:sldMk cId="2646681002" sldId="1418"/>
        </pc:sldMkLst>
      </pc:sldChg>
      <pc:sldChg chg="del">
        <pc:chgData name="Sanmukh Kuppannagari" userId="ad215094-da36-4b66-9c79-369a17aea26b" providerId="ADAL" clId="{81DCEDA7-60EA-499B-B80C-1BDE2D6C1E99}" dt="2024-09-12T12:46:21.732" v="152" actId="47"/>
        <pc:sldMkLst>
          <pc:docMk/>
          <pc:sldMk cId="2024660992" sldId="1422"/>
        </pc:sldMkLst>
      </pc:sldChg>
      <pc:sldChg chg="del">
        <pc:chgData name="Sanmukh Kuppannagari" userId="ad215094-da36-4b66-9c79-369a17aea26b" providerId="ADAL" clId="{81DCEDA7-60EA-499B-B80C-1BDE2D6C1E99}" dt="2024-09-12T12:46:21.732" v="152" actId="47"/>
        <pc:sldMkLst>
          <pc:docMk/>
          <pc:sldMk cId="2732262" sldId="1423"/>
        </pc:sldMkLst>
      </pc:sldChg>
      <pc:sldChg chg="del">
        <pc:chgData name="Sanmukh Kuppannagari" userId="ad215094-da36-4b66-9c79-369a17aea26b" providerId="ADAL" clId="{81DCEDA7-60EA-499B-B80C-1BDE2D6C1E99}" dt="2024-09-12T12:46:21.732" v="152" actId="47"/>
        <pc:sldMkLst>
          <pc:docMk/>
          <pc:sldMk cId="2162645904" sldId="1424"/>
        </pc:sldMkLst>
      </pc:sldChg>
      <pc:sldChg chg="del">
        <pc:chgData name="Sanmukh Kuppannagari" userId="ad215094-da36-4b66-9c79-369a17aea26b" providerId="ADAL" clId="{81DCEDA7-60EA-499B-B80C-1BDE2D6C1E99}" dt="2024-09-12T12:46:21.732" v="152" actId="47"/>
        <pc:sldMkLst>
          <pc:docMk/>
          <pc:sldMk cId="3423648906" sldId="1425"/>
        </pc:sldMkLst>
      </pc:sldChg>
      <pc:sldChg chg="del">
        <pc:chgData name="Sanmukh Kuppannagari" userId="ad215094-da36-4b66-9c79-369a17aea26b" providerId="ADAL" clId="{81DCEDA7-60EA-499B-B80C-1BDE2D6C1E99}" dt="2024-09-12T12:46:21.732" v="152" actId="47"/>
        <pc:sldMkLst>
          <pc:docMk/>
          <pc:sldMk cId="1061472416" sldId="1426"/>
        </pc:sldMkLst>
      </pc:sldChg>
      <pc:sldChg chg="del">
        <pc:chgData name="Sanmukh Kuppannagari" userId="ad215094-da36-4b66-9c79-369a17aea26b" providerId="ADAL" clId="{81DCEDA7-60EA-499B-B80C-1BDE2D6C1E99}" dt="2024-09-12T12:46:21.732" v="152" actId="47"/>
        <pc:sldMkLst>
          <pc:docMk/>
          <pc:sldMk cId="3109825613" sldId="1427"/>
        </pc:sldMkLst>
      </pc:sldChg>
      <pc:sldChg chg="del">
        <pc:chgData name="Sanmukh Kuppannagari" userId="ad215094-da36-4b66-9c79-369a17aea26b" providerId="ADAL" clId="{81DCEDA7-60EA-499B-B80C-1BDE2D6C1E99}" dt="2024-09-12T12:46:21.732" v="152" actId="47"/>
        <pc:sldMkLst>
          <pc:docMk/>
          <pc:sldMk cId="1521121717" sldId="1428"/>
        </pc:sldMkLst>
      </pc:sldChg>
      <pc:sldChg chg="del">
        <pc:chgData name="Sanmukh Kuppannagari" userId="ad215094-da36-4b66-9c79-369a17aea26b" providerId="ADAL" clId="{81DCEDA7-60EA-499B-B80C-1BDE2D6C1E99}" dt="2024-09-12T12:46:21.732" v="152" actId="47"/>
        <pc:sldMkLst>
          <pc:docMk/>
          <pc:sldMk cId="3988378371" sldId="1429"/>
        </pc:sldMkLst>
      </pc:sldChg>
      <pc:sldChg chg="del">
        <pc:chgData name="Sanmukh Kuppannagari" userId="ad215094-da36-4b66-9c79-369a17aea26b" providerId="ADAL" clId="{81DCEDA7-60EA-499B-B80C-1BDE2D6C1E99}" dt="2024-09-12T12:46:21.732" v="152" actId="47"/>
        <pc:sldMkLst>
          <pc:docMk/>
          <pc:sldMk cId="1300145823" sldId="1430"/>
        </pc:sldMkLst>
      </pc:sldChg>
      <pc:sldChg chg="del">
        <pc:chgData name="Sanmukh Kuppannagari" userId="ad215094-da36-4b66-9c79-369a17aea26b" providerId="ADAL" clId="{81DCEDA7-60EA-499B-B80C-1BDE2D6C1E99}" dt="2024-09-12T12:46:21.732" v="152" actId="47"/>
        <pc:sldMkLst>
          <pc:docMk/>
          <pc:sldMk cId="3799776817" sldId="1431"/>
        </pc:sldMkLst>
      </pc:sldChg>
      <pc:sldChg chg="del">
        <pc:chgData name="Sanmukh Kuppannagari" userId="ad215094-da36-4b66-9c79-369a17aea26b" providerId="ADAL" clId="{81DCEDA7-60EA-499B-B80C-1BDE2D6C1E99}" dt="2024-09-12T12:46:21.732" v="152" actId="47"/>
        <pc:sldMkLst>
          <pc:docMk/>
          <pc:sldMk cId="3670905119" sldId="1432"/>
        </pc:sldMkLst>
      </pc:sldChg>
      <pc:sldChg chg="del">
        <pc:chgData name="Sanmukh Kuppannagari" userId="ad215094-da36-4b66-9c79-369a17aea26b" providerId="ADAL" clId="{81DCEDA7-60EA-499B-B80C-1BDE2D6C1E99}" dt="2024-09-12T12:46:21.732" v="152" actId="47"/>
        <pc:sldMkLst>
          <pc:docMk/>
          <pc:sldMk cId="1681725977" sldId="1433"/>
        </pc:sldMkLst>
      </pc:sldChg>
      <pc:sldChg chg="del">
        <pc:chgData name="Sanmukh Kuppannagari" userId="ad215094-da36-4b66-9c79-369a17aea26b" providerId="ADAL" clId="{81DCEDA7-60EA-499B-B80C-1BDE2D6C1E99}" dt="2024-09-12T12:46:21.732" v="152" actId="47"/>
        <pc:sldMkLst>
          <pc:docMk/>
          <pc:sldMk cId="3410148444" sldId="1434"/>
        </pc:sldMkLst>
      </pc:sldChg>
      <pc:sldChg chg="add del">
        <pc:chgData name="Sanmukh Kuppannagari" userId="ad215094-da36-4b66-9c79-369a17aea26b" providerId="ADAL" clId="{81DCEDA7-60EA-499B-B80C-1BDE2D6C1E99}" dt="2024-09-12T13:55:38.046" v="297"/>
        <pc:sldMkLst>
          <pc:docMk/>
          <pc:sldMk cId="2895113626" sldId="1435"/>
        </pc:sldMkLst>
      </pc:sldChg>
      <pc:sldChg chg="add del">
        <pc:chgData name="Sanmukh Kuppannagari" userId="ad215094-da36-4b66-9c79-369a17aea26b" providerId="ADAL" clId="{81DCEDA7-60EA-499B-B80C-1BDE2D6C1E99}" dt="2024-09-12T13:55:38.046" v="297"/>
        <pc:sldMkLst>
          <pc:docMk/>
          <pc:sldMk cId="1065455456" sldId="1436"/>
        </pc:sldMkLst>
      </pc:sldChg>
      <pc:sldChg chg="add del">
        <pc:chgData name="Sanmukh Kuppannagari" userId="ad215094-da36-4b66-9c79-369a17aea26b" providerId="ADAL" clId="{81DCEDA7-60EA-499B-B80C-1BDE2D6C1E99}" dt="2024-09-12T13:55:38.046" v="297"/>
        <pc:sldMkLst>
          <pc:docMk/>
          <pc:sldMk cId="4249774978" sldId="1437"/>
        </pc:sldMkLst>
      </pc:sldChg>
      <pc:sldChg chg="add del">
        <pc:chgData name="Sanmukh Kuppannagari" userId="ad215094-da36-4b66-9c79-369a17aea26b" providerId="ADAL" clId="{81DCEDA7-60EA-499B-B80C-1BDE2D6C1E99}" dt="2024-09-12T13:55:38.046" v="297"/>
        <pc:sldMkLst>
          <pc:docMk/>
          <pc:sldMk cId="3744848553" sldId="1438"/>
        </pc:sldMkLst>
      </pc:sldChg>
      <pc:sldChg chg="add del">
        <pc:chgData name="Sanmukh Kuppannagari" userId="ad215094-da36-4b66-9c79-369a17aea26b" providerId="ADAL" clId="{81DCEDA7-60EA-499B-B80C-1BDE2D6C1E99}" dt="2024-09-12T13:55:38.046" v="297"/>
        <pc:sldMkLst>
          <pc:docMk/>
          <pc:sldMk cId="3911730472" sldId="1439"/>
        </pc:sldMkLst>
      </pc:sldChg>
      <pc:sldChg chg="del">
        <pc:chgData name="Sanmukh Kuppannagari" userId="ad215094-da36-4b66-9c79-369a17aea26b" providerId="ADAL" clId="{81DCEDA7-60EA-499B-B80C-1BDE2D6C1E99}" dt="2024-09-12T12:46:21.732" v="152" actId="47"/>
        <pc:sldMkLst>
          <pc:docMk/>
          <pc:sldMk cId="1806484747" sldId="1440"/>
        </pc:sldMkLst>
      </pc:sldChg>
      <pc:sldChg chg="del">
        <pc:chgData name="Sanmukh Kuppannagari" userId="ad215094-da36-4b66-9c79-369a17aea26b" providerId="ADAL" clId="{81DCEDA7-60EA-499B-B80C-1BDE2D6C1E99}" dt="2024-09-12T12:46:21.732" v="152" actId="47"/>
        <pc:sldMkLst>
          <pc:docMk/>
          <pc:sldMk cId="3510140089" sldId="1441"/>
        </pc:sldMkLst>
      </pc:sldChg>
      <pc:sldChg chg="del">
        <pc:chgData name="Sanmukh Kuppannagari" userId="ad215094-da36-4b66-9c79-369a17aea26b" providerId="ADAL" clId="{81DCEDA7-60EA-499B-B80C-1BDE2D6C1E99}" dt="2024-09-12T12:46:21.732" v="152" actId="47"/>
        <pc:sldMkLst>
          <pc:docMk/>
          <pc:sldMk cId="3198400876" sldId="1442"/>
        </pc:sldMkLst>
      </pc:sldChg>
      <pc:sldChg chg="del">
        <pc:chgData name="Sanmukh Kuppannagari" userId="ad215094-da36-4b66-9c79-369a17aea26b" providerId="ADAL" clId="{81DCEDA7-60EA-499B-B80C-1BDE2D6C1E99}" dt="2024-09-12T12:46:21.732" v="152" actId="47"/>
        <pc:sldMkLst>
          <pc:docMk/>
          <pc:sldMk cId="3310307108" sldId="1443"/>
        </pc:sldMkLst>
      </pc:sldChg>
      <pc:sldChg chg="del">
        <pc:chgData name="Sanmukh Kuppannagari" userId="ad215094-da36-4b66-9c79-369a17aea26b" providerId="ADAL" clId="{81DCEDA7-60EA-499B-B80C-1BDE2D6C1E99}" dt="2024-09-12T12:46:21.732" v="152" actId="47"/>
        <pc:sldMkLst>
          <pc:docMk/>
          <pc:sldMk cId="239455098" sldId="1444"/>
        </pc:sldMkLst>
      </pc:sldChg>
      <pc:sldChg chg="del">
        <pc:chgData name="Sanmukh Kuppannagari" userId="ad215094-da36-4b66-9c79-369a17aea26b" providerId="ADAL" clId="{81DCEDA7-60EA-499B-B80C-1BDE2D6C1E99}" dt="2024-09-12T12:51:21.177" v="158" actId="47"/>
        <pc:sldMkLst>
          <pc:docMk/>
          <pc:sldMk cId="2435438658" sldId="1445"/>
        </pc:sldMkLst>
      </pc:sldChg>
      <pc:sldChg chg="del">
        <pc:chgData name="Sanmukh Kuppannagari" userId="ad215094-da36-4b66-9c79-369a17aea26b" providerId="ADAL" clId="{81DCEDA7-60EA-499B-B80C-1BDE2D6C1E99}" dt="2024-09-12T12:51:21.177" v="158" actId="47"/>
        <pc:sldMkLst>
          <pc:docMk/>
          <pc:sldMk cId="2528700108" sldId="1446"/>
        </pc:sldMkLst>
      </pc:sldChg>
      <pc:sldChg chg="del">
        <pc:chgData name="Sanmukh Kuppannagari" userId="ad215094-da36-4b66-9c79-369a17aea26b" providerId="ADAL" clId="{81DCEDA7-60EA-499B-B80C-1BDE2D6C1E99}" dt="2024-09-12T12:51:21.177" v="158" actId="47"/>
        <pc:sldMkLst>
          <pc:docMk/>
          <pc:sldMk cId="3448580318" sldId="1447"/>
        </pc:sldMkLst>
      </pc:sldChg>
      <pc:sldChg chg="del">
        <pc:chgData name="Sanmukh Kuppannagari" userId="ad215094-da36-4b66-9c79-369a17aea26b" providerId="ADAL" clId="{81DCEDA7-60EA-499B-B80C-1BDE2D6C1E99}" dt="2024-09-12T12:51:21.177" v="158" actId="47"/>
        <pc:sldMkLst>
          <pc:docMk/>
          <pc:sldMk cId="3596653468" sldId="1448"/>
        </pc:sldMkLst>
      </pc:sldChg>
      <pc:sldChg chg="del">
        <pc:chgData name="Sanmukh Kuppannagari" userId="ad215094-da36-4b66-9c79-369a17aea26b" providerId="ADAL" clId="{81DCEDA7-60EA-499B-B80C-1BDE2D6C1E99}" dt="2024-09-12T12:51:21.177" v="158" actId="47"/>
        <pc:sldMkLst>
          <pc:docMk/>
          <pc:sldMk cId="1880408666" sldId="1449"/>
        </pc:sldMkLst>
      </pc:sldChg>
      <pc:sldChg chg="del">
        <pc:chgData name="Sanmukh Kuppannagari" userId="ad215094-da36-4b66-9c79-369a17aea26b" providerId="ADAL" clId="{81DCEDA7-60EA-499B-B80C-1BDE2D6C1E99}" dt="2024-09-12T12:51:21.177" v="158" actId="47"/>
        <pc:sldMkLst>
          <pc:docMk/>
          <pc:sldMk cId="4060134973" sldId="1450"/>
        </pc:sldMkLst>
      </pc:sldChg>
      <pc:sldChg chg="del">
        <pc:chgData name="Sanmukh Kuppannagari" userId="ad215094-da36-4b66-9c79-369a17aea26b" providerId="ADAL" clId="{81DCEDA7-60EA-499B-B80C-1BDE2D6C1E99}" dt="2024-09-12T12:51:21.177" v="158" actId="47"/>
        <pc:sldMkLst>
          <pc:docMk/>
          <pc:sldMk cId="2002584918" sldId="1452"/>
        </pc:sldMkLst>
      </pc:sldChg>
      <pc:sldChg chg="modSp add del mod">
        <pc:chgData name="Sanmukh Kuppannagari" userId="ad215094-da36-4b66-9c79-369a17aea26b" providerId="ADAL" clId="{81DCEDA7-60EA-499B-B80C-1BDE2D6C1E99}" dt="2024-09-12T13:58:59.660" v="579" actId="20577"/>
        <pc:sldMkLst>
          <pc:docMk/>
          <pc:sldMk cId="166141272" sldId="1453"/>
        </pc:sldMkLst>
      </pc:sldChg>
      <pc:sldChg chg="del">
        <pc:chgData name="Sanmukh Kuppannagari" userId="ad215094-da36-4b66-9c79-369a17aea26b" providerId="ADAL" clId="{81DCEDA7-60EA-499B-B80C-1BDE2D6C1E99}" dt="2024-09-12T12:51:21.177" v="158" actId="47"/>
        <pc:sldMkLst>
          <pc:docMk/>
          <pc:sldMk cId="1637042343" sldId="1454"/>
        </pc:sldMkLst>
      </pc:sldChg>
      <pc:sldChg chg="del">
        <pc:chgData name="Sanmukh Kuppannagari" userId="ad215094-da36-4b66-9c79-369a17aea26b" providerId="ADAL" clId="{81DCEDA7-60EA-499B-B80C-1BDE2D6C1E99}" dt="2024-09-12T12:51:21.177" v="158" actId="47"/>
        <pc:sldMkLst>
          <pc:docMk/>
          <pc:sldMk cId="2077584720" sldId="1455"/>
        </pc:sldMkLst>
      </pc:sldChg>
      <pc:sldChg chg="del">
        <pc:chgData name="Sanmukh Kuppannagari" userId="ad215094-da36-4b66-9c79-369a17aea26b" providerId="ADAL" clId="{81DCEDA7-60EA-499B-B80C-1BDE2D6C1E99}" dt="2024-09-12T12:51:21.177" v="158" actId="47"/>
        <pc:sldMkLst>
          <pc:docMk/>
          <pc:sldMk cId="1601611775" sldId="1456"/>
        </pc:sldMkLst>
      </pc:sldChg>
      <pc:sldChg chg="del">
        <pc:chgData name="Sanmukh Kuppannagari" userId="ad215094-da36-4b66-9c79-369a17aea26b" providerId="ADAL" clId="{81DCEDA7-60EA-499B-B80C-1BDE2D6C1E99}" dt="2024-09-12T12:51:21.177" v="158" actId="47"/>
        <pc:sldMkLst>
          <pc:docMk/>
          <pc:sldMk cId="432978893" sldId="1457"/>
        </pc:sldMkLst>
      </pc:sldChg>
      <pc:sldChg chg="del">
        <pc:chgData name="Sanmukh Kuppannagari" userId="ad215094-da36-4b66-9c79-369a17aea26b" providerId="ADAL" clId="{81DCEDA7-60EA-499B-B80C-1BDE2D6C1E99}" dt="2024-09-12T12:51:21.177" v="158" actId="47"/>
        <pc:sldMkLst>
          <pc:docMk/>
          <pc:sldMk cId="3977200157" sldId="1458"/>
        </pc:sldMkLst>
      </pc:sldChg>
      <pc:sldChg chg="del">
        <pc:chgData name="Sanmukh Kuppannagari" userId="ad215094-da36-4b66-9c79-369a17aea26b" providerId="ADAL" clId="{81DCEDA7-60EA-499B-B80C-1BDE2D6C1E99}" dt="2024-09-12T12:51:21.177" v="158" actId="47"/>
        <pc:sldMkLst>
          <pc:docMk/>
          <pc:sldMk cId="1026247998" sldId="1459"/>
        </pc:sldMkLst>
      </pc:sldChg>
      <pc:sldChg chg="del">
        <pc:chgData name="Sanmukh Kuppannagari" userId="ad215094-da36-4b66-9c79-369a17aea26b" providerId="ADAL" clId="{81DCEDA7-60EA-499B-B80C-1BDE2D6C1E99}" dt="2024-09-12T12:51:21.177" v="158" actId="47"/>
        <pc:sldMkLst>
          <pc:docMk/>
          <pc:sldMk cId="2306065322" sldId="1460"/>
        </pc:sldMkLst>
      </pc:sldChg>
      <pc:sldChg chg="del">
        <pc:chgData name="Sanmukh Kuppannagari" userId="ad215094-da36-4b66-9c79-369a17aea26b" providerId="ADAL" clId="{81DCEDA7-60EA-499B-B80C-1BDE2D6C1E99}" dt="2024-09-12T12:51:21.177" v="158" actId="47"/>
        <pc:sldMkLst>
          <pc:docMk/>
          <pc:sldMk cId="3428985795" sldId="1461"/>
        </pc:sldMkLst>
      </pc:sldChg>
      <pc:sldChg chg="del">
        <pc:chgData name="Sanmukh Kuppannagari" userId="ad215094-da36-4b66-9c79-369a17aea26b" providerId="ADAL" clId="{81DCEDA7-60EA-499B-B80C-1BDE2D6C1E99}" dt="2024-09-12T12:51:21.177" v="158" actId="47"/>
        <pc:sldMkLst>
          <pc:docMk/>
          <pc:sldMk cId="3519324463" sldId="1462"/>
        </pc:sldMkLst>
      </pc:sldChg>
      <pc:sldChg chg="del">
        <pc:chgData name="Sanmukh Kuppannagari" userId="ad215094-da36-4b66-9c79-369a17aea26b" providerId="ADAL" clId="{81DCEDA7-60EA-499B-B80C-1BDE2D6C1E99}" dt="2024-09-12T12:51:21.177" v="158" actId="47"/>
        <pc:sldMkLst>
          <pc:docMk/>
          <pc:sldMk cId="1373048709" sldId="1463"/>
        </pc:sldMkLst>
      </pc:sldChg>
      <pc:sldChg chg="del">
        <pc:chgData name="Sanmukh Kuppannagari" userId="ad215094-da36-4b66-9c79-369a17aea26b" providerId="ADAL" clId="{81DCEDA7-60EA-499B-B80C-1BDE2D6C1E99}" dt="2024-09-12T12:51:21.177" v="158" actId="47"/>
        <pc:sldMkLst>
          <pc:docMk/>
          <pc:sldMk cId="3075436054" sldId="1464"/>
        </pc:sldMkLst>
      </pc:sldChg>
      <pc:sldChg chg="del">
        <pc:chgData name="Sanmukh Kuppannagari" userId="ad215094-da36-4b66-9c79-369a17aea26b" providerId="ADAL" clId="{81DCEDA7-60EA-499B-B80C-1BDE2D6C1E99}" dt="2024-09-12T12:51:21.177" v="158" actId="47"/>
        <pc:sldMkLst>
          <pc:docMk/>
          <pc:sldMk cId="872022406" sldId="1465"/>
        </pc:sldMkLst>
      </pc:sldChg>
      <pc:sldChg chg="del">
        <pc:chgData name="Sanmukh Kuppannagari" userId="ad215094-da36-4b66-9c79-369a17aea26b" providerId="ADAL" clId="{81DCEDA7-60EA-499B-B80C-1BDE2D6C1E99}" dt="2024-09-12T12:46:21.732" v="152" actId="47"/>
        <pc:sldMkLst>
          <pc:docMk/>
          <pc:sldMk cId="3474961130" sldId="1466"/>
        </pc:sldMkLst>
      </pc:sldChg>
      <pc:sldChg chg="del">
        <pc:chgData name="Sanmukh Kuppannagari" userId="ad215094-da36-4b66-9c79-369a17aea26b" providerId="ADAL" clId="{81DCEDA7-60EA-499B-B80C-1BDE2D6C1E99}" dt="2024-09-12T12:51:21.177" v="158" actId="47"/>
        <pc:sldMkLst>
          <pc:docMk/>
          <pc:sldMk cId="3693279848" sldId="1467"/>
        </pc:sldMkLst>
      </pc:sldChg>
      <pc:sldChg chg="del">
        <pc:chgData name="Sanmukh Kuppannagari" userId="ad215094-da36-4b66-9c79-369a17aea26b" providerId="ADAL" clId="{81DCEDA7-60EA-499B-B80C-1BDE2D6C1E99}" dt="2024-09-12T12:51:21.177" v="158" actId="47"/>
        <pc:sldMkLst>
          <pc:docMk/>
          <pc:sldMk cId="1977406003" sldId="1468"/>
        </pc:sldMkLst>
      </pc:sldChg>
      <pc:sldChg chg="del">
        <pc:chgData name="Sanmukh Kuppannagari" userId="ad215094-da36-4b66-9c79-369a17aea26b" providerId="ADAL" clId="{81DCEDA7-60EA-499B-B80C-1BDE2D6C1E99}" dt="2024-09-12T12:51:21.177" v="158" actId="47"/>
        <pc:sldMkLst>
          <pc:docMk/>
          <pc:sldMk cId="913176791" sldId="1469"/>
        </pc:sldMkLst>
      </pc:sldChg>
      <pc:sldChg chg="del">
        <pc:chgData name="Sanmukh Kuppannagari" userId="ad215094-da36-4b66-9c79-369a17aea26b" providerId="ADAL" clId="{81DCEDA7-60EA-499B-B80C-1BDE2D6C1E99}" dt="2024-09-12T12:51:21.177" v="158" actId="47"/>
        <pc:sldMkLst>
          <pc:docMk/>
          <pc:sldMk cId="4190536048" sldId="1470"/>
        </pc:sldMkLst>
      </pc:sldChg>
      <pc:sldChg chg="del">
        <pc:chgData name="Sanmukh Kuppannagari" userId="ad215094-da36-4b66-9c79-369a17aea26b" providerId="ADAL" clId="{81DCEDA7-60EA-499B-B80C-1BDE2D6C1E99}" dt="2024-09-12T12:51:21.177" v="158" actId="47"/>
        <pc:sldMkLst>
          <pc:docMk/>
          <pc:sldMk cId="2020050802" sldId="1471"/>
        </pc:sldMkLst>
      </pc:sldChg>
      <pc:sldChg chg="del">
        <pc:chgData name="Sanmukh Kuppannagari" userId="ad215094-da36-4b66-9c79-369a17aea26b" providerId="ADAL" clId="{81DCEDA7-60EA-499B-B80C-1BDE2D6C1E99}" dt="2024-09-12T12:51:21.177" v="158" actId="47"/>
        <pc:sldMkLst>
          <pc:docMk/>
          <pc:sldMk cId="184454124" sldId="1472"/>
        </pc:sldMkLst>
      </pc:sldChg>
      <pc:sldChg chg="del">
        <pc:chgData name="Sanmukh Kuppannagari" userId="ad215094-da36-4b66-9c79-369a17aea26b" providerId="ADAL" clId="{81DCEDA7-60EA-499B-B80C-1BDE2D6C1E99}" dt="2024-09-12T12:51:21.177" v="158" actId="47"/>
        <pc:sldMkLst>
          <pc:docMk/>
          <pc:sldMk cId="1095382800" sldId="1473"/>
        </pc:sldMkLst>
      </pc:sldChg>
      <pc:sldChg chg="del">
        <pc:chgData name="Sanmukh Kuppannagari" userId="ad215094-da36-4b66-9c79-369a17aea26b" providerId="ADAL" clId="{81DCEDA7-60EA-499B-B80C-1BDE2D6C1E99}" dt="2024-09-12T12:51:21.177" v="158" actId="47"/>
        <pc:sldMkLst>
          <pc:docMk/>
          <pc:sldMk cId="702332589" sldId="1474"/>
        </pc:sldMkLst>
      </pc:sldChg>
      <pc:sldChg chg="del">
        <pc:chgData name="Sanmukh Kuppannagari" userId="ad215094-da36-4b66-9c79-369a17aea26b" providerId="ADAL" clId="{81DCEDA7-60EA-499B-B80C-1BDE2D6C1E99}" dt="2024-09-12T12:51:21.177" v="158" actId="47"/>
        <pc:sldMkLst>
          <pc:docMk/>
          <pc:sldMk cId="3957084145" sldId="1475"/>
        </pc:sldMkLst>
      </pc:sldChg>
      <pc:sldChg chg="modSp add mod">
        <pc:chgData name="Sanmukh Kuppannagari" userId="ad215094-da36-4b66-9c79-369a17aea26b" providerId="ADAL" clId="{81DCEDA7-60EA-499B-B80C-1BDE2D6C1E99}" dt="2024-09-12T12:58:38.148" v="273" actId="20577"/>
        <pc:sldMkLst>
          <pc:docMk/>
          <pc:sldMk cId="1535296341" sldId="1476"/>
        </pc:sldMkLst>
      </pc:sldChg>
      <pc:sldChg chg="modSp add mod">
        <pc:chgData name="Sanmukh Kuppannagari" userId="ad215094-da36-4b66-9c79-369a17aea26b" providerId="ADAL" clId="{81DCEDA7-60EA-499B-B80C-1BDE2D6C1E99}" dt="2024-09-12T12:59:20.577" v="294"/>
        <pc:sldMkLst>
          <pc:docMk/>
          <pc:sldMk cId="359220519" sldId="1477"/>
        </pc:sldMkLst>
      </pc:sldChg>
      <pc:sldChg chg="modSp add del mod">
        <pc:chgData name="Sanmukh Kuppannagari" userId="ad215094-da36-4b66-9c79-369a17aea26b" providerId="ADAL" clId="{81DCEDA7-60EA-499B-B80C-1BDE2D6C1E99}" dt="2024-09-12T12:59:01.682" v="283" actId="2696"/>
        <pc:sldMkLst>
          <pc:docMk/>
          <pc:sldMk cId="4025197292" sldId="1477"/>
        </pc:sldMkLst>
      </pc:sldChg>
      <pc:sldChg chg="modSp add mod">
        <pc:chgData name="Sanmukh Kuppannagari" userId="ad215094-da36-4b66-9c79-369a17aea26b" providerId="ADAL" clId="{81DCEDA7-60EA-499B-B80C-1BDE2D6C1E99}" dt="2024-09-12T12:58:58.410" v="282" actId="20577"/>
        <pc:sldMkLst>
          <pc:docMk/>
          <pc:sldMk cId="3637780389" sldId="1478"/>
        </pc:sldMkLst>
      </pc:sldChg>
      <pc:sldChg chg="add">
        <pc:chgData name="Sanmukh Kuppannagari" userId="ad215094-da36-4b66-9c79-369a17aea26b" providerId="ADAL" clId="{81DCEDA7-60EA-499B-B80C-1BDE2D6C1E99}" dt="2024-09-12T12:47:09.761" v="153"/>
        <pc:sldMkLst>
          <pc:docMk/>
          <pc:sldMk cId="2565918572" sldId="1479"/>
        </pc:sldMkLst>
      </pc:sldChg>
      <pc:sldChg chg="add">
        <pc:chgData name="Sanmukh Kuppannagari" userId="ad215094-da36-4b66-9c79-369a17aea26b" providerId="ADAL" clId="{81DCEDA7-60EA-499B-B80C-1BDE2D6C1E99}" dt="2024-09-12T12:47:38.985" v="154"/>
        <pc:sldMkLst>
          <pc:docMk/>
          <pc:sldMk cId="1533588936" sldId="1480"/>
        </pc:sldMkLst>
      </pc:sldChg>
      <pc:sldChg chg="add">
        <pc:chgData name="Sanmukh Kuppannagari" userId="ad215094-da36-4b66-9c79-369a17aea26b" providerId="ADAL" clId="{81DCEDA7-60EA-499B-B80C-1BDE2D6C1E99}" dt="2024-09-12T12:47:38.985" v="154"/>
        <pc:sldMkLst>
          <pc:docMk/>
          <pc:sldMk cId="2551489107" sldId="1481"/>
        </pc:sldMkLst>
      </pc:sldChg>
      <pc:sldChg chg="add">
        <pc:chgData name="Sanmukh Kuppannagari" userId="ad215094-da36-4b66-9c79-369a17aea26b" providerId="ADAL" clId="{81DCEDA7-60EA-499B-B80C-1BDE2D6C1E99}" dt="2024-09-12T12:48:03.531" v="155"/>
        <pc:sldMkLst>
          <pc:docMk/>
          <pc:sldMk cId="1137888738" sldId="1482"/>
        </pc:sldMkLst>
      </pc:sldChg>
      <pc:sldChg chg="add">
        <pc:chgData name="Sanmukh Kuppannagari" userId="ad215094-da36-4b66-9c79-369a17aea26b" providerId="ADAL" clId="{81DCEDA7-60EA-499B-B80C-1BDE2D6C1E99}" dt="2024-09-12T12:48:30.050" v="156"/>
        <pc:sldMkLst>
          <pc:docMk/>
          <pc:sldMk cId="1749571042" sldId="1483"/>
        </pc:sldMkLst>
      </pc:sldChg>
      <pc:sldChg chg="add">
        <pc:chgData name="Sanmukh Kuppannagari" userId="ad215094-da36-4b66-9c79-369a17aea26b" providerId="ADAL" clId="{81DCEDA7-60EA-499B-B80C-1BDE2D6C1E99}" dt="2024-09-12T12:49:18.214" v="157"/>
        <pc:sldMkLst>
          <pc:docMk/>
          <pc:sldMk cId="1073926282" sldId="1484"/>
        </pc:sldMkLst>
      </pc:sldChg>
      <pc:sldChg chg="add">
        <pc:chgData name="Sanmukh Kuppannagari" userId="ad215094-da36-4b66-9c79-369a17aea26b" providerId="ADAL" clId="{81DCEDA7-60EA-499B-B80C-1BDE2D6C1E99}" dt="2024-09-12T12:49:18.214" v="157"/>
        <pc:sldMkLst>
          <pc:docMk/>
          <pc:sldMk cId="2951002451" sldId="1485"/>
        </pc:sldMkLst>
      </pc:sldChg>
      <pc:sldChg chg="add">
        <pc:chgData name="Sanmukh Kuppannagari" userId="ad215094-da36-4b66-9c79-369a17aea26b" providerId="ADAL" clId="{81DCEDA7-60EA-499B-B80C-1BDE2D6C1E99}" dt="2024-09-12T12:49:18.214" v="157"/>
        <pc:sldMkLst>
          <pc:docMk/>
          <pc:sldMk cId="2093951396" sldId="1486"/>
        </pc:sldMkLst>
      </pc:sldChg>
      <pc:sldChg chg="add">
        <pc:chgData name="Sanmukh Kuppannagari" userId="ad215094-da36-4b66-9c79-369a17aea26b" providerId="ADAL" clId="{81DCEDA7-60EA-499B-B80C-1BDE2D6C1E99}" dt="2024-09-12T12:49:18.214" v="157"/>
        <pc:sldMkLst>
          <pc:docMk/>
          <pc:sldMk cId="327016912" sldId="1487"/>
        </pc:sldMkLst>
      </pc:sldChg>
      <pc:sldChg chg="add">
        <pc:chgData name="Sanmukh Kuppannagari" userId="ad215094-da36-4b66-9c79-369a17aea26b" providerId="ADAL" clId="{81DCEDA7-60EA-499B-B80C-1BDE2D6C1E99}" dt="2024-09-12T12:49:18.214" v="157"/>
        <pc:sldMkLst>
          <pc:docMk/>
          <pc:sldMk cId="1581566112" sldId="1488"/>
        </pc:sldMkLst>
      </pc:sldChg>
      <pc:sldChg chg="add">
        <pc:chgData name="Sanmukh Kuppannagari" userId="ad215094-da36-4b66-9c79-369a17aea26b" providerId="ADAL" clId="{81DCEDA7-60EA-499B-B80C-1BDE2D6C1E99}" dt="2024-09-12T12:49:18.214" v="157"/>
        <pc:sldMkLst>
          <pc:docMk/>
          <pc:sldMk cId="895175968" sldId="1489"/>
        </pc:sldMkLst>
      </pc:sldChg>
      <pc:sldChg chg="add">
        <pc:chgData name="Sanmukh Kuppannagari" userId="ad215094-da36-4b66-9c79-369a17aea26b" providerId="ADAL" clId="{81DCEDA7-60EA-499B-B80C-1BDE2D6C1E99}" dt="2024-09-12T12:49:18.214" v="157"/>
        <pc:sldMkLst>
          <pc:docMk/>
          <pc:sldMk cId="3883266803" sldId="1490"/>
        </pc:sldMkLst>
      </pc:sldChg>
      <pc:sldChg chg="add">
        <pc:chgData name="Sanmukh Kuppannagari" userId="ad215094-da36-4b66-9c79-369a17aea26b" providerId="ADAL" clId="{81DCEDA7-60EA-499B-B80C-1BDE2D6C1E99}" dt="2024-09-12T12:49:18.214" v="157"/>
        <pc:sldMkLst>
          <pc:docMk/>
          <pc:sldMk cId="1432030833" sldId="1491"/>
        </pc:sldMkLst>
      </pc:sldChg>
      <pc:sldChg chg="add">
        <pc:chgData name="Sanmukh Kuppannagari" userId="ad215094-da36-4b66-9c79-369a17aea26b" providerId="ADAL" clId="{81DCEDA7-60EA-499B-B80C-1BDE2D6C1E99}" dt="2024-09-12T12:49:18.214" v="157"/>
        <pc:sldMkLst>
          <pc:docMk/>
          <pc:sldMk cId="1851547733" sldId="1492"/>
        </pc:sldMkLst>
      </pc:sldChg>
      <pc:sldChg chg="add">
        <pc:chgData name="Sanmukh Kuppannagari" userId="ad215094-da36-4b66-9c79-369a17aea26b" providerId="ADAL" clId="{81DCEDA7-60EA-499B-B80C-1BDE2D6C1E99}" dt="2024-09-12T12:49:18.214" v="157"/>
        <pc:sldMkLst>
          <pc:docMk/>
          <pc:sldMk cId="2110247357" sldId="1493"/>
        </pc:sldMkLst>
      </pc:sldChg>
      <pc:sldChg chg="modSp new mod">
        <pc:chgData name="Sanmukh Kuppannagari" userId="ad215094-da36-4b66-9c79-369a17aea26b" providerId="ADAL" clId="{81DCEDA7-60EA-499B-B80C-1BDE2D6C1E99}" dt="2024-09-12T14:00:50.976" v="584" actId="207"/>
        <pc:sldMkLst>
          <pc:docMk/>
          <pc:sldMk cId="1048702013" sldId="1494"/>
        </pc:sldMkLst>
      </pc:sldChg>
      <pc:sldChg chg="modSp add mod">
        <pc:chgData name="Sanmukh Kuppannagari" userId="ad215094-da36-4b66-9c79-369a17aea26b" providerId="ADAL" clId="{81DCEDA7-60EA-499B-B80C-1BDE2D6C1E99}" dt="2024-09-12T14:05:25.961" v="700" actId="20577"/>
        <pc:sldMkLst>
          <pc:docMk/>
          <pc:sldMk cId="383901888" sldId="1495"/>
        </pc:sldMkLst>
      </pc:sldChg>
      <pc:sldChg chg="modSp new mod">
        <pc:chgData name="Sanmukh Kuppannagari" userId="ad215094-da36-4b66-9c79-369a17aea26b" providerId="ADAL" clId="{81DCEDA7-60EA-499B-B80C-1BDE2D6C1E99}" dt="2024-09-12T14:08:34.517" v="815" actId="20577"/>
        <pc:sldMkLst>
          <pc:docMk/>
          <pc:sldMk cId="1607590641" sldId="1496"/>
        </pc:sldMkLst>
      </pc:sldChg>
      <pc:sldChg chg="modSp add mod">
        <pc:chgData name="Sanmukh Kuppannagari" userId="ad215094-da36-4b66-9c79-369a17aea26b" providerId="ADAL" clId="{81DCEDA7-60EA-499B-B80C-1BDE2D6C1E99}" dt="2024-09-12T14:09:35.042" v="950" actId="207"/>
        <pc:sldMkLst>
          <pc:docMk/>
          <pc:sldMk cId="3416366971" sldId="1497"/>
        </pc:sldMkLst>
      </pc:sldChg>
      <pc:sldChg chg="addSp modSp new mod">
        <pc:chgData name="Sanmukh Kuppannagari" userId="ad215094-da36-4b66-9c79-369a17aea26b" providerId="ADAL" clId="{81DCEDA7-60EA-499B-B80C-1BDE2D6C1E99}" dt="2024-09-12T14:17:44.139" v="1359" actId="20577"/>
        <pc:sldMkLst>
          <pc:docMk/>
          <pc:sldMk cId="3466822053" sldId="1498"/>
        </pc:sldMkLst>
      </pc:sldChg>
      <pc:sldChg chg="addSp delSp modSp new mod">
        <pc:chgData name="Sanmukh Kuppannagari" userId="ad215094-da36-4b66-9c79-369a17aea26b" providerId="ADAL" clId="{81DCEDA7-60EA-499B-B80C-1BDE2D6C1E99}" dt="2024-09-12T14:57:18.679" v="1742" actId="20577"/>
        <pc:sldMkLst>
          <pc:docMk/>
          <pc:sldMk cId="1318329734" sldId="1499"/>
        </pc:sldMkLst>
      </pc:sldChg>
      <pc:sldChg chg="delSp modSp add del ord">
        <pc:chgData name="Sanmukh Kuppannagari" userId="ad215094-da36-4b66-9c79-369a17aea26b" providerId="ADAL" clId="{81DCEDA7-60EA-499B-B80C-1BDE2D6C1E99}" dt="2024-09-12T14:53:42.299" v="1716" actId="47"/>
        <pc:sldMkLst>
          <pc:docMk/>
          <pc:sldMk cId="838647199" sldId="1500"/>
        </pc:sldMkLst>
      </pc:sldChg>
      <pc:sldChg chg="addSp delSp modSp new mod">
        <pc:chgData name="Sanmukh Kuppannagari" userId="ad215094-da36-4b66-9c79-369a17aea26b" providerId="ADAL" clId="{81DCEDA7-60EA-499B-B80C-1BDE2D6C1E99}" dt="2024-09-12T14:58:26.565" v="1822" actId="207"/>
        <pc:sldMkLst>
          <pc:docMk/>
          <pc:sldMk cId="2356971427" sldId="1500"/>
        </pc:sldMkLst>
      </pc:sldChg>
      <pc:sldChg chg="modSp add mod">
        <pc:chgData name="Sanmukh Kuppannagari" userId="ad215094-da36-4b66-9c79-369a17aea26b" providerId="ADAL" clId="{81DCEDA7-60EA-499B-B80C-1BDE2D6C1E99}" dt="2024-09-12T14:59:46.295" v="1848" actId="207"/>
        <pc:sldMkLst>
          <pc:docMk/>
          <pc:sldMk cId="4018545262" sldId="1501"/>
        </pc:sldMkLst>
      </pc:sldChg>
      <pc:sldChg chg="addSp delSp modSp add mod">
        <pc:chgData name="Sanmukh Kuppannagari" userId="ad215094-da36-4b66-9c79-369a17aea26b" providerId="ADAL" clId="{81DCEDA7-60EA-499B-B80C-1BDE2D6C1E99}" dt="2024-09-12T15:01:27.407" v="1942" actId="207"/>
        <pc:sldMkLst>
          <pc:docMk/>
          <pc:sldMk cId="2635305440" sldId="1502"/>
        </pc:sldMkLst>
      </pc:sldChg>
      <pc:sldChg chg="modSp add mod">
        <pc:chgData name="Sanmukh Kuppannagari" userId="ad215094-da36-4b66-9c79-369a17aea26b" providerId="ADAL" clId="{81DCEDA7-60EA-499B-B80C-1BDE2D6C1E99}" dt="2024-09-12T15:02:55.224" v="1993" actId="20577"/>
        <pc:sldMkLst>
          <pc:docMk/>
          <pc:sldMk cId="1450447005" sldId="1503"/>
        </pc:sldMkLst>
      </pc:sldChg>
      <pc:sldChg chg="modSp add mod">
        <pc:chgData name="Sanmukh Kuppannagari" userId="ad215094-da36-4b66-9c79-369a17aea26b" providerId="ADAL" clId="{81DCEDA7-60EA-499B-B80C-1BDE2D6C1E99}" dt="2024-09-12T15:03:51.608" v="2086" actId="20577"/>
        <pc:sldMkLst>
          <pc:docMk/>
          <pc:sldMk cId="591644866" sldId="1504"/>
        </pc:sldMkLst>
      </pc:sldChg>
      <pc:sldChg chg="modSp add mod">
        <pc:chgData name="Sanmukh Kuppannagari" userId="ad215094-da36-4b66-9c79-369a17aea26b" providerId="ADAL" clId="{81DCEDA7-60EA-499B-B80C-1BDE2D6C1E99}" dt="2024-09-12T15:04:56.785" v="2252" actId="207"/>
        <pc:sldMkLst>
          <pc:docMk/>
          <pc:sldMk cId="4226465458" sldId="1505"/>
        </pc:sldMkLst>
      </pc:sldChg>
      <pc:sldChg chg="addSp modSp add mod">
        <pc:chgData name="Sanmukh Kuppannagari" userId="ad215094-da36-4b66-9c79-369a17aea26b" providerId="ADAL" clId="{81DCEDA7-60EA-499B-B80C-1BDE2D6C1E99}" dt="2024-09-12T15:30:38.888" v="2434" actId="20577"/>
        <pc:sldMkLst>
          <pc:docMk/>
          <pc:sldMk cId="2571495037" sldId="1506"/>
        </pc:sldMkLst>
      </pc:sldChg>
      <pc:sldChg chg="modSp add mod">
        <pc:chgData name="Sanmukh Kuppannagari" userId="ad215094-da36-4b66-9c79-369a17aea26b" providerId="ADAL" clId="{81DCEDA7-60EA-499B-B80C-1BDE2D6C1E99}" dt="2024-09-12T15:32:17.818" v="2477" actId="207"/>
        <pc:sldMkLst>
          <pc:docMk/>
          <pc:sldMk cId="2267279555" sldId="1507"/>
        </pc:sldMkLst>
      </pc:sldChg>
      <pc:sldChg chg="modSp new mod">
        <pc:chgData name="Sanmukh Kuppannagari" userId="ad215094-da36-4b66-9c79-369a17aea26b" providerId="ADAL" clId="{81DCEDA7-60EA-499B-B80C-1BDE2D6C1E99}" dt="2024-09-12T15:35:01.939" v="2561" actId="20577"/>
        <pc:sldMkLst>
          <pc:docMk/>
          <pc:sldMk cId="1753430728" sldId="1508"/>
        </pc:sldMkLst>
      </pc:sldChg>
      <pc:sldChg chg="modSp new mod">
        <pc:chgData name="Sanmukh Kuppannagari" userId="ad215094-da36-4b66-9c79-369a17aea26b" providerId="ADAL" clId="{81DCEDA7-60EA-499B-B80C-1BDE2D6C1E99}" dt="2024-09-12T15:35:55.337" v="2712" actId="20577"/>
        <pc:sldMkLst>
          <pc:docMk/>
          <pc:sldMk cId="1438830724" sldId="1509"/>
        </pc:sldMkLst>
      </pc:sldChg>
      <pc:sldChg chg="addSp delSp modSp new mod">
        <pc:chgData name="Sanmukh Kuppannagari" userId="ad215094-da36-4b66-9c79-369a17aea26b" providerId="ADAL" clId="{81DCEDA7-60EA-499B-B80C-1BDE2D6C1E99}" dt="2024-09-12T15:46:38.329" v="2852" actId="122"/>
        <pc:sldMkLst>
          <pc:docMk/>
          <pc:sldMk cId="1897212904" sldId="1510"/>
        </pc:sldMkLst>
      </pc:sldChg>
      <pc:sldChg chg="addSp modSp add mod">
        <pc:chgData name="Sanmukh Kuppannagari" userId="ad215094-da36-4b66-9c79-369a17aea26b" providerId="ADAL" clId="{81DCEDA7-60EA-499B-B80C-1BDE2D6C1E99}" dt="2024-09-12T15:49:36.633" v="2906" actId="207"/>
        <pc:sldMkLst>
          <pc:docMk/>
          <pc:sldMk cId="2991715139" sldId="1511"/>
        </pc:sldMkLst>
      </pc:sldChg>
      <pc:sldChg chg="addSp delSp modSp add mod">
        <pc:chgData name="Sanmukh Kuppannagari" userId="ad215094-da36-4b66-9c79-369a17aea26b" providerId="ADAL" clId="{81DCEDA7-60EA-499B-B80C-1BDE2D6C1E99}" dt="2024-09-12T15:51:00.215" v="2933" actId="478"/>
        <pc:sldMkLst>
          <pc:docMk/>
          <pc:sldMk cId="1042445932" sldId="1512"/>
        </pc:sldMkLst>
      </pc:sldChg>
    </pc:docChg>
  </pc:docChgLst>
  <pc:docChgLst>
    <pc:chgData name="Sanmukh Kuppannagari" userId="ad215094-da36-4b66-9c79-369a17aea26b" providerId="ADAL" clId="{4AADFD82-FDC5-4959-98F3-0F9C04BB9859}"/>
    <pc:docChg chg="undo custSel addSld delSld modSld sldOrd">
      <pc:chgData name="Sanmukh Kuppannagari" userId="ad215094-da36-4b66-9c79-369a17aea26b" providerId="ADAL" clId="{4AADFD82-FDC5-4959-98F3-0F9C04BB9859}" dt="2025-09-25T03:26:17.211" v="3947" actId="1076"/>
      <pc:docMkLst>
        <pc:docMk/>
      </pc:docMkLst>
      <pc:sldChg chg="modSp mod">
        <pc:chgData name="Sanmukh Kuppannagari" userId="ad215094-da36-4b66-9c79-369a17aea26b" providerId="ADAL" clId="{4AADFD82-FDC5-4959-98F3-0F9C04BB9859}" dt="2025-09-24T21:08:36.853" v="2" actId="20577"/>
        <pc:sldMkLst>
          <pc:docMk/>
          <pc:sldMk cId="728785357" sldId="256"/>
        </pc:sldMkLst>
        <pc:spChg chg="mod">
          <ac:chgData name="Sanmukh Kuppannagari" userId="ad215094-da36-4b66-9c79-369a17aea26b" providerId="ADAL" clId="{4AADFD82-FDC5-4959-98F3-0F9C04BB9859}" dt="2025-09-24T21:08:36.853" v="2" actId="20577"/>
          <ac:spMkLst>
            <pc:docMk/>
            <pc:sldMk cId="728785357" sldId="256"/>
            <ac:spMk id="3" creationId="{C46BB279-3651-105A-8503-217F67B1FED8}"/>
          </ac:spMkLst>
        </pc:spChg>
      </pc:sldChg>
      <pc:sldChg chg="add del">
        <pc:chgData name="Sanmukh Kuppannagari" userId="ad215094-da36-4b66-9c79-369a17aea26b" providerId="ADAL" clId="{4AADFD82-FDC5-4959-98F3-0F9C04BB9859}" dt="2025-09-25T02:51:00.425" v="3225" actId="47"/>
        <pc:sldMkLst>
          <pc:docMk/>
          <pc:sldMk cId="882591950" sldId="1237"/>
        </pc:sldMkLst>
      </pc:sldChg>
      <pc:sldChg chg="modSp mod">
        <pc:chgData name="Sanmukh Kuppannagari" userId="ad215094-da36-4b66-9c79-369a17aea26b" providerId="ADAL" clId="{4AADFD82-FDC5-4959-98F3-0F9C04BB9859}" dt="2025-09-25T01:57:00.636" v="436" actId="113"/>
        <pc:sldMkLst>
          <pc:docMk/>
          <pc:sldMk cId="3630924" sldId="1253"/>
        </pc:sldMkLst>
      </pc:sldChg>
      <pc:sldChg chg="del">
        <pc:chgData name="Sanmukh Kuppannagari" userId="ad215094-da36-4b66-9c79-369a17aea26b" providerId="ADAL" clId="{4AADFD82-FDC5-4959-98F3-0F9C04BB9859}" dt="2025-09-24T21:09:26.798" v="95" actId="47"/>
        <pc:sldMkLst>
          <pc:docMk/>
          <pc:sldMk cId="4284530624" sldId="1254"/>
        </pc:sldMkLst>
      </pc:sldChg>
      <pc:sldChg chg="del">
        <pc:chgData name="Sanmukh Kuppannagari" userId="ad215094-da36-4b66-9c79-369a17aea26b" providerId="ADAL" clId="{4AADFD82-FDC5-4959-98F3-0F9C04BB9859}" dt="2025-09-24T21:09:26.798" v="95" actId="47"/>
        <pc:sldMkLst>
          <pc:docMk/>
          <pc:sldMk cId="3413064123" sldId="1255"/>
        </pc:sldMkLst>
      </pc:sldChg>
      <pc:sldChg chg="del">
        <pc:chgData name="Sanmukh Kuppannagari" userId="ad215094-da36-4b66-9c79-369a17aea26b" providerId="ADAL" clId="{4AADFD82-FDC5-4959-98F3-0F9C04BB9859}" dt="2025-09-24T21:09:26.798" v="95" actId="47"/>
        <pc:sldMkLst>
          <pc:docMk/>
          <pc:sldMk cId="3574746539" sldId="1256"/>
        </pc:sldMkLst>
      </pc:sldChg>
      <pc:sldChg chg="del">
        <pc:chgData name="Sanmukh Kuppannagari" userId="ad215094-da36-4b66-9c79-369a17aea26b" providerId="ADAL" clId="{4AADFD82-FDC5-4959-98F3-0F9C04BB9859}" dt="2025-09-24T21:09:26.798" v="95" actId="47"/>
        <pc:sldMkLst>
          <pc:docMk/>
          <pc:sldMk cId="927700788" sldId="1257"/>
        </pc:sldMkLst>
      </pc:sldChg>
      <pc:sldChg chg="del">
        <pc:chgData name="Sanmukh Kuppannagari" userId="ad215094-da36-4b66-9c79-369a17aea26b" providerId="ADAL" clId="{4AADFD82-FDC5-4959-98F3-0F9C04BB9859}" dt="2025-09-24T21:09:26.798" v="95" actId="47"/>
        <pc:sldMkLst>
          <pc:docMk/>
          <pc:sldMk cId="1750676043" sldId="1258"/>
        </pc:sldMkLst>
      </pc:sldChg>
      <pc:sldChg chg="del">
        <pc:chgData name="Sanmukh Kuppannagari" userId="ad215094-da36-4b66-9c79-369a17aea26b" providerId="ADAL" clId="{4AADFD82-FDC5-4959-98F3-0F9C04BB9859}" dt="2025-09-24T21:09:26.798" v="95" actId="47"/>
        <pc:sldMkLst>
          <pc:docMk/>
          <pc:sldMk cId="2329904463" sldId="1259"/>
        </pc:sldMkLst>
      </pc:sldChg>
      <pc:sldChg chg="del">
        <pc:chgData name="Sanmukh Kuppannagari" userId="ad215094-da36-4b66-9c79-369a17aea26b" providerId="ADAL" clId="{4AADFD82-FDC5-4959-98F3-0F9C04BB9859}" dt="2025-09-24T21:09:26.798" v="95" actId="47"/>
        <pc:sldMkLst>
          <pc:docMk/>
          <pc:sldMk cId="3892195865" sldId="1260"/>
        </pc:sldMkLst>
      </pc:sldChg>
      <pc:sldChg chg="del">
        <pc:chgData name="Sanmukh Kuppannagari" userId="ad215094-da36-4b66-9c79-369a17aea26b" providerId="ADAL" clId="{4AADFD82-FDC5-4959-98F3-0F9C04BB9859}" dt="2025-09-24T21:09:26.798" v="95" actId="47"/>
        <pc:sldMkLst>
          <pc:docMk/>
          <pc:sldMk cId="2157439954" sldId="1261"/>
        </pc:sldMkLst>
      </pc:sldChg>
      <pc:sldChg chg="del">
        <pc:chgData name="Sanmukh Kuppannagari" userId="ad215094-da36-4b66-9c79-369a17aea26b" providerId="ADAL" clId="{4AADFD82-FDC5-4959-98F3-0F9C04BB9859}" dt="2025-09-24T21:09:26.798" v="95" actId="47"/>
        <pc:sldMkLst>
          <pc:docMk/>
          <pc:sldMk cId="2769619670" sldId="1262"/>
        </pc:sldMkLst>
      </pc:sldChg>
      <pc:sldChg chg="del">
        <pc:chgData name="Sanmukh Kuppannagari" userId="ad215094-da36-4b66-9c79-369a17aea26b" providerId="ADAL" clId="{4AADFD82-FDC5-4959-98F3-0F9C04BB9859}" dt="2025-09-24T21:09:26.798" v="95" actId="47"/>
        <pc:sldMkLst>
          <pc:docMk/>
          <pc:sldMk cId="280733138" sldId="1263"/>
        </pc:sldMkLst>
      </pc:sldChg>
      <pc:sldChg chg="del">
        <pc:chgData name="Sanmukh Kuppannagari" userId="ad215094-da36-4b66-9c79-369a17aea26b" providerId="ADAL" clId="{4AADFD82-FDC5-4959-98F3-0F9C04BB9859}" dt="2025-09-24T21:09:26.798" v="95" actId="47"/>
        <pc:sldMkLst>
          <pc:docMk/>
          <pc:sldMk cId="3116587120" sldId="1265"/>
        </pc:sldMkLst>
      </pc:sldChg>
      <pc:sldChg chg="del">
        <pc:chgData name="Sanmukh Kuppannagari" userId="ad215094-da36-4b66-9c79-369a17aea26b" providerId="ADAL" clId="{4AADFD82-FDC5-4959-98F3-0F9C04BB9859}" dt="2025-09-24T21:09:26.798" v="95" actId="47"/>
        <pc:sldMkLst>
          <pc:docMk/>
          <pc:sldMk cId="2205148523" sldId="1266"/>
        </pc:sldMkLst>
      </pc:sldChg>
      <pc:sldChg chg="del">
        <pc:chgData name="Sanmukh Kuppannagari" userId="ad215094-da36-4b66-9c79-369a17aea26b" providerId="ADAL" clId="{4AADFD82-FDC5-4959-98F3-0F9C04BB9859}" dt="2025-09-24T21:09:26.798" v="95" actId="47"/>
        <pc:sldMkLst>
          <pc:docMk/>
          <pc:sldMk cId="2207822773" sldId="1267"/>
        </pc:sldMkLst>
      </pc:sldChg>
      <pc:sldChg chg="del">
        <pc:chgData name="Sanmukh Kuppannagari" userId="ad215094-da36-4b66-9c79-369a17aea26b" providerId="ADAL" clId="{4AADFD82-FDC5-4959-98F3-0F9C04BB9859}" dt="2025-09-24T21:09:26.798" v="95" actId="47"/>
        <pc:sldMkLst>
          <pc:docMk/>
          <pc:sldMk cId="3166595346" sldId="1268"/>
        </pc:sldMkLst>
      </pc:sldChg>
      <pc:sldChg chg="del">
        <pc:chgData name="Sanmukh Kuppannagari" userId="ad215094-da36-4b66-9c79-369a17aea26b" providerId="ADAL" clId="{4AADFD82-FDC5-4959-98F3-0F9C04BB9859}" dt="2025-09-24T21:09:26.798" v="95" actId="47"/>
        <pc:sldMkLst>
          <pc:docMk/>
          <pc:sldMk cId="888322834" sldId="1269"/>
        </pc:sldMkLst>
      </pc:sldChg>
      <pc:sldChg chg="del">
        <pc:chgData name="Sanmukh Kuppannagari" userId="ad215094-da36-4b66-9c79-369a17aea26b" providerId="ADAL" clId="{4AADFD82-FDC5-4959-98F3-0F9C04BB9859}" dt="2025-09-24T21:09:26.798" v="95" actId="47"/>
        <pc:sldMkLst>
          <pc:docMk/>
          <pc:sldMk cId="2981461382" sldId="1270"/>
        </pc:sldMkLst>
      </pc:sldChg>
      <pc:sldChg chg="del">
        <pc:chgData name="Sanmukh Kuppannagari" userId="ad215094-da36-4b66-9c79-369a17aea26b" providerId="ADAL" clId="{4AADFD82-FDC5-4959-98F3-0F9C04BB9859}" dt="2025-09-24T21:09:26.798" v="95" actId="47"/>
        <pc:sldMkLst>
          <pc:docMk/>
          <pc:sldMk cId="3073609131" sldId="1271"/>
        </pc:sldMkLst>
      </pc:sldChg>
      <pc:sldChg chg="add del">
        <pc:chgData name="Sanmukh Kuppannagari" userId="ad215094-da36-4b66-9c79-369a17aea26b" providerId="ADAL" clId="{4AADFD82-FDC5-4959-98F3-0F9C04BB9859}" dt="2025-09-25T02:00:41.573" v="496"/>
        <pc:sldMkLst>
          <pc:docMk/>
          <pc:sldMk cId="2505794832" sldId="1272"/>
        </pc:sldMkLst>
      </pc:sldChg>
      <pc:sldChg chg="del">
        <pc:chgData name="Sanmukh Kuppannagari" userId="ad215094-da36-4b66-9c79-369a17aea26b" providerId="ADAL" clId="{4AADFD82-FDC5-4959-98F3-0F9C04BB9859}" dt="2025-09-24T21:09:26.798" v="95" actId="47"/>
        <pc:sldMkLst>
          <pc:docMk/>
          <pc:sldMk cId="2899752863" sldId="1280"/>
        </pc:sldMkLst>
      </pc:sldChg>
      <pc:sldChg chg="del">
        <pc:chgData name="Sanmukh Kuppannagari" userId="ad215094-da36-4b66-9c79-369a17aea26b" providerId="ADAL" clId="{4AADFD82-FDC5-4959-98F3-0F9C04BB9859}" dt="2025-09-24T21:09:26.798" v="95" actId="47"/>
        <pc:sldMkLst>
          <pc:docMk/>
          <pc:sldMk cId="1199527142" sldId="1281"/>
        </pc:sldMkLst>
      </pc:sldChg>
      <pc:sldChg chg="del">
        <pc:chgData name="Sanmukh Kuppannagari" userId="ad215094-da36-4b66-9c79-369a17aea26b" providerId="ADAL" clId="{4AADFD82-FDC5-4959-98F3-0F9C04BB9859}" dt="2025-09-24T21:09:26.798" v="95" actId="47"/>
        <pc:sldMkLst>
          <pc:docMk/>
          <pc:sldMk cId="1004796864" sldId="1282"/>
        </pc:sldMkLst>
      </pc:sldChg>
      <pc:sldChg chg="add">
        <pc:chgData name="Sanmukh Kuppannagari" userId="ad215094-da36-4b66-9c79-369a17aea26b" providerId="ADAL" clId="{4AADFD82-FDC5-4959-98F3-0F9C04BB9859}" dt="2025-09-24T21:16:49.528" v="301"/>
        <pc:sldMkLst>
          <pc:docMk/>
          <pc:sldMk cId="558271014" sldId="1299"/>
        </pc:sldMkLst>
      </pc:sldChg>
      <pc:sldChg chg="add del">
        <pc:chgData name="Sanmukh Kuppannagari" userId="ad215094-da36-4b66-9c79-369a17aea26b" providerId="ADAL" clId="{4AADFD82-FDC5-4959-98F3-0F9C04BB9859}" dt="2025-09-25T02:50:58.036" v="3224" actId="47"/>
        <pc:sldMkLst>
          <pc:docMk/>
          <pc:sldMk cId="1958832422" sldId="1300"/>
        </pc:sldMkLst>
      </pc:sldChg>
      <pc:sldChg chg="add">
        <pc:chgData name="Sanmukh Kuppannagari" userId="ad215094-da36-4b66-9c79-369a17aea26b" providerId="ADAL" clId="{4AADFD82-FDC5-4959-98F3-0F9C04BB9859}" dt="2025-09-24T21:16:49.528" v="301"/>
        <pc:sldMkLst>
          <pc:docMk/>
          <pc:sldMk cId="2120621833" sldId="1301"/>
        </pc:sldMkLst>
      </pc:sldChg>
      <pc:sldChg chg="add">
        <pc:chgData name="Sanmukh Kuppannagari" userId="ad215094-da36-4b66-9c79-369a17aea26b" providerId="ADAL" clId="{4AADFD82-FDC5-4959-98F3-0F9C04BB9859}" dt="2025-09-24T21:16:49.528" v="301"/>
        <pc:sldMkLst>
          <pc:docMk/>
          <pc:sldMk cId="761206213" sldId="1302"/>
        </pc:sldMkLst>
      </pc:sldChg>
      <pc:sldChg chg="del">
        <pc:chgData name="Sanmukh Kuppannagari" userId="ad215094-da36-4b66-9c79-369a17aea26b" providerId="ADAL" clId="{4AADFD82-FDC5-4959-98F3-0F9C04BB9859}" dt="2025-09-24T21:09:26.798" v="95" actId="47"/>
        <pc:sldMkLst>
          <pc:docMk/>
          <pc:sldMk cId="3902944658" sldId="1309"/>
        </pc:sldMkLst>
      </pc:sldChg>
      <pc:sldChg chg="del">
        <pc:chgData name="Sanmukh Kuppannagari" userId="ad215094-da36-4b66-9c79-369a17aea26b" providerId="ADAL" clId="{4AADFD82-FDC5-4959-98F3-0F9C04BB9859}" dt="2025-09-24T21:09:26.798" v="95" actId="47"/>
        <pc:sldMkLst>
          <pc:docMk/>
          <pc:sldMk cId="2577631310" sldId="1310"/>
        </pc:sldMkLst>
      </pc:sldChg>
      <pc:sldChg chg="del">
        <pc:chgData name="Sanmukh Kuppannagari" userId="ad215094-da36-4b66-9c79-369a17aea26b" providerId="ADAL" clId="{4AADFD82-FDC5-4959-98F3-0F9C04BB9859}" dt="2025-09-24T21:09:26.798" v="95" actId="47"/>
        <pc:sldMkLst>
          <pc:docMk/>
          <pc:sldMk cId="692720287" sldId="1311"/>
        </pc:sldMkLst>
      </pc:sldChg>
      <pc:sldChg chg="del">
        <pc:chgData name="Sanmukh Kuppannagari" userId="ad215094-da36-4b66-9c79-369a17aea26b" providerId="ADAL" clId="{4AADFD82-FDC5-4959-98F3-0F9C04BB9859}" dt="2025-09-24T21:09:26.798" v="95" actId="47"/>
        <pc:sldMkLst>
          <pc:docMk/>
          <pc:sldMk cId="4072723455" sldId="1312"/>
        </pc:sldMkLst>
      </pc:sldChg>
      <pc:sldChg chg="del">
        <pc:chgData name="Sanmukh Kuppannagari" userId="ad215094-da36-4b66-9c79-369a17aea26b" providerId="ADAL" clId="{4AADFD82-FDC5-4959-98F3-0F9C04BB9859}" dt="2025-09-24T21:09:26.798" v="95" actId="47"/>
        <pc:sldMkLst>
          <pc:docMk/>
          <pc:sldMk cId="830590251" sldId="1313"/>
        </pc:sldMkLst>
      </pc:sldChg>
      <pc:sldChg chg="del">
        <pc:chgData name="Sanmukh Kuppannagari" userId="ad215094-da36-4b66-9c79-369a17aea26b" providerId="ADAL" clId="{4AADFD82-FDC5-4959-98F3-0F9C04BB9859}" dt="2025-09-24T21:09:26.798" v="95" actId="47"/>
        <pc:sldMkLst>
          <pc:docMk/>
          <pc:sldMk cId="3979417289" sldId="1314"/>
        </pc:sldMkLst>
      </pc:sldChg>
      <pc:sldChg chg="del">
        <pc:chgData name="Sanmukh Kuppannagari" userId="ad215094-da36-4b66-9c79-369a17aea26b" providerId="ADAL" clId="{4AADFD82-FDC5-4959-98F3-0F9C04BB9859}" dt="2025-09-24T21:09:26.798" v="95" actId="47"/>
        <pc:sldMkLst>
          <pc:docMk/>
          <pc:sldMk cId="2062603384" sldId="1315"/>
        </pc:sldMkLst>
      </pc:sldChg>
      <pc:sldChg chg="del">
        <pc:chgData name="Sanmukh Kuppannagari" userId="ad215094-da36-4b66-9c79-369a17aea26b" providerId="ADAL" clId="{4AADFD82-FDC5-4959-98F3-0F9C04BB9859}" dt="2025-09-24T21:09:26.798" v="95" actId="47"/>
        <pc:sldMkLst>
          <pc:docMk/>
          <pc:sldMk cId="3238687387" sldId="1316"/>
        </pc:sldMkLst>
      </pc:sldChg>
      <pc:sldChg chg="del">
        <pc:chgData name="Sanmukh Kuppannagari" userId="ad215094-da36-4b66-9c79-369a17aea26b" providerId="ADAL" clId="{4AADFD82-FDC5-4959-98F3-0F9C04BB9859}" dt="2025-09-24T21:09:26.798" v="95" actId="47"/>
        <pc:sldMkLst>
          <pc:docMk/>
          <pc:sldMk cId="105581169" sldId="1317"/>
        </pc:sldMkLst>
      </pc:sldChg>
      <pc:sldChg chg="del">
        <pc:chgData name="Sanmukh Kuppannagari" userId="ad215094-da36-4b66-9c79-369a17aea26b" providerId="ADAL" clId="{4AADFD82-FDC5-4959-98F3-0F9C04BB9859}" dt="2025-09-24T21:09:26.798" v="95" actId="47"/>
        <pc:sldMkLst>
          <pc:docMk/>
          <pc:sldMk cId="1626710577" sldId="1318"/>
        </pc:sldMkLst>
      </pc:sldChg>
      <pc:sldChg chg="del">
        <pc:chgData name="Sanmukh Kuppannagari" userId="ad215094-da36-4b66-9c79-369a17aea26b" providerId="ADAL" clId="{4AADFD82-FDC5-4959-98F3-0F9C04BB9859}" dt="2025-09-24T21:09:26.798" v="95" actId="47"/>
        <pc:sldMkLst>
          <pc:docMk/>
          <pc:sldMk cId="2589855805" sldId="1319"/>
        </pc:sldMkLst>
      </pc:sldChg>
      <pc:sldChg chg="del">
        <pc:chgData name="Sanmukh Kuppannagari" userId="ad215094-da36-4b66-9c79-369a17aea26b" providerId="ADAL" clId="{4AADFD82-FDC5-4959-98F3-0F9C04BB9859}" dt="2025-09-24T21:09:26.798" v="95" actId="47"/>
        <pc:sldMkLst>
          <pc:docMk/>
          <pc:sldMk cId="3870134566" sldId="1320"/>
        </pc:sldMkLst>
      </pc:sldChg>
      <pc:sldChg chg="del">
        <pc:chgData name="Sanmukh Kuppannagari" userId="ad215094-da36-4b66-9c79-369a17aea26b" providerId="ADAL" clId="{4AADFD82-FDC5-4959-98F3-0F9C04BB9859}" dt="2025-09-24T21:09:26.798" v="95" actId="47"/>
        <pc:sldMkLst>
          <pc:docMk/>
          <pc:sldMk cId="3443015343" sldId="1321"/>
        </pc:sldMkLst>
      </pc:sldChg>
      <pc:sldChg chg="del">
        <pc:chgData name="Sanmukh Kuppannagari" userId="ad215094-da36-4b66-9c79-369a17aea26b" providerId="ADAL" clId="{4AADFD82-FDC5-4959-98F3-0F9C04BB9859}" dt="2025-09-24T21:09:26.798" v="95" actId="47"/>
        <pc:sldMkLst>
          <pc:docMk/>
          <pc:sldMk cId="108815486" sldId="1322"/>
        </pc:sldMkLst>
      </pc:sldChg>
      <pc:sldChg chg="del">
        <pc:chgData name="Sanmukh Kuppannagari" userId="ad215094-da36-4b66-9c79-369a17aea26b" providerId="ADAL" clId="{4AADFD82-FDC5-4959-98F3-0F9C04BB9859}" dt="2025-09-24T21:09:26.798" v="95" actId="47"/>
        <pc:sldMkLst>
          <pc:docMk/>
          <pc:sldMk cId="3927615945" sldId="1323"/>
        </pc:sldMkLst>
      </pc:sldChg>
      <pc:sldChg chg="del">
        <pc:chgData name="Sanmukh Kuppannagari" userId="ad215094-da36-4b66-9c79-369a17aea26b" providerId="ADAL" clId="{4AADFD82-FDC5-4959-98F3-0F9C04BB9859}" dt="2025-09-24T21:09:26.798" v="95" actId="47"/>
        <pc:sldMkLst>
          <pc:docMk/>
          <pc:sldMk cId="48302563" sldId="1324"/>
        </pc:sldMkLst>
      </pc:sldChg>
      <pc:sldChg chg="del">
        <pc:chgData name="Sanmukh Kuppannagari" userId="ad215094-da36-4b66-9c79-369a17aea26b" providerId="ADAL" clId="{4AADFD82-FDC5-4959-98F3-0F9C04BB9859}" dt="2025-09-24T21:09:26.798" v="95" actId="47"/>
        <pc:sldMkLst>
          <pc:docMk/>
          <pc:sldMk cId="1558153898" sldId="1325"/>
        </pc:sldMkLst>
      </pc:sldChg>
      <pc:sldChg chg="del">
        <pc:chgData name="Sanmukh Kuppannagari" userId="ad215094-da36-4b66-9c79-369a17aea26b" providerId="ADAL" clId="{4AADFD82-FDC5-4959-98F3-0F9C04BB9859}" dt="2025-09-24T21:09:26.798" v="95" actId="47"/>
        <pc:sldMkLst>
          <pc:docMk/>
          <pc:sldMk cId="579584412" sldId="1326"/>
        </pc:sldMkLst>
      </pc:sldChg>
      <pc:sldChg chg="del">
        <pc:chgData name="Sanmukh Kuppannagari" userId="ad215094-da36-4b66-9c79-369a17aea26b" providerId="ADAL" clId="{4AADFD82-FDC5-4959-98F3-0F9C04BB9859}" dt="2025-09-24T21:09:26.798" v="95" actId="47"/>
        <pc:sldMkLst>
          <pc:docMk/>
          <pc:sldMk cId="1876399712" sldId="1327"/>
        </pc:sldMkLst>
      </pc:sldChg>
      <pc:sldChg chg="del">
        <pc:chgData name="Sanmukh Kuppannagari" userId="ad215094-da36-4b66-9c79-369a17aea26b" providerId="ADAL" clId="{4AADFD82-FDC5-4959-98F3-0F9C04BB9859}" dt="2025-09-24T21:09:26.798" v="95" actId="47"/>
        <pc:sldMkLst>
          <pc:docMk/>
          <pc:sldMk cId="3577888197" sldId="1328"/>
        </pc:sldMkLst>
      </pc:sldChg>
      <pc:sldChg chg="del">
        <pc:chgData name="Sanmukh Kuppannagari" userId="ad215094-da36-4b66-9c79-369a17aea26b" providerId="ADAL" clId="{4AADFD82-FDC5-4959-98F3-0F9C04BB9859}" dt="2025-09-24T21:09:26.798" v="95" actId="47"/>
        <pc:sldMkLst>
          <pc:docMk/>
          <pc:sldMk cId="3446468191" sldId="1329"/>
        </pc:sldMkLst>
      </pc:sldChg>
      <pc:sldChg chg="del">
        <pc:chgData name="Sanmukh Kuppannagari" userId="ad215094-da36-4b66-9c79-369a17aea26b" providerId="ADAL" clId="{4AADFD82-FDC5-4959-98F3-0F9C04BB9859}" dt="2025-09-24T21:09:26.798" v="95" actId="47"/>
        <pc:sldMkLst>
          <pc:docMk/>
          <pc:sldMk cId="3270243835" sldId="1330"/>
        </pc:sldMkLst>
      </pc:sldChg>
      <pc:sldChg chg="del">
        <pc:chgData name="Sanmukh Kuppannagari" userId="ad215094-da36-4b66-9c79-369a17aea26b" providerId="ADAL" clId="{4AADFD82-FDC5-4959-98F3-0F9C04BB9859}" dt="2025-09-24T21:09:26.798" v="95" actId="47"/>
        <pc:sldMkLst>
          <pc:docMk/>
          <pc:sldMk cId="580580032" sldId="1331"/>
        </pc:sldMkLst>
      </pc:sldChg>
      <pc:sldChg chg="add del">
        <pc:chgData name="Sanmukh Kuppannagari" userId="ad215094-da36-4b66-9c79-369a17aea26b" providerId="ADAL" clId="{4AADFD82-FDC5-4959-98F3-0F9C04BB9859}" dt="2025-09-24T21:16:27.372" v="300"/>
        <pc:sldMkLst>
          <pc:docMk/>
          <pc:sldMk cId="189707620" sldId="1332"/>
        </pc:sldMkLst>
      </pc:sldChg>
      <pc:sldChg chg="add">
        <pc:chgData name="Sanmukh Kuppannagari" userId="ad215094-da36-4b66-9c79-369a17aea26b" providerId="ADAL" clId="{4AADFD82-FDC5-4959-98F3-0F9C04BB9859}" dt="2025-09-24T21:16:49.528" v="301"/>
        <pc:sldMkLst>
          <pc:docMk/>
          <pc:sldMk cId="2947096827" sldId="1348"/>
        </pc:sldMkLst>
      </pc:sldChg>
      <pc:sldChg chg="add">
        <pc:chgData name="Sanmukh Kuppannagari" userId="ad215094-da36-4b66-9c79-369a17aea26b" providerId="ADAL" clId="{4AADFD82-FDC5-4959-98F3-0F9C04BB9859}" dt="2025-09-24T21:16:49.528" v="301"/>
        <pc:sldMkLst>
          <pc:docMk/>
          <pc:sldMk cId="4042243871" sldId="1349"/>
        </pc:sldMkLst>
      </pc:sldChg>
      <pc:sldChg chg="add">
        <pc:chgData name="Sanmukh Kuppannagari" userId="ad215094-da36-4b66-9c79-369a17aea26b" providerId="ADAL" clId="{4AADFD82-FDC5-4959-98F3-0F9C04BB9859}" dt="2025-09-24T21:16:49.528" v="301"/>
        <pc:sldMkLst>
          <pc:docMk/>
          <pc:sldMk cId="4189498737" sldId="1350"/>
        </pc:sldMkLst>
      </pc:sldChg>
      <pc:sldChg chg="add">
        <pc:chgData name="Sanmukh Kuppannagari" userId="ad215094-da36-4b66-9c79-369a17aea26b" providerId="ADAL" clId="{4AADFD82-FDC5-4959-98F3-0F9C04BB9859}" dt="2025-09-24T21:16:49.528" v="301"/>
        <pc:sldMkLst>
          <pc:docMk/>
          <pc:sldMk cId="3540455608" sldId="1351"/>
        </pc:sldMkLst>
      </pc:sldChg>
      <pc:sldChg chg="add">
        <pc:chgData name="Sanmukh Kuppannagari" userId="ad215094-da36-4b66-9c79-369a17aea26b" providerId="ADAL" clId="{4AADFD82-FDC5-4959-98F3-0F9C04BB9859}" dt="2025-09-24T21:16:49.528" v="301"/>
        <pc:sldMkLst>
          <pc:docMk/>
          <pc:sldMk cId="955974285" sldId="1352"/>
        </pc:sldMkLst>
      </pc:sldChg>
      <pc:sldChg chg="add">
        <pc:chgData name="Sanmukh Kuppannagari" userId="ad215094-da36-4b66-9c79-369a17aea26b" providerId="ADAL" clId="{4AADFD82-FDC5-4959-98F3-0F9C04BB9859}" dt="2025-09-24T21:16:49.528" v="301"/>
        <pc:sldMkLst>
          <pc:docMk/>
          <pc:sldMk cId="190843385" sldId="1353"/>
        </pc:sldMkLst>
      </pc:sldChg>
      <pc:sldChg chg="add">
        <pc:chgData name="Sanmukh Kuppannagari" userId="ad215094-da36-4b66-9c79-369a17aea26b" providerId="ADAL" clId="{4AADFD82-FDC5-4959-98F3-0F9C04BB9859}" dt="2025-09-24T21:16:49.528" v="301"/>
        <pc:sldMkLst>
          <pc:docMk/>
          <pc:sldMk cId="3949718224" sldId="1354"/>
        </pc:sldMkLst>
      </pc:sldChg>
      <pc:sldChg chg="add">
        <pc:chgData name="Sanmukh Kuppannagari" userId="ad215094-da36-4b66-9c79-369a17aea26b" providerId="ADAL" clId="{4AADFD82-FDC5-4959-98F3-0F9C04BB9859}" dt="2025-09-24T21:16:49.528" v="301"/>
        <pc:sldMkLst>
          <pc:docMk/>
          <pc:sldMk cId="2944983638" sldId="1355"/>
        </pc:sldMkLst>
      </pc:sldChg>
      <pc:sldChg chg="add">
        <pc:chgData name="Sanmukh Kuppannagari" userId="ad215094-da36-4b66-9c79-369a17aea26b" providerId="ADAL" clId="{4AADFD82-FDC5-4959-98F3-0F9C04BB9859}" dt="2025-09-24T21:16:49.528" v="301"/>
        <pc:sldMkLst>
          <pc:docMk/>
          <pc:sldMk cId="602010999" sldId="1356"/>
        </pc:sldMkLst>
      </pc:sldChg>
      <pc:sldChg chg="add">
        <pc:chgData name="Sanmukh Kuppannagari" userId="ad215094-da36-4b66-9c79-369a17aea26b" providerId="ADAL" clId="{4AADFD82-FDC5-4959-98F3-0F9C04BB9859}" dt="2025-09-24T21:16:49.528" v="301"/>
        <pc:sldMkLst>
          <pc:docMk/>
          <pc:sldMk cId="3928916360" sldId="1357"/>
        </pc:sldMkLst>
      </pc:sldChg>
      <pc:sldChg chg="add">
        <pc:chgData name="Sanmukh Kuppannagari" userId="ad215094-da36-4b66-9c79-369a17aea26b" providerId="ADAL" clId="{4AADFD82-FDC5-4959-98F3-0F9C04BB9859}" dt="2025-09-24T21:16:49.528" v="301"/>
        <pc:sldMkLst>
          <pc:docMk/>
          <pc:sldMk cId="554485064" sldId="1358"/>
        </pc:sldMkLst>
      </pc:sldChg>
      <pc:sldChg chg="add">
        <pc:chgData name="Sanmukh Kuppannagari" userId="ad215094-da36-4b66-9c79-369a17aea26b" providerId="ADAL" clId="{4AADFD82-FDC5-4959-98F3-0F9C04BB9859}" dt="2025-09-24T21:16:49.528" v="301"/>
        <pc:sldMkLst>
          <pc:docMk/>
          <pc:sldMk cId="1255597569" sldId="1359"/>
        </pc:sldMkLst>
      </pc:sldChg>
      <pc:sldChg chg="add">
        <pc:chgData name="Sanmukh Kuppannagari" userId="ad215094-da36-4b66-9c79-369a17aea26b" providerId="ADAL" clId="{4AADFD82-FDC5-4959-98F3-0F9C04BB9859}" dt="2025-09-24T21:16:49.528" v="301"/>
        <pc:sldMkLst>
          <pc:docMk/>
          <pc:sldMk cId="255600020" sldId="1360"/>
        </pc:sldMkLst>
      </pc:sldChg>
      <pc:sldChg chg="add">
        <pc:chgData name="Sanmukh Kuppannagari" userId="ad215094-da36-4b66-9c79-369a17aea26b" providerId="ADAL" clId="{4AADFD82-FDC5-4959-98F3-0F9C04BB9859}" dt="2025-09-24T21:16:49.528" v="301"/>
        <pc:sldMkLst>
          <pc:docMk/>
          <pc:sldMk cId="2091206708" sldId="1361"/>
        </pc:sldMkLst>
      </pc:sldChg>
      <pc:sldChg chg="addSp modSp add mod">
        <pc:chgData name="Sanmukh Kuppannagari" userId="ad215094-da36-4b66-9c79-369a17aea26b" providerId="ADAL" clId="{4AADFD82-FDC5-4959-98F3-0F9C04BB9859}" dt="2025-09-25T02:34:28.362" v="2673" actId="122"/>
        <pc:sldMkLst>
          <pc:docMk/>
          <pc:sldMk cId="1324345654" sldId="1363"/>
        </pc:sldMkLst>
      </pc:sldChg>
      <pc:sldChg chg="addSp modSp add">
        <pc:chgData name="Sanmukh Kuppannagari" userId="ad215094-da36-4b66-9c79-369a17aea26b" providerId="ADAL" clId="{4AADFD82-FDC5-4959-98F3-0F9C04BB9859}" dt="2025-09-25T02:34:32.266" v="2674"/>
        <pc:sldMkLst>
          <pc:docMk/>
          <pc:sldMk cId="1952027562" sldId="1364"/>
        </pc:sldMkLst>
      </pc:sldChg>
      <pc:sldChg chg="addSp modSp add">
        <pc:chgData name="Sanmukh Kuppannagari" userId="ad215094-da36-4b66-9c79-369a17aea26b" providerId="ADAL" clId="{4AADFD82-FDC5-4959-98F3-0F9C04BB9859}" dt="2025-09-25T02:34:33.995" v="2675"/>
        <pc:sldMkLst>
          <pc:docMk/>
          <pc:sldMk cId="2681935685" sldId="1365"/>
        </pc:sldMkLst>
      </pc:sldChg>
      <pc:sldChg chg="addSp delSp modSp add mod">
        <pc:chgData name="Sanmukh Kuppannagari" userId="ad215094-da36-4b66-9c79-369a17aea26b" providerId="ADAL" clId="{4AADFD82-FDC5-4959-98F3-0F9C04BB9859}" dt="2025-09-25T02:35:49.550" v="2685" actId="478"/>
        <pc:sldMkLst>
          <pc:docMk/>
          <pc:sldMk cId="1694987608" sldId="1366"/>
        </pc:sldMkLst>
      </pc:sldChg>
      <pc:sldChg chg="add">
        <pc:chgData name="Sanmukh Kuppannagari" userId="ad215094-da36-4b66-9c79-369a17aea26b" providerId="ADAL" clId="{4AADFD82-FDC5-4959-98F3-0F9C04BB9859}" dt="2025-09-25T02:05:47.787" v="830"/>
        <pc:sldMkLst>
          <pc:docMk/>
          <pc:sldMk cId="906755194" sldId="1371"/>
        </pc:sldMkLst>
      </pc:sldChg>
      <pc:sldChg chg="add">
        <pc:chgData name="Sanmukh Kuppannagari" userId="ad215094-da36-4b66-9c79-369a17aea26b" providerId="ADAL" clId="{4AADFD82-FDC5-4959-98F3-0F9C04BB9859}" dt="2025-09-24T21:17:45.977" v="302"/>
        <pc:sldMkLst>
          <pc:docMk/>
          <pc:sldMk cId="2289880766" sldId="1393"/>
        </pc:sldMkLst>
      </pc:sldChg>
      <pc:sldChg chg="add">
        <pc:chgData name="Sanmukh Kuppannagari" userId="ad215094-da36-4b66-9c79-369a17aea26b" providerId="ADAL" clId="{4AADFD82-FDC5-4959-98F3-0F9C04BB9859}" dt="2025-09-24T21:17:45.977" v="302"/>
        <pc:sldMkLst>
          <pc:docMk/>
          <pc:sldMk cId="547436486" sldId="1394"/>
        </pc:sldMkLst>
      </pc:sldChg>
      <pc:sldChg chg="add">
        <pc:chgData name="Sanmukh Kuppannagari" userId="ad215094-da36-4b66-9c79-369a17aea26b" providerId="ADAL" clId="{4AADFD82-FDC5-4959-98F3-0F9C04BB9859}" dt="2025-09-24T21:17:45.977" v="302"/>
        <pc:sldMkLst>
          <pc:docMk/>
          <pc:sldMk cId="2202618607" sldId="1395"/>
        </pc:sldMkLst>
      </pc:sldChg>
      <pc:sldChg chg="add">
        <pc:chgData name="Sanmukh Kuppannagari" userId="ad215094-da36-4b66-9c79-369a17aea26b" providerId="ADAL" clId="{4AADFD82-FDC5-4959-98F3-0F9C04BB9859}" dt="2025-09-24T21:17:45.977" v="302"/>
        <pc:sldMkLst>
          <pc:docMk/>
          <pc:sldMk cId="376476748" sldId="1396"/>
        </pc:sldMkLst>
      </pc:sldChg>
      <pc:sldChg chg="add">
        <pc:chgData name="Sanmukh Kuppannagari" userId="ad215094-da36-4b66-9c79-369a17aea26b" providerId="ADAL" clId="{4AADFD82-FDC5-4959-98F3-0F9C04BB9859}" dt="2025-09-24T21:17:45.977" v="302"/>
        <pc:sldMkLst>
          <pc:docMk/>
          <pc:sldMk cId="326597970" sldId="1397"/>
        </pc:sldMkLst>
      </pc:sldChg>
      <pc:sldChg chg="add">
        <pc:chgData name="Sanmukh Kuppannagari" userId="ad215094-da36-4b66-9c79-369a17aea26b" providerId="ADAL" clId="{4AADFD82-FDC5-4959-98F3-0F9C04BB9859}" dt="2025-09-24T21:17:45.977" v="302"/>
        <pc:sldMkLst>
          <pc:docMk/>
          <pc:sldMk cId="3317642017" sldId="1398"/>
        </pc:sldMkLst>
      </pc:sldChg>
      <pc:sldChg chg="add">
        <pc:chgData name="Sanmukh Kuppannagari" userId="ad215094-da36-4b66-9c79-369a17aea26b" providerId="ADAL" clId="{4AADFD82-FDC5-4959-98F3-0F9C04BB9859}" dt="2025-09-24T21:17:45.977" v="302"/>
        <pc:sldMkLst>
          <pc:docMk/>
          <pc:sldMk cId="1917602464" sldId="1399"/>
        </pc:sldMkLst>
      </pc:sldChg>
      <pc:sldChg chg="add">
        <pc:chgData name="Sanmukh Kuppannagari" userId="ad215094-da36-4b66-9c79-369a17aea26b" providerId="ADAL" clId="{4AADFD82-FDC5-4959-98F3-0F9C04BB9859}" dt="2025-09-24T21:17:45.977" v="302"/>
        <pc:sldMkLst>
          <pc:docMk/>
          <pc:sldMk cId="135936496" sldId="1400"/>
        </pc:sldMkLst>
      </pc:sldChg>
      <pc:sldChg chg="add">
        <pc:chgData name="Sanmukh Kuppannagari" userId="ad215094-da36-4b66-9c79-369a17aea26b" providerId="ADAL" clId="{4AADFD82-FDC5-4959-98F3-0F9C04BB9859}" dt="2025-09-24T21:17:45.977" v="302"/>
        <pc:sldMkLst>
          <pc:docMk/>
          <pc:sldMk cId="3700221882" sldId="1401"/>
        </pc:sldMkLst>
      </pc:sldChg>
      <pc:sldChg chg="add">
        <pc:chgData name="Sanmukh Kuppannagari" userId="ad215094-da36-4b66-9c79-369a17aea26b" providerId="ADAL" clId="{4AADFD82-FDC5-4959-98F3-0F9C04BB9859}" dt="2025-09-24T21:17:45.977" v="302"/>
        <pc:sldMkLst>
          <pc:docMk/>
          <pc:sldMk cId="3296018570" sldId="1402"/>
        </pc:sldMkLst>
      </pc:sldChg>
      <pc:sldChg chg="add">
        <pc:chgData name="Sanmukh Kuppannagari" userId="ad215094-da36-4b66-9c79-369a17aea26b" providerId="ADAL" clId="{4AADFD82-FDC5-4959-98F3-0F9C04BB9859}" dt="2025-09-24T21:17:45.977" v="302"/>
        <pc:sldMkLst>
          <pc:docMk/>
          <pc:sldMk cId="1582163347" sldId="1403"/>
        </pc:sldMkLst>
      </pc:sldChg>
      <pc:sldChg chg="add">
        <pc:chgData name="Sanmukh Kuppannagari" userId="ad215094-da36-4b66-9c79-369a17aea26b" providerId="ADAL" clId="{4AADFD82-FDC5-4959-98F3-0F9C04BB9859}" dt="2025-09-24T21:17:45.977" v="302"/>
        <pc:sldMkLst>
          <pc:docMk/>
          <pc:sldMk cId="904800431" sldId="1404"/>
        </pc:sldMkLst>
      </pc:sldChg>
      <pc:sldChg chg="add">
        <pc:chgData name="Sanmukh Kuppannagari" userId="ad215094-da36-4b66-9c79-369a17aea26b" providerId="ADAL" clId="{4AADFD82-FDC5-4959-98F3-0F9C04BB9859}" dt="2025-09-24T21:17:45.977" v="302"/>
        <pc:sldMkLst>
          <pc:docMk/>
          <pc:sldMk cId="3392244592" sldId="1405"/>
        </pc:sldMkLst>
      </pc:sldChg>
      <pc:sldChg chg="add">
        <pc:chgData name="Sanmukh Kuppannagari" userId="ad215094-da36-4b66-9c79-369a17aea26b" providerId="ADAL" clId="{4AADFD82-FDC5-4959-98F3-0F9C04BB9859}" dt="2025-09-24T21:17:45.977" v="302"/>
        <pc:sldMkLst>
          <pc:docMk/>
          <pc:sldMk cId="697652818" sldId="1406"/>
        </pc:sldMkLst>
      </pc:sldChg>
      <pc:sldChg chg="add">
        <pc:chgData name="Sanmukh Kuppannagari" userId="ad215094-da36-4b66-9c79-369a17aea26b" providerId="ADAL" clId="{4AADFD82-FDC5-4959-98F3-0F9C04BB9859}" dt="2025-09-24T21:17:45.977" v="302"/>
        <pc:sldMkLst>
          <pc:docMk/>
          <pc:sldMk cId="2455634612" sldId="1407"/>
        </pc:sldMkLst>
      </pc:sldChg>
      <pc:sldChg chg="add">
        <pc:chgData name="Sanmukh Kuppannagari" userId="ad215094-da36-4b66-9c79-369a17aea26b" providerId="ADAL" clId="{4AADFD82-FDC5-4959-98F3-0F9C04BB9859}" dt="2025-09-24T21:17:45.977" v="302"/>
        <pc:sldMkLst>
          <pc:docMk/>
          <pc:sldMk cId="2839119350" sldId="1408"/>
        </pc:sldMkLst>
      </pc:sldChg>
      <pc:sldChg chg="add">
        <pc:chgData name="Sanmukh Kuppannagari" userId="ad215094-da36-4b66-9c79-369a17aea26b" providerId="ADAL" clId="{4AADFD82-FDC5-4959-98F3-0F9C04BB9859}" dt="2025-09-24T21:17:45.977" v="302"/>
        <pc:sldMkLst>
          <pc:docMk/>
          <pc:sldMk cId="3080220527" sldId="1409"/>
        </pc:sldMkLst>
      </pc:sldChg>
      <pc:sldChg chg="add">
        <pc:chgData name="Sanmukh Kuppannagari" userId="ad215094-da36-4b66-9c79-369a17aea26b" providerId="ADAL" clId="{4AADFD82-FDC5-4959-98F3-0F9C04BB9859}" dt="2025-09-24T21:17:45.977" v="302"/>
        <pc:sldMkLst>
          <pc:docMk/>
          <pc:sldMk cId="2247426298" sldId="1410"/>
        </pc:sldMkLst>
      </pc:sldChg>
      <pc:sldChg chg="modSp add mod">
        <pc:chgData name="Sanmukh Kuppannagari" userId="ad215094-da36-4b66-9c79-369a17aea26b" providerId="ADAL" clId="{4AADFD82-FDC5-4959-98F3-0F9C04BB9859}" dt="2025-09-25T02:57:10.714" v="3518" actId="207"/>
        <pc:sldMkLst>
          <pc:docMk/>
          <pc:sldMk cId="4009862055" sldId="1411"/>
        </pc:sldMkLst>
      </pc:sldChg>
      <pc:sldChg chg="add">
        <pc:chgData name="Sanmukh Kuppannagari" userId="ad215094-da36-4b66-9c79-369a17aea26b" providerId="ADAL" clId="{4AADFD82-FDC5-4959-98F3-0F9C04BB9859}" dt="2025-09-24T21:17:45.977" v="302"/>
        <pc:sldMkLst>
          <pc:docMk/>
          <pc:sldMk cId="3931076547" sldId="1412"/>
        </pc:sldMkLst>
      </pc:sldChg>
      <pc:sldChg chg="add">
        <pc:chgData name="Sanmukh Kuppannagari" userId="ad215094-da36-4b66-9c79-369a17aea26b" providerId="ADAL" clId="{4AADFD82-FDC5-4959-98F3-0F9C04BB9859}" dt="2025-09-24T21:17:45.977" v="302"/>
        <pc:sldMkLst>
          <pc:docMk/>
          <pc:sldMk cId="2299857702" sldId="1413"/>
        </pc:sldMkLst>
      </pc:sldChg>
      <pc:sldChg chg="modSp add mod">
        <pc:chgData name="Sanmukh Kuppannagari" userId="ad215094-da36-4b66-9c79-369a17aea26b" providerId="ADAL" clId="{4AADFD82-FDC5-4959-98F3-0F9C04BB9859}" dt="2025-09-25T02:57:29.454" v="3522" actId="20577"/>
        <pc:sldMkLst>
          <pc:docMk/>
          <pc:sldMk cId="2715450416" sldId="1414"/>
        </pc:sldMkLst>
      </pc:sldChg>
      <pc:sldChg chg="modSp mod">
        <pc:chgData name="Sanmukh Kuppannagari" userId="ad215094-da36-4b66-9c79-369a17aea26b" providerId="ADAL" clId="{4AADFD82-FDC5-4959-98F3-0F9C04BB9859}" dt="2025-09-24T21:10:18.936" v="150" actId="20577"/>
        <pc:sldMkLst>
          <pc:docMk/>
          <pc:sldMk cId="1297240811" sldId="1551"/>
        </pc:sldMkLst>
        <pc:spChg chg="mod">
          <ac:chgData name="Sanmukh Kuppannagari" userId="ad215094-da36-4b66-9c79-369a17aea26b" providerId="ADAL" clId="{4AADFD82-FDC5-4959-98F3-0F9C04BB9859}" dt="2025-09-24T21:10:18.936" v="150" actId="20577"/>
          <ac:spMkLst>
            <pc:docMk/>
            <pc:sldMk cId="1297240811" sldId="1551"/>
            <ac:spMk id="3" creationId="{E7FF2391-E8AE-9A93-A4FC-0E02B54BC29C}"/>
          </ac:spMkLst>
        </pc:spChg>
      </pc:sldChg>
      <pc:sldChg chg="modSp add del mod">
        <pc:chgData name="Sanmukh Kuppannagari" userId="ad215094-da36-4b66-9c79-369a17aea26b" providerId="ADAL" clId="{4AADFD82-FDC5-4959-98F3-0F9C04BB9859}" dt="2025-09-25T01:59:10.979" v="492" actId="47"/>
        <pc:sldMkLst>
          <pc:docMk/>
          <pc:sldMk cId="1756044707" sldId="1552"/>
        </pc:sldMkLst>
      </pc:sldChg>
      <pc:sldChg chg="modSp add del mod">
        <pc:chgData name="Sanmukh Kuppannagari" userId="ad215094-da36-4b66-9c79-369a17aea26b" providerId="ADAL" clId="{4AADFD82-FDC5-4959-98F3-0F9C04BB9859}" dt="2025-09-25T01:55:04.164" v="424" actId="47"/>
        <pc:sldMkLst>
          <pc:docMk/>
          <pc:sldMk cId="3061376612" sldId="1553"/>
        </pc:sldMkLst>
      </pc:sldChg>
      <pc:sldChg chg="modSp add mod ord">
        <pc:chgData name="Sanmukh Kuppannagari" userId="ad215094-da36-4b66-9c79-369a17aea26b" providerId="ADAL" clId="{4AADFD82-FDC5-4959-98F3-0F9C04BB9859}" dt="2025-09-25T01:59:17.059" v="494"/>
        <pc:sldMkLst>
          <pc:docMk/>
          <pc:sldMk cId="1031082684" sldId="1554"/>
        </pc:sldMkLst>
      </pc:sldChg>
      <pc:sldChg chg="modSp add mod">
        <pc:chgData name="Sanmukh Kuppannagari" userId="ad215094-da36-4b66-9c79-369a17aea26b" providerId="ADAL" clId="{4AADFD82-FDC5-4959-98F3-0F9C04BB9859}" dt="2025-09-25T01:54:52.226" v="422" actId="207"/>
        <pc:sldMkLst>
          <pc:docMk/>
          <pc:sldMk cId="3102655080" sldId="1555"/>
        </pc:sldMkLst>
      </pc:sldChg>
      <pc:sldChg chg="modSp add mod">
        <pc:chgData name="Sanmukh Kuppannagari" userId="ad215094-da36-4b66-9c79-369a17aea26b" providerId="ADAL" clId="{4AADFD82-FDC5-4959-98F3-0F9C04BB9859}" dt="2025-09-25T01:55:08.478" v="425" actId="207"/>
        <pc:sldMkLst>
          <pc:docMk/>
          <pc:sldMk cId="1603436171" sldId="1556"/>
        </pc:sldMkLst>
      </pc:sldChg>
      <pc:sldChg chg="modSp add mod">
        <pc:chgData name="Sanmukh Kuppannagari" userId="ad215094-da36-4b66-9c79-369a17aea26b" providerId="ADAL" clId="{4AADFD82-FDC5-4959-98F3-0F9C04BB9859}" dt="2025-09-25T01:58:48.876" v="487" actId="113"/>
        <pc:sldMkLst>
          <pc:docMk/>
          <pc:sldMk cId="3219012261" sldId="1557"/>
        </pc:sldMkLst>
      </pc:sldChg>
      <pc:sldChg chg="delSp modSp add mod">
        <pc:chgData name="Sanmukh Kuppannagari" userId="ad215094-da36-4b66-9c79-369a17aea26b" providerId="ADAL" clId="{4AADFD82-FDC5-4959-98F3-0F9C04BB9859}" dt="2025-09-25T02:03:41.650" v="829" actId="478"/>
        <pc:sldMkLst>
          <pc:docMk/>
          <pc:sldMk cId="2055355578" sldId="1563"/>
        </pc:sldMkLst>
      </pc:sldChg>
      <pc:sldChg chg="del">
        <pc:chgData name="Sanmukh Kuppannagari" userId="ad215094-da36-4b66-9c79-369a17aea26b" providerId="ADAL" clId="{4AADFD82-FDC5-4959-98F3-0F9C04BB9859}" dt="2025-09-24T21:09:26.798" v="95" actId="47"/>
        <pc:sldMkLst>
          <pc:docMk/>
          <pc:sldMk cId="95513352" sldId="1606"/>
        </pc:sldMkLst>
      </pc:sldChg>
      <pc:sldChg chg="del">
        <pc:chgData name="Sanmukh Kuppannagari" userId="ad215094-da36-4b66-9c79-369a17aea26b" providerId="ADAL" clId="{4AADFD82-FDC5-4959-98F3-0F9C04BB9859}" dt="2025-09-24T21:09:26.798" v="95" actId="47"/>
        <pc:sldMkLst>
          <pc:docMk/>
          <pc:sldMk cId="1256665225" sldId="1607"/>
        </pc:sldMkLst>
      </pc:sldChg>
      <pc:sldChg chg="del">
        <pc:chgData name="Sanmukh Kuppannagari" userId="ad215094-da36-4b66-9c79-369a17aea26b" providerId="ADAL" clId="{4AADFD82-FDC5-4959-98F3-0F9C04BB9859}" dt="2025-09-24T21:09:26.798" v="95" actId="47"/>
        <pc:sldMkLst>
          <pc:docMk/>
          <pc:sldMk cId="4149257190" sldId="1608"/>
        </pc:sldMkLst>
      </pc:sldChg>
      <pc:sldChg chg="del">
        <pc:chgData name="Sanmukh Kuppannagari" userId="ad215094-da36-4b66-9c79-369a17aea26b" providerId="ADAL" clId="{4AADFD82-FDC5-4959-98F3-0F9C04BB9859}" dt="2025-09-24T21:09:26.798" v="95" actId="47"/>
        <pc:sldMkLst>
          <pc:docMk/>
          <pc:sldMk cId="325795403" sldId="1610"/>
        </pc:sldMkLst>
      </pc:sldChg>
      <pc:sldChg chg="del">
        <pc:chgData name="Sanmukh Kuppannagari" userId="ad215094-da36-4b66-9c79-369a17aea26b" providerId="ADAL" clId="{4AADFD82-FDC5-4959-98F3-0F9C04BB9859}" dt="2025-09-24T21:09:26.798" v="95" actId="47"/>
        <pc:sldMkLst>
          <pc:docMk/>
          <pc:sldMk cId="3322584748" sldId="1611"/>
        </pc:sldMkLst>
      </pc:sldChg>
      <pc:sldChg chg="del">
        <pc:chgData name="Sanmukh Kuppannagari" userId="ad215094-da36-4b66-9c79-369a17aea26b" providerId="ADAL" clId="{4AADFD82-FDC5-4959-98F3-0F9C04BB9859}" dt="2025-09-24T21:09:26.798" v="95" actId="47"/>
        <pc:sldMkLst>
          <pc:docMk/>
          <pc:sldMk cId="3368184345" sldId="1612"/>
        </pc:sldMkLst>
      </pc:sldChg>
      <pc:sldChg chg="del">
        <pc:chgData name="Sanmukh Kuppannagari" userId="ad215094-da36-4b66-9c79-369a17aea26b" providerId="ADAL" clId="{4AADFD82-FDC5-4959-98F3-0F9C04BB9859}" dt="2025-09-24T21:09:26.798" v="95" actId="47"/>
        <pc:sldMkLst>
          <pc:docMk/>
          <pc:sldMk cId="660858661" sldId="1613"/>
        </pc:sldMkLst>
      </pc:sldChg>
      <pc:sldChg chg="del">
        <pc:chgData name="Sanmukh Kuppannagari" userId="ad215094-da36-4b66-9c79-369a17aea26b" providerId="ADAL" clId="{4AADFD82-FDC5-4959-98F3-0F9C04BB9859}" dt="2025-09-24T21:09:26.798" v="95" actId="47"/>
        <pc:sldMkLst>
          <pc:docMk/>
          <pc:sldMk cId="2075019539" sldId="1614"/>
        </pc:sldMkLst>
      </pc:sldChg>
      <pc:sldChg chg="del">
        <pc:chgData name="Sanmukh Kuppannagari" userId="ad215094-da36-4b66-9c79-369a17aea26b" providerId="ADAL" clId="{4AADFD82-FDC5-4959-98F3-0F9C04BB9859}" dt="2025-09-24T21:09:26.798" v="95" actId="47"/>
        <pc:sldMkLst>
          <pc:docMk/>
          <pc:sldMk cId="2026419143" sldId="1615"/>
        </pc:sldMkLst>
      </pc:sldChg>
      <pc:sldChg chg="del">
        <pc:chgData name="Sanmukh Kuppannagari" userId="ad215094-da36-4b66-9c79-369a17aea26b" providerId="ADAL" clId="{4AADFD82-FDC5-4959-98F3-0F9C04BB9859}" dt="2025-09-24T21:09:26.798" v="95" actId="47"/>
        <pc:sldMkLst>
          <pc:docMk/>
          <pc:sldMk cId="332141421" sldId="1616"/>
        </pc:sldMkLst>
      </pc:sldChg>
      <pc:sldChg chg="del">
        <pc:chgData name="Sanmukh Kuppannagari" userId="ad215094-da36-4b66-9c79-369a17aea26b" providerId="ADAL" clId="{4AADFD82-FDC5-4959-98F3-0F9C04BB9859}" dt="2025-09-24T21:09:26.798" v="95" actId="47"/>
        <pc:sldMkLst>
          <pc:docMk/>
          <pc:sldMk cId="2723772378" sldId="1617"/>
        </pc:sldMkLst>
      </pc:sldChg>
      <pc:sldChg chg="del">
        <pc:chgData name="Sanmukh Kuppannagari" userId="ad215094-da36-4b66-9c79-369a17aea26b" providerId="ADAL" clId="{4AADFD82-FDC5-4959-98F3-0F9C04BB9859}" dt="2025-09-24T21:09:26.798" v="95" actId="47"/>
        <pc:sldMkLst>
          <pc:docMk/>
          <pc:sldMk cId="2299419835" sldId="1618"/>
        </pc:sldMkLst>
      </pc:sldChg>
      <pc:sldChg chg="del">
        <pc:chgData name="Sanmukh Kuppannagari" userId="ad215094-da36-4b66-9c79-369a17aea26b" providerId="ADAL" clId="{4AADFD82-FDC5-4959-98F3-0F9C04BB9859}" dt="2025-09-24T21:09:26.798" v="95" actId="47"/>
        <pc:sldMkLst>
          <pc:docMk/>
          <pc:sldMk cId="4038028448" sldId="1619"/>
        </pc:sldMkLst>
      </pc:sldChg>
      <pc:sldChg chg="del">
        <pc:chgData name="Sanmukh Kuppannagari" userId="ad215094-da36-4b66-9c79-369a17aea26b" providerId="ADAL" clId="{4AADFD82-FDC5-4959-98F3-0F9C04BB9859}" dt="2025-09-24T21:09:26.798" v="95" actId="47"/>
        <pc:sldMkLst>
          <pc:docMk/>
          <pc:sldMk cId="3184318108" sldId="1620"/>
        </pc:sldMkLst>
      </pc:sldChg>
      <pc:sldChg chg="del">
        <pc:chgData name="Sanmukh Kuppannagari" userId="ad215094-da36-4b66-9c79-369a17aea26b" providerId="ADAL" clId="{4AADFD82-FDC5-4959-98F3-0F9C04BB9859}" dt="2025-09-24T21:09:26.798" v="95" actId="47"/>
        <pc:sldMkLst>
          <pc:docMk/>
          <pc:sldMk cId="2088901676" sldId="1621"/>
        </pc:sldMkLst>
      </pc:sldChg>
      <pc:sldChg chg="del">
        <pc:chgData name="Sanmukh Kuppannagari" userId="ad215094-da36-4b66-9c79-369a17aea26b" providerId="ADAL" clId="{4AADFD82-FDC5-4959-98F3-0F9C04BB9859}" dt="2025-09-24T21:09:26.798" v="95" actId="47"/>
        <pc:sldMkLst>
          <pc:docMk/>
          <pc:sldMk cId="1941417563" sldId="1622"/>
        </pc:sldMkLst>
      </pc:sldChg>
      <pc:sldChg chg="del">
        <pc:chgData name="Sanmukh Kuppannagari" userId="ad215094-da36-4b66-9c79-369a17aea26b" providerId="ADAL" clId="{4AADFD82-FDC5-4959-98F3-0F9C04BB9859}" dt="2025-09-24T21:09:26.798" v="95" actId="47"/>
        <pc:sldMkLst>
          <pc:docMk/>
          <pc:sldMk cId="20892369" sldId="1623"/>
        </pc:sldMkLst>
      </pc:sldChg>
      <pc:sldChg chg="del">
        <pc:chgData name="Sanmukh Kuppannagari" userId="ad215094-da36-4b66-9c79-369a17aea26b" providerId="ADAL" clId="{4AADFD82-FDC5-4959-98F3-0F9C04BB9859}" dt="2025-09-24T21:09:26.798" v="95" actId="47"/>
        <pc:sldMkLst>
          <pc:docMk/>
          <pc:sldMk cId="2754744985" sldId="1624"/>
        </pc:sldMkLst>
      </pc:sldChg>
      <pc:sldChg chg="del">
        <pc:chgData name="Sanmukh Kuppannagari" userId="ad215094-da36-4b66-9c79-369a17aea26b" providerId="ADAL" clId="{4AADFD82-FDC5-4959-98F3-0F9C04BB9859}" dt="2025-09-24T21:09:26.798" v="95" actId="47"/>
        <pc:sldMkLst>
          <pc:docMk/>
          <pc:sldMk cId="319091824" sldId="1625"/>
        </pc:sldMkLst>
      </pc:sldChg>
      <pc:sldChg chg="del">
        <pc:chgData name="Sanmukh Kuppannagari" userId="ad215094-da36-4b66-9c79-369a17aea26b" providerId="ADAL" clId="{4AADFD82-FDC5-4959-98F3-0F9C04BB9859}" dt="2025-09-24T21:09:26.798" v="95" actId="47"/>
        <pc:sldMkLst>
          <pc:docMk/>
          <pc:sldMk cId="1290179611" sldId="1626"/>
        </pc:sldMkLst>
      </pc:sldChg>
      <pc:sldChg chg="del">
        <pc:chgData name="Sanmukh Kuppannagari" userId="ad215094-da36-4b66-9c79-369a17aea26b" providerId="ADAL" clId="{4AADFD82-FDC5-4959-98F3-0F9C04BB9859}" dt="2025-09-24T21:09:26.798" v="95" actId="47"/>
        <pc:sldMkLst>
          <pc:docMk/>
          <pc:sldMk cId="3180180404" sldId="1627"/>
        </pc:sldMkLst>
      </pc:sldChg>
      <pc:sldChg chg="add del">
        <pc:chgData name="Sanmukh Kuppannagari" userId="ad215094-da36-4b66-9c79-369a17aea26b" providerId="ADAL" clId="{4AADFD82-FDC5-4959-98F3-0F9C04BB9859}" dt="2025-09-25T02:00:31.916" v="495"/>
        <pc:sldMkLst>
          <pc:docMk/>
          <pc:sldMk cId="1699230104" sldId="1628"/>
        </pc:sldMkLst>
      </pc:sldChg>
      <pc:sldChg chg="modSp new mod">
        <pc:chgData name="Sanmukh Kuppannagari" userId="ad215094-da36-4b66-9c79-369a17aea26b" providerId="ADAL" clId="{4AADFD82-FDC5-4959-98F3-0F9C04BB9859}" dt="2025-09-25T02:02:45.599" v="822" actId="20577"/>
        <pc:sldMkLst>
          <pc:docMk/>
          <pc:sldMk cId="975006680" sldId="1629"/>
        </pc:sldMkLst>
      </pc:sldChg>
      <pc:sldChg chg="del">
        <pc:chgData name="Sanmukh Kuppannagari" userId="ad215094-da36-4b66-9c79-369a17aea26b" providerId="ADAL" clId="{4AADFD82-FDC5-4959-98F3-0F9C04BB9859}" dt="2025-09-24T21:09:26.798" v="95" actId="47"/>
        <pc:sldMkLst>
          <pc:docMk/>
          <pc:sldMk cId="4173184227" sldId="1629"/>
        </pc:sldMkLst>
      </pc:sldChg>
      <pc:sldChg chg="modSp new mod">
        <pc:chgData name="Sanmukh Kuppannagari" userId="ad215094-da36-4b66-9c79-369a17aea26b" providerId="ADAL" clId="{4AADFD82-FDC5-4959-98F3-0F9C04BB9859}" dt="2025-09-25T02:08:43.061" v="1057" actId="20577"/>
        <pc:sldMkLst>
          <pc:docMk/>
          <pc:sldMk cId="2528811919" sldId="1630"/>
        </pc:sldMkLst>
      </pc:sldChg>
      <pc:sldChg chg="del">
        <pc:chgData name="Sanmukh Kuppannagari" userId="ad215094-da36-4b66-9c79-369a17aea26b" providerId="ADAL" clId="{4AADFD82-FDC5-4959-98F3-0F9C04BB9859}" dt="2025-09-24T21:09:26.798" v="95" actId="47"/>
        <pc:sldMkLst>
          <pc:docMk/>
          <pc:sldMk cId="3474780682" sldId="1630"/>
        </pc:sldMkLst>
      </pc:sldChg>
      <pc:sldChg chg="modSp new mod">
        <pc:chgData name="Sanmukh Kuppannagari" userId="ad215094-da36-4b66-9c79-369a17aea26b" providerId="ADAL" clId="{4AADFD82-FDC5-4959-98F3-0F9C04BB9859}" dt="2025-09-25T02:12:50.175" v="1393" actId="20577"/>
        <pc:sldMkLst>
          <pc:docMk/>
          <pc:sldMk cId="2580660460" sldId="1631"/>
        </pc:sldMkLst>
      </pc:sldChg>
      <pc:sldChg chg="del">
        <pc:chgData name="Sanmukh Kuppannagari" userId="ad215094-da36-4b66-9c79-369a17aea26b" providerId="ADAL" clId="{4AADFD82-FDC5-4959-98F3-0F9C04BB9859}" dt="2025-09-24T21:09:26.798" v="95" actId="47"/>
        <pc:sldMkLst>
          <pc:docMk/>
          <pc:sldMk cId="3692075067" sldId="1631"/>
        </pc:sldMkLst>
      </pc:sldChg>
      <pc:sldChg chg="modSp new mod">
        <pc:chgData name="Sanmukh Kuppannagari" userId="ad215094-da36-4b66-9c79-369a17aea26b" providerId="ADAL" clId="{4AADFD82-FDC5-4959-98F3-0F9C04BB9859}" dt="2025-09-25T02:17:18.487" v="1680" actId="20577"/>
        <pc:sldMkLst>
          <pc:docMk/>
          <pc:sldMk cId="2919249467" sldId="1632"/>
        </pc:sldMkLst>
      </pc:sldChg>
      <pc:sldChg chg="del">
        <pc:chgData name="Sanmukh Kuppannagari" userId="ad215094-da36-4b66-9c79-369a17aea26b" providerId="ADAL" clId="{4AADFD82-FDC5-4959-98F3-0F9C04BB9859}" dt="2025-09-24T21:09:26.798" v="95" actId="47"/>
        <pc:sldMkLst>
          <pc:docMk/>
          <pc:sldMk cId="3605704340" sldId="1632"/>
        </pc:sldMkLst>
      </pc:sldChg>
      <pc:sldChg chg="del">
        <pc:chgData name="Sanmukh Kuppannagari" userId="ad215094-da36-4b66-9c79-369a17aea26b" providerId="ADAL" clId="{4AADFD82-FDC5-4959-98F3-0F9C04BB9859}" dt="2025-09-24T21:09:26.798" v="95" actId="47"/>
        <pc:sldMkLst>
          <pc:docMk/>
          <pc:sldMk cId="421242867" sldId="1633"/>
        </pc:sldMkLst>
      </pc:sldChg>
      <pc:sldChg chg="addSp delSp modSp new mod">
        <pc:chgData name="Sanmukh Kuppannagari" userId="ad215094-da36-4b66-9c79-369a17aea26b" providerId="ADAL" clId="{4AADFD82-FDC5-4959-98F3-0F9C04BB9859}" dt="2025-09-25T02:22:03.504" v="1687" actId="12"/>
        <pc:sldMkLst>
          <pc:docMk/>
          <pc:sldMk cId="2489840245" sldId="1633"/>
        </pc:sldMkLst>
      </pc:sldChg>
      <pc:sldChg chg="addSp modSp add mod">
        <pc:chgData name="Sanmukh Kuppannagari" userId="ad215094-da36-4b66-9c79-369a17aea26b" providerId="ADAL" clId="{4AADFD82-FDC5-4959-98F3-0F9C04BB9859}" dt="2025-09-25T02:24:54.404" v="1871" actId="20577"/>
        <pc:sldMkLst>
          <pc:docMk/>
          <pc:sldMk cId="141087495" sldId="1634"/>
        </pc:sldMkLst>
      </pc:sldChg>
      <pc:sldChg chg="del">
        <pc:chgData name="Sanmukh Kuppannagari" userId="ad215094-da36-4b66-9c79-369a17aea26b" providerId="ADAL" clId="{4AADFD82-FDC5-4959-98F3-0F9C04BB9859}" dt="2025-09-24T21:09:26.798" v="95" actId="47"/>
        <pc:sldMkLst>
          <pc:docMk/>
          <pc:sldMk cId="2259558617" sldId="1634"/>
        </pc:sldMkLst>
      </pc:sldChg>
      <pc:sldChg chg="addSp modSp add mod">
        <pc:chgData name="Sanmukh Kuppannagari" userId="ad215094-da36-4b66-9c79-369a17aea26b" providerId="ADAL" clId="{4AADFD82-FDC5-4959-98F3-0F9C04BB9859}" dt="2025-09-25T02:25:33.305" v="1904" actId="20577"/>
        <pc:sldMkLst>
          <pc:docMk/>
          <pc:sldMk cId="3909936989" sldId="1635"/>
        </pc:sldMkLst>
      </pc:sldChg>
      <pc:sldChg chg="addSp modSp add mod">
        <pc:chgData name="Sanmukh Kuppannagari" userId="ad215094-da36-4b66-9c79-369a17aea26b" providerId="ADAL" clId="{4AADFD82-FDC5-4959-98F3-0F9C04BB9859}" dt="2025-09-25T02:26:13.114" v="1953" actId="20577"/>
        <pc:sldMkLst>
          <pc:docMk/>
          <pc:sldMk cId="676574781" sldId="1636"/>
        </pc:sldMkLst>
      </pc:sldChg>
      <pc:sldChg chg="addSp modSp add mod">
        <pc:chgData name="Sanmukh Kuppannagari" userId="ad215094-da36-4b66-9c79-369a17aea26b" providerId="ADAL" clId="{4AADFD82-FDC5-4959-98F3-0F9C04BB9859}" dt="2025-09-25T02:28:26.766" v="2099"/>
        <pc:sldMkLst>
          <pc:docMk/>
          <pc:sldMk cId="1637544381" sldId="1637"/>
        </pc:sldMkLst>
      </pc:sldChg>
      <pc:sldChg chg="modSp new mod">
        <pc:chgData name="Sanmukh Kuppannagari" userId="ad215094-da36-4b66-9c79-369a17aea26b" providerId="ADAL" clId="{4AADFD82-FDC5-4959-98F3-0F9C04BB9859}" dt="2025-09-25T02:31:14.164" v="2592" actId="20577"/>
        <pc:sldMkLst>
          <pc:docMk/>
          <pc:sldMk cId="1015862891" sldId="1638"/>
        </pc:sldMkLst>
      </pc:sldChg>
      <pc:sldChg chg="modSp new mod">
        <pc:chgData name="Sanmukh Kuppannagari" userId="ad215094-da36-4b66-9c79-369a17aea26b" providerId="ADAL" clId="{4AADFD82-FDC5-4959-98F3-0F9C04BB9859}" dt="2025-09-25T03:18:30.840" v="3703" actId="20577"/>
        <pc:sldMkLst>
          <pc:docMk/>
          <pc:sldMk cId="2329980675" sldId="1639"/>
        </pc:sldMkLst>
      </pc:sldChg>
      <pc:sldChg chg="add">
        <pc:chgData name="Sanmukh Kuppannagari" userId="ad215094-da36-4b66-9c79-369a17aea26b" providerId="ADAL" clId="{4AADFD82-FDC5-4959-98F3-0F9C04BB9859}" dt="2025-09-25T02:35:27.314" v="2680"/>
        <pc:sldMkLst>
          <pc:docMk/>
          <pc:sldMk cId="945086714" sldId="1640"/>
        </pc:sldMkLst>
      </pc:sldChg>
      <pc:sldChg chg="addSp delSp modSp add mod">
        <pc:chgData name="Sanmukh Kuppannagari" userId="ad215094-da36-4b66-9c79-369a17aea26b" providerId="ADAL" clId="{4AADFD82-FDC5-4959-98F3-0F9C04BB9859}" dt="2025-09-25T02:43:21.798" v="2804" actId="1076"/>
        <pc:sldMkLst>
          <pc:docMk/>
          <pc:sldMk cId="4214249919" sldId="1641"/>
        </pc:sldMkLst>
      </pc:sldChg>
      <pc:sldChg chg="addSp modSp add mod">
        <pc:chgData name="Sanmukh Kuppannagari" userId="ad215094-da36-4b66-9c79-369a17aea26b" providerId="ADAL" clId="{4AADFD82-FDC5-4959-98F3-0F9C04BB9859}" dt="2025-09-25T02:44:19.555" v="2947" actId="20577"/>
        <pc:sldMkLst>
          <pc:docMk/>
          <pc:sldMk cId="718443645" sldId="1642"/>
        </pc:sldMkLst>
      </pc:sldChg>
      <pc:sldChg chg="addSp delSp modSp add mod">
        <pc:chgData name="Sanmukh Kuppannagari" userId="ad215094-da36-4b66-9c79-369a17aea26b" providerId="ADAL" clId="{4AADFD82-FDC5-4959-98F3-0F9C04BB9859}" dt="2025-09-25T02:52:59.568" v="3305" actId="20577"/>
        <pc:sldMkLst>
          <pc:docMk/>
          <pc:sldMk cId="1443863710" sldId="1643"/>
        </pc:sldMkLst>
      </pc:sldChg>
      <pc:sldChg chg="addSp modSp add mod">
        <pc:chgData name="Sanmukh Kuppannagari" userId="ad215094-da36-4b66-9c79-369a17aea26b" providerId="ADAL" clId="{4AADFD82-FDC5-4959-98F3-0F9C04BB9859}" dt="2025-09-25T02:48:20.314" v="3127" actId="207"/>
        <pc:sldMkLst>
          <pc:docMk/>
          <pc:sldMk cId="2123041264" sldId="1644"/>
        </pc:sldMkLst>
      </pc:sldChg>
      <pc:sldChg chg="modSp add mod">
        <pc:chgData name="Sanmukh Kuppannagari" userId="ad215094-da36-4b66-9c79-369a17aea26b" providerId="ADAL" clId="{4AADFD82-FDC5-4959-98F3-0F9C04BB9859}" dt="2025-09-25T02:48:42.262" v="3142" actId="207"/>
        <pc:sldMkLst>
          <pc:docMk/>
          <pc:sldMk cId="3051466868" sldId="1645"/>
        </pc:sldMkLst>
      </pc:sldChg>
      <pc:sldChg chg="addSp modSp add mod">
        <pc:chgData name="Sanmukh Kuppannagari" userId="ad215094-da36-4b66-9c79-369a17aea26b" providerId="ADAL" clId="{4AADFD82-FDC5-4959-98F3-0F9C04BB9859}" dt="2025-09-25T02:49:49.410" v="3210" actId="207"/>
        <pc:sldMkLst>
          <pc:docMk/>
          <pc:sldMk cId="3023684649" sldId="1646"/>
        </pc:sldMkLst>
      </pc:sldChg>
      <pc:sldChg chg="modSp add">
        <pc:chgData name="Sanmukh Kuppannagari" userId="ad215094-da36-4b66-9c79-369a17aea26b" providerId="ADAL" clId="{4AADFD82-FDC5-4959-98F3-0F9C04BB9859}" dt="2025-09-25T02:50:16.156" v="3223" actId="207"/>
        <pc:sldMkLst>
          <pc:docMk/>
          <pc:sldMk cId="3905001171" sldId="1647"/>
        </pc:sldMkLst>
      </pc:sldChg>
      <pc:sldChg chg="addSp delSp modSp add mod">
        <pc:chgData name="Sanmukh Kuppannagari" userId="ad215094-da36-4b66-9c79-369a17aea26b" providerId="ADAL" clId="{4AADFD82-FDC5-4959-98F3-0F9C04BB9859}" dt="2025-09-25T03:23:57.683" v="3881" actId="1076"/>
        <pc:sldMkLst>
          <pc:docMk/>
          <pc:sldMk cId="3868606071" sldId="1648"/>
        </pc:sldMkLst>
      </pc:sldChg>
      <pc:sldChg chg="addSp modSp add mod">
        <pc:chgData name="Sanmukh Kuppannagari" userId="ad215094-da36-4b66-9c79-369a17aea26b" providerId="ADAL" clId="{4AADFD82-FDC5-4959-98F3-0F9C04BB9859}" dt="2025-09-25T03:23:11.234" v="3802" actId="1076"/>
        <pc:sldMkLst>
          <pc:docMk/>
          <pc:sldMk cId="1199362188" sldId="1649"/>
        </pc:sldMkLst>
      </pc:sldChg>
      <pc:sldChg chg="modSp add mod">
        <pc:chgData name="Sanmukh Kuppannagari" userId="ad215094-da36-4b66-9c79-369a17aea26b" providerId="ADAL" clId="{4AADFD82-FDC5-4959-98F3-0F9C04BB9859}" dt="2025-09-25T03:24:26.457" v="3925" actId="1036"/>
        <pc:sldMkLst>
          <pc:docMk/>
          <pc:sldMk cId="1920855987" sldId="1650"/>
        </pc:sldMkLst>
      </pc:sldChg>
      <pc:sldChg chg="modSp add mod">
        <pc:chgData name="Sanmukh Kuppannagari" userId="ad215094-da36-4b66-9c79-369a17aea26b" providerId="ADAL" clId="{4AADFD82-FDC5-4959-98F3-0F9C04BB9859}" dt="2025-09-25T03:26:17.211" v="3947" actId="1076"/>
        <pc:sldMkLst>
          <pc:docMk/>
          <pc:sldMk cId="3598749542" sldId="1651"/>
        </pc:sldMkLst>
      </pc:sldChg>
      <pc:sldChg chg="modSp add mod">
        <pc:chgData name="Sanmukh Kuppannagari" userId="ad215094-da36-4b66-9c79-369a17aea26b" providerId="ADAL" clId="{4AADFD82-FDC5-4959-98F3-0F9C04BB9859}" dt="2025-09-25T03:26:07.824" v="3946" actId="1076"/>
        <pc:sldMkLst>
          <pc:docMk/>
          <pc:sldMk cId="384978215" sldId="1652"/>
        </pc:sldMkLst>
      </pc:sldChg>
    </pc:docChg>
  </pc:docChgLst>
  <pc:docChgLst>
    <pc:chgData name="Sanmukh Kuppannagari" userId="ad215094-da36-4b66-9c79-369a17aea26b" providerId="ADAL" clId="{7B61D3EF-15B8-4F04-8033-014CD468CBC4}"/>
    <pc:docChg chg="undo custSel delSld modSld">
      <pc:chgData name="Sanmukh Kuppannagari" userId="ad215094-da36-4b66-9c79-369a17aea26b" providerId="ADAL" clId="{7B61D3EF-15B8-4F04-8033-014CD468CBC4}" dt="2025-09-18T14:57:35.710" v="344" actId="20577"/>
      <pc:docMkLst>
        <pc:docMk/>
      </pc:docMkLst>
      <pc:sldChg chg="addSp modSp mod">
        <pc:chgData name="Sanmukh Kuppannagari" userId="ad215094-da36-4b66-9c79-369a17aea26b" providerId="ADAL" clId="{7B61D3EF-15B8-4F04-8033-014CD468CBC4}" dt="2025-09-18T14:53:04.114" v="197" actId="1076"/>
        <pc:sldMkLst>
          <pc:docMk/>
          <pc:sldMk cId="2120287752" sldId="1310"/>
        </pc:sldMkLst>
      </pc:sldChg>
      <pc:sldChg chg="addSp modSp">
        <pc:chgData name="Sanmukh Kuppannagari" userId="ad215094-da36-4b66-9c79-369a17aea26b" providerId="ADAL" clId="{7B61D3EF-15B8-4F04-8033-014CD468CBC4}" dt="2025-09-18T14:53:07.704" v="198"/>
        <pc:sldMkLst>
          <pc:docMk/>
          <pc:sldMk cId="2652461517" sldId="1311"/>
        </pc:sldMkLst>
      </pc:sldChg>
      <pc:sldChg chg="addSp modSp">
        <pc:chgData name="Sanmukh Kuppannagari" userId="ad215094-da36-4b66-9c79-369a17aea26b" providerId="ADAL" clId="{7B61D3EF-15B8-4F04-8033-014CD468CBC4}" dt="2025-09-18T14:53:11.101" v="199"/>
        <pc:sldMkLst>
          <pc:docMk/>
          <pc:sldMk cId="284065558" sldId="1312"/>
        </pc:sldMkLst>
      </pc:sldChg>
      <pc:sldChg chg="addSp modSp">
        <pc:chgData name="Sanmukh Kuppannagari" userId="ad215094-da36-4b66-9c79-369a17aea26b" providerId="ADAL" clId="{7B61D3EF-15B8-4F04-8033-014CD468CBC4}" dt="2025-09-18T14:53:15.067" v="200"/>
        <pc:sldMkLst>
          <pc:docMk/>
          <pc:sldMk cId="303362016" sldId="1313"/>
        </pc:sldMkLst>
      </pc:sldChg>
      <pc:sldChg chg="addSp delSp modSp mod">
        <pc:chgData name="Sanmukh Kuppannagari" userId="ad215094-da36-4b66-9c79-369a17aea26b" providerId="ADAL" clId="{7B61D3EF-15B8-4F04-8033-014CD468CBC4}" dt="2025-09-18T14:53:57.784" v="210" actId="478"/>
        <pc:sldMkLst>
          <pc:docMk/>
          <pc:sldMk cId="1137941797" sldId="1314"/>
        </pc:sldMkLst>
      </pc:sldChg>
      <pc:sldChg chg="modSp">
        <pc:chgData name="Sanmukh Kuppannagari" userId="ad215094-da36-4b66-9c79-369a17aea26b" providerId="ADAL" clId="{7B61D3EF-15B8-4F04-8033-014CD468CBC4}" dt="2025-09-18T14:38:31.893" v="193" actId="207"/>
        <pc:sldMkLst>
          <pc:docMk/>
          <pc:sldMk cId="3610053994" sldId="1317"/>
        </pc:sldMkLst>
      </pc:sldChg>
      <pc:sldChg chg="modSp mod">
        <pc:chgData name="Sanmukh Kuppannagari" userId="ad215094-da36-4b66-9c79-369a17aea26b" providerId="ADAL" clId="{7B61D3EF-15B8-4F04-8033-014CD468CBC4}" dt="2025-09-18T14:57:35.710" v="344" actId="20577"/>
        <pc:sldMkLst>
          <pc:docMk/>
          <pc:sldMk cId="3204193764" sldId="1320"/>
        </pc:sldMkLst>
      </pc:sldChg>
      <pc:sldChg chg="modSp mod">
        <pc:chgData name="Sanmukh Kuppannagari" userId="ad215094-da36-4b66-9c79-369a17aea26b" providerId="ADAL" clId="{7B61D3EF-15B8-4F04-8033-014CD468CBC4}" dt="2025-09-18T13:48:17.769" v="170" actId="5793"/>
        <pc:sldMkLst>
          <pc:docMk/>
          <pc:sldMk cId="330368493" sldId="1340"/>
        </pc:sldMkLst>
      </pc:sldChg>
      <pc:sldChg chg="modSp mod">
        <pc:chgData name="Sanmukh Kuppannagari" userId="ad215094-da36-4b66-9c79-369a17aea26b" providerId="ADAL" clId="{7B61D3EF-15B8-4F04-8033-014CD468CBC4}" dt="2025-09-18T13:44:41.742" v="58" actId="20577"/>
        <pc:sldMkLst>
          <pc:docMk/>
          <pc:sldMk cId="2091044005" sldId="1513"/>
        </pc:sldMkLst>
      </pc:sldChg>
      <pc:sldChg chg="del">
        <pc:chgData name="Sanmukh Kuppannagari" userId="ad215094-da36-4b66-9c79-369a17aea26b" providerId="ADAL" clId="{7B61D3EF-15B8-4F04-8033-014CD468CBC4}" dt="2025-09-18T13:44:50.370" v="59" actId="47"/>
        <pc:sldMkLst>
          <pc:docMk/>
          <pc:sldMk cId="48973366" sldId="1514"/>
        </pc:sldMkLst>
      </pc:sldChg>
      <pc:sldChg chg="del">
        <pc:chgData name="Sanmukh Kuppannagari" userId="ad215094-da36-4b66-9c79-369a17aea26b" providerId="ADAL" clId="{7B61D3EF-15B8-4F04-8033-014CD468CBC4}" dt="2025-09-18T13:44:54.750" v="60" actId="47"/>
        <pc:sldMkLst>
          <pc:docMk/>
          <pc:sldMk cId="312789784" sldId="1549"/>
        </pc:sldMkLst>
      </pc:sldChg>
      <pc:sldChg chg="modSp mod">
        <pc:chgData name="Sanmukh Kuppannagari" userId="ad215094-da36-4b66-9c79-369a17aea26b" providerId="ADAL" clId="{7B61D3EF-15B8-4F04-8033-014CD468CBC4}" dt="2025-09-18T13:47:34.750" v="133" actId="20577"/>
        <pc:sldMkLst>
          <pc:docMk/>
          <pc:sldMk cId="1297240811" sldId="1551"/>
        </pc:sldMkLst>
        <pc:spChg chg="mod">
          <ac:chgData name="Sanmukh Kuppannagari" userId="ad215094-da36-4b66-9c79-369a17aea26b" providerId="ADAL" clId="{7B61D3EF-15B8-4F04-8033-014CD468CBC4}" dt="2025-09-18T13:47:34.750" v="133" actId="20577"/>
          <ac:spMkLst>
            <pc:docMk/>
            <pc:sldMk cId="1297240811" sldId="1551"/>
            <ac:spMk id="3" creationId="{E7FF2391-E8AE-9A93-A4FC-0E02B54BC29C}"/>
          </ac:spMkLst>
        </pc:spChg>
      </pc:sldChg>
      <pc:sldChg chg="addSp delSp modSp mod">
        <pc:chgData name="Sanmukh Kuppannagari" userId="ad215094-da36-4b66-9c79-369a17aea26b" providerId="ADAL" clId="{7B61D3EF-15B8-4F04-8033-014CD468CBC4}" dt="2025-09-18T14:53:47.982" v="209" actId="478"/>
        <pc:sldMkLst>
          <pc:docMk/>
          <pc:sldMk cId="570117069" sldId="1573"/>
        </pc:sldMkLst>
      </pc:sldChg>
      <pc:sldChg chg="addSp delSp modSp mod">
        <pc:chgData name="Sanmukh Kuppannagari" userId="ad215094-da36-4b66-9c79-369a17aea26b" providerId="ADAL" clId="{7B61D3EF-15B8-4F04-8033-014CD468CBC4}" dt="2025-09-18T14:53:44.767" v="208" actId="478"/>
        <pc:sldMkLst>
          <pc:docMk/>
          <pc:sldMk cId="995901004" sldId="1574"/>
        </pc:sldMkLst>
      </pc:sldChg>
      <pc:sldChg chg="addSp delSp modSp mod">
        <pc:chgData name="Sanmukh Kuppannagari" userId="ad215094-da36-4b66-9c79-369a17aea26b" providerId="ADAL" clId="{7B61D3EF-15B8-4F04-8033-014CD468CBC4}" dt="2025-09-18T14:53:42.215" v="207" actId="478"/>
        <pc:sldMkLst>
          <pc:docMk/>
          <pc:sldMk cId="440498288" sldId="1575"/>
        </pc:sldMkLst>
      </pc:sldChg>
      <pc:sldChg chg="addSp delSp modSp mod">
        <pc:chgData name="Sanmukh Kuppannagari" userId="ad215094-da36-4b66-9c79-369a17aea26b" providerId="ADAL" clId="{7B61D3EF-15B8-4F04-8033-014CD468CBC4}" dt="2025-09-18T14:53:37.119" v="206" actId="478"/>
        <pc:sldMkLst>
          <pc:docMk/>
          <pc:sldMk cId="670652363" sldId="1576"/>
        </pc:sldMkLst>
      </pc:sldChg>
      <pc:sldChg chg="modSp">
        <pc:chgData name="Sanmukh Kuppannagari" userId="ad215094-da36-4b66-9c79-369a17aea26b" providerId="ADAL" clId="{7B61D3EF-15B8-4F04-8033-014CD468CBC4}" dt="2025-09-18T14:38:15.855" v="191" actId="20577"/>
        <pc:sldMkLst>
          <pc:docMk/>
          <pc:sldMk cId="3330804335" sldId="1583"/>
        </pc:sldMkLst>
      </pc:sldChg>
      <pc:sldChg chg="addSp modSp">
        <pc:chgData name="Sanmukh Kuppannagari" userId="ad215094-da36-4b66-9c79-369a17aea26b" providerId="ADAL" clId="{7B61D3EF-15B8-4F04-8033-014CD468CBC4}" dt="2025-09-18T14:57:13.460" v="341" actId="571"/>
        <pc:sldMkLst>
          <pc:docMk/>
          <pc:sldMk cId="936452190" sldId="1584"/>
        </pc:sldMkLst>
      </pc:sldChg>
      <pc:sldChg chg="addSp modSp">
        <pc:chgData name="Sanmukh Kuppannagari" userId="ad215094-da36-4b66-9c79-369a17aea26b" providerId="ADAL" clId="{7B61D3EF-15B8-4F04-8033-014CD468CBC4}" dt="2025-09-18T14:57:22.432" v="342"/>
        <pc:sldMkLst>
          <pc:docMk/>
          <pc:sldMk cId="652014047" sldId="1585"/>
        </pc:sldMkLst>
      </pc:sldChg>
      <pc:sldChg chg="addSp modSp">
        <pc:chgData name="Sanmukh Kuppannagari" userId="ad215094-da36-4b66-9c79-369a17aea26b" providerId="ADAL" clId="{7B61D3EF-15B8-4F04-8033-014CD468CBC4}" dt="2025-09-18T14:57:26.014" v="343"/>
        <pc:sldMkLst>
          <pc:docMk/>
          <pc:sldMk cId="3673118713" sldId="1586"/>
        </pc:sldMkLst>
      </pc:sldChg>
    </pc:docChg>
  </pc:docChgLst>
  <pc:docChgLst>
    <pc:chgData name="Sanmukh Kuppannagari" userId="ad215094-da36-4b66-9c79-369a17aea26b" providerId="ADAL" clId="{613A0AB2-BD56-483A-AC30-AF62202992E8}"/>
    <pc:docChg chg="undo custSel addSld delSld modSld sldOrd">
      <pc:chgData name="Sanmukh Kuppannagari" userId="ad215094-da36-4b66-9c79-369a17aea26b" providerId="ADAL" clId="{613A0AB2-BD56-483A-AC30-AF62202992E8}" dt="2024-09-10T14:08:58.540" v="4073" actId="20577"/>
      <pc:docMkLst>
        <pc:docMk/>
      </pc:docMkLst>
      <pc:sldChg chg="del">
        <pc:chgData name="Sanmukh Kuppannagari" userId="ad215094-da36-4b66-9c79-369a17aea26b" providerId="ADAL" clId="{613A0AB2-BD56-483A-AC30-AF62202992E8}" dt="2024-09-10T01:35:40.136" v="128" actId="47"/>
        <pc:sldMkLst>
          <pc:docMk/>
          <pc:sldMk cId="276729432" sldId="309"/>
        </pc:sldMkLst>
      </pc:sldChg>
      <pc:sldChg chg="del">
        <pc:chgData name="Sanmukh Kuppannagari" userId="ad215094-da36-4b66-9c79-369a17aea26b" providerId="ADAL" clId="{613A0AB2-BD56-483A-AC30-AF62202992E8}" dt="2024-09-10T01:35:40.136" v="128" actId="47"/>
        <pc:sldMkLst>
          <pc:docMk/>
          <pc:sldMk cId="2950079441" sldId="328"/>
        </pc:sldMkLst>
      </pc:sldChg>
      <pc:sldChg chg="del">
        <pc:chgData name="Sanmukh Kuppannagari" userId="ad215094-da36-4b66-9c79-369a17aea26b" providerId="ADAL" clId="{613A0AB2-BD56-483A-AC30-AF62202992E8}" dt="2024-09-10T01:35:40.136" v="128" actId="47"/>
        <pc:sldMkLst>
          <pc:docMk/>
          <pc:sldMk cId="607569566" sldId="335"/>
        </pc:sldMkLst>
      </pc:sldChg>
      <pc:sldChg chg="del">
        <pc:chgData name="Sanmukh Kuppannagari" userId="ad215094-da36-4b66-9c79-369a17aea26b" providerId="ADAL" clId="{613A0AB2-BD56-483A-AC30-AF62202992E8}" dt="2024-09-10T01:35:40.136" v="128" actId="47"/>
        <pc:sldMkLst>
          <pc:docMk/>
          <pc:sldMk cId="2522483144" sldId="341"/>
        </pc:sldMkLst>
      </pc:sldChg>
      <pc:sldChg chg="add">
        <pc:chgData name="Sanmukh Kuppannagari" userId="ad215094-da36-4b66-9c79-369a17aea26b" providerId="ADAL" clId="{613A0AB2-BD56-483A-AC30-AF62202992E8}" dt="2024-09-10T01:44:36.823" v="208"/>
        <pc:sldMkLst>
          <pc:docMk/>
          <pc:sldMk cId="2492042211" sldId="354"/>
        </pc:sldMkLst>
      </pc:sldChg>
      <pc:sldChg chg="modSp mod">
        <pc:chgData name="Sanmukh Kuppannagari" userId="ad215094-da36-4b66-9c79-369a17aea26b" providerId="ADAL" clId="{613A0AB2-BD56-483A-AC30-AF62202992E8}" dt="2024-09-10T02:49:54.542" v="3055" actId="15"/>
        <pc:sldMkLst>
          <pc:docMk/>
          <pc:sldMk cId="3837875043" sldId="390"/>
        </pc:sldMkLst>
      </pc:sldChg>
      <pc:sldChg chg="del">
        <pc:chgData name="Sanmukh Kuppannagari" userId="ad215094-da36-4b66-9c79-369a17aea26b" providerId="ADAL" clId="{613A0AB2-BD56-483A-AC30-AF62202992E8}" dt="2024-09-10T01:35:40.136" v="128" actId="47"/>
        <pc:sldMkLst>
          <pc:docMk/>
          <pc:sldMk cId="2314761624" sldId="392"/>
        </pc:sldMkLst>
      </pc:sldChg>
      <pc:sldChg chg="del">
        <pc:chgData name="Sanmukh Kuppannagari" userId="ad215094-da36-4b66-9c79-369a17aea26b" providerId="ADAL" clId="{613A0AB2-BD56-483A-AC30-AF62202992E8}" dt="2024-09-10T01:35:40.136" v="128" actId="47"/>
        <pc:sldMkLst>
          <pc:docMk/>
          <pc:sldMk cId="4158598040" sldId="394"/>
        </pc:sldMkLst>
      </pc:sldChg>
      <pc:sldChg chg="del">
        <pc:chgData name="Sanmukh Kuppannagari" userId="ad215094-da36-4b66-9c79-369a17aea26b" providerId="ADAL" clId="{613A0AB2-BD56-483A-AC30-AF62202992E8}" dt="2024-09-10T01:35:40.136" v="128" actId="47"/>
        <pc:sldMkLst>
          <pc:docMk/>
          <pc:sldMk cId="854907447" sldId="395"/>
        </pc:sldMkLst>
      </pc:sldChg>
      <pc:sldChg chg="add">
        <pc:chgData name="Sanmukh Kuppannagari" userId="ad215094-da36-4b66-9c79-369a17aea26b" providerId="ADAL" clId="{613A0AB2-BD56-483A-AC30-AF62202992E8}" dt="2024-09-10T02:46:39.387" v="2942"/>
        <pc:sldMkLst>
          <pc:docMk/>
          <pc:sldMk cId="1983873654" sldId="424"/>
        </pc:sldMkLst>
      </pc:sldChg>
      <pc:sldChg chg="add">
        <pc:chgData name="Sanmukh Kuppannagari" userId="ad215094-da36-4b66-9c79-369a17aea26b" providerId="ADAL" clId="{613A0AB2-BD56-483A-AC30-AF62202992E8}" dt="2024-09-10T02:46:39.387" v="2942"/>
        <pc:sldMkLst>
          <pc:docMk/>
          <pc:sldMk cId="3888738288" sldId="425"/>
        </pc:sldMkLst>
      </pc:sldChg>
      <pc:sldChg chg="add">
        <pc:chgData name="Sanmukh Kuppannagari" userId="ad215094-da36-4b66-9c79-369a17aea26b" providerId="ADAL" clId="{613A0AB2-BD56-483A-AC30-AF62202992E8}" dt="2024-09-10T02:46:39.387" v="2942"/>
        <pc:sldMkLst>
          <pc:docMk/>
          <pc:sldMk cId="1793507665" sldId="430"/>
        </pc:sldMkLst>
      </pc:sldChg>
      <pc:sldChg chg="add">
        <pc:chgData name="Sanmukh Kuppannagari" userId="ad215094-da36-4b66-9c79-369a17aea26b" providerId="ADAL" clId="{613A0AB2-BD56-483A-AC30-AF62202992E8}" dt="2024-09-10T02:46:39.387" v="2942"/>
        <pc:sldMkLst>
          <pc:docMk/>
          <pc:sldMk cId="487871764" sldId="431"/>
        </pc:sldMkLst>
      </pc:sldChg>
      <pc:sldChg chg="add">
        <pc:chgData name="Sanmukh Kuppannagari" userId="ad215094-da36-4b66-9c79-369a17aea26b" providerId="ADAL" clId="{613A0AB2-BD56-483A-AC30-AF62202992E8}" dt="2024-09-10T02:46:39.387" v="2942"/>
        <pc:sldMkLst>
          <pc:docMk/>
          <pc:sldMk cId="268865837" sldId="432"/>
        </pc:sldMkLst>
      </pc:sldChg>
      <pc:sldChg chg="add">
        <pc:chgData name="Sanmukh Kuppannagari" userId="ad215094-da36-4b66-9c79-369a17aea26b" providerId="ADAL" clId="{613A0AB2-BD56-483A-AC30-AF62202992E8}" dt="2024-09-10T02:46:39.387" v="2942"/>
        <pc:sldMkLst>
          <pc:docMk/>
          <pc:sldMk cId="2302553672" sldId="433"/>
        </pc:sldMkLst>
      </pc:sldChg>
      <pc:sldChg chg="add">
        <pc:chgData name="Sanmukh Kuppannagari" userId="ad215094-da36-4b66-9c79-369a17aea26b" providerId="ADAL" clId="{613A0AB2-BD56-483A-AC30-AF62202992E8}" dt="2024-09-10T02:46:39.387" v="2942"/>
        <pc:sldMkLst>
          <pc:docMk/>
          <pc:sldMk cId="2361697695" sldId="434"/>
        </pc:sldMkLst>
      </pc:sldChg>
      <pc:sldChg chg="add">
        <pc:chgData name="Sanmukh Kuppannagari" userId="ad215094-da36-4b66-9c79-369a17aea26b" providerId="ADAL" clId="{613A0AB2-BD56-483A-AC30-AF62202992E8}" dt="2024-09-10T02:46:39.387" v="2942"/>
        <pc:sldMkLst>
          <pc:docMk/>
          <pc:sldMk cId="3738599002" sldId="444"/>
        </pc:sldMkLst>
      </pc:sldChg>
      <pc:sldChg chg="add">
        <pc:chgData name="Sanmukh Kuppannagari" userId="ad215094-da36-4b66-9c79-369a17aea26b" providerId="ADAL" clId="{613A0AB2-BD56-483A-AC30-AF62202992E8}" dt="2024-09-10T02:46:39.387" v="2942"/>
        <pc:sldMkLst>
          <pc:docMk/>
          <pc:sldMk cId="845386772" sldId="1252"/>
        </pc:sldMkLst>
      </pc:sldChg>
      <pc:sldChg chg="add">
        <pc:chgData name="Sanmukh Kuppannagari" userId="ad215094-da36-4b66-9c79-369a17aea26b" providerId="ADAL" clId="{613A0AB2-BD56-483A-AC30-AF62202992E8}" dt="2024-09-10T02:46:39.387" v="2942"/>
        <pc:sldMkLst>
          <pc:docMk/>
          <pc:sldMk cId="1683670839" sldId="1253"/>
        </pc:sldMkLst>
      </pc:sldChg>
      <pc:sldChg chg="add">
        <pc:chgData name="Sanmukh Kuppannagari" userId="ad215094-da36-4b66-9c79-369a17aea26b" providerId="ADAL" clId="{613A0AB2-BD56-483A-AC30-AF62202992E8}" dt="2024-09-10T02:46:39.387" v="2942"/>
        <pc:sldMkLst>
          <pc:docMk/>
          <pc:sldMk cId="4018864358" sldId="1254"/>
        </pc:sldMkLst>
      </pc:sldChg>
      <pc:sldChg chg="add">
        <pc:chgData name="Sanmukh Kuppannagari" userId="ad215094-da36-4b66-9c79-369a17aea26b" providerId="ADAL" clId="{613A0AB2-BD56-483A-AC30-AF62202992E8}" dt="2024-09-10T02:46:39.387" v="2942"/>
        <pc:sldMkLst>
          <pc:docMk/>
          <pc:sldMk cId="787861397" sldId="1255"/>
        </pc:sldMkLst>
      </pc:sldChg>
      <pc:sldChg chg="add">
        <pc:chgData name="Sanmukh Kuppannagari" userId="ad215094-da36-4b66-9c79-369a17aea26b" providerId="ADAL" clId="{613A0AB2-BD56-483A-AC30-AF62202992E8}" dt="2024-09-10T02:46:39.387" v="2942"/>
        <pc:sldMkLst>
          <pc:docMk/>
          <pc:sldMk cId="2706379635" sldId="1256"/>
        </pc:sldMkLst>
      </pc:sldChg>
      <pc:sldChg chg="add">
        <pc:chgData name="Sanmukh Kuppannagari" userId="ad215094-da36-4b66-9c79-369a17aea26b" providerId="ADAL" clId="{613A0AB2-BD56-483A-AC30-AF62202992E8}" dt="2024-09-10T02:46:39.387" v="2942"/>
        <pc:sldMkLst>
          <pc:docMk/>
          <pc:sldMk cId="2188572601" sldId="1257"/>
        </pc:sldMkLst>
      </pc:sldChg>
      <pc:sldChg chg="add">
        <pc:chgData name="Sanmukh Kuppannagari" userId="ad215094-da36-4b66-9c79-369a17aea26b" providerId="ADAL" clId="{613A0AB2-BD56-483A-AC30-AF62202992E8}" dt="2024-09-10T02:46:39.387" v="2942"/>
        <pc:sldMkLst>
          <pc:docMk/>
          <pc:sldMk cId="1911274223" sldId="1258"/>
        </pc:sldMkLst>
      </pc:sldChg>
      <pc:sldChg chg="add">
        <pc:chgData name="Sanmukh Kuppannagari" userId="ad215094-da36-4b66-9c79-369a17aea26b" providerId="ADAL" clId="{613A0AB2-BD56-483A-AC30-AF62202992E8}" dt="2024-09-10T02:46:39.387" v="2942"/>
        <pc:sldMkLst>
          <pc:docMk/>
          <pc:sldMk cId="2969816698" sldId="1259"/>
        </pc:sldMkLst>
      </pc:sldChg>
      <pc:sldChg chg="add">
        <pc:chgData name="Sanmukh Kuppannagari" userId="ad215094-da36-4b66-9c79-369a17aea26b" providerId="ADAL" clId="{613A0AB2-BD56-483A-AC30-AF62202992E8}" dt="2024-09-10T02:46:39.387" v="2942"/>
        <pc:sldMkLst>
          <pc:docMk/>
          <pc:sldMk cId="3375916416" sldId="1260"/>
        </pc:sldMkLst>
      </pc:sldChg>
      <pc:sldChg chg="add">
        <pc:chgData name="Sanmukh Kuppannagari" userId="ad215094-da36-4b66-9c79-369a17aea26b" providerId="ADAL" clId="{613A0AB2-BD56-483A-AC30-AF62202992E8}" dt="2024-09-10T02:46:39.387" v="2942"/>
        <pc:sldMkLst>
          <pc:docMk/>
          <pc:sldMk cId="2696076742" sldId="1261"/>
        </pc:sldMkLst>
      </pc:sldChg>
      <pc:sldChg chg="add">
        <pc:chgData name="Sanmukh Kuppannagari" userId="ad215094-da36-4b66-9c79-369a17aea26b" providerId="ADAL" clId="{613A0AB2-BD56-483A-AC30-AF62202992E8}" dt="2024-09-10T02:46:39.387" v="2942"/>
        <pc:sldMkLst>
          <pc:docMk/>
          <pc:sldMk cId="48347974" sldId="1262"/>
        </pc:sldMkLst>
      </pc:sldChg>
      <pc:sldChg chg="add">
        <pc:chgData name="Sanmukh Kuppannagari" userId="ad215094-da36-4b66-9c79-369a17aea26b" providerId="ADAL" clId="{613A0AB2-BD56-483A-AC30-AF62202992E8}" dt="2024-09-10T02:46:39.387" v="2942"/>
        <pc:sldMkLst>
          <pc:docMk/>
          <pc:sldMk cId="4163333809" sldId="1263"/>
        </pc:sldMkLst>
      </pc:sldChg>
      <pc:sldChg chg="add">
        <pc:chgData name="Sanmukh Kuppannagari" userId="ad215094-da36-4b66-9c79-369a17aea26b" providerId="ADAL" clId="{613A0AB2-BD56-483A-AC30-AF62202992E8}" dt="2024-09-10T02:46:39.387" v="2942"/>
        <pc:sldMkLst>
          <pc:docMk/>
          <pc:sldMk cId="2061059533" sldId="1264"/>
        </pc:sldMkLst>
      </pc:sldChg>
      <pc:sldChg chg="add">
        <pc:chgData name="Sanmukh Kuppannagari" userId="ad215094-da36-4b66-9c79-369a17aea26b" providerId="ADAL" clId="{613A0AB2-BD56-483A-AC30-AF62202992E8}" dt="2024-09-10T02:46:39.387" v="2942"/>
        <pc:sldMkLst>
          <pc:docMk/>
          <pc:sldMk cId="3769872445" sldId="1265"/>
        </pc:sldMkLst>
      </pc:sldChg>
      <pc:sldChg chg="add">
        <pc:chgData name="Sanmukh Kuppannagari" userId="ad215094-da36-4b66-9c79-369a17aea26b" providerId="ADAL" clId="{613A0AB2-BD56-483A-AC30-AF62202992E8}" dt="2024-09-10T02:46:39.387" v="2942"/>
        <pc:sldMkLst>
          <pc:docMk/>
          <pc:sldMk cId="11496660" sldId="1266"/>
        </pc:sldMkLst>
      </pc:sldChg>
      <pc:sldChg chg="add">
        <pc:chgData name="Sanmukh Kuppannagari" userId="ad215094-da36-4b66-9c79-369a17aea26b" providerId="ADAL" clId="{613A0AB2-BD56-483A-AC30-AF62202992E8}" dt="2024-09-10T02:46:39.387" v="2942"/>
        <pc:sldMkLst>
          <pc:docMk/>
          <pc:sldMk cId="1949417311" sldId="1267"/>
        </pc:sldMkLst>
      </pc:sldChg>
      <pc:sldChg chg="add">
        <pc:chgData name="Sanmukh Kuppannagari" userId="ad215094-da36-4b66-9c79-369a17aea26b" providerId="ADAL" clId="{613A0AB2-BD56-483A-AC30-AF62202992E8}" dt="2024-09-10T02:46:39.387" v="2942"/>
        <pc:sldMkLst>
          <pc:docMk/>
          <pc:sldMk cId="981443244" sldId="1268"/>
        </pc:sldMkLst>
      </pc:sldChg>
      <pc:sldChg chg="add">
        <pc:chgData name="Sanmukh Kuppannagari" userId="ad215094-da36-4b66-9c79-369a17aea26b" providerId="ADAL" clId="{613A0AB2-BD56-483A-AC30-AF62202992E8}" dt="2024-09-10T02:46:39.387" v="2942"/>
        <pc:sldMkLst>
          <pc:docMk/>
          <pc:sldMk cId="287788205" sldId="1269"/>
        </pc:sldMkLst>
      </pc:sldChg>
      <pc:sldChg chg="add">
        <pc:chgData name="Sanmukh Kuppannagari" userId="ad215094-da36-4b66-9c79-369a17aea26b" providerId="ADAL" clId="{613A0AB2-BD56-483A-AC30-AF62202992E8}" dt="2024-09-10T02:46:39.387" v="2942"/>
        <pc:sldMkLst>
          <pc:docMk/>
          <pc:sldMk cId="3224902270" sldId="1270"/>
        </pc:sldMkLst>
      </pc:sldChg>
      <pc:sldChg chg="add">
        <pc:chgData name="Sanmukh Kuppannagari" userId="ad215094-da36-4b66-9c79-369a17aea26b" providerId="ADAL" clId="{613A0AB2-BD56-483A-AC30-AF62202992E8}" dt="2024-09-10T02:46:39.387" v="2942"/>
        <pc:sldMkLst>
          <pc:docMk/>
          <pc:sldMk cId="2430267348" sldId="1271"/>
        </pc:sldMkLst>
      </pc:sldChg>
      <pc:sldChg chg="add">
        <pc:chgData name="Sanmukh Kuppannagari" userId="ad215094-da36-4b66-9c79-369a17aea26b" providerId="ADAL" clId="{613A0AB2-BD56-483A-AC30-AF62202992E8}" dt="2024-09-10T02:46:39.387" v="2942"/>
        <pc:sldMkLst>
          <pc:docMk/>
          <pc:sldMk cId="2564167782" sldId="1272"/>
        </pc:sldMkLst>
      </pc:sldChg>
      <pc:sldChg chg="add">
        <pc:chgData name="Sanmukh Kuppannagari" userId="ad215094-da36-4b66-9c79-369a17aea26b" providerId="ADAL" clId="{613A0AB2-BD56-483A-AC30-AF62202992E8}" dt="2024-09-10T02:46:39.387" v="2942"/>
        <pc:sldMkLst>
          <pc:docMk/>
          <pc:sldMk cId="2926195366" sldId="1273"/>
        </pc:sldMkLst>
      </pc:sldChg>
      <pc:sldChg chg="add">
        <pc:chgData name="Sanmukh Kuppannagari" userId="ad215094-da36-4b66-9c79-369a17aea26b" providerId="ADAL" clId="{613A0AB2-BD56-483A-AC30-AF62202992E8}" dt="2024-09-10T02:46:39.387" v="2942"/>
        <pc:sldMkLst>
          <pc:docMk/>
          <pc:sldMk cId="4115725712" sldId="1274"/>
        </pc:sldMkLst>
      </pc:sldChg>
      <pc:sldChg chg="add">
        <pc:chgData name="Sanmukh Kuppannagari" userId="ad215094-da36-4b66-9c79-369a17aea26b" providerId="ADAL" clId="{613A0AB2-BD56-483A-AC30-AF62202992E8}" dt="2024-09-10T02:46:39.387" v="2942"/>
        <pc:sldMkLst>
          <pc:docMk/>
          <pc:sldMk cId="1712480366" sldId="1275"/>
        </pc:sldMkLst>
      </pc:sldChg>
      <pc:sldChg chg="add">
        <pc:chgData name="Sanmukh Kuppannagari" userId="ad215094-da36-4b66-9c79-369a17aea26b" providerId="ADAL" clId="{613A0AB2-BD56-483A-AC30-AF62202992E8}" dt="2024-09-10T02:46:39.387" v="2942"/>
        <pc:sldMkLst>
          <pc:docMk/>
          <pc:sldMk cId="3839462493" sldId="1281"/>
        </pc:sldMkLst>
      </pc:sldChg>
      <pc:sldChg chg="add">
        <pc:chgData name="Sanmukh Kuppannagari" userId="ad215094-da36-4b66-9c79-369a17aea26b" providerId="ADAL" clId="{613A0AB2-BD56-483A-AC30-AF62202992E8}" dt="2024-09-10T02:46:39.387" v="2942"/>
        <pc:sldMkLst>
          <pc:docMk/>
          <pc:sldMk cId="2617399218" sldId="1286"/>
        </pc:sldMkLst>
      </pc:sldChg>
      <pc:sldChg chg="del">
        <pc:chgData name="Sanmukh Kuppannagari" userId="ad215094-da36-4b66-9c79-369a17aea26b" providerId="ADAL" clId="{613A0AB2-BD56-483A-AC30-AF62202992E8}" dt="2024-09-10T01:35:40.136" v="128" actId="47"/>
        <pc:sldMkLst>
          <pc:docMk/>
          <pc:sldMk cId="3473456708" sldId="1344"/>
        </pc:sldMkLst>
      </pc:sldChg>
      <pc:sldChg chg="del">
        <pc:chgData name="Sanmukh Kuppannagari" userId="ad215094-da36-4b66-9c79-369a17aea26b" providerId="ADAL" clId="{613A0AB2-BD56-483A-AC30-AF62202992E8}" dt="2024-09-10T01:35:40.136" v="128" actId="47"/>
        <pc:sldMkLst>
          <pc:docMk/>
          <pc:sldMk cId="3462074433" sldId="1345"/>
        </pc:sldMkLst>
      </pc:sldChg>
      <pc:sldChg chg="del">
        <pc:chgData name="Sanmukh Kuppannagari" userId="ad215094-da36-4b66-9c79-369a17aea26b" providerId="ADAL" clId="{613A0AB2-BD56-483A-AC30-AF62202992E8}" dt="2024-09-10T01:35:40.136" v="128" actId="47"/>
        <pc:sldMkLst>
          <pc:docMk/>
          <pc:sldMk cId="3585318733" sldId="1346"/>
        </pc:sldMkLst>
      </pc:sldChg>
      <pc:sldChg chg="del">
        <pc:chgData name="Sanmukh Kuppannagari" userId="ad215094-da36-4b66-9c79-369a17aea26b" providerId="ADAL" clId="{613A0AB2-BD56-483A-AC30-AF62202992E8}" dt="2024-09-10T01:35:40.136" v="128" actId="47"/>
        <pc:sldMkLst>
          <pc:docMk/>
          <pc:sldMk cId="3890367929" sldId="1347"/>
        </pc:sldMkLst>
      </pc:sldChg>
      <pc:sldChg chg="del">
        <pc:chgData name="Sanmukh Kuppannagari" userId="ad215094-da36-4b66-9c79-369a17aea26b" providerId="ADAL" clId="{613A0AB2-BD56-483A-AC30-AF62202992E8}" dt="2024-09-10T01:35:40.136" v="128" actId="47"/>
        <pc:sldMkLst>
          <pc:docMk/>
          <pc:sldMk cId="1799099576" sldId="1348"/>
        </pc:sldMkLst>
      </pc:sldChg>
      <pc:sldChg chg="del">
        <pc:chgData name="Sanmukh Kuppannagari" userId="ad215094-da36-4b66-9c79-369a17aea26b" providerId="ADAL" clId="{613A0AB2-BD56-483A-AC30-AF62202992E8}" dt="2024-09-10T01:35:40.136" v="128" actId="47"/>
        <pc:sldMkLst>
          <pc:docMk/>
          <pc:sldMk cId="4227676260" sldId="1349"/>
        </pc:sldMkLst>
      </pc:sldChg>
      <pc:sldChg chg="del">
        <pc:chgData name="Sanmukh Kuppannagari" userId="ad215094-da36-4b66-9c79-369a17aea26b" providerId="ADAL" clId="{613A0AB2-BD56-483A-AC30-AF62202992E8}" dt="2024-09-10T01:35:40.136" v="128" actId="47"/>
        <pc:sldMkLst>
          <pc:docMk/>
          <pc:sldMk cId="2262656913" sldId="1352"/>
        </pc:sldMkLst>
      </pc:sldChg>
      <pc:sldChg chg="del">
        <pc:chgData name="Sanmukh Kuppannagari" userId="ad215094-da36-4b66-9c79-369a17aea26b" providerId="ADAL" clId="{613A0AB2-BD56-483A-AC30-AF62202992E8}" dt="2024-09-10T01:35:40.136" v="128" actId="47"/>
        <pc:sldMkLst>
          <pc:docMk/>
          <pc:sldMk cId="167355194" sldId="1353"/>
        </pc:sldMkLst>
      </pc:sldChg>
      <pc:sldChg chg="del">
        <pc:chgData name="Sanmukh Kuppannagari" userId="ad215094-da36-4b66-9c79-369a17aea26b" providerId="ADAL" clId="{613A0AB2-BD56-483A-AC30-AF62202992E8}" dt="2024-09-10T01:35:40.136" v="128" actId="47"/>
        <pc:sldMkLst>
          <pc:docMk/>
          <pc:sldMk cId="2804131373" sldId="1354"/>
        </pc:sldMkLst>
      </pc:sldChg>
      <pc:sldChg chg="del">
        <pc:chgData name="Sanmukh Kuppannagari" userId="ad215094-da36-4b66-9c79-369a17aea26b" providerId="ADAL" clId="{613A0AB2-BD56-483A-AC30-AF62202992E8}" dt="2024-09-10T01:35:40.136" v="128" actId="47"/>
        <pc:sldMkLst>
          <pc:docMk/>
          <pc:sldMk cId="3834269155" sldId="1355"/>
        </pc:sldMkLst>
      </pc:sldChg>
      <pc:sldChg chg="del">
        <pc:chgData name="Sanmukh Kuppannagari" userId="ad215094-da36-4b66-9c79-369a17aea26b" providerId="ADAL" clId="{613A0AB2-BD56-483A-AC30-AF62202992E8}" dt="2024-09-10T01:35:40.136" v="128" actId="47"/>
        <pc:sldMkLst>
          <pc:docMk/>
          <pc:sldMk cId="1967107891" sldId="1356"/>
        </pc:sldMkLst>
      </pc:sldChg>
      <pc:sldChg chg="del">
        <pc:chgData name="Sanmukh Kuppannagari" userId="ad215094-da36-4b66-9c79-369a17aea26b" providerId="ADAL" clId="{613A0AB2-BD56-483A-AC30-AF62202992E8}" dt="2024-09-10T01:35:40.136" v="128" actId="47"/>
        <pc:sldMkLst>
          <pc:docMk/>
          <pc:sldMk cId="794884751" sldId="1358"/>
        </pc:sldMkLst>
      </pc:sldChg>
      <pc:sldChg chg="del">
        <pc:chgData name="Sanmukh Kuppannagari" userId="ad215094-da36-4b66-9c79-369a17aea26b" providerId="ADAL" clId="{613A0AB2-BD56-483A-AC30-AF62202992E8}" dt="2024-09-10T01:35:40.136" v="128" actId="47"/>
        <pc:sldMkLst>
          <pc:docMk/>
          <pc:sldMk cId="1315821937" sldId="1359"/>
        </pc:sldMkLst>
      </pc:sldChg>
      <pc:sldChg chg="del">
        <pc:chgData name="Sanmukh Kuppannagari" userId="ad215094-da36-4b66-9c79-369a17aea26b" providerId="ADAL" clId="{613A0AB2-BD56-483A-AC30-AF62202992E8}" dt="2024-09-10T01:35:40.136" v="128" actId="47"/>
        <pc:sldMkLst>
          <pc:docMk/>
          <pc:sldMk cId="2463516898" sldId="1361"/>
        </pc:sldMkLst>
      </pc:sldChg>
      <pc:sldChg chg="del">
        <pc:chgData name="Sanmukh Kuppannagari" userId="ad215094-da36-4b66-9c79-369a17aea26b" providerId="ADAL" clId="{613A0AB2-BD56-483A-AC30-AF62202992E8}" dt="2024-09-10T01:35:40.136" v="128" actId="47"/>
        <pc:sldMkLst>
          <pc:docMk/>
          <pc:sldMk cId="1886344154" sldId="1362"/>
        </pc:sldMkLst>
      </pc:sldChg>
      <pc:sldChg chg="del">
        <pc:chgData name="Sanmukh Kuppannagari" userId="ad215094-da36-4b66-9c79-369a17aea26b" providerId="ADAL" clId="{613A0AB2-BD56-483A-AC30-AF62202992E8}" dt="2024-09-10T01:35:40.136" v="128" actId="47"/>
        <pc:sldMkLst>
          <pc:docMk/>
          <pc:sldMk cId="2856732028" sldId="1363"/>
        </pc:sldMkLst>
      </pc:sldChg>
      <pc:sldChg chg="del">
        <pc:chgData name="Sanmukh Kuppannagari" userId="ad215094-da36-4b66-9c79-369a17aea26b" providerId="ADAL" clId="{613A0AB2-BD56-483A-AC30-AF62202992E8}" dt="2024-09-10T01:35:40.136" v="128" actId="47"/>
        <pc:sldMkLst>
          <pc:docMk/>
          <pc:sldMk cId="603735269" sldId="1365"/>
        </pc:sldMkLst>
      </pc:sldChg>
      <pc:sldChg chg="del">
        <pc:chgData name="Sanmukh Kuppannagari" userId="ad215094-da36-4b66-9c79-369a17aea26b" providerId="ADAL" clId="{613A0AB2-BD56-483A-AC30-AF62202992E8}" dt="2024-09-10T01:35:40.136" v="128" actId="47"/>
        <pc:sldMkLst>
          <pc:docMk/>
          <pc:sldMk cId="3326920156" sldId="1366"/>
        </pc:sldMkLst>
      </pc:sldChg>
      <pc:sldChg chg="del">
        <pc:chgData name="Sanmukh Kuppannagari" userId="ad215094-da36-4b66-9c79-369a17aea26b" providerId="ADAL" clId="{613A0AB2-BD56-483A-AC30-AF62202992E8}" dt="2024-09-10T01:35:40.136" v="128" actId="47"/>
        <pc:sldMkLst>
          <pc:docMk/>
          <pc:sldMk cId="3859140757" sldId="1367"/>
        </pc:sldMkLst>
      </pc:sldChg>
      <pc:sldChg chg="del">
        <pc:chgData name="Sanmukh Kuppannagari" userId="ad215094-da36-4b66-9c79-369a17aea26b" providerId="ADAL" clId="{613A0AB2-BD56-483A-AC30-AF62202992E8}" dt="2024-09-10T01:35:40.136" v="128" actId="47"/>
        <pc:sldMkLst>
          <pc:docMk/>
          <pc:sldMk cId="4078040195" sldId="1369"/>
        </pc:sldMkLst>
      </pc:sldChg>
      <pc:sldChg chg="del">
        <pc:chgData name="Sanmukh Kuppannagari" userId="ad215094-da36-4b66-9c79-369a17aea26b" providerId="ADAL" clId="{613A0AB2-BD56-483A-AC30-AF62202992E8}" dt="2024-09-10T01:35:40.136" v="128" actId="47"/>
        <pc:sldMkLst>
          <pc:docMk/>
          <pc:sldMk cId="284771599" sldId="1370"/>
        </pc:sldMkLst>
      </pc:sldChg>
      <pc:sldChg chg="del">
        <pc:chgData name="Sanmukh Kuppannagari" userId="ad215094-da36-4b66-9c79-369a17aea26b" providerId="ADAL" clId="{613A0AB2-BD56-483A-AC30-AF62202992E8}" dt="2024-09-10T01:35:40.136" v="128" actId="47"/>
        <pc:sldMkLst>
          <pc:docMk/>
          <pc:sldMk cId="906755194" sldId="1371"/>
        </pc:sldMkLst>
      </pc:sldChg>
      <pc:sldChg chg="del">
        <pc:chgData name="Sanmukh Kuppannagari" userId="ad215094-da36-4b66-9c79-369a17aea26b" providerId="ADAL" clId="{613A0AB2-BD56-483A-AC30-AF62202992E8}" dt="2024-09-10T01:35:40.136" v="128" actId="47"/>
        <pc:sldMkLst>
          <pc:docMk/>
          <pc:sldMk cId="518010934" sldId="1373"/>
        </pc:sldMkLst>
      </pc:sldChg>
      <pc:sldChg chg="del">
        <pc:chgData name="Sanmukh Kuppannagari" userId="ad215094-da36-4b66-9c79-369a17aea26b" providerId="ADAL" clId="{613A0AB2-BD56-483A-AC30-AF62202992E8}" dt="2024-09-10T01:35:40.136" v="128" actId="47"/>
        <pc:sldMkLst>
          <pc:docMk/>
          <pc:sldMk cId="2532106449" sldId="1374"/>
        </pc:sldMkLst>
      </pc:sldChg>
      <pc:sldChg chg="del">
        <pc:chgData name="Sanmukh Kuppannagari" userId="ad215094-da36-4b66-9c79-369a17aea26b" providerId="ADAL" clId="{613A0AB2-BD56-483A-AC30-AF62202992E8}" dt="2024-09-10T01:35:40.136" v="128" actId="47"/>
        <pc:sldMkLst>
          <pc:docMk/>
          <pc:sldMk cId="63097358" sldId="1375"/>
        </pc:sldMkLst>
      </pc:sldChg>
      <pc:sldChg chg="addSp modSp add del mod">
        <pc:chgData name="Sanmukh Kuppannagari" userId="ad215094-da36-4b66-9c79-369a17aea26b" providerId="ADAL" clId="{613A0AB2-BD56-483A-AC30-AF62202992E8}" dt="2024-09-10T14:04:28.145" v="3383" actId="20577"/>
        <pc:sldMkLst>
          <pc:docMk/>
          <pc:sldMk cId="2155445605" sldId="1376"/>
        </pc:sldMkLst>
      </pc:sldChg>
      <pc:sldChg chg="del">
        <pc:chgData name="Sanmukh Kuppannagari" userId="ad215094-da36-4b66-9c79-369a17aea26b" providerId="ADAL" clId="{613A0AB2-BD56-483A-AC30-AF62202992E8}" dt="2024-09-10T01:35:40.136" v="128" actId="47"/>
        <pc:sldMkLst>
          <pc:docMk/>
          <pc:sldMk cId="2373852911" sldId="1377"/>
        </pc:sldMkLst>
      </pc:sldChg>
      <pc:sldChg chg="del">
        <pc:chgData name="Sanmukh Kuppannagari" userId="ad215094-da36-4b66-9c79-369a17aea26b" providerId="ADAL" clId="{613A0AB2-BD56-483A-AC30-AF62202992E8}" dt="2024-09-10T01:35:40.136" v="128" actId="47"/>
        <pc:sldMkLst>
          <pc:docMk/>
          <pc:sldMk cId="2785090204" sldId="1378"/>
        </pc:sldMkLst>
      </pc:sldChg>
      <pc:sldChg chg="del">
        <pc:chgData name="Sanmukh Kuppannagari" userId="ad215094-da36-4b66-9c79-369a17aea26b" providerId="ADAL" clId="{613A0AB2-BD56-483A-AC30-AF62202992E8}" dt="2024-09-10T01:35:40.136" v="128" actId="47"/>
        <pc:sldMkLst>
          <pc:docMk/>
          <pc:sldMk cId="1578956546" sldId="1379"/>
        </pc:sldMkLst>
      </pc:sldChg>
      <pc:sldChg chg="del">
        <pc:chgData name="Sanmukh Kuppannagari" userId="ad215094-da36-4b66-9c79-369a17aea26b" providerId="ADAL" clId="{613A0AB2-BD56-483A-AC30-AF62202992E8}" dt="2024-09-10T01:35:40.136" v="128" actId="47"/>
        <pc:sldMkLst>
          <pc:docMk/>
          <pc:sldMk cId="1387291192" sldId="1380"/>
        </pc:sldMkLst>
      </pc:sldChg>
      <pc:sldChg chg="del">
        <pc:chgData name="Sanmukh Kuppannagari" userId="ad215094-da36-4b66-9c79-369a17aea26b" providerId="ADAL" clId="{613A0AB2-BD56-483A-AC30-AF62202992E8}" dt="2024-09-10T01:35:40.136" v="128" actId="47"/>
        <pc:sldMkLst>
          <pc:docMk/>
          <pc:sldMk cId="3729273499" sldId="1381"/>
        </pc:sldMkLst>
      </pc:sldChg>
      <pc:sldChg chg="del">
        <pc:chgData name="Sanmukh Kuppannagari" userId="ad215094-da36-4b66-9c79-369a17aea26b" providerId="ADAL" clId="{613A0AB2-BD56-483A-AC30-AF62202992E8}" dt="2024-09-10T01:35:40.136" v="128" actId="47"/>
        <pc:sldMkLst>
          <pc:docMk/>
          <pc:sldMk cId="1604865990" sldId="1382"/>
        </pc:sldMkLst>
      </pc:sldChg>
      <pc:sldChg chg="del">
        <pc:chgData name="Sanmukh Kuppannagari" userId="ad215094-da36-4b66-9c79-369a17aea26b" providerId="ADAL" clId="{613A0AB2-BD56-483A-AC30-AF62202992E8}" dt="2024-09-10T01:35:40.136" v="128" actId="47"/>
        <pc:sldMkLst>
          <pc:docMk/>
          <pc:sldMk cId="3140536196" sldId="1383"/>
        </pc:sldMkLst>
      </pc:sldChg>
      <pc:sldChg chg="del">
        <pc:chgData name="Sanmukh Kuppannagari" userId="ad215094-da36-4b66-9c79-369a17aea26b" providerId="ADAL" clId="{613A0AB2-BD56-483A-AC30-AF62202992E8}" dt="2024-09-10T01:35:40.136" v="128" actId="47"/>
        <pc:sldMkLst>
          <pc:docMk/>
          <pc:sldMk cId="4028848195" sldId="1384"/>
        </pc:sldMkLst>
      </pc:sldChg>
      <pc:sldChg chg="del">
        <pc:chgData name="Sanmukh Kuppannagari" userId="ad215094-da36-4b66-9c79-369a17aea26b" providerId="ADAL" clId="{613A0AB2-BD56-483A-AC30-AF62202992E8}" dt="2024-09-10T01:35:40.136" v="128" actId="47"/>
        <pc:sldMkLst>
          <pc:docMk/>
          <pc:sldMk cId="855061855" sldId="1385"/>
        </pc:sldMkLst>
      </pc:sldChg>
      <pc:sldChg chg="del">
        <pc:chgData name="Sanmukh Kuppannagari" userId="ad215094-da36-4b66-9c79-369a17aea26b" providerId="ADAL" clId="{613A0AB2-BD56-483A-AC30-AF62202992E8}" dt="2024-09-10T01:35:40.136" v="128" actId="47"/>
        <pc:sldMkLst>
          <pc:docMk/>
          <pc:sldMk cId="3507384733" sldId="1386"/>
        </pc:sldMkLst>
      </pc:sldChg>
      <pc:sldChg chg="del">
        <pc:chgData name="Sanmukh Kuppannagari" userId="ad215094-da36-4b66-9c79-369a17aea26b" providerId="ADAL" clId="{613A0AB2-BD56-483A-AC30-AF62202992E8}" dt="2024-09-10T01:35:40.136" v="128" actId="47"/>
        <pc:sldMkLst>
          <pc:docMk/>
          <pc:sldMk cId="1406617072" sldId="1388"/>
        </pc:sldMkLst>
      </pc:sldChg>
      <pc:sldChg chg="del">
        <pc:chgData name="Sanmukh Kuppannagari" userId="ad215094-da36-4b66-9c79-369a17aea26b" providerId="ADAL" clId="{613A0AB2-BD56-483A-AC30-AF62202992E8}" dt="2024-09-10T01:35:40.136" v="128" actId="47"/>
        <pc:sldMkLst>
          <pc:docMk/>
          <pc:sldMk cId="15178750" sldId="1389"/>
        </pc:sldMkLst>
      </pc:sldChg>
      <pc:sldChg chg="del">
        <pc:chgData name="Sanmukh Kuppannagari" userId="ad215094-da36-4b66-9c79-369a17aea26b" providerId="ADAL" clId="{613A0AB2-BD56-483A-AC30-AF62202992E8}" dt="2024-09-10T01:35:40.136" v="128" actId="47"/>
        <pc:sldMkLst>
          <pc:docMk/>
          <pc:sldMk cId="3904397812" sldId="1390"/>
        </pc:sldMkLst>
      </pc:sldChg>
      <pc:sldChg chg="del">
        <pc:chgData name="Sanmukh Kuppannagari" userId="ad215094-da36-4b66-9c79-369a17aea26b" providerId="ADAL" clId="{613A0AB2-BD56-483A-AC30-AF62202992E8}" dt="2024-09-10T01:35:40.136" v="128" actId="47"/>
        <pc:sldMkLst>
          <pc:docMk/>
          <pc:sldMk cId="1115784977" sldId="1391"/>
        </pc:sldMkLst>
      </pc:sldChg>
      <pc:sldChg chg="del">
        <pc:chgData name="Sanmukh Kuppannagari" userId="ad215094-da36-4b66-9c79-369a17aea26b" providerId="ADAL" clId="{613A0AB2-BD56-483A-AC30-AF62202992E8}" dt="2024-09-10T01:35:40.136" v="128" actId="47"/>
        <pc:sldMkLst>
          <pc:docMk/>
          <pc:sldMk cId="3579675671" sldId="1392"/>
        </pc:sldMkLst>
      </pc:sldChg>
      <pc:sldChg chg="del">
        <pc:chgData name="Sanmukh Kuppannagari" userId="ad215094-da36-4b66-9c79-369a17aea26b" providerId="ADAL" clId="{613A0AB2-BD56-483A-AC30-AF62202992E8}" dt="2024-09-10T01:35:40.136" v="128" actId="47"/>
        <pc:sldMkLst>
          <pc:docMk/>
          <pc:sldMk cId="3848896675" sldId="1393"/>
        </pc:sldMkLst>
      </pc:sldChg>
      <pc:sldChg chg="del">
        <pc:chgData name="Sanmukh Kuppannagari" userId="ad215094-da36-4b66-9c79-369a17aea26b" providerId="ADAL" clId="{613A0AB2-BD56-483A-AC30-AF62202992E8}" dt="2024-09-10T01:35:40.136" v="128" actId="47"/>
        <pc:sldMkLst>
          <pc:docMk/>
          <pc:sldMk cId="1213479204" sldId="1394"/>
        </pc:sldMkLst>
      </pc:sldChg>
      <pc:sldChg chg="del">
        <pc:chgData name="Sanmukh Kuppannagari" userId="ad215094-da36-4b66-9c79-369a17aea26b" providerId="ADAL" clId="{613A0AB2-BD56-483A-AC30-AF62202992E8}" dt="2024-09-10T01:35:40.136" v="128" actId="47"/>
        <pc:sldMkLst>
          <pc:docMk/>
          <pc:sldMk cId="3698062718" sldId="1395"/>
        </pc:sldMkLst>
      </pc:sldChg>
      <pc:sldChg chg="del">
        <pc:chgData name="Sanmukh Kuppannagari" userId="ad215094-da36-4b66-9c79-369a17aea26b" providerId="ADAL" clId="{613A0AB2-BD56-483A-AC30-AF62202992E8}" dt="2024-09-10T01:35:40.136" v="128" actId="47"/>
        <pc:sldMkLst>
          <pc:docMk/>
          <pc:sldMk cId="2428240830" sldId="1396"/>
        </pc:sldMkLst>
      </pc:sldChg>
      <pc:sldChg chg="del">
        <pc:chgData name="Sanmukh Kuppannagari" userId="ad215094-da36-4b66-9c79-369a17aea26b" providerId="ADAL" clId="{613A0AB2-BD56-483A-AC30-AF62202992E8}" dt="2024-09-10T01:35:40.136" v="128" actId="47"/>
        <pc:sldMkLst>
          <pc:docMk/>
          <pc:sldMk cId="1577004698" sldId="1397"/>
        </pc:sldMkLst>
      </pc:sldChg>
      <pc:sldChg chg="del">
        <pc:chgData name="Sanmukh Kuppannagari" userId="ad215094-da36-4b66-9c79-369a17aea26b" providerId="ADAL" clId="{613A0AB2-BD56-483A-AC30-AF62202992E8}" dt="2024-09-10T01:35:40.136" v="128" actId="47"/>
        <pc:sldMkLst>
          <pc:docMk/>
          <pc:sldMk cId="3187165335" sldId="1398"/>
        </pc:sldMkLst>
      </pc:sldChg>
      <pc:sldChg chg="del">
        <pc:chgData name="Sanmukh Kuppannagari" userId="ad215094-da36-4b66-9c79-369a17aea26b" providerId="ADAL" clId="{613A0AB2-BD56-483A-AC30-AF62202992E8}" dt="2024-09-10T01:35:40.136" v="128" actId="47"/>
        <pc:sldMkLst>
          <pc:docMk/>
          <pc:sldMk cId="3448802495" sldId="1399"/>
        </pc:sldMkLst>
      </pc:sldChg>
      <pc:sldChg chg="del">
        <pc:chgData name="Sanmukh Kuppannagari" userId="ad215094-da36-4b66-9c79-369a17aea26b" providerId="ADAL" clId="{613A0AB2-BD56-483A-AC30-AF62202992E8}" dt="2024-09-10T01:35:40.136" v="128" actId="47"/>
        <pc:sldMkLst>
          <pc:docMk/>
          <pc:sldMk cId="1426423657" sldId="1400"/>
        </pc:sldMkLst>
      </pc:sldChg>
      <pc:sldChg chg="del">
        <pc:chgData name="Sanmukh Kuppannagari" userId="ad215094-da36-4b66-9c79-369a17aea26b" providerId="ADAL" clId="{613A0AB2-BD56-483A-AC30-AF62202992E8}" dt="2024-09-10T01:35:40.136" v="128" actId="47"/>
        <pc:sldMkLst>
          <pc:docMk/>
          <pc:sldMk cId="1876721923" sldId="1401"/>
        </pc:sldMkLst>
      </pc:sldChg>
      <pc:sldChg chg="del">
        <pc:chgData name="Sanmukh Kuppannagari" userId="ad215094-da36-4b66-9c79-369a17aea26b" providerId="ADAL" clId="{613A0AB2-BD56-483A-AC30-AF62202992E8}" dt="2024-09-10T01:35:40.136" v="128" actId="47"/>
        <pc:sldMkLst>
          <pc:docMk/>
          <pc:sldMk cId="4100405277" sldId="1402"/>
        </pc:sldMkLst>
      </pc:sldChg>
      <pc:sldChg chg="del ord">
        <pc:chgData name="Sanmukh Kuppannagari" userId="ad215094-da36-4b66-9c79-369a17aea26b" providerId="ADAL" clId="{613A0AB2-BD56-483A-AC30-AF62202992E8}" dt="2024-09-10T01:35:40.136" v="128" actId="47"/>
        <pc:sldMkLst>
          <pc:docMk/>
          <pc:sldMk cId="2967499912" sldId="1403"/>
        </pc:sldMkLst>
      </pc:sldChg>
      <pc:sldChg chg="del">
        <pc:chgData name="Sanmukh Kuppannagari" userId="ad215094-da36-4b66-9c79-369a17aea26b" providerId="ADAL" clId="{613A0AB2-BD56-483A-AC30-AF62202992E8}" dt="2024-09-10T01:35:40.136" v="128" actId="47"/>
        <pc:sldMkLst>
          <pc:docMk/>
          <pc:sldMk cId="3881972497" sldId="1404"/>
        </pc:sldMkLst>
      </pc:sldChg>
      <pc:sldChg chg="del">
        <pc:chgData name="Sanmukh Kuppannagari" userId="ad215094-da36-4b66-9c79-369a17aea26b" providerId="ADAL" clId="{613A0AB2-BD56-483A-AC30-AF62202992E8}" dt="2024-09-10T01:35:40.136" v="128" actId="47"/>
        <pc:sldMkLst>
          <pc:docMk/>
          <pc:sldMk cId="3154475222" sldId="1405"/>
        </pc:sldMkLst>
      </pc:sldChg>
      <pc:sldChg chg="del">
        <pc:chgData name="Sanmukh Kuppannagari" userId="ad215094-da36-4b66-9c79-369a17aea26b" providerId="ADAL" clId="{613A0AB2-BD56-483A-AC30-AF62202992E8}" dt="2024-09-10T01:35:40.136" v="128" actId="47"/>
        <pc:sldMkLst>
          <pc:docMk/>
          <pc:sldMk cId="1657037968" sldId="1406"/>
        </pc:sldMkLst>
      </pc:sldChg>
      <pc:sldChg chg="del">
        <pc:chgData name="Sanmukh Kuppannagari" userId="ad215094-da36-4b66-9c79-369a17aea26b" providerId="ADAL" clId="{613A0AB2-BD56-483A-AC30-AF62202992E8}" dt="2024-09-10T01:35:40.136" v="128" actId="47"/>
        <pc:sldMkLst>
          <pc:docMk/>
          <pc:sldMk cId="808826284" sldId="1407"/>
        </pc:sldMkLst>
      </pc:sldChg>
      <pc:sldChg chg="del">
        <pc:chgData name="Sanmukh Kuppannagari" userId="ad215094-da36-4b66-9c79-369a17aea26b" providerId="ADAL" clId="{613A0AB2-BD56-483A-AC30-AF62202992E8}" dt="2024-09-10T01:35:40.136" v="128" actId="47"/>
        <pc:sldMkLst>
          <pc:docMk/>
          <pc:sldMk cId="2415060599" sldId="1408"/>
        </pc:sldMkLst>
      </pc:sldChg>
      <pc:sldChg chg="del">
        <pc:chgData name="Sanmukh Kuppannagari" userId="ad215094-da36-4b66-9c79-369a17aea26b" providerId="ADAL" clId="{613A0AB2-BD56-483A-AC30-AF62202992E8}" dt="2024-09-10T01:35:40.136" v="128" actId="47"/>
        <pc:sldMkLst>
          <pc:docMk/>
          <pc:sldMk cId="119380334" sldId="1409"/>
        </pc:sldMkLst>
      </pc:sldChg>
      <pc:sldChg chg="del">
        <pc:chgData name="Sanmukh Kuppannagari" userId="ad215094-da36-4b66-9c79-369a17aea26b" providerId="ADAL" clId="{613A0AB2-BD56-483A-AC30-AF62202992E8}" dt="2024-09-10T01:35:40.136" v="128" actId="47"/>
        <pc:sldMkLst>
          <pc:docMk/>
          <pc:sldMk cId="69742158" sldId="1410"/>
        </pc:sldMkLst>
      </pc:sldChg>
      <pc:sldChg chg="del">
        <pc:chgData name="Sanmukh Kuppannagari" userId="ad215094-da36-4b66-9c79-369a17aea26b" providerId="ADAL" clId="{613A0AB2-BD56-483A-AC30-AF62202992E8}" dt="2024-09-10T01:35:40.136" v="128" actId="47"/>
        <pc:sldMkLst>
          <pc:docMk/>
          <pc:sldMk cId="1450716392" sldId="1411"/>
        </pc:sldMkLst>
      </pc:sldChg>
      <pc:sldChg chg="del">
        <pc:chgData name="Sanmukh Kuppannagari" userId="ad215094-da36-4b66-9c79-369a17aea26b" providerId="ADAL" clId="{613A0AB2-BD56-483A-AC30-AF62202992E8}" dt="2024-09-10T01:35:40.136" v="128" actId="47"/>
        <pc:sldMkLst>
          <pc:docMk/>
          <pc:sldMk cId="393658469" sldId="1413"/>
        </pc:sldMkLst>
      </pc:sldChg>
      <pc:sldChg chg="del">
        <pc:chgData name="Sanmukh Kuppannagari" userId="ad215094-da36-4b66-9c79-369a17aea26b" providerId="ADAL" clId="{613A0AB2-BD56-483A-AC30-AF62202992E8}" dt="2024-09-10T01:35:40.136" v="128" actId="47"/>
        <pc:sldMkLst>
          <pc:docMk/>
          <pc:sldMk cId="2454853527" sldId="1414"/>
        </pc:sldMkLst>
      </pc:sldChg>
      <pc:sldChg chg="del">
        <pc:chgData name="Sanmukh Kuppannagari" userId="ad215094-da36-4b66-9c79-369a17aea26b" providerId="ADAL" clId="{613A0AB2-BD56-483A-AC30-AF62202992E8}" dt="2024-09-10T01:35:40.136" v="128" actId="47"/>
        <pc:sldMkLst>
          <pc:docMk/>
          <pc:sldMk cId="458868704" sldId="1415"/>
        </pc:sldMkLst>
      </pc:sldChg>
      <pc:sldChg chg="del">
        <pc:chgData name="Sanmukh Kuppannagari" userId="ad215094-da36-4b66-9c79-369a17aea26b" providerId="ADAL" clId="{613A0AB2-BD56-483A-AC30-AF62202992E8}" dt="2024-09-10T01:35:40.136" v="128" actId="47"/>
        <pc:sldMkLst>
          <pc:docMk/>
          <pc:sldMk cId="1712966043" sldId="1416"/>
        </pc:sldMkLst>
      </pc:sldChg>
      <pc:sldChg chg="del">
        <pc:chgData name="Sanmukh Kuppannagari" userId="ad215094-da36-4b66-9c79-369a17aea26b" providerId="ADAL" clId="{613A0AB2-BD56-483A-AC30-AF62202992E8}" dt="2024-09-10T01:35:40.136" v="128" actId="47"/>
        <pc:sldMkLst>
          <pc:docMk/>
          <pc:sldMk cId="2077281943" sldId="1417"/>
        </pc:sldMkLst>
      </pc:sldChg>
      <pc:sldChg chg="modSp mod">
        <pc:chgData name="Sanmukh Kuppannagari" userId="ad215094-da36-4b66-9c79-369a17aea26b" providerId="ADAL" clId="{613A0AB2-BD56-483A-AC30-AF62202992E8}" dt="2024-09-10T01:28:59.340" v="82" actId="20577"/>
        <pc:sldMkLst>
          <pc:docMk/>
          <pc:sldMk cId="2646681002" sldId="1418"/>
        </pc:sldMkLst>
      </pc:sldChg>
      <pc:sldChg chg="modSp add del mod">
        <pc:chgData name="Sanmukh Kuppannagari" userId="ad215094-da36-4b66-9c79-369a17aea26b" providerId="ADAL" clId="{613A0AB2-BD56-483A-AC30-AF62202992E8}" dt="2024-09-10T02:47:07.772" v="2980" actId="47"/>
        <pc:sldMkLst>
          <pc:docMk/>
          <pc:sldMk cId="1891067080" sldId="1419"/>
        </pc:sldMkLst>
      </pc:sldChg>
      <pc:sldChg chg="del">
        <pc:chgData name="Sanmukh Kuppannagari" userId="ad215094-da36-4b66-9c79-369a17aea26b" providerId="ADAL" clId="{613A0AB2-BD56-483A-AC30-AF62202992E8}" dt="2024-09-10T01:29:07.900" v="83" actId="47"/>
        <pc:sldMkLst>
          <pc:docMk/>
          <pc:sldMk cId="2756067693" sldId="1419"/>
        </pc:sldMkLst>
      </pc:sldChg>
      <pc:sldChg chg="del">
        <pc:chgData name="Sanmukh Kuppannagari" userId="ad215094-da36-4b66-9c79-369a17aea26b" providerId="ADAL" clId="{613A0AB2-BD56-483A-AC30-AF62202992E8}" dt="2024-09-10T01:29:07.900" v="83" actId="47"/>
        <pc:sldMkLst>
          <pc:docMk/>
          <pc:sldMk cId="519883686" sldId="1420"/>
        </pc:sldMkLst>
      </pc:sldChg>
      <pc:sldChg chg="modSp add del mod">
        <pc:chgData name="Sanmukh Kuppannagari" userId="ad215094-da36-4b66-9c79-369a17aea26b" providerId="ADAL" clId="{613A0AB2-BD56-483A-AC30-AF62202992E8}" dt="2024-09-10T02:47:34.895" v="2986" actId="47"/>
        <pc:sldMkLst>
          <pc:docMk/>
          <pc:sldMk cId="3547720413" sldId="1420"/>
        </pc:sldMkLst>
      </pc:sldChg>
      <pc:sldChg chg="modSp add del mod">
        <pc:chgData name="Sanmukh Kuppannagari" userId="ad215094-da36-4b66-9c79-369a17aea26b" providerId="ADAL" clId="{613A0AB2-BD56-483A-AC30-AF62202992E8}" dt="2024-09-10T02:49:59.467" v="3056" actId="47"/>
        <pc:sldMkLst>
          <pc:docMk/>
          <pc:sldMk cId="1861580155" sldId="1421"/>
        </pc:sldMkLst>
      </pc:sldChg>
      <pc:sldChg chg="del">
        <pc:chgData name="Sanmukh Kuppannagari" userId="ad215094-da36-4b66-9c79-369a17aea26b" providerId="ADAL" clId="{613A0AB2-BD56-483A-AC30-AF62202992E8}" dt="2024-09-10T01:29:07.900" v="83" actId="47"/>
        <pc:sldMkLst>
          <pc:docMk/>
          <pc:sldMk cId="3752423486" sldId="1421"/>
        </pc:sldMkLst>
      </pc:sldChg>
      <pc:sldChg chg="modSp add mod">
        <pc:chgData name="Sanmukh Kuppannagari" userId="ad215094-da36-4b66-9c79-369a17aea26b" providerId="ADAL" clId="{613A0AB2-BD56-483A-AC30-AF62202992E8}" dt="2024-09-10T01:45:21.111" v="210" actId="1076"/>
        <pc:sldMkLst>
          <pc:docMk/>
          <pc:sldMk cId="2024660992" sldId="1422"/>
        </pc:sldMkLst>
      </pc:sldChg>
      <pc:sldChg chg="add">
        <pc:chgData name="Sanmukh Kuppannagari" userId="ad215094-da36-4b66-9c79-369a17aea26b" providerId="ADAL" clId="{613A0AB2-BD56-483A-AC30-AF62202992E8}" dt="2024-09-10T01:32:16.478" v="100"/>
        <pc:sldMkLst>
          <pc:docMk/>
          <pc:sldMk cId="2732262" sldId="1423"/>
        </pc:sldMkLst>
      </pc:sldChg>
      <pc:sldChg chg="add">
        <pc:chgData name="Sanmukh Kuppannagari" userId="ad215094-da36-4b66-9c79-369a17aea26b" providerId="ADAL" clId="{613A0AB2-BD56-483A-AC30-AF62202992E8}" dt="2024-09-10T01:32:48.711" v="101"/>
        <pc:sldMkLst>
          <pc:docMk/>
          <pc:sldMk cId="2162645904" sldId="1424"/>
        </pc:sldMkLst>
      </pc:sldChg>
      <pc:sldChg chg="add">
        <pc:chgData name="Sanmukh Kuppannagari" userId="ad215094-da36-4b66-9c79-369a17aea26b" providerId="ADAL" clId="{613A0AB2-BD56-483A-AC30-AF62202992E8}" dt="2024-09-10T01:33:49.182" v="102"/>
        <pc:sldMkLst>
          <pc:docMk/>
          <pc:sldMk cId="3423648906" sldId="1425"/>
        </pc:sldMkLst>
      </pc:sldChg>
      <pc:sldChg chg="add">
        <pc:chgData name="Sanmukh Kuppannagari" userId="ad215094-da36-4b66-9c79-369a17aea26b" providerId="ADAL" clId="{613A0AB2-BD56-483A-AC30-AF62202992E8}" dt="2024-09-10T01:34:58.921" v="103"/>
        <pc:sldMkLst>
          <pc:docMk/>
          <pc:sldMk cId="1061472416" sldId="1426"/>
        </pc:sldMkLst>
      </pc:sldChg>
      <pc:sldChg chg="add">
        <pc:chgData name="Sanmukh Kuppannagari" userId="ad215094-da36-4b66-9c79-369a17aea26b" providerId="ADAL" clId="{613A0AB2-BD56-483A-AC30-AF62202992E8}" dt="2024-09-10T01:34:58.921" v="103"/>
        <pc:sldMkLst>
          <pc:docMk/>
          <pc:sldMk cId="3109825613" sldId="1427"/>
        </pc:sldMkLst>
      </pc:sldChg>
      <pc:sldChg chg="add">
        <pc:chgData name="Sanmukh Kuppannagari" userId="ad215094-da36-4b66-9c79-369a17aea26b" providerId="ADAL" clId="{613A0AB2-BD56-483A-AC30-AF62202992E8}" dt="2024-09-10T01:34:58.921" v="103"/>
        <pc:sldMkLst>
          <pc:docMk/>
          <pc:sldMk cId="1521121717" sldId="1428"/>
        </pc:sldMkLst>
      </pc:sldChg>
      <pc:sldChg chg="add">
        <pc:chgData name="Sanmukh Kuppannagari" userId="ad215094-da36-4b66-9c79-369a17aea26b" providerId="ADAL" clId="{613A0AB2-BD56-483A-AC30-AF62202992E8}" dt="2024-09-10T01:34:58.921" v="103"/>
        <pc:sldMkLst>
          <pc:docMk/>
          <pc:sldMk cId="3988378371" sldId="1429"/>
        </pc:sldMkLst>
      </pc:sldChg>
      <pc:sldChg chg="add">
        <pc:chgData name="Sanmukh Kuppannagari" userId="ad215094-da36-4b66-9c79-369a17aea26b" providerId="ADAL" clId="{613A0AB2-BD56-483A-AC30-AF62202992E8}" dt="2024-09-10T01:34:58.921" v="103"/>
        <pc:sldMkLst>
          <pc:docMk/>
          <pc:sldMk cId="1300145823" sldId="1430"/>
        </pc:sldMkLst>
      </pc:sldChg>
      <pc:sldChg chg="add">
        <pc:chgData name="Sanmukh Kuppannagari" userId="ad215094-da36-4b66-9c79-369a17aea26b" providerId="ADAL" clId="{613A0AB2-BD56-483A-AC30-AF62202992E8}" dt="2024-09-10T01:34:58.921" v="103"/>
        <pc:sldMkLst>
          <pc:docMk/>
          <pc:sldMk cId="3799776817" sldId="1431"/>
        </pc:sldMkLst>
      </pc:sldChg>
      <pc:sldChg chg="add">
        <pc:chgData name="Sanmukh Kuppannagari" userId="ad215094-da36-4b66-9c79-369a17aea26b" providerId="ADAL" clId="{613A0AB2-BD56-483A-AC30-AF62202992E8}" dt="2024-09-10T01:34:58.921" v="103"/>
        <pc:sldMkLst>
          <pc:docMk/>
          <pc:sldMk cId="3670905119" sldId="1432"/>
        </pc:sldMkLst>
      </pc:sldChg>
      <pc:sldChg chg="add">
        <pc:chgData name="Sanmukh Kuppannagari" userId="ad215094-da36-4b66-9c79-369a17aea26b" providerId="ADAL" clId="{613A0AB2-BD56-483A-AC30-AF62202992E8}" dt="2024-09-10T01:34:58.921" v="103"/>
        <pc:sldMkLst>
          <pc:docMk/>
          <pc:sldMk cId="1681725977" sldId="1433"/>
        </pc:sldMkLst>
      </pc:sldChg>
      <pc:sldChg chg="add">
        <pc:chgData name="Sanmukh Kuppannagari" userId="ad215094-da36-4b66-9c79-369a17aea26b" providerId="ADAL" clId="{613A0AB2-BD56-483A-AC30-AF62202992E8}" dt="2024-09-10T01:34:58.921" v="103"/>
        <pc:sldMkLst>
          <pc:docMk/>
          <pc:sldMk cId="3410148444" sldId="1434"/>
        </pc:sldMkLst>
      </pc:sldChg>
      <pc:sldChg chg="add">
        <pc:chgData name="Sanmukh Kuppannagari" userId="ad215094-da36-4b66-9c79-369a17aea26b" providerId="ADAL" clId="{613A0AB2-BD56-483A-AC30-AF62202992E8}" dt="2024-09-10T01:34:58.921" v="103"/>
        <pc:sldMkLst>
          <pc:docMk/>
          <pc:sldMk cId="2895113626" sldId="1435"/>
        </pc:sldMkLst>
      </pc:sldChg>
      <pc:sldChg chg="addSp modSp add mod">
        <pc:chgData name="Sanmukh Kuppannagari" userId="ad215094-da36-4b66-9c79-369a17aea26b" providerId="ADAL" clId="{613A0AB2-BD56-483A-AC30-AF62202992E8}" dt="2024-09-10T13:56:57.442" v="3070" actId="14100"/>
        <pc:sldMkLst>
          <pc:docMk/>
          <pc:sldMk cId="1065455456" sldId="1436"/>
        </pc:sldMkLst>
      </pc:sldChg>
      <pc:sldChg chg="addSp modSp add mod">
        <pc:chgData name="Sanmukh Kuppannagari" userId="ad215094-da36-4b66-9c79-369a17aea26b" providerId="ADAL" clId="{613A0AB2-BD56-483A-AC30-AF62202992E8}" dt="2024-09-10T13:57:58.634" v="3083" actId="1076"/>
        <pc:sldMkLst>
          <pc:docMk/>
          <pc:sldMk cId="4249774978" sldId="1437"/>
        </pc:sldMkLst>
      </pc:sldChg>
      <pc:sldChg chg="addSp modSp add mod">
        <pc:chgData name="Sanmukh Kuppannagari" userId="ad215094-da36-4b66-9c79-369a17aea26b" providerId="ADAL" clId="{613A0AB2-BD56-483A-AC30-AF62202992E8}" dt="2024-09-10T13:58:06.256" v="3085" actId="1076"/>
        <pc:sldMkLst>
          <pc:docMk/>
          <pc:sldMk cId="3744848553" sldId="1438"/>
        </pc:sldMkLst>
      </pc:sldChg>
      <pc:sldChg chg="addSp modSp add mod">
        <pc:chgData name="Sanmukh Kuppannagari" userId="ad215094-da36-4b66-9c79-369a17aea26b" providerId="ADAL" clId="{613A0AB2-BD56-483A-AC30-AF62202992E8}" dt="2024-09-10T13:58:13.021" v="3087" actId="1076"/>
        <pc:sldMkLst>
          <pc:docMk/>
          <pc:sldMk cId="3911730472" sldId="1439"/>
        </pc:sldMkLst>
      </pc:sldChg>
      <pc:sldChg chg="add">
        <pc:chgData name="Sanmukh Kuppannagari" userId="ad215094-da36-4b66-9c79-369a17aea26b" providerId="ADAL" clId="{613A0AB2-BD56-483A-AC30-AF62202992E8}" dt="2024-09-10T01:34:58.921" v="103"/>
        <pc:sldMkLst>
          <pc:docMk/>
          <pc:sldMk cId="1806484747" sldId="1440"/>
        </pc:sldMkLst>
      </pc:sldChg>
      <pc:sldChg chg="add">
        <pc:chgData name="Sanmukh Kuppannagari" userId="ad215094-da36-4b66-9c79-369a17aea26b" providerId="ADAL" clId="{613A0AB2-BD56-483A-AC30-AF62202992E8}" dt="2024-09-10T01:34:58.921" v="103"/>
        <pc:sldMkLst>
          <pc:docMk/>
          <pc:sldMk cId="3510140089" sldId="1441"/>
        </pc:sldMkLst>
      </pc:sldChg>
      <pc:sldChg chg="add">
        <pc:chgData name="Sanmukh Kuppannagari" userId="ad215094-da36-4b66-9c79-369a17aea26b" providerId="ADAL" clId="{613A0AB2-BD56-483A-AC30-AF62202992E8}" dt="2024-09-10T01:34:58.921" v="103"/>
        <pc:sldMkLst>
          <pc:docMk/>
          <pc:sldMk cId="3198400876" sldId="1442"/>
        </pc:sldMkLst>
      </pc:sldChg>
      <pc:sldChg chg="add">
        <pc:chgData name="Sanmukh Kuppannagari" userId="ad215094-da36-4b66-9c79-369a17aea26b" providerId="ADAL" clId="{613A0AB2-BD56-483A-AC30-AF62202992E8}" dt="2024-09-10T01:34:58.921" v="103"/>
        <pc:sldMkLst>
          <pc:docMk/>
          <pc:sldMk cId="3310307108" sldId="1443"/>
        </pc:sldMkLst>
      </pc:sldChg>
      <pc:sldChg chg="add">
        <pc:chgData name="Sanmukh Kuppannagari" userId="ad215094-da36-4b66-9c79-369a17aea26b" providerId="ADAL" clId="{613A0AB2-BD56-483A-AC30-AF62202992E8}" dt="2024-09-10T01:34:58.921" v="103"/>
        <pc:sldMkLst>
          <pc:docMk/>
          <pc:sldMk cId="239455098" sldId="1444"/>
        </pc:sldMkLst>
      </pc:sldChg>
      <pc:sldChg chg="addSp delSp modSp new mod">
        <pc:chgData name="Sanmukh Kuppannagari" userId="ad215094-da36-4b66-9c79-369a17aea26b" providerId="ADAL" clId="{613A0AB2-BD56-483A-AC30-AF62202992E8}" dt="2024-09-10T01:50:59.559" v="518" actId="20577"/>
        <pc:sldMkLst>
          <pc:docMk/>
          <pc:sldMk cId="2435438658" sldId="1445"/>
        </pc:sldMkLst>
      </pc:sldChg>
      <pc:sldChg chg="addSp modSp add mod">
        <pc:chgData name="Sanmukh Kuppannagari" userId="ad215094-da36-4b66-9c79-369a17aea26b" providerId="ADAL" clId="{613A0AB2-BD56-483A-AC30-AF62202992E8}" dt="2024-09-10T01:56:07.079" v="824" actId="20577"/>
        <pc:sldMkLst>
          <pc:docMk/>
          <pc:sldMk cId="2528700108" sldId="1446"/>
        </pc:sldMkLst>
      </pc:sldChg>
      <pc:sldChg chg="addSp modSp add mod">
        <pc:chgData name="Sanmukh Kuppannagari" userId="ad215094-da36-4b66-9c79-369a17aea26b" providerId="ADAL" clId="{613A0AB2-BD56-483A-AC30-AF62202992E8}" dt="2024-09-10T02:02:04.139" v="1119" actId="20577"/>
        <pc:sldMkLst>
          <pc:docMk/>
          <pc:sldMk cId="3448580318" sldId="1447"/>
        </pc:sldMkLst>
      </pc:sldChg>
      <pc:sldChg chg="modSp add del mod">
        <pc:chgData name="Sanmukh Kuppannagari" userId="ad215094-da36-4b66-9c79-369a17aea26b" providerId="ADAL" clId="{613A0AB2-BD56-483A-AC30-AF62202992E8}" dt="2024-09-10T01:57:11.036" v="974" actId="47"/>
        <pc:sldMkLst>
          <pc:docMk/>
          <pc:sldMk cId="2249879898" sldId="1448"/>
        </pc:sldMkLst>
      </pc:sldChg>
      <pc:sldChg chg="modSp new mod ord">
        <pc:chgData name="Sanmukh Kuppannagari" userId="ad215094-da36-4b66-9c79-369a17aea26b" providerId="ADAL" clId="{613A0AB2-BD56-483A-AC30-AF62202992E8}" dt="2024-09-10T14:00:41.014" v="3120" actId="20577"/>
        <pc:sldMkLst>
          <pc:docMk/>
          <pc:sldMk cId="3596653468" sldId="1448"/>
        </pc:sldMkLst>
      </pc:sldChg>
      <pc:sldChg chg="addSp delSp modSp add mod">
        <pc:chgData name="Sanmukh Kuppannagari" userId="ad215094-da36-4b66-9c79-369a17aea26b" providerId="ADAL" clId="{613A0AB2-BD56-483A-AC30-AF62202992E8}" dt="2024-09-10T02:08:38.970" v="1516" actId="6549"/>
        <pc:sldMkLst>
          <pc:docMk/>
          <pc:sldMk cId="1880408666" sldId="1449"/>
        </pc:sldMkLst>
      </pc:sldChg>
      <pc:sldChg chg="addSp delSp modSp add mod">
        <pc:chgData name="Sanmukh Kuppannagari" userId="ad215094-da36-4b66-9c79-369a17aea26b" providerId="ADAL" clId="{613A0AB2-BD56-483A-AC30-AF62202992E8}" dt="2024-09-10T02:09:46.167" v="1529" actId="1076"/>
        <pc:sldMkLst>
          <pc:docMk/>
          <pc:sldMk cId="4060134973" sldId="1450"/>
        </pc:sldMkLst>
      </pc:sldChg>
      <pc:sldChg chg="add del">
        <pc:chgData name="Sanmukh Kuppannagari" userId="ad215094-da36-4b66-9c79-369a17aea26b" providerId="ADAL" clId="{613A0AB2-BD56-483A-AC30-AF62202992E8}" dt="2024-09-10T02:12:44.420" v="1601" actId="47"/>
        <pc:sldMkLst>
          <pc:docMk/>
          <pc:sldMk cId="3891841292" sldId="1451"/>
        </pc:sldMkLst>
      </pc:sldChg>
      <pc:sldChg chg="addSp delSp modSp add mod">
        <pc:chgData name="Sanmukh Kuppannagari" userId="ad215094-da36-4b66-9c79-369a17aea26b" providerId="ADAL" clId="{613A0AB2-BD56-483A-AC30-AF62202992E8}" dt="2024-09-10T02:12:32.181" v="1600" actId="1076"/>
        <pc:sldMkLst>
          <pc:docMk/>
          <pc:sldMk cId="2002584918" sldId="1452"/>
        </pc:sldMkLst>
      </pc:sldChg>
      <pc:sldChg chg="addSp delSp modSp add mod">
        <pc:chgData name="Sanmukh Kuppannagari" userId="ad215094-da36-4b66-9c79-369a17aea26b" providerId="ADAL" clId="{613A0AB2-BD56-483A-AC30-AF62202992E8}" dt="2024-09-10T02:17:07.136" v="2022" actId="20577"/>
        <pc:sldMkLst>
          <pc:docMk/>
          <pc:sldMk cId="166141272" sldId="1453"/>
        </pc:sldMkLst>
      </pc:sldChg>
      <pc:sldChg chg="addSp delSp modSp new mod">
        <pc:chgData name="Sanmukh Kuppannagari" userId="ad215094-da36-4b66-9c79-369a17aea26b" providerId="ADAL" clId="{613A0AB2-BD56-483A-AC30-AF62202992E8}" dt="2024-09-10T02:29:06.513" v="2400" actId="1076"/>
        <pc:sldMkLst>
          <pc:docMk/>
          <pc:sldMk cId="1637042343" sldId="1454"/>
        </pc:sldMkLst>
      </pc:sldChg>
      <pc:sldChg chg="modSp add mod">
        <pc:chgData name="Sanmukh Kuppannagari" userId="ad215094-da36-4b66-9c79-369a17aea26b" providerId="ADAL" clId="{613A0AB2-BD56-483A-AC30-AF62202992E8}" dt="2024-09-10T02:29:26.921" v="2405" actId="20577"/>
        <pc:sldMkLst>
          <pc:docMk/>
          <pc:sldMk cId="2077584720" sldId="1455"/>
        </pc:sldMkLst>
      </pc:sldChg>
      <pc:sldChg chg="modSp add mod">
        <pc:chgData name="Sanmukh Kuppannagari" userId="ad215094-da36-4b66-9c79-369a17aea26b" providerId="ADAL" clId="{613A0AB2-BD56-483A-AC30-AF62202992E8}" dt="2024-09-10T02:29:53.701" v="2417" actId="1076"/>
        <pc:sldMkLst>
          <pc:docMk/>
          <pc:sldMk cId="1601611775" sldId="1456"/>
        </pc:sldMkLst>
      </pc:sldChg>
      <pc:sldChg chg="addSp delSp modSp add mod">
        <pc:chgData name="Sanmukh Kuppannagari" userId="ad215094-da36-4b66-9c79-369a17aea26b" providerId="ADAL" clId="{613A0AB2-BD56-483A-AC30-AF62202992E8}" dt="2024-09-10T02:32:55.484" v="2474" actId="207"/>
        <pc:sldMkLst>
          <pc:docMk/>
          <pc:sldMk cId="432978893" sldId="1457"/>
        </pc:sldMkLst>
      </pc:sldChg>
      <pc:sldChg chg="addSp modSp add mod">
        <pc:chgData name="Sanmukh Kuppannagari" userId="ad215094-da36-4b66-9c79-369a17aea26b" providerId="ADAL" clId="{613A0AB2-BD56-483A-AC30-AF62202992E8}" dt="2024-09-10T14:01:30.592" v="3123" actId="1076"/>
        <pc:sldMkLst>
          <pc:docMk/>
          <pc:sldMk cId="3977200157" sldId="1458"/>
        </pc:sldMkLst>
      </pc:sldChg>
      <pc:sldChg chg="addSp modSp add mod">
        <pc:chgData name="Sanmukh Kuppannagari" userId="ad215094-da36-4b66-9c79-369a17aea26b" providerId="ADAL" clId="{613A0AB2-BD56-483A-AC30-AF62202992E8}" dt="2024-09-10T02:33:37.620" v="2486" actId="1076"/>
        <pc:sldMkLst>
          <pc:docMk/>
          <pc:sldMk cId="1026247998" sldId="1459"/>
        </pc:sldMkLst>
      </pc:sldChg>
      <pc:sldChg chg="addSp delSp modSp add mod">
        <pc:chgData name="Sanmukh Kuppannagari" userId="ad215094-da36-4b66-9c79-369a17aea26b" providerId="ADAL" clId="{613A0AB2-BD56-483A-AC30-AF62202992E8}" dt="2024-09-10T02:34:39.581" v="2497" actId="478"/>
        <pc:sldMkLst>
          <pc:docMk/>
          <pc:sldMk cId="2306065322" sldId="1460"/>
        </pc:sldMkLst>
      </pc:sldChg>
      <pc:sldChg chg="delSp modSp add mod">
        <pc:chgData name="Sanmukh Kuppannagari" userId="ad215094-da36-4b66-9c79-369a17aea26b" providerId="ADAL" clId="{613A0AB2-BD56-483A-AC30-AF62202992E8}" dt="2024-09-10T02:35:27.251" v="2511" actId="208"/>
        <pc:sldMkLst>
          <pc:docMk/>
          <pc:sldMk cId="3428985795" sldId="1461"/>
        </pc:sldMkLst>
      </pc:sldChg>
      <pc:sldChg chg="delSp modSp add mod">
        <pc:chgData name="Sanmukh Kuppannagari" userId="ad215094-da36-4b66-9c79-369a17aea26b" providerId="ADAL" clId="{613A0AB2-BD56-483A-AC30-AF62202992E8}" dt="2024-09-10T02:35:30.985" v="2514" actId="208"/>
        <pc:sldMkLst>
          <pc:docMk/>
          <pc:sldMk cId="3519324463" sldId="1462"/>
        </pc:sldMkLst>
      </pc:sldChg>
      <pc:sldChg chg="addSp delSp modSp add mod">
        <pc:chgData name="Sanmukh Kuppannagari" userId="ad215094-da36-4b66-9c79-369a17aea26b" providerId="ADAL" clId="{613A0AB2-BD56-483A-AC30-AF62202992E8}" dt="2024-09-10T02:35:34.634" v="2517" actId="208"/>
        <pc:sldMkLst>
          <pc:docMk/>
          <pc:sldMk cId="1373048709" sldId="1463"/>
        </pc:sldMkLst>
      </pc:sldChg>
      <pc:sldChg chg="modSp add mod">
        <pc:chgData name="Sanmukh Kuppannagari" userId="ad215094-da36-4b66-9c79-369a17aea26b" providerId="ADAL" clId="{613A0AB2-BD56-483A-AC30-AF62202992E8}" dt="2024-09-10T02:35:55.507" v="2546" actId="207"/>
        <pc:sldMkLst>
          <pc:docMk/>
          <pc:sldMk cId="3075436054" sldId="1464"/>
        </pc:sldMkLst>
      </pc:sldChg>
      <pc:sldChg chg="modSp add mod">
        <pc:chgData name="Sanmukh Kuppannagari" userId="ad215094-da36-4b66-9c79-369a17aea26b" providerId="ADAL" clId="{613A0AB2-BD56-483A-AC30-AF62202992E8}" dt="2024-09-10T02:36:50.235" v="2590" actId="207"/>
        <pc:sldMkLst>
          <pc:docMk/>
          <pc:sldMk cId="872022406" sldId="1465"/>
        </pc:sldMkLst>
      </pc:sldChg>
      <pc:sldChg chg="modSp add mod">
        <pc:chgData name="Sanmukh Kuppannagari" userId="ad215094-da36-4b66-9c79-369a17aea26b" providerId="ADAL" clId="{613A0AB2-BD56-483A-AC30-AF62202992E8}" dt="2024-09-10T02:48:35.346" v="2990" actId="6549"/>
        <pc:sldMkLst>
          <pc:docMk/>
          <pc:sldMk cId="3474961130" sldId="1466"/>
        </pc:sldMkLst>
      </pc:sldChg>
      <pc:sldChg chg="modSp add mod">
        <pc:chgData name="Sanmukh Kuppannagari" userId="ad215094-da36-4b66-9c79-369a17aea26b" providerId="ADAL" clId="{613A0AB2-BD56-483A-AC30-AF62202992E8}" dt="2024-09-10T02:48:43.494" v="2991" actId="6549"/>
        <pc:sldMkLst>
          <pc:docMk/>
          <pc:sldMk cId="3693279848" sldId="1467"/>
        </pc:sldMkLst>
      </pc:sldChg>
      <pc:sldChg chg="modSp add mod">
        <pc:chgData name="Sanmukh Kuppannagari" userId="ad215094-da36-4b66-9c79-369a17aea26b" providerId="ADAL" clId="{613A0AB2-BD56-483A-AC30-AF62202992E8}" dt="2024-09-10T02:48:52.479" v="2992" actId="6549"/>
        <pc:sldMkLst>
          <pc:docMk/>
          <pc:sldMk cId="1977406003" sldId="1468"/>
        </pc:sldMkLst>
      </pc:sldChg>
      <pc:sldChg chg="addSp modSp add mod">
        <pc:chgData name="Sanmukh Kuppannagari" userId="ad215094-da36-4b66-9c79-369a17aea26b" providerId="ADAL" clId="{613A0AB2-BD56-483A-AC30-AF62202992E8}" dt="2024-09-10T14:04:35.399" v="3385"/>
        <pc:sldMkLst>
          <pc:docMk/>
          <pc:sldMk cId="913176791" sldId="1469"/>
        </pc:sldMkLst>
      </pc:sldChg>
      <pc:sldChg chg="add del">
        <pc:chgData name="Sanmukh Kuppannagari" userId="ad215094-da36-4b66-9c79-369a17aea26b" providerId="ADAL" clId="{613A0AB2-BD56-483A-AC30-AF62202992E8}" dt="2024-09-10T13:57:19.646" v="3075"/>
        <pc:sldMkLst>
          <pc:docMk/>
          <pc:sldMk cId="2349840647" sldId="1469"/>
        </pc:sldMkLst>
      </pc:sldChg>
      <pc:sldChg chg="modSp add mod">
        <pc:chgData name="Sanmukh Kuppannagari" userId="ad215094-da36-4b66-9c79-369a17aea26b" providerId="ADAL" clId="{613A0AB2-BD56-483A-AC30-AF62202992E8}" dt="2024-09-10T14:04:39.925" v="3387"/>
        <pc:sldMkLst>
          <pc:docMk/>
          <pc:sldMk cId="4190536048" sldId="1470"/>
        </pc:sldMkLst>
      </pc:sldChg>
      <pc:sldChg chg="modSp add mod">
        <pc:chgData name="Sanmukh Kuppannagari" userId="ad215094-da36-4b66-9c79-369a17aea26b" providerId="ADAL" clId="{613A0AB2-BD56-483A-AC30-AF62202992E8}" dt="2024-09-10T14:04:44.899" v="3389"/>
        <pc:sldMkLst>
          <pc:docMk/>
          <pc:sldMk cId="2020050802" sldId="1471"/>
        </pc:sldMkLst>
      </pc:sldChg>
      <pc:sldChg chg="modSp add mod">
        <pc:chgData name="Sanmukh Kuppannagari" userId="ad215094-da36-4b66-9c79-369a17aea26b" providerId="ADAL" clId="{613A0AB2-BD56-483A-AC30-AF62202992E8}" dt="2024-09-10T14:05:25.609" v="3495" actId="20577"/>
        <pc:sldMkLst>
          <pc:docMk/>
          <pc:sldMk cId="184454124" sldId="1472"/>
        </pc:sldMkLst>
      </pc:sldChg>
      <pc:sldChg chg="modSp add mod">
        <pc:chgData name="Sanmukh Kuppannagari" userId="ad215094-da36-4b66-9c79-369a17aea26b" providerId="ADAL" clId="{613A0AB2-BD56-483A-AC30-AF62202992E8}" dt="2024-09-10T14:06:05.107" v="3569" actId="20577"/>
        <pc:sldMkLst>
          <pc:docMk/>
          <pc:sldMk cId="1095382800" sldId="1473"/>
        </pc:sldMkLst>
      </pc:sldChg>
      <pc:sldChg chg="modSp add mod">
        <pc:chgData name="Sanmukh Kuppannagari" userId="ad215094-da36-4b66-9c79-369a17aea26b" providerId="ADAL" clId="{613A0AB2-BD56-483A-AC30-AF62202992E8}" dt="2024-09-10T14:07:07.913" v="3714" actId="14100"/>
        <pc:sldMkLst>
          <pc:docMk/>
          <pc:sldMk cId="702332589" sldId="1474"/>
        </pc:sldMkLst>
      </pc:sldChg>
      <pc:sldChg chg="addSp modSp add mod">
        <pc:chgData name="Sanmukh Kuppannagari" userId="ad215094-da36-4b66-9c79-369a17aea26b" providerId="ADAL" clId="{613A0AB2-BD56-483A-AC30-AF62202992E8}" dt="2024-09-10T14:08:58.540" v="4073" actId="20577"/>
        <pc:sldMkLst>
          <pc:docMk/>
          <pc:sldMk cId="3957084145" sldId="1475"/>
        </pc:sldMkLst>
      </pc:sldChg>
    </pc:docChg>
  </pc:docChgLst>
  <pc:docChgLst>
    <pc:chgData name="Sanmukh Kuppannagari" userId="ad215094-da36-4b66-9c79-369a17aea26b" providerId="ADAL" clId="{F314163E-0D0E-4B4A-87A3-2D09C5CCF801}"/>
    <pc:docChg chg="custSel addSld delSld modSld">
      <pc:chgData name="Sanmukh Kuppannagari" userId="ad215094-da36-4b66-9c79-369a17aea26b" providerId="ADAL" clId="{F314163E-0D0E-4B4A-87A3-2D09C5CCF801}" dt="2025-09-25T18:09:34.781" v="92" actId="478"/>
      <pc:docMkLst>
        <pc:docMk/>
      </pc:docMkLst>
      <pc:sldChg chg="del">
        <pc:chgData name="Sanmukh Kuppannagari" userId="ad215094-da36-4b66-9c79-369a17aea26b" providerId="ADAL" clId="{F314163E-0D0E-4B4A-87A3-2D09C5CCF801}" dt="2025-09-25T17:23:35.661" v="0" actId="47"/>
        <pc:sldMkLst>
          <pc:docMk/>
          <pc:sldMk cId="558271014" sldId="1299"/>
        </pc:sldMkLst>
      </pc:sldChg>
      <pc:sldChg chg="addSp delSp modSp mod">
        <pc:chgData name="Sanmukh Kuppannagari" userId="ad215094-da36-4b66-9c79-369a17aea26b" providerId="ADAL" clId="{F314163E-0D0E-4B4A-87A3-2D09C5CCF801}" dt="2025-09-25T18:09:22.246" v="86" actId="1076"/>
        <pc:sldMkLst>
          <pc:docMk/>
          <pc:sldMk cId="2202618607" sldId="1395"/>
        </pc:sldMkLst>
      </pc:sldChg>
      <pc:sldChg chg="modSp">
        <pc:chgData name="Sanmukh Kuppannagari" userId="ad215094-da36-4b66-9c79-369a17aea26b" providerId="ADAL" clId="{F314163E-0D0E-4B4A-87A3-2D09C5CCF801}" dt="2025-09-25T18:06:05.956" v="53"/>
        <pc:sldMkLst>
          <pc:docMk/>
          <pc:sldMk cId="3931076547" sldId="1412"/>
        </pc:sldMkLst>
      </pc:sldChg>
      <pc:sldChg chg="modSp">
        <pc:chgData name="Sanmukh Kuppannagari" userId="ad215094-da36-4b66-9c79-369a17aea26b" providerId="ADAL" clId="{F314163E-0D0E-4B4A-87A3-2D09C5CCF801}" dt="2025-09-25T18:05:57.721" v="51" actId="20577"/>
        <pc:sldMkLst>
          <pc:docMk/>
          <pc:sldMk cId="2299857702" sldId="1413"/>
        </pc:sldMkLst>
      </pc:sldChg>
      <pc:sldChg chg="addSp modSp mod">
        <pc:chgData name="Sanmukh Kuppannagari" userId="ad215094-da36-4b66-9c79-369a17aea26b" providerId="ADAL" clId="{F314163E-0D0E-4B4A-87A3-2D09C5CCF801}" dt="2025-09-25T17:28:31.926" v="10" actId="20577"/>
        <pc:sldMkLst>
          <pc:docMk/>
          <pc:sldMk cId="1443863710" sldId="1643"/>
        </pc:sldMkLst>
      </pc:sldChg>
      <pc:sldChg chg="delSp modSp add mod">
        <pc:chgData name="Sanmukh Kuppannagari" userId="ad215094-da36-4b66-9c79-369a17aea26b" providerId="ADAL" clId="{F314163E-0D0E-4B4A-87A3-2D09C5CCF801}" dt="2025-09-25T18:09:34.781" v="92" actId="478"/>
        <pc:sldMkLst>
          <pc:docMk/>
          <pc:sldMk cId="1068987683" sldId="1653"/>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56D5B98-A868-4A62-8240-BC6283F8264D}" type="datetimeFigureOut">
              <a:rPr lang="en-US" smtClean="0"/>
              <a:t>2/15/2026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3A0BF98-FCB6-413C-BFCD-EA7011EDE665}" type="slidenum">
              <a:rPr lang="en-US" smtClean="0"/>
              <a:t>‹#›</a:t>
            </a:fld>
            <a:endParaRPr lang="en-US"/>
          </a:p>
        </p:txBody>
      </p:sp>
    </p:spTree>
    <p:extLst>
      <p:ext uri="{BB962C8B-B14F-4D97-AF65-F5344CB8AC3E}">
        <p14:creationId xmlns:p14="http://schemas.microsoft.com/office/powerpoint/2010/main" val="4682540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g383ace894c3_2_87:notes"/>
          <p:cNvSpPr txBox="1">
            <a:spLocks noGrp="1"/>
          </p:cNvSpPr>
          <p:nvPr>
            <p:ph type="body" idx="1"/>
          </p:nvPr>
        </p:nvSpPr>
        <p:spPr>
          <a:xfrm>
            <a:off x="685800" y="4400550"/>
            <a:ext cx="5486400" cy="360045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41" name="Google Shape;141;g383ace894c3_2_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6"/>
        <p:cNvGrpSpPr/>
        <p:nvPr/>
      </p:nvGrpSpPr>
      <p:grpSpPr>
        <a:xfrm>
          <a:off x="0" y="0"/>
          <a:ext cx="0" cy="0"/>
          <a:chOff x="0" y="0"/>
          <a:chExt cx="0" cy="0"/>
        </a:xfrm>
      </p:grpSpPr>
      <p:sp>
        <p:nvSpPr>
          <p:cNvPr id="147" name="Google Shape;147;g383ace894c3_0_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48" name="Google Shape;148;g383ace894c3_0_1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2"/>
        <p:cNvGrpSpPr/>
        <p:nvPr/>
      </p:nvGrpSpPr>
      <p:grpSpPr>
        <a:xfrm>
          <a:off x="0" y="0"/>
          <a:ext cx="0" cy="0"/>
          <a:chOff x="0" y="0"/>
          <a:chExt cx="0" cy="0"/>
        </a:xfrm>
      </p:grpSpPr>
      <p:sp>
        <p:nvSpPr>
          <p:cNvPr id="153" name="Google Shape;153;g383ace894c3_0_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4" name="Google Shape;154;g383ace894c3_0_2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g383ace894c3_0_3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1" name="Google Shape;161;g383ace894c3_0_3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g383ace894c3_0_4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 name="Google Shape;168;g383ace894c3_0_4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5"/>
        <p:cNvGrpSpPr/>
        <p:nvPr/>
      </p:nvGrpSpPr>
      <p:grpSpPr>
        <a:xfrm>
          <a:off x="0" y="0"/>
          <a:ext cx="0" cy="0"/>
          <a:chOff x="0" y="0"/>
          <a:chExt cx="0" cy="0"/>
        </a:xfrm>
      </p:grpSpPr>
      <p:sp>
        <p:nvSpPr>
          <p:cNvPr id="196" name="Google Shape;196;g383ace894c3_0_9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97" name="Google Shape;197;g383ace894c3_0_9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E967C0-BE4F-8AE7-59F6-9807CC48718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DC0112-4A5B-EC08-3419-E43BAD39686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5CEE0AE5-C6AA-2469-E616-E3BA37F2B01A}"/>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5" name="Footer Placeholder 4">
            <a:extLst>
              <a:ext uri="{FF2B5EF4-FFF2-40B4-BE49-F238E27FC236}">
                <a16:creationId xmlns:a16="http://schemas.microsoft.com/office/drawing/2014/main" id="{3D8B13D0-588E-8694-AE05-FA7C88CF48B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CE2596B-98C2-F7F3-D266-5CCF744FBDFA}"/>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5479609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945225-995A-126B-6B4C-634CA83CF88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80044CB-6CF2-5856-8672-E007A5CAAC2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A2AAC6E-6CB1-A687-8E15-1F9F56D212A5}"/>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5" name="Footer Placeholder 4">
            <a:extLst>
              <a:ext uri="{FF2B5EF4-FFF2-40B4-BE49-F238E27FC236}">
                <a16:creationId xmlns:a16="http://schemas.microsoft.com/office/drawing/2014/main" id="{93A47D7D-B252-9CD8-F5CB-5AF405C7F75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4A48238-5C64-AA2E-1E80-95CADCB2F707}"/>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1599214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6D8E93-BCB1-86EE-BC1A-ECF6DE7DF8CD}"/>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A52C9D-CB98-05E2-417B-A2B71588257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199F77-8466-44D2-F17F-D0226B08848A}"/>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5" name="Footer Placeholder 4">
            <a:extLst>
              <a:ext uri="{FF2B5EF4-FFF2-40B4-BE49-F238E27FC236}">
                <a16:creationId xmlns:a16="http://schemas.microsoft.com/office/drawing/2014/main" id="{FFA1D12D-7B1D-3586-21F6-773DC1C7254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17B3810-8AC5-E561-1F1E-9439664F7AF1}"/>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265562021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E3E534-7DCC-5D20-C63C-3CC09EF70A9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014C404-D542-2902-0176-4DC041B9D42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C888E07-0D8B-1D23-65C4-39397F17E4E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0732F92-264E-190A-EF5F-E11054A95B8D}"/>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6" name="Footer Placeholder 5">
            <a:extLst>
              <a:ext uri="{FF2B5EF4-FFF2-40B4-BE49-F238E27FC236}">
                <a16:creationId xmlns:a16="http://schemas.microsoft.com/office/drawing/2014/main" id="{35FF1B26-0568-5079-8703-C744E3BFBB5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194BE1B-F6CC-CD83-FB12-18117CE68EA3}"/>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322333990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967EBB-D050-FDF3-BD8D-D48C1165E05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1B7CC139-24A6-503F-262B-734055E2AB9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D129145-290F-9388-473E-CE3F5E9BEE1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4A819950-17C2-B3E8-0B6B-93E95A43D45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5E781A2-B576-9E25-0FE6-81A106BCE2D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7FC029B0-911C-DF02-4917-02873804972B}"/>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8" name="Footer Placeholder 7">
            <a:extLst>
              <a:ext uri="{FF2B5EF4-FFF2-40B4-BE49-F238E27FC236}">
                <a16:creationId xmlns:a16="http://schemas.microsoft.com/office/drawing/2014/main" id="{96532C4B-FBDA-5956-F1B1-B2D278B0513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5E454948-E0E2-7941-91C8-1589256FF938}"/>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42393300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76CE6B-994A-3F68-BB1D-B87E17B40651}"/>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5665E36-017C-51A4-F80D-DEAC76250B82}"/>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4" name="Footer Placeholder 3">
            <a:extLst>
              <a:ext uri="{FF2B5EF4-FFF2-40B4-BE49-F238E27FC236}">
                <a16:creationId xmlns:a16="http://schemas.microsoft.com/office/drawing/2014/main" id="{8AE5F8D3-502A-92BF-83B3-888AD29D479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0223CB3D-3281-0985-64B8-18FB8FE41544}"/>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4322929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60487F7-64B2-4846-0EED-A0A30B3EC600}"/>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3" name="Footer Placeholder 2">
            <a:extLst>
              <a:ext uri="{FF2B5EF4-FFF2-40B4-BE49-F238E27FC236}">
                <a16:creationId xmlns:a16="http://schemas.microsoft.com/office/drawing/2014/main" id="{86F9DEF9-12C3-A37A-C6FA-D237DA3D13E6}"/>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9192C04-7DAC-0D99-FB02-59856E6A67D8}"/>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20844994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F14F4A-41FC-C49D-F859-DF8C794DA50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16A1B68-4B80-736A-15EB-357122DB2D6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8300CE58-ED42-8E81-2883-C3EBD2B6B99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611EB4C-49BD-31F6-E5B2-CE7ABF4388D3}"/>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6" name="Footer Placeholder 5">
            <a:extLst>
              <a:ext uri="{FF2B5EF4-FFF2-40B4-BE49-F238E27FC236}">
                <a16:creationId xmlns:a16="http://schemas.microsoft.com/office/drawing/2014/main" id="{4FFED4FD-7E37-4C4B-4194-9845599952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28B4C4B-1BEC-E3ED-D50D-A03278DF1D7F}"/>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40351900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5F39F8-0D27-3825-36B9-76F8E955432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640651A-BBB3-7A98-1E35-53AF5E899E0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D625D3B-06C4-94E7-2232-04F0B8A03BC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729B5B1-6CBB-E17C-70B1-01B0F0892984}"/>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6" name="Footer Placeholder 5">
            <a:extLst>
              <a:ext uri="{FF2B5EF4-FFF2-40B4-BE49-F238E27FC236}">
                <a16:creationId xmlns:a16="http://schemas.microsoft.com/office/drawing/2014/main" id="{C94A3B39-01B7-8F18-C3A5-5D04ACAE9D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84EB280-1211-D4FD-E01F-2179EB6B8FBD}"/>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35535470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B5F8F-4B41-7CEC-C83C-C89270A933C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BED0A9D6-6B27-0666-8944-BC3B2775F4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ADB4544-7F79-0F3E-3134-24EFDC3B7503}"/>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5" name="Footer Placeholder 4">
            <a:extLst>
              <a:ext uri="{FF2B5EF4-FFF2-40B4-BE49-F238E27FC236}">
                <a16:creationId xmlns:a16="http://schemas.microsoft.com/office/drawing/2014/main" id="{79D4D4A5-4AA4-2F6F-6311-518B622B693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C7D4176-7E21-78F5-5774-C3E1B3B1997A}"/>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11746609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122D407-3181-DDA3-4811-D53ABA8B10F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38006DA-8227-F4CF-AF74-F3291B9CBB7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E7DA4A0-144A-D5DE-6CE7-03E89D1C9B4B}"/>
              </a:ext>
            </a:extLst>
          </p:cNvPr>
          <p:cNvSpPr>
            <a:spLocks noGrp="1"/>
          </p:cNvSpPr>
          <p:nvPr>
            <p:ph type="dt" sz="half" idx="10"/>
          </p:nvPr>
        </p:nvSpPr>
        <p:spPr/>
        <p:txBody>
          <a:bodyPr/>
          <a:lstStyle/>
          <a:p>
            <a:fld id="{4AD3C466-C5EC-4335-AF21-70E314BE6FF3}" type="datetimeFigureOut">
              <a:rPr lang="en-US" smtClean="0"/>
              <a:t>2/15/2026</a:t>
            </a:fld>
            <a:endParaRPr lang="en-US"/>
          </a:p>
        </p:txBody>
      </p:sp>
      <p:sp>
        <p:nvSpPr>
          <p:cNvPr id="5" name="Footer Placeholder 4">
            <a:extLst>
              <a:ext uri="{FF2B5EF4-FFF2-40B4-BE49-F238E27FC236}">
                <a16:creationId xmlns:a16="http://schemas.microsoft.com/office/drawing/2014/main" id="{5DD04D66-9C59-92BE-FF17-86811607F59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B2C6B7D-9BE0-FADD-2917-A26A97E6F859}"/>
              </a:ext>
            </a:extLst>
          </p:cNvPr>
          <p:cNvSpPr>
            <a:spLocks noGrp="1"/>
          </p:cNvSpPr>
          <p:nvPr>
            <p:ph type="sldNum" sz="quarter" idx="12"/>
          </p:nvPr>
        </p:nvSpPr>
        <p:spPr/>
        <p:txBody>
          <a:bodyPr/>
          <a:lstStyle/>
          <a:p>
            <a:fld id="{66E3DFFB-D075-4046-8829-D389E0B2B48E}" type="slidenum">
              <a:rPr lang="en-US" smtClean="0"/>
              <a:t>‹#›</a:t>
            </a:fld>
            <a:endParaRPr lang="en-US"/>
          </a:p>
        </p:txBody>
      </p:sp>
    </p:spTree>
    <p:extLst>
      <p:ext uri="{BB962C8B-B14F-4D97-AF65-F5344CB8AC3E}">
        <p14:creationId xmlns:p14="http://schemas.microsoft.com/office/powerpoint/2010/main" val="28870810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F037FEE-FC4D-E1A6-0990-5F671F66F68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54CDF9D-BCE3-3DBA-8B46-9FF06CD8933D}"/>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0344048-0FF6-EF6B-A6BB-E8B3E1288E2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AD3C466-C5EC-4335-AF21-70E314BE6FF3}" type="datetimeFigureOut">
              <a:rPr lang="en-US" smtClean="0"/>
              <a:t>2/15/2026</a:t>
            </a:fld>
            <a:endParaRPr lang="en-US"/>
          </a:p>
        </p:txBody>
      </p:sp>
      <p:sp>
        <p:nvSpPr>
          <p:cNvPr id="5" name="Footer Placeholder 4">
            <a:extLst>
              <a:ext uri="{FF2B5EF4-FFF2-40B4-BE49-F238E27FC236}">
                <a16:creationId xmlns:a16="http://schemas.microsoft.com/office/drawing/2014/main" id="{01B5C041-BBCA-8ACF-388D-689059196B1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E8495F26-35FE-972B-D153-140D9A7B5C3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6E3DFFB-D075-4046-8829-D389E0B2B48E}" type="slidenum">
              <a:rPr lang="en-US" smtClean="0"/>
              <a:t>‹#›</a:t>
            </a:fld>
            <a:endParaRPr lang="en-US"/>
          </a:p>
        </p:txBody>
      </p:sp>
      <p:pic>
        <p:nvPicPr>
          <p:cNvPr id="7" name="Picture 6" descr="Text&#10;&#10;Description automatically generated">
            <a:extLst>
              <a:ext uri="{FF2B5EF4-FFF2-40B4-BE49-F238E27FC236}">
                <a16:creationId xmlns:a16="http://schemas.microsoft.com/office/drawing/2014/main" id="{B17B2D61-3532-146F-7A4A-B249B49786C7}"/>
              </a:ext>
            </a:extLst>
          </p:cNvPr>
          <p:cNvPicPr>
            <a:picLocks noChangeAspect="1"/>
          </p:cNvPicPr>
          <p:nvPr userDrawn="1"/>
        </p:nvPicPr>
        <p:blipFill>
          <a:blip r:embed="rId13">
            <a:extLst>
              <a:ext uri="{28A0092B-C50C-407E-A947-70E740481C1C}">
                <a14:useLocalDpi xmlns:a14="http://schemas.microsoft.com/office/drawing/2010/main" val="0"/>
              </a:ext>
            </a:extLst>
          </a:blip>
          <a:srcRect/>
          <a:stretch>
            <a:fillRect/>
          </a:stretch>
        </p:blipFill>
        <p:spPr bwMode="auto">
          <a:xfrm>
            <a:off x="9592735" y="61594"/>
            <a:ext cx="2565400" cy="647700"/>
          </a:xfrm>
          <a:prstGeom prst="rect">
            <a:avLst/>
          </a:prstGeom>
          <a:noFill/>
          <a:ln>
            <a:noFill/>
          </a:ln>
        </p:spPr>
      </p:pic>
    </p:spTree>
    <p:extLst>
      <p:ext uri="{BB962C8B-B14F-4D97-AF65-F5344CB8AC3E}">
        <p14:creationId xmlns:p14="http://schemas.microsoft.com/office/powerpoint/2010/main" val="17284760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anmukh.github.io/" TargetMode="External"/><Relationship Id="rId2" Type="http://schemas.openxmlformats.org/officeDocument/2006/relationships/hyperlink" Target="mailto:sanmukh.kuppannagari@case.edu"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sites.google.com/a/case.edu/hpcc/hpc-cluster/important-notes-for-new-users/scheduler-job-script?authuser=0" TargetMode="External"/><Relationship Id="rId2" Type="http://schemas.openxmlformats.org/officeDocument/2006/relationships/hyperlink" Target="https://sites.google.com/a/case.edu/hpcc/hpc-cluster/hpc-good-citizenship?authuser=0"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jp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hyperlink" Target="https://www.exascaleproject.org/wp-content/uploads/2017/05/ORNL_HIP_webinar_20190606_final.pdf" TargetMode="External"/><Relationship Id="rId2" Type="http://schemas.openxmlformats.org/officeDocument/2006/relationships/hyperlink" Target="https://rocm.docs.amd.com/en/latest/" TargetMode="Externa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32.png"/><Relationship Id="rId3" Type="http://schemas.openxmlformats.org/officeDocument/2006/relationships/image" Target="../media/image311.png"/><Relationship Id="rId7" Type="http://schemas.openxmlformats.org/officeDocument/2006/relationships/image" Target="../media/image2210.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211.png"/><Relationship Id="rId5" Type="http://schemas.openxmlformats.org/officeDocument/2006/relationships/image" Target="../media/image511.png"/><Relationship Id="rId4" Type="http://schemas.openxmlformats.org/officeDocument/2006/relationships/image" Target="../media/image4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hyperlink" Target="https://github.com/ROCm/hip/blob/develop/include/hip/hip_runtime_api.h" TargetMode="Externa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2" Type="http://schemas.openxmlformats.org/officeDocument/2006/relationships/image" Target="../media/image180.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hyperlink" Target="https://rocmdocs.amd.com/projects/HIP/en/latest/how-to/hip_runtime_api/hipgraph.html" TargetMode="External"/><Relationship Id="rId2" Type="http://schemas.openxmlformats.org/officeDocument/2006/relationships/hyperlink" Target="https://rocmdocs.amd.com/projects/HIP/en/latest/how-to/hip_runtime_api/asynchronous.html" TargetMode="External"/><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hyperlink" Target="mailto:sanmukh.Kuppannagari@case.edu" TargetMode="Externa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2046217-8912-7E06-5B48-9C1AFAEFCD74}"/>
              </a:ext>
            </a:extLst>
          </p:cNvPr>
          <p:cNvSpPr>
            <a:spLocks noGrp="1"/>
          </p:cNvSpPr>
          <p:nvPr>
            <p:ph type="ctrTitle"/>
          </p:nvPr>
        </p:nvSpPr>
        <p:spPr/>
        <p:txBody>
          <a:bodyPr/>
          <a:lstStyle/>
          <a:p>
            <a:r>
              <a:rPr lang="en-US" dirty="0"/>
              <a:t>CSDS 451: Designing High Performant Systems for AI</a:t>
            </a:r>
          </a:p>
        </p:txBody>
      </p:sp>
      <p:sp>
        <p:nvSpPr>
          <p:cNvPr id="3" name="Subtitle 2">
            <a:extLst>
              <a:ext uri="{FF2B5EF4-FFF2-40B4-BE49-F238E27FC236}">
                <a16:creationId xmlns:a16="http://schemas.microsoft.com/office/drawing/2014/main" id="{C46BB279-3651-105A-8503-217F67B1FED8}"/>
              </a:ext>
            </a:extLst>
          </p:cNvPr>
          <p:cNvSpPr>
            <a:spLocks noGrp="1"/>
          </p:cNvSpPr>
          <p:nvPr>
            <p:ph type="subTitle" idx="1"/>
          </p:nvPr>
        </p:nvSpPr>
        <p:spPr>
          <a:xfrm>
            <a:off x="1524000" y="3602037"/>
            <a:ext cx="9144000" cy="2387600"/>
          </a:xfrm>
        </p:spPr>
        <p:txBody>
          <a:bodyPr>
            <a:normAutofit fontScale="92500" lnSpcReduction="10000"/>
          </a:bodyPr>
          <a:lstStyle/>
          <a:p>
            <a:r>
              <a:rPr lang="en-US" dirty="0"/>
              <a:t>Lecture 12</a:t>
            </a:r>
          </a:p>
          <a:p>
            <a:r>
              <a:rPr lang="en-US" dirty="0"/>
              <a:t>10/2/2025</a:t>
            </a:r>
          </a:p>
          <a:p>
            <a:r>
              <a:rPr lang="en-US" dirty="0"/>
              <a:t>Sanmukh Kuppannagari</a:t>
            </a:r>
          </a:p>
          <a:p>
            <a:r>
              <a:rPr lang="en-US" dirty="0">
                <a:hlinkClick r:id="rId2"/>
              </a:rPr>
              <a:t>sanmukh.kuppannagari@case.edu</a:t>
            </a:r>
            <a:endParaRPr lang="en-US" dirty="0"/>
          </a:p>
          <a:p>
            <a:r>
              <a:rPr lang="en-US" dirty="0">
                <a:hlinkClick r:id="rId3"/>
              </a:rPr>
              <a:t>https://sanmukh.research.st/</a:t>
            </a:r>
            <a:r>
              <a:rPr lang="en-US" dirty="0"/>
              <a:t> </a:t>
            </a:r>
          </a:p>
          <a:p>
            <a:r>
              <a:rPr lang="en-US" dirty="0"/>
              <a:t>Case Western Reserve University</a:t>
            </a:r>
          </a:p>
        </p:txBody>
      </p:sp>
    </p:spTree>
    <p:extLst>
      <p:ext uri="{BB962C8B-B14F-4D97-AF65-F5344CB8AC3E}">
        <p14:creationId xmlns:p14="http://schemas.microsoft.com/office/powerpoint/2010/main" val="7287853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B11AE3-5129-DFC9-C104-281E9186EB73}"/>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D61E7643-79A8-EFA8-035B-07E3457DA90C}"/>
              </a:ext>
            </a:extLst>
          </p:cNvPr>
          <p:cNvSpPr>
            <a:spLocks noGrp="1"/>
          </p:cNvSpPr>
          <p:nvPr>
            <p:ph idx="1"/>
          </p:nvPr>
        </p:nvSpPr>
        <p:spPr/>
        <p:txBody>
          <a:bodyPr>
            <a:normAutofit/>
          </a:bodyPr>
          <a:lstStyle/>
          <a:p>
            <a:r>
              <a:rPr lang="en-US" dirty="0"/>
              <a:t>Introduction to AMD’s GPU Programming Stack</a:t>
            </a:r>
          </a:p>
          <a:p>
            <a:r>
              <a:rPr lang="en-US" dirty="0"/>
              <a:t>AMD GPU Hardware Model</a:t>
            </a:r>
          </a:p>
          <a:p>
            <a:r>
              <a:rPr lang="en-US" dirty="0"/>
              <a:t>AMD Programming Model</a:t>
            </a:r>
          </a:p>
          <a:p>
            <a:r>
              <a:rPr lang="en-US" dirty="0"/>
              <a:t>Implementation Basics</a:t>
            </a:r>
          </a:p>
          <a:p>
            <a:endParaRPr lang="en-US" dirty="0"/>
          </a:p>
          <a:p>
            <a:endParaRPr lang="en-US" dirty="0"/>
          </a:p>
        </p:txBody>
      </p:sp>
    </p:spTree>
    <p:extLst>
      <p:ext uri="{BB962C8B-B14F-4D97-AF65-F5344CB8AC3E}">
        <p14:creationId xmlns:p14="http://schemas.microsoft.com/office/powerpoint/2010/main" val="20173051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7E6FD-2042-0C74-543E-86F5D38BBE31}"/>
              </a:ext>
            </a:extLst>
          </p:cNvPr>
          <p:cNvSpPr>
            <a:spLocks noGrp="1"/>
          </p:cNvSpPr>
          <p:nvPr>
            <p:ph type="title"/>
          </p:nvPr>
        </p:nvSpPr>
        <p:spPr/>
        <p:txBody>
          <a:bodyPr/>
          <a:lstStyle/>
          <a:p>
            <a:r>
              <a:rPr lang="en-US" dirty="0"/>
              <a:t>Announcements</a:t>
            </a:r>
          </a:p>
        </p:txBody>
      </p:sp>
      <p:sp>
        <p:nvSpPr>
          <p:cNvPr id="3" name="Content Placeholder 2">
            <a:extLst>
              <a:ext uri="{FF2B5EF4-FFF2-40B4-BE49-F238E27FC236}">
                <a16:creationId xmlns:a16="http://schemas.microsoft.com/office/drawing/2014/main" id="{BA686383-F2F5-3E55-940F-988CE19CCA24}"/>
              </a:ext>
            </a:extLst>
          </p:cNvPr>
          <p:cNvSpPr>
            <a:spLocks noGrp="1"/>
          </p:cNvSpPr>
          <p:nvPr>
            <p:ph idx="1"/>
          </p:nvPr>
        </p:nvSpPr>
        <p:spPr/>
        <p:txBody>
          <a:bodyPr/>
          <a:lstStyle/>
          <a:p>
            <a:r>
              <a:rPr lang="en-US" dirty="0"/>
              <a:t>WA 2 due by Friday</a:t>
            </a:r>
          </a:p>
          <a:p>
            <a:endParaRPr lang="en-US" dirty="0"/>
          </a:p>
          <a:p>
            <a:r>
              <a:rPr lang="en-US" dirty="0"/>
              <a:t>PA 1 will be out by Saturday Morning</a:t>
            </a:r>
          </a:p>
          <a:p>
            <a:endParaRPr lang="en-US" dirty="0"/>
          </a:p>
          <a:p>
            <a:r>
              <a:rPr lang="en-US" dirty="0"/>
              <a:t>Midterm next Thursday - 10/9</a:t>
            </a:r>
          </a:p>
          <a:p>
            <a:pPr lvl="1"/>
            <a:r>
              <a:rPr lang="en-US" dirty="0"/>
              <a:t>Will cover topics till the previous lecture</a:t>
            </a:r>
          </a:p>
        </p:txBody>
      </p:sp>
    </p:spTree>
    <p:extLst>
      <p:ext uri="{BB962C8B-B14F-4D97-AF65-F5344CB8AC3E}">
        <p14:creationId xmlns:p14="http://schemas.microsoft.com/office/powerpoint/2010/main" val="419638567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3B1C82-FC7A-BCBC-B304-B39553869EB5}"/>
              </a:ext>
            </a:extLst>
          </p:cNvPr>
          <p:cNvSpPr>
            <a:spLocks noGrp="1"/>
          </p:cNvSpPr>
          <p:nvPr>
            <p:ph type="title"/>
          </p:nvPr>
        </p:nvSpPr>
        <p:spPr/>
        <p:txBody>
          <a:bodyPr/>
          <a:lstStyle/>
          <a:p>
            <a:r>
              <a:rPr lang="en-US" dirty="0"/>
              <a:t>Midterm Logistics</a:t>
            </a:r>
          </a:p>
        </p:txBody>
      </p:sp>
      <p:sp>
        <p:nvSpPr>
          <p:cNvPr id="3" name="Content Placeholder 2">
            <a:extLst>
              <a:ext uri="{FF2B5EF4-FFF2-40B4-BE49-F238E27FC236}">
                <a16:creationId xmlns:a16="http://schemas.microsoft.com/office/drawing/2014/main" id="{5EAA4728-770D-E3B3-876B-8644BDC76185}"/>
              </a:ext>
            </a:extLst>
          </p:cNvPr>
          <p:cNvSpPr>
            <a:spLocks noGrp="1"/>
          </p:cNvSpPr>
          <p:nvPr>
            <p:ph idx="1"/>
          </p:nvPr>
        </p:nvSpPr>
        <p:spPr/>
        <p:txBody>
          <a:bodyPr/>
          <a:lstStyle/>
          <a:p>
            <a:r>
              <a:rPr lang="en-US" dirty="0"/>
              <a:t>60 minute exam, on paper</a:t>
            </a:r>
          </a:p>
          <a:p>
            <a:endParaRPr lang="en-US" dirty="0"/>
          </a:p>
          <a:p>
            <a:r>
              <a:rPr lang="en-US" dirty="0"/>
              <a:t>15~20 Fill in the blank/True-False questions</a:t>
            </a:r>
          </a:p>
          <a:p>
            <a:pPr lvl="1"/>
            <a:r>
              <a:rPr lang="en-US" dirty="0"/>
              <a:t>With space for explanation</a:t>
            </a:r>
          </a:p>
          <a:p>
            <a:pPr lvl="1"/>
            <a:r>
              <a:rPr lang="en-US" dirty="0"/>
              <a:t>1 point for answer </a:t>
            </a:r>
          </a:p>
          <a:p>
            <a:pPr lvl="1"/>
            <a:r>
              <a:rPr lang="en-US" dirty="0"/>
              <a:t>2 for explanation - wrong answer with a reasonable explanation will receive partial credits</a:t>
            </a:r>
          </a:p>
          <a:p>
            <a:endParaRPr lang="en-US" dirty="0"/>
          </a:p>
          <a:p>
            <a:r>
              <a:rPr lang="en-US" dirty="0"/>
              <a:t>2 big questions</a:t>
            </a:r>
          </a:p>
          <a:p>
            <a:endParaRPr lang="en-US" dirty="0"/>
          </a:p>
        </p:txBody>
      </p:sp>
    </p:spTree>
    <p:extLst>
      <p:ext uri="{BB962C8B-B14F-4D97-AF65-F5344CB8AC3E}">
        <p14:creationId xmlns:p14="http://schemas.microsoft.com/office/powerpoint/2010/main" val="382792601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658BD2-A540-BDDF-465E-7D72FC763983}"/>
              </a:ext>
            </a:extLst>
          </p:cNvPr>
          <p:cNvSpPr>
            <a:spLocks noGrp="1"/>
          </p:cNvSpPr>
          <p:nvPr>
            <p:ph type="title"/>
          </p:nvPr>
        </p:nvSpPr>
        <p:spPr/>
        <p:txBody>
          <a:bodyPr/>
          <a:lstStyle/>
          <a:p>
            <a:r>
              <a:rPr lang="en-US" dirty="0"/>
              <a:t>Midterm Logistics</a:t>
            </a:r>
          </a:p>
        </p:txBody>
      </p:sp>
      <p:sp>
        <p:nvSpPr>
          <p:cNvPr id="3" name="Content Placeholder 2">
            <a:extLst>
              <a:ext uri="{FF2B5EF4-FFF2-40B4-BE49-F238E27FC236}">
                <a16:creationId xmlns:a16="http://schemas.microsoft.com/office/drawing/2014/main" id="{1C73EBB1-A21C-4E69-C9BE-293C643AAA51}"/>
              </a:ext>
            </a:extLst>
          </p:cNvPr>
          <p:cNvSpPr>
            <a:spLocks noGrp="1"/>
          </p:cNvSpPr>
          <p:nvPr>
            <p:ph idx="1"/>
          </p:nvPr>
        </p:nvSpPr>
        <p:spPr/>
        <p:txBody>
          <a:bodyPr>
            <a:normAutofit fontScale="92500" lnSpcReduction="10000"/>
          </a:bodyPr>
          <a:lstStyle/>
          <a:p>
            <a:r>
              <a:rPr lang="en-US" dirty="0"/>
              <a:t>Open Notes</a:t>
            </a:r>
          </a:p>
          <a:p>
            <a:pPr lvl="1"/>
            <a:r>
              <a:rPr lang="en-US" dirty="0"/>
              <a:t>You can use slides</a:t>
            </a:r>
          </a:p>
          <a:p>
            <a:pPr lvl="1"/>
            <a:r>
              <a:rPr lang="en-US" dirty="0"/>
              <a:t>I suggest you create a cheat sheet: You won’t have enough time to search for concepts.</a:t>
            </a:r>
          </a:p>
          <a:p>
            <a:endParaRPr lang="en-US" dirty="0"/>
          </a:p>
          <a:p>
            <a:r>
              <a:rPr lang="en-US" dirty="0"/>
              <a:t>No questions during exam (Gets too distractive)</a:t>
            </a:r>
          </a:p>
          <a:p>
            <a:pPr lvl="1"/>
            <a:r>
              <a:rPr lang="en-US" dirty="0"/>
              <a:t>If a questions is ambiguous, write your assumption and solve</a:t>
            </a:r>
          </a:p>
          <a:p>
            <a:pPr lvl="1"/>
            <a:r>
              <a:rPr lang="en-US" dirty="0"/>
              <a:t>The assumption will be taken into consideration when grading</a:t>
            </a:r>
          </a:p>
          <a:p>
            <a:endParaRPr lang="en-US" dirty="0"/>
          </a:p>
          <a:p>
            <a:r>
              <a:rPr lang="en-US" dirty="0"/>
              <a:t>You should not need a calculator</a:t>
            </a:r>
          </a:p>
          <a:p>
            <a:pPr lvl="1"/>
            <a:r>
              <a:rPr lang="en-US" dirty="0"/>
              <a:t>You can use your phone if you do need it</a:t>
            </a:r>
          </a:p>
          <a:p>
            <a:endParaRPr lang="en-US" dirty="0"/>
          </a:p>
          <a:p>
            <a:pPr lvl="1"/>
            <a:endParaRPr lang="en-US" dirty="0"/>
          </a:p>
        </p:txBody>
      </p:sp>
    </p:spTree>
    <p:extLst>
      <p:ext uri="{BB962C8B-B14F-4D97-AF65-F5344CB8AC3E}">
        <p14:creationId xmlns:p14="http://schemas.microsoft.com/office/powerpoint/2010/main" val="374755107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B0C05B-2366-13E8-2C8D-A08568BE3A41}"/>
              </a:ext>
            </a:extLst>
          </p:cNvPr>
          <p:cNvSpPr>
            <a:spLocks noGrp="1"/>
          </p:cNvSpPr>
          <p:nvPr>
            <p:ph type="title"/>
          </p:nvPr>
        </p:nvSpPr>
        <p:spPr/>
        <p:txBody>
          <a:bodyPr/>
          <a:lstStyle/>
          <a:p>
            <a:r>
              <a:rPr lang="en-US" dirty="0"/>
              <a:t>Midterm Logistics</a:t>
            </a:r>
          </a:p>
        </p:txBody>
      </p:sp>
      <p:sp>
        <p:nvSpPr>
          <p:cNvPr id="3" name="Content Placeholder 2">
            <a:extLst>
              <a:ext uri="{FF2B5EF4-FFF2-40B4-BE49-F238E27FC236}">
                <a16:creationId xmlns:a16="http://schemas.microsoft.com/office/drawing/2014/main" id="{802A9D9A-C889-53B9-C727-24CC73E00ED0}"/>
              </a:ext>
            </a:extLst>
          </p:cNvPr>
          <p:cNvSpPr>
            <a:spLocks noGrp="1"/>
          </p:cNvSpPr>
          <p:nvPr>
            <p:ph idx="1"/>
          </p:nvPr>
        </p:nvSpPr>
        <p:spPr/>
        <p:txBody>
          <a:bodyPr/>
          <a:lstStyle/>
          <a:p>
            <a:r>
              <a:rPr lang="en-US" dirty="0"/>
              <a:t>Exam may be lengthy (intentionally)</a:t>
            </a:r>
          </a:p>
          <a:p>
            <a:pPr lvl="1"/>
            <a:r>
              <a:rPr lang="en-US" dirty="0"/>
              <a:t>If you know the concepts well, you should be able to solve in time</a:t>
            </a:r>
          </a:p>
          <a:p>
            <a:pPr lvl="1"/>
            <a:r>
              <a:rPr lang="en-US" dirty="0"/>
              <a:t>Searching your notes or slides will incur additional time	</a:t>
            </a:r>
          </a:p>
          <a:p>
            <a:endParaRPr lang="en-US" dirty="0"/>
          </a:p>
          <a:p>
            <a:r>
              <a:rPr lang="en-US" dirty="0"/>
              <a:t>Plan the questions you want to solve first accordingly</a:t>
            </a:r>
          </a:p>
          <a:p>
            <a:pPr lvl="1"/>
            <a:r>
              <a:rPr lang="en-US" dirty="0"/>
              <a:t>Suggestion: Get the big questions out of the way. </a:t>
            </a:r>
          </a:p>
          <a:p>
            <a:pPr lvl="1"/>
            <a:r>
              <a:rPr lang="en-US" dirty="0"/>
              <a:t>Don’t get stuck on a question. If you can’t solve go ahead and come back</a:t>
            </a:r>
          </a:p>
          <a:p>
            <a:pPr lvl="1"/>
            <a:r>
              <a:rPr lang="en-US" dirty="0"/>
              <a:t>If you don’t know an answer, write your explanation. We will consider that while grading</a:t>
            </a:r>
          </a:p>
        </p:txBody>
      </p:sp>
    </p:spTree>
    <p:extLst>
      <p:ext uri="{BB962C8B-B14F-4D97-AF65-F5344CB8AC3E}">
        <p14:creationId xmlns:p14="http://schemas.microsoft.com/office/powerpoint/2010/main" val="222498000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0FCBFE-C203-26AE-11DC-83325C4B9D03}"/>
              </a:ext>
            </a:extLst>
          </p:cNvPr>
          <p:cNvSpPr>
            <a:spLocks noGrp="1"/>
          </p:cNvSpPr>
          <p:nvPr>
            <p:ph type="title"/>
          </p:nvPr>
        </p:nvSpPr>
        <p:spPr/>
        <p:txBody>
          <a:bodyPr/>
          <a:lstStyle/>
          <a:p>
            <a:r>
              <a:rPr lang="en-US" dirty="0"/>
              <a:t>PA 1 Tips</a:t>
            </a:r>
          </a:p>
        </p:txBody>
      </p:sp>
      <p:sp>
        <p:nvSpPr>
          <p:cNvPr id="3" name="Content Placeholder 2">
            <a:extLst>
              <a:ext uri="{FF2B5EF4-FFF2-40B4-BE49-F238E27FC236}">
                <a16:creationId xmlns:a16="http://schemas.microsoft.com/office/drawing/2014/main" id="{93969573-6B9F-B064-1151-FCD3E927B916}"/>
              </a:ext>
            </a:extLst>
          </p:cNvPr>
          <p:cNvSpPr>
            <a:spLocks noGrp="1"/>
          </p:cNvSpPr>
          <p:nvPr>
            <p:ph idx="1"/>
          </p:nvPr>
        </p:nvSpPr>
        <p:spPr/>
        <p:txBody>
          <a:bodyPr>
            <a:normAutofit fontScale="85000" lnSpcReduction="20000"/>
          </a:bodyPr>
          <a:lstStyle/>
          <a:p>
            <a:r>
              <a:rPr lang="en-US" dirty="0"/>
              <a:t>Run the example code from canvas as early as possible, to make sure things are properly setup for you. If not, reach out to the Tas</a:t>
            </a:r>
          </a:p>
          <a:p>
            <a:endParaRPr lang="en-US" dirty="0"/>
          </a:p>
          <a:p>
            <a:r>
              <a:rPr lang="en-US" dirty="0"/>
              <a:t>Please review this </a:t>
            </a:r>
            <a:r>
              <a:rPr lang="en-US" dirty="0">
                <a:hlinkClick r:id="rId2"/>
              </a:rPr>
              <a:t>document</a:t>
            </a:r>
            <a:r>
              <a:rPr lang="en-US" dirty="0"/>
              <a:t> for best practices and this </a:t>
            </a:r>
            <a:r>
              <a:rPr lang="en-US" dirty="0">
                <a:hlinkClick r:id="rId3"/>
              </a:rPr>
              <a:t>document</a:t>
            </a:r>
            <a:r>
              <a:rPr lang="en-US" dirty="0"/>
              <a:t> for more information on how to schedule jobs</a:t>
            </a:r>
          </a:p>
          <a:p>
            <a:endParaRPr lang="en-US" dirty="0"/>
          </a:p>
          <a:p>
            <a:r>
              <a:rPr lang="en-US" dirty="0"/>
              <a:t>We have limited number of GPUs (6 for this course), so please do not hold them</a:t>
            </a:r>
          </a:p>
          <a:p>
            <a:pPr lvl="1"/>
            <a:r>
              <a:rPr lang="en-US" dirty="0"/>
              <a:t>Use the parameter --time=1:00:00 (1 hour, 0 minutes, 0 seconds) to set reasonable time limits. You should not be needing more than a few minutes of time to run your code</a:t>
            </a:r>
          </a:p>
          <a:p>
            <a:pPr lvl="1"/>
            <a:r>
              <a:rPr lang="en-US" dirty="0"/>
              <a:t>When you get disconnected from the terminal abruptly, the </a:t>
            </a:r>
            <a:r>
              <a:rPr lang="en-US" dirty="0" err="1"/>
              <a:t>gpus</a:t>
            </a:r>
            <a:r>
              <a:rPr lang="en-US" dirty="0"/>
              <a:t> still remain assigned to you until the time limit exceeds. So, it is even more important to correctly set the time limit</a:t>
            </a:r>
          </a:p>
          <a:p>
            <a:pPr marL="457200" lvl="1" indent="0">
              <a:buNone/>
            </a:pPr>
            <a:endParaRPr lang="en-US" dirty="0"/>
          </a:p>
          <a:p>
            <a:r>
              <a:rPr lang="en-US" dirty="0"/>
              <a:t>There will not be any extensions because you are unable to get GPU nodes closer to the deadline (which will happen), so start early and finish it as soon as you can</a:t>
            </a:r>
          </a:p>
        </p:txBody>
      </p:sp>
    </p:spTree>
    <p:extLst>
      <p:ext uri="{BB962C8B-B14F-4D97-AF65-F5344CB8AC3E}">
        <p14:creationId xmlns:p14="http://schemas.microsoft.com/office/powerpoint/2010/main" val="2212776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4335F8-641B-B561-A5E5-FEA2FC24766E}"/>
              </a:ext>
            </a:extLst>
          </p:cNvPr>
          <p:cNvSpPr>
            <a:spLocks noGrp="1"/>
          </p:cNvSpPr>
          <p:nvPr>
            <p:ph type="title"/>
          </p:nvPr>
        </p:nvSpPr>
        <p:spPr/>
        <p:txBody>
          <a:bodyPr/>
          <a:lstStyle/>
          <a:p>
            <a:r>
              <a:rPr lang="en-US" dirty="0"/>
              <a:t>Study Hard for </a:t>
            </a:r>
            <a:r>
              <a:rPr lang="en-US"/>
              <a:t>your Midterm!</a:t>
            </a:r>
            <a:endParaRPr lang="en-US" dirty="0"/>
          </a:p>
        </p:txBody>
      </p:sp>
      <p:pic>
        <p:nvPicPr>
          <p:cNvPr id="5" name="Content Placeholder 4">
            <a:extLst>
              <a:ext uri="{FF2B5EF4-FFF2-40B4-BE49-F238E27FC236}">
                <a16:creationId xmlns:a16="http://schemas.microsoft.com/office/drawing/2014/main" id="{0EC3A084-68B2-0E1F-4C91-ED8141830851}"/>
              </a:ext>
            </a:extLst>
          </p:cNvPr>
          <p:cNvPicPr>
            <a:picLocks noGrp="1" noChangeAspect="1"/>
          </p:cNvPicPr>
          <p:nvPr>
            <p:ph idx="1"/>
          </p:nvPr>
        </p:nvPicPr>
        <p:blipFill>
          <a:blip r:embed="rId2"/>
          <a:stretch>
            <a:fillRect/>
          </a:stretch>
        </p:blipFill>
        <p:spPr>
          <a:xfrm>
            <a:off x="6013881" y="1900222"/>
            <a:ext cx="5878121" cy="3751324"/>
          </a:xfrm>
          <a:prstGeom prst="rect">
            <a:avLst/>
          </a:prstGeom>
        </p:spPr>
      </p:pic>
      <p:sp>
        <p:nvSpPr>
          <p:cNvPr id="6" name="TextBox 5">
            <a:extLst>
              <a:ext uri="{FF2B5EF4-FFF2-40B4-BE49-F238E27FC236}">
                <a16:creationId xmlns:a16="http://schemas.microsoft.com/office/drawing/2014/main" id="{B3FBD103-C80A-D865-8797-50F8BE83B31D}"/>
              </a:ext>
            </a:extLst>
          </p:cNvPr>
          <p:cNvSpPr txBox="1"/>
          <p:nvPr/>
        </p:nvSpPr>
        <p:spPr>
          <a:xfrm>
            <a:off x="5850385" y="5651546"/>
            <a:ext cx="5878120" cy="369332"/>
          </a:xfrm>
          <a:prstGeom prst="rect">
            <a:avLst/>
          </a:prstGeom>
          <a:noFill/>
        </p:spPr>
        <p:txBody>
          <a:bodyPr wrap="square" rtlCol="0">
            <a:spAutoFit/>
          </a:bodyPr>
          <a:lstStyle/>
          <a:p>
            <a:r>
              <a:rPr lang="en-US" dirty="0"/>
              <a:t>https://mlcommons.org/benchmarks/inference-edge/</a:t>
            </a:r>
          </a:p>
        </p:txBody>
      </p:sp>
      <p:pic>
        <p:nvPicPr>
          <p:cNvPr id="8" name="Picture 7" descr="A screen shot of a program&#10;&#10;AI-generated content may be incorrect.">
            <a:extLst>
              <a:ext uri="{FF2B5EF4-FFF2-40B4-BE49-F238E27FC236}">
                <a16:creationId xmlns:a16="http://schemas.microsoft.com/office/drawing/2014/main" id="{57C44DD4-8194-BF39-FB3F-1443871A15EA}"/>
              </a:ext>
            </a:extLst>
          </p:cNvPr>
          <p:cNvPicPr>
            <a:picLocks noChangeAspect="1"/>
          </p:cNvPicPr>
          <p:nvPr/>
        </p:nvPicPr>
        <p:blipFill>
          <a:blip r:embed="rId3">
            <a:extLst>
              <a:ext uri="{28A0092B-C50C-407E-A947-70E740481C1C}">
                <a14:useLocalDpi xmlns:a14="http://schemas.microsoft.com/office/drawing/2010/main" val="0"/>
              </a:ext>
            </a:extLst>
          </a:blip>
          <a:srcRect t="42459" b="53916"/>
          <a:stretch>
            <a:fillRect/>
          </a:stretch>
        </p:blipFill>
        <p:spPr>
          <a:xfrm>
            <a:off x="170478" y="5198785"/>
            <a:ext cx="5761655" cy="452761"/>
          </a:xfrm>
          <a:prstGeom prst="rect">
            <a:avLst/>
          </a:prstGeom>
        </p:spPr>
      </p:pic>
      <p:sp>
        <p:nvSpPr>
          <p:cNvPr id="9" name="TextBox 8">
            <a:extLst>
              <a:ext uri="{FF2B5EF4-FFF2-40B4-BE49-F238E27FC236}">
                <a16:creationId xmlns:a16="http://schemas.microsoft.com/office/drawing/2014/main" id="{F8342441-36A5-E84C-B5FC-27F275A14371}"/>
              </a:ext>
            </a:extLst>
          </p:cNvPr>
          <p:cNvSpPr txBox="1"/>
          <p:nvPr/>
        </p:nvSpPr>
        <p:spPr>
          <a:xfrm>
            <a:off x="838200" y="5836212"/>
            <a:ext cx="4310849" cy="923330"/>
          </a:xfrm>
          <a:prstGeom prst="rect">
            <a:avLst/>
          </a:prstGeom>
          <a:noFill/>
        </p:spPr>
        <p:txBody>
          <a:bodyPr wrap="square" rtlCol="0">
            <a:spAutoFit/>
          </a:bodyPr>
          <a:lstStyle/>
          <a:p>
            <a:pPr marL="285750" indent="-285750">
              <a:buFont typeface="Arial" panose="020B0604020202020204" pitchFamily="34" charset="0"/>
              <a:buChar char="•"/>
            </a:pPr>
            <a:r>
              <a:rPr lang="en-US" dirty="0"/>
              <a:t>Won by 80 </a:t>
            </a:r>
            <a:r>
              <a:rPr lang="en-US" dirty="0" err="1"/>
              <a:t>ms</a:t>
            </a:r>
            <a:endParaRPr lang="en-US" dirty="0"/>
          </a:p>
          <a:p>
            <a:pPr marL="285750" indent="-285750">
              <a:buFont typeface="Arial" panose="020B0604020202020204" pitchFamily="34" charset="0"/>
              <a:buChar char="•"/>
            </a:pPr>
            <a:r>
              <a:rPr lang="en-US" dirty="0"/>
              <a:t>Comparable to CNN inference times on a gaming GPU</a:t>
            </a:r>
          </a:p>
        </p:txBody>
      </p:sp>
      <p:sp>
        <p:nvSpPr>
          <p:cNvPr id="11" name="Rectangle 10">
            <a:extLst>
              <a:ext uri="{FF2B5EF4-FFF2-40B4-BE49-F238E27FC236}">
                <a16:creationId xmlns:a16="http://schemas.microsoft.com/office/drawing/2014/main" id="{110EF8EB-67AE-E943-5A03-66ADDBCF94BE}"/>
              </a:ext>
            </a:extLst>
          </p:cNvPr>
          <p:cNvSpPr/>
          <p:nvPr/>
        </p:nvSpPr>
        <p:spPr>
          <a:xfrm>
            <a:off x="5024761" y="5225419"/>
            <a:ext cx="488272" cy="452761"/>
          </a:xfrm>
          <a:prstGeom prst="rect">
            <a:avLst/>
          </a:prstGeom>
          <a:noFill/>
          <a:ln w="38100">
            <a:solidFill>
              <a:srgbClr val="A907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185A884-7B1B-2EFF-AA86-6E2521524E04}"/>
              </a:ext>
            </a:extLst>
          </p:cNvPr>
          <p:cNvSpPr/>
          <p:nvPr/>
        </p:nvSpPr>
        <p:spPr>
          <a:xfrm>
            <a:off x="6013882" y="3655551"/>
            <a:ext cx="1203664" cy="452761"/>
          </a:xfrm>
          <a:prstGeom prst="rect">
            <a:avLst/>
          </a:prstGeom>
          <a:noFill/>
          <a:ln w="38100">
            <a:solidFill>
              <a:srgbClr val="A9071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person holding a paddle and a medal&#10;&#10;AI-generated content may be incorrect.">
            <a:extLst>
              <a:ext uri="{FF2B5EF4-FFF2-40B4-BE49-F238E27FC236}">
                <a16:creationId xmlns:a16="http://schemas.microsoft.com/office/drawing/2014/main" id="{E849E67E-AACF-9CF3-A869-9C80166FECE4}"/>
              </a:ext>
            </a:extLst>
          </p:cNvPr>
          <p:cNvPicPr>
            <a:picLocks noChangeAspect="1"/>
          </p:cNvPicPr>
          <p:nvPr/>
        </p:nvPicPr>
        <p:blipFill>
          <a:blip r:embed="rId4">
            <a:extLst>
              <a:ext uri="{28A0092B-C50C-407E-A947-70E740481C1C}">
                <a14:useLocalDpi xmlns:a14="http://schemas.microsoft.com/office/drawing/2010/main" val="0"/>
              </a:ext>
            </a:extLst>
          </a:blip>
          <a:srcRect t="10505"/>
          <a:stretch>
            <a:fillRect/>
          </a:stretch>
        </p:blipFill>
        <p:spPr>
          <a:xfrm>
            <a:off x="1275883" y="1720504"/>
            <a:ext cx="2770974" cy="3293615"/>
          </a:xfrm>
          <a:prstGeom prst="rect">
            <a:avLst/>
          </a:prstGeom>
        </p:spPr>
      </p:pic>
    </p:spTree>
    <p:extLst>
      <p:ext uri="{BB962C8B-B14F-4D97-AF65-F5344CB8AC3E}">
        <p14:creationId xmlns:p14="http://schemas.microsoft.com/office/powerpoint/2010/main" val="112267744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15EADA-E75D-14C0-3685-0896DC322B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3E8716A-7922-1DB9-E77E-087541FD352E}"/>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FE07BE26-A27C-254F-73FE-9A9669E371B3}"/>
              </a:ext>
            </a:extLst>
          </p:cNvPr>
          <p:cNvSpPr>
            <a:spLocks noGrp="1"/>
          </p:cNvSpPr>
          <p:nvPr>
            <p:ph idx="1"/>
          </p:nvPr>
        </p:nvSpPr>
        <p:spPr/>
        <p:txBody>
          <a:bodyPr>
            <a:normAutofit/>
          </a:bodyPr>
          <a:lstStyle/>
          <a:p>
            <a:r>
              <a:rPr lang="en-US" dirty="0"/>
              <a:t>Introduction to AMD’s GPU Programming Stack</a:t>
            </a:r>
          </a:p>
          <a:p>
            <a:r>
              <a:rPr lang="en-US" dirty="0">
                <a:solidFill>
                  <a:schemeClr val="bg1">
                    <a:lumMod val="85000"/>
                  </a:schemeClr>
                </a:solidFill>
              </a:rPr>
              <a:t>AMD GPU Hardware Model</a:t>
            </a:r>
          </a:p>
          <a:p>
            <a:r>
              <a:rPr lang="en-US" dirty="0">
                <a:solidFill>
                  <a:schemeClr val="bg1">
                    <a:lumMod val="85000"/>
                  </a:schemeClr>
                </a:solidFill>
              </a:rPr>
              <a:t>AMD Programming Model</a:t>
            </a:r>
          </a:p>
          <a:p>
            <a:r>
              <a:rPr lang="en-US" dirty="0">
                <a:solidFill>
                  <a:schemeClr val="bg1">
                    <a:lumMod val="85000"/>
                  </a:schemeClr>
                </a:solidFill>
              </a:rPr>
              <a:t>Implementation Basics</a:t>
            </a:r>
          </a:p>
          <a:p>
            <a:endParaRPr lang="en-US" dirty="0"/>
          </a:p>
          <a:p>
            <a:endParaRPr lang="en-US" dirty="0"/>
          </a:p>
        </p:txBody>
      </p:sp>
    </p:spTree>
    <p:extLst>
      <p:ext uri="{BB962C8B-B14F-4D97-AF65-F5344CB8AC3E}">
        <p14:creationId xmlns:p14="http://schemas.microsoft.com/office/powerpoint/2010/main" val="11266832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3F30CB-714C-A931-F2A7-F2400C1EBBD0}"/>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8D3FACF2-621D-094F-1B25-80245064154C}"/>
              </a:ext>
            </a:extLst>
          </p:cNvPr>
          <p:cNvSpPr>
            <a:spLocks noGrp="1"/>
          </p:cNvSpPr>
          <p:nvPr>
            <p:ph idx="1"/>
          </p:nvPr>
        </p:nvSpPr>
        <p:spPr/>
        <p:txBody>
          <a:bodyPr/>
          <a:lstStyle/>
          <a:p>
            <a:r>
              <a:rPr lang="en-US" dirty="0" err="1"/>
              <a:t>ROCm</a:t>
            </a:r>
            <a:r>
              <a:rPr lang="en-US" dirty="0"/>
              <a:t> Documentation - </a:t>
            </a:r>
            <a:r>
              <a:rPr lang="en-US" dirty="0">
                <a:hlinkClick r:id="rId2"/>
              </a:rPr>
              <a:t>https://rocm.docs.amd.com/en/latest/</a:t>
            </a:r>
            <a:r>
              <a:rPr lang="en-US" dirty="0"/>
              <a:t> </a:t>
            </a:r>
          </a:p>
          <a:p>
            <a:endParaRPr lang="en-US" dirty="0"/>
          </a:p>
          <a:p>
            <a:r>
              <a:rPr lang="en-US" dirty="0"/>
              <a:t>Presentation by AMD - </a:t>
            </a:r>
            <a:r>
              <a:rPr lang="en-US" dirty="0">
                <a:hlinkClick r:id="rId3"/>
              </a:rPr>
              <a:t>https://www.exascaleproject.org/wp-content/uploads/2017/05/ORNL_HIP_webinar_20190606_final.pdf</a:t>
            </a:r>
            <a:r>
              <a:rPr lang="en-US" dirty="0"/>
              <a:t> </a:t>
            </a:r>
          </a:p>
        </p:txBody>
      </p:sp>
    </p:spTree>
    <p:extLst>
      <p:ext uri="{BB962C8B-B14F-4D97-AF65-F5344CB8AC3E}">
        <p14:creationId xmlns:p14="http://schemas.microsoft.com/office/powerpoint/2010/main" val="1785471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7"/>
          <p:cNvSpPr txBox="1">
            <a:spLocks noGrp="1"/>
          </p:cNvSpPr>
          <p:nvPr>
            <p:ph type="title"/>
          </p:nvPr>
        </p:nvSpPr>
        <p:spPr>
          <a:xfrm>
            <a:off x="838200" y="365125"/>
            <a:ext cx="10515600" cy="1325563"/>
          </a:xfrm>
          <a:prstGeom prst="rect">
            <a:avLst/>
          </a:prstGeom>
          <a:noFill/>
          <a:ln>
            <a:noFill/>
          </a:ln>
        </p:spPr>
        <p:txBody>
          <a:bodyPr spcFirstLastPara="1" vert="horz" wrap="square" lIns="91433" tIns="45700" rIns="91433" bIns="45700" rtlCol="0" anchor="ctr" anchorCtr="0">
            <a:normAutofit/>
          </a:bodyPr>
          <a:lstStyle/>
          <a:p>
            <a:pPr>
              <a:spcBef>
                <a:spcPts val="0"/>
              </a:spcBef>
              <a:buClr>
                <a:schemeClr val="dk1"/>
              </a:buClr>
              <a:buSzPts val="3300"/>
            </a:pPr>
            <a:r>
              <a:rPr lang="en" dirty="0"/>
              <a:t>ROCm (Radeon Open Compute)</a:t>
            </a:r>
            <a:endParaRPr dirty="0"/>
          </a:p>
        </p:txBody>
      </p:sp>
      <p:sp>
        <p:nvSpPr>
          <p:cNvPr id="144" name="Google Shape;144;p27"/>
          <p:cNvSpPr txBox="1">
            <a:spLocks noGrp="1"/>
          </p:cNvSpPr>
          <p:nvPr>
            <p:ph type="body" idx="1"/>
          </p:nvPr>
        </p:nvSpPr>
        <p:spPr>
          <a:xfrm>
            <a:off x="480849" y="1690688"/>
            <a:ext cx="5615151" cy="4351200"/>
          </a:xfrm>
          <a:prstGeom prst="rect">
            <a:avLst/>
          </a:prstGeom>
          <a:noFill/>
          <a:ln>
            <a:noFill/>
          </a:ln>
        </p:spPr>
        <p:txBody>
          <a:bodyPr spcFirstLastPara="1" vert="horz" wrap="square" lIns="91433" tIns="45700" rIns="91433" bIns="45700" rtlCol="0" anchor="t" anchorCtr="0">
            <a:normAutofit fontScale="85000" lnSpcReduction="20000"/>
          </a:bodyPr>
          <a:lstStyle/>
          <a:p>
            <a:pPr marL="609585" indent="-414432">
              <a:spcBef>
                <a:spcPts val="0"/>
              </a:spcBef>
              <a:buSzPct val="66666"/>
              <a:buChar char="●"/>
            </a:pPr>
            <a:r>
              <a:rPr lang="en" dirty="0"/>
              <a:t>Open-source GPU computing platform by AMD, Designed for HPC, AI/ML, and scientific workloads.</a:t>
            </a:r>
            <a:endParaRPr dirty="0"/>
          </a:p>
          <a:p>
            <a:pPr marL="609585" indent="0">
              <a:spcBef>
                <a:spcPts val="1067"/>
              </a:spcBef>
              <a:buNone/>
            </a:pPr>
            <a:endParaRPr dirty="0"/>
          </a:p>
          <a:p>
            <a:pPr marL="609585" indent="-414432">
              <a:spcBef>
                <a:spcPts val="1067"/>
              </a:spcBef>
              <a:buSzPct val="66666"/>
              <a:buChar char="●"/>
            </a:pPr>
            <a:r>
              <a:rPr lang="en" dirty="0"/>
              <a:t>It is developed as an alternative to CUDA and supports HIP (Heterogeneous Interface for Portability).</a:t>
            </a:r>
            <a:endParaRPr dirty="0"/>
          </a:p>
          <a:p>
            <a:pPr marL="609585" indent="0">
              <a:spcBef>
                <a:spcPts val="1067"/>
              </a:spcBef>
              <a:buNone/>
            </a:pPr>
            <a:endParaRPr dirty="0"/>
          </a:p>
          <a:p>
            <a:pPr marL="609585" indent="-414432">
              <a:spcBef>
                <a:spcPts val="1067"/>
              </a:spcBef>
              <a:buSzPct val="66666"/>
              <a:buChar char="●"/>
            </a:pPr>
            <a:r>
              <a:rPr lang="en" dirty="0"/>
              <a:t>It includes a Compiler (LLVM-based), Runtime (HIP runtime, ROCr), Drivers &amp; tools,  Libraries (rocBLAS, MIOpen, RCCL, etc.)</a:t>
            </a:r>
            <a:endParaRPr dirty="0"/>
          </a:p>
          <a:p>
            <a:pPr marL="694249" lvl="1" indent="-84665">
              <a:spcBef>
                <a:spcPts val="533"/>
              </a:spcBef>
              <a:buClr>
                <a:schemeClr val="dk1"/>
              </a:buClr>
              <a:buSzPct val="100000"/>
              <a:buNone/>
            </a:pPr>
            <a:endParaRPr dirty="0"/>
          </a:p>
          <a:p>
            <a:pPr marL="694249" lvl="1" indent="-84665">
              <a:spcBef>
                <a:spcPts val="533"/>
              </a:spcBef>
              <a:buClr>
                <a:schemeClr val="dk1"/>
              </a:buClr>
              <a:buSzPct val="100000"/>
              <a:buNone/>
            </a:pPr>
            <a:endParaRPr dirty="0"/>
          </a:p>
        </p:txBody>
      </p:sp>
      <p:pic>
        <p:nvPicPr>
          <p:cNvPr id="3" name="Picture 2" descr="A screenshot of a computer program&#10;&#10;AI-generated content may be incorrect.">
            <a:extLst>
              <a:ext uri="{FF2B5EF4-FFF2-40B4-BE49-F238E27FC236}">
                <a16:creationId xmlns:a16="http://schemas.microsoft.com/office/drawing/2014/main" id="{DE5774F5-8FDF-C42E-E4DC-4BBB6A51D7D7}"/>
              </a:ext>
            </a:extLst>
          </p:cNvPr>
          <p:cNvPicPr>
            <a:picLocks noChangeAspect="1"/>
          </p:cNvPicPr>
          <p:nvPr/>
        </p:nvPicPr>
        <p:blipFill>
          <a:blip r:embed="rId3">
            <a:extLst>
              <a:ext uri="{28A0092B-C50C-407E-A947-70E740481C1C}">
                <a14:useLocalDpi xmlns:a14="http://schemas.microsoft.com/office/drawing/2010/main" val="0"/>
              </a:ext>
            </a:extLst>
          </a:blip>
          <a:srcRect l="5484" t="5324" r="5361" b="9273"/>
          <a:stretch>
            <a:fillRect/>
          </a:stretch>
        </p:blipFill>
        <p:spPr>
          <a:xfrm>
            <a:off x="6034599" y="1690688"/>
            <a:ext cx="6157401" cy="4719774"/>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49"/>
        <p:cNvGrpSpPr/>
        <p:nvPr/>
      </p:nvGrpSpPr>
      <p:grpSpPr>
        <a:xfrm>
          <a:off x="0" y="0"/>
          <a:ext cx="0" cy="0"/>
          <a:chOff x="0" y="0"/>
          <a:chExt cx="0" cy="0"/>
        </a:xfrm>
      </p:grpSpPr>
      <p:sp>
        <p:nvSpPr>
          <p:cNvPr id="150" name="Google Shape;150;p28"/>
          <p:cNvSpPr txBox="1">
            <a:spLocks noGrp="1"/>
          </p:cNvSpPr>
          <p:nvPr>
            <p:ph type="title"/>
          </p:nvPr>
        </p:nvSpPr>
        <p:spPr>
          <a:xfrm>
            <a:off x="838200" y="349092"/>
            <a:ext cx="10515600" cy="1325600"/>
          </a:xfrm>
          <a:prstGeom prst="rect">
            <a:avLst/>
          </a:prstGeom>
        </p:spPr>
        <p:txBody>
          <a:bodyPr spcFirstLastPara="1" vert="horz" wrap="square" lIns="91433" tIns="45700" rIns="91433" bIns="45700" rtlCol="0" anchor="ctr" anchorCtr="0">
            <a:normAutofit/>
          </a:bodyPr>
          <a:lstStyle/>
          <a:p>
            <a:pPr>
              <a:spcBef>
                <a:spcPts val="0"/>
              </a:spcBef>
            </a:pPr>
            <a:r>
              <a:rPr lang="en" dirty="0"/>
              <a:t>HIP (Heterogeneous-compute Interface for Portability)</a:t>
            </a:r>
            <a:endParaRPr dirty="0"/>
          </a:p>
        </p:txBody>
      </p:sp>
      <p:sp>
        <p:nvSpPr>
          <p:cNvPr id="151" name="Google Shape;151;p28"/>
          <p:cNvSpPr txBox="1">
            <a:spLocks noGrp="1"/>
          </p:cNvSpPr>
          <p:nvPr>
            <p:ph type="body" idx="1"/>
          </p:nvPr>
        </p:nvSpPr>
        <p:spPr>
          <a:xfrm>
            <a:off x="838200" y="1825633"/>
            <a:ext cx="10515600" cy="4351200"/>
          </a:xfrm>
          <a:prstGeom prst="rect">
            <a:avLst/>
          </a:prstGeom>
        </p:spPr>
        <p:txBody>
          <a:bodyPr spcFirstLastPara="1" vert="horz" wrap="square" lIns="91433" tIns="45700" rIns="91433" bIns="45700" rtlCol="0" anchor="t" anchorCtr="0">
            <a:normAutofit/>
          </a:bodyPr>
          <a:lstStyle/>
          <a:p>
            <a:pPr>
              <a:spcBef>
                <a:spcPts val="1067"/>
              </a:spcBef>
            </a:pPr>
            <a:r>
              <a:rPr lang="en" dirty="0"/>
              <a:t>C++ runtime API and kernel language that allows developers to create portable applications that can run on AMD’s accelerators as well as CUDA devices.</a:t>
            </a:r>
          </a:p>
          <a:p>
            <a:pPr lvl="1">
              <a:spcBef>
                <a:spcPts val="1067"/>
              </a:spcBef>
            </a:pPr>
            <a:r>
              <a:rPr lang="en" dirty="0"/>
              <a:t>Is open-source.</a:t>
            </a:r>
          </a:p>
          <a:p>
            <a:pPr lvl="1">
              <a:spcBef>
                <a:spcPts val="1067"/>
              </a:spcBef>
            </a:pPr>
            <a:r>
              <a:rPr lang="en" dirty="0"/>
              <a:t>Provides an API for an application to leverage GPU acceleration for both AMD and CUDA devices.</a:t>
            </a:r>
          </a:p>
          <a:p>
            <a:pPr lvl="1">
              <a:spcBef>
                <a:spcPts val="1067"/>
              </a:spcBef>
            </a:pPr>
            <a:r>
              <a:rPr lang="en" dirty="0"/>
              <a:t>Syntactically similar to CUDA. Most CUDA API calls can be converted in place: cuda -&gt; hip</a:t>
            </a:r>
          </a:p>
          <a:p>
            <a:pPr lvl="1">
              <a:spcBef>
                <a:spcPts val="1067"/>
              </a:spcBef>
            </a:pPr>
            <a:r>
              <a:rPr lang="en" dirty="0"/>
              <a:t>Supports a strong subset of CUDA runtime functionality.</a:t>
            </a:r>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55"/>
        <p:cNvGrpSpPr/>
        <p:nvPr/>
      </p:nvGrpSpPr>
      <p:grpSpPr>
        <a:xfrm>
          <a:off x="0" y="0"/>
          <a:ext cx="0" cy="0"/>
          <a:chOff x="0" y="0"/>
          <a:chExt cx="0" cy="0"/>
        </a:xfrm>
      </p:grpSpPr>
      <p:sp>
        <p:nvSpPr>
          <p:cNvPr id="156" name="Google Shape;156;p29"/>
          <p:cNvSpPr txBox="1">
            <a:spLocks noGrp="1"/>
          </p:cNvSpPr>
          <p:nvPr>
            <p:ph type="title"/>
          </p:nvPr>
        </p:nvSpPr>
        <p:spPr>
          <a:xfrm>
            <a:off x="838200" y="365125"/>
            <a:ext cx="10515600" cy="1325600"/>
          </a:xfrm>
          <a:prstGeom prst="rect">
            <a:avLst/>
          </a:prstGeom>
        </p:spPr>
        <p:txBody>
          <a:bodyPr spcFirstLastPara="1" vert="horz" wrap="square" lIns="91433" tIns="45700" rIns="91433" bIns="45700" rtlCol="0" anchor="ctr" anchorCtr="0">
            <a:normAutofit/>
          </a:bodyPr>
          <a:lstStyle/>
          <a:p>
            <a:pPr>
              <a:spcBef>
                <a:spcPts val="0"/>
              </a:spcBef>
              <a:buClr>
                <a:schemeClr val="dk1"/>
              </a:buClr>
              <a:buSzPts val="1100"/>
            </a:pPr>
            <a:r>
              <a:rPr lang="en" sz="4000" dirty="0"/>
              <a:t>HIP -  Portability &amp; CUDA Interoperability</a:t>
            </a:r>
            <a:endParaRPr sz="4000" dirty="0"/>
          </a:p>
        </p:txBody>
      </p:sp>
      <p:sp>
        <p:nvSpPr>
          <p:cNvPr id="157" name="Google Shape;157;p29"/>
          <p:cNvSpPr txBox="1">
            <a:spLocks noGrp="1"/>
          </p:cNvSpPr>
          <p:nvPr>
            <p:ph type="body" idx="1"/>
          </p:nvPr>
        </p:nvSpPr>
        <p:spPr>
          <a:xfrm>
            <a:off x="838200" y="1825633"/>
            <a:ext cx="7023200" cy="4351200"/>
          </a:xfrm>
          <a:prstGeom prst="rect">
            <a:avLst/>
          </a:prstGeom>
        </p:spPr>
        <p:txBody>
          <a:bodyPr spcFirstLastPara="1" vert="horz" wrap="square" lIns="91433" tIns="45700" rIns="91433" bIns="45700" rtlCol="0" anchor="t" anchorCtr="0">
            <a:normAutofit/>
          </a:bodyPr>
          <a:lstStyle/>
          <a:p>
            <a:pPr marL="609585" indent="0">
              <a:spcBef>
                <a:spcPts val="1067"/>
              </a:spcBef>
              <a:buNone/>
            </a:pPr>
            <a:endParaRPr dirty="0"/>
          </a:p>
          <a:p>
            <a:pPr marL="609585" indent="-423323">
              <a:spcBef>
                <a:spcPts val="1067"/>
              </a:spcBef>
              <a:buSzPts val="1400"/>
              <a:buChar char="●"/>
            </a:pPr>
            <a:r>
              <a:rPr lang="en" dirty="0"/>
              <a:t>Similar syntax to CUDA</a:t>
            </a:r>
            <a:endParaRPr dirty="0"/>
          </a:p>
          <a:p>
            <a:pPr marL="1219170" lvl="1" indent="-423323">
              <a:spcBef>
                <a:spcPts val="0"/>
              </a:spcBef>
              <a:buSzPts val="1400"/>
              <a:buChar char="○"/>
            </a:pPr>
            <a:r>
              <a:rPr lang="en" dirty="0"/>
              <a:t>Many CUDA constructs map directly to HIP</a:t>
            </a:r>
            <a:endParaRPr dirty="0"/>
          </a:p>
          <a:p>
            <a:pPr marL="609585" indent="-423323">
              <a:spcBef>
                <a:spcPts val="0"/>
              </a:spcBef>
              <a:buSzPts val="1400"/>
              <a:buChar char="●"/>
            </a:pPr>
            <a:r>
              <a:rPr lang="en" dirty="0"/>
              <a:t>Hipify tools</a:t>
            </a:r>
            <a:endParaRPr dirty="0"/>
          </a:p>
          <a:p>
            <a:pPr marL="1219170" lvl="1" indent="-423323">
              <a:spcBef>
                <a:spcPts val="0"/>
              </a:spcBef>
              <a:buSzPts val="1400"/>
              <a:buChar char="○"/>
            </a:pPr>
            <a:r>
              <a:rPr lang="en" dirty="0"/>
              <a:t>Utilities (hipify-clang, hipify-perl) to convert existing CUDA code to HIP automatically </a:t>
            </a:r>
            <a:endParaRPr dirty="0"/>
          </a:p>
          <a:p>
            <a:pPr marL="609585" indent="-423323">
              <a:spcBef>
                <a:spcPts val="0"/>
              </a:spcBef>
              <a:buSzPts val="1400"/>
              <a:buChar char="●"/>
            </a:pPr>
            <a:r>
              <a:rPr lang="en" dirty="0"/>
              <a:t>Single source portability</a:t>
            </a:r>
            <a:endParaRPr dirty="0"/>
          </a:p>
          <a:p>
            <a:pPr marL="1219170" lvl="1" indent="-423323">
              <a:spcBef>
                <a:spcPts val="0"/>
              </a:spcBef>
              <a:buSzPts val="1400"/>
              <a:buChar char="○"/>
            </a:pPr>
            <a:r>
              <a:rPr lang="en" dirty="0"/>
              <a:t> A single HIP codebase can run on NVIDIA (via CUDA path) or AMD GPUs depending on compilation target</a:t>
            </a:r>
            <a:endParaRPr dirty="0"/>
          </a:p>
          <a:p>
            <a:pPr marL="609585" indent="0">
              <a:spcBef>
                <a:spcPts val="1067"/>
              </a:spcBef>
              <a:buNone/>
            </a:pPr>
            <a:endParaRPr dirty="0"/>
          </a:p>
        </p:txBody>
      </p:sp>
      <p:pic>
        <p:nvPicPr>
          <p:cNvPr id="158" name="Google Shape;158;p29"/>
          <p:cNvPicPr preferRelativeResize="0"/>
          <p:nvPr/>
        </p:nvPicPr>
        <p:blipFill>
          <a:blip r:embed="rId3">
            <a:alphaModFix/>
          </a:blip>
          <a:stretch>
            <a:fillRect/>
          </a:stretch>
        </p:blipFill>
        <p:spPr>
          <a:xfrm>
            <a:off x="8080633" y="2498825"/>
            <a:ext cx="3924200" cy="3004816"/>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30"/>
          <p:cNvSpPr txBox="1">
            <a:spLocks noGrp="1"/>
          </p:cNvSpPr>
          <p:nvPr>
            <p:ph type="title"/>
          </p:nvPr>
        </p:nvSpPr>
        <p:spPr>
          <a:xfrm>
            <a:off x="838200" y="365125"/>
            <a:ext cx="10515600" cy="1325600"/>
          </a:xfrm>
          <a:prstGeom prst="rect">
            <a:avLst/>
          </a:prstGeom>
        </p:spPr>
        <p:txBody>
          <a:bodyPr spcFirstLastPara="1" vert="horz" wrap="square" lIns="91433" tIns="45700" rIns="91433" bIns="45700" rtlCol="0" anchor="ctr" anchorCtr="0">
            <a:normAutofit/>
          </a:bodyPr>
          <a:lstStyle/>
          <a:p>
            <a:pPr>
              <a:spcBef>
                <a:spcPts val="0"/>
              </a:spcBef>
            </a:pPr>
            <a:r>
              <a:rPr lang="en" sz="4000" dirty="0"/>
              <a:t>HIP -  Architecture &amp; Compilation Flow</a:t>
            </a:r>
            <a:endParaRPr dirty="0"/>
          </a:p>
        </p:txBody>
      </p:sp>
      <p:sp>
        <p:nvSpPr>
          <p:cNvPr id="164" name="Google Shape;164;p30"/>
          <p:cNvSpPr txBox="1">
            <a:spLocks noGrp="1"/>
          </p:cNvSpPr>
          <p:nvPr>
            <p:ph type="body" idx="1"/>
          </p:nvPr>
        </p:nvSpPr>
        <p:spPr>
          <a:xfrm>
            <a:off x="838200" y="1937933"/>
            <a:ext cx="7023200" cy="4536800"/>
          </a:xfrm>
          <a:prstGeom prst="rect">
            <a:avLst/>
          </a:prstGeom>
        </p:spPr>
        <p:txBody>
          <a:bodyPr spcFirstLastPara="1" vert="horz" wrap="square" lIns="91433" tIns="45700" rIns="91433" bIns="45700" rtlCol="0" anchor="t" anchorCtr="0">
            <a:normAutofit/>
          </a:bodyPr>
          <a:lstStyle/>
          <a:p>
            <a:pPr marL="609585" indent="-397499">
              <a:lnSpc>
                <a:spcPct val="70000"/>
              </a:lnSpc>
              <a:spcBef>
                <a:spcPts val="1067"/>
              </a:spcBef>
              <a:buSzPts val="1095"/>
              <a:buChar char="●"/>
            </a:pPr>
            <a:r>
              <a:rPr lang="en" sz="2323" dirty="0"/>
              <a:t>HIP source is compiled by hipcc, which wraps Clang/LLVM or redirects to NVCC depending on target.</a:t>
            </a:r>
            <a:br>
              <a:rPr lang="en" sz="2323" dirty="0"/>
            </a:br>
            <a:endParaRPr sz="2323" dirty="0"/>
          </a:p>
          <a:p>
            <a:pPr marL="609585" indent="-397499">
              <a:lnSpc>
                <a:spcPct val="70000"/>
              </a:lnSpc>
              <a:spcBef>
                <a:spcPts val="0"/>
              </a:spcBef>
              <a:buSzPts val="1095"/>
              <a:buChar char="●"/>
            </a:pPr>
            <a:r>
              <a:rPr lang="en" sz="2323" dirty="0"/>
              <a:t>On AMD target: </a:t>
            </a:r>
            <a:br>
              <a:rPr lang="en" sz="2323" dirty="0"/>
            </a:br>
            <a:r>
              <a:rPr lang="en" sz="2323" dirty="0"/>
              <a:t>HIP → LLVM → AMDGPU backend → GPU machine code.</a:t>
            </a:r>
            <a:br>
              <a:rPr lang="en" sz="2323" dirty="0"/>
            </a:br>
            <a:endParaRPr sz="2323" dirty="0"/>
          </a:p>
          <a:p>
            <a:pPr marL="609585" indent="-397499">
              <a:lnSpc>
                <a:spcPct val="70000"/>
              </a:lnSpc>
              <a:spcBef>
                <a:spcPts val="0"/>
              </a:spcBef>
              <a:buSzPts val="1095"/>
              <a:buChar char="●"/>
            </a:pPr>
            <a:r>
              <a:rPr lang="en" sz="2323" dirty="0"/>
              <a:t>On NVIDIA target: </a:t>
            </a:r>
            <a:br>
              <a:rPr lang="en" sz="2323" dirty="0"/>
            </a:br>
            <a:r>
              <a:rPr lang="en" sz="2323" dirty="0"/>
              <a:t>HIP acts as a thin layer over CUDA, forwarding many calls to NVCC / CUDA runtime.</a:t>
            </a:r>
            <a:br>
              <a:rPr lang="en" sz="2323" dirty="0"/>
            </a:br>
            <a:endParaRPr sz="2323" dirty="0"/>
          </a:p>
          <a:p>
            <a:pPr marL="609585" indent="-397499">
              <a:lnSpc>
                <a:spcPct val="70000"/>
              </a:lnSpc>
              <a:spcBef>
                <a:spcPts val="0"/>
              </a:spcBef>
              <a:buSzPts val="1095"/>
              <a:buChar char="●"/>
            </a:pPr>
            <a:r>
              <a:rPr lang="en" sz="2323" dirty="0"/>
              <a:t>The model sits close to hardware (few abstractions) to minimize overhead and preserve performance.</a:t>
            </a:r>
            <a:endParaRPr sz="2323" dirty="0"/>
          </a:p>
          <a:p>
            <a:pPr marL="609585" indent="0">
              <a:lnSpc>
                <a:spcPct val="70000"/>
              </a:lnSpc>
              <a:spcBef>
                <a:spcPts val="1067"/>
              </a:spcBef>
              <a:buSzPts val="1018"/>
              <a:buNone/>
            </a:pPr>
            <a:endParaRPr sz="2589" dirty="0"/>
          </a:p>
        </p:txBody>
      </p:sp>
      <p:pic>
        <p:nvPicPr>
          <p:cNvPr id="165" name="Google Shape;165;p30"/>
          <p:cNvPicPr preferRelativeResize="0"/>
          <p:nvPr/>
        </p:nvPicPr>
        <p:blipFill>
          <a:blip r:embed="rId3">
            <a:alphaModFix/>
          </a:blip>
          <a:stretch>
            <a:fillRect/>
          </a:stretch>
        </p:blipFill>
        <p:spPr>
          <a:xfrm>
            <a:off x="8080633" y="2498825"/>
            <a:ext cx="3924200" cy="3004816"/>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6B921-5BF1-3768-FA9A-178FAE9C2C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15A399-8F79-C278-102F-BEFF4FDCDA1C}"/>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AEE86CE1-C344-C2E6-02D3-9E3CAA81C061}"/>
              </a:ext>
            </a:extLst>
          </p:cNvPr>
          <p:cNvSpPr>
            <a:spLocks noGrp="1"/>
          </p:cNvSpPr>
          <p:nvPr>
            <p:ph idx="1"/>
          </p:nvPr>
        </p:nvSpPr>
        <p:spPr/>
        <p:txBody>
          <a:bodyPr>
            <a:normAutofit/>
          </a:bodyPr>
          <a:lstStyle/>
          <a:p>
            <a:r>
              <a:rPr lang="en-US" dirty="0">
                <a:solidFill>
                  <a:schemeClr val="bg1">
                    <a:lumMod val="85000"/>
                  </a:schemeClr>
                </a:solidFill>
              </a:rPr>
              <a:t>Introduction to AMD’s GPU Programming Stack</a:t>
            </a:r>
          </a:p>
          <a:p>
            <a:r>
              <a:rPr lang="en-US" dirty="0"/>
              <a:t>AMD GPU Hardware Model</a:t>
            </a:r>
          </a:p>
          <a:p>
            <a:r>
              <a:rPr lang="en-US" dirty="0">
                <a:solidFill>
                  <a:schemeClr val="bg1">
                    <a:lumMod val="85000"/>
                  </a:schemeClr>
                </a:solidFill>
              </a:rPr>
              <a:t>AMD Programming Model</a:t>
            </a:r>
          </a:p>
          <a:p>
            <a:r>
              <a:rPr lang="en-US" dirty="0">
                <a:solidFill>
                  <a:schemeClr val="bg1">
                    <a:lumMod val="85000"/>
                  </a:schemeClr>
                </a:solidFill>
              </a:rPr>
              <a:t>Implementation Basics</a:t>
            </a:r>
          </a:p>
          <a:p>
            <a:endParaRPr lang="en-US" dirty="0">
              <a:solidFill>
                <a:schemeClr val="bg1">
                  <a:lumMod val="85000"/>
                </a:schemeClr>
              </a:solidFill>
            </a:endParaRPr>
          </a:p>
          <a:p>
            <a:endParaRPr lang="en-US" dirty="0"/>
          </a:p>
        </p:txBody>
      </p:sp>
    </p:spTree>
    <p:extLst>
      <p:ext uri="{BB962C8B-B14F-4D97-AF65-F5344CB8AC3E}">
        <p14:creationId xmlns:p14="http://schemas.microsoft.com/office/powerpoint/2010/main" val="25650626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D80509-AE80-94DF-483C-860F1DD046DA}"/>
              </a:ext>
            </a:extLst>
          </p:cNvPr>
          <p:cNvSpPr>
            <a:spLocks noGrp="1"/>
          </p:cNvSpPr>
          <p:nvPr>
            <p:ph type="title"/>
          </p:nvPr>
        </p:nvSpPr>
        <p:spPr/>
        <p:txBody>
          <a:bodyPr/>
          <a:lstStyle/>
          <a:p>
            <a:r>
              <a:rPr lang="en-US" dirty="0"/>
              <a:t>AMD GPU Landscape </a:t>
            </a:r>
          </a:p>
        </p:txBody>
      </p:sp>
      <p:pic>
        <p:nvPicPr>
          <p:cNvPr id="5" name="Content Placeholder 4">
            <a:extLst>
              <a:ext uri="{FF2B5EF4-FFF2-40B4-BE49-F238E27FC236}">
                <a16:creationId xmlns:a16="http://schemas.microsoft.com/office/drawing/2014/main" id="{7E92E31A-EAD6-D6FC-FB8D-CF81AEC48CDC}"/>
              </a:ext>
            </a:extLst>
          </p:cNvPr>
          <p:cNvPicPr>
            <a:picLocks noGrp="1" noChangeAspect="1"/>
          </p:cNvPicPr>
          <p:nvPr>
            <p:ph idx="1"/>
          </p:nvPr>
        </p:nvPicPr>
        <p:blipFill>
          <a:blip r:embed="rId2"/>
          <a:stretch>
            <a:fillRect/>
          </a:stretch>
        </p:blipFill>
        <p:spPr>
          <a:xfrm>
            <a:off x="2885956" y="1930728"/>
            <a:ext cx="5663346" cy="4351338"/>
          </a:xfrm>
          <a:prstGeom prst="rect">
            <a:avLst/>
          </a:prstGeom>
        </p:spPr>
      </p:pic>
      <p:sp>
        <p:nvSpPr>
          <p:cNvPr id="6" name="TextBox 5">
            <a:extLst>
              <a:ext uri="{FF2B5EF4-FFF2-40B4-BE49-F238E27FC236}">
                <a16:creationId xmlns:a16="http://schemas.microsoft.com/office/drawing/2014/main" id="{5287805A-EF55-4BA2-30B5-D373C0D48C26}"/>
              </a:ext>
            </a:extLst>
          </p:cNvPr>
          <p:cNvSpPr txBox="1"/>
          <p:nvPr/>
        </p:nvSpPr>
        <p:spPr>
          <a:xfrm>
            <a:off x="451945" y="2459421"/>
            <a:ext cx="2249214" cy="923330"/>
          </a:xfrm>
          <a:prstGeom prst="rect">
            <a:avLst/>
          </a:prstGeom>
          <a:noFill/>
        </p:spPr>
        <p:txBody>
          <a:bodyPr wrap="square" rtlCol="0">
            <a:spAutoFit/>
          </a:bodyPr>
          <a:lstStyle/>
          <a:p>
            <a:pPr algn="ctr"/>
            <a:r>
              <a:rPr lang="en-US" dirty="0"/>
              <a:t>RDNA (Radeon DNA) are optimized for Gaming Applications</a:t>
            </a:r>
          </a:p>
        </p:txBody>
      </p:sp>
      <p:sp>
        <p:nvSpPr>
          <p:cNvPr id="7" name="TextBox 6">
            <a:extLst>
              <a:ext uri="{FF2B5EF4-FFF2-40B4-BE49-F238E27FC236}">
                <a16:creationId xmlns:a16="http://schemas.microsoft.com/office/drawing/2014/main" id="{5345EE1D-A305-37D1-53B7-F85CDA56972C}"/>
              </a:ext>
            </a:extLst>
          </p:cNvPr>
          <p:cNvSpPr txBox="1"/>
          <p:nvPr/>
        </p:nvSpPr>
        <p:spPr>
          <a:xfrm>
            <a:off x="9306044" y="2459421"/>
            <a:ext cx="2249214" cy="1200329"/>
          </a:xfrm>
          <a:prstGeom prst="rect">
            <a:avLst/>
          </a:prstGeom>
          <a:noFill/>
        </p:spPr>
        <p:txBody>
          <a:bodyPr wrap="square" rtlCol="0">
            <a:spAutoFit/>
          </a:bodyPr>
          <a:lstStyle/>
          <a:p>
            <a:pPr algn="ctr"/>
            <a:r>
              <a:rPr lang="en-US" dirty="0"/>
              <a:t>CDNA (Compute DNA) are optimized for AI/ML and Scientific Applications</a:t>
            </a:r>
          </a:p>
        </p:txBody>
      </p:sp>
    </p:spTree>
    <p:extLst>
      <p:ext uri="{BB962C8B-B14F-4D97-AF65-F5344CB8AC3E}">
        <p14:creationId xmlns:p14="http://schemas.microsoft.com/office/powerpoint/2010/main" val="133916602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AED690-DB0F-6799-0CB6-26F51F714890}"/>
              </a:ext>
            </a:extLst>
          </p:cNvPr>
          <p:cNvSpPr>
            <a:spLocks noGrp="1"/>
          </p:cNvSpPr>
          <p:nvPr>
            <p:ph type="title"/>
          </p:nvPr>
        </p:nvSpPr>
        <p:spPr/>
        <p:txBody>
          <a:bodyPr/>
          <a:lstStyle/>
          <a:p>
            <a:r>
              <a:rPr lang="en-US" dirty="0"/>
              <a:t>Modeling GPU Architectures</a:t>
            </a:r>
          </a:p>
        </p:txBody>
      </p:sp>
      <p:sp>
        <p:nvSpPr>
          <p:cNvPr id="7" name="Rectangle 6">
            <a:extLst>
              <a:ext uri="{FF2B5EF4-FFF2-40B4-BE49-F238E27FC236}">
                <a16:creationId xmlns:a16="http://schemas.microsoft.com/office/drawing/2014/main" id="{D26E6375-994E-A5F1-47DE-75C41629A231}"/>
              </a:ext>
            </a:extLst>
          </p:cNvPr>
          <p:cNvSpPr/>
          <p:nvPr/>
        </p:nvSpPr>
        <p:spPr>
          <a:xfrm>
            <a:off x="5345000" y="1383772"/>
            <a:ext cx="1743623" cy="381000"/>
          </a:xfrm>
          <a:prstGeom prst="rect">
            <a:avLst/>
          </a:prstGeom>
          <a:ln w="19050">
            <a:solidFill>
              <a:schemeClr val="bg2">
                <a:lumMod val="10000"/>
              </a:schemeClr>
            </a:solidFill>
          </a:ln>
        </p:spPr>
        <p:style>
          <a:lnRef idx="2">
            <a:schemeClr val="accent3"/>
          </a:lnRef>
          <a:fillRef idx="1">
            <a:schemeClr val="lt1"/>
          </a:fillRef>
          <a:effectRef idx="0">
            <a:schemeClr val="accent3"/>
          </a:effectRef>
          <a:fontRef idx="minor">
            <a:schemeClr val="dk1"/>
          </a:fontRef>
        </p:style>
        <p:txBody>
          <a:bodyPr rtlCol="0" anchor="ctr"/>
          <a:lstStyle/>
          <a:p>
            <a:pPr algn="ctr"/>
            <a:r>
              <a:rPr lang="en-US" dirty="0">
                <a:solidFill>
                  <a:schemeClr val="bg2">
                    <a:lumMod val="10000"/>
                  </a:schemeClr>
                </a:solidFill>
              </a:rPr>
              <a:t>DRAM</a:t>
            </a:r>
          </a:p>
        </p:txBody>
      </p:sp>
      <p:grpSp>
        <p:nvGrpSpPr>
          <p:cNvPr id="26" name="Group 25">
            <a:extLst>
              <a:ext uri="{FF2B5EF4-FFF2-40B4-BE49-F238E27FC236}">
                <a16:creationId xmlns:a16="http://schemas.microsoft.com/office/drawing/2014/main" id="{C3EF8471-92A0-1A02-22F9-2F0B6C66273D}"/>
              </a:ext>
            </a:extLst>
          </p:cNvPr>
          <p:cNvGrpSpPr/>
          <p:nvPr/>
        </p:nvGrpSpPr>
        <p:grpSpPr>
          <a:xfrm>
            <a:off x="1885020" y="2878404"/>
            <a:ext cx="2133599" cy="1499816"/>
            <a:chOff x="3392871" y="2569567"/>
            <a:chExt cx="2133599" cy="1499816"/>
          </a:xfrm>
        </p:grpSpPr>
        <p:sp>
          <p:nvSpPr>
            <p:cNvPr id="6" name="Rectangle 5">
              <a:extLst>
                <a:ext uri="{FF2B5EF4-FFF2-40B4-BE49-F238E27FC236}">
                  <a16:creationId xmlns:a16="http://schemas.microsoft.com/office/drawing/2014/main" id="{1B97B929-FDA1-E196-6DAD-BF927DB54DF1}"/>
                </a:ext>
              </a:extLst>
            </p:cNvPr>
            <p:cNvSpPr/>
            <p:nvPr/>
          </p:nvSpPr>
          <p:spPr>
            <a:xfrm>
              <a:off x="3392871" y="2569567"/>
              <a:ext cx="2133599" cy="1499816"/>
            </a:xfrm>
            <a:prstGeom prst="rect">
              <a:avLst/>
            </a:prstGeom>
            <a:ln w="19050">
              <a:solidFill>
                <a:schemeClr val="bg2">
                  <a:lumMod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bg2">
                    <a:lumMod val="10000"/>
                  </a:schemeClr>
                </a:solidFill>
              </a:endParaRPr>
            </a:p>
          </p:txBody>
        </p:sp>
        <p:sp>
          <p:nvSpPr>
            <p:cNvPr id="10" name="Rectangle 9">
              <a:extLst>
                <a:ext uri="{FF2B5EF4-FFF2-40B4-BE49-F238E27FC236}">
                  <a16:creationId xmlns:a16="http://schemas.microsoft.com/office/drawing/2014/main" id="{7CCAA978-20D9-E37C-E20F-96FC94888E01}"/>
                </a:ext>
              </a:extLst>
            </p:cNvPr>
            <p:cNvSpPr/>
            <p:nvPr/>
          </p:nvSpPr>
          <p:spPr>
            <a:xfrm>
              <a:off x="3587858" y="2695534"/>
              <a:ext cx="1730693" cy="381000"/>
            </a:xfrm>
            <a:prstGeom prst="rect">
              <a:avLst/>
            </a:prstGeom>
            <a:ln w="19050">
              <a:solidFill>
                <a:schemeClr val="bg2">
                  <a:lumMod val="1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bg2">
                      <a:lumMod val="10000"/>
                    </a:schemeClr>
                  </a:solidFill>
                </a:rPr>
                <a:t>C</a:t>
              </a:r>
            </a:p>
          </p:txBody>
        </p:sp>
        <p:sp>
          <p:nvSpPr>
            <p:cNvPr id="13" name="Oval 12">
              <a:extLst>
                <a:ext uri="{FF2B5EF4-FFF2-40B4-BE49-F238E27FC236}">
                  <a16:creationId xmlns:a16="http://schemas.microsoft.com/office/drawing/2014/main" id="{A3615633-F424-F9A1-01E6-0783F7EBDD10}"/>
                </a:ext>
              </a:extLst>
            </p:cNvPr>
            <p:cNvSpPr/>
            <p:nvPr/>
          </p:nvSpPr>
          <p:spPr>
            <a:xfrm>
              <a:off x="3626298"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8" name="Straight Arrow Connector 17">
              <a:extLst>
                <a:ext uri="{FF2B5EF4-FFF2-40B4-BE49-F238E27FC236}">
                  <a16:creationId xmlns:a16="http://schemas.microsoft.com/office/drawing/2014/main" id="{7673A518-B87F-4BC2-3980-230754811616}"/>
                </a:ext>
              </a:extLst>
            </p:cNvPr>
            <p:cNvCxnSpPr>
              <a:cxnSpLocks/>
              <a:endCxn id="13" idx="0"/>
            </p:cNvCxnSpPr>
            <p:nvPr/>
          </p:nvCxnSpPr>
          <p:spPr>
            <a:xfrm>
              <a:off x="3835217"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22" name="Oval 21">
              <a:extLst>
                <a:ext uri="{FF2B5EF4-FFF2-40B4-BE49-F238E27FC236}">
                  <a16:creationId xmlns:a16="http://schemas.microsoft.com/office/drawing/2014/main" id="{0B21B8C2-72C5-6B59-168B-0759EC651090}"/>
                </a:ext>
              </a:extLst>
            </p:cNvPr>
            <p:cNvSpPr/>
            <p:nvPr/>
          </p:nvSpPr>
          <p:spPr>
            <a:xfrm>
              <a:off x="4158546"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3" name="Straight Arrow Connector 22">
              <a:extLst>
                <a:ext uri="{FF2B5EF4-FFF2-40B4-BE49-F238E27FC236}">
                  <a16:creationId xmlns:a16="http://schemas.microsoft.com/office/drawing/2014/main" id="{F15918E6-5C3C-D053-8F16-96CD93AC3D50}"/>
                </a:ext>
              </a:extLst>
            </p:cNvPr>
            <p:cNvCxnSpPr>
              <a:cxnSpLocks/>
              <a:endCxn id="22" idx="0"/>
            </p:cNvCxnSpPr>
            <p:nvPr/>
          </p:nvCxnSpPr>
          <p:spPr>
            <a:xfrm>
              <a:off x="4367465"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24" name="Oval 23">
              <a:extLst>
                <a:ext uri="{FF2B5EF4-FFF2-40B4-BE49-F238E27FC236}">
                  <a16:creationId xmlns:a16="http://schemas.microsoft.com/office/drawing/2014/main" id="{90B2E37D-4CB6-1734-629D-6F8A3C70CE9A}"/>
                </a:ext>
              </a:extLst>
            </p:cNvPr>
            <p:cNvSpPr/>
            <p:nvPr/>
          </p:nvSpPr>
          <p:spPr>
            <a:xfrm>
              <a:off x="4734840"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5" name="Straight Arrow Connector 24">
              <a:extLst>
                <a:ext uri="{FF2B5EF4-FFF2-40B4-BE49-F238E27FC236}">
                  <a16:creationId xmlns:a16="http://schemas.microsoft.com/office/drawing/2014/main" id="{F4ECBB29-F35F-8DDC-EAEC-878583E15A16}"/>
                </a:ext>
              </a:extLst>
            </p:cNvPr>
            <p:cNvCxnSpPr>
              <a:cxnSpLocks/>
              <a:endCxn id="24" idx="0"/>
            </p:cNvCxnSpPr>
            <p:nvPr/>
          </p:nvCxnSpPr>
          <p:spPr>
            <a:xfrm>
              <a:off x="4943759"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grpSp>
      <p:grpSp>
        <p:nvGrpSpPr>
          <p:cNvPr id="27" name="Group 26">
            <a:extLst>
              <a:ext uri="{FF2B5EF4-FFF2-40B4-BE49-F238E27FC236}">
                <a16:creationId xmlns:a16="http://schemas.microsoft.com/office/drawing/2014/main" id="{19D42CB6-DB01-722A-DF69-9B01E76364DC}"/>
              </a:ext>
            </a:extLst>
          </p:cNvPr>
          <p:cNvGrpSpPr/>
          <p:nvPr/>
        </p:nvGrpSpPr>
        <p:grpSpPr>
          <a:xfrm>
            <a:off x="5150013" y="2878404"/>
            <a:ext cx="2133599" cy="1499816"/>
            <a:chOff x="3392871" y="2569567"/>
            <a:chExt cx="2133599" cy="1499816"/>
          </a:xfrm>
        </p:grpSpPr>
        <p:sp>
          <p:nvSpPr>
            <p:cNvPr id="28" name="Rectangle 27">
              <a:extLst>
                <a:ext uri="{FF2B5EF4-FFF2-40B4-BE49-F238E27FC236}">
                  <a16:creationId xmlns:a16="http://schemas.microsoft.com/office/drawing/2014/main" id="{271A9434-1C0A-F2A8-F20B-773028E38C49}"/>
                </a:ext>
              </a:extLst>
            </p:cNvPr>
            <p:cNvSpPr/>
            <p:nvPr/>
          </p:nvSpPr>
          <p:spPr>
            <a:xfrm>
              <a:off x="3392871" y="2569567"/>
              <a:ext cx="2133599" cy="1499816"/>
            </a:xfrm>
            <a:prstGeom prst="rect">
              <a:avLst/>
            </a:prstGeom>
            <a:ln w="19050">
              <a:solidFill>
                <a:schemeClr val="bg2">
                  <a:lumMod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bg2">
                    <a:lumMod val="10000"/>
                  </a:schemeClr>
                </a:solidFill>
              </a:endParaRPr>
            </a:p>
          </p:txBody>
        </p:sp>
        <p:sp>
          <p:nvSpPr>
            <p:cNvPr id="29" name="Rectangle 28">
              <a:extLst>
                <a:ext uri="{FF2B5EF4-FFF2-40B4-BE49-F238E27FC236}">
                  <a16:creationId xmlns:a16="http://schemas.microsoft.com/office/drawing/2014/main" id="{1CF8708D-895F-A94D-A2A5-E7A2A23A4966}"/>
                </a:ext>
              </a:extLst>
            </p:cNvPr>
            <p:cNvSpPr/>
            <p:nvPr/>
          </p:nvSpPr>
          <p:spPr>
            <a:xfrm>
              <a:off x="3587858" y="2695534"/>
              <a:ext cx="1730693" cy="381000"/>
            </a:xfrm>
            <a:prstGeom prst="rect">
              <a:avLst/>
            </a:prstGeom>
            <a:ln w="19050">
              <a:solidFill>
                <a:schemeClr val="bg2">
                  <a:lumMod val="1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bg2">
                      <a:lumMod val="10000"/>
                    </a:schemeClr>
                  </a:solidFill>
                </a:rPr>
                <a:t>C</a:t>
              </a:r>
            </a:p>
          </p:txBody>
        </p:sp>
        <p:sp>
          <p:nvSpPr>
            <p:cNvPr id="30" name="Oval 29">
              <a:extLst>
                <a:ext uri="{FF2B5EF4-FFF2-40B4-BE49-F238E27FC236}">
                  <a16:creationId xmlns:a16="http://schemas.microsoft.com/office/drawing/2014/main" id="{B98FEC92-83AF-2D4B-E683-82301F53B27D}"/>
                </a:ext>
              </a:extLst>
            </p:cNvPr>
            <p:cNvSpPr/>
            <p:nvPr/>
          </p:nvSpPr>
          <p:spPr>
            <a:xfrm>
              <a:off x="3626298"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1" name="Straight Arrow Connector 30">
              <a:extLst>
                <a:ext uri="{FF2B5EF4-FFF2-40B4-BE49-F238E27FC236}">
                  <a16:creationId xmlns:a16="http://schemas.microsoft.com/office/drawing/2014/main" id="{3FBC5F90-409D-F340-9329-19B91BE5EBBF}"/>
                </a:ext>
              </a:extLst>
            </p:cNvPr>
            <p:cNvCxnSpPr>
              <a:cxnSpLocks/>
              <a:endCxn id="30" idx="0"/>
            </p:cNvCxnSpPr>
            <p:nvPr/>
          </p:nvCxnSpPr>
          <p:spPr>
            <a:xfrm>
              <a:off x="3835217"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32" name="Oval 31">
              <a:extLst>
                <a:ext uri="{FF2B5EF4-FFF2-40B4-BE49-F238E27FC236}">
                  <a16:creationId xmlns:a16="http://schemas.microsoft.com/office/drawing/2014/main" id="{47C0F9A2-3579-566E-B6AF-772825F18C58}"/>
                </a:ext>
              </a:extLst>
            </p:cNvPr>
            <p:cNvSpPr/>
            <p:nvPr/>
          </p:nvSpPr>
          <p:spPr>
            <a:xfrm>
              <a:off x="4158546"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3" name="Straight Arrow Connector 32">
              <a:extLst>
                <a:ext uri="{FF2B5EF4-FFF2-40B4-BE49-F238E27FC236}">
                  <a16:creationId xmlns:a16="http://schemas.microsoft.com/office/drawing/2014/main" id="{0A04A625-F954-5F87-00CF-4B5E71FA5D1B}"/>
                </a:ext>
              </a:extLst>
            </p:cNvPr>
            <p:cNvCxnSpPr>
              <a:cxnSpLocks/>
              <a:endCxn id="32" idx="0"/>
            </p:cNvCxnSpPr>
            <p:nvPr/>
          </p:nvCxnSpPr>
          <p:spPr>
            <a:xfrm>
              <a:off x="4367465"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34" name="Oval 33">
              <a:extLst>
                <a:ext uri="{FF2B5EF4-FFF2-40B4-BE49-F238E27FC236}">
                  <a16:creationId xmlns:a16="http://schemas.microsoft.com/office/drawing/2014/main" id="{53F44C5E-4257-E736-99CB-C5E333EE925A}"/>
                </a:ext>
              </a:extLst>
            </p:cNvPr>
            <p:cNvSpPr/>
            <p:nvPr/>
          </p:nvSpPr>
          <p:spPr>
            <a:xfrm>
              <a:off x="4734840"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5" name="Straight Arrow Connector 34">
              <a:extLst>
                <a:ext uri="{FF2B5EF4-FFF2-40B4-BE49-F238E27FC236}">
                  <a16:creationId xmlns:a16="http://schemas.microsoft.com/office/drawing/2014/main" id="{920C50A8-6C47-1E49-4B8D-AD50FDD3DFFB}"/>
                </a:ext>
              </a:extLst>
            </p:cNvPr>
            <p:cNvCxnSpPr>
              <a:cxnSpLocks/>
              <a:endCxn id="34" idx="0"/>
            </p:cNvCxnSpPr>
            <p:nvPr/>
          </p:nvCxnSpPr>
          <p:spPr>
            <a:xfrm>
              <a:off x="4943759"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grpSp>
      <p:grpSp>
        <p:nvGrpSpPr>
          <p:cNvPr id="36" name="Group 35">
            <a:extLst>
              <a:ext uri="{FF2B5EF4-FFF2-40B4-BE49-F238E27FC236}">
                <a16:creationId xmlns:a16="http://schemas.microsoft.com/office/drawing/2014/main" id="{9A7CB1C2-6AB2-C860-38E0-E6EBD6F2747A}"/>
              </a:ext>
            </a:extLst>
          </p:cNvPr>
          <p:cNvGrpSpPr/>
          <p:nvPr/>
        </p:nvGrpSpPr>
        <p:grpSpPr>
          <a:xfrm>
            <a:off x="8206379" y="2878404"/>
            <a:ext cx="2133599" cy="1499816"/>
            <a:chOff x="3392871" y="2569567"/>
            <a:chExt cx="2133599" cy="1499816"/>
          </a:xfrm>
        </p:grpSpPr>
        <p:sp>
          <p:nvSpPr>
            <p:cNvPr id="37" name="Rectangle 36">
              <a:extLst>
                <a:ext uri="{FF2B5EF4-FFF2-40B4-BE49-F238E27FC236}">
                  <a16:creationId xmlns:a16="http://schemas.microsoft.com/office/drawing/2014/main" id="{AF60983D-DA7A-C2CA-B723-5DDFBF18EDAB}"/>
                </a:ext>
              </a:extLst>
            </p:cNvPr>
            <p:cNvSpPr/>
            <p:nvPr/>
          </p:nvSpPr>
          <p:spPr>
            <a:xfrm>
              <a:off x="3392871" y="2569567"/>
              <a:ext cx="2133599" cy="1499816"/>
            </a:xfrm>
            <a:prstGeom prst="rect">
              <a:avLst/>
            </a:prstGeom>
            <a:ln w="19050">
              <a:solidFill>
                <a:schemeClr val="bg2">
                  <a:lumMod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bg2">
                    <a:lumMod val="10000"/>
                  </a:schemeClr>
                </a:solidFill>
              </a:endParaRPr>
            </a:p>
          </p:txBody>
        </p:sp>
        <p:sp>
          <p:nvSpPr>
            <p:cNvPr id="38" name="Rectangle 37">
              <a:extLst>
                <a:ext uri="{FF2B5EF4-FFF2-40B4-BE49-F238E27FC236}">
                  <a16:creationId xmlns:a16="http://schemas.microsoft.com/office/drawing/2014/main" id="{34A2CCE9-CE64-2124-7078-14ADE340D0B0}"/>
                </a:ext>
              </a:extLst>
            </p:cNvPr>
            <p:cNvSpPr/>
            <p:nvPr/>
          </p:nvSpPr>
          <p:spPr>
            <a:xfrm>
              <a:off x="3587858" y="2695534"/>
              <a:ext cx="1730693" cy="381000"/>
            </a:xfrm>
            <a:prstGeom prst="rect">
              <a:avLst/>
            </a:prstGeom>
            <a:ln w="19050">
              <a:solidFill>
                <a:schemeClr val="bg2">
                  <a:lumMod val="1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bg2">
                      <a:lumMod val="10000"/>
                    </a:schemeClr>
                  </a:solidFill>
                </a:rPr>
                <a:t>C</a:t>
              </a:r>
            </a:p>
          </p:txBody>
        </p:sp>
        <p:sp>
          <p:nvSpPr>
            <p:cNvPr id="39" name="Oval 38">
              <a:extLst>
                <a:ext uri="{FF2B5EF4-FFF2-40B4-BE49-F238E27FC236}">
                  <a16:creationId xmlns:a16="http://schemas.microsoft.com/office/drawing/2014/main" id="{1833FBDE-0BBB-80AB-1B21-063E7E562C7E}"/>
                </a:ext>
              </a:extLst>
            </p:cNvPr>
            <p:cNvSpPr/>
            <p:nvPr/>
          </p:nvSpPr>
          <p:spPr>
            <a:xfrm>
              <a:off x="3626298"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0" name="Straight Arrow Connector 39">
              <a:extLst>
                <a:ext uri="{FF2B5EF4-FFF2-40B4-BE49-F238E27FC236}">
                  <a16:creationId xmlns:a16="http://schemas.microsoft.com/office/drawing/2014/main" id="{418BD2C0-662E-22E4-8200-52223888C2F1}"/>
                </a:ext>
              </a:extLst>
            </p:cNvPr>
            <p:cNvCxnSpPr>
              <a:cxnSpLocks/>
              <a:endCxn id="39" idx="0"/>
            </p:cNvCxnSpPr>
            <p:nvPr/>
          </p:nvCxnSpPr>
          <p:spPr>
            <a:xfrm>
              <a:off x="3835217"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41" name="Oval 40">
              <a:extLst>
                <a:ext uri="{FF2B5EF4-FFF2-40B4-BE49-F238E27FC236}">
                  <a16:creationId xmlns:a16="http://schemas.microsoft.com/office/drawing/2014/main" id="{EFCB4161-2145-1225-BF71-E0FDA053498B}"/>
                </a:ext>
              </a:extLst>
            </p:cNvPr>
            <p:cNvSpPr/>
            <p:nvPr/>
          </p:nvSpPr>
          <p:spPr>
            <a:xfrm>
              <a:off x="4158546"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2" name="Straight Arrow Connector 41">
              <a:extLst>
                <a:ext uri="{FF2B5EF4-FFF2-40B4-BE49-F238E27FC236}">
                  <a16:creationId xmlns:a16="http://schemas.microsoft.com/office/drawing/2014/main" id="{8084958F-C94C-E6C2-F425-D6B30F6F004C}"/>
                </a:ext>
              </a:extLst>
            </p:cNvPr>
            <p:cNvCxnSpPr>
              <a:cxnSpLocks/>
              <a:endCxn id="41" idx="0"/>
            </p:cNvCxnSpPr>
            <p:nvPr/>
          </p:nvCxnSpPr>
          <p:spPr>
            <a:xfrm>
              <a:off x="4367465"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43" name="Oval 42">
              <a:extLst>
                <a:ext uri="{FF2B5EF4-FFF2-40B4-BE49-F238E27FC236}">
                  <a16:creationId xmlns:a16="http://schemas.microsoft.com/office/drawing/2014/main" id="{AF10CDC6-4158-34C9-983A-94DF68108746}"/>
                </a:ext>
              </a:extLst>
            </p:cNvPr>
            <p:cNvSpPr/>
            <p:nvPr/>
          </p:nvSpPr>
          <p:spPr>
            <a:xfrm>
              <a:off x="4734840"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4" name="Straight Arrow Connector 43">
              <a:extLst>
                <a:ext uri="{FF2B5EF4-FFF2-40B4-BE49-F238E27FC236}">
                  <a16:creationId xmlns:a16="http://schemas.microsoft.com/office/drawing/2014/main" id="{4758A461-F76F-5C66-B6DC-BDE45F916F30}"/>
                </a:ext>
              </a:extLst>
            </p:cNvPr>
            <p:cNvCxnSpPr>
              <a:cxnSpLocks/>
              <a:endCxn id="43" idx="0"/>
            </p:cNvCxnSpPr>
            <p:nvPr/>
          </p:nvCxnSpPr>
          <p:spPr>
            <a:xfrm>
              <a:off x="4943759"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grpSp>
      <p:cxnSp>
        <p:nvCxnSpPr>
          <p:cNvPr id="46" name="Straight Arrow Connector 45">
            <a:extLst>
              <a:ext uri="{FF2B5EF4-FFF2-40B4-BE49-F238E27FC236}">
                <a16:creationId xmlns:a16="http://schemas.microsoft.com/office/drawing/2014/main" id="{2BABF4D5-88F6-C8D1-69B7-70EEAD48E0DB}"/>
              </a:ext>
            </a:extLst>
          </p:cNvPr>
          <p:cNvCxnSpPr>
            <a:cxnSpLocks/>
            <a:endCxn id="6" idx="0"/>
          </p:cNvCxnSpPr>
          <p:nvPr/>
        </p:nvCxnSpPr>
        <p:spPr>
          <a:xfrm>
            <a:off x="2951819" y="2464641"/>
            <a:ext cx="1" cy="41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14157695-9B6B-E2E5-2FE5-7089B89F937D}"/>
              </a:ext>
            </a:extLst>
          </p:cNvPr>
          <p:cNvCxnSpPr>
            <a:cxnSpLocks/>
          </p:cNvCxnSpPr>
          <p:nvPr/>
        </p:nvCxnSpPr>
        <p:spPr>
          <a:xfrm>
            <a:off x="6216812" y="2453465"/>
            <a:ext cx="1" cy="413763"/>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49" name="Straight Arrow Connector 48">
            <a:extLst>
              <a:ext uri="{FF2B5EF4-FFF2-40B4-BE49-F238E27FC236}">
                <a16:creationId xmlns:a16="http://schemas.microsoft.com/office/drawing/2014/main" id="{F5B13D04-5CD7-9339-F82C-043B7799AE22}"/>
              </a:ext>
            </a:extLst>
          </p:cNvPr>
          <p:cNvCxnSpPr>
            <a:cxnSpLocks/>
          </p:cNvCxnSpPr>
          <p:nvPr/>
        </p:nvCxnSpPr>
        <p:spPr>
          <a:xfrm flipH="1">
            <a:off x="9266712" y="2474270"/>
            <a:ext cx="6466" cy="376134"/>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76E564CA-4BEA-C2A6-BE66-728287DC7F79}"/>
              </a:ext>
            </a:extLst>
          </p:cNvPr>
          <p:cNvCxnSpPr>
            <a:cxnSpLocks/>
          </p:cNvCxnSpPr>
          <p:nvPr/>
        </p:nvCxnSpPr>
        <p:spPr>
          <a:xfrm flipV="1">
            <a:off x="2945353" y="2446270"/>
            <a:ext cx="6327825" cy="719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5" name="Straight Connector 54">
            <a:extLst>
              <a:ext uri="{FF2B5EF4-FFF2-40B4-BE49-F238E27FC236}">
                <a16:creationId xmlns:a16="http://schemas.microsoft.com/office/drawing/2014/main" id="{A63B2071-4F6C-9DCB-4C95-C451B28BC50B}"/>
              </a:ext>
            </a:extLst>
          </p:cNvPr>
          <p:cNvCxnSpPr>
            <a:stCxn id="7" idx="2"/>
          </p:cNvCxnSpPr>
          <p:nvPr/>
        </p:nvCxnSpPr>
        <p:spPr>
          <a:xfrm flipH="1">
            <a:off x="6216811" y="1764772"/>
            <a:ext cx="1" cy="68869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6" name="TextBox 55">
                <a:extLst>
                  <a:ext uri="{FF2B5EF4-FFF2-40B4-BE49-F238E27FC236}">
                    <a16:creationId xmlns:a16="http://schemas.microsoft.com/office/drawing/2014/main" id="{F894E58F-F9C3-E71F-1314-9A3FA6AC22B9}"/>
                  </a:ext>
                </a:extLst>
              </p:cNvPr>
              <p:cNvSpPr txBox="1"/>
              <p:nvPr/>
            </p:nvSpPr>
            <p:spPr>
              <a:xfrm>
                <a:off x="1065791" y="4550273"/>
                <a:ext cx="9888842" cy="646331"/>
              </a:xfrm>
              <a:prstGeom prst="rect">
                <a:avLst/>
              </a:prstGeom>
              <a:noFill/>
            </p:spPr>
            <p:txBody>
              <a:bodyPr wrap="square" rtlCol="0">
                <a:spAutoFit/>
              </a:bodyPr>
              <a:lstStyle/>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𝑆</m:t>
                    </m:r>
                  </m:oMath>
                </a14:m>
                <a:r>
                  <a:rPr lang="en-US" dirty="0"/>
                  <a:t> SMPs</a:t>
                </a:r>
              </a:p>
              <a:p>
                <a:pPr marL="285750" indent="-285750">
                  <a:buFont typeface="Arial" panose="020B0604020202020204" pitchFamily="34" charset="0"/>
                  <a:buChar char="•"/>
                </a:pPr>
                <a14:m>
                  <m:oMath xmlns:m="http://schemas.openxmlformats.org/officeDocument/2006/math">
                    <m:r>
                      <a:rPr lang="en-US" b="0" i="1" smtClean="0">
                        <a:latin typeface="Cambria Math" panose="02040503050406030204" pitchFamily="18" charset="0"/>
                      </a:rPr>
                      <m:t>𝑝</m:t>
                    </m:r>
                  </m:oMath>
                </a14:m>
                <a:r>
                  <a:rPr lang="en-US" dirty="0"/>
                  <a:t> processors per SMP</a:t>
                </a:r>
              </a:p>
            </p:txBody>
          </p:sp>
        </mc:Choice>
        <mc:Fallback xmlns="">
          <p:sp>
            <p:nvSpPr>
              <p:cNvPr id="56" name="TextBox 55">
                <a:extLst>
                  <a:ext uri="{FF2B5EF4-FFF2-40B4-BE49-F238E27FC236}">
                    <a16:creationId xmlns:a16="http://schemas.microsoft.com/office/drawing/2014/main" id="{F894E58F-F9C3-E71F-1314-9A3FA6AC22B9}"/>
                  </a:ext>
                </a:extLst>
              </p:cNvPr>
              <p:cNvSpPr txBox="1">
                <a:spLocks noRot="1" noChangeAspect="1" noMove="1" noResize="1" noEditPoints="1" noAdjustHandles="1" noChangeArrowheads="1" noChangeShapeType="1" noTextEdit="1"/>
              </p:cNvSpPr>
              <p:nvPr/>
            </p:nvSpPr>
            <p:spPr>
              <a:xfrm>
                <a:off x="1065791" y="4550273"/>
                <a:ext cx="9888842" cy="646331"/>
              </a:xfrm>
              <a:prstGeom prst="rect">
                <a:avLst/>
              </a:prstGeom>
              <a:blipFill>
                <a:blip r:embed="rId2"/>
                <a:stretch>
                  <a:fillRect l="-432" t="-4717" b="-14151"/>
                </a:stretch>
              </a:blipFill>
            </p:spPr>
            <p:txBody>
              <a:bodyPr/>
              <a:lstStyle/>
              <a:p>
                <a:r>
                  <a:rPr lang="en-US">
                    <a:noFill/>
                  </a:rPr>
                  <a:t> </a:t>
                </a:r>
              </a:p>
            </p:txBody>
          </p:sp>
        </mc:Fallback>
      </mc:AlternateContent>
      <p:sp>
        <p:nvSpPr>
          <p:cNvPr id="47" name="TextBox 46">
            <a:extLst>
              <a:ext uri="{FF2B5EF4-FFF2-40B4-BE49-F238E27FC236}">
                <a16:creationId xmlns:a16="http://schemas.microsoft.com/office/drawing/2014/main" id="{794761D9-CAE8-5775-8836-BC4143F66BA6}"/>
              </a:ext>
            </a:extLst>
          </p:cNvPr>
          <p:cNvSpPr txBox="1"/>
          <p:nvPr/>
        </p:nvSpPr>
        <p:spPr>
          <a:xfrm>
            <a:off x="2071441" y="3824307"/>
            <a:ext cx="494665" cy="369332"/>
          </a:xfrm>
          <a:prstGeom prst="rect">
            <a:avLst/>
          </a:prstGeom>
          <a:noFill/>
        </p:spPr>
        <p:txBody>
          <a:bodyPr wrap="square" rtlCol="0">
            <a:spAutoFit/>
          </a:bodyPr>
          <a:lstStyle/>
          <a:p>
            <a:pPr algn="ctr"/>
            <a:r>
              <a:rPr lang="en-US" dirty="0">
                <a:solidFill>
                  <a:srgbClr val="C00000"/>
                </a:solidFill>
              </a:rPr>
              <a:t>0</a:t>
            </a:r>
          </a:p>
        </p:txBody>
      </p:sp>
      <p:sp>
        <p:nvSpPr>
          <p:cNvPr id="50" name="TextBox 49">
            <a:extLst>
              <a:ext uri="{FF2B5EF4-FFF2-40B4-BE49-F238E27FC236}">
                <a16:creationId xmlns:a16="http://schemas.microsoft.com/office/drawing/2014/main" id="{3270C5DA-E164-C541-3A09-90C4099B431F}"/>
              </a:ext>
            </a:extLst>
          </p:cNvPr>
          <p:cNvSpPr txBox="1"/>
          <p:nvPr/>
        </p:nvSpPr>
        <p:spPr>
          <a:xfrm>
            <a:off x="2612281" y="3833092"/>
            <a:ext cx="494665" cy="369332"/>
          </a:xfrm>
          <a:prstGeom prst="rect">
            <a:avLst/>
          </a:prstGeom>
          <a:noFill/>
        </p:spPr>
        <p:txBody>
          <a:bodyPr wrap="square" rtlCol="0">
            <a:spAutoFit/>
          </a:bodyPr>
          <a:lstStyle/>
          <a:p>
            <a:pPr algn="ctr"/>
            <a:r>
              <a:rPr lang="en-US" dirty="0">
                <a:solidFill>
                  <a:srgbClr val="C00000"/>
                </a:solidFill>
              </a:rPr>
              <a:t>1</a:t>
            </a:r>
          </a:p>
        </p:txBody>
      </p:sp>
      <mc:AlternateContent xmlns:mc="http://schemas.openxmlformats.org/markup-compatibility/2006" xmlns:a14="http://schemas.microsoft.com/office/drawing/2010/main">
        <mc:Choice Requires="a14">
          <p:sp>
            <p:nvSpPr>
              <p:cNvPr id="54" name="TextBox 53">
                <a:extLst>
                  <a:ext uri="{FF2B5EF4-FFF2-40B4-BE49-F238E27FC236}">
                    <a16:creationId xmlns:a16="http://schemas.microsoft.com/office/drawing/2014/main" id="{3A782DBD-0F1A-62B4-AFCD-56A1740061E6}"/>
                  </a:ext>
                </a:extLst>
              </p:cNvPr>
              <p:cNvSpPr txBox="1"/>
              <p:nvPr/>
            </p:nvSpPr>
            <p:spPr>
              <a:xfrm>
                <a:off x="3229390" y="3879140"/>
                <a:ext cx="494665" cy="2539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b="0" i="1" smtClean="0">
                          <a:solidFill>
                            <a:srgbClr val="C00000"/>
                          </a:solidFill>
                          <a:latin typeface="Cambria Math" panose="02040503050406030204" pitchFamily="18" charset="0"/>
                        </a:rPr>
                        <m:t>𝑝</m:t>
                      </m:r>
                      <m:r>
                        <a:rPr lang="en-US" sz="1050" b="0" i="1" smtClean="0">
                          <a:solidFill>
                            <a:srgbClr val="C00000"/>
                          </a:solidFill>
                          <a:latin typeface="Cambria Math" panose="02040503050406030204" pitchFamily="18" charset="0"/>
                        </a:rPr>
                        <m:t>−1</m:t>
                      </m:r>
                    </m:oMath>
                  </m:oMathPara>
                </a14:m>
                <a:endParaRPr lang="en-US" sz="1050" dirty="0">
                  <a:solidFill>
                    <a:srgbClr val="C00000"/>
                  </a:solidFill>
                </a:endParaRPr>
              </a:p>
            </p:txBody>
          </p:sp>
        </mc:Choice>
        <mc:Fallback xmlns="">
          <p:sp>
            <p:nvSpPr>
              <p:cNvPr id="54" name="TextBox 53">
                <a:extLst>
                  <a:ext uri="{FF2B5EF4-FFF2-40B4-BE49-F238E27FC236}">
                    <a16:creationId xmlns:a16="http://schemas.microsoft.com/office/drawing/2014/main" id="{3A782DBD-0F1A-62B4-AFCD-56A1740061E6}"/>
                  </a:ext>
                </a:extLst>
              </p:cNvPr>
              <p:cNvSpPr txBox="1">
                <a:spLocks noRot="1" noChangeAspect="1" noMove="1" noResize="1" noEditPoints="1" noAdjustHandles="1" noChangeArrowheads="1" noChangeShapeType="1" noTextEdit="1"/>
              </p:cNvSpPr>
              <p:nvPr/>
            </p:nvSpPr>
            <p:spPr>
              <a:xfrm>
                <a:off x="3229390" y="3879140"/>
                <a:ext cx="494665" cy="253916"/>
              </a:xfrm>
              <a:prstGeom prst="rect">
                <a:avLst/>
              </a:prstGeom>
              <a:blipFill>
                <a:blip r:embed="rId3"/>
                <a:stretch>
                  <a:fillRect/>
                </a:stretch>
              </a:blipFill>
            </p:spPr>
            <p:txBody>
              <a:bodyPr/>
              <a:lstStyle/>
              <a:p>
                <a:r>
                  <a:rPr lang="en-US">
                    <a:noFill/>
                  </a:rPr>
                  <a:t> </a:t>
                </a:r>
              </a:p>
            </p:txBody>
          </p:sp>
        </mc:Fallback>
      </mc:AlternateContent>
      <p:sp>
        <p:nvSpPr>
          <p:cNvPr id="57" name="TextBox 56">
            <a:extLst>
              <a:ext uri="{FF2B5EF4-FFF2-40B4-BE49-F238E27FC236}">
                <a16:creationId xmlns:a16="http://schemas.microsoft.com/office/drawing/2014/main" id="{1CB6495C-D038-FB44-220F-A7C9C85D99A5}"/>
              </a:ext>
            </a:extLst>
          </p:cNvPr>
          <p:cNvSpPr txBox="1"/>
          <p:nvPr/>
        </p:nvSpPr>
        <p:spPr>
          <a:xfrm>
            <a:off x="5336434" y="3804851"/>
            <a:ext cx="494665" cy="369332"/>
          </a:xfrm>
          <a:prstGeom prst="rect">
            <a:avLst/>
          </a:prstGeom>
          <a:noFill/>
        </p:spPr>
        <p:txBody>
          <a:bodyPr wrap="square" rtlCol="0">
            <a:spAutoFit/>
          </a:bodyPr>
          <a:lstStyle/>
          <a:p>
            <a:pPr algn="ctr"/>
            <a:r>
              <a:rPr lang="en-US" dirty="0">
                <a:solidFill>
                  <a:srgbClr val="C00000"/>
                </a:solidFill>
              </a:rPr>
              <a:t>0</a:t>
            </a:r>
          </a:p>
        </p:txBody>
      </p:sp>
      <p:sp>
        <p:nvSpPr>
          <p:cNvPr id="58" name="TextBox 57">
            <a:extLst>
              <a:ext uri="{FF2B5EF4-FFF2-40B4-BE49-F238E27FC236}">
                <a16:creationId xmlns:a16="http://schemas.microsoft.com/office/drawing/2014/main" id="{CA993E18-75D6-4213-8F37-9603C36B1BB7}"/>
              </a:ext>
            </a:extLst>
          </p:cNvPr>
          <p:cNvSpPr txBox="1"/>
          <p:nvPr/>
        </p:nvSpPr>
        <p:spPr>
          <a:xfrm>
            <a:off x="5877274" y="3813636"/>
            <a:ext cx="494665" cy="369332"/>
          </a:xfrm>
          <a:prstGeom prst="rect">
            <a:avLst/>
          </a:prstGeom>
          <a:noFill/>
        </p:spPr>
        <p:txBody>
          <a:bodyPr wrap="square" rtlCol="0">
            <a:spAutoFit/>
          </a:bodyPr>
          <a:lstStyle/>
          <a:p>
            <a:pPr algn="ctr"/>
            <a:r>
              <a:rPr lang="en-US" dirty="0">
                <a:solidFill>
                  <a:srgbClr val="C00000"/>
                </a:solidFill>
              </a:rPr>
              <a:t>1</a:t>
            </a:r>
          </a:p>
        </p:txBody>
      </p:sp>
      <mc:AlternateContent xmlns:mc="http://schemas.openxmlformats.org/markup-compatibility/2006" xmlns:a14="http://schemas.microsoft.com/office/drawing/2010/main">
        <mc:Choice Requires="a14">
          <p:sp>
            <p:nvSpPr>
              <p:cNvPr id="59" name="TextBox 58">
                <a:extLst>
                  <a:ext uri="{FF2B5EF4-FFF2-40B4-BE49-F238E27FC236}">
                    <a16:creationId xmlns:a16="http://schemas.microsoft.com/office/drawing/2014/main" id="{50A00B93-7A24-64ED-DD6A-77D948D305E7}"/>
                  </a:ext>
                </a:extLst>
              </p:cNvPr>
              <p:cNvSpPr txBox="1"/>
              <p:nvPr/>
            </p:nvSpPr>
            <p:spPr>
              <a:xfrm>
                <a:off x="6494383" y="3859684"/>
                <a:ext cx="494665" cy="2539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b="0" i="1" smtClean="0">
                          <a:solidFill>
                            <a:srgbClr val="C00000"/>
                          </a:solidFill>
                          <a:latin typeface="Cambria Math" panose="02040503050406030204" pitchFamily="18" charset="0"/>
                        </a:rPr>
                        <m:t>𝑝</m:t>
                      </m:r>
                      <m:r>
                        <a:rPr lang="en-US" sz="1050" b="0" i="1" smtClean="0">
                          <a:solidFill>
                            <a:srgbClr val="C00000"/>
                          </a:solidFill>
                          <a:latin typeface="Cambria Math" panose="02040503050406030204" pitchFamily="18" charset="0"/>
                        </a:rPr>
                        <m:t>−1</m:t>
                      </m:r>
                    </m:oMath>
                  </m:oMathPara>
                </a14:m>
                <a:endParaRPr lang="en-US" sz="1050" dirty="0">
                  <a:solidFill>
                    <a:srgbClr val="C00000"/>
                  </a:solidFill>
                </a:endParaRPr>
              </a:p>
            </p:txBody>
          </p:sp>
        </mc:Choice>
        <mc:Fallback xmlns="">
          <p:sp>
            <p:nvSpPr>
              <p:cNvPr id="59" name="TextBox 58">
                <a:extLst>
                  <a:ext uri="{FF2B5EF4-FFF2-40B4-BE49-F238E27FC236}">
                    <a16:creationId xmlns:a16="http://schemas.microsoft.com/office/drawing/2014/main" id="{50A00B93-7A24-64ED-DD6A-77D948D305E7}"/>
                  </a:ext>
                </a:extLst>
              </p:cNvPr>
              <p:cNvSpPr txBox="1">
                <a:spLocks noRot="1" noChangeAspect="1" noMove="1" noResize="1" noEditPoints="1" noAdjustHandles="1" noChangeArrowheads="1" noChangeShapeType="1" noTextEdit="1"/>
              </p:cNvSpPr>
              <p:nvPr/>
            </p:nvSpPr>
            <p:spPr>
              <a:xfrm>
                <a:off x="6494383" y="3859684"/>
                <a:ext cx="494665" cy="253916"/>
              </a:xfrm>
              <a:prstGeom prst="rect">
                <a:avLst/>
              </a:prstGeom>
              <a:blipFill>
                <a:blip r:embed="rId4"/>
                <a:stretch>
                  <a:fillRect/>
                </a:stretch>
              </a:blipFill>
            </p:spPr>
            <p:txBody>
              <a:bodyPr/>
              <a:lstStyle/>
              <a:p>
                <a:r>
                  <a:rPr lang="en-US">
                    <a:noFill/>
                  </a:rPr>
                  <a:t> </a:t>
                </a:r>
              </a:p>
            </p:txBody>
          </p:sp>
        </mc:Fallback>
      </mc:AlternateContent>
      <p:sp>
        <p:nvSpPr>
          <p:cNvPr id="60" name="TextBox 59">
            <a:extLst>
              <a:ext uri="{FF2B5EF4-FFF2-40B4-BE49-F238E27FC236}">
                <a16:creationId xmlns:a16="http://schemas.microsoft.com/office/drawing/2014/main" id="{D732C5A9-CDDA-DBB1-A299-E94DAC5F6FA0}"/>
              </a:ext>
            </a:extLst>
          </p:cNvPr>
          <p:cNvSpPr txBox="1"/>
          <p:nvPr/>
        </p:nvSpPr>
        <p:spPr>
          <a:xfrm>
            <a:off x="8405968" y="3820720"/>
            <a:ext cx="494665" cy="369332"/>
          </a:xfrm>
          <a:prstGeom prst="rect">
            <a:avLst/>
          </a:prstGeom>
          <a:noFill/>
        </p:spPr>
        <p:txBody>
          <a:bodyPr wrap="square" rtlCol="0">
            <a:spAutoFit/>
          </a:bodyPr>
          <a:lstStyle/>
          <a:p>
            <a:pPr algn="ctr"/>
            <a:r>
              <a:rPr lang="en-US" dirty="0">
                <a:solidFill>
                  <a:srgbClr val="C00000"/>
                </a:solidFill>
              </a:rPr>
              <a:t>0</a:t>
            </a:r>
          </a:p>
        </p:txBody>
      </p:sp>
      <p:sp>
        <p:nvSpPr>
          <p:cNvPr id="61" name="TextBox 60">
            <a:extLst>
              <a:ext uri="{FF2B5EF4-FFF2-40B4-BE49-F238E27FC236}">
                <a16:creationId xmlns:a16="http://schemas.microsoft.com/office/drawing/2014/main" id="{6B0EBAD1-3896-DAFC-2771-996CAC1F370B}"/>
              </a:ext>
            </a:extLst>
          </p:cNvPr>
          <p:cNvSpPr txBox="1"/>
          <p:nvPr/>
        </p:nvSpPr>
        <p:spPr>
          <a:xfrm>
            <a:off x="8946808" y="3829505"/>
            <a:ext cx="494665" cy="369332"/>
          </a:xfrm>
          <a:prstGeom prst="rect">
            <a:avLst/>
          </a:prstGeom>
          <a:noFill/>
        </p:spPr>
        <p:txBody>
          <a:bodyPr wrap="square" rtlCol="0">
            <a:spAutoFit/>
          </a:bodyPr>
          <a:lstStyle/>
          <a:p>
            <a:pPr algn="ctr"/>
            <a:r>
              <a:rPr lang="en-US" dirty="0">
                <a:solidFill>
                  <a:srgbClr val="C00000"/>
                </a:solidFill>
              </a:rPr>
              <a:t>1</a:t>
            </a:r>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5116C98E-2CCE-47F3-7FD5-0E554306B455}"/>
                  </a:ext>
                </a:extLst>
              </p:cNvPr>
              <p:cNvSpPr txBox="1"/>
              <p:nvPr/>
            </p:nvSpPr>
            <p:spPr>
              <a:xfrm>
                <a:off x="9563917" y="3875553"/>
                <a:ext cx="494665" cy="253916"/>
              </a:xfrm>
              <a:prstGeom prst="rect">
                <a:avLst/>
              </a:prstGeom>
              <a:noFill/>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050" b="0" i="1" smtClean="0">
                          <a:solidFill>
                            <a:srgbClr val="C00000"/>
                          </a:solidFill>
                          <a:latin typeface="Cambria Math" panose="02040503050406030204" pitchFamily="18" charset="0"/>
                        </a:rPr>
                        <m:t>𝑝</m:t>
                      </m:r>
                      <m:r>
                        <a:rPr lang="en-US" sz="1050" b="0" i="1" smtClean="0">
                          <a:solidFill>
                            <a:srgbClr val="C00000"/>
                          </a:solidFill>
                          <a:latin typeface="Cambria Math" panose="02040503050406030204" pitchFamily="18" charset="0"/>
                        </a:rPr>
                        <m:t>−1</m:t>
                      </m:r>
                    </m:oMath>
                  </m:oMathPara>
                </a14:m>
                <a:endParaRPr lang="en-US" sz="1050" dirty="0">
                  <a:solidFill>
                    <a:srgbClr val="C00000"/>
                  </a:solidFill>
                </a:endParaRPr>
              </a:p>
            </p:txBody>
          </p:sp>
        </mc:Choice>
        <mc:Fallback xmlns="">
          <p:sp>
            <p:nvSpPr>
              <p:cNvPr id="62" name="TextBox 61">
                <a:extLst>
                  <a:ext uri="{FF2B5EF4-FFF2-40B4-BE49-F238E27FC236}">
                    <a16:creationId xmlns:a16="http://schemas.microsoft.com/office/drawing/2014/main" id="{5116C98E-2CCE-47F3-7FD5-0E554306B455}"/>
                  </a:ext>
                </a:extLst>
              </p:cNvPr>
              <p:cNvSpPr txBox="1">
                <a:spLocks noRot="1" noChangeAspect="1" noMove="1" noResize="1" noEditPoints="1" noAdjustHandles="1" noChangeArrowheads="1" noChangeShapeType="1" noTextEdit="1"/>
              </p:cNvSpPr>
              <p:nvPr/>
            </p:nvSpPr>
            <p:spPr>
              <a:xfrm>
                <a:off x="9563917" y="3875553"/>
                <a:ext cx="494665" cy="253916"/>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ABDE359-7F7A-4AAC-2856-CD701D0A413C}"/>
                  </a:ext>
                </a:extLst>
              </p:cNvPr>
              <p:cNvSpPr txBox="1"/>
              <p:nvPr/>
            </p:nvSpPr>
            <p:spPr>
              <a:xfrm>
                <a:off x="9966186" y="2561531"/>
                <a:ext cx="9884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𝑆</m:t>
                      </m:r>
                      <m:r>
                        <a:rPr lang="en-US" b="0" i="1" smtClean="0">
                          <a:solidFill>
                            <a:srgbClr val="C00000"/>
                          </a:solidFill>
                          <a:latin typeface="Cambria Math" panose="02040503050406030204" pitchFamily="18" charset="0"/>
                        </a:rPr>
                        <m:t>−1</m:t>
                      </m:r>
                    </m:oMath>
                  </m:oMathPara>
                </a14:m>
                <a:endParaRPr lang="en-US" dirty="0">
                  <a:solidFill>
                    <a:srgbClr val="C00000"/>
                  </a:solidFill>
                </a:endParaRPr>
              </a:p>
            </p:txBody>
          </p:sp>
        </mc:Choice>
        <mc:Fallback xmlns="">
          <p:sp>
            <p:nvSpPr>
              <p:cNvPr id="4" name="TextBox 3">
                <a:extLst>
                  <a:ext uri="{FF2B5EF4-FFF2-40B4-BE49-F238E27FC236}">
                    <a16:creationId xmlns:a16="http://schemas.microsoft.com/office/drawing/2014/main" id="{0ABDE359-7F7A-4AAC-2856-CD701D0A413C}"/>
                  </a:ext>
                </a:extLst>
              </p:cNvPr>
              <p:cNvSpPr txBox="1">
                <a:spLocks noRot="1" noChangeAspect="1" noMove="1" noResize="1" noEditPoints="1" noAdjustHandles="1" noChangeArrowheads="1" noChangeShapeType="1" noTextEdit="1"/>
              </p:cNvSpPr>
              <p:nvPr/>
            </p:nvSpPr>
            <p:spPr>
              <a:xfrm>
                <a:off x="9966186" y="2561531"/>
                <a:ext cx="988447" cy="369332"/>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4F2B49D-5537-35B6-0DBA-EBFD9E8FD630}"/>
                  </a:ext>
                </a:extLst>
              </p:cNvPr>
              <p:cNvSpPr txBox="1"/>
              <p:nvPr/>
            </p:nvSpPr>
            <p:spPr>
              <a:xfrm>
                <a:off x="6494824" y="2576106"/>
                <a:ext cx="9884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1</m:t>
                      </m:r>
                    </m:oMath>
                  </m:oMathPara>
                </a14:m>
                <a:endParaRPr lang="en-US" dirty="0">
                  <a:solidFill>
                    <a:srgbClr val="C00000"/>
                  </a:solidFill>
                </a:endParaRPr>
              </a:p>
            </p:txBody>
          </p:sp>
        </mc:Choice>
        <mc:Fallback xmlns="">
          <p:sp>
            <p:nvSpPr>
              <p:cNvPr id="9" name="TextBox 8">
                <a:extLst>
                  <a:ext uri="{FF2B5EF4-FFF2-40B4-BE49-F238E27FC236}">
                    <a16:creationId xmlns:a16="http://schemas.microsoft.com/office/drawing/2014/main" id="{74F2B49D-5537-35B6-0DBA-EBFD9E8FD630}"/>
                  </a:ext>
                </a:extLst>
              </p:cNvPr>
              <p:cNvSpPr txBox="1">
                <a:spLocks noRot="1" noChangeAspect="1" noMove="1" noResize="1" noEditPoints="1" noAdjustHandles="1" noChangeArrowheads="1" noChangeShapeType="1" noTextEdit="1"/>
              </p:cNvSpPr>
              <p:nvPr/>
            </p:nvSpPr>
            <p:spPr>
              <a:xfrm>
                <a:off x="6494824" y="2576106"/>
                <a:ext cx="988447" cy="369332"/>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405A84A3-2156-9269-F4F8-AC6600CE5929}"/>
                  </a:ext>
                </a:extLst>
              </p:cNvPr>
              <p:cNvSpPr txBox="1"/>
              <p:nvPr/>
            </p:nvSpPr>
            <p:spPr>
              <a:xfrm>
                <a:off x="3030172" y="2559140"/>
                <a:ext cx="988447"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rgbClr val="C00000"/>
                          </a:solidFill>
                          <a:latin typeface="Cambria Math" panose="02040503050406030204" pitchFamily="18" charset="0"/>
                        </a:rPr>
                        <m:t>0</m:t>
                      </m:r>
                    </m:oMath>
                  </m:oMathPara>
                </a14:m>
                <a:endParaRPr lang="en-US" dirty="0">
                  <a:solidFill>
                    <a:srgbClr val="C00000"/>
                  </a:solidFill>
                </a:endParaRPr>
              </a:p>
            </p:txBody>
          </p:sp>
        </mc:Choice>
        <mc:Fallback xmlns="">
          <p:sp>
            <p:nvSpPr>
              <p:cNvPr id="11" name="TextBox 10">
                <a:extLst>
                  <a:ext uri="{FF2B5EF4-FFF2-40B4-BE49-F238E27FC236}">
                    <a16:creationId xmlns:a16="http://schemas.microsoft.com/office/drawing/2014/main" id="{405A84A3-2156-9269-F4F8-AC6600CE5929}"/>
                  </a:ext>
                </a:extLst>
              </p:cNvPr>
              <p:cNvSpPr txBox="1">
                <a:spLocks noRot="1" noChangeAspect="1" noMove="1" noResize="1" noEditPoints="1" noAdjustHandles="1" noChangeArrowheads="1" noChangeShapeType="1" noTextEdit="1"/>
              </p:cNvSpPr>
              <p:nvPr/>
            </p:nvSpPr>
            <p:spPr>
              <a:xfrm>
                <a:off x="3030172" y="2559140"/>
                <a:ext cx="988447" cy="369332"/>
              </a:xfrm>
              <a:prstGeom prst="rect">
                <a:avLst/>
              </a:prstGeom>
              <a:blipFill>
                <a:blip r:embed="rId8"/>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0727972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8CA6C-D758-791F-DDD0-BC6B86F5C588}"/>
              </a:ext>
            </a:extLst>
          </p:cNvPr>
          <p:cNvSpPr>
            <a:spLocks noGrp="1"/>
          </p:cNvSpPr>
          <p:nvPr>
            <p:ph type="title"/>
          </p:nvPr>
        </p:nvSpPr>
        <p:spPr/>
        <p:txBody>
          <a:bodyPr/>
          <a:lstStyle/>
          <a:p>
            <a:r>
              <a:rPr lang="en-US" dirty="0"/>
              <a:t>AMD CDNA GPU</a:t>
            </a:r>
          </a:p>
        </p:txBody>
      </p:sp>
      <p:sp>
        <p:nvSpPr>
          <p:cNvPr id="4" name="Rectangle 3">
            <a:extLst>
              <a:ext uri="{FF2B5EF4-FFF2-40B4-BE49-F238E27FC236}">
                <a16:creationId xmlns:a16="http://schemas.microsoft.com/office/drawing/2014/main" id="{E3371B0F-CB7C-EE09-466A-275B064F7547}"/>
              </a:ext>
            </a:extLst>
          </p:cNvPr>
          <p:cNvSpPr/>
          <p:nvPr/>
        </p:nvSpPr>
        <p:spPr>
          <a:xfrm>
            <a:off x="1340069" y="2501462"/>
            <a:ext cx="9511862" cy="3991413"/>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5" name="Rectangle 4">
            <a:extLst>
              <a:ext uri="{FF2B5EF4-FFF2-40B4-BE49-F238E27FC236}">
                <a16:creationId xmlns:a16="http://schemas.microsoft.com/office/drawing/2014/main" id="{0BF2E1A7-97C1-66DA-7C60-DFC056FF8D8F}"/>
              </a:ext>
            </a:extLst>
          </p:cNvPr>
          <p:cNvSpPr/>
          <p:nvPr/>
        </p:nvSpPr>
        <p:spPr>
          <a:xfrm>
            <a:off x="2039007" y="2753710"/>
            <a:ext cx="3279227" cy="167114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Engine (CE0)</a:t>
            </a:r>
          </a:p>
        </p:txBody>
      </p:sp>
      <p:sp>
        <p:nvSpPr>
          <p:cNvPr id="6" name="Rectangle 5">
            <a:extLst>
              <a:ext uri="{FF2B5EF4-FFF2-40B4-BE49-F238E27FC236}">
                <a16:creationId xmlns:a16="http://schemas.microsoft.com/office/drawing/2014/main" id="{25BC981D-C68A-89CD-98F5-07A9AD0F1A0F}"/>
              </a:ext>
            </a:extLst>
          </p:cNvPr>
          <p:cNvSpPr/>
          <p:nvPr/>
        </p:nvSpPr>
        <p:spPr>
          <a:xfrm>
            <a:off x="6721366" y="2753710"/>
            <a:ext cx="3279227" cy="167114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Engine (CE1)</a:t>
            </a:r>
          </a:p>
        </p:txBody>
      </p:sp>
      <p:sp>
        <p:nvSpPr>
          <p:cNvPr id="7" name="Rectangle 6">
            <a:extLst>
              <a:ext uri="{FF2B5EF4-FFF2-40B4-BE49-F238E27FC236}">
                <a16:creationId xmlns:a16="http://schemas.microsoft.com/office/drawing/2014/main" id="{6C3C62D1-9835-BFA3-A936-5565EBC5310E}"/>
              </a:ext>
            </a:extLst>
          </p:cNvPr>
          <p:cNvSpPr/>
          <p:nvPr/>
        </p:nvSpPr>
        <p:spPr>
          <a:xfrm>
            <a:off x="2039007" y="4703379"/>
            <a:ext cx="3279227" cy="167114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Engine (CE2)</a:t>
            </a:r>
          </a:p>
        </p:txBody>
      </p:sp>
      <p:sp>
        <p:nvSpPr>
          <p:cNvPr id="8" name="Rectangle 7">
            <a:extLst>
              <a:ext uri="{FF2B5EF4-FFF2-40B4-BE49-F238E27FC236}">
                <a16:creationId xmlns:a16="http://schemas.microsoft.com/office/drawing/2014/main" id="{251D3409-545A-F646-C3BC-E46F9C95BFFE}"/>
              </a:ext>
            </a:extLst>
          </p:cNvPr>
          <p:cNvSpPr/>
          <p:nvPr/>
        </p:nvSpPr>
        <p:spPr>
          <a:xfrm>
            <a:off x="6721366" y="4703379"/>
            <a:ext cx="3279227" cy="1671145"/>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Compute Engine (CE3)</a:t>
            </a:r>
          </a:p>
        </p:txBody>
      </p:sp>
      <p:sp>
        <p:nvSpPr>
          <p:cNvPr id="9" name="Rectangle 8">
            <a:extLst>
              <a:ext uri="{FF2B5EF4-FFF2-40B4-BE49-F238E27FC236}">
                <a16:creationId xmlns:a16="http://schemas.microsoft.com/office/drawing/2014/main" id="{A2152A39-47D2-A3D7-6FB2-9075A779F1A5}"/>
              </a:ext>
            </a:extLst>
          </p:cNvPr>
          <p:cNvSpPr/>
          <p:nvPr/>
        </p:nvSpPr>
        <p:spPr>
          <a:xfrm>
            <a:off x="3431627" y="1312315"/>
            <a:ext cx="5328744" cy="756745"/>
          </a:xfrm>
          <a:prstGeom prst="rect">
            <a:avLst/>
          </a:prstGeom>
          <a:solidFill>
            <a:schemeClr val="accent6">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HBM/DRAM</a:t>
            </a:r>
          </a:p>
        </p:txBody>
      </p:sp>
      <p:sp>
        <p:nvSpPr>
          <p:cNvPr id="10" name="Arrow: Up-Down 9">
            <a:extLst>
              <a:ext uri="{FF2B5EF4-FFF2-40B4-BE49-F238E27FC236}">
                <a16:creationId xmlns:a16="http://schemas.microsoft.com/office/drawing/2014/main" id="{2EF92FB4-3328-3656-465B-35CB2A20903A}"/>
              </a:ext>
            </a:extLst>
          </p:cNvPr>
          <p:cNvSpPr/>
          <p:nvPr/>
        </p:nvSpPr>
        <p:spPr>
          <a:xfrm>
            <a:off x="5993524" y="2073358"/>
            <a:ext cx="204951" cy="432402"/>
          </a:xfrm>
          <a:prstGeom prst="upDownArrow">
            <a:avLst/>
          </a:prstGeom>
          <a:solidFill>
            <a:schemeClr val="bg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Rectangle 10">
            <a:extLst>
              <a:ext uri="{FF2B5EF4-FFF2-40B4-BE49-F238E27FC236}">
                <a16:creationId xmlns:a16="http://schemas.microsoft.com/office/drawing/2014/main" id="{8982880E-17F2-5D2B-03E5-B5CA8D637F62}"/>
              </a:ext>
            </a:extLst>
          </p:cNvPr>
          <p:cNvSpPr/>
          <p:nvPr/>
        </p:nvSpPr>
        <p:spPr>
          <a:xfrm>
            <a:off x="5570483" y="2753710"/>
            <a:ext cx="903889" cy="362081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L2 Cache</a:t>
            </a:r>
          </a:p>
        </p:txBody>
      </p:sp>
    </p:spTree>
    <p:extLst>
      <p:ext uri="{BB962C8B-B14F-4D97-AF65-F5344CB8AC3E}">
        <p14:creationId xmlns:p14="http://schemas.microsoft.com/office/powerpoint/2010/main" val="262446283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F362F2-5B5B-EC90-F0FC-D4167279CE8E}"/>
              </a:ext>
            </a:extLst>
          </p:cNvPr>
          <p:cNvSpPr>
            <a:spLocks noGrp="1"/>
          </p:cNvSpPr>
          <p:nvPr>
            <p:ph type="title"/>
          </p:nvPr>
        </p:nvSpPr>
        <p:spPr/>
        <p:txBody>
          <a:bodyPr/>
          <a:lstStyle/>
          <a:p>
            <a:r>
              <a:rPr lang="en-US" dirty="0"/>
              <a:t>Compute Engine</a:t>
            </a:r>
          </a:p>
        </p:txBody>
      </p:sp>
      <p:sp>
        <p:nvSpPr>
          <p:cNvPr id="3" name="Content Placeholder 2">
            <a:extLst>
              <a:ext uri="{FF2B5EF4-FFF2-40B4-BE49-F238E27FC236}">
                <a16:creationId xmlns:a16="http://schemas.microsoft.com/office/drawing/2014/main" id="{F6967CFE-6B3E-841C-057A-AF88DE39DC69}"/>
              </a:ext>
            </a:extLst>
          </p:cNvPr>
          <p:cNvSpPr>
            <a:spLocks noGrp="1"/>
          </p:cNvSpPr>
          <p:nvPr>
            <p:ph idx="1"/>
          </p:nvPr>
        </p:nvSpPr>
        <p:spPr>
          <a:xfrm>
            <a:off x="838200" y="1825625"/>
            <a:ext cx="6875189" cy="4351338"/>
          </a:xfrm>
        </p:spPr>
        <p:txBody>
          <a:bodyPr/>
          <a:lstStyle/>
          <a:p>
            <a:r>
              <a:rPr lang="en-US" dirty="0"/>
              <a:t>A collection of Compute Units (CU)</a:t>
            </a:r>
          </a:p>
          <a:p>
            <a:endParaRPr lang="en-US" dirty="0"/>
          </a:p>
          <a:p>
            <a:r>
              <a:rPr lang="en-US" dirty="0"/>
              <a:t>We do not have any equivalent term in our GPU model as we do not require this for programming</a:t>
            </a:r>
          </a:p>
          <a:p>
            <a:endParaRPr lang="en-US" dirty="0"/>
          </a:p>
          <a:p>
            <a:endParaRPr lang="en-US" dirty="0"/>
          </a:p>
        </p:txBody>
      </p:sp>
      <p:sp>
        <p:nvSpPr>
          <p:cNvPr id="13" name="Rectangle 12">
            <a:extLst>
              <a:ext uri="{FF2B5EF4-FFF2-40B4-BE49-F238E27FC236}">
                <a16:creationId xmlns:a16="http://schemas.microsoft.com/office/drawing/2014/main" id="{419D8346-A4E1-FB12-0618-4D62C02FAA69}"/>
              </a:ext>
            </a:extLst>
          </p:cNvPr>
          <p:cNvSpPr/>
          <p:nvPr/>
        </p:nvSpPr>
        <p:spPr>
          <a:xfrm>
            <a:off x="8296818" y="1929184"/>
            <a:ext cx="3272091" cy="1865346"/>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1"/>
              </a:solidFill>
            </a:endParaRPr>
          </a:p>
        </p:txBody>
      </p:sp>
      <p:grpSp>
        <p:nvGrpSpPr>
          <p:cNvPr id="25" name="Group 24">
            <a:extLst>
              <a:ext uri="{FF2B5EF4-FFF2-40B4-BE49-F238E27FC236}">
                <a16:creationId xmlns:a16="http://schemas.microsoft.com/office/drawing/2014/main" id="{A8BA1D6D-BA80-EE0C-CD5B-DAFCE873B141}"/>
              </a:ext>
            </a:extLst>
          </p:cNvPr>
          <p:cNvGrpSpPr/>
          <p:nvPr/>
        </p:nvGrpSpPr>
        <p:grpSpPr>
          <a:xfrm>
            <a:off x="8296818" y="1944414"/>
            <a:ext cx="1659454" cy="1850116"/>
            <a:chOff x="8296818" y="1944414"/>
            <a:chExt cx="1659454" cy="1850116"/>
          </a:xfrm>
        </p:grpSpPr>
        <p:sp>
          <p:nvSpPr>
            <p:cNvPr id="15" name="Rectangle 14">
              <a:extLst>
                <a:ext uri="{FF2B5EF4-FFF2-40B4-BE49-F238E27FC236}">
                  <a16:creationId xmlns:a16="http://schemas.microsoft.com/office/drawing/2014/main" id="{0F3DC172-2E3F-3967-575A-1852B673CD51}"/>
                </a:ext>
              </a:extLst>
            </p:cNvPr>
            <p:cNvSpPr/>
            <p:nvPr/>
          </p:nvSpPr>
          <p:spPr>
            <a:xfrm>
              <a:off x="8303168" y="1944414"/>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16" name="Rectangle 15">
              <a:extLst>
                <a:ext uri="{FF2B5EF4-FFF2-40B4-BE49-F238E27FC236}">
                  <a16:creationId xmlns:a16="http://schemas.microsoft.com/office/drawing/2014/main" id="{88AC379B-7C20-E5E3-973F-CE967F739CA5}"/>
                </a:ext>
              </a:extLst>
            </p:cNvPr>
            <p:cNvSpPr/>
            <p:nvPr/>
          </p:nvSpPr>
          <p:spPr>
            <a:xfrm>
              <a:off x="8303168" y="2176560"/>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17" name="Rectangle 16">
              <a:extLst>
                <a:ext uri="{FF2B5EF4-FFF2-40B4-BE49-F238E27FC236}">
                  <a16:creationId xmlns:a16="http://schemas.microsoft.com/office/drawing/2014/main" id="{656AC314-FE03-DF7E-F5F2-6E765D4D504A}"/>
                </a:ext>
              </a:extLst>
            </p:cNvPr>
            <p:cNvSpPr/>
            <p:nvPr/>
          </p:nvSpPr>
          <p:spPr>
            <a:xfrm>
              <a:off x="8303168" y="2405238"/>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18" name="Rectangle 17">
              <a:extLst>
                <a:ext uri="{FF2B5EF4-FFF2-40B4-BE49-F238E27FC236}">
                  <a16:creationId xmlns:a16="http://schemas.microsoft.com/office/drawing/2014/main" id="{28CA2D56-41FF-1383-1BF1-A0BEB3320A02}"/>
                </a:ext>
              </a:extLst>
            </p:cNvPr>
            <p:cNvSpPr/>
            <p:nvPr/>
          </p:nvSpPr>
          <p:spPr>
            <a:xfrm>
              <a:off x="8303168" y="2637384"/>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21" name="Rectangle 20">
              <a:extLst>
                <a:ext uri="{FF2B5EF4-FFF2-40B4-BE49-F238E27FC236}">
                  <a16:creationId xmlns:a16="http://schemas.microsoft.com/office/drawing/2014/main" id="{D061DBE4-8DBC-8026-297F-B674D3ADE45F}"/>
                </a:ext>
              </a:extLst>
            </p:cNvPr>
            <p:cNvSpPr/>
            <p:nvPr/>
          </p:nvSpPr>
          <p:spPr>
            <a:xfrm>
              <a:off x="8296818" y="2867091"/>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22" name="Rectangle 21">
              <a:extLst>
                <a:ext uri="{FF2B5EF4-FFF2-40B4-BE49-F238E27FC236}">
                  <a16:creationId xmlns:a16="http://schemas.microsoft.com/office/drawing/2014/main" id="{AEABA6D4-C8B8-AD4D-5FEF-8193B110A511}"/>
                </a:ext>
              </a:extLst>
            </p:cNvPr>
            <p:cNvSpPr/>
            <p:nvPr/>
          </p:nvSpPr>
          <p:spPr>
            <a:xfrm>
              <a:off x="8296818" y="3099237"/>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23" name="Rectangle 22">
              <a:extLst>
                <a:ext uri="{FF2B5EF4-FFF2-40B4-BE49-F238E27FC236}">
                  <a16:creationId xmlns:a16="http://schemas.microsoft.com/office/drawing/2014/main" id="{8450A219-4BE3-7D5D-717C-1F05280C45E0}"/>
                </a:ext>
              </a:extLst>
            </p:cNvPr>
            <p:cNvSpPr/>
            <p:nvPr/>
          </p:nvSpPr>
          <p:spPr>
            <a:xfrm>
              <a:off x="8296818" y="3327915"/>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24" name="Rectangle 23">
              <a:extLst>
                <a:ext uri="{FF2B5EF4-FFF2-40B4-BE49-F238E27FC236}">
                  <a16:creationId xmlns:a16="http://schemas.microsoft.com/office/drawing/2014/main" id="{414C5A29-8333-A2AB-8109-961504779C7D}"/>
                </a:ext>
              </a:extLst>
            </p:cNvPr>
            <p:cNvSpPr/>
            <p:nvPr/>
          </p:nvSpPr>
          <p:spPr>
            <a:xfrm>
              <a:off x="8296818" y="3560061"/>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grpSp>
      <p:grpSp>
        <p:nvGrpSpPr>
          <p:cNvPr id="26" name="Group 25">
            <a:extLst>
              <a:ext uri="{FF2B5EF4-FFF2-40B4-BE49-F238E27FC236}">
                <a16:creationId xmlns:a16="http://schemas.microsoft.com/office/drawing/2014/main" id="{7B51E779-BEB7-F9CA-AC33-87BA87781EA0}"/>
              </a:ext>
            </a:extLst>
          </p:cNvPr>
          <p:cNvGrpSpPr/>
          <p:nvPr/>
        </p:nvGrpSpPr>
        <p:grpSpPr>
          <a:xfrm>
            <a:off x="9962622" y="1936799"/>
            <a:ext cx="1659454" cy="1850116"/>
            <a:chOff x="8296818" y="1944414"/>
            <a:chExt cx="1659454" cy="1850116"/>
          </a:xfrm>
        </p:grpSpPr>
        <p:sp>
          <p:nvSpPr>
            <p:cNvPr id="27" name="Rectangle 26">
              <a:extLst>
                <a:ext uri="{FF2B5EF4-FFF2-40B4-BE49-F238E27FC236}">
                  <a16:creationId xmlns:a16="http://schemas.microsoft.com/office/drawing/2014/main" id="{C04D34B9-1F81-15FB-FC57-80DCE1AEB70C}"/>
                </a:ext>
              </a:extLst>
            </p:cNvPr>
            <p:cNvSpPr/>
            <p:nvPr/>
          </p:nvSpPr>
          <p:spPr>
            <a:xfrm>
              <a:off x="8303168" y="1944414"/>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28" name="Rectangle 27">
              <a:extLst>
                <a:ext uri="{FF2B5EF4-FFF2-40B4-BE49-F238E27FC236}">
                  <a16:creationId xmlns:a16="http://schemas.microsoft.com/office/drawing/2014/main" id="{C44CAF33-32B9-914A-678D-B9F14DB7B91D}"/>
                </a:ext>
              </a:extLst>
            </p:cNvPr>
            <p:cNvSpPr/>
            <p:nvPr/>
          </p:nvSpPr>
          <p:spPr>
            <a:xfrm>
              <a:off x="8303168" y="2176560"/>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29" name="Rectangle 28">
              <a:extLst>
                <a:ext uri="{FF2B5EF4-FFF2-40B4-BE49-F238E27FC236}">
                  <a16:creationId xmlns:a16="http://schemas.microsoft.com/office/drawing/2014/main" id="{7AC602BD-C44D-6C6A-690B-7FB8FCA26726}"/>
                </a:ext>
              </a:extLst>
            </p:cNvPr>
            <p:cNvSpPr/>
            <p:nvPr/>
          </p:nvSpPr>
          <p:spPr>
            <a:xfrm>
              <a:off x="8303168" y="2405238"/>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30" name="Rectangle 29">
              <a:extLst>
                <a:ext uri="{FF2B5EF4-FFF2-40B4-BE49-F238E27FC236}">
                  <a16:creationId xmlns:a16="http://schemas.microsoft.com/office/drawing/2014/main" id="{931B7E51-9148-F32D-A534-164F2D53DEA0}"/>
                </a:ext>
              </a:extLst>
            </p:cNvPr>
            <p:cNvSpPr/>
            <p:nvPr/>
          </p:nvSpPr>
          <p:spPr>
            <a:xfrm>
              <a:off x="8303168" y="2637384"/>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31" name="Rectangle 30">
              <a:extLst>
                <a:ext uri="{FF2B5EF4-FFF2-40B4-BE49-F238E27FC236}">
                  <a16:creationId xmlns:a16="http://schemas.microsoft.com/office/drawing/2014/main" id="{0F20CF34-FD26-B075-F37D-8ABD75ED38A7}"/>
                </a:ext>
              </a:extLst>
            </p:cNvPr>
            <p:cNvSpPr/>
            <p:nvPr/>
          </p:nvSpPr>
          <p:spPr>
            <a:xfrm>
              <a:off x="8296818" y="2867091"/>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32" name="Rectangle 31">
              <a:extLst>
                <a:ext uri="{FF2B5EF4-FFF2-40B4-BE49-F238E27FC236}">
                  <a16:creationId xmlns:a16="http://schemas.microsoft.com/office/drawing/2014/main" id="{D7A3E658-FD1E-F977-E3D3-77ED4BF5F011}"/>
                </a:ext>
              </a:extLst>
            </p:cNvPr>
            <p:cNvSpPr/>
            <p:nvPr/>
          </p:nvSpPr>
          <p:spPr>
            <a:xfrm>
              <a:off x="8296818" y="3099237"/>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33" name="Rectangle 32">
              <a:extLst>
                <a:ext uri="{FF2B5EF4-FFF2-40B4-BE49-F238E27FC236}">
                  <a16:creationId xmlns:a16="http://schemas.microsoft.com/office/drawing/2014/main" id="{C385F121-203D-2D8A-2A2F-4CF0FC35B67A}"/>
                </a:ext>
              </a:extLst>
            </p:cNvPr>
            <p:cNvSpPr/>
            <p:nvPr/>
          </p:nvSpPr>
          <p:spPr>
            <a:xfrm>
              <a:off x="8296818" y="3327915"/>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sp>
          <p:nvSpPr>
            <p:cNvPr id="34" name="Rectangle 33">
              <a:extLst>
                <a:ext uri="{FF2B5EF4-FFF2-40B4-BE49-F238E27FC236}">
                  <a16:creationId xmlns:a16="http://schemas.microsoft.com/office/drawing/2014/main" id="{9F3AB514-B9CB-751E-2110-B2633AB52F21}"/>
                </a:ext>
              </a:extLst>
            </p:cNvPr>
            <p:cNvSpPr/>
            <p:nvPr/>
          </p:nvSpPr>
          <p:spPr>
            <a:xfrm>
              <a:off x="8296818" y="3560061"/>
              <a:ext cx="1653104" cy="23446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CU</a:t>
              </a:r>
            </a:p>
          </p:txBody>
        </p:sp>
      </p:grpSp>
    </p:spTree>
    <p:extLst>
      <p:ext uri="{BB962C8B-B14F-4D97-AF65-F5344CB8AC3E}">
        <p14:creationId xmlns:p14="http://schemas.microsoft.com/office/powerpoint/2010/main" val="214995722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7C71E5-4FE0-3F12-880D-E4AAA9EECF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606B954-4666-7D8C-5FD5-8611B3087F6A}"/>
              </a:ext>
            </a:extLst>
          </p:cNvPr>
          <p:cNvSpPr>
            <a:spLocks noGrp="1"/>
          </p:cNvSpPr>
          <p:nvPr>
            <p:ph type="title"/>
          </p:nvPr>
        </p:nvSpPr>
        <p:spPr/>
        <p:txBody>
          <a:bodyPr/>
          <a:lstStyle/>
          <a:p>
            <a:r>
              <a:rPr lang="en-US" dirty="0"/>
              <a:t>Compute Unit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FDC529-3DFC-6CEA-CBF7-AF18B50F4484}"/>
                  </a:ext>
                </a:extLst>
              </p:cNvPr>
              <p:cNvSpPr>
                <a:spLocks noGrp="1"/>
              </p:cNvSpPr>
              <p:nvPr>
                <p:ph idx="1"/>
              </p:nvPr>
            </p:nvSpPr>
            <p:spPr>
              <a:xfrm>
                <a:off x="838200" y="1825625"/>
                <a:ext cx="5838825" cy="4351338"/>
              </a:xfrm>
            </p:spPr>
            <p:txBody>
              <a:bodyPr>
                <a:normAutofit fontScale="92500"/>
              </a:bodyPr>
              <a:lstStyle/>
              <a:p>
                <a:r>
                  <a:rPr lang="en-US" dirty="0"/>
                  <a:t>Equivalent to Blocks in our GPU model</a:t>
                </a:r>
              </a:p>
              <a:p>
                <a:pPr lvl="1"/>
                <a:r>
                  <a:rPr lang="en-US" dirty="0"/>
                  <a:t>Known as Streaming Multi-Processors (SMP) on Nvidia GPUs</a:t>
                </a:r>
              </a:p>
              <a:p>
                <a:endParaRPr lang="en-US" dirty="0"/>
              </a:p>
              <a:p>
                <a:r>
                  <a:rPr lang="en-US" dirty="0"/>
                  <a:t>Consists of array of processing elements called Vector ALU (VALU)</a:t>
                </a:r>
              </a:p>
              <a:p>
                <a:pPr lvl="1"/>
                <a:r>
                  <a:rPr lang="en-US" dirty="0"/>
                  <a:t>Typically, 4 VALUs per CU</a:t>
                </a:r>
              </a:p>
              <a:p>
                <a:endParaRPr lang="en-US" dirty="0"/>
              </a:p>
              <a:p>
                <a:r>
                  <a:rPr lang="en-US" dirty="0"/>
                  <a:t>AMD MI300 has 304 CUs</a:t>
                </a:r>
              </a:p>
              <a:p>
                <a:pPr lvl="1"/>
                <a14:m>
                  <m:oMath xmlns:m="http://schemas.openxmlformats.org/officeDocument/2006/math">
                    <m:r>
                      <a:rPr lang="en-US" b="0" i="1" smtClean="0">
                        <a:latin typeface="Cambria Math" panose="020F0502020204030204" pitchFamily="18" charset="0"/>
                      </a:rPr>
                      <m:t>𝑆</m:t>
                    </m:r>
                    <m:r>
                      <a:rPr lang="en-US" b="0" i="1" smtClean="0">
                        <a:latin typeface="Cambria Math" panose="020F0502020204030204" pitchFamily="18" charset="0"/>
                      </a:rPr>
                      <m:t>=304</m:t>
                    </m:r>
                  </m:oMath>
                </a14:m>
                <a:endParaRPr lang="en-US" dirty="0"/>
              </a:p>
              <a:p>
                <a:pPr lvl="1"/>
                <a:endParaRPr lang="en-US" dirty="0"/>
              </a:p>
              <a:p>
                <a:pPr marL="457200" lvl="1" indent="0">
                  <a:buNone/>
                </a:pPr>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8EFDC529-3DFC-6CEA-CBF7-AF18B50F4484}"/>
                  </a:ext>
                </a:extLst>
              </p:cNvPr>
              <p:cNvSpPr>
                <a:spLocks noGrp="1" noRot="1" noChangeAspect="1" noMove="1" noResize="1" noEditPoints="1" noAdjustHandles="1" noChangeArrowheads="1" noChangeShapeType="1" noTextEdit="1"/>
              </p:cNvSpPr>
              <p:nvPr>
                <p:ph idx="1"/>
              </p:nvPr>
            </p:nvSpPr>
            <p:spPr>
              <a:xfrm>
                <a:off x="838200" y="1825625"/>
                <a:ext cx="5838825" cy="4351338"/>
              </a:xfrm>
              <a:blipFill>
                <a:blip r:embed="rId2"/>
                <a:stretch>
                  <a:fillRect l="-1672" t="-2101" r="-2090"/>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71741EC5-C8DB-17FD-61D1-41E9758C0ADF}"/>
              </a:ext>
            </a:extLst>
          </p:cNvPr>
          <p:cNvSpPr txBox="1"/>
          <p:nvPr/>
        </p:nvSpPr>
        <p:spPr>
          <a:xfrm>
            <a:off x="9132870" y="4069474"/>
            <a:ext cx="785213" cy="369332"/>
          </a:xfrm>
          <a:prstGeom prst="rect">
            <a:avLst/>
          </a:prstGeom>
          <a:noFill/>
        </p:spPr>
        <p:txBody>
          <a:bodyPr wrap="square" rtlCol="0">
            <a:spAutoFit/>
          </a:bodyPr>
          <a:lstStyle/>
          <a:p>
            <a:pPr algn="ctr"/>
            <a:r>
              <a:rPr lang="en-US" dirty="0"/>
              <a:t>=</a:t>
            </a:r>
          </a:p>
        </p:txBody>
      </p:sp>
      <p:grpSp>
        <p:nvGrpSpPr>
          <p:cNvPr id="6" name="Group 5">
            <a:extLst>
              <a:ext uri="{FF2B5EF4-FFF2-40B4-BE49-F238E27FC236}">
                <a16:creationId xmlns:a16="http://schemas.microsoft.com/office/drawing/2014/main" id="{E69BE62D-412F-2646-3D22-933641F0E8D2}"/>
              </a:ext>
            </a:extLst>
          </p:cNvPr>
          <p:cNvGrpSpPr/>
          <p:nvPr/>
        </p:nvGrpSpPr>
        <p:grpSpPr>
          <a:xfrm>
            <a:off x="8458676" y="4625417"/>
            <a:ext cx="2133599" cy="1499816"/>
            <a:chOff x="3392871" y="2569567"/>
            <a:chExt cx="2133599" cy="1499816"/>
          </a:xfrm>
        </p:grpSpPr>
        <p:sp>
          <p:nvSpPr>
            <p:cNvPr id="7" name="Rectangle 6">
              <a:extLst>
                <a:ext uri="{FF2B5EF4-FFF2-40B4-BE49-F238E27FC236}">
                  <a16:creationId xmlns:a16="http://schemas.microsoft.com/office/drawing/2014/main" id="{7924EDD6-F385-CD58-8885-6611C87B7C0B}"/>
                </a:ext>
              </a:extLst>
            </p:cNvPr>
            <p:cNvSpPr/>
            <p:nvPr/>
          </p:nvSpPr>
          <p:spPr>
            <a:xfrm>
              <a:off x="3392871" y="2569567"/>
              <a:ext cx="2133599" cy="1499816"/>
            </a:xfrm>
            <a:prstGeom prst="rect">
              <a:avLst/>
            </a:prstGeom>
            <a:ln w="19050">
              <a:solidFill>
                <a:schemeClr val="bg2">
                  <a:lumMod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bg2">
                    <a:lumMod val="10000"/>
                  </a:schemeClr>
                </a:solidFill>
              </a:endParaRPr>
            </a:p>
          </p:txBody>
        </p:sp>
        <p:sp>
          <p:nvSpPr>
            <p:cNvPr id="8" name="Rectangle 7">
              <a:extLst>
                <a:ext uri="{FF2B5EF4-FFF2-40B4-BE49-F238E27FC236}">
                  <a16:creationId xmlns:a16="http://schemas.microsoft.com/office/drawing/2014/main" id="{E05C91D0-9F41-C533-86FF-3F31309B425A}"/>
                </a:ext>
              </a:extLst>
            </p:cNvPr>
            <p:cNvSpPr/>
            <p:nvPr/>
          </p:nvSpPr>
          <p:spPr>
            <a:xfrm>
              <a:off x="3587858" y="2695534"/>
              <a:ext cx="1730693" cy="381000"/>
            </a:xfrm>
            <a:prstGeom prst="rect">
              <a:avLst/>
            </a:prstGeom>
            <a:ln w="19050">
              <a:solidFill>
                <a:schemeClr val="bg2">
                  <a:lumMod val="1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bg2">
                      <a:lumMod val="10000"/>
                    </a:schemeClr>
                  </a:solidFill>
                </a:rPr>
                <a:t>C</a:t>
              </a:r>
            </a:p>
          </p:txBody>
        </p:sp>
        <p:sp>
          <p:nvSpPr>
            <p:cNvPr id="9" name="Oval 8">
              <a:extLst>
                <a:ext uri="{FF2B5EF4-FFF2-40B4-BE49-F238E27FC236}">
                  <a16:creationId xmlns:a16="http://schemas.microsoft.com/office/drawing/2014/main" id="{75488693-908A-1DEC-71B5-FE371DD350CC}"/>
                </a:ext>
              </a:extLst>
            </p:cNvPr>
            <p:cNvSpPr/>
            <p:nvPr/>
          </p:nvSpPr>
          <p:spPr>
            <a:xfrm>
              <a:off x="3626298"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B654A498-6F76-6E87-DD82-B4C81574A14E}"/>
                </a:ext>
              </a:extLst>
            </p:cNvPr>
            <p:cNvCxnSpPr>
              <a:cxnSpLocks/>
              <a:endCxn id="9" idx="0"/>
            </p:cNvCxnSpPr>
            <p:nvPr/>
          </p:nvCxnSpPr>
          <p:spPr>
            <a:xfrm>
              <a:off x="3835217"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6C6BF9AF-028D-A9D8-1F17-51DDEF195A06}"/>
                </a:ext>
              </a:extLst>
            </p:cNvPr>
            <p:cNvSpPr/>
            <p:nvPr/>
          </p:nvSpPr>
          <p:spPr>
            <a:xfrm>
              <a:off x="4158546"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8D2AAE7B-2683-CB3C-CBE9-7786B1D42823}"/>
                </a:ext>
              </a:extLst>
            </p:cNvPr>
            <p:cNvCxnSpPr>
              <a:cxnSpLocks/>
              <a:endCxn id="11" idx="0"/>
            </p:cNvCxnSpPr>
            <p:nvPr/>
          </p:nvCxnSpPr>
          <p:spPr>
            <a:xfrm>
              <a:off x="4367465"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9" name="Oval 18">
              <a:extLst>
                <a:ext uri="{FF2B5EF4-FFF2-40B4-BE49-F238E27FC236}">
                  <a16:creationId xmlns:a16="http://schemas.microsoft.com/office/drawing/2014/main" id="{F7AA8140-CC1C-9177-55E1-73D78395266E}"/>
                </a:ext>
              </a:extLst>
            </p:cNvPr>
            <p:cNvSpPr/>
            <p:nvPr/>
          </p:nvSpPr>
          <p:spPr>
            <a:xfrm>
              <a:off x="4734840"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EDFD023A-66FA-15C1-26E2-B8CFBBC52C04}"/>
                </a:ext>
              </a:extLst>
            </p:cNvPr>
            <p:cNvCxnSpPr>
              <a:cxnSpLocks/>
              <a:endCxn id="19" idx="0"/>
            </p:cNvCxnSpPr>
            <p:nvPr/>
          </p:nvCxnSpPr>
          <p:spPr>
            <a:xfrm>
              <a:off x="4943759"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grpSp>
      <p:pic>
        <p:nvPicPr>
          <p:cNvPr id="35" name="Picture 34">
            <a:extLst>
              <a:ext uri="{FF2B5EF4-FFF2-40B4-BE49-F238E27FC236}">
                <a16:creationId xmlns:a16="http://schemas.microsoft.com/office/drawing/2014/main" id="{8CC487F8-1AE2-380D-DD09-7FCA3536378F}"/>
              </a:ext>
            </a:extLst>
          </p:cNvPr>
          <p:cNvPicPr>
            <a:picLocks noChangeAspect="1"/>
          </p:cNvPicPr>
          <p:nvPr/>
        </p:nvPicPr>
        <p:blipFill>
          <a:blip r:embed="rId3"/>
          <a:stretch>
            <a:fillRect/>
          </a:stretch>
        </p:blipFill>
        <p:spPr>
          <a:xfrm>
            <a:off x="6810375" y="1016213"/>
            <a:ext cx="5303300" cy="2866649"/>
          </a:xfrm>
          <a:prstGeom prst="rect">
            <a:avLst/>
          </a:prstGeom>
        </p:spPr>
      </p:pic>
    </p:spTree>
    <p:extLst>
      <p:ext uri="{BB962C8B-B14F-4D97-AF65-F5344CB8AC3E}">
        <p14:creationId xmlns:p14="http://schemas.microsoft.com/office/powerpoint/2010/main" val="71208487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72D159-C6C2-FA4E-4295-D8C025DA93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46394B-59FC-D538-F4CD-5B3AC817522A}"/>
              </a:ext>
            </a:extLst>
          </p:cNvPr>
          <p:cNvSpPr>
            <a:spLocks noGrp="1"/>
          </p:cNvSpPr>
          <p:nvPr>
            <p:ph type="title"/>
          </p:nvPr>
        </p:nvSpPr>
        <p:spPr/>
        <p:txBody>
          <a:bodyPr/>
          <a:lstStyle/>
          <a:p>
            <a:r>
              <a:rPr lang="en-US" dirty="0"/>
              <a:t>Compute Unit</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E7940BC-7088-A4C1-730E-D20C45DA6B8A}"/>
                  </a:ext>
                </a:extLst>
              </p:cNvPr>
              <p:cNvSpPr>
                <a:spLocks noGrp="1"/>
              </p:cNvSpPr>
              <p:nvPr>
                <p:ph idx="1"/>
              </p:nvPr>
            </p:nvSpPr>
            <p:spPr>
              <a:xfrm>
                <a:off x="838200" y="1825625"/>
                <a:ext cx="5838825" cy="4351338"/>
              </a:xfrm>
            </p:spPr>
            <p:txBody>
              <a:bodyPr>
                <a:normAutofit/>
              </a:bodyPr>
              <a:lstStyle/>
              <a:p>
                <a:r>
                  <a:rPr lang="en-US" dirty="0"/>
                  <a:t>VALU: Essentially a 16-lane vector processor</a:t>
                </a:r>
              </a:p>
              <a:p>
                <a:pPr lvl="1"/>
                <a:r>
                  <a:rPr lang="en-US" dirty="0"/>
                  <a:t>Similar to the concept of compute cores in our GPU model</a:t>
                </a:r>
              </a:p>
              <a:p>
                <a:pPr lvl="1"/>
                <a:r>
                  <a:rPr lang="en-US" dirty="0"/>
                  <a:t>Each VALU contains 16 compute cores running in a lockstep manner</a:t>
                </a:r>
              </a:p>
              <a:p>
                <a:r>
                  <a:rPr lang="en-US" dirty="0"/>
                  <a:t>So, a CU has 16 x 4 = 64 compute cores</a:t>
                </a:r>
              </a:p>
              <a:p>
                <a:pPr lvl="1"/>
                <a14:m>
                  <m:oMath xmlns:m="http://schemas.openxmlformats.org/officeDocument/2006/math">
                    <m:r>
                      <a:rPr lang="en-US" b="0" i="1" smtClean="0">
                        <a:latin typeface="Cambria Math" panose="020F0502020204030204" pitchFamily="18" charset="0"/>
                      </a:rPr>
                      <m:t>𝑝</m:t>
                    </m:r>
                    <m:r>
                      <a:rPr lang="en-US" b="0" i="1" smtClean="0">
                        <a:latin typeface="Cambria Math" panose="020F0502020204030204" pitchFamily="18" charset="0"/>
                      </a:rPr>
                      <m:t>=64</m:t>
                    </m:r>
                  </m:oMath>
                </a14:m>
                <a:endParaRPr lang="en-US" dirty="0"/>
              </a:p>
              <a:p>
                <a:pPr lvl="1"/>
                <a:endParaRPr lang="en-US" dirty="0"/>
              </a:p>
              <a:p>
                <a:pPr lvl="1"/>
                <a:endParaRPr lang="en-US" dirty="0"/>
              </a:p>
              <a:p>
                <a:endParaRPr lang="en-US" dirty="0"/>
              </a:p>
              <a:p>
                <a:endParaRPr lang="en-US" dirty="0"/>
              </a:p>
            </p:txBody>
          </p:sp>
        </mc:Choice>
        <mc:Fallback xmlns="">
          <p:sp>
            <p:nvSpPr>
              <p:cNvPr id="3" name="Content Placeholder 2">
                <a:extLst>
                  <a:ext uri="{FF2B5EF4-FFF2-40B4-BE49-F238E27FC236}">
                    <a16:creationId xmlns:a16="http://schemas.microsoft.com/office/drawing/2014/main" id="{8E7940BC-7088-A4C1-730E-D20C45DA6B8A}"/>
                  </a:ext>
                </a:extLst>
              </p:cNvPr>
              <p:cNvSpPr>
                <a:spLocks noGrp="1" noRot="1" noChangeAspect="1" noMove="1" noResize="1" noEditPoints="1" noAdjustHandles="1" noChangeArrowheads="1" noChangeShapeType="1" noTextEdit="1"/>
              </p:cNvSpPr>
              <p:nvPr>
                <p:ph idx="1"/>
              </p:nvPr>
            </p:nvSpPr>
            <p:spPr>
              <a:xfrm>
                <a:off x="838200" y="1825625"/>
                <a:ext cx="5838825" cy="4351338"/>
              </a:xfrm>
              <a:blipFill>
                <a:blip r:embed="rId2"/>
                <a:stretch>
                  <a:fillRect l="-1881" t="-2241" r="-2194"/>
                </a:stretch>
              </a:blipFill>
            </p:spPr>
            <p:txBody>
              <a:bodyPr/>
              <a:lstStyle/>
              <a:p>
                <a:r>
                  <a:rPr lang="en-US">
                    <a:noFill/>
                  </a:rPr>
                  <a:t> </a:t>
                </a:r>
              </a:p>
            </p:txBody>
          </p:sp>
        </mc:Fallback>
      </mc:AlternateContent>
      <p:sp>
        <p:nvSpPr>
          <p:cNvPr id="14" name="TextBox 13">
            <a:extLst>
              <a:ext uri="{FF2B5EF4-FFF2-40B4-BE49-F238E27FC236}">
                <a16:creationId xmlns:a16="http://schemas.microsoft.com/office/drawing/2014/main" id="{C159253B-3874-C30B-AA4F-F7A1603E7995}"/>
              </a:ext>
            </a:extLst>
          </p:cNvPr>
          <p:cNvSpPr txBox="1"/>
          <p:nvPr/>
        </p:nvSpPr>
        <p:spPr>
          <a:xfrm>
            <a:off x="9132870" y="4069474"/>
            <a:ext cx="785213" cy="369332"/>
          </a:xfrm>
          <a:prstGeom prst="rect">
            <a:avLst/>
          </a:prstGeom>
          <a:noFill/>
        </p:spPr>
        <p:txBody>
          <a:bodyPr wrap="square" rtlCol="0">
            <a:spAutoFit/>
          </a:bodyPr>
          <a:lstStyle/>
          <a:p>
            <a:pPr algn="ctr"/>
            <a:r>
              <a:rPr lang="en-US" dirty="0"/>
              <a:t>=</a:t>
            </a:r>
          </a:p>
        </p:txBody>
      </p:sp>
      <p:grpSp>
        <p:nvGrpSpPr>
          <p:cNvPr id="6" name="Group 5">
            <a:extLst>
              <a:ext uri="{FF2B5EF4-FFF2-40B4-BE49-F238E27FC236}">
                <a16:creationId xmlns:a16="http://schemas.microsoft.com/office/drawing/2014/main" id="{F7C45112-3980-5151-33C3-8AC637217307}"/>
              </a:ext>
            </a:extLst>
          </p:cNvPr>
          <p:cNvGrpSpPr/>
          <p:nvPr/>
        </p:nvGrpSpPr>
        <p:grpSpPr>
          <a:xfrm>
            <a:off x="8458676" y="4625417"/>
            <a:ext cx="2133599" cy="1499816"/>
            <a:chOff x="3392871" y="2569567"/>
            <a:chExt cx="2133599" cy="1499816"/>
          </a:xfrm>
        </p:grpSpPr>
        <p:sp>
          <p:nvSpPr>
            <p:cNvPr id="7" name="Rectangle 6">
              <a:extLst>
                <a:ext uri="{FF2B5EF4-FFF2-40B4-BE49-F238E27FC236}">
                  <a16:creationId xmlns:a16="http://schemas.microsoft.com/office/drawing/2014/main" id="{DD8CC187-B923-F739-6A5D-5FC51619E6B5}"/>
                </a:ext>
              </a:extLst>
            </p:cNvPr>
            <p:cNvSpPr/>
            <p:nvPr/>
          </p:nvSpPr>
          <p:spPr>
            <a:xfrm>
              <a:off x="3392871" y="2569567"/>
              <a:ext cx="2133599" cy="1499816"/>
            </a:xfrm>
            <a:prstGeom prst="rect">
              <a:avLst/>
            </a:prstGeom>
            <a:ln w="19050">
              <a:solidFill>
                <a:schemeClr val="bg2">
                  <a:lumMod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bg2">
                    <a:lumMod val="10000"/>
                  </a:schemeClr>
                </a:solidFill>
              </a:endParaRPr>
            </a:p>
          </p:txBody>
        </p:sp>
        <p:sp>
          <p:nvSpPr>
            <p:cNvPr id="8" name="Rectangle 7">
              <a:extLst>
                <a:ext uri="{FF2B5EF4-FFF2-40B4-BE49-F238E27FC236}">
                  <a16:creationId xmlns:a16="http://schemas.microsoft.com/office/drawing/2014/main" id="{363138BB-E849-EF50-809B-196D3D15870B}"/>
                </a:ext>
              </a:extLst>
            </p:cNvPr>
            <p:cNvSpPr/>
            <p:nvPr/>
          </p:nvSpPr>
          <p:spPr>
            <a:xfrm>
              <a:off x="3587858" y="2695534"/>
              <a:ext cx="1730693" cy="381000"/>
            </a:xfrm>
            <a:prstGeom prst="rect">
              <a:avLst/>
            </a:prstGeom>
            <a:ln w="19050">
              <a:solidFill>
                <a:schemeClr val="bg2">
                  <a:lumMod val="1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bg2">
                      <a:lumMod val="10000"/>
                    </a:schemeClr>
                  </a:solidFill>
                </a:rPr>
                <a:t>C</a:t>
              </a:r>
            </a:p>
          </p:txBody>
        </p:sp>
        <p:sp>
          <p:nvSpPr>
            <p:cNvPr id="9" name="Oval 8">
              <a:extLst>
                <a:ext uri="{FF2B5EF4-FFF2-40B4-BE49-F238E27FC236}">
                  <a16:creationId xmlns:a16="http://schemas.microsoft.com/office/drawing/2014/main" id="{68AC1EDF-D046-7E81-9CBE-0FC3CB6B18E9}"/>
                </a:ext>
              </a:extLst>
            </p:cNvPr>
            <p:cNvSpPr/>
            <p:nvPr/>
          </p:nvSpPr>
          <p:spPr>
            <a:xfrm>
              <a:off x="3626298"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479111A4-F9CD-5226-F110-D21780938648}"/>
                </a:ext>
              </a:extLst>
            </p:cNvPr>
            <p:cNvCxnSpPr>
              <a:cxnSpLocks/>
              <a:endCxn id="9" idx="0"/>
            </p:cNvCxnSpPr>
            <p:nvPr/>
          </p:nvCxnSpPr>
          <p:spPr>
            <a:xfrm>
              <a:off x="3835217"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C7268239-7B01-64CD-B031-02F3BDDDE6B3}"/>
                </a:ext>
              </a:extLst>
            </p:cNvPr>
            <p:cNvSpPr/>
            <p:nvPr/>
          </p:nvSpPr>
          <p:spPr>
            <a:xfrm>
              <a:off x="4158546"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D733768B-A128-2A2F-0562-660F49D36596}"/>
                </a:ext>
              </a:extLst>
            </p:cNvPr>
            <p:cNvCxnSpPr>
              <a:cxnSpLocks/>
              <a:endCxn id="11" idx="0"/>
            </p:cNvCxnSpPr>
            <p:nvPr/>
          </p:nvCxnSpPr>
          <p:spPr>
            <a:xfrm>
              <a:off x="4367465"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9" name="Oval 18">
              <a:extLst>
                <a:ext uri="{FF2B5EF4-FFF2-40B4-BE49-F238E27FC236}">
                  <a16:creationId xmlns:a16="http://schemas.microsoft.com/office/drawing/2014/main" id="{2502D88A-4DBA-4C6B-9DB4-2F166DEDD591}"/>
                </a:ext>
              </a:extLst>
            </p:cNvPr>
            <p:cNvSpPr/>
            <p:nvPr/>
          </p:nvSpPr>
          <p:spPr>
            <a:xfrm>
              <a:off x="4734840"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12EDD385-90D7-97B4-8DB6-21CD15C13A43}"/>
                </a:ext>
              </a:extLst>
            </p:cNvPr>
            <p:cNvCxnSpPr>
              <a:cxnSpLocks/>
              <a:endCxn id="19" idx="0"/>
            </p:cNvCxnSpPr>
            <p:nvPr/>
          </p:nvCxnSpPr>
          <p:spPr>
            <a:xfrm>
              <a:off x="4943759"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grpSp>
      <p:pic>
        <p:nvPicPr>
          <p:cNvPr id="13" name="Picture 12">
            <a:extLst>
              <a:ext uri="{FF2B5EF4-FFF2-40B4-BE49-F238E27FC236}">
                <a16:creationId xmlns:a16="http://schemas.microsoft.com/office/drawing/2014/main" id="{6713F8C7-1704-4C5E-8E77-8140070FFF80}"/>
              </a:ext>
            </a:extLst>
          </p:cNvPr>
          <p:cNvPicPr>
            <a:picLocks noChangeAspect="1"/>
          </p:cNvPicPr>
          <p:nvPr/>
        </p:nvPicPr>
        <p:blipFill>
          <a:blip r:embed="rId3"/>
          <a:stretch>
            <a:fillRect/>
          </a:stretch>
        </p:blipFill>
        <p:spPr>
          <a:xfrm>
            <a:off x="6810375" y="1016213"/>
            <a:ext cx="5303300" cy="2866649"/>
          </a:xfrm>
          <a:prstGeom prst="rect">
            <a:avLst/>
          </a:prstGeom>
        </p:spPr>
      </p:pic>
    </p:spTree>
    <p:extLst>
      <p:ext uri="{BB962C8B-B14F-4D97-AF65-F5344CB8AC3E}">
        <p14:creationId xmlns:p14="http://schemas.microsoft.com/office/powerpoint/2010/main" val="226658770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7CBCFC-1111-1ED7-A59C-F686B4C28F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F48891F-9A1A-4FAA-A19A-0371238874CD}"/>
              </a:ext>
            </a:extLst>
          </p:cNvPr>
          <p:cNvSpPr>
            <a:spLocks noGrp="1"/>
          </p:cNvSpPr>
          <p:nvPr>
            <p:ph type="title"/>
          </p:nvPr>
        </p:nvSpPr>
        <p:spPr/>
        <p:txBody>
          <a:bodyPr/>
          <a:lstStyle/>
          <a:p>
            <a:r>
              <a:rPr lang="en-US" dirty="0"/>
              <a:t>Compute Unit</a:t>
            </a:r>
          </a:p>
        </p:txBody>
      </p:sp>
      <p:sp>
        <p:nvSpPr>
          <p:cNvPr id="3" name="Content Placeholder 2">
            <a:extLst>
              <a:ext uri="{FF2B5EF4-FFF2-40B4-BE49-F238E27FC236}">
                <a16:creationId xmlns:a16="http://schemas.microsoft.com/office/drawing/2014/main" id="{9BE68085-69F4-496F-5F36-6F509C2AB8E1}"/>
              </a:ext>
            </a:extLst>
          </p:cNvPr>
          <p:cNvSpPr>
            <a:spLocks noGrp="1"/>
          </p:cNvSpPr>
          <p:nvPr>
            <p:ph idx="1"/>
          </p:nvPr>
        </p:nvSpPr>
        <p:spPr>
          <a:xfrm>
            <a:off x="838200" y="1390650"/>
            <a:ext cx="5838825" cy="5267325"/>
          </a:xfrm>
        </p:spPr>
        <p:txBody>
          <a:bodyPr>
            <a:normAutofit lnSpcReduction="10000"/>
          </a:bodyPr>
          <a:lstStyle/>
          <a:p>
            <a:r>
              <a:rPr lang="en-US" dirty="0"/>
              <a:t>Each VALU consists of Vector Register File</a:t>
            </a:r>
          </a:p>
          <a:p>
            <a:pPr lvl="1"/>
            <a:r>
              <a:rPr lang="en-US" dirty="0"/>
              <a:t>64KB - 256 total registers – each register is 64 4-byte-wide entries</a:t>
            </a:r>
          </a:p>
          <a:p>
            <a:pPr lvl="1"/>
            <a:r>
              <a:rPr lang="en-US" dirty="0"/>
              <a:t>Private to each compute core</a:t>
            </a:r>
          </a:p>
          <a:p>
            <a:pPr lvl="1"/>
            <a:endParaRPr lang="en-US" dirty="0"/>
          </a:p>
          <a:p>
            <a:r>
              <a:rPr lang="en-US" dirty="0"/>
              <a:t>Each CU consists of Local Data Share (LDS)</a:t>
            </a:r>
          </a:p>
          <a:p>
            <a:pPr lvl="1"/>
            <a:r>
              <a:rPr lang="en-US" dirty="0"/>
              <a:t>64 KB – Shared Cache in our GPU model</a:t>
            </a:r>
          </a:p>
          <a:p>
            <a:pPr lvl="1"/>
            <a:r>
              <a:rPr lang="en-US" dirty="0"/>
              <a:t>Can be used to share data between all threads mapped to the same CU</a:t>
            </a:r>
          </a:p>
          <a:p>
            <a:endParaRPr lang="en-US" dirty="0"/>
          </a:p>
          <a:p>
            <a:r>
              <a:rPr lang="en-US" dirty="0"/>
              <a:t>A smaller Vector Cache/L1 Cache is also available, not user controllable </a:t>
            </a:r>
          </a:p>
          <a:p>
            <a:endParaRPr lang="en-US" dirty="0"/>
          </a:p>
          <a:p>
            <a:pPr lvl="1"/>
            <a:endParaRPr lang="en-US" dirty="0"/>
          </a:p>
          <a:p>
            <a:pPr lvl="1"/>
            <a:endParaRPr lang="en-US" dirty="0"/>
          </a:p>
          <a:p>
            <a:endParaRPr lang="en-US" dirty="0"/>
          </a:p>
          <a:p>
            <a:endParaRPr lang="en-US" dirty="0"/>
          </a:p>
        </p:txBody>
      </p:sp>
      <p:sp>
        <p:nvSpPr>
          <p:cNvPr id="14" name="TextBox 13">
            <a:extLst>
              <a:ext uri="{FF2B5EF4-FFF2-40B4-BE49-F238E27FC236}">
                <a16:creationId xmlns:a16="http://schemas.microsoft.com/office/drawing/2014/main" id="{07B66672-D181-114A-EB22-8ECA9030AD7E}"/>
              </a:ext>
            </a:extLst>
          </p:cNvPr>
          <p:cNvSpPr txBox="1"/>
          <p:nvPr/>
        </p:nvSpPr>
        <p:spPr>
          <a:xfrm>
            <a:off x="9132870" y="4069474"/>
            <a:ext cx="785213" cy="369332"/>
          </a:xfrm>
          <a:prstGeom prst="rect">
            <a:avLst/>
          </a:prstGeom>
          <a:noFill/>
        </p:spPr>
        <p:txBody>
          <a:bodyPr wrap="square" rtlCol="0">
            <a:spAutoFit/>
          </a:bodyPr>
          <a:lstStyle/>
          <a:p>
            <a:pPr algn="ctr"/>
            <a:r>
              <a:rPr lang="en-US" dirty="0"/>
              <a:t>=</a:t>
            </a:r>
          </a:p>
        </p:txBody>
      </p:sp>
      <p:grpSp>
        <p:nvGrpSpPr>
          <p:cNvPr id="6" name="Group 5">
            <a:extLst>
              <a:ext uri="{FF2B5EF4-FFF2-40B4-BE49-F238E27FC236}">
                <a16:creationId xmlns:a16="http://schemas.microsoft.com/office/drawing/2014/main" id="{E85C3660-7D1F-8168-6B4C-92AD98AD3CDF}"/>
              </a:ext>
            </a:extLst>
          </p:cNvPr>
          <p:cNvGrpSpPr/>
          <p:nvPr/>
        </p:nvGrpSpPr>
        <p:grpSpPr>
          <a:xfrm>
            <a:off x="8458676" y="4625417"/>
            <a:ext cx="2133599" cy="1499816"/>
            <a:chOff x="3392871" y="2569567"/>
            <a:chExt cx="2133599" cy="1499816"/>
          </a:xfrm>
        </p:grpSpPr>
        <p:sp>
          <p:nvSpPr>
            <p:cNvPr id="7" name="Rectangle 6">
              <a:extLst>
                <a:ext uri="{FF2B5EF4-FFF2-40B4-BE49-F238E27FC236}">
                  <a16:creationId xmlns:a16="http://schemas.microsoft.com/office/drawing/2014/main" id="{B2FEDF18-C6B6-7D68-3F50-4D331ACCD0DC}"/>
                </a:ext>
              </a:extLst>
            </p:cNvPr>
            <p:cNvSpPr/>
            <p:nvPr/>
          </p:nvSpPr>
          <p:spPr>
            <a:xfrm>
              <a:off x="3392871" y="2569567"/>
              <a:ext cx="2133599" cy="1499816"/>
            </a:xfrm>
            <a:prstGeom prst="rect">
              <a:avLst/>
            </a:prstGeom>
            <a:ln w="19050">
              <a:solidFill>
                <a:schemeClr val="bg2">
                  <a:lumMod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bg2">
                    <a:lumMod val="10000"/>
                  </a:schemeClr>
                </a:solidFill>
              </a:endParaRPr>
            </a:p>
          </p:txBody>
        </p:sp>
        <p:sp>
          <p:nvSpPr>
            <p:cNvPr id="8" name="Rectangle 7">
              <a:extLst>
                <a:ext uri="{FF2B5EF4-FFF2-40B4-BE49-F238E27FC236}">
                  <a16:creationId xmlns:a16="http://schemas.microsoft.com/office/drawing/2014/main" id="{415EC183-D974-D567-B94E-14C818A62B15}"/>
                </a:ext>
              </a:extLst>
            </p:cNvPr>
            <p:cNvSpPr/>
            <p:nvPr/>
          </p:nvSpPr>
          <p:spPr>
            <a:xfrm>
              <a:off x="3587858" y="2695534"/>
              <a:ext cx="1730693" cy="381000"/>
            </a:xfrm>
            <a:prstGeom prst="rect">
              <a:avLst/>
            </a:prstGeom>
            <a:ln w="19050">
              <a:solidFill>
                <a:schemeClr val="bg2">
                  <a:lumMod val="1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bg2">
                      <a:lumMod val="10000"/>
                    </a:schemeClr>
                  </a:solidFill>
                </a:rPr>
                <a:t>C</a:t>
              </a:r>
            </a:p>
          </p:txBody>
        </p:sp>
        <p:sp>
          <p:nvSpPr>
            <p:cNvPr id="9" name="Oval 8">
              <a:extLst>
                <a:ext uri="{FF2B5EF4-FFF2-40B4-BE49-F238E27FC236}">
                  <a16:creationId xmlns:a16="http://schemas.microsoft.com/office/drawing/2014/main" id="{02EFAAC0-BD2F-A57C-D8F2-9293F02D65C5}"/>
                </a:ext>
              </a:extLst>
            </p:cNvPr>
            <p:cNvSpPr/>
            <p:nvPr/>
          </p:nvSpPr>
          <p:spPr>
            <a:xfrm>
              <a:off x="3626298"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CA6F06FD-8545-7699-E0FC-7E5DC9673B4D}"/>
                </a:ext>
              </a:extLst>
            </p:cNvPr>
            <p:cNvCxnSpPr>
              <a:cxnSpLocks/>
              <a:endCxn id="9" idx="0"/>
            </p:cNvCxnSpPr>
            <p:nvPr/>
          </p:nvCxnSpPr>
          <p:spPr>
            <a:xfrm>
              <a:off x="3835217"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C8EC0FE6-4BAA-A6B3-EC15-27B7A8429951}"/>
                </a:ext>
              </a:extLst>
            </p:cNvPr>
            <p:cNvSpPr/>
            <p:nvPr/>
          </p:nvSpPr>
          <p:spPr>
            <a:xfrm>
              <a:off x="4158546"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42C1D279-B3AB-27BC-526C-C5F0143FE2AC}"/>
                </a:ext>
              </a:extLst>
            </p:cNvPr>
            <p:cNvCxnSpPr>
              <a:cxnSpLocks/>
              <a:endCxn id="11" idx="0"/>
            </p:cNvCxnSpPr>
            <p:nvPr/>
          </p:nvCxnSpPr>
          <p:spPr>
            <a:xfrm>
              <a:off x="4367465"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9" name="Oval 18">
              <a:extLst>
                <a:ext uri="{FF2B5EF4-FFF2-40B4-BE49-F238E27FC236}">
                  <a16:creationId xmlns:a16="http://schemas.microsoft.com/office/drawing/2014/main" id="{65C62471-8612-BB51-6E90-74CAFDCF0618}"/>
                </a:ext>
              </a:extLst>
            </p:cNvPr>
            <p:cNvSpPr/>
            <p:nvPr/>
          </p:nvSpPr>
          <p:spPr>
            <a:xfrm>
              <a:off x="4734840"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FD0F06CF-1617-E419-F9AF-5D598D45B058}"/>
                </a:ext>
              </a:extLst>
            </p:cNvPr>
            <p:cNvCxnSpPr>
              <a:cxnSpLocks/>
              <a:endCxn id="19" idx="0"/>
            </p:cNvCxnSpPr>
            <p:nvPr/>
          </p:nvCxnSpPr>
          <p:spPr>
            <a:xfrm>
              <a:off x="4943759"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grpSp>
      <p:pic>
        <p:nvPicPr>
          <p:cNvPr id="13" name="Picture 12">
            <a:extLst>
              <a:ext uri="{FF2B5EF4-FFF2-40B4-BE49-F238E27FC236}">
                <a16:creationId xmlns:a16="http://schemas.microsoft.com/office/drawing/2014/main" id="{AFDD89B0-2F2B-CA22-C5EC-52EE80FEB874}"/>
              </a:ext>
            </a:extLst>
          </p:cNvPr>
          <p:cNvPicPr>
            <a:picLocks noChangeAspect="1"/>
          </p:cNvPicPr>
          <p:nvPr/>
        </p:nvPicPr>
        <p:blipFill>
          <a:blip r:embed="rId2"/>
          <a:stretch>
            <a:fillRect/>
          </a:stretch>
        </p:blipFill>
        <p:spPr>
          <a:xfrm>
            <a:off x="6810375" y="1016213"/>
            <a:ext cx="5303300" cy="2866649"/>
          </a:xfrm>
          <a:prstGeom prst="rect">
            <a:avLst/>
          </a:prstGeom>
        </p:spPr>
      </p:pic>
    </p:spTree>
    <p:extLst>
      <p:ext uri="{BB962C8B-B14F-4D97-AF65-F5344CB8AC3E}">
        <p14:creationId xmlns:p14="http://schemas.microsoft.com/office/powerpoint/2010/main" val="31380333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5750F0-7D64-96D7-384A-BB0B14F7F1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6D5887-BE37-161B-DD90-0DFD6313F711}"/>
              </a:ext>
            </a:extLst>
          </p:cNvPr>
          <p:cNvSpPr>
            <a:spLocks noGrp="1"/>
          </p:cNvSpPr>
          <p:nvPr>
            <p:ph type="title"/>
          </p:nvPr>
        </p:nvSpPr>
        <p:spPr/>
        <p:txBody>
          <a:bodyPr/>
          <a:lstStyle/>
          <a:p>
            <a:r>
              <a:rPr lang="en-US" dirty="0"/>
              <a:t>Compute Unit</a:t>
            </a:r>
          </a:p>
        </p:txBody>
      </p:sp>
      <p:sp>
        <p:nvSpPr>
          <p:cNvPr id="3" name="Content Placeholder 2">
            <a:extLst>
              <a:ext uri="{FF2B5EF4-FFF2-40B4-BE49-F238E27FC236}">
                <a16:creationId xmlns:a16="http://schemas.microsoft.com/office/drawing/2014/main" id="{235B6033-4319-C021-6416-4F58A0EFDF83}"/>
              </a:ext>
            </a:extLst>
          </p:cNvPr>
          <p:cNvSpPr>
            <a:spLocks noGrp="1"/>
          </p:cNvSpPr>
          <p:nvPr>
            <p:ph idx="1"/>
          </p:nvPr>
        </p:nvSpPr>
        <p:spPr>
          <a:xfrm>
            <a:off x="838200" y="1825625"/>
            <a:ext cx="5838825" cy="4351338"/>
          </a:xfrm>
        </p:spPr>
        <p:txBody>
          <a:bodyPr>
            <a:normAutofit lnSpcReduction="10000"/>
          </a:bodyPr>
          <a:lstStyle/>
          <a:p>
            <a:r>
              <a:rPr lang="en-US" dirty="0"/>
              <a:t>Matrix Cores – Special cores to perform matrix multiplications</a:t>
            </a:r>
          </a:p>
          <a:p>
            <a:endParaRPr lang="en-US" dirty="0"/>
          </a:p>
          <a:p>
            <a:r>
              <a:rPr lang="en-US" dirty="0"/>
              <a:t>Similar to Tensor Cores in Nvidia GPUs</a:t>
            </a:r>
          </a:p>
          <a:p>
            <a:endParaRPr lang="en-US" dirty="0"/>
          </a:p>
          <a:p>
            <a:r>
              <a:rPr lang="en-US" dirty="0"/>
              <a:t>Programmed using WMMA instructions</a:t>
            </a:r>
          </a:p>
          <a:p>
            <a:pPr lvl="1"/>
            <a:r>
              <a:rPr lang="en-US" dirty="0"/>
              <a:t>We will not cover, but if you are interested, reach out to me</a:t>
            </a:r>
          </a:p>
          <a:p>
            <a:pPr lvl="1"/>
            <a:endParaRPr lang="en-US" dirty="0"/>
          </a:p>
          <a:p>
            <a:pPr lvl="1"/>
            <a:endParaRPr lang="en-US" dirty="0"/>
          </a:p>
          <a:p>
            <a:endParaRPr lang="en-US" dirty="0"/>
          </a:p>
          <a:p>
            <a:endParaRPr lang="en-US" dirty="0"/>
          </a:p>
        </p:txBody>
      </p:sp>
      <p:sp>
        <p:nvSpPr>
          <p:cNvPr id="14" name="TextBox 13">
            <a:extLst>
              <a:ext uri="{FF2B5EF4-FFF2-40B4-BE49-F238E27FC236}">
                <a16:creationId xmlns:a16="http://schemas.microsoft.com/office/drawing/2014/main" id="{257BCBD3-5788-B544-FCBB-E3F236E23CC6}"/>
              </a:ext>
            </a:extLst>
          </p:cNvPr>
          <p:cNvSpPr txBox="1"/>
          <p:nvPr/>
        </p:nvSpPr>
        <p:spPr>
          <a:xfrm>
            <a:off x="9132870" y="4069474"/>
            <a:ext cx="785213" cy="369332"/>
          </a:xfrm>
          <a:prstGeom prst="rect">
            <a:avLst/>
          </a:prstGeom>
          <a:noFill/>
        </p:spPr>
        <p:txBody>
          <a:bodyPr wrap="square" rtlCol="0">
            <a:spAutoFit/>
          </a:bodyPr>
          <a:lstStyle/>
          <a:p>
            <a:pPr algn="ctr"/>
            <a:r>
              <a:rPr lang="en-US" dirty="0"/>
              <a:t>=</a:t>
            </a:r>
          </a:p>
        </p:txBody>
      </p:sp>
      <p:grpSp>
        <p:nvGrpSpPr>
          <p:cNvPr id="6" name="Group 5">
            <a:extLst>
              <a:ext uri="{FF2B5EF4-FFF2-40B4-BE49-F238E27FC236}">
                <a16:creationId xmlns:a16="http://schemas.microsoft.com/office/drawing/2014/main" id="{541E3662-B851-B1BB-2235-30D9DB70A3BA}"/>
              </a:ext>
            </a:extLst>
          </p:cNvPr>
          <p:cNvGrpSpPr/>
          <p:nvPr/>
        </p:nvGrpSpPr>
        <p:grpSpPr>
          <a:xfrm>
            <a:off x="8458676" y="4625417"/>
            <a:ext cx="2133599" cy="1499816"/>
            <a:chOff x="3392871" y="2569567"/>
            <a:chExt cx="2133599" cy="1499816"/>
          </a:xfrm>
        </p:grpSpPr>
        <p:sp>
          <p:nvSpPr>
            <p:cNvPr id="7" name="Rectangle 6">
              <a:extLst>
                <a:ext uri="{FF2B5EF4-FFF2-40B4-BE49-F238E27FC236}">
                  <a16:creationId xmlns:a16="http://schemas.microsoft.com/office/drawing/2014/main" id="{29E0D0C5-9487-AC04-E7F3-06E72FE44884}"/>
                </a:ext>
              </a:extLst>
            </p:cNvPr>
            <p:cNvSpPr/>
            <p:nvPr/>
          </p:nvSpPr>
          <p:spPr>
            <a:xfrm>
              <a:off x="3392871" y="2569567"/>
              <a:ext cx="2133599" cy="1499816"/>
            </a:xfrm>
            <a:prstGeom prst="rect">
              <a:avLst/>
            </a:prstGeom>
            <a:ln w="19050">
              <a:solidFill>
                <a:schemeClr val="bg2">
                  <a:lumMod val="10000"/>
                </a:schemeClr>
              </a:solidFill>
            </a:ln>
          </p:spPr>
          <p:style>
            <a:lnRef idx="2">
              <a:schemeClr val="accent1"/>
            </a:lnRef>
            <a:fillRef idx="1">
              <a:schemeClr val="lt1"/>
            </a:fillRef>
            <a:effectRef idx="0">
              <a:schemeClr val="accent1"/>
            </a:effectRef>
            <a:fontRef idx="minor">
              <a:schemeClr val="dk1"/>
            </a:fontRef>
          </p:style>
          <p:txBody>
            <a:bodyPr rtlCol="0" anchor="ctr"/>
            <a:lstStyle/>
            <a:p>
              <a:pPr algn="ctr"/>
              <a:endParaRPr lang="en-US">
                <a:solidFill>
                  <a:schemeClr val="bg2">
                    <a:lumMod val="10000"/>
                  </a:schemeClr>
                </a:solidFill>
              </a:endParaRPr>
            </a:p>
          </p:txBody>
        </p:sp>
        <p:sp>
          <p:nvSpPr>
            <p:cNvPr id="8" name="Rectangle 7">
              <a:extLst>
                <a:ext uri="{FF2B5EF4-FFF2-40B4-BE49-F238E27FC236}">
                  <a16:creationId xmlns:a16="http://schemas.microsoft.com/office/drawing/2014/main" id="{71EF5ABA-A66E-5417-47E7-88D72C62C735}"/>
                </a:ext>
              </a:extLst>
            </p:cNvPr>
            <p:cNvSpPr/>
            <p:nvPr/>
          </p:nvSpPr>
          <p:spPr>
            <a:xfrm>
              <a:off x="3587858" y="2695534"/>
              <a:ext cx="1730693" cy="381000"/>
            </a:xfrm>
            <a:prstGeom prst="rect">
              <a:avLst/>
            </a:prstGeom>
            <a:ln w="19050">
              <a:solidFill>
                <a:schemeClr val="bg2">
                  <a:lumMod val="10000"/>
                </a:schemeClr>
              </a:solidFill>
            </a:ln>
          </p:spPr>
          <p:style>
            <a:lnRef idx="2">
              <a:schemeClr val="accent4"/>
            </a:lnRef>
            <a:fillRef idx="1">
              <a:schemeClr val="lt1"/>
            </a:fillRef>
            <a:effectRef idx="0">
              <a:schemeClr val="accent4"/>
            </a:effectRef>
            <a:fontRef idx="minor">
              <a:schemeClr val="dk1"/>
            </a:fontRef>
          </p:style>
          <p:txBody>
            <a:bodyPr rtlCol="0" anchor="ctr"/>
            <a:lstStyle/>
            <a:p>
              <a:pPr algn="ctr"/>
              <a:r>
                <a:rPr lang="en-US">
                  <a:solidFill>
                    <a:schemeClr val="bg2">
                      <a:lumMod val="10000"/>
                    </a:schemeClr>
                  </a:solidFill>
                </a:rPr>
                <a:t>C</a:t>
              </a:r>
            </a:p>
          </p:txBody>
        </p:sp>
        <p:sp>
          <p:nvSpPr>
            <p:cNvPr id="9" name="Oval 8">
              <a:extLst>
                <a:ext uri="{FF2B5EF4-FFF2-40B4-BE49-F238E27FC236}">
                  <a16:creationId xmlns:a16="http://schemas.microsoft.com/office/drawing/2014/main" id="{A99278B0-A706-0C11-586A-347C44ED0C1B}"/>
                </a:ext>
              </a:extLst>
            </p:cNvPr>
            <p:cNvSpPr/>
            <p:nvPr/>
          </p:nvSpPr>
          <p:spPr>
            <a:xfrm>
              <a:off x="3626298"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Arrow Connector 9">
              <a:extLst>
                <a:ext uri="{FF2B5EF4-FFF2-40B4-BE49-F238E27FC236}">
                  <a16:creationId xmlns:a16="http://schemas.microsoft.com/office/drawing/2014/main" id="{77FD4A34-C082-7154-6A86-264F48E1C5F7}"/>
                </a:ext>
              </a:extLst>
            </p:cNvPr>
            <p:cNvCxnSpPr>
              <a:cxnSpLocks/>
              <a:endCxn id="9" idx="0"/>
            </p:cNvCxnSpPr>
            <p:nvPr/>
          </p:nvCxnSpPr>
          <p:spPr>
            <a:xfrm>
              <a:off x="3835217"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1" name="Oval 10">
              <a:extLst>
                <a:ext uri="{FF2B5EF4-FFF2-40B4-BE49-F238E27FC236}">
                  <a16:creationId xmlns:a16="http://schemas.microsoft.com/office/drawing/2014/main" id="{84F2D143-969B-FBD7-C6D8-481C6F6C47C5}"/>
                </a:ext>
              </a:extLst>
            </p:cNvPr>
            <p:cNvSpPr/>
            <p:nvPr/>
          </p:nvSpPr>
          <p:spPr>
            <a:xfrm>
              <a:off x="4158546"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2" name="Straight Arrow Connector 11">
              <a:extLst>
                <a:ext uri="{FF2B5EF4-FFF2-40B4-BE49-F238E27FC236}">
                  <a16:creationId xmlns:a16="http://schemas.microsoft.com/office/drawing/2014/main" id="{90610DB9-49AE-9829-E706-7C4F410D8F5C}"/>
                </a:ext>
              </a:extLst>
            </p:cNvPr>
            <p:cNvCxnSpPr>
              <a:cxnSpLocks/>
              <a:endCxn id="11" idx="0"/>
            </p:cNvCxnSpPr>
            <p:nvPr/>
          </p:nvCxnSpPr>
          <p:spPr>
            <a:xfrm>
              <a:off x="4367465"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sp>
          <p:nvSpPr>
            <p:cNvPr id="19" name="Oval 18">
              <a:extLst>
                <a:ext uri="{FF2B5EF4-FFF2-40B4-BE49-F238E27FC236}">
                  <a16:creationId xmlns:a16="http://schemas.microsoft.com/office/drawing/2014/main" id="{EBA31686-9C33-0600-BFCA-C59998529C2C}"/>
                </a:ext>
              </a:extLst>
            </p:cNvPr>
            <p:cNvSpPr/>
            <p:nvPr/>
          </p:nvSpPr>
          <p:spPr>
            <a:xfrm>
              <a:off x="4734840" y="3480668"/>
              <a:ext cx="417838" cy="440547"/>
            </a:xfrm>
            <a:prstGeom prst="ellipse">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0" name="Straight Arrow Connector 19">
              <a:extLst>
                <a:ext uri="{FF2B5EF4-FFF2-40B4-BE49-F238E27FC236}">
                  <a16:creationId xmlns:a16="http://schemas.microsoft.com/office/drawing/2014/main" id="{A0D97991-148E-9890-3F3D-7292838DF4CB}"/>
                </a:ext>
              </a:extLst>
            </p:cNvPr>
            <p:cNvCxnSpPr>
              <a:cxnSpLocks/>
              <a:endCxn id="19" idx="0"/>
            </p:cNvCxnSpPr>
            <p:nvPr/>
          </p:nvCxnSpPr>
          <p:spPr>
            <a:xfrm>
              <a:off x="4943759" y="3076534"/>
              <a:ext cx="0" cy="404134"/>
            </a:xfrm>
            <a:prstGeom prst="straightConnector1">
              <a:avLst/>
            </a:prstGeom>
            <a:ln w="19050">
              <a:solidFill>
                <a:schemeClr val="bg2">
                  <a:lumMod val="10000"/>
                </a:schemeClr>
              </a:solidFill>
              <a:headEnd type="arrow"/>
              <a:tailEnd type="arrow"/>
            </a:ln>
          </p:spPr>
          <p:style>
            <a:lnRef idx="3">
              <a:schemeClr val="dk1"/>
            </a:lnRef>
            <a:fillRef idx="0">
              <a:schemeClr val="dk1"/>
            </a:fillRef>
            <a:effectRef idx="2">
              <a:schemeClr val="dk1"/>
            </a:effectRef>
            <a:fontRef idx="minor">
              <a:schemeClr val="tx1"/>
            </a:fontRef>
          </p:style>
        </p:cxnSp>
      </p:grpSp>
      <p:pic>
        <p:nvPicPr>
          <p:cNvPr id="13" name="Picture 12">
            <a:extLst>
              <a:ext uri="{FF2B5EF4-FFF2-40B4-BE49-F238E27FC236}">
                <a16:creationId xmlns:a16="http://schemas.microsoft.com/office/drawing/2014/main" id="{42B52309-451D-A174-7D8D-2BA57E174C9D}"/>
              </a:ext>
            </a:extLst>
          </p:cNvPr>
          <p:cNvPicPr>
            <a:picLocks noChangeAspect="1"/>
          </p:cNvPicPr>
          <p:nvPr/>
        </p:nvPicPr>
        <p:blipFill>
          <a:blip r:embed="rId2"/>
          <a:stretch>
            <a:fillRect/>
          </a:stretch>
        </p:blipFill>
        <p:spPr>
          <a:xfrm>
            <a:off x="6810375" y="1016213"/>
            <a:ext cx="5303300" cy="2866649"/>
          </a:xfrm>
          <a:prstGeom prst="rect">
            <a:avLst/>
          </a:prstGeom>
        </p:spPr>
      </p:pic>
    </p:spTree>
    <p:extLst>
      <p:ext uri="{BB962C8B-B14F-4D97-AF65-F5344CB8AC3E}">
        <p14:creationId xmlns:p14="http://schemas.microsoft.com/office/powerpoint/2010/main" val="271303689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099DD-E95D-A228-F095-A85536F33B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D88E7C-E451-CD89-653E-562877B9DB2C}"/>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C864E019-AF06-9F2B-1FBE-C98A599D6194}"/>
              </a:ext>
            </a:extLst>
          </p:cNvPr>
          <p:cNvSpPr>
            <a:spLocks noGrp="1"/>
          </p:cNvSpPr>
          <p:nvPr>
            <p:ph idx="1"/>
          </p:nvPr>
        </p:nvSpPr>
        <p:spPr/>
        <p:txBody>
          <a:bodyPr>
            <a:normAutofit/>
          </a:bodyPr>
          <a:lstStyle/>
          <a:p>
            <a:r>
              <a:rPr lang="en-US" dirty="0">
                <a:solidFill>
                  <a:schemeClr val="bg1">
                    <a:lumMod val="85000"/>
                  </a:schemeClr>
                </a:solidFill>
              </a:rPr>
              <a:t>Introduction to HIP</a:t>
            </a:r>
          </a:p>
          <a:p>
            <a:r>
              <a:rPr lang="en-US" dirty="0">
                <a:solidFill>
                  <a:schemeClr val="bg1">
                    <a:lumMod val="85000"/>
                  </a:schemeClr>
                </a:solidFill>
              </a:rPr>
              <a:t>AMD GPU Hardware Model</a:t>
            </a:r>
          </a:p>
          <a:p>
            <a:r>
              <a:rPr lang="en-US" dirty="0"/>
              <a:t>AMD Programming Model</a:t>
            </a:r>
          </a:p>
          <a:p>
            <a:r>
              <a:rPr lang="en-US" dirty="0">
                <a:solidFill>
                  <a:schemeClr val="bg1">
                    <a:lumMod val="85000"/>
                  </a:schemeClr>
                </a:solidFill>
              </a:rPr>
              <a:t>Implementation Basics</a:t>
            </a:r>
          </a:p>
          <a:p>
            <a:endParaRPr lang="en-US" dirty="0"/>
          </a:p>
          <a:p>
            <a:endParaRPr lang="en-US" dirty="0"/>
          </a:p>
        </p:txBody>
      </p:sp>
    </p:spTree>
    <p:extLst>
      <p:ext uri="{BB962C8B-B14F-4D97-AF65-F5344CB8AC3E}">
        <p14:creationId xmlns:p14="http://schemas.microsoft.com/office/powerpoint/2010/main" val="50169922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169"/>
        <p:cNvGrpSpPr/>
        <p:nvPr/>
      </p:nvGrpSpPr>
      <p:grpSpPr>
        <a:xfrm>
          <a:off x="0" y="0"/>
          <a:ext cx="0" cy="0"/>
          <a:chOff x="0" y="0"/>
          <a:chExt cx="0" cy="0"/>
        </a:xfrm>
      </p:grpSpPr>
      <p:sp>
        <p:nvSpPr>
          <p:cNvPr id="170" name="Google Shape;170;p31"/>
          <p:cNvSpPr txBox="1">
            <a:spLocks noGrp="1"/>
          </p:cNvSpPr>
          <p:nvPr>
            <p:ph type="title"/>
          </p:nvPr>
        </p:nvSpPr>
        <p:spPr>
          <a:xfrm>
            <a:off x="838200" y="603129"/>
            <a:ext cx="10515600" cy="1082675"/>
          </a:xfrm>
          <a:prstGeom prst="rect">
            <a:avLst/>
          </a:prstGeom>
        </p:spPr>
        <p:txBody>
          <a:bodyPr spcFirstLastPara="1" vert="horz" wrap="square" lIns="91433" tIns="45700" rIns="91433" bIns="45700" rtlCol="0" anchor="ctr" anchorCtr="0">
            <a:normAutofit/>
          </a:bodyPr>
          <a:lstStyle/>
          <a:p>
            <a:pPr>
              <a:spcBef>
                <a:spcPts val="0"/>
              </a:spcBef>
            </a:pPr>
            <a:r>
              <a:rPr lang="en" dirty="0"/>
              <a:t>AMD GPU Programming Concepts</a:t>
            </a:r>
            <a:endParaRPr sz="2533" dirty="0"/>
          </a:p>
        </p:txBody>
      </p:sp>
      <p:sp>
        <p:nvSpPr>
          <p:cNvPr id="171" name="Google Shape;171;p31"/>
          <p:cNvSpPr txBox="1">
            <a:spLocks noGrp="1"/>
          </p:cNvSpPr>
          <p:nvPr>
            <p:ph type="body" idx="1"/>
          </p:nvPr>
        </p:nvSpPr>
        <p:spPr>
          <a:xfrm>
            <a:off x="838200" y="1825633"/>
            <a:ext cx="5257600" cy="4351200"/>
          </a:xfrm>
          <a:prstGeom prst="rect">
            <a:avLst/>
          </a:prstGeom>
        </p:spPr>
        <p:txBody>
          <a:bodyPr spcFirstLastPara="1" vert="horz" wrap="square" lIns="91433" tIns="45700" rIns="91433" bIns="45700" rtlCol="0" anchor="t" anchorCtr="0">
            <a:normAutofit/>
          </a:bodyPr>
          <a:lstStyle/>
          <a:p>
            <a:pPr marL="0" indent="0">
              <a:spcBef>
                <a:spcPts val="1067"/>
              </a:spcBef>
              <a:buNone/>
            </a:pPr>
            <a:r>
              <a:rPr lang="en" dirty="0"/>
              <a:t>The Host (CPU)</a:t>
            </a:r>
            <a:endParaRPr dirty="0"/>
          </a:p>
          <a:p>
            <a:pPr marL="609585" indent="-423323">
              <a:spcBef>
                <a:spcPts val="1067"/>
              </a:spcBef>
              <a:buSzPts val="1400"/>
              <a:buChar char="●"/>
            </a:pPr>
            <a:r>
              <a:rPr lang="en" dirty="0"/>
              <a:t>Host code runs here</a:t>
            </a:r>
            <a:endParaRPr dirty="0"/>
          </a:p>
          <a:p>
            <a:pPr marL="609585" indent="-423323">
              <a:spcBef>
                <a:spcPts val="0"/>
              </a:spcBef>
              <a:buSzPts val="1400"/>
              <a:buChar char="●"/>
            </a:pPr>
            <a:r>
              <a:rPr lang="en" dirty="0"/>
              <a:t>Usual C++ syntax and features</a:t>
            </a:r>
            <a:endParaRPr dirty="0"/>
          </a:p>
          <a:p>
            <a:pPr marL="609585" indent="-423323">
              <a:spcBef>
                <a:spcPts val="0"/>
              </a:spcBef>
              <a:buSzPts val="1400"/>
              <a:buChar char="●"/>
            </a:pPr>
            <a:r>
              <a:rPr lang="en" dirty="0"/>
              <a:t>Can be used to create device buffers, move data between host and device, and launch device code.</a:t>
            </a:r>
            <a:endParaRPr dirty="0"/>
          </a:p>
        </p:txBody>
      </p:sp>
      <p:sp>
        <p:nvSpPr>
          <p:cNvPr id="172" name="Google Shape;172;p31"/>
          <p:cNvSpPr txBox="1">
            <a:spLocks noGrp="1"/>
          </p:cNvSpPr>
          <p:nvPr>
            <p:ph type="body" idx="1"/>
          </p:nvPr>
        </p:nvSpPr>
        <p:spPr>
          <a:xfrm>
            <a:off x="6239033" y="1825633"/>
            <a:ext cx="5257600" cy="4351200"/>
          </a:xfrm>
          <a:prstGeom prst="rect">
            <a:avLst/>
          </a:prstGeom>
        </p:spPr>
        <p:txBody>
          <a:bodyPr spcFirstLastPara="1" vert="horz" wrap="square" lIns="91433" tIns="45700" rIns="91433" bIns="45700" rtlCol="0" anchor="t" anchorCtr="0">
            <a:normAutofit/>
          </a:bodyPr>
          <a:lstStyle/>
          <a:p>
            <a:pPr marL="0" indent="0">
              <a:spcBef>
                <a:spcPts val="1067"/>
              </a:spcBef>
              <a:buNone/>
            </a:pPr>
            <a:r>
              <a:rPr lang="en" dirty="0"/>
              <a:t>The Device (GPU)</a:t>
            </a:r>
            <a:endParaRPr dirty="0"/>
          </a:p>
          <a:p>
            <a:pPr marL="609585" indent="-423323">
              <a:spcBef>
                <a:spcPts val="1067"/>
              </a:spcBef>
              <a:buSzPts val="1400"/>
              <a:buChar char="●"/>
            </a:pPr>
            <a:r>
              <a:rPr lang="en" dirty="0"/>
              <a:t>Device code runs here </a:t>
            </a:r>
            <a:endParaRPr dirty="0"/>
          </a:p>
          <a:p>
            <a:pPr marL="609585" indent="-423323">
              <a:spcBef>
                <a:spcPts val="0"/>
              </a:spcBef>
              <a:buSzPts val="1400"/>
              <a:buChar char="●"/>
            </a:pPr>
            <a:r>
              <a:rPr lang="en" dirty="0"/>
              <a:t>C-like syntax </a:t>
            </a:r>
            <a:endParaRPr dirty="0"/>
          </a:p>
          <a:p>
            <a:pPr marL="609585" indent="-423323">
              <a:spcBef>
                <a:spcPts val="0"/>
              </a:spcBef>
              <a:buSzPts val="1400"/>
              <a:buChar char="●"/>
            </a:pPr>
            <a:r>
              <a:rPr lang="en" dirty="0"/>
              <a:t>Device codes are launched via “kernels” </a:t>
            </a:r>
            <a:endParaRPr dirty="0"/>
          </a:p>
          <a:p>
            <a:pPr marL="609585" indent="-423323">
              <a:spcBef>
                <a:spcPts val="0"/>
              </a:spcBef>
              <a:buSzPts val="1400"/>
              <a:buChar char="●"/>
            </a:pPr>
            <a:r>
              <a:rPr lang="en" dirty="0"/>
              <a:t>Instructions from the Host are enqueued into “streams”</a:t>
            </a:r>
            <a:endParaRPr dirty="0"/>
          </a:p>
        </p:txBody>
      </p:sp>
      <p:pic>
        <p:nvPicPr>
          <p:cNvPr id="173" name="Google Shape;173;p31"/>
          <p:cNvPicPr preferRelativeResize="0"/>
          <p:nvPr/>
        </p:nvPicPr>
        <p:blipFill>
          <a:blip r:embed="rId3">
            <a:alphaModFix/>
          </a:blip>
          <a:srcRect t="6498"/>
          <a:stretch>
            <a:fillRect/>
          </a:stretch>
        </p:blipFill>
        <p:spPr>
          <a:xfrm>
            <a:off x="2168666" y="4952999"/>
            <a:ext cx="2840967" cy="1904999"/>
          </a:xfrm>
          <a:prstGeom prst="rect">
            <a:avLst/>
          </a:prstGeom>
          <a:noFill/>
          <a:ln>
            <a:noFill/>
          </a:ln>
        </p:spPr>
      </p:pic>
      <p:pic>
        <p:nvPicPr>
          <p:cNvPr id="174" name="Google Shape;174;p31"/>
          <p:cNvPicPr preferRelativeResize="0"/>
          <p:nvPr/>
        </p:nvPicPr>
        <p:blipFill>
          <a:blip r:embed="rId4">
            <a:alphaModFix/>
          </a:blip>
          <a:srcRect t="6807" b="6805"/>
          <a:stretch>
            <a:fillRect/>
          </a:stretch>
        </p:blipFill>
        <p:spPr>
          <a:xfrm>
            <a:off x="6907666" y="4822370"/>
            <a:ext cx="3920333" cy="1905001"/>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AD9CEC7-9BC0-75AF-DC6D-BB6EBECA9014}"/>
              </a:ext>
            </a:extLst>
          </p:cNvPr>
          <p:cNvSpPr>
            <a:spLocks noGrp="1"/>
          </p:cNvSpPr>
          <p:nvPr>
            <p:ph type="title"/>
          </p:nvPr>
        </p:nvSpPr>
        <p:spPr/>
        <p:txBody>
          <a:bodyPr/>
          <a:lstStyle/>
          <a:p>
            <a:r>
              <a:rPr lang="en" dirty="0"/>
              <a:t>AMD GPU Programming Concepts - Grid</a:t>
            </a:r>
            <a:endParaRPr lang="en-US" dirty="0"/>
          </a:p>
        </p:txBody>
      </p:sp>
      <p:sp>
        <p:nvSpPr>
          <p:cNvPr id="3" name="Content Placeholder 2">
            <a:extLst>
              <a:ext uri="{FF2B5EF4-FFF2-40B4-BE49-F238E27FC236}">
                <a16:creationId xmlns:a16="http://schemas.microsoft.com/office/drawing/2014/main" id="{67EC0730-B88E-673F-23FA-FECBA3FF5726}"/>
              </a:ext>
            </a:extLst>
          </p:cNvPr>
          <p:cNvSpPr>
            <a:spLocks noGrp="1"/>
          </p:cNvSpPr>
          <p:nvPr>
            <p:ph idx="1"/>
          </p:nvPr>
        </p:nvSpPr>
        <p:spPr/>
        <p:txBody>
          <a:bodyPr>
            <a:normAutofit/>
          </a:bodyPr>
          <a:lstStyle/>
          <a:p>
            <a:pPr marL="457200" indent="-317500">
              <a:spcBef>
                <a:spcPts val="800"/>
              </a:spcBef>
              <a:buSzPts val="1400"/>
              <a:buChar char="●"/>
            </a:pPr>
            <a:r>
              <a:rPr lang="en-US" dirty="0"/>
              <a:t>Piece of Code that runs on the GPU is called a kernel</a:t>
            </a:r>
          </a:p>
          <a:p>
            <a:pPr marL="457200" indent="-317500">
              <a:spcBef>
                <a:spcPts val="800"/>
              </a:spcBef>
              <a:buSzPts val="1400"/>
              <a:buChar char="●"/>
            </a:pPr>
            <a:endParaRPr lang="en-US" dirty="0"/>
          </a:p>
          <a:p>
            <a:pPr marL="457200" indent="-317500">
              <a:spcBef>
                <a:spcPts val="800"/>
              </a:spcBef>
              <a:buSzPts val="1400"/>
              <a:buChar char="●"/>
            </a:pPr>
            <a:r>
              <a:rPr lang="en-US" dirty="0"/>
              <a:t>Each kernel is executed on a grid</a:t>
            </a:r>
          </a:p>
          <a:p>
            <a:pPr marL="914400" lvl="1" indent="-317500">
              <a:spcBef>
                <a:spcPts val="800"/>
              </a:spcBef>
              <a:buSzPts val="1400"/>
              <a:buChar char="●"/>
            </a:pPr>
            <a:r>
              <a:rPr lang="en-US" dirty="0"/>
              <a:t>Our algorithms get mapped onto the grid</a:t>
            </a:r>
          </a:p>
          <a:p>
            <a:pPr marL="914400" lvl="1" indent="-317500">
              <a:spcBef>
                <a:spcPts val="800"/>
              </a:spcBef>
              <a:buSzPts val="1400"/>
              <a:buChar char="●"/>
            </a:pPr>
            <a:endParaRPr lang="en-US" dirty="0"/>
          </a:p>
          <a:p>
            <a:pPr marL="457200" indent="-317500">
              <a:spcBef>
                <a:spcPts val="800"/>
              </a:spcBef>
              <a:buSzPts val="1400"/>
              <a:buChar char="●"/>
            </a:pPr>
            <a:r>
              <a:rPr lang="en-US" dirty="0"/>
              <a:t>Grid can be 1D, 2D, or 3D</a:t>
            </a:r>
          </a:p>
          <a:p>
            <a:pPr marL="914400" lvl="1" indent="-317500">
              <a:spcBef>
                <a:spcPts val="800"/>
              </a:spcBef>
              <a:buSzPts val="1400"/>
              <a:buChar char="●"/>
            </a:pPr>
            <a:r>
              <a:rPr lang="en-US" dirty="0"/>
              <a:t>More of a programming construct, hardware simply converts into 1D grid for execution</a:t>
            </a:r>
          </a:p>
          <a:p>
            <a:pPr marL="914400" lvl="1" indent="-317500">
              <a:spcBef>
                <a:spcPts val="800"/>
              </a:spcBef>
              <a:buSzPts val="1400"/>
              <a:buChar char="●"/>
            </a:pPr>
            <a:r>
              <a:rPr lang="en-US" dirty="0"/>
              <a:t>Recall: We used 1D block for MV, 2D block for blocked matrix multiplication</a:t>
            </a:r>
          </a:p>
        </p:txBody>
      </p:sp>
    </p:spTree>
    <p:extLst>
      <p:ext uri="{BB962C8B-B14F-4D97-AF65-F5344CB8AC3E}">
        <p14:creationId xmlns:p14="http://schemas.microsoft.com/office/powerpoint/2010/main" val="310960925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1C9224-66D3-0FFA-655C-F81DDAE1AA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76677D-06A5-7946-C531-B83C3D117C23}"/>
              </a:ext>
            </a:extLst>
          </p:cNvPr>
          <p:cNvSpPr>
            <a:spLocks noGrp="1"/>
          </p:cNvSpPr>
          <p:nvPr>
            <p:ph type="title"/>
          </p:nvPr>
        </p:nvSpPr>
        <p:spPr/>
        <p:txBody>
          <a:bodyPr/>
          <a:lstStyle/>
          <a:p>
            <a:r>
              <a:rPr lang="en" dirty="0"/>
              <a:t>AMD GPU Programming Concepts - Grid</a:t>
            </a:r>
            <a:endParaRPr lang="en-US" dirty="0"/>
          </a:p>
        </p:txBody>
      </p:sp>
      <p:sp>
        <p:nvSpPr>
          <p:cNvPr id="6" name="Rectangle 5">
            <a:extLst>
              <a:ext uri="{FF2B5EF4-FFF2-40B4-BE49-F238E27FC236}">
                <a16:creationId xmlns:a16="http://schemas.microsoft.com/office/drawing/2014/main" id="{E52C888D-DB2D-8501-4CF0-3C1DA65304E2}"/>
              </a:ext>
            </a:extLst>
          </p:cNvPr>
          <p:cNvSpPr/>
          <p:nvPr/>
        </p:nvSpPr>
        <p:spPr>
          <a:xfrm>
            <a:off x="1066801" y="2623457"/>
            <a:ext cx="3929743" cy="3113697"/>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83A7E991-9F1B-164F-07CA-75C57E740A46}"/>
              </a:ext>
            </a:extLst>
          </p:cNvPr>
          <p:cNvSpPr txBox="1"/>
          <p:nvPr/>
        </p:nvSpPr>
        <p:spPr>
          <a:xfrm>
            <a:off x="2492828" y="2623457"/>
            <a:ext cx="903514" cy="370114"/>
          </a:xfrm>
          <a:prstGeom prst="rect">
            <a:avLst/>
          </a:prstGeom>
          <a:noFill/>
        </p:spPr>
        <p:txBody>
          <a:bodyPr wrap="square" rtlCol="0">
            <a:spAutoFit/>
          </a:bodyPr>
          <a:lstStyle/>
          <a:p>
            <a:pPr algn="ctr"/>
            <a:r>
              <a:rPr lang="en-US" dirty="0"/>
              <a:t>Grid</a:t>
            </a:r>
          </a:p>
        </p:txBody>
      </p:sp>
      <p:pic>
        <p:nvPicPr>
          <p:cNvPr id="8" name="Picture 7">
            <a:extLst>
              <a:ext uri="{FF2B5EF4-FFF2-40B4-BE49-F238E27FC236}">
                <a16:creationId xmlns:a16="http://schemas.microsoft.com/office/drawing/2014/main" id="{4235EC8D-6151-2644-1E5F-89C0D98BB458}"/>
              </a:ext>
            </a:extLst>
          </p:cNvPr>
          <p:cNvPicPr>
            <a:picLocks noChangeAspect="1"/>
          </p:cNvPicPr>
          <p:nvPr/>
        </p:nvPicPr>
        <p:blipFill>
          <a:blip r:embed="rId2"/>
          <a:stretch>
            <a:fillRect/>
          </a:stretch>
        </p:blipFill>
        <p:spPr>
          <a:xfrm>
            <a:off x="6422571" y="2623456"/>
            <a:ext cx="5708445" cy="3113697"/>
          </a:xfrm>
          <a:prstGeom prst="rect">
            <a:avLst/>
          </a:prstGeom>
        </p:spPr>
      </p:pic>
    </p:spTree>
    <p:extLst>
      <p:ext uri="{BB962C8B-B14F-4D97-AF65-F5344CB8AC3E}">
        <p14:creationId xmlns:p14="http://schemas.microsoft.com/office/powerpoint/2010/main" val="69972353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D255D1-7278-C03A-71C1-FB872E27C58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531D1F-3D48-7086-7651-324A23A3A870}"/>
              </a:ext>
            </a:extLst>
          </p:cNvPr>
          <p:cNvSpPr>
            <a:spLocks noGrp="1"/>
          </p:cNvSpPr>
          <p:nvPr>
            <p:ph type="title"/>
          </p:nvPr>
        </p:nvSpPr>
        <p:spPr/>
        <p:txBody>
          <a:bodyPr/>
          <a:lstStyle/>
          <a:p>
            <a:r>
              <a:rPr lang="en" dirty="0"/>
              <a:t>AMD GPU Programming Concepts - Block</a:t>
            </a:r>
            <a:endParaRPr lang="en-US" dirty="0"/>
          </a:p>
        </p:txBody>
      </p:sp>
      <p:sp>
        <p:nvSpPr>
          <p:cNvPr id="3" name="Content Placeholder 2">
            <a:extLst>
              <a:ext uri="{FF2B5EF4-FFF2-40B4-BE49-F238E27FC236}">
                <a16:creationId xmlns:a16="http://schemas.microsoft.com/office/drawing/2014/main" id="{08A680EF-DE6C-640B-C9F8-EDCE468DF8B3}"/>
              </a:ext>
            </a:extLst>
          </p:cNvPr>
          <p:cNvSpPr>
            <a:spLocks noGrp="1"/>
          </p:cNvSpPr>
          <p:nvPr>
            <p:ph idx="1"/>
          </p:nvPr>
        </p:nvSpPr>
        <p:spPr>
          <a:xfrm>
            <a:off x="838200" y="1825625"/>
            <a:ext cx="10515600" cy="4351338"/>
          </a:xfrm>
        </p:spPr>
        <p:txBody>
          <a:bodyPr>
            <a:normAutofit/>
          </a:bodyPr>
          <a:lstStyle/>
          <a:p>
            <a:pPr marL="457200" indent="-317500">
              <a:spcBef>
                <a:spcPts val="800"/>
              </a:spcBef>
              <a:buSzPts val="1400"/>
              <a:buChar char="●"/>
            </a:pPr>
            <a:r>
              <a:rPr lang="en-US" dirty="0"/>
              <a:t>Grid is partitioned into equal sized blocks</a:t>
            </a:r>
          </a:p>
          <a:p>
            <a:pPr marL="914400" lvl="1" indent="-317500">
              <a:spcBef>
                <a:spcPts val="800"/>
              </a:spcBef>
              <a:buSzPts val="1400"/>
              <a:buChar char="●"/>
            </a:pPr>
            <a:r>
              <a:rPr lang="en-US" dirty="0"/>
              <a:t>3D grid partitioned into 3D blocks</a:t>
            </a:r>
          </a:p>
          <a:p>
            <a:pPr marL="914400" lvl="1" indent="-317500">
              <a:spcBef>
                <a:spcPts val="800"/>
              </a:spcBef>
              <a:buSzPts val="1400"/>
              <a:buChar char="●"/>
            </a:pPr>
            <a:r>
              <a:rPr lang="en-US" dirty="0"/>
              <a:t>2D grid partitioned into 2D blocks</a:t>
            </a:r>
          </a:p>
          <a:p>
            <a:pPr marL="914400" lvl="1" indent="-317500">
              <a:spcBef>
                <a:spcPts val="800"/>
              </a:spcBef>
              <a:buSzPts val="1400"/>
              <a:buChar char="●"/>
            </a:pPr>
            <a:r>
              <a:rPr lang="en-US" dirty="0"/>
              <a:t>1D grid partitioned into 1D blocks</a:t>
            </a:r>
          </a:p>
          <a:p>
            <a:pPr marL="457200" indent="-317500">
              <a:spcBef>
                <a:spcPts val="800"/>
              </a:spcBef>
              <a:buSzPts val="1400"/>
              <a:buChar char="●"/>
            </a:pPr>
            <a:endParaRPr lang="en-US" dirty="0"/>
          </a:p>
          <a:p>
            <a:pPr marL="457200" indent="-317500">
              <a:spcBef>
                <a:spcPts val="800"/>
              </a:spcBef>
              <a:buSzPts val="1400"/>
              <a:buChar char="●"/>
            </a:pPr>
            <a:r>
              <a:rPr lang="en-US" dirty="0"/>
              <a:t>Each block gets mapped to a CU</a:t>
            </a:r>
          </a:p>
        </p:txBody>
      </p:sp>
    </p:spTree>
    <p:extLst>
      <p:ext uri="{BB962C8B-B14F-4D97-AF65-F5344CB8AC3E}">
        <p14:creationId xmlns:p14="http://schemas.microsoft.com/office/powerpoint/2010/main" val="1025298737"/>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8D551D-3FDB-FF16-E514-64A253EC9EAB}"/>
              </a:ext>
            </a:extLst>
          </p:cNvPr>
          <p:cNvSpPr>
            <a:spLocks noGrp="1"/>
          </p:cNvSpPr>
          <p:nvPr>
            <p:ph type="title"/>
          </p:nvPr>
        </p:nvSpPr>
        <p:spPr/>
        <p:txBody>
          <a:bodyPr/>
          <a:lstStyle/>
          <a:p>
            <a:r>
              <a:rPr lang="en" dirty="0"/>
              <a:t>AMD GPU Programming Concepts - Block</a:t>
            </a:r>
            <a:endParaRPr lang="en-US" dirty="0"/>
          </a:p>
        </p:txBody>
      </p:sp>
      <p:sp>
        <p:nvSpPr>
          <p:cNvPr id="4" name="Rectangle 3">
            <a:extLst>
              <a:ext uri="{FF2B5EF4-FFF2-40B4-BE49-F238E27FC236}">
                <a16:creationId xmlns:a16="http://schemas.microsoft.com/office/drawing/2014/main" id="{8FC56CAE-00AF-11CE-EE42-A29286607C57}"/>
              </a:ext>
            </a:extLst>
          </p:cNvPr>
          <p:cNvSpPr/>
          <p:nvPr/>
        </p:nvSpPr>
        <p:spPr>
          <a:xfrm>
            <a:off x="838200" y="1690688"/>
            <a:ext cx="4659086" cy="415494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53F931D-84DC-926E-EAAE-7592743A76B6}"/>
              </a:ext>
            </a:extLst>
          </p:cNvPr>
          <p:cNvSpPr txBox="1"/>
          <p:nvPr/>
        </p:nvSpPr>
        <p:spPr>
          <a:xfrm>
            <a:off x="2715986" y="1690688"/>
            <a:ext cx="903514" cy="370114"/>
          </a:xfrm>
          <a:prstGeom prst="rect">
            <a:avLst/>
          </a:prstGeom>
          <a:noFill/>
        </p:spPr>
        <p:txBody>
          <a:bodyPr wrap="square" rtlCol="0">
            <a:spAutoFit/>
          </a:bodyPr>
          <a:lstStyle/>
          <a:p>
            <a:pPr algn="ctr"/>
            <a:r>
              <a:rPr lang="en-US" dirty="0"/>
              <a:t>Grid</a:t>
            </a:r>
          </a:p>
        </p:txBody>
      </p:sp>
      <p:pic>
        <p:nvPicPr>
          <p:cNvPr id="6" name="Picture 5">
            <a:extLst>
              <a:ext uri="{FF2B5EF4-FFF2-40B4-BE49-F238E27FC236}">
                <a16:creationId xmlns:a16="http://schemas.microsoft.com/office/drawing/2014/main" id="{B18DA95A-901E-80BE-1FC4-9F3BDE43E3AD}"/>
              </a:ext>
            </a:extLst>
          </p:cNvPr>
          <p:cNvPicPr>
            <a:picLocks noChangeAspect="1"/>
          </p:cNvPicPr>
          <p:nvPr/>
        </p:nvPicPr>
        <p:blipFill>
          <a:blip r:embed="rId2"/>
          <a:stretch>
            <a:fillRect/>
          </a:stretch>
        </p:blipFill>
        <p:spPr>
          <a:xfrm>
            <a:off x="6799489" y="2334833"/>
            <a:ext cx="5303300" cy="2866649"/>
          </a:xfrm>
          <a:prstGeom prst="rect">
            <a:avLst/>
          </a:prstGeom>
        </p:spPr>
      </p:pic>
      <p:sp>
        <p:nvSpPr>
          <p:cNvPr id="7" name="Rectangle 6">
            <a:extLst>
              <a:ext uri="{FF2B5EF4-FFF2-40B4-BE49-F238E27FC236}">
                <a16:creationId xmlns:a16="http://schemas.microsoft.com/office/drawing/2014/main" id="{E7A7D19D-B0AF-0E11-FD44-F41389CC29AE}"/>
              </a:ext>
            </a:extLst>
          </p:cNvPr>
          <p:cNvSpPr/>
          <p:nvPr/>
        </p:nvSpPr>
        <p:spPr>
          <a:xfrm>
            <a:off x="1088571" y="2362200"/>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0909CCD-11B6-E5B3-906D-75798D621144}"/>
              </a:ext>
            </a:extLst>
          </p:cNvPr>
          <p:cNvSpPr/>
          <p:nvPr/>
        </p:nvSpPr>
        <p:spPr>
          <a:xfrm>
            <a:off x="3526971" y="2362200"/>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AB52D7D2-D429-C746-1559-315D4FDB4793}"/>
              </a:ext>
            </a:extLst>
          </p:cNvPr>
          <p:cNvSpPr/>
          <p:nvPr/>
        </p:nvSpPr>
        <p:spPr>
          <a:xfrm>
            <a:off x="1088571" y="4127727"/>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8C8CEEF-8DFB-E912-DE2D-33E19896C184}"/>
              </a:ext>
            </a:extLst>
          </p:cNvPr>
          <p:cNvSpPr/>
          <p:nvPr/>
        </p:nvSpPr>
        <p:spPr>
          <a:xfrm>
            <a:off x="3526971" y="4127727"/>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296D8D87-1C2E-646B-0A1E-4F3A7AF32636}"/>
              </a:ext>
            </a:extLst>
          </p:cNvPr>
          <p:cNvSpPr txBox="1"/>
          <p:nvPr/>
        </p:nvSpPr>
        <p:spPr>
          <a:xfrm>
            <a:off x="1430114" y="2362200"/>
            <a:ext cx="903514" cy="370114"/>
          </a:xfrm>
          <a:prstGeom prst="rect">
            <a:avLst/>
          </a:prstGeom>
          <a:noFill/>
        </p:spPr>
        <p:txBody>
          <a:bodyPr wrap="square" rtlCol="0">
            <a:spAutoFit/>
          </a:bodyPr>
          <a:lstStyle/>
          <a:p>
            <a:pPr algn="ctr"/>
            <a:r>
              <a:rPr lang="en-US" dirty="0"/>
              <a:t>Block</a:t>
            </a:r>
          </a:p>
        </p:txBody>
      </p:sp>
      <p:sp>
        <p:nvSpPr>
          <p:cNvPr id="12" name="TextBox 11">
            <a:extLst>
              <a:ext uri="{FF2B5EF4-FFF2-40B4-BE49-F238E27FC236}">
                <a16:creationId xmlns:a16="http://schemas.microsoft.com/office/drawing/2014/main" id="{E4F29744-176B-4F0C-1F9F-78FF8A123937}"/>
              </a:ext>
            </a:extLst>
          </p:cNvPr>
          <p:cNvSpPr txBox="1"/>
          <p:nvPr/>
        </p:nvSpPr>
        <p:spPr>
          <a:xfrm>
            <a:off x="3888921" y="2362200"/>
            <a:ext cx="903514" cy="370114"/>
          </a:xfrm>
          <a:prstGeom prst="rect">
            <a:avLst/>
          </a:prstGeom>
          <a:noFill/>
        </p:spPr>
        <p:txBody>
          <a:bodyPr wrap="square" rtlCol="0">
            <a:spAutoFit/>
          </a:bodyPr>
          <a:lstStyle/>
          <a:p>
            <a:pPr algn="ctr"/>
            <a:r>
              <a:rPr lang="en-US" dirty="0"/>
              <a:t>Block</a:t>
            </a:r>
          </a:p>
        </p:txBody>
      </p:sp>
      <p:sp>
        <p:nvSpPr>
          <p:cNvPr id="13" name="TextBox 12">
            <a:extLst>
              <a:ext uri="{FF2B5EF4-FFF2-40B4-BE49-F238E27FC236}">
                <a16:creationId xmlns:a16="http://schemas.microsoft.com/office/drawing/2014/main" id="{FA16A044-5DC6-9976-52C2-18ED3BAA5E8B}"/>
              </a:ext>
            </a:extLst>
          </p:cNvPr>
          <p:cNvSpPr txBox="1"/>
          <p:nvPr/>
        </p:nvSpPr>
        <p:spPr>
          <a:xfrm>
            <a:off x="1430114" y="4127727"/>
            <a:ext cx="903514" cy="370114"/>
          </a:xfrm>
          <a:prstGeom prst="rect">
            <a:avLst/>
          </a:prstGeom>
          <a:noFill/>
        </p:spPr>
        <p:txBody>
          <a:bodyPr wrap="square" rtlCol="0">
            <a:spAutoFit/>
          </a:bodyPr>
          <a:lstStyle/>
          <a:p>
            <a:pPr algn="ctr"/>
            <a:r>
              <a:rPr lang="en-US" dirty="0"/>
              <a:t>Block</a:t>
            </a:r>
          </a:p>
        </p:txBody>
      </p:sp>
      <p:sp>
        <p:nvSpPr>
          <p:cNvPr id="14" name="TextBox 13">
            <a:extLst>
              <a:ext uri="{FF2B5EF4-FFF2-40B4-BE49-F238E27FC236}">
                <a16:creationId xmlns:a16="http://schemas.microsoft.com/office/drawing/2014/main" id="{B7AF6B39-6D1F-0865-464E-4135CFA115A3}"/>
              </a:ext>
            </a:extLst>
          </p:cNvPr>
          <p:cNvSpPr txBox="1"/>
          <p:nvPr/>
        </p:nvSpPr>
        <p:spPr>
          <a:xfrm>
            <a:off x="3888921" y="4127727"/>
            <a:ext cx="903514" cy="370114"/>
          </a:xfrm>
          <a:prstGeom prst="rect">
            <a:avLst/>
          </a:prstGeom>
          <a:noFill/>
        </p:spPr>
        <p:txBody>
          <a:bodyPr wrap="square" rtlCol="0">
            <a:spAutoFit/>
          </a:bodyPr>
          <a:lstStyle/>
          <a:p>
            <a:pPr algn="ctr"/>
            <a:r>
              <a:rPr lang="en-US" dirty="0"/>
              <a:t>Block</a:t>
            </a:r>
          </a:p>
        </p:txBody>
      </p:sp>
      <p:cxnSp>
        <p:nvCxnSpPr>
          <p:cNvPr id="16" name="Straight Arrow Connector 15">
            <a:extLst>
              <a:ext uri="{FF2B5EF4-FFF2-40B4-BE49-F238E27FC236}">
                <a16:creationId xmlns:a16="http://schemas.microsoft.com/office/drawing/2014/main" id="{F9470216-2D1E-D6F1-27E5-337783445657}"/>
              </a:ext>
            </a:extLst>
          </p:cNvPr>
          <p:cNvCxnSpPr>
            <a:cxnSpLocks/>
            <a:stCxn id="8" idx="3"/>
          </p:cNvCxnSpPr>
          <p:nvPr/>
        </p:nvCxnSpPr>
        <p:spPr>
          <a:xfrm>
            <a:off x="5154386" y="3031672"/>
            <a:ext cx="1645103" cy="321128"/>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7770380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3618E9-61E5-E5F3-0D48-26F2B375542E}"/>
              </a:ext>
            </a:extLst>
          </p:cNvPr>
          <p:cNvSpPr>
            <a:spLocks noGrp="1"/>
          </p:cNvSpPr>
          <p:nvPr>
            <p:ph type="title"/>
          </p:nvPr>
        </p:nvSpPr>
        <p:spPr/>
        <p:txBody>
          <a:bodyPr/>
          <a:lstStyle/>
          <a:p>
            <a:r>
              <a:rPr lang="en" dirty="0"/>
              <a:t>AMD GPU Programming Concepts - Threads</a:t>
            </a:r>
            <a:endParaRPr lang="en-US" dirty="0"/>
          </a:p>
        </p:txBody>
      </p:sp>
      <p:sp>
        <p:nvSpPr>
          <p:cNvPr id="3" name="Content Placeholder 2">
            <a:extLst>
              <a:ext uri="{FF2B5EF4-FFF2-40B4-BE49-F238E27FC236}">
                <a16:creationId xmlns:a16="http://schemas.microsoft.com/office/drawing/2014/main" id="{E80887D1-36FD-2B46-F28F-1D53458CCC42}"/>
              </a:ext>
            </a:extLst>
          </p:cNvPr>
          <p:cNvSpPr>
            <a:spLocks noGrp="1"/>
          </p:cNvSpPr>
          <p:nvPr>
            <p:ph idx="1"/>
          </p:nvPr>
        </p:nvSpPr>
        <p:spPr>
          <a:xfrm>
            <a:off x="838200" y="1825625"/>
            <a:ext cx="8904514" cy="4351338"/>
          </a:xfrm>
        </p:spPr>
        <p:txBody>
          <a:bodyPr>
            <a:normAutofit fontScale="92500" lnSpcReduction="20000"/>
          </a:bodyPr>
          <a:lstStyle/>
          <a:p>
            <a:r>
              <a:rPr lang="en-US" dirty="0"/>
              <a:t>Blocks are composed of threads</a:t>
            </a:r>
          </a:p>
          <a:p>
            <a:endParaRPr lang="en-US" dirty="0"/>
          </a:p>
          <a:p>
            <a:r>
              <a:rPr lang="en-US" dirty="0"/>
              <a:t>Threads do the work and implement the data parallel algorithm</a:t>
            </a:r>
          </a:p>
          <a:p>
            <a:endParaRPr lang="en-US" dirty="0"/>
          </a:p>
          <a:p>
            <a:r>
              <a:rPr lang="en-US" dirty="0"/>
              <a:t>Threads are grouped together into warps that get scheduled on the VALUs.</a:t>
            </a:r>
          </a:p>
          <a:p>
            <a:pPr lvl="1"/>
            <a:r>
              <a:rPr lang="en-US" dirty="0"/>
              <a:t>Warps do not appear in the programming model</a:t>
            </a:r>
          </a:p>
          <a:p>
            <a:pPr lvl="1"/>
            <a:r>
              <a:rPr lang="en-US" dirty="0"/>
              <a:t>Although useful when deciding the number of blocks per threads</a:t>
            </a:r>
          </a:p>
          <a:p>
            <a:endParaRPr lang="en-US" dirty="0"/>
          </a:p>
          <a:p>
            <a:r>
              <a:rPr lang="en-US" dirty="0"/>
              <a:t>Threads in a block have access to a shared memory – Local Data Share</a:t>
            </a:r>
          </a:p>
        </p:txBody>
      </p:sp>
    </p:spTree>
    <p:extLst>
      <p:ext uri="{BB962C8B-B14F-4D97-AF65-F5344CB8AC3E}">
        <p14:creationId xmlns:p14="http://schemas.microsoft.com/office/powerpoint/2010/main" val="145122472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6EC80F-999E-7C21-3D41-F450540A39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58B506-1F91-D3E7-BF2E-CDB050508506}"/>
              </a:ext>
            </a:extLst>
          </p:cNvPr>
          <p:cNvSpPr>
            <a:spLocks noGrp="1"/>
          </p:cNvSpPr>
          <p:nvPr>
            <p:ph type="title"/>
          </p:nvPr>
        </p:nvSpPr>
        <p:spPr/>
        <p:txBody>
          <a:bodyPr/>
          <a:lstStyle/>
          <a:p>
            <a:r>
              <a:rPr lang="en" dirty="0"/>
              <a:t>AMD GPU Programming Concepts - Threads</a:t>
            </a:r>
            <a:endParaRPr lang="en-US" dirty="0"/>
          </a:p>
        </p:txBody>
      </p:sp>
      <p:sp>
        <p:nvSpPr>
          <p:cNvPr id="6" name="Rectangle 5">
            <a:extLst>
              <a:ext uri="{FF2B5EF4-FFF2-40B4-BE49-F238E27FC236}">
                <a16:creationId xmlns:a16="http://schemas.microsoft.com/office/drawing/2014/main" id="{8381CDCE-73BC-BFAB-1C6A-8D74C53F6097}"/>
              </a:ext>
            </a:extLst>
          </p:cNvPr>
          <p:cNvSpPr/>
          <p:nvPr/>
        </p:nvSpPr>
        <p:spPr>
          <a:xfrm>
            <a:off x="838200" y="1690688"/>
            <a:ext cx="4659086" cy="4154941"/>
          </a:xfrm>
          <a:prstGeom prst="rect">
            <a:avLst/>
          </a:prstGeom>
          <a:solidFill>
            <a:schemeClr val="bg2">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102F4C8-D9C0-7923-E1C2-9BFA9BFE5A5A}"/>
              </a:ext>
            </a:extLst>
          </p:cNvPr>
          <p:cNvSpPr txBox="1"/>
          <p:nvPr/>
        </p:nvSpPr>
        <p:spPr>
          <a:xfrm>
            <a:off x="2715986" y="1690688"/>
            <a:ext cx="903514" cy="370114"/>
          </a:xfrm>
          <a:prstGeom prst="rect">
            <a:avLst/>
          </a:prstGeom>
          <a:noFill/>
        </p:spPr>
        <p:txBody>
          <a:bodyPr wrap="square" rtlCol="0">
            <a:spAutoFit/>
          </a:bodyPr>
          <a:lstStyle/>
          <a:p>
            <a:pPr algn="ctr"/>
            <a:r>
              <a:rPr lang="en-US" dirty="0"/>
              <a:t>Grid</a:t>
            </a:r>
          </a:p>
        </p:txBody>
      </p:sp>
      <p:pic>
        <p:nvPicPr>
          <p:cNvPr id="8" name="Picture 7">
            <a:extLst>
              <a:ext uri="{FF2B5EF4-FFF2-40B4-BE49-F238E27FC236}">
                <a16:creationId xmlns:a16="http://schemas.microsoft.com/office/drawing/2014/main" id="{A64637D3-DACB-9D38-0182-6488F8DB03EB}"/>
              </a:ext>
            </a:extLst>
          </p:cNvPr>
          <p:cNvPicPr>
            <a:picLocks noChangeAspect="1"/>
          </p:cNvPicPr>
          <p:nvPr/>
        </p:nvPicPr>
        <p:blipFill>
          <a:blip r:embed="rId2"/>
          <a:stretch>
            <a:fillRect/>
          </a:stretch>
        </p:blipFill>
        <p:spPr>
          <a:xfrm>
            <a:off x="6799489" y="2334833"/>
            <a:ext cx="5303300" cy="2866649"/>
          </a:xfrm>
          <a:prstGeom prst="rect">
            <a:avLst/>
          </a:prstGeom>
        </p:spPr>
      </p:pic>
      <p:sp>
        <p:nvSpPr>
          <p:cNvPr id="9" name="Rectangle 8">
            <a:extLst>
              <a:ext uri="{FF2B5EF4-FFF2-40B4-BE49-F238E27FC236}">
                <a16:creationId xmlns:a16="http://schemas.microsoft.com/office/drawing/2014/main" id="{DF1134E0-8C57-CFB9-2A0D-D196A6DCA314}"/>
              </a:ext>
            </a:extLst>
          </p:cNvPr>
          <p:cNvSpPr/>
          <p:nvPr/>
        </p:nvSpPr>
        <p:spPr>
          <a:xfrm>
            <a:off x="1088571" y="2362200"/>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E9EC311-3A55-D044-2B3D-F74D44101AF3}"/>
              </a:ext>
            </a:extLst>
          </p:cNvPr>
          <p:cNvSpPr/>
          <p:nvPr/>
        </p:nvSpPr>
        <p:spPr>
          <a:xfrm>
            <a:off x="3526971" y="2362200"/>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A1E3902-6A48-B364-07DC-7A9FF3D364DF}"/>
              </a:ext>
            </a:extLst>
          </p:cNvPr>
          <p:cNvSpPr/>
          <p:nvPr/>
        </p:nvSpPr>
        <p:spPr>
          <a:xfrm>
            <a:off x="1088571" y="4127727"/>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1716CD8-0420-7AF6-3C4E-D89475442E7C}"/>
              </a:ext>
            </a:extLst>
          </p:cNvPr>
          <p:cNvSpPr/>
          <p:nvPr/>
        </p:nvSpPr>
        <p:spPr>
          <a:xfrm>
            <a:off x="3526971" y="4127727"/>
            <a:ext cx="1627415" cy="1338943"/>
          </a:xfrm>
          <a:prstGeom prst="rect">
            <a:avLst/>
          </a:prstGeom>
          <a:solidFill>
            <a:srgbClr val="A9071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TextBox 12">
            <a:extLst>
              <a:ext uri="{FF2B5EF4-FFF2-40B4-BE49-F238E27FC236}">
                <a16:creationId xmlns:a16="http://schemas.microsoft.com/office/drawing/2014/main" id="{6E0A043E-AEE0-70DA-C062-2333B21345D6}"/>
              </a:ext>
            </a:extLst>
          </p:cNvPr>
          <p:cNvSpPr txBox="1"/>
          <p:nvPr/>
        </p:nvSpPr>
        <p:spPr>
          <a:xfrm>
            <a:off x="1430114" y="2362200"/>
            <a:ext cx="903514" cy="370114"/>
          </a:xfrm>
          <a:prstGeom prst="rect">
            <a:avLst/>
          </a:prstGeom>
          <a:noFill/>
        </p:spPr>
        <p:txBody>
          <a:bodyPr wrap="square" rtlCol="0">
            <a:spAutoFit/>
          </a:bodyPr>
          <a:lstStyle/>
          <a:p>
            <a:pPr algn="ctr"/>
            <a:r>
              <a:rPr lang="en-US" dirty="0"/>
              <a:t>Block</a:t>
            </a:r>
          </a:p>
        </p:txBody>
      </p:sp>
      <p:sp>
        <p:nvSpPr>
          <p:cNvPr id="14" name="TextBox 13">
            <a:extLst>
              <a:ext uri="{FF2B5EF4-FFF2-40B4-BE49-F238E27FC236}">
                <a16:creationId xmlns:a16="http://schemas.microsoft.com/office/drawing/2014/main" id="{DF8DF3E8-7901-8863-B9C1-DEEB68E1B4D9}"/>
              </a:ext>
            </a:extLst>
          </p:cNvPr>
          <p:cNvSpPr txBox="1"/>
          <p:nvPr/>
        </p:nvSpPr>
        <p:spPr>
          <a:xfrm>
            <a:off x="3888921" y="2362200"/>
            <a:ext cx="903514" cy="370114"/>
          </a:xfrm>
          <a:prstGeom prst="rect">
            <a:avLst/>
          </a:prstGeom>
          <a:noFill/>
        </p:spPr>
        <p:txBody>
          <a:bodyPr wrap="square" rtlCol="0">
            <a:spAutoFit/>
          </a:bodyPr>
          <a:lstStyle/>
          <a:p>
            <a:pPr algn="ctr"/>
            <a:r>
              <a:rPr lang="en-US" dirty="0"/>
              <a:t>Block</a:t>
            </a:r>
          </a:p>
        </p:txBody>
      </p:sp>
      <p:sp>
        <p:nvSpPr>
          <p:cNvPr id="15" name="TextBox 14">
            <a:extLst>
              <a:ext uri="{FF2B5EF4-FFF2-40B4-BE49-F238E27FC236}">
                <a16:creationId xmlns:a16="http://schemas.microsoft.com/office/drawing/2014/main" id="{A86CFE86-C9D0-DD24-90E2-80D037CF3AA8}"/>
              </a:ext>
            </a:extLst>
          </p:cNvPr>
          <p:cNvSpPr txBox="1"/>
          <p:nvPr/>
        </p:nvSpPr>
        <p:spPr>
          <a:xfrm>
            <a:off x="1430114" y="4127727"/>
            <a:ext cx="903514" cy="370114"/>
          </a:xfrm>
          <a:prstGeom prst="rect">
            <a:avLst/>
          </a:prstGeom>
          <a:noFill/>
        </p:spPr>
        <p:txBody>
          <a:bodyPr wrap="square" rtlCol="0">
            <a:spAutoFit/>
          </a:bodyPr>
          <a:lstStyle/>
          <a:p>
            <a:pPr algn="ctr"/>
            <a:r>
              <a:rPr lang="en-US" dirty="0"/>
              <a:t>Block</a:t>
            </a:r>
          </a:p>
        </p:txBody>
      </p:sp>
      <p:sp>
        <p:nvSpPr>
          <p:cNvPr id="16" name="TextBox 15">
            <a:extLst>
              <a:ext uri="{FF2B5EF4-FFF2-40B4-BE49-F238E27FC236}">
                <a16:creationId xmlns:a16="http://schemas.microsoft.com/office/drawing/2014/main" id="{6F72D664-F63E-3271-C2BC-D0DC09DC68C6}"/>
              </a:ext>
            </a:extLst>
          </p:cNvPr>
          <p:cNvSpPr txBox="1"/>
          <p:nvPr/>
        </p:nvSpPr>
        <p:spPr>
          <a:xfrm>
            <a:off x="3888921" y="4127727"/>
            <a:ext cx="903514" cy="370114"/>
          </a:xfrm>
          <a:prstGeom prst="rect">
            <a:avLst/>
          </a:prstGeom>
          <a:noFill/>
        </p:spPr>
        <p:txBody>
          <a:bodyPr wrap="square" rtlCol="0">
            <a:spAutoFit/>
          </a:bodyPr>
          <a:lstStyle/>
          <a:p>
            <a:pPr algn="ctr"/>
            <a:r>
              <a:rPr lang="en-US" dirty="0"/>
              <a:t>Block</a:t>
            </a:r>
          </a:p>
        </p:txBody>
      </p:sp>
      <p:grpSp>
        <p:nvGrpSpPr>
          <p:cNvPr id="22" name="Group 21">
            <a:extLst>
              <a:ext uri="{FF2B5EF4-FFF2-40B4-BE49-F238E27FC236}">
                <a16:creationId xmlns:a16="http://schemas.microsoft.com/office/drawing/2014/main" id="{C551CCA6-E595-D0E1-B2B9-6CF240298101}"/>
              </a:ext>
            </a:extLst>
          </p:cNvPr>
          <p:cNvGrpSpPr/>
          <p:nvPr/>
        </p:nvGrpSpPr>
        <p:grpSpPr>
          <a:xfrm>
            <a:off x="1321529" y="2732314"/>
            <a:ext cx="502920" cy="426584"/>
            <a:chOff x="1178654" y="2732314"/>
            <a:chExt cx="502920" cy="426584"/>
          </a:xfrm>
        </p:grpSpPr>
        <p:sp>
          <p:nvSpPr>
            <p:cNvPr id="19" name="Rectangle 18">
              <a:extLst>
                <a:ext uri="{FF2B5EF4-FFF2-40B4-BE49-F238E27FC236}">
                  <a16:creationId xmlns:a16="http://schemas.microsoft.com/office/drawing/2014/main" id="{D9226DE6-B6C9-650C-C710-62B7701D995D}"/>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77">
              <a:extLst>
                <a:ext uri="{FF2B5EF4-FFF2-40B4-BE49-F238E27FC236}">
                  <a16:creationId xmlns:a16="http://schemas.microsoft.com/office/drawing/2014/main" id="{3DDCD59B-BCE6-FA2B-0F9A-96264CC057B6}"/>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20" name="Freeform 77">
              <a:extLst>
                <a:ext uri="{FF2B5EF4-FFF2-40B4-BE49-F238E27FC236}">
                  <a16:creationId xmlns:a16="http://schemas.microsoft.com/office/drawing/2014/main" id="{D8FA6B75-F0C1-1173-EDA6-70F7DF56C76F}"/>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21" name="Freeform 77">
              <a:extLst>
                <a:ext uri="{FF2B5EF4-FFF2-40B4-BE49-F238E27FC236}">
                  <a16:creationId xmlns:a16="http://schemas.microsoft.com/office/drawing/2014/main" id="{43A44231-FC01-4F9D-7504-31FC382EA283}"/>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23" name="Group 22">
            <a:extLst>
              <a:ext uri="{FF2B5EF4-FFF2-40B4-BE49-F238E27FC236}">
                <a16:creationId xmlns:a16="http://schemas.microsoft.com/office/drawing/2014/main" id="{31BC078F-B478-7328-CADC-9BD3C1CBD90B}"/>
              </a:ext>
            </a:extLst>
          </p:cNvPr>
          <p:cNvGrpSpPr/>
          <p:nvPr/>
        </p:nvGrpSpPr>
        <p:grpSpPr>
          <a:xfrm>
            <a:off x="1929029" y="2732314"/>
            <a:ext cx="502920" cy="426584"/>
            <a:chOff x="1178654" y="2732314"/>
            <a:chExt cx="502920" cy="426584"/>
          </a:xfrm>
        </p:grpSpPr>
        <p:sp>
          <p:nvSpPr>
            <p:cNvPr id="24" name="Rectangle 23">
              <a:extLst>
                <a:ext uri="{FF2B5EF4-FFF2-40B4-BE49-F238E27FC236}">
                  <a16:creationId xmlns:a16="http://schemas.microsoft.com/office/drawing/2014/main" id="{0804994B-443A-8425-28E4-D13D15C3EF7E}"/>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77">
              <a:extLst>
                <a:ext uri="{FF2B5EF4-FFF2-40B4-BE49-F238E27FC236}">
                  <a16:creationId xmlns:a16="http://schemas.microsoft.com/office/drawing/2014/main" id="{8E8768D3-70CB-40FF-C979-056210B68C67}"/>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26" name="Freeform 77">
              <a:extLst>
                <a:ext uri="{FF2B5EF4-FFF2-40B4-BE49-F238E27FC236}">
                  <a16:creationId xmlns:a16="http://schemas.microsoft.com/office/drawing/2014/main" id="{05C1A6D7-B836-FF04-C77B-362AD1A05508}"/>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27" name="Freeform 77">
              <a:extLst>
                <a:ext uri="{FF2B5EF4-FFF2-40B4-BE49-F238E27FC236}">
                  <a16:creationId xmlns:a16="http://schemas.microsoft.com/office/drawing/2014/main" id="{18069AAB-74C5-039F-964C-6066778F768A}"/>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28" name="Group 27">
            <a:extLst>
              <a:ext uri="{FF2B5EF4-FFF2-40B4-BE49-F238E27FC236}">
                <a16:creationId xmlns:a16="http://schemas.microsoft.com/office/drawing/2014/main" id="{2932D419-F355-0F34-3E0A-817D3331B618}"/>
              </a:ext>
            </a:extLst>
          </p:cNvPr>
          <p:cNvGrpSpPr/>
          <p:nvPr/>
        </p:nvGrpSpPr>
        <p:grpSpPr>
          <a:xfrm>
            <a:off x="1321529" y="3216728"/>
            <a:ext cx="502920" cy="426584"/>
            <a:chOff x="1178654" y="2732314"/>
            <a:chExt cx="502920" cy="426584"/>
          </a:xfrm>
        </p:grpSpPr>
        <p:sp>
          <p:nvSpPr>
            <p:cNvPr id="29" name="Rectangle 28">
              <a:extLst>
                <a:ext uri="{FF2B5EF4-FFF2-40B4-BE49-F238E27FC236}">
                  <a16:creationId xmlns:a16="http://schemas.microsoft.com/office/drawing/2014/main" id="{BA5ABD47-2DC7-7E97-A9E1-4D8754C4BD31}"/>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Freeform 77">
              <a:extLst>
                <a:ext uri="{FF2B5EF4-FFF2-40B4-BE49-F238E27FC236}">
                  <a16:creationId xmlns:a16="http://schemas.microsoft.com/office/drawing/2014/main" id="{170E7AC3-AE18-3E4E-129D-FD52278D3FD6}"/>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31" name="Freeform 77">
              <a:extLst>
                <a:ext uri="{FF2B5EF4-FFF2-40B4-BE49-F238E27FC236}">
                  <a16:creationId xmlns:a16="http://schemas.microsoft.com/office/drawing/2014/main" id="{D06CBF5B-05C7-8439-0878-0F9C3625D539}"/>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32" name="Freeform 77">
              <a:extLst>
                <a:ext uri="{FF2B5EF4-FFF2-40B4-BE49-F238E27FC236}">
                  <a16:creationId xmlns:a16="http://schemas.microsoft.com/office/drawing/2014/main" id="{0DD84842-C11D-B4D0-2FFE-4385BB8CC8C0}"/>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33" name="Group 32">
            <a:extLst>
              <a:ext uri="{FF2B5EF4-FFF2-40B4-BE49-F238E27FC236}">
                <a16:creationId xmlns:a16="http://schemas.microsoft.com/office/drawing/2014/main" id="{E2832E00-E739-E3E7-B55D-7BB6C0B3677F}"/>
              </a:ext>
            </a:extLst>
          </p:cNvPr>
          <p:cNvGrpSpPr/>
          <p:nvPr/>
        </p:nvGrpSpPr>
        <p:grpSpPr>
          <a:xfrm>
            <a:off x="1929029" y="3215708"/>
            <a:ext cx="502920" cy="426584"/>
            <a:chOff x="1178654" y="2732314"/>
            <a:chExt cx="502920" cy="426584"/>
          </a:xfrm>
        </p:grpSpPr>
        <p:sp>
          <p:nvSpPr>
            <p:cNvPr id="34" name="Rectangle 33">
              <a:extLst>
                <a:ext uri="{FF2B5EF4-FFF2-40B4-BE49-F238E27FC236}">
                  <a16:creationId xmlns:a16="http://schemas.microsoft.com/office/drawing/2014/main" id="{C89B4EB8-5BA1-B152-52F6-2F05B82C32FB}"/>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Freeform 77">
              <a:extLst>
                <a:ext uri="{FF2B5EF4-FFF2-40B4-BE49-F238E27FC236}">
                  <a16:creationId xmlns:a16="http://schemas.microsoft.com/office/drawing/2014/main" id="{DF8EF2C2-EDC1-660C-BF25-B56ADFA6CC1B}"/>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36" name="Freeform 77">
              <a:extLst>
                <a:ext uri="{FF2B5EF4-FFF2-40B4-BE49-F238E27FC236}">
                  <a16:creationId xmlns:a16="http://schemas.microsoft.com/office/drawing/2014/main" id="{FB95A8DB-3847-C6BE-738B-94DD396D76F0}"/>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37" name="Freeform 77">
              <a:extLst>
                <a:ext uri="{FF2B5EF4-FFF2-40B4-BE49-F238E27FC236}">
                  <a16:creationId xmlns:a16="http://schemas.microsoft.com/office/drawing/2014/main" id="{E9F3E044-CC26-A129-7446-69EE78C14BF9}"/>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38" name="Group 37">
            <a:extLst>
              <a:ext uri="{FF2B5EF4-FFF2-40B4-BE49-F238E27FC236}">
                <a16:creationId xmlns:a16="http://schemas.microsoft.com/office/drawing/2014/main" id="{A01941EC-EE2E-82AB-5D0D-8A5905EB0DCF}"/>
              </a:ext>
            </a:extLst>
          </p:cNvPr>
          <p:cNvGrpSpPr/>
          <p:nvPr/>
        </p:nvGrpSpPr>
        <p:grpSpPr>
          <a:xfrm>
            <a:off x="3788506" y="2731294"/>
            <a:ext cx="502920" cy="426584"/>
            <a:chOff x="1178654" y="2732314"/>
            <a:chExt cx="502920" cy="426584"/>
          </a:xfrm>
        </p:grpSpPr>
        <p:sp>
          <p:nvSpPr>
            <p:cNvPr id="39" name="Rectangle 38">
              <a:extLst>
                <a:ext uri="{FF2B5EF4-FFF2-40B4-BE49-F238E27FC236}">
                  <a16:creationId xmlns:a16="http://schemas.microsoft.com/office/drawing/2014/main" id="{A94DDAD2-6A8E-C353-2C9C-BEFDC0BADD3D}"/>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0" name="Freeform 77">
              <a:extLst>
                <a:ext uri="{FF2B5EF4-FFF2-40B4-BE49-F238E27FC236}">
                  <a16:creationId xmlns:a16="http://schemas.microsoft.com/office/drawing/2014/main" id="{6BB8F076-1D39-91BA-A81B-FE65F23233B5}"/>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41" name="Freeform 77">
              <a:extLst>
                <a:ext uri="{FF2B5EF4-FFF2-40B4-BE49-F238E27FC236}">
                  <a16:creationId xmlns:a16="http://schemas.microsoft.com/office/drawing/2014/main" id="{5FF37F7C-3C2D-4CCD-7D28-9DDFB8FF62D2}"/>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42" name="Freeform 77">
              <a:extLst>
                <a:ext uri="{FF2B5EF4-FFF2-40B4-BE49-F238E27FC236}">
                  <a16:creationId xmlns:a16="http://schemas.microsoft.com/office/drawing/2014/main" id="{0AF8C49A-412E-1A23-21DD-C683865732DF}"/>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43" name="Group 42">
            <a:extLst>
              <a:ext uri="{FF2B5EF4-FFF2-40B4-BE49-F238E27FC236}">
                <a16:creationId xmlns:a16="http://schemas.microsoft.com/office/drawing/2014/main" id="{E383E71A-AC65-CEF5-A9B2-07476C91943D}"/>
              </a:ext>
            </a:extLst>
          </p:cNvPr>
          <p:cNvGrpSpPr/>
          <p:nvPr/>
        </p:nvGrpSpPr>
        <p:grpSpPr>
          <a:xfrm>
            <a:off x="4396006" y="2731294"/>
            <a:ext cx="502920" cy="426584"/>
            <a:chOff x="1178654" y="2732314"/>
            <a:chExt cx="502920" cy="426584"/>
          </a:xfrm>
        </p:grpSpPr>
        <p:sp>
          <p:nvSpPr>
            <p:cNvPr id="44" name="Rectangle 43">
              <a:extLst>
                <a:ext uri="{FF2B5EF4-FFF2-40B4-BE49-F238E27FC236}">
                  <a16:creationId xmlns:a16="http://schemas.microsoft.com/office/drawing/2014/main" id="{2B025B12-E674-B65F-7CA5-2EA7A1B27C98}"/>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Freeform 77">
              <a:extLst>
                <a:ext uri="{FF2B5EF4-FFF2-40B4-BE49-F238E27FC236}">
                  <a16:creationId xmlns:a16="http://schemas.microsoft.com/office/drawing/2014/main" id="{3280474A-42A0-8285-0D80-58D003473F38}"/>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46" name="Freeform 77">
              <a:extLst>
                <a:ext uri="{FF2B5EF4-FFF2-40B4-BE49-F238E27FC236}">
                  <a16:creationId xmlns:a16="http://schemas.microsoft.com/office/drawing/2014/main" id="{0F32D477-5737-84DC-2562-458F307CBAD0}"/>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47" name="Freeform 77">
              <a:extLst>
                <a:ext uri="{FF2B5EF4-FFF2-40B4-BE49-F238E27FC236}">
                  <a16:creationId xmlns:a16="http://schemas.microsoft.com/office/drawing/2014/main" id="{A3D51FF3-7366-E1FB-14EC-3DC9056CC453}"/>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48" name="Group 47">
            <a:extLst>
              <a:ext uri="{FF2B5EF4-FFF2-40B4-BE49-F238E27FC236}">
                <a16:creationId xmlns:a16="http://schemas.microsoft.com/office/drawing/2014/main" id="{1E716BF8-E902-0FF0-8EAB-E2B2364931FC}"/>
              </a:ext>
            </a:extLst>
          </p:cNvPr>
          <p:cNvGrpSpPr/>
          <p:nvPr/>
        </p:nvGrpSpPr>
        <p:grpSpPr>
          <a:xfrm>
            <a:off x="3788506" y="3215708"/>
            <a:ext cx="502920" cy="426584"/>
            <a:chOff x="1178654" y="2732314"/>
            <a:chExt cx="502920" cy="426584"/>
          </a:xfrm>
        </p:grpSpPr>
        <p:sp>
          <p:nvSpPr>
            <p:cNvPr id="49" name="Rectangle 48">
              <a:extLst>
                <a:ext uri="{FF2B5EF4-FFF2-40B4-BE49-F238E27FC236}">
                  <a16:creationId xmlns:a16="http://schemas.microsoft.com/office/drawing/2014/main" id="{21645AB4-5EC0-8B27-A02B-A37F1C354E78}"/>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0" name="Freeform 77">
              <a:extLst>
                <a:ext uri="{FF2B5EF4-FFF2-40B4-BE49-F238E27FC236}">
                  <a16:creationId xmlns:a16="http://schemas.microsoft.com/office/drawing/2014/main" id="{986BB8CF-BAF8-2CE1-DDF6-A7A42BF5CEF8}"/>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51" name="Freeform 77">
              <a:extLst>
                <a:ext uri="{FF2B5EF4-FFF2-40B4-BE49-F238E27FC236}">
                  <a16:creationId xmlns:a16="http://schemas.microsoft.com/office/drawing/2014/main" id="{39C68577-0BDC-869C-9F27-C56E69871B2B}"/>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52" name="Freeform 77">
              <a:extLst>
                <a:ext uri="{FF2B5EF4-FFF2-40B4-BE49-F238E27FC236}">
                  <a16:creationId xmlns:a16="http://schemas.microsoft.com/office/drawing/2014/main" id="{0FA981B1-FABB-6838-DAB2-B76D44500C37}"/>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53" name="Group 52">
            <a:extLst>
              <a:ext uri="{FF2B5EF4-FFF2-40B4-BE49-F238E27FC236}">
                <a16:creationId xmlns:a16="http://schemas.microsoft.com/office/drawing/2014/main" id="{C44A94DF-CCA3-C133-7E9C-FA2E80FE83DA}"/>
              </a:ext>
            </a:extLst>
          </p:cNvPr>
          <p:cNvGrpSpPr/>
          <p:nvPr/>
        </p:nvGrpSpPr>
        <p:grpSpPr>
          <a:xfrm>
            <a:off x="4396006" y="3214688"/>
            <a:ext cx="502920" cy="426584"/>
            <a:chOff x="1178654" y="2732314"/>
            <a:chExt cx="502920" cy="426584"/>
          </a:xfrm>
        </p:grpSpPr>
        <p:sp>
          <p:nvSpPr>
            <p:cNvPr id="54" name="Rectangle 53">
              <a:extLst>
                <a:ext uri="{FF2B5EF4-FFF2-40B4-BE49-F238E27FC236}">
                  <a16:creationId xmlns:a16="http://schemas.microsoft.com/office/drawing/2014/main" id="{C61974AE-0CD4-C767-31E3-3175E7EF218E}"/>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5" name="Freeform 77">
              <a:extLst>
                <a:ext uri="{FF2B5EF4-FFF2-40B4-BE49-F238E27FC236}">
                  <a16:creationId xmlns:a16="http://schemas.microsoft.com/office/drawing/2014/main" id="{50CA1816-0D34-D508-4746-C4F0A1161192}"/>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56" name="Freeform 77">
              <a:extLst>
                <a:ext uri="{FF2B5EF4-FFF2-40B4-BE49-F238E27FC236}">
                  <a16:creationId xmlns:a16="http://schemas.microsoft.com/office/drawing/2014/main" id="{9A97076A-8F44-7A64-1331-72F4DF754912}"/>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57" name="Freeform 77">
              <a:extLst>
                <a:ext uri="{FF2B5EF4-FFF2-40B4-BE49-F238E27FC236}">
                  <a16:creationId xmlns:a16="http://schemas.microsoft.com/office/drawing/2014/main" id="{174C06C6-3636-8E2F-F12E-AF1B8468F2A0}"/>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58" name="Group 57">
            <a:extLst>
              <a:ext uri="{FF2B5EF4-FFF2-40B4-BE49-F238E27FC236}">
                <a16:creationId xmlns:a16="http://schemas.microsoft.com/office/drawing/2014/main" id="{FAE07BFD-52C1-FD9B-C2A3-35AB334775CB}"/>
              </a:ext>
            </a:extLst>
          </p:cNvPr>
          <p:cNvGrpSpPr/>
          <p:nvPr/>
        </p:nvGrpSpPr>
        <p:grpSpPr>
          <a:xfrm>
            <a:off x="1321529" y="4484461"/>
            <a:ext cx="502920" cy="426584"/>
            <a:chOff x="1178654" y="2732314"/>
            <a:chExt cx="502920" cy="426584"/>
          </a:xfrm>
        </p:grpSpPr>
        <p:sp>
          <p:nvSpPr>
            <p:cNvPr id="59" name="Rectangle 58">
              <a:extLst>
                <a:ext uri="{FF2B5EF4-FFF2-40B4-BE49-F238E27FC236}">
                  <a16:creationId xmlns:a16="http://schemas.microsoft.com/office/drawing/2014/main" id="{62527AED-FAD7-7DB9-FD70-F3522FADC299}"/>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Freeform 77">
              <a:extLst>
                <a:ext uri="{FF2B5EF4-FFF2-40B4-BE49-F238E27FC236}">
                  <a16:creationId xmlns:a16="http://schemas.microsoft.com/office/drawing/2014/main" id="{C8DAA3D1-1253-1394-6A62-FC38882B9F31}"/>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61" name="Freeform 77">
              <a:extLst>
                <a:ext uri="{FF2B5EF4-FFF2-40B4-BE49-F238E27FC236}">
                  <a16:creationId xmlns:a16="http://schemas.microsoft.com/office/drawing/2014/main" id="{91F7B1C0-FEE0-550E-84B1-6AA29D9E6180}"/>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62" name="Freeform 77">
              <a:extLst>
                <a:ext uri="{FF2B5EF4-FFF2-40B4-BE49-F238E27FC236}">
                  <a16:creationId xmlns:a16="http://schemas.microsoft.com/office/drawing/2014/main" id="{0366D026-F39B-93AA-B937-CC468D64456F}"/>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63" name="Group 62">
            <a:extLst>
              <a:ext uri="{FF2B5EF4-FFF2-40B4-BE49-F238E27FC236}">
                <a16:creationId xmlns:a16="http://schemas.microsoft.com/office/drawing/2014/main" id="{B2EF8904-DA25-9B81-123A-5C5B22337848}"/>
              </a:ext>
            </a:extLst>
          </p:cNvPr>
          <p:cNvGrpSpPr/>
          <p:nvPr/>
        </p:nvGrpSpPr>
        <p:grpSpPr>
          <a:xfrm>
            <a:off x="1929029" y="4484461"/>
            <a:ext cx="502920" cy="426584"/>
            <a:chOff x="1178654" y="2732314"/>
            <a:chExt cx="502920" cy="426584"/>
          </a:xfrm>
        </p:grpSpPr>
        <p:sp>
          <p:nvSpPr>
            <p:cNvPr id="64" name="Rectangle 63">
              <a:extLst>
                <a:ext uri="{FF2B5EF4-FFF2-40B4-BE49-F238E27FC236}">
                  <a16:creationId xmlns:a16="http://schemas.microsoft.com/office/drawing/2014/main" id="{61C53EA2-D775-979F-2040-D37E3566B437}"/>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5" name="Freeform 77">
              <a:extLst>
                <a:ext uri="{FF2B5EF4-FFF2-40B4-BE49-F238E27FC236}">
                  <a16:creationId xmlns:a16="http://schemas.microsoft.com/office/drawing/2014/main" id="{6BF2677B-AB5E-0350-F823-8390C2BD9D99}"/>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66" name="Freeform 77">
              <a:extLst>
                <a:ext uri="{FF2B5EF4-FFF2-40B4-BE49-F238E27FC236}">
                  <a16:creationId xmlns:a16="http://schemas.microsoft.com/office/drawing/2014/main" id="{913E1C9E-8E04-C74F-E07A-9A5EA471FD77}"/>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67" name="Freeform 77">
              <a:extLst>
                <a:ext uri="{FF2B5EF4-FFF2-40B4-BE49-F238E27FC236}">
                  <a16:creationId xmlns:a16="http://schemas.microsoft.com/office/drawing/2014/main" id="{4FDF2D1E-E1E4-51F4-0B72-7BB14B61C938}"/>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68" name="Group 67">
            <a:extLst>
              <a:ext uri="{FF2B5EF4-FFF2-40B4-BE49-F238E27FC236}">
                <a16:creationId xmlns:a16="http://schemas.microsoft.com/office/drawing/2014/main" id="{02693FB7-D3D4-9164-4FDE-5E2E3C916254}"/>
              </a:ext>
            </a:extLst>
          </p:cNvPr>
          <p:cNvGrpSpPr/>
          <p:nvPr/>
        </p:nvGrpSpPr>
        <p:grpSpPr>
          <a:xfrm>
            <a:off x="1321529" y="4968875"/>
            <a:ext cx="502920" cy="426584"/>
            <a:chOff x="1178654" y="2732314"/>
            <a:chExt cx="502920" cy="426584"/>
          </a:xfrm>
        </p:grpSpPr>
        <p:sp>
          <p:nvSpPr>
            <p:cNvPr id="69" name="Rectangle 68">
              <a:extLst>
                <a:ext uri="{FF2B5EF4-FFF2-40B4-BE49-F238E27FC236}">
                  <a16:creationId xmlns:a16="http://schemas.microsoft.com/office/drawing/2014/main" id="{4BBF9FB6-0F71-B89C-5287-058BED27E7AA}"/>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Freeform 77">
              <a:extLst>
                <a:ext uri="{FF2B5EF4-FFF2-40B4-BE49-F238E27FC236}">
                  <a16:creationId xmlns:a16="http://schemas.microsoft.com/office/drawing/2014/main" id="{1358053C-A5BF-58BF-9334-EDE839C15441}"/>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71" name="Freeform 77">
              <a:extLst>
                <a:ext uri="{FF2B5EF4-FFF2-40B4-BE49-F238E27FC236}">
                  <a16:creationId xmlns:a16="http://schemas.microsoft.com/office/drawing/2014/main" id="{4093C860-BCA3-5DBB-A9C1-746B1B3D2595}"/>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72" name="Freeform 77">
              <a:extLst>
                <a:ext uri="{FF2B5EF4-FFF2-40B4-BE49-F238E27FC236}">
                  <a16:creationId xmlns:a16="http://schemas.microsoft.com/office/drawing/2014/main" id="{97D0494B-21E5-7CC5-40BB-7A32FEED93CD}"/>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73" name="Group 72">
            <a:extLst>
              <a:ext uri="{FF2B5EF4-FFF2-40B4-BE49-F238E27FC236}">
                <a16:creationId xmlns:a16="http://schemas.microsoft.com/office/drawing/2014/main" id="{EA783674-560A-955D-DB83-B456369EEEFA}"/>
              </a:ext>
            </a:extLst>
          </p:cNvPr>
          <p:cNvGrpSpPr/>
          <p:nvPr/>
        </p:nvGrpSpPr>
        <p:grpSpPr>
          <a:xfrm>
            <a:off x="1929029" y="4967855"/>
            <a:ext cx="502920" cy="426584"/>
            <a:chOff x="1178654" y="2732314"/>
            <a:chExt cx="502920" cy="426584"/>
          </a:xfrm>
        </p:grpSpPr>
        <p:sp>
          <p:nvSpPr>
            <p:cNvPr id="74" name="Rectangle 73">
              <a:extLst>
                <a:ext uri="{FF2B5EF4-FFF2-40B4-BE49-F238E27FC236}">
                  <a16:creationId xmlns:a16="http://schemas.microsoft.com/office/drawing/2014/main" id="{D6B97FB1-DFEC-96A7-D551-47712BE0248E}"/>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5" name="Freeform 77">
              <a:extLst>
                <a:ext uri="{FF2B5EF4-FFF2-40B4-BE49-F238E27FC236}">
                  <a16:creationId xmlns:a16="http://schemas.microsoft.com/office/drawing/2014/main" id="{0BFF38C4-AB22-4AB9-8B9F-A18CAF3FF806}"/>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76" name="Freeform 77">
              <a:extLst>
                <a:ext uri="{FF2B5EF4-FFF2-40B4-BE49-F238E27FC236}">
                  <a16:creationId xmlns:a16="http://schemas.microsoft.com/office/drawing/2014/main" id="{364B8AFE-2534-042B-364B-4873C99FB7D1}"/>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77" name="Freeform 77">
              <a:extLst>
                <a:ext uri="{FF2B5EF4-FFF2-40B4-BE49-F238E27FC236}">
                  <a16:creationId xmlns:a16="http://schemas.microsoft.com/office/drawing/2014/main" id="{9C1C8501-F69F-1003-E6B0-258076EB0D33}"/>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78" name="Group 77">
            <a:extLst>
              <a:ext uri="{FF2B5EF4-FFF2-40B4-BE49-F238E27FC236}">
                <a16:creationId xmlns:a16="http://schemas.microsoft.com/office/drawing/2014/main" id="{B45DED7F-1650-9827-617E-C1AAE992CB61}"/>
              </a:ext>
            </a:extLst>
          </p:cNvPr>
          <p:cNvGrpSpPr/>
          <p:nvPr/>
        </p:nvGrpSpPr>
        <p:grpSpPr>
          <a:xfrm>
            <a:off x="3783003" y="4497841"/>
            <a:ext cx="502920" cy="426584"/>
            <a:chOff x="1178654" y="2732314"/>
            <a:chExt cx="502920" cy="426584"/>
          </a:xfrm>
        </p:grpSpPr>
        <p:sp>
          <p:nvSpPr>
            <p:cNvPr id="79" name="Rectangle 78">
              <a:extLst>
                <a:ext uri="{FF2B5EF4-FFF2-40B4-BE49-F238E27FC236}">
                  <a16:creationId xmlns:a16="http://schemas.microsoft.com/office/drawing/2014/main" id="{3E9D6D10-F612-BCD8-4135-5485555FE1CE}"/>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Freeform 77">
              <a:extLst>
                <a:ext uri="{FF2B5EF4-FFF2-40B4-BE49-F238E27FC236}">
                  <a16:creationId xmlns:a16="http://schemas.microsoft.com/office/drawing/2014/main" id="{B324DD6D-83A1-3CD1-201D-AD5828DAB742}"/>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81" name="Freeform 77">
              <a:extLst>
                <a:ext uri="{FF2B5EF4-FFF2-40B4-BE49-F238E27FC236}">
                  <a16:creationId xmlns:a16="http://schemas.microsoft.com/office/drawing/2014/main" id="{BB20CE78-E34C-99D8-985A-14A54CDAE379}"/>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82" name="Freeform 77">
              <a:extLst>
                <a:ext uri="{FF2B5EF4-FFF2-40B4-BE49-F238E27FC236}">
                  <a16:creationId xmlns:a16="http://schemas.microsoft.com/office/drawing/2014/main" id="{4101D509-B59E-0B35-E2D0-47440C74BFE5}"/>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83" name="Group 82">
            <a:extLst>
              <a:ext uri="{FF2B5EF4-FFF2-40B4-BE49-F238E27FC236}">
                <a16:creationId xmlns:a16="http://schemas.microsoft.com/office/drawing/2014/main" id="{6586E7F2-1A5A-6E9B-FCC8-7DC489B42816}"/>
              </a:ext>
            </a:extLst>
          </p:cNvPr>
          <p:cNvGrpSpPr/>
          <p:nvPr/>
        </p:nvGrpSpPr>
        <p:grpSpPr>
          <a:xfrm>
            <a:off x="4390503" y="4497841"/>
            <a:ext cx="502920" cy="426584"/>
            <a:chOff x="1178654" y="2732314"/>
            <a:chExt cx="502920" cy="426584"/>
          </a:xfrm>
        </p:grpSpPr>
        <p:sp>
          <p:nvSpPr>
            <p:cNvPr id="84" name="Rectangle 83">
              <a:extLst>
                <a:ext uri="{FF2B5EF4-FFF2-40B4-BE49-F238E27FC236}">
                  <a16:creationId xmlns:a16="http://schemas.microsoft.com/office/drawing/2014/main" id="{F58CCF06-1239-5E76-BB06-FAED7C08E23D}"/>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5" name="Freeform 77">
              <a:extLst>
                <a:ext uri="{FF2B5EF4-FFF2-40B4-BE49-F238E27FC236}">
                  <a16:creationId xmlns:a16="http://schemas.microsoft.com/office/drawing/2014/main" id="{80FFC481-3D3E-B9AC-D66D-8A74C7A05BD5}"/>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86" name="Freeform 77">
              <a:extLst>
                <a:ext uri="{FF2B5EF4-FFF2-40B4-BE49-F238E27FC236}">
                  <a16:creationId xmlns:a16="http://schemas.microsoft.com/office/drawing/2014/main" id="{41A9173C-90D8-8032-09A1-6E5CCE64CD8D}"/>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87" name="Freeform 77">
              <a:extLst>
                <a:ext uri="{FF2B5EF4-FFF2-40B4-BE49-F238E27FC236}">
                  <a16:creationId xmlns:a16="http://schemas.microsoft.com/office/drawing/2014/main" id="{2812E905-454E-2EA6-22B3-BCBDF10B0CD2}"/>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88" name="Group 87">
            <a:extLst>
              <a:ext uri="{FF2B5EF4-FFF2-40B4-BE49-F238E27FC236}">
                <a16:creationId xmlns:a16="http://schemas.microsoft.com/office/drawing/2014/main" id="{391B8189-0682-7375-4199-8FC2A7489DB1}"/>
              </a:ext>
            </a:extLst>
          </p:cNvPr>
          <p:cNvGrpSpPr/>
          <p:nvPr/>
        </p:nvGrpSpPr>
        <p:grpSpPr>
          <a:xfrm>
            <a:off x="3783003" y="4982255"/>
            <a:ext cx="502920" cy="426584"/>
            <a:chOff x="1178654" y="2732314"/>
            <a:chExt cx="502920" cy="426584"/>
          </a:xfrm>
        </p:grpSpPr>
        <p:sp>
          <p:nvSpPr>
            <p:cNvPr id="89" name="Rectangle 88">
              <a:extLst>
                <a:ext uri="{FF2B5EF4-FFF2-40B4-BE49-F238E27FC236}">
                  <a16:creationId xmlns:a16="http://schemas.microsoft.com/office/drawing/2014/main" id="{EBD5BD2D-2EE9-992E-E9BF-8182D697061F}"/>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0" name="Freeform 77">
              <a:extLst>
                <a:ext uri="{FF2B5EF4-FFF2-40B4-BE49-F238E27FC236}">
                  <a16:creationId xmlns:a16="http://schemas.microsoft.com/office/drawing/2014/main" id="{8C8E4177-65C5-DD2B-B3FE-41D7EA86D9B3}"/>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91" name="Freeform 77">
              <a:extLst>
                <a:ext uri="{FF2B5EF4-FFF2-40B4-BE49-F238E27FC236}">
                  <a16:creationId xmlns:a16="http://schemas.microsoft.com/office/drawing/2014/main" id="{D1553465-4B6B-AA44-800D-125E6F88CA79}"/>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92" name="Freeform 77">
              <a:extLst>
                <a:ext uri="{FF2B5EF4-FFF2-40B4-BE49-F238E27FC236}">
                  <a16:creationId xmlns:a16="http://schemas.microsoft.com/office/drawing/2014/main" id="{7D57B003-1621-F491-252F-75720FDBC68A}"/>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grpSp>
        <p:nvGrpSpPr>
          <p:cNvPr id="93" name="Group 92">
            <a:extLst>
              <a:ext uri="{FF2B5EF4-FFF2-40B4-BE49-F238E27FC236}">
                <a16:creationId xmlns:a16="http://schemas.microsoft.com/office/drawing/2014/main" id="{E4E54136-255B-CF5B-DECF-397407872E55}"/>
              </a:ext>
            </a:extLst>
          </p:cNvPr>
          <p:cNvGrpSpPr/>
          <p:nvPr/>
        </p:nvGrpSpPr>
        <p:grpSpPr>
          <a:xfrm>
            <a:off x="4390503" y="4981235"/>
            <a:ext cx="502920" cy="426584"/>
            <a:chOff x="1178654" y="2732314"/>
            <a:chExt cx="502920" cy="426584"/>
          </a:xfrm>
        </p:grpSpPr>
        <p:sp>
          <p:nvSpPr>
            <p:cNvPr id="94" name="Rectangle 93">
              <a:extLst>
                <a:ext uri="{FF2B5EF4-FFF2-40B4-BE49-F238E27FC236}">
                  <a16:creationId xmlns:a16="http://schemas.microsoft.com/office/drawing/2014/main" id="{509876E1-CAB8-11CF-6749-DF5AA7893B60}"/>
                </a:ext>
              </a:extLst>
            </p:cNvPr>
            <p:cNvSpPr/>
            <p:nvPr/>
          </p:nvSpPr>
          <p:spPr>
            <a:xfrm>
              <a:off x="1178654" y="2732314"/>
              <a:ext cx="502920" cy="426584"/>
            </a:xfrm>
            <a:prstGeom prst="rect">
              <a:avLst/>
            </a:prstGeom>
            <a:solidFill>
              <a:schemeClr val="bg1">
                <a:lumMod val="65000"/>
              </a:schemeClr>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Freeform 77">
              <a:extLst>
                <a:ext uri="{FF2B5EF4-FFF2-40B4-BE49-F238E27FC236}">
                  <a16:creationId xmlns:a16="http://schemas.microsoft.com/office/drawing/2014/main" id="{12CD0CA7-3AD3-4FD5-ADCD-75C79F5B1E14}"/>
                </a:ext>
              </a:extLst>
            </p:cNvPr>
            <p:cNvSpPr/>
            <p:nvPr/>
          </p:nvSpPr>
          <p:spPr>
            <a:xfrm>
              <a:off x="1243139"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96" name="Freeform 77">
              <a:extLst>
                <a:ext uri="{FF2B5EF4-FFF2-40B4-BE49-F238E27FC236}">
                  <a16:creationId xmlns:a16="http://schemas.microsoft.com/office/drawing/2014/main" id="{EB835F26-4D0F-81FF-A9BE-8E73134EE777}"/>
                </a:ext>
              </a:extLst>
            </p:cNvPr>
            <p:cNvSpPr/>
            <p:nvPr/>
          </p:nvSpPr>
          <p:spPr>
            <a:xfrm>
              <a:off x="1367993" y="2821778"/>
              <a:ext cx="76618"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sp>
          <p:nvSpPr>
            <p:cNvPr id="97" name="Freeform 77">
              <a:extLst>
                <a:ext uri="{FF2B5EF4-FFF2-40B4-BE49-F238E27FC236}">
                  <a16:creationId xmlns:a16="http://schemas.microsoft.com/office/drawing/2014/main" id="{BAA774A5-D956-CD63-D1E6-EE03E80846BE}"/>
                </a:ext>
              </a:extLst>
            </p:cNvPr>
            <p:cNvSpPr/>
            <p:nvPr/>
          </p:nvSpPr>
          <p:spPr>
            <a:xfrm>
              <a:off x="1570128" y="2821778"/>
              <a:ext cx="45719" cy="247656"/>
            </a:xfrm>
            <a:custGeom>
              <a:avLst/>
              <a:gdLst>
                <a:gd name="connsiteX0" fmla="*/ 26032 w 112460"/>
                <a:gd name="connsiteY0" fmla="*/ 0 h 655607"/>
                <a:gd name="connsiteX1" fmla="*/ 86417 w 112460"/>
                <a:gd name="connsiteY1" fmla="*/ 69011 h 655607"/>
                <a:gd name="connsiteX2" fmla="*/ 153 w 112460"/>
                <a:gd name="connsiteY2" fmla="*/ 112143 h 655607"/>
                <a:gd name="connsiteX3" fmla="*/ 95043 w 112460"/>
                <a:gd name="connsiteY3" fmla="*/ 163902 h 655607"/>
                <a:gd name="connsiteX4" fmla="*/ 8779 w 112460"/>
                <a:gd name="connsiteY4" fmla="*/ 215660 h 655607"/>
                <a:gd name="connsiteX5" fmla="*/ 86417 w 112460"/>
                <a:gd name="connsiteY5" fmla="*/ 250166 h 655607"/>
                <a:gd name="connsiteX6" fmla="*/ 17406 w 112460"/>
                <a:gd name="connsiteY6" fmla="*/ 284672 h 655607"/>
                <a:gd name="connsiteX7" fmla="*/ 86417 w 112460"/>
                <a:gd name="connsiteY7" fmla="*/ 301924 h 655607"/>
                <a:gd name="connsiteX8" fmla="*/ 153 w 112460"/>
                <a:gd name="connsiteY8" fmla="*/ 336430 h 655607"/>
                <a:gd name="connsiteX9" fmla="*/ 112296 w 112460"/>
                <a:gd name="connsiteY9" fmla="*/ 379562 h 655607"/>
                <a:gd name="connsiteX10" fmla="*/ 153 w 112460"/>
                <a:gd name="connsiteY10" fmla="*/ 414068 h 655607"/>
                <a:gd name="connsiteX11" fmla="*/ 112296 w 112460"/>
                <a:gd name="connsiteY11" fmla="*/ 448573 h 655607"/>
                <a:gd name="connsiteX12" fmla="*/ 26032 w 112460"/>
                <a:gd name="connsiteY12" fmla="*/ 483079 h 655607"/>
                <a:gd name="connsiteX13" fmla="*/ 60538 w 112460"/>
                <a:gd name="connsiteY13" fmla="*/ 500332 h 655607"/>
                <a:gd name="connsiteX14" fmla="*/ 69164 w 112460"/>
                <a:gd name="connsiteY14" fmla="*/ 621102 h 655607"/>
                <a:gd name="connsiteX15" fmla="*/ 69164 w 112460"/>
                <a:gd name="connsiteY15" fmla="*/ 655607 h 6556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2460" h="655607">
                  <a:moveTo>
                    <a:pt x="26032" y="0"/>
                  </a:moveTo>
                  <a:cubicBezTo>
                    <a:pt x="58381" y="25160"/>
                    <a:pt x="90730" y="50321"/>
                    <a:pt x="86417" y="69011"/>
                  </a:cubicBezTo>
                  <a:cubicBezTo>
                    <a:pt x="82104" y="87701"/>
                    <a:pt x="-1285" y="96328"/>
                    <a:pt x="153" y="112143"/>
                  </a:cubicBezTo>
                  <a:cubicBezTo>
                    <a:pt x="1591" y="127958"/>
                    <a:pt x="93605" y="146649"/>
                    <a:pt x="95043" y="163902"/>
                  </a:cubicBezTo>
                  <a:cubicBezTo>
                    <a:pt x="96481" y="181155"/>
                    <a:pt x="10217" y="201283"/>
                    <a:pt x="8779" y="215660"/>
                  </a:cubicBezTo>
                  <a:cubicBezTo>
                    <a:pt x="7341" y="230037"/>
                    <a:pt x="84979" y="238664"/>
                    <a:pt x="86417" y="250166"/>
                  </a:cubicBezTo>
                  <a:cubicBezTo>
                    <a:pt x="87855" y="261668"/>
                    <a:pt x="17406" y="276046"/>
                    <a:pt x="17406" y="284672"/>
                  </a:cubicBezTo>
                  <a:cubicBezTo>
                    <a:pt x="17406" y="293298"/>
                    <a:pt x="89292" y="293298"/>
                    <a:pt x="86417" y="301924"/>
                  </a:cubicBezTo>
                  <a:cubicBezTo>
                    <a:pt x="83542" y="310550"/>
                    <a:pt x="-4160" y="323490"/>
                    <a:pt x="153" y="336430"/>
                  </a:cubicBezTo>
                  <a:cubicBezTo>
                    <a:pt x="4466" y="349370"/>
                    <a:pt x="112296" y="366622"/>
                    <a:pt x="112296" y="379562"/>
                  </a:cubicBezTo>
                  <a:cubicBezTo>
                    <a:pt x="112296" y="392502"/>
                    <a:pt x="153" y="402566"/>
                    <a:pt x="153" y="414068"/>
                  </a:cubicBezTo>
                  <a:cubicBezTo>
                    <a:pt x="153" y="425570"/>
                    <a:pt x="107983" y="437071"/>
                    <a:pt x="112296" y="448573"/>
                  </a:cubicBezTo>
                  <a:cubicBezTo>
                    <a:pt x="116609" y="460075"/>
                    <a:pt x="34658" y="474453"/>
                    <a:pt x="26032" y="483079"/>
                  </a:cubicBezTo>
                  <a:cubicBezTo>
                    <a:pt x="17406" y="491706"/>
                    <a:pt x="53349" y="477328"/>
                    <a:pt x="60538" y="500332"/>
                  </a:cubicBezTo>
                  <a:cubicBezTo>
                    <a:pt x="67727" y="523336"/>
                    <a:pt x="67726" y="595223"/>
                    <a:pt x="69164" y="621102"/>
                  </a:cubicBezTo>
                  <a:cubicBezTo>
                    <a:pt x="70602" y="646981"/>
                    <a:pt x="69883" y="651294"/>
                    <a:pt x="69164" y="655607"/>
                  </a:cubicBezTo>
                </a:path>
              </a:pathLst>
            </a:custGeom>
            <a:solidFill>
              <a:schemeClr val="bg1"/>
            </a:solidFill>
            <a:ln>
              <a:solidFill>
                <a:schemeClr val="bg1"/>
              </a:solidFill>
              <a:headEnd type="none" w="med" len="med"/>
              <a:tailEnd type="arrow" w="med" len="med"/>
            </a:ln>
          </p:spPr>
          <p:style>
            <a:lnRef idx="2">
              <a:schemeClr val="dk1"/>
            </a:lnRef>
            <a:fillRef idx="0">
              <a:schemeClr val="dk1"/>
            </a:fillRef>
            <a:effectRef idx="1">
              <a:schemeClr val="dk1"/>
            </a:effectRef>
            <a:fontRef idx="minor">
              <a:schemeClr val="tx1"/>
            </a:fontRef>
          </p:style>
          <p:txBody>
            <a:bodyPr rtlCol="0" anchor="ctr"/>
            <a:lstStyle/>
            <a:p>
              <a:pPr algn="ctr"/>
              <a:endParaRPr lang="en-US">
                <a:solidFill>
                  <a:schemeClr val="tx2"/>
                </a:solidFill>
              </a:endParaRPr>
            </a:p>
          </p:txBody>
        </p:sp>
      </p:grpSp>
      <p:cxnSp>
        <p:nvCxnSpPr>
          <p:cNvPr id="99" name="Straight Arrow Connector 98">
            <a:extLst>
              <a:ext uri="{FF2B5EF4-FFF2-40B4-BE49-F238E27FC236}">
                <a16:creationId xmlns:a16="http://schemas.microsoft.com/office/drawing/2014/main" id="{0027A856-24D7-3039-3692-0A0299491D55}"/>
              </a:ext>
            </a:extLst>
          </p:cNvPr>
          <p:cNvCxnSpPr/>
          <p:nvPr/>
        </p:nvCxnSpPr>
        <p:spPr>
          <a:xfrm>
            <a:off x="4781977" y="3641272"/>
            <a:ext cx="1475948" cy="1921328"/>
          </a:xfrm>
          <a:prstGeom prst="straightConnector1">
            <a:avLst/>
          </a:prstGeom>
          <a:ln>
            <a:solidFill>
              <a:srgbClr val="C00000"/>
            </a:solidFill>
            <a:tailEnd type="triangle"/>
          </a:ln>
        </p:spPr>
        <p:style>
          <a:lnRef idx="1">
            <a:schemeClr val="accent1"/>
          </a:lnRef>
          <a:fillRef idx="0">
            <a:schemeClr val="accent1"/>
          </a:fillRef>
          <a:effectRef idx="0">
            <a:schemeClr val="accent1"/>
          </a:effectRef>
          <a:fontRef idx="minor">
            <a:schemeClr val="tx1"/>
          </a:fontRef>
        </p:style>
      </p:cxnSp>
      <p:sp>
        <p:nvSpPr>
          <p:cNvPr id="100" name="TextBox 99">
            <a:extLst>
              <a:ext uri="{FF2B5EF4-FFF2-40B4-BE49-F238E27FC236}">
                <a16:creationId xmlns:a16="http://schemas.microsoft.com/office/drawing/2014/main" id="{21D13056-B2FE-601C-DE5F-FB1AB5FA1DB1}"/>
              </a:ext>
            </a:extLst>
          </p:cNvPr>
          <p:cNvSpPr txBox="1"/>
          <p:nvPr/>
        </p:nvSpPr>
        <p:spPr>
          <a:xfrm>
            <a:off x="6096000" y="5676900"/>
            <a:ext cx="2038350" cy="369332"/>
          </a:xfrm>
          <a:prstGeom prst="rect">
            <a:avLst/>
          </a:prstGeom>
          <a:noFill/>
        </p:spPr>
        <p:txBody>
          <a:bodyPr wrap="square" rtlCol="0">
            <a:spAutoFit/>
          </a:bodyPr>
          <a:lstStyle/>
          <a:p>
            <a:r>
              <a:rPr lang="en-US" dirty="0"/>
              <a:t>Warps and Threads</a:t>
            </a:r>
          </a:p>
        </p:txBody>
      </p:sp>
    </p:spTree>
    <p:extLst>
      <p:ext uri="{BB962C8B-B14F-4D97-AF65-F5344CB8AC3E}">
        <p14:creationId xmlns:p14="http://schemas.microsoft.com/office/powerpoint/2010/main" val="166343547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5BF188-622F-BD57-70CE-311924DA3D5F}"/>
              </a:ext>
            </a:extLst>
          </p:cNvPr>
          <p:cNvSpPr>
            <a:spLocks noGrp="1"/>
          </p:cNvSpPr>
          <p:nvPr>
            <p:ph type="title"/>
          </p:nvPr>
        </p:nvSpPr>
        <p:spPr/>
        <p:txBody>
          <a:bodyPr/>
          <a:lstStyle/>
          <a:p>
            <a:r>
              <a:rPr lang="en" dirty="0"/>
              <a:t>AMD GPU Programming Concepts</a:t>
            </a:r>
            <a:endParaRPr lang="en-US" dirty="0"/>
          </a:p>
        </p:txBody>
      </p:sp>
      <p:pic>
        <p:nvPicPr>
          <p:cNvPr id="4" name="Google Shape;187;p33">
            <a:extLst>
              <a:ext uri="{FF2B5EF4-FFF2-40B4-BE49-F238E27FC236}">
                <a16:creationId xmlns:a16="http://schemas.microsoft.com/office/drawing/2014/main" id="{E03458F9-F849-00E1-899B-8834A9D64431}"/>
              </a:ext>
            </a:extLst>
          </p:cNvPr>
          <p:cNvPicPr preferRelativeResize="0">
            <a:picLocks noGrp="1"/>
          </p:cNvPicPr>
          <p:nvPr>
            <p:ph idx="1"/>
          </p:nvPr>
        </p:nvPicPr>
        <p:blipFill>
          <a:blip r:embed="rId2">
            <a:alphaModFix/>
          </a:blip>
          <a:stretch>
            <a:fillRect/>
          </a:stretch>
        </p:blipFill>
        <p:spPr>
          <a:xfrm>
            <a:off x="514350" y="1607801"/>
            <a:ext cx="10515600" cy="2386686"/>
          </a:xfrm>
          <a:prstGeom prst="rect">
            <a:avLst/>
          </a:prstGeom>
          <a:noFill/>
          <a:ln>
            <a:noFill/>
          </a:ln>
        </p:spPr>
      </p:pic>
    </p:spTree>
    <p:extLst>
      <p:ext uri="{BB962C8B-B14F-4D97-AF65-F5344CB8AC3E}">
        <p14:creationId xmlns:p14="http://schemas.microsoft.com/office/powerpoint/2010/main" val="292979347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E1FEF1-8C5B-7611-7EC8-067BB7DBF5DE}"/>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A334A5C6-3CEC-6E03-0E66-7652FF6CD863}"/>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01965236-EE92-F132-D082-8870464E9249}"/>
              </a:ext>
            </a:extLst>
          </p:cNvPr>
          <p:cNvSpPr txBox="1"/>
          <p:nvPr/>
        </p:nvSpPr>
        <p:spPr>
          <a:xfrm>
            <a:off x="1121229" y="3429000"/>
            <a:ext cx="9971314" cy="1477328"/>
          </a:xfrm>
          <a:prstGeom prst="rect">
            <a:avLst/>
          </a:prstGeom>
          <a:noFill/>
        </p:spPr>
        <p:txBody>
          <a:bodyPr wrap="square" rtlCol="0">
            <a:spAutoFit/>
          </a:bodyPr>
          <a:lstStyle/>
          <a:p>
            <a:r>
              <a:rPr lang="en-US" dirty="0"/>
              <a:t>Each thread has access to the following configuration variables</a:t>
            </a:r>
          </a:p>
          <a:p>
            <a:pPr marL="285750" indent="-285750">
              <a:buFont typeface="Arial" panose="020B0604020202020204" pitchFamily="34" charset="0"/>
              <a:buChar char="•"/>
            </a:pPr>
            <a:r>
              <a:rPr lang="en-US" dirty="0"/>
              <a:t>Block ID of the block they belong to: </a:t>
            </a:r>
            <a:r>
              <a:rPr lang="en-US" dirty="0" err="1"/>
              <a:t>blockIdx.x</a:t>
            </a:r>
            <a:endParaRPr lang="en-US" dirty="0"/>
          </a:p>
          <a:p>
            <a:pPr marL="285750" indent="-285750">
              <a:buFont typeface="Arial" panose="020B0604020202020204" pitchFamily="34" charset="0"/>
              <a:buChar char="•"/>
            </a:pPr>
            <a:r>
              <a:rPr lang="en-US" dirty="0"/>
              <a:t>Thread ID within their block: </a:t>
            </a:r>
            <a:r>
              <a:rPr lang="en-US" dirty="0" err="1"/>
              <a:t>threadIDx.x</a:t>
            </a:r>
            <a:endParaRPr lang="en-US" dirty="0"/>
          </a:p>
          <a:p>
            <a:pPr marL="285750" indent="-285750">
              <a:buFont typeface="Arial" panose="020B0604020202020204" pitchFamily="34" charset="0"/>
              <a:buChar char="•"/>
            </a:pPr>
            <a:r>
              <a:rPr lang="en-US" dirty="0"/>
              <a:t>Dimension of the blocks in the kernel: </a:t>
            </a:r>
            <a:r>
              <a:rPr lang="en-US" dirty="0" err="1"/>
              <a:t>blockDim.x</a:t>
            </a:r>
            <a:endParaRPr lang="en-US" dirty="0"/>
          </a:p>
          <a:p>
            <a:pPr marL="285750" indent="-285750">
              <a:buFont typeface="Arial" panose="020B0604020202020204" pitchFamily="34" charset="0"/>
              <a:buChar char="•"/>
            </a:pPr>
            <a:r>
              <a:rPr lang="en-US" dirty="0"/>
              <a:t>Number of blocks in grid: </a:t>
            </a:r>
            <a:r>
              <a:rPr lang="en-US" dirty="0" err="1"/>
              <a:t>gridDim.x</a:t>
            </a:r>
            <a:endParaRPr lang="en-US" dirty="0"/>
          </a:p>
        </p:txBody>
      </p:sp>
    </p:spTree>
    <p:extLst>
      <p:ext uri="{BB962C8B-B14F-4D97-AF65-F5344CB8AC3E}">
        <p14:creationId xmlns:p14="http://schemas.microsoft.com/office/powerpoint/2010/main" val="300750550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A04395-4BA0-5EB4-AB3B-F6CF281714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E89AFF-2249-67F2-FF90-A305E6B20DC8}"/>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DCD373B8-CFCE-76F6-C41B-649AEEBC2713}"/>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3" name="TextBox 2">
            <a:extLst>
              <a:ext uri="{FF2B5EF4-FFF2-40B4-BE49-F238E27FC236}">
                <a16:creationId xmlns:a16="http://schemas.microsoft.com/office/drawing/2014/main" id="{8AC59E37-6B5E-3DED-B70C-5604ADC3F605}"/>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Tree>
    <p:extLst>
      <p:ext uri="{BB962C8B-B14F-4D97-AF65-F5344CB8AC3E}">
        <p14:creationId xmlns:p14="http://schemas.microsoft.com/office/powerpoint/2010/main" val="199353952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ED631E-9EE1-F79F-3DFE-7D2FB8D6AF5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BD97BA-C1A4-6868-8B31-48EDE940C0AF}"/>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847F915E-D79E-C8C4-9403-29B20B9A672D}"/>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3369CB4B-B79F-218C-082C-2625CA9EA9CF}"/>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Tree>
    <p:extLst>
      <p:ext uri="{BB962C8B-B14F-4D97-AF65-F5344CB8AC3E}">
        <p14:creationId xmlns:p14="http://schemas.microsoft.com/office/powerpoint/2010/main" val="257822149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04C68C-E46F-E827-3975-803EB159CC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F5195CF-8338-E67B-F44F-403EC8A0BA1C}"/>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69237F86-27CC-17FA-7DE0-71A33CEC72D6}"/>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8EA738FB-6220-675C-BCA9-955872733F63}"/>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10EA7EA9-E47C-E51F-2A83-87DF315D149A}"/>
              </a:ext>
            </a:extLst>
          </p:cNvPr>
          <p:cNvSpPr txBox="1"/>
          <p:nvPr/>
        </p:nvSpPr>
        <p:spPr>
          <a:xfrm>
            <a:off x="4354286" y="4234543"/>
            <a:ext cx="1850571" cy="381000"/>
          </a:xfrm>
          <a:prstGeom prst="rect">
            <a:avLst/>
          </a:prstGeom>
          <a:noFill/>
        </p:spPr>
        <p:txBody>
          <a:bodyPr wrap="square" rtlCol="0">
            <a:spAutoFit/>
          </a:bodyPr>
          <a:lstStyle/>
          <a:p>
            <a:r>
              <a:rPr lang="en-US" dirty="0" err="1"/>
              <a:t>threadIdx.x</a:t>
            </a:r>
            <a:r>
              <a:rPr lang="en-US" dirty="0"/>
              <a:t> = 0</a:t>
            </a:r>
          </a:p>
        </p:txBody>
      </p:sp>
      <p:sp>
        <p:nvSpPr>
          <p:cNvPr id="6" name="Rectangle 5">
            <a:extLst>
              <a:ext uri="{FF2B5EF4-FFF2-40B4-BE49-F238E27FC236}">
                <a16:creationId xmlns:a16="http://schemas.microsoft.com/office/drawing/2014/main" id="{B4FEE9E8-816D-F43D-EE42-7300D17E1E31}"/>
              </a:ext>
            </a:extLst>
          </p:cNvPr>
          <p:cNvSpPr/>
          <p:nvPr/>
        </p:nvSpPr>
        <p:spPr>
          <a:xfrm>
            <a:off x="1492204" y="248194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20C88649-F7F1-8EF6-AF47-BD37F0C23EE8}"/>
              </a:ext>
            </a:extLst>
          </p:cNvPr>
          <p:cNvSpPr/>
          <p:nvPr/>
        </p:nvSpPr>
        <p:spPr>
          <a:xfrm>
            <a:off x="2535191" y="2472418"/>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8C7ECE1A-91CA-FA9E-5ED1-8FEA5C5EA445}"/>
              </a:ext>
            </a:extLst>
          </p:cNvPr>
          <p:cNvSpPr/>
          <p:nvPr/>
        </p:nvSpPr>
        <p:spPr>
          <a:xfrm>
            <a:off x="3578178" y="2472417"/>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A544505-AA52-E797-3F2A-61C55AE85D84}"/>
              </a:ext>
            </a:extLst>
          </p:cNvPr>
          <p:cNvSpPr/>
          <p:nvPr/>
        </p:nvSpPr>
        <p:spPr>
          <a:xfrm>
            <a:off x="4621165" y="2472417"/>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C4492ED-1264-13F2-71CC-A99DC52F86FC}"/>
              </a:ext>
            </a:extLst>
          </p:cNvPr>
          <p:cNvSpPr/>
          <p:nvPr/>
        </p:nvSpPr>
        <p:spPr>
          <a:xfrm>
            <a:off x="5678441" y="2472416"/>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AEF199-9A87-1AE2-E0D7-9B45523D366B}"/>
              </a:ext>
            </a:extLst>
          </p:cNvPr>
          <p:cNvSpPr/>
          <p:nvPr/>
        </p:nvSpPr>
        <p:spPr>
          <a:xfrm>
            <a:off x="6723017" y="248194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16344CE-EA6E-4F6B-2C71-107D762FE8B9}"/>
              </a:ext>
            </a:extLst>
          </p:cNvPr>
          <p:cNvSpPr/>
          <p:nvPr/>
        </p:nvSpPr>
        <p:spPr>
          <a:xfrm>
            <a:off x="7776799" y="248194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156A6BF-654D-65B0-AF2A-306B50157B52}"/>
              </a:ext>
            </a:extLst>
          </p:cNvPr>
          <p:cNvSpPr/>
          <p:nvPr/>
        </p:nvSpPr>
        <p:spPr>
          <a:xfrm>
            <a:off x="8821691" y="2472415"/>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61305347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B1C36D-54FF-0CED-FF10-F810FF4BDD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DD91D59-5B03-C6B7-E67B-6B839E6B4530}"/>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3407037B-E31F-9EE3-402C-3AC3EF0F7F0A}"/>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0133BF2C-D5FE-9CA1-C12E-1DB1D29204DA}"/>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98333321-A5D7-B8F0-29D0-F8F0F2B0934A}"/>
              </a:ext>
            </a:extLst>
          </p:cNvPr>
          <p:cNvSpPr txBox="1"/>
          <p:nvPr/>
        </p:nvSpPr>
        <p:spPr>
          <a:xfrm>
            <a:off x="4354286" y="4234543"/>
            <a:ext cx="1850571" cy="381000"/>
          </a:xfrm>
          <a:prstGeom prst="rect">
            <a:avLst/>
          </a:prstGeom>
          <a:noFill/>
        </p:spPr>
        <p:txBody>
          <a:bodyPr wrap="square" rtlCol="0">
            <a:spAutoFit/>
          </a:bodyPr>
          <a:lstStyle/>
          <a:p>
            <a:r>
              <a:rPr lang="en-US" dirty="0" err="1"/>
              <a:t>threadIdx.x</a:t>
            </a:r>
            <a:r>
              <a:rPr lang="en-US" dirty="0"/>
              <a:t> = 1</a:t>
            </a:r>
          </a:p>
        </p:txBody>
      </p:sp>
      <p:sp>
        <p:nvSpPr>
          <p:cNvPr id="6" name="Rectangle 5">
            <a:extLst>
              <a:ext uri="{FF2B5EF4-FFF2-40B4-BE49-F238E27FC236}">
                <a16:creationId xmlns:a16="http://schemas.microsoft.com/office/drawing/2014/main" id="{F9B96A94-C0F8-9090-B712-16EFB9A596C0}"/>
              </a:ext>
            </a:extLst>
          </p:cNvPr>
          <p:cNvSpPr/>
          <p:nvPr/>
        </p:nvSpPr>
        <p:spPr>
          <a:xfrm>
            <a:off x="1751284" y="2475279"/>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AF8AC4CB-5E18-3952-3245-6EAA87BA287A}"/>
              </a:ext>
            </a:extLst>
          </p:cNvPr>
          <p:cNvSpPr/>
          <p:nvPr/>
        </p:nvSpPr>
        <p:spPr>
          <a:xfrm>
            <a:off x="2794271" y="2465754"/>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75C49F6E-BDC9-55EB-AE6A-16D5E7A484B9}"/>
              </a:ext>
            </a:extLst>
          </p:cNvPr>
          <p:cNvSpPr/>
          <p:nvPr/>
        </p:nvSpPr>
        <p:spPr>
          <a:xfrm>
            <a:off x="3837258" y="246575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9E7E1D1-49A9-55EC-FEFD-781F2621FABF}"/>
              </a:ext>
            </a:extLst>
          </p:cNvPr>
          <p:cNvSpPr/>
          <p:nvPr/>
        </p:nvSpPr>
        <p:spPr>
          <a:xfrm>
            <a:off x="4880245" y="246575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29368F61-370A-5155-7E8B-E21ADD45BB68}"/>
              </a:ext>
            </a:extLst>
          </p:cNvPr>
          <p:cNvSpPr/>
          <p:nvPr/>
        </p:nvSpPr>
        <p:spPr>
          <a:xfrm>
            <a:off x="5937521" y="2465752"/>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2542A03D-0289-F054-440C-4A02CFC793B1}"/>
              </a:ext>
            </a:extLst>
          </p:cNvPr>
          <p:cNvSpPr/>
          <p:nvPr/>
        </p:nvSpPr>
        <p:spPr>
          <a:xfrm>
            <a:off x="6982097" y="2475279"/>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2FDBFF6-1D7B-B144-FBF2-C70EE7F31394}"/>
              </a:ext>
            </a:extLst>
          </p:cNvPr>
          <p:cNvSpPr/>
          <p:nvPr/>
        </p:nvSpPr>
        <p:spPr>
          <a:xfrm>
            <a:off x="8035879" y="2475279"/>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8694F1D2-01F2-D219-F192-D3AA7424CA73}"/>
              </a:ext>
            </a:extLst>
          </p:cNvPr>
          <p:cNvSpPr/>
          <p:nvPr/>
        </p:nvSpPr>
        <p:spPr>
          <a:xfrm>
            <a:off x="9080771" y="2465751"/>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8882113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1B672-5FD9-121B-27DE-9883A865F03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3E30CCC-17D2-E671-CDF3-F68A52338D40}"/>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509451BF-7BA4-B9B7-EDA2-EBBFEC2EEE9D}"/>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E90428F3-D89D-2E9C-356B-7DFDF6A448A8}"/>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7FD106E0-2B69-8843-C7D4-96024B1C5754}"/>
              </a:ext>
            </a:extLst>
          </p:cNvPr>
          <p:cNvSpPr txBox="1"/>
          <p:nvPr/>
        </p:nvSpPr>
        <p:spPr>
          <a:xfrm>
            <a:off x="4354286" y="4234543"/>
            <a:ext cx="1850571" cy="381000"/>
          </a:xfrm>
          <a:prstGeom prst="rect">
            <a:avLst/>
          </a:prstGeom>
          <a:noFill/>
        </p:spPr>
        <p:txBody>
          <a:bodyPr wrap="square" rtlCol="0">
            <a:spAutoFit/>
          </a:bodyPr>
          <a:lstStyle/>
          <a:p>
            <a:r>
              <a:rPr lang="en-US" dirty="0" err="1"/>
              <a:t>threadIdx.x</a:t>
            </a:r>
            <a:r>
              <a:rPr lang="en-US" dirty="0"/>
              <a:t> = 2</a:t>
            </a:r>
          </a:p>
        </p:txBody>
      </p:sp>
      <p:sp>
        <p:nvSpPr>
          <p:cNvPr id="6" name="Rectangle 5">
            <a:extLst>
              <a:ext uri="{FF2B5EF4-FFF2-40B4-BE49-F238E27FC236}">
                <a16:creationId xmlns:a16="http://schemas.microsoft.com/office/drawing/2014/main" id="{A5A746AB-571B-F81E-AD05-42DE4A2D71A6}"/>
              </a:ext>
            </a:extLst>
          </p:cNvPr>
          <p:cNvSpPr/>
          <p:nvPr/>
        </p:nvSpPr>
        <p:spPr>
          <a:xfrm>
            <a:off x="2017984" y="246670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39E40B3F-EFC2-6C93-271E-A1701980D565}"/>
              </a:ext>
            </a:extLst>
          </p:cNvPr>
          <p:cNvSpPr/>
          <p:nvPr/>
        </p:nvSpPr>
        <p:spPr>
          <a:xfrm>
            <a:off x="3060971" y="2457178"/>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2E019092-0505-FD52-1166-CFFAF0EDAD77}"/>
              </a:ext>
            </a:extLst>
          </p:cNvPr>
          <p:cNvSpPr/>
          <p:nvPr/>
        </p:nvSpPr>
        <p:spPr>
          <a:xfrm>
            <a:off x="4103958" y="2457177"/>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7F028501-E90E-E621-1370-BEA3AB9D7610}"/>
              </a:ext>
            </a:extLst>
          </p:cNvPr>
          <p:cNvSpPr/>
          <p:nvPr/>
        </p:nvSpPr>
        <p:spPr>
          <a:xfrm>
            <a:off x="5146945" y="2457177"/>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46236BA-17F8-8A5A-D9B2-8E0274FCA37D}"/>
              </a:ext>
            </a:extLst>
          </p:cNvPr>
          <p:cNvSpPr/>
          <p:nvPr/>
        </p:nvSpPr>
        <p:spPr>
          <a:xfrm>
            <a:off x="6204221" y="2457176"/>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4E252718-E346-76E5-B9EF-73F94C1ABC3F}"/>
              </a:ext>
            </a:extLst>
          </p:cNvPr>
          <p:cNvSpPr/>
          <p:nvPr/>
        </p:nvSpPr>
        <p:spPr>
          <a:xfrm>
            <a:off x="7248797" y="246670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1CEADF12-C8F5-6E13-D711-B13945A67865}"/>
              </a:ext>
            </a:extLst>
          </p:cNvPr>
          <p:cNvSpPr/>
          <p:nvPr/>
        </p:nvSpPr>
        <p:spPr>
          <a:xfrm>
            <a:off x="8302579" y="246670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4BF096E6-C3D5-55EA-A456-CD3AB0E5ECBC}"/>
              </a:ext>
            </a:extLst>
          </p:cNvPr>
          <p:cNvSpPr/>
          <p:nvPr/>
        </p:nvSpPr>
        <p:spPr>
          <a:xfrm>
            <a:off x="9347471" y="2457175"/>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71364929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02374D-3D86-80C2-780E-3A2DF04061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A3B006-55E2-0B5B-576D-F48A8A7291C9}"/>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58AC6946-0BFA-712E-6A14-EF815A0C0CC2}"/>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DC40CD22-F656-FBD9-92DA-68EDC310036A}"/>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B2361BE0-4BC4-32E4-2CAB-7CF93A1AADD5}"/>
              </a:ext>
            </a:extLst>
          </p:cNvPr>
          <p:cNvSpPr txBox="1"/>
          <p:nvPr/>
        </p:nvSpPr>
        <p:spPr>
          <a:xfrm>
            <a:off x="4354286" y="4234543"/>
            <a:ext cx="1850571" cy="381000"/>
          </a:xfrm>
          <a:prstGeom prst="rect">
            <a:avLst/>
          </a:prstGeom>
          <a:noFill/>
        </p:spPr>
        <p:txBody>
          <a:bodyPr wrap="square" rtlCol="0">
            <a:spAutoFit/>
          </a:bodyPr>
          <a:lstStyle/>
          <a:p>
            <a:r>
              <a:rPr lang="en-US" dirty="0" err="1"/>
              <a:t>threadIdx.x</a:t>
            </a:r>
            <a:r>
              <a:rPr lang="en-US" dirty="0"/>
              <a:t> = 3</a:t>
            </a:r>
          </a:p>
        </p:txBody>
      </p:sp>
      <p:sp>
        <p:nvSpPr>
          <p:cNvPr id="6" name="Rectangle 5">
            <a:extLst>
              <a:ext uri="{FF2B5EF4-FFF2-40B4-BE49-F238E27FC236}">
                <a16:creationId xmlns:a16="http://schemas.microsoft.com/office/drawing/2014/main" id="{31F01EDF-FA0C-2D05-064F-AD4C2FB6CA63}"/>
              </a:ext>
            </a:extLst>
          </p:cNvPr>
          <p:cNvSpPr/>
          <p:nvPr/>
        </p:nvSpPr>
        <p:spPr>
          <a:xfrm>
            <a:off x="2285637" y="2482899"/>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ectangle 6">
            <a:extLst>
              <a:ext uri="{FF2B5EF4-FFF2-40B4-BE49-F238E27FC236}">
                <a16:creationId xmlns:a16="http://schemas.microsoft.com/office/drawing/2014/main" id="{4B495D46-1D23-12BA-4E8C-E6B7CE6B79E5}"/>
              </a:ext>
            </a:extLst>
          </p:cNvPr>
          <p:cNvSpPr/>
          <p:nvPr/>
        </p:nvSpPr>
        <p:spPr>
          <a:xfrm>
            <a:off x="3328624" y="2473374"/>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a:extLst>
              <a:ext uri="{FF2B5EF4-FFF2-40B4-BE49-F238E27FC236}">
                <a16:creationId xmlns:a16="http://schemas.microsoft.com/office/drawing/2014/main" id="{05DBDF1D-CF9B-510F-F9A2-8C1EF8B6CC24}"/>
              </a:ext>
            </a:extLst>
          </p:cNvPr>
          <p:cNvSpPr/>
          <p:nvPr/>
        </p:nvSpPr>
        <p:spPr>
          <a:xfrm>
            <a:off x="4371611" y="247337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34C5A7DA-F26D-119F-B85B-659FCC5429B2}"/>
              </a:ext>
            </a:extLst>
          </p:cNvPr>
          <p:cNvSpPr/>
          <p:nvPr/>
        </p:nvSpPr>
        <p:spPr>
          <a:xfrm>
            <a:off x="5414598" y="2473373"/>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54157EA-B2F0-2B63-EF3C-8F18CF40633A}"/>
              </a:ext>
            </a:extLst>
          </p:cNvPr>
          <p:cNvSpPr/>
          <p:nvPr/>
        </p:nvSpPr>
        <p:spPr>
          <a:xfrm>
            <a:off x="6471874" y="2473372"/>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1346530F-FEEC-20AA-56A3-36E15FF853A4}"/>
              </a:ext>
            </a:extLst>
          </p:cNvPr>
          <p:cNvSpPr/>
          <p:nvPr/>
        </p:nvSpPr>
        <p:spPr>
          <a:xfrm>
            <a:off x="7516450" y="2482899"/>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0A7FFE22-48FD-71CE-72C7-04DC8B9726D5}"/>
              </a:ext>
            </a:extLst>
          </p:cNvPr>
          <p:cNvSpPr/>
          <p:nvPr/>
        </p:nvSpPr>
        <p:spPr>
          <a:xfrm>
            <a:off x="8570232" y="2482899"/>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7717AA77-2BF6-6DDA-1015-748E4ABA9603}"/>
              </a:ext>
            </a:extLst>
          </p:cNvPr>
          <p:cNvSpPr/>
          <p:nvPr/>
        </p:nvSpPr>
        <p:spPr>
          <a:xfrm>
            <a:off x="9615124" y="2473371"/>
            <a:ext cx="293053"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41229209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D051F6-8212-F2B9-ED1F-D71BB9F37C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18FB76-338A-477C-769B-DED6D41B2531}"/>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EA362CEE-A83B-C4D0-3AB7-862214576C58}"/>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8CC69A76-9A54-A239-0296-CF967C03C142}"/>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9324ADDB-23DA-159F-3E6A-CBB6DB054232}"/>
              </a:ext>
            </a:extLst>
          </p:cNvPr>
          <p:cNvSpPr txBox="1"/>
          <p:nvPr/>
        </p:nvSpPr>
        <p:spPr>
          <a:xfrm>
            <a:off x="4354286" y="4234543"/>
            <a:ext cx="1850571" cy="381000"/>
          </a:xfrm>
          <a:prstGeom prst="rect">
            <a:avLst/>
          </a:prstGeom>
          <a:noFill/>
        </p:spPr>
        <p:txBody>
          <a:bodyPr wrap="square" rtlCol="0">
            <a:spAutoFit/>
          </a:bodyPr>
          <a:lstStyle/>
          <a:p>
            <a:r>
              <a:rPr lang="en-US" dirty="0" err="1"/>
              <a:t>blockIdx.x</a:t>
            </a:r>
            <a:r>
              <a:rPr lang="en-US" dirty="0"/>
              <a:t> = 0</a:t>
            </a:r>
          </a:p>
        </p:txBody>
      </p:sp>
      <p:sp>
        <p:nvSpPr>
          <p:cNvPr id="6" name="Rectangle 5">
            <a:extLst>
              <a:ext uri="{FF2B5EF4-FFF2-40B4-BE49-F238E27FC236}">
                <a16:creationId xmlns:a16="http://schemas.microsoft.com/office/drawing/2014/main" id="{32FE582B-47EB-752E-BFC3-00FA1DF8BDBE}"/>
              </a:ext>
            </a:extLst>
          </p:cNvPr>
          <p:cNvSpPr/>
          <p:nvPr/>
        </p:nvSpPr>
        <p:spPr>
          <a:xfrm>
            <a:off x="1492205" y="2482899"/>
            <a:ext cx="1086486"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69616535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6F7AD7-9C3D-4582-3C96-22E8DF3366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AB0A003-1E62-9D72-9F90-8DA55DFF92AE}"/>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A7305715-69C5-4916-6007-075625A2107C}"/>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1C02035A-155C-AF9F-2C51-939403187B0F}"/>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2DE57B36-9D1A-51B0-839F-B5C2BAE11F50}"/>
              </a:ext>
            </a:extLst>
          </p:cNvPr>
          <p:cNvSpPr txBox="1"/>
          <p:nvPr/>
        </p:nvSpPr>
        <p:spPr>
          <a:xfrm>
            <a:off x="4354286" y="4234543"/>
            <a:ext cx="1850571" cy="381000"/>
          </a:xfrm>
          <a:prstGeom prst="rect">
            <a:avLst/>
          </a:prstGeom>
          <a:noFill/>
        </p:spPr>
        <p:txBody>
          <a:bodyPr wrap="square" rtlCol="0">
            <a:spAutoFit/>
          </a:bodyPr>
          <a:lstStyle/>
          <a:p>
            <a:r>
              <a:rPr lang="en-US" dirty="0" err="1"/>
              <a:t>blockIdx.x</a:t>
            </a:r>
            <a:r>
              <a:rPr lang="en-US" dirty="0"/>
              <a:t> = 1</a:t>
            </a:r>
          </a:p>
        </p:txBody>
      </p:sp>
      <p:sp>
        <p:nvSpPr>
          <p:cNvPr id="6" name="Rectangle 5">
            <a:extLst>
              <a:ext uri="{FF2B5EF4-FFF2-40B4-BE49-F238E27FC236}">
                <a16:creationId xmlns:a16="http://schemas.microsoft.com/office/drawing/2014/main" id="{F274D295-C370-019E-FFB3-CB2838F35E56}"/>
              </a:ext>
            </a:extLst>
          </p:cNvPr>
          <p:cNvSpPr/>
          <p:nvPr/>
        </p:nvSpPr>
        <p:spPr>
          <a:xfrm>
            <a:off x="2526347" y="2482898"/>
            <a:ext cx="1086486"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01467266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491AB-917F-2D83-7837-C54644FF78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4787D1-D58C-CDE8-4504-869D2C500521}"/>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BBE8ED3E-8CF4-53F1-94F2-1460E7FD6D16}"/>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3500F600-ABDC-9DF9-5B85-7A307BE1C45A}"/>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2CFA465D-CF34-6FD1-026E-3DA17A0D5223}"/>
              </a:ext>
            </a:extLst>
          </p:cNvPr>
          <p:cNvSpPr txBox="1"/>
          <p:nvPr/>
        </p:nvSpPr>
        <p:spPr>
          <a:xfrm>
            <a:off x="4354286" y="4234543"/>
            <a:ext cx="1850571" cy="381000"/>
          </a:xfrm>
          <a:prstGeom prst="rect">
            <a:avLst/>
          </a:prstGeom>
          <a:noFill/>
        </p:spPr>
        <p:txBody>
          <a:bodyPr wrap="square" rtlCol="0">
            <a:spAutoFit/>
          </a:bodyPr>
          <a:lstStyle/>
          <a:p>
            <a:r>
              <a:rPr lang="en-US" dirty="0" err="1"/>
              <a:t>blockIdx.x</a:t>
            </a:r>
            <a:r>
              <a:rPr lang="en-US" dirty="0"/>
              <a:t> = 7</a:t>
            </a:r>
          </a:p>
        </p:txBody>
      </p:sp>
      <p:sp>
        <p:nvSpPr>
          <p:cNvPr id="6" name="Rectangle 5">
            <a:extLst>
              <a:ext uri="{FF2B5EF4-FFF2-40B4-BE49-F238E27FC236}">
                <a16:creationId xmlns:a16="http://schemas.microsoft.com/office/drawing/2014/main" id="{AE4E29AC-65BB-9F78-0F46-2C41C8E40ECC}"/>
              </a:ext>
            </a:extLst>
          </p:cNvPr>
          <p:cNvSpPr/>
          <p:nvPr/>
        </p:nvSpPr>
        <p:spPr>
          <a:xfrm>
            <a:off x="8830399" y="2452245"/>
            <a:ext cx="1086486"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83205725"/>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296318-C2FC-CDC8-C660-AF186EA629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FBB60F-32C5-5245-18A9-A2E6EB5E9B5E}"/>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8B5FD745-3496-447C-C73D-5A2D3BC7CC16}"/>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12851884-55C5-7006-9FC5-C0158F63E1BF}"/>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DD021326-377D-7E68-9F52-631034C79D1F}"/>
              </a:ext>
            </a:extLst>
          </p:cNvPr>
          <p:cNvSpPr txBox="1"/>
          <p:nvPr/>
        </p:nvSpPr>
        <p:spPr>
          <a:xfrm>
            <a:off x="4354286" y="4234543"/>
            <a:ext cx="4474028" cy="923330"/>
          </a:xfrm>
          <a:prstGeom prst="rect">
            <a:avLst/>
          </a:prstGeom>
          <a:noFill/>
        </p:spPr>
        <p:txBody>
          <a:bodyPr wrap="square" rtlCol="0">
            <a:spAutoFit/>
          </a:bodyPr>
          <a:lstStyle/>
          <a:p>
            <a:r>
              <a:rPr lang="en-US" dirty="0"/>
              <a:t>What is the ID of this thread?</a:t>
            </a:r>
          </a:p>
          <a:p>
            <a:r>
              <a:rPr lang="en-US" dirty="0"/>
              <a:t>Within the block: </a:t>
            </a:r>
            <a:r>
              <a:rPr lang="en-US" dirty="0">
                <a:solidFill>
                  <a:srgbClr val="C00000"/>
                </a:solidFill>
              </a:rPr>
              <a:t>??</a:t>
            </a:r>
          </a:p>
          <a:p>
            <a:r>
              <a:rPr lang="en-US" dirty="0"/>
              <a:t>Globally: </a:t>
            </a:r>
            <a:r>
              <a:rPr lang="en-US" dirty="0">
                <a:solidFill>
                  <a:srgbClr val="C00000"/>
                </a:solidFill>
              </a:rPr>
              <a:t>??</a:t>
            </a:r>
          </a:p>
        </p:txBody>
      </p:sp>
      <p:sp>
        <p:nvSpPr>
          <p:cNvPr id="6" name="Rectangle 5">
            <a:extLst>
              <a:ext uri="{FF2B5EF4-FFF2-40B4-BE49-F238E27FC236}">
                <a16:creationId xmlns:a16="http://schemas.microsoft.com/office/drawing/2014/main" id="{9ABE7CFA-0AEB-2E70-AE73-19DA539409B5}"/>
              </a:ext>
            </a:extLst>
          </p:cNvPr>
          <p:cNvSpPr/>
          <p:nvPr/>
        </p:nvSpPr>
        <p:spPr>
          <a:xfrm>
            <a:off x="5910943" y="2496231"/>
            <a:ext cx="370114"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13100837"/>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5A0235-2EF8-5A3F-8A58-57708B48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E9B5F6-3E56-8632-5930-3AFC8E05A3F5}"/>
              </a:ext>
            </a:extLst>
          </p:cNvPr>
          <p:cNvSpPr>
            <a:spLocks noGrp="1"/>
          </p:cNvSpPr>
          <p:nvPr>
            <p:ph type="title"/>
          </p:nvPr>
        </p:nvSpPr>
        <p:spPr/>
        <p:txBody>
          <a:bodyPr/>
          <a:lstStyle/>
          <a:p>
            <a:r>
              <a:rPr lang="en" dirty="0"/>
              <a:t>AMD GPU Programming Concepts – 1D Blocks</a:t>
            </a:r>
            <a:endParaRPr lang="en-US" dirty="0"/>
          </a:p>
        </p:txBody>
      </p:sp>
      <p:pic>
        <p:nvPicPr>
          <p:cNvPr id="4" name="Google Shape;194;p34">
            <a:extLst>
              <a:ext uri="{FF2B5EF4-FFF2-40B4-BE49-F238E27FC236}">
                <a16:creationId xmlns:a16="http://schemas.microsoft.com/office/drawing/2014/main" id="{F0C6AC9B-35F1-9357-5847-0004013D4C83}"/>
              </a:ext>
            </a:extLst>
          </p:cNvPr>
          <p:cNvPicPr preferRelativeResize="0"/>
          <p:nvPr/>
        </p:nvPicPr>
        <p:blipFill>
          <a:blip r:embed="rId2">
            <a:alphaModFix/>
          </a:blip>
          <a:stretch>
            <a:fillRect/>
          </a:stretch>
        </p:blipFill>
        <p:spPr>
          <a:xfrm>
            <a:off x="1492204" y="1802061"/>
            <a:ext cx="8446453" cy="1626939"/>
          </a:xfrm>
          <a:prstGeom prst="rect">
            <a:avLst/>
          </a:prstGeom>
          <a:noFill/>
          <a:ln>
            <a:noFill/>
          </a:ln>
        </p:spPr>
      </p:pic>
      <p:sp>
        <p:nvSpPr>
          <p:cNvPr id="5" name="TextBox 4">
            <a:extLst>
              <a:ext uri="{FF2B5EF4-FFF2-40B4-BE49-F238E27FC236}">
                <a16:creationId xmlns:a16="http://schemas.microsoft.com/office/drawing/2014/main" id="{8F79D46C-61CF-CB34-5718-90EDBB4A7697}"/>
              </a:ext>
            </a:extLst>
          </p:cNvPr>
          <p:cNvSpPr txBox="1"/>
          <p:nvPr/>
        </p:nvSpPr>
        <p:spPr>
          <a:xfrm>
            <a:off x="1251857" y="5083628"/>
            <a:ext cx="9971314" cy="646331"/>
          </a:xfrm>
          <a:prstGeom prst="rect">
            <a:avLst/>
          </a:prstGeom>
          <a:noFill/>
        </p:spPr>
        <p:txBody>
          <a:bodyPr wrap="square" rtlCol="0">
            <a:spAutoFit/>
          </a:bodyPr>
          <a:lstStyle/>
          <a:p>
            <a:r>
              <a:rPr lang="en-US" dirty="0" err="1"/>
              <a:t>gridDim</a:t>
            </a:r>
            <a:r>
              <a:rPr lang="en-US" dirty="0"/>
              <a:t> - </a:t>
            </a:r>
            <a:r>
              <a:rPr lang="en-US" dirty="0">
                <a:solidFill>
                  <a:srgbClr val="C00000"/>
                </a:solidFill>
              </a:rPr>
              <a:t>8</a:t>
            </a:r>
          </a:p>
          <a:p>
            <a:r>
              <a:rPr lang="en-US" dirty="0" err="1"/>
              <a:t>blockDim</a:t>
            </a:r>
            <a:r>
              <a:rPr lang="en-US" dirty="0"/>
              <a:t> - </a:t>
            </a:r>
            <a:r>
              <a:rPr lang="en-US" dirty="0">
                <a:solidFill>
                  <a:srgbClr val="C00000"/>
                </a:solidFill>
              </a:rPr>
              <a:t>4</a:t>
            </a:r>
          </a:p>
        </p:txBody>
      </p:sp>
      <p:sp>
        <p:nvSpPr>
          <p:cNvPr id="3" name="TextBox 2">
            <a:extLst>
              <a:ext uri="{FF2B5EF4-FFF2-40B4-BE49-F238E27FC236}">
                <a16:creationId xmlns:a16="http://schemas.microsoft.com/office/drawing/2014/main" id="{6A096152-B172-9F18-BD7E-58DA04FC99C9}"/>
              </a:ext>
            </a:extLst>
          </p:cNvPr>
          <p:cNvSpPr txBox="1"/>
          <p:nvPr/>
        </p:nvSpPr>
        <p:spPr>
          <a:xfrm>
            <a:off x="4354286" y="4234543"/>
            <a:ext cx="4474028" cy="923330"/>
          </a:xfrm>
          <a:prstGeom prst="rect">
            <a:avLst/>
          </a:prstGeom>
          <a:noFill/>
        </p:spPr>
        <p:txBody>
          <a:bodyPr wrap="square" rtlCol="0">
            <a:spAutoFit/>
          </a:bodyPr>
          <a:lstStyle/>
          <a:p>
            <a:r>
              <a:rPr lang="en-US" dirty="0"/>
              <a:t>What is the ID of this thread?</a:t>
            </a:r>
          </a:p>
          <a:p>
            <a:r>
              <a:rPr lang="en-US" dirty="0"/>
              <a:t>Within the block: </a:t>
            </a:r>
            <a:r>
              <a:rPr lang="en-US" dirty="0">
                <a:solidFill>
                  <a:srgbClr val="C00000"/>
                </a:solidFill>
              </a:rPr>
              <a:t>1</a:t>
            </a:r>
          </a:p>
          <a:p>
            <a:r>
              <a:rPr lang="en-US" dirty="0"/>
              <a:t>Globally: </a:t>
            </a:r>
            <a:r>
              <a:rPr lang="en-US" dirty="0">
                <a:solidFill>
                  <a:srgbClr val="C00000"/>
                </a:solidFill>
              </a:rPr>
              <a:t>4*4 + 1 = 17</a:t>
            </a:r>
          </a:p>
        </p:txBody>
      </p:sp>
      <p:sp>
        <p:nvSpPr>
          <p:cNvPr id="6" name="Rectangle 5">
            <a:extLst>
              <a:ext uri="{FF2B5EF4-FFF2-40B4-BE49-F238E27FC236}">
                <a16:creationId xmlns:a16="http://schemas.microsoft.com/office/drawing/2014/main" id="{F1F2F889-F2D0-02DB-7589-A93D6ED3380D}"/>
              </a:ext>
            </a:extLst>
          </p:cNvPr>
          <p:cNvSpPr/>
          <p:nvPr/>
        </p:nvSpPr>
        <p:spPr>
          <a:xfrm>
            <a:off x="5910943" y="2496231"/>
            <a:ext cx="370114" cy="413657"/>
          </a:xfrm>
          <a:prstGeom prst="rect">
            <a:avLst/>
          </a:prstGeom>
          <a:noFill/>
          <a:ln w="28575">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53030918"/>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198"/>
        <p:cNvGrpSpPr/>
        <p:nvPr/>
      </p:nvGrpSpPr>
      <p:grpSpPr>
        <a:xfrm>
          <a:off x="0" y="0"/>
          <a:ext cx="0" cy="0"/>
          <a:chOff x="0" y="0"/>
          <a:chExt cx="0" cy="0"/>
        </a:xfrm>
      </p:grpSpPr>
      <p:sp>
        <p:nvSpPr>
          <p:cNvPr id="199" name="Google Shape;199;p35"/>
          <p:cNvSpPr txBox="1">
            <a:spLocks noGrp="1"/>
          </p:cNvSpPr>
          <p:nvPr>
            <p:ph type="title"/>
          </p:nvPr>
        </p:nvSpPr>
        <p:spPr>
          <a:xfrm>
            <a:off x="838200" y="365125"/>
            <a:ext cx="10515600" cy="1325600"/>
          </a:xfrm>
          <a:prstGeom prst="rect">
            <a:avLst/>
          </a:prstGeom>
        </p:spPr>
        <p:txBody>
          <a:bodyPr spcFirstLastPara="1" vert="horz" wrap="square" lIns="91433" tIns="45700" rIns="91433" bIns="45700" rtlCol="0" anchor="ctr" anchorCtr="0">
            <a:normAutofit/>
          </a:bodyPr>
          <a:lstStyle/>
          <a:p>
            <a:pPr>
              <a:spcBef>
                <a:spcPts val="0"/>
              </a:spcBef>
              <a:buClr>
                <a:schemeClr val="dk1"/>
              </a:buClr>
              <a:buSzPts val="1100"/>
            </a:pPr>
            <a:r>
              <a:rPr lang="en" dirty="0"/>
              <a:t>AMD GPU Programming Concepts – 2D Blocks</a:t>
            </a:r>
            <a:endParaRPr dirty="0"/>
          </a:p>
        </p:txBody>
      </p:sp>
      <p:sp>
        <p:nvSpPr>
          <p:cNvPr id="200" name="Google Shape;200;p35"/>
          <p:cNvSpPr txBox="1">
            <a:spLocks noGrp="1"/>
          </p:cNvSpPr>
          <p:nvPr>
            <p:ph type="body" idx="1"/>
          </p:nvPr>
        </p:nvSpPr>
        <p:spPr>
          <a:xfrm>
            <a:off x="838200" y="1825633"/>
            <a:ext cx="5551714" cy="4351200"/>
          </a:xfrm>
          <a:prstGeom prst="rect">
            <a:avLst/>
          </a:prstGeom>
        </p:spPr>
        <p:txBody>
          <a:bodyPr spcFirstLastPara="1" vert="horz" wrap="square" lIns="91433" tIns="45700" rIns="91433" bIns="45700" rtlCol="0" anchor="t" anchorCtr="0">
            <a:normAutofit/>
          </a:bodyPr>
          <a:lstStyle/>
          <a:p>
            <a:pPr marL="0" indent="0">
              <a:spcBef>
                <a:spcPts val="1067"/>
              </a:spcBef>
              <a:buNone/>
            </a:pPr>
            <a:r>
              <a:rPr lang="en" sz="1800" dirty="0"/>
              <a:t>The Grid: blocks of threads in 2D</a:t>
            </a:r>
            <a:endParaRPr sz="1800" dirty="0"/>
          </a:p>
          <a:p>
            <a:pPr marL="609585" indent="-423323">
              <a:spcBef>
                <a:spcPts val="1067"/>
              </a:spcBef>
              <a:buSzPts val="1400"/>
              <a:buChar char="●"/>
            </a:pPr>
            <a:r>
              <a:rPr lang="en" sz="1800" dirty="0"/>
              <a:t>Each color is a block of threads</a:t>
            </a:r>
            <a:endParaRPr sz="1800" dirty="0"/>
          </a:p>
          <a:p>
            <a:pPr marL="609585" indent="-423323">
              <a:spcBef>
                <a:spcPts val="0"/>
              </a:spcBef>
              <a:buSzPts val="1400"/>
              <a:buChar char="●"/>
            </a:pPr>
            <a:r>
              <a:rPr lang="en" sz="1800" dirty="0"/>
              <a:t>Each small square is a thread</a:t>
            </a:r>
            <a:endParaRPr sz="1800" dirty="0"/>
          </a:p>
          <a:p>
            <a:pPr marL="609585" indent="-423323">
              <a:spcBef>
                <a:spcPts val="0"/>
              </a:spcBef>
              <a:buSzPts val="1400"/>
              <a:buChar char="●"/>
            </a:pPr>
            <a:r>
              <a:rPr lang="en" sz="1800" dirty="0"/>
              <a:t>The concept is the same in 1D and 2D</a:t>
            </a:r>
            <a:endParaRPr sz="1800" dirty="0"/>
          </a:p>
          <a:p>
            <a:pPr marL="609585" indent="-423323">
              <a:spcBef>
                <a:spcPts val="0"/>
              </a:spcBef>
              <a:buSzPts val="1400"/>
              <a:buChar char="●"/>
            </a:pPr>
            <a:r>
              <a:rPr lang="en" sz="1800" dirty="0"/>
              <a:t>In 2D each block and thread now has a two-dimensional index</a:t>
            </a:r>
            <a:endParaRPr sz="1800" dirty="0"/>
          </a:p>
          <a:p>
            <a:pPr marL="0" indent="0">
              <a:spcBef>
                <a:spcPts val="1067"/>
              </a:spcBef>
              <a:buNone/>
            </a:pPr>
            <a:endParaRPr sz="1800" dirty="0"/>
          </a:p>
          <a:p>
            <a:pPr marL="0" indent="0">
              <a:spcBef>
                <a:spcPts val="1067"/>
              </a:spcBef>
              <a:buNone/>
            </a:pPr>
            <a:r>
              <a:rPr lang="en" sz="1800" dirty="0"/>
              <a:t>Threads in grid have access to:</a:t>
            </a:r>
            <a:endParaRPr sz="1800" dirty="0"/>
          </a:p>
          <a:p>
            <a:pPr marL="609585" indent="-423323">
              <a:spcBef>
                <a:spcPts val="1067"/>
              </a:spcBef>
              <a:buSzPts val="1400"/>
              <a:buChar char="●"/>
            </a:pPr>
            <a:r>
              <a:rPr lang="en" sz="1800" dirty="0"/>
              <a:t>Their respective block IDs: blockIdx.x, blockIdx.y</a:t>
            </a:r>
            <a:endParaRPr sz="1800" dirty="0"/>
          </a:p>
          <a:p>
            <a:pPr marL="609585" indent="-423323">
              <a:spcBef>
                <a:spcPts val="0"/>
              </a:spcBef>
              <a:buSzPts val="1400"/>
              <a:buChar char="●"/>
            </a:pPr>
            <a:r>
              <a:rPr lang="en" sz="1800" dirty="0"/>
              <a:t>Their respective thread IDs in a block: threadIdx.x, threadIdx.y</a:t>
            </a:r>
          </a:p>
          <a:p>
            <a:pPr marL="609585" indent="-423323">
              <a:spcBef>
                <a:spcPts val="0"/>
              </a:spcBef>
              <a:buSzPts val="1400"/>
              <a:buChar char="●"/>
            </a:pPr>
            <a:r>
              <a:rPr lang="en" sz="1800" dirty="0"/>
              <a:t>Block Dimensions are: </a:t>
            </a:r>
            <a:r>
              <a:rPr lang="en-US" sz="1800" dirty="0" err="1"/>
              <a:t>blockDim.x</a:t>
            </a:r>
            <a:r>
              <a:rPr lang="en-US" sz="1800" dirty="0"/>
              <a:t>, </a:t>
            </a:r>
            <a:r>
              <a:rPr lang="en-US" sz="1800" dirty="0" err="1"/>
              <a:t>blockDim.y</a:t>
            </a:r>
            <a:endParaRPr lang="en-US" sz="1800" dirty="0"/>
          </a:p>
          <a:p>
            <a:pPr marL="609585" indent="-423323">
              <a:spcBef>
                <a:spcPts val="0"/>
              </a:spcBef>
              <a:buSzPts val="1400"/>
              <a:buChar char="●"/>
            </a:pPr>
            <a:r>
              <a:rPr lang="en-US" sz="1800" dirty="0"/>
              <a:t>Grid Dimensions are: </a:t>
            </a:r>
            <a:r>
              <a:rPr lang="en-US" sz="1800" dirty="0" err="1"/>
              <a:t>gridDim.x</a:t>
            </a:r>
            <a:r>
              <a:rPr lang="en-US" sz="1800" dirty="0"/>
              <a:t>, </a:t>
            </a:r>
            <a:r>
              <a:rPr lang="en-US" sz="1800" dirty="0" err="1"/>
              <a:t>gridDim.y</a:t>
            </a:r>
            <a:endParaRPr sz="1800" dirty="0"/>
          </a:p>
        </p:txBody>
      </p:sp>
      <p:pic>
        <p:nvPicPr>
          <p:cNvPr id="201" name="Google Shape;201;p35"/>
          <p:cNvPicPr preferRelativeResize="0"/>
          <p:nvPr/>
        </p:nvPicPr>
        <p:blipFill>
          <a:blip r:embed="rId3">
            <a:alphaModFix/>
          </a:blip>
          <a:stretch>
            <a:fillRect/>
          </a:stretch>
        </p:blipFill>
        <p:spPr>
          <a:xfrm>
            <a:off x="6548634" y="1690725"/>
            <a:ext cx="4805161" cy="476087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DFEDC8-A386-2F48-104E-53BEF333BA67}"/>
              </a:ext>
            </a:extLst>
          </p:cNvPr>
          <p:cNvSpPr>
            <a:spLocks noGrp="1"/>
          </p:cNvSpPr>
          <p:nvPr>
            <p:ph type="title"/>
          </p:nvPr>
        </p:nvSpPr>
        <p:spPr/>
        <p:txBody>
          <a:bodyPr/>
          <a:lstStyle/>
          <a:p>
            <a:r>
              <a:rPr lang="en" dirty="0"/>
              <a:t>AMD GPU Programming Concepts</a:t>
            </a:r>
            <a:endParaRPr lang="en-US" dirty="0"/>
          </a:p>
        </p:txBody>
      </p:sp>
      <p:sp>
        <p:nvSpPr>
          <p:cNvPr id="3" name="Content Placeholder 2">
            <a:extLst>
              <a:ext uri="{FF2B5EF4-FFF2-40B4-BE49-F238E27FC236}">
                <a16:creationId xmlns:a16="http://schemas.microsoft.com/office/drawing/2014/main" id="{3A75D530-17A1-C886-393F-6711824E5B71}"/>
              </a:ext>
            </a:extLst>
          </p:cNvPr>
          <p:cNvSpPr>
            <a:spLocks noGrp="1"/>
          </p:cNvSpPr>
          <p:nvPr>
            <p:ph idx="1"/>
          </p:nvPr>
        </p:nvSpPr>
        <p:spPr/>
        <p:txBody>
          <a:bodyPr>
            <a:normAutofit/>
          </a:bodyPr>
          <a:lstStyle/>
          <a:p>
            <a:r>
              <a:rPr lang="en-US" dirty="0"/>
              <a:t>How do we program a GPU?</a:t>
            </a:r>
          </a:p>
          <a:p>
            <a:endParaRPr lang="en-US" dirty="0"/>
          </a:p>
          <a:p>
            <a:r>
              <a:rPr lang="en-US" dirty="0"/>
              <a:t>Similar to our GPU Model</a:t>
            </a:r>
          </a:p>
          <a:p>
            <a:pPr lvl="1"/>
            <a:r>
              <a:rPr lang="en-US" dirty="0"/>
              <a:t>Think data parallel: Same instruction, different data. Data determined by thread’s ID</a:t>
            </a:r>
          </a:p>
          <a:p>
            <a:pPr lvl="1"/>
            <a:r>
              <a:rPr lang="en-US" dirty="0"/>
              <a:t>Each block has access to a shared memory, use that to avoid global memory traffic</a:t>
            </a:r>
          </a:p>
        </p:txBody>
      </p:sp>
    </p:spTree>
    <p:extLst>
      <p:ext uri="{BB962C8B-B14F-4D97-AF65-F5344CB8AC3E}">
        <p14:creationId xmlns:p14="http://schemas.microsoft.com/office/powerpoint/2010/main" val="2262641461"/>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718749-15FA-9289-74D8-B21F6D6251E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0CCA6E-87DE-BE1A-8DEB-A0C1B6478232}"/>
              </a:ext>
            </a:extLst>
          </p:cNvPr>
          <p:cNvSpPr>
            <a:spLocks noGrp="1"/>
          </p:cNvSpPr>
          <p:nvPr>
            <p:ph type="title"/>
          </p:nvPr>
        </p:nvSpPr>
        <p:spPr/>
        <p:txBody>
          <a:bodyPr/>
          <a:lstStyle/>
          <a:p>
            <a:r>
              <a:rPr lang="en-US" dirty="0"/>
              <a:t>Outline</a:t>
            </a:r>
          </a:p>
        </p:txBody>
      </p:sp>
      <p:sp>
        <p:nvSpPr>
          <p:cNvPr id="3" name="Content Placeholder 2">
            <a:extLst>
              <a:ext uri="{FF2B5EF4-FFF2-40B4-BE49-F238E27FC236}">
                <a16:creationId xmlns:a16="http://schemas.microsoft.com/office/drawing/2014/main" id="{71F6688C-4A84-07CE-B909-2F92C972E9AA}"/>
              </a:ext>
            </a:extLst>
          </p:cNvPr>
          <p:cNvSpPr>
            <a:spLocks noGrp="1"/>
          </p:cNvSpPr>
          <p:nvPr>
            <p:ph idx="1"/>
          </p:nvPr>
        </p:nvSpPr>
        <p:spPr/>
        <p:txBody>
          <a:bodyPr>
            <a:normAutofit/>
          </a:bodyPr>
          <a:lstStyle/>
          <a:p>
            <a:r>
              <a:rPr lang="en-US" dirty="0">
                <a:solidFill>
                  <a:schemeClr val="bg1">
                    <a:lumMod val="85000"/>
                  </a:schemeClr>
                </a:solidFill>
              </a:rPr>
              <a:t>Introduction to AMD’s GPU Programming Stack</a:t>
            </a:r>
          </a:p>
          <a:p>
            <a:r>
              <a:rPr lang="en-US" dirty="0">
                <a:solidFill>
                  <a:schemeClr val="bg1">
                    <a:lumMod val="85000"/>
                  </a:schemeClr>
                </a:solidFill>
              </a:rPr>
              <a:t>AMD GPU Hardware Model</a:t>
            </a:r>
          </a:p>
          <a:p>
            <a:r>
              <a:rPr lang="en-US" dirty="0">
                <a:solidFill>
                  <a:schemeClr val="bg1">
                    <a:lumMod val="85000"/>
                  </a:schemeClr>
                </a:solidFill>
              </a:rPr>
              <a:t>AMD Programming Model</a:t>
            </a:r>
          </a:p>
          <a:p>
            <a:r>
              <a:rPr lang="en-US" dirty="0"/>
              <a:t>Implementation Basics</a:t>
            </a:r>
          </a:p>
          <a:p>
            <a:endParaRPr lang="en-US" dirty="0"/>
          </a:p>
          <a:p>
            <a:endParaRPr lang="en-US" dirty="0"/>
          </a:p>
        </p:txBody>
      </p:sp>
    </p:spTree>
    <p:extLst>
      <p:ext uri="{BB962C8B-B14F-4D97-AF65-F5344CB8AC3E}">
        <p14:creationId xmlns:p14="http://schemas.microsoft.com/office/powerpoint/2010/main" val="87699742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0D1433-09AA-00FF-14D8-A633B7AF732F}"/>
              </a:ext>
            </a:extLst>
          </p:cNvPr>
          <p:cNvSpPr>
            <a:spLocks noGrp="1"/>
          </p:cNvSpPr>
          <p:nvPr>
            <p:ph type="title"/>
          </p:nvPr>
        </p:nvSpPr>
        <p:spPr/>
        <p:txBody>
          <a:bodyPr/>
          <a:lstStyle/>
          <a:p>
            <a:r>
              <a:rPr lang="en-US" dirty="0"/>
              <a:t>Creating a Kernel Function</a:t>
            </a:r>
          </a:p>
        </p:txBody>
      </p:sp>
      <p:sp>
        <p:nvSpPr>
          <p:cNvPr id="4" name="Google Shape;207;p36">
            <a:extLst>
              <a:ext uri="{FF2B5EF4-FFF2-40B4-BE49-F238E27FC236}">
                <a16:creationId xmlns:a16="http://schemas.microsoft.com/office/drawing/2014/main" id="{9F1A23D2-8CDA-4FA1-E94A-DC9FD74EB941}"/>
              </a:ext>
            </a:extLst>
          </p:cNvPr>
          <p:cNvSpPr txBox="1">
            <a:spLocks/>
          </p:cNvSpPr>
          <p:nvPr/>
        </p:nvSpPr>
        <p:spPr>
          <a:xfrm>
            <a:off x="1016350" y="1967940"/>
            <a:ext cx="3943200" cy="3263400"/>
          </a:xfrm>
          <a:prstGeom prst="rect">
            <a:avLst/>
          </a:prstGeom>
          <a:ln>
            <a:noFill/>
          </a:ln>
        </p:spPr>
        <p:txBody>
          <a:bodyPr spcFirstLastPara="1" vert="horz" wrap="square" lIns="68575" tIns="34275" rIns="68575" bIns="3427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spcBef>
                <a:spcPts val="800"/>
              </a:spcBef>
              <a:buFont typeface="Arial" panose="020B0604020202020204" pitchFamily="34" charset="0"/>
              <a:buNone/>
            </a:pPr>
            <a:r>
              <a:rPr lang="en-US" sz="2000" dirty="0"/>
              <a:t>A simple loop</a:t>
            </a:r>
          </a:p>
          <a:p>
            <a:pPr marL="0" indent="0">
              <a:spcBef>
                <a:spcPts val="800"/>
              </a:spcBef>
              <a:buFont typeface="Arial" panose="020B0604020202020204" pitchFamily="34" charset="0"/>
              <a:buNone/>
            </a:pPr>
            <a:endParaRPr lang="en-US" sz="1600" dirty="0">
              <a:solidFill>
                <a:srgbClr val="FF0000"/>
              </a:solidFill>
            </a:endParaRPr>
          </a:p>
          <a:p>
            <a:pPr marL="0" indent="0">
              <a:spcBef>
                <a:spcPts val="800"/>
              </a:spcBef>
              <a:buFont typeface="Arial" panose="020B0604020202020204" pitchFamily="34" charset="0"/>
              <a:buNone/>
            </a:pPr>
            <a:endParaRPr lang="en-US" sz="1600" dirty="0">
              <a:solidFill>
                <a:srgbClr val="FF0000"/>
              </a:solidFill>
            </a:endParaRPr>
          </a:p>
          <a:p>
            <a:pPr marL="0" indent="0">
              <a:spcBef>
                <a:spcPts val="800"/>
              </a:spcBef>
              <a:buFont typeface="Arial" panose="020B0604020202020204" pitchFamily="34" charset="0"/>
              <a:buNone/>
            </a:pPr>
            <a:endParaRPr lang="en-US" sz="1600" dirty="0">
              <a:solidFill>
                <a:srgbClr val="FF0000"/>
              </a:solidFill>
            </a:endParaRPr>
          </a:p>
          <a:p>
            <a:pPr marL="0" indent="0">
              <a:spcBef>
                <a:spcPts val="800"/>
              </a:spcBef>
              <a:buFont typeface="Arial" panose="020B0604020202020204" pitchFamily="34" charset="0"/>
              <a:buNone/>
            </a:pPr>
            <a:endParaRPr lang="en-US" sz="1600" dirty="0"/>
          </a:p>
          <a:p>
            <a:pPr marL="0" indent="0">
              <a:spcBef>
                <a:spcPts val="800"/>
              </a:spcBef>
              <a:buFont typeface="Arial" panose="020B0604020202020204" pitchFamily="34" charset="0"/>
              <a:buNone/>
            </a:pPr>
            <a:r>
              <a:rPr lang="en-US" sz="2000" dirty="0"/>
              <a:t>Can be translated into GPU kernel</a:t>
            </a:r>
          </a:p>
          <a:p>
            <a:pPr marL="0" indent="0">
              <a:spcBef>
                <a:spcPts val="800"/>
              </a:spcBef>
              <a:buClr>
                <a:schemeClr val="dk1"/>
              </a:buClr>
              <a:buSzPts val="1100"/>
              <a:buFont typeface="Arial"/>
              <a:buNone/>
            </a:pPr>
            <a:endParaRPr lang="en-US" sz="1600" dirty="0"/>
          </a:p>
          <a:p>
            <a:pPr marL="0" indent="0">
              <a:spcBef>
                <a:spcPts val="800"/>
              </a:spcBef>
              <a:buClr>
                <a:schemeClr val="dk1"/>
              </a:buClr>
              <a:buSzPts val="1100"/>
              <a:buFont typeface="Arial"/>
              <a:buNone/>
            </a:pPr>
            <a:endParaRPr lang="en-US" sz="1556" dirty="0"/>
          </a:p>
          <a:p>
            <a:pPr marL="0" indent="0">
              <a:spcBef>
                <a:spcPts val="800"/>
              </a:spcBef>
              <a:buFont typeface="Arial" panose="020B0604020202020204" pitchFamily="34" charset="0"/>
              <a:buNone/>
            </a:pPr>
            <a:endParaRPr lang="en-US" dirty="0"/>
          </a:p>
        </p:txBody>
      </p:sp>
      <p:pic>
        <p:nvPicPr>
          <p:cNvPr id="5" name="Google Shape;209;p36">
            <a:extLst>
              <a:ext uri="{FF2B5EF4-FFF2-40B4-BE49-F238E27FC236}">
                <a16:creationId xmlns:a16="http://schemas.microsoft.com/office/drawing/2014/main" id="{E5AC720B-A5DC-79AA-4508-0785D8732E36}"/>
              </a:ext>
            </a:extLst>
          </p:cNvPr>
          <p:cNvPicPr preferRelativeResize="0"/>
          <p:nvPr/>
        </p:nvPicPr>
        <p:blipFill>
          <a:blip r:embed="rId2">
            <a:alphaModFix/>
          </a:blip>
          <a:stretch>
            <a:fillRect/>
          </a:stretch>
        </p:blipFill>
        <p:spPr>
          <a:xfrm>
            <a:off x="1190517" y="2570030"/>
            <a:ext cx="2793654" cy="1163769"/>
          </a:xfrm>
          <a:prstGeom prst="rect">
            <a:avLst/>
          </a:prstGeom>
          <a:noFill/>
          <a:ln>
            <a:noFill/>
          </a:ln>
        </p:spPr>
      </p:pic>
      <p:pic>
        <p:nvPicPr>
          <p:cNvPr id="6" name="Google Shape;210;p36">
            <a:extLst>
              <a:ext uri="{FF2B5EF4-FFF2-40B4-BE49-F238E27FC236}">
                <a16:creationId xmlns:a16="http://schemas.microsoft.com/office/drawing/2014/main" id="{E3F98C4B-CF3B-7B34-86D1-D1DE1A1BF30A}"/>
              </a:ext>
            </a:extLst>
          </p:cNvPr>
          <p:cNvPicPr preferRelativeResize="0"/>
          <p:nvPr/>
        </p:nvPicPr>
        <p:blipFill>
          <a:blip r:embed="rId3">
            <a:alphaModFix/>
          </a:blip>
          <a:stretch>
            <a:fillRect/>
          </a:stretch>
        </p:blipFill>
        <p:spPr>
          <a:xfrm>
            <a:off x="838200" y="4121770"/>
            <a:ext cx="4121350" cy="1711659"/>
          </a:xfrm>
          <a:prstGeom prst="rect">
            <a:avLst/>
          </a:prstGeom>
          <a:noFill/>
          <a:ln>
            <a:noFill/>
          </a:ln>
        </p:spPr>
      </p:pic>
      <p:sp>
        <p:nvSpPr>
          <p:cNvPr id="7" name="Google Shape;208;p36">
            <a:extLst>
              <a:ext uri="{FF2B5EF4-FFF2-40B4-BE49-F238E27FC236}">
                <a16:creationId xmlns:a16="http://schemas.microsoft.com/office/drawing/2014/main" id="{B46A13C1-570C-2A1F-C2C2-B71C93756250}"/>
              </a:ext>
            </a:extLst>
          </p:cNvPr>
          <p:cNvSpPr txBox="1">
            <a:spLocks/>
          </p:cNvSpPr>
          <p:nvPr/>
        </p:nvSpPr>
        <p:spPr>
          <a:xfrm>
            <a:off x="6095999" y="1797299"/>
            <a:ext cx="5442857" cy="4048329"/>
          </a:xfrm>
          <a:prstGeom prst="rect">
            <a:avLst/>
          </a:prstGeom>
        </p:spPr>
        <p:txBody>
          <a:bodyPr spcFirstLastPara="1" vert="horz" wrap="square" lIns="68575" tIns="34275" rIns="68575" bIns="34275" rtlCol="0" anchor="t" anchorCtr="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457200" indent="-336550">
              <a:spcBef>
                <a:spcPts val="800"/>
              </a:spcBef>
              <a:buSzPts val="1700"/>
              <a:buFont typeface="Arial" panose="020B0604020202020204" pitchFamily="34" charset="0"/>
              <a:buChar char="●"/>
            </a:pPr>
            <a:r>
              <a:rPr lang="en-US" sz="2000" dirty="0"/>
              <a:t>A device function that will be launched from the host program is called a kernel and is declared with the </a:t>
            </a:r>
            <a:r>
              <a:rPr lang="en-US" sz="2000" dirty="0">
                <a:solidFill>
                  <a:srgbClr val="FF0000"/>
                </a:solidFill>
              </a:rPr>
              <a:t>__global__</a:t>
            </a:r>
            <a:r>
              <a:rPr lang="en-US" sz="2000" dirty="0"/>
              <a:t> attribute</a:t>
            </a:r>
          </a:p>
          <a:p>
            <a:pPr marL="457200" indent="-336550">
              <a:spcBef>
                <a:spcPts val="0"/>
              </a:spcBef>
              <a:buSzPts val="1700"/>
              <a:buFont typeface="Arial" panose="020B0604020202020204" pitchFamily="34" charset="0"/>
              <a:buChar char="●"/>
            </a:pPr>
            <a:r>
              <a:rPr lang="en-US" sz="2000" dirty="0"/>
              <a:t>Kernels should be declared </a:t>
            </a:r>
            <a:r>
              <a:rPr lang="en-US" sz="2000" dirty="0">
                <a:solidFill>
                  <a:schemeClr val="accent1"/>
                </a:solidFill>
              </a:rPr>
              <a:t>void</a:t>
            </a:r>
          </a:p>
          <a:p>
            <a:pPr marL="457200" indent="-336550">
              <a:spcBef>
                <a:spcPts val="0"/>
              </a:spcBef>
              <a:buSzPts val="1700"/>
              <a:buFont typeface="Arial" panose="020B0604020202020204" pitchFamily="34" charset="0"/>
              <a:buChar char="●"/>
            </a:pPr>
            <a:r>
              <a:rPr lang="en-US" sz="2000" dirty="0"/>
              <a:t>All pointers passed to kernels must point to memory on the device</a:t>
            </a:r>
          </a:p>
          <a:p>
            <a:pPr marL="457200" indent="-336550">
              <a:spcBef>
                <a:spcPts val="0"/>
              </a:spcBef>
              <a:buSzPts val="1700"/>
              <a:buFont typeface="Arial" panose="020B0604020202020204" pitchFamily="34" charset="0"/>
              <a:buChar char="●"/>
            </a:pPr>
            <a:r>
              <a:rPr lang="en-US" sz="2000" dirty="0"/>
              <a:t>All threads execute the kernel’s body “simultaneously”</a:t>
            </a:r>
          </a:p>
          <a:p>
            <a:pPr marL="457200" indent="-336550">
              <a:spcBef>
                <a:spcPts val="0"/>
              </a:spcBef>
              <a:buSzPts val="1700"/>
              <a:buFont typeface="Arial" panose="020B0604020202020204" pitchFamily="34" charset="0"/>
              <a:buChar char="●"/>
            </a:pPr>
            <a:r>
              <a:rPr lang="en-US" sz="2000" dirty="0"/>
              <a:t>Each thread uses its unique thread and block IDs to compute a global ID</a:t>
            </a:r>
          </a:p>
          <a:p>
            <a:pPr marL="457200" indent="-336550">
              <a:spcBef>
                <a:spcPts val="0"/>
              </a:spcBef>
              <a:buSzPts val="1700"/>
              <a:buFont typeface="Arial" panose="020B0604020202020204" pitchFamily="34" charset="0"/>
              <a:buChar char="●"/>
            </a:pPr>
            <a:r>
              <a:rPr lang="en-US" sz="2000" dirty="0"/>
              <a:t>There could be more than N threads in the grid</a:t>
            </a:r>
            <a:endParaRPr lang="en-US" dirty="0"/>
          </a:p>
        </p:txBody>
      </p:sp>
    </p:spTree>
    <p:extLst>
      <p:ext uri="{BB962C8B-B14F-4D97-AF65-F5344CB8AC3E}">
        <p14:creationId xmlns:p14="http://schemas.microsoft.com/office/powerpoint/2010/main" val="219777302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3BBB43-B8CC-933A-3C66-356BE255DF2E}"/>
              </a:ext>
            </a:extLst>
          </p:cNvPr>
          <p:cNvSpPr>
            <a:spLocks noGrp="1"/>
          </p:cNvSpPr>
          <p:nvPr>
            <p:ph type="title"/>
          </p:nvPr>
        </p:nvSpPr>
        <p:spPr/>
        <p:txBody>
          <a:bodyPr/>
          <a:lstStyle/>
          <a:p>
            <a:r>
              <a:rPr lang="en-US" dirty="0"/>
              <a:t>Launching a Kernel from Host CPU</a:t>
            </a:r>
          </a:p>
        </p:txBody>
      </p:sp>
      <p:pic>
        <p:nvPicPr>
          <p:cNvPr id="4" name="Google Shape;216;p37">
            <a:extLst>
              <a:ext uri="{FF2B5EF4-FFF2-40B4-BE49-F238E27FC236}">
                <a16:creationId xmlns:a16="http://schemas.microsoft.com/office/drawing/2014/main" id="{9C35AD27-33D9-1003-686B-3CDD58E59A2F}"/>
              </a:ext>
            </a:extLst>
          </p:cNvPr>
          <p:cNvPicPr preferRelativeResize="0">
            <a:picLocks noGrp="1"/>
          </p:cNvPicPr>
          <p:nvPr>
            <p:ph idx="1"/>
          </p:nvPr>
        </p:nvPicPr>
        <p:blipFill>
          <a:blip r:embed="rId2">
            <a:alphaModFix/>
          </a:blip>
          <a:stretch>
            <a:fillRect/>
          </a:stretch>
        </p:blipFill>
        <p:spPr>
          <a:xfrm>
            <a:off x="276554" y="1586139"/>
            <a:ext cx="9527064" cy="4351338"/>
          </a:xfrm>
          <a:prstGeom prst="rect">
            <a:avLst/>
          </a:prstGeom>
          <a:noFill/>
          <a:ln>
            <a:noFill/>
          </a:ln>
        </p:spPr>
      </p:pic>
    </p:spTree>
    <p:extLst>
      <p:ext uri="{BB962C8B-B14F-4D97-AF65-F5344CB8AC3E}">
        <p14:creationId xmlns:p14="http://schemas.microsoft.com/office/powerpoint/2010/main" val="2917265767"/>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A29C8F-6F8B-C221-B4B9-1F984E0652EE}"/>
              </a:ext>
            </a:extLst>
          </p:cNvPr>
          <p:cNvSpPr>
            <a:spLocks noGrp="1"/>
          </p:cNvSpPr>
          <p:nvPr>
            <p:ph type="title"/>
          </p:nvPr>
        </p:nvSpPr>
        <p:spPr/>
        <p:txBody>
          <a:bodyPr/>
          <a:lstStyle/>
          <a:p>
            <a:r>
              <a:rPr lang="en-US" dirty="0"/>
              <a:t>Things to Note</a:t>
            </a:r>
          </a:p>
        </p:txBody>
      </p:sp>
      <p:sp>
        <p:nvSpPr>
          <p:cNvPr id="3" name="Content Placeholder 2">
            <a:extLst>
              <a:ext uri="{FF2B5EF4-FFF2-40B4-BE49-F238E27FC236}">
                <a16:creationId xmlns:a16="http://schemas.microsoft.com/office/drawing/2014/main" id="{99A1D2FA-7224-0668-2AB3-F3477E3957BB}"/>
              </a:ext>
            </a:extLst>
          </p:cNvPr>
          <p:cNvSpPr>
            <a:spLocks noGrp="1"/>
          </p:cNvSpPr>
          <p:nvPr>
            <p:ph idx="1"/>
          </p:nvPr>
        </p:nvSpPr>
        <p:spPr/>
        <p:txBody>
          <a:bodyPr/>
          <a:lstStyle/>
          <a:p>
            <a:r>
              <a:rPr lang="en-US" dirty="0"/>
              <a:t>Blocks get scheduled on the CUs</a:t>
            </a:r>
          </a:p>
          <a:p>
            <a:pPr lvl="1"/>
            <a:r>
              <a:rPr lang="en-US" dirty="0"/>
              <a:t>Note: number of blocks can be greater than the number of available CUs on the GPU</a:t>
            </a:r>
          </a:p>
          <a:p>
            <a:r>
              <a:rPr lang="en-US" dirty="0"/>
              <a:t>All threads in a block execute on the same CU</a:t>
            </a:r>
          </a:p>
          <a:p>
            <a:r>
              <a:rPr lang="en-US" dirty="0"/>
              <a:t>Threads in a block share LDS memory and L1 cache</a:t>
            </a:r>
          </a:p>
          <a:p>
            <a:r>
              <a:rPr lang="en-US" dirty="0"/>
              <a:t>Threads in a block are executed in </a:t>
            </a:r>
            <a:r>
              <a:rPr lang="en-US" b="1" dirty="0"/>
              <a:t>64-wide </a:t>
            </a:r>
            <a:r>
              <a:rPr lang="en-US" dirty="0"/>
              <a:t>chunks called “wavefronts”</a:t>
            </a:r>
          </a:p>
          <a:p>
            <a:r>
              <a:rPr lang="en-US" dirty="0"/>
              <a:t>A good practice is to make the block size a multiple of 64 and have several wavefronts(e.g. 256 threads)</a:t>
            </a:r>
          </a:p>
          <a:p>
            <a:endParaRPr lang="en-US" dirty="0"/>
          </a:p>
          <a:p>
            <a:endParaRPr lang="en-US" dirty="0"/>
          </a:p>
        </p:txBody>
      </p:sp>
    </p:spTree>
    <p:extLst>
      <p:ext uri="{BB962C8B-B14F-4D97-AF65-F5344CB8AC3E}">
        <p14:creationId xmlns:p14="http://schemas.microsoft.com/office/powerpoint/2010/main" val="47566484"/>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CF4817-F184-B8F9-D029-A5D3C007FA96}"/>
              </a:ext>
            </a:extLst>
          </p:cNvPr>
          <p:cNvSpPr>
            <a:spLocks noGrp="1"/>
          </p:cNvSpPr>
          <p:nvPr>
            <p:ph type="title"/>
          </p:nvPr>
        </p:nvSpPr>
        <p:spPr/>
        <p:txBody>
          <a:bodyPr/>
          <a:lstStyle/>
          <a:p>
            <a:r>
              <a:rPr lang="en-US" dirty="0"/>
              <a:t>How do we decide Number of Threads?</a:t>
            </a:r>
          </a:p>
        </p:txBody>
      </p:sp>
      <p:sp>
        <p:nvSpPr>
          <p:cNvPr id="3" name="Content Placeholder 2">
            <a:extLst>
              <a:ext uri="{FF2B5EF4-FFF2-40B4-BE49-F238E27FC236}">
                <a16:creationId xmlns:a16="http://schemas.microsoft.com/office/drawing/2014/main" id="{DA635723-20D0-6C90-8817-157828335C3F}"/>
              </a:ext>
            </a:extLst>
          </p:cNvPr>
          <p:cNvSpPr>
            <a:spLocks noGrp="1"/>
          </p:cNvSpPr>
          <p:nvPr>
            <p:ph idx="1"/>
          </p:nvPr>
        </p:nvSpPr>
        <p:spPr/>
        <p:txBody>
          <a:bodyPr>
            <a:normAutofit fontScale="85000" lnSpcReduction="10000"/>
          </a:bodyPr>
          <a:lstStyle/>
          <a:p>
            <a:r>
              <a:rPr lang="en-US" dirty="0"/>
              <a:t>Total number of threads = number of blocks x number of threads per blocks</a:t>
            </a:r>
          </a:p>
          <a:p>
            <a:endParaRPr lang="en-US" dirty="0"/>
          </a:p>
          <a:p>
            <a:r>
              <a:rPr lang="en-US" dirty="0">
                <a:latin typeface="Courier New" panose="02070309020205020404" pitchFamily="49" charset="0"/>
                <a:cs typeface="Courier New" panose="02070309020205020404" pitchFamily="49" charset="0"/>
              </a:rPr>
              <a:t>dim3 blocks((N+256-1)/256, 1, 1)</a:t>
            </a:r>
          </a:p>
          <a:p>
            <a:r>
              <a:rPr lang="en-US" dirty="0">
                <a:latin typeface="Courier New" panose="02070309020205020404" pitchFamily="49" charset="0"/>
                <a:cs typeface="Courier New" panose="02070309020205020404" pitchFamily="49" charset="0"/>
              </a:rPr>
              <a:t>dim3 threads(256, 1, 1)</a:t>
            </a:r>
          </a:p>
          <a:p>
            <a:endParaRPr lang="en-US" dirty="0">
              <a:latin typeface="Courier New" panose="02070309020205020404" pitchFamily="49" charset="0"/>
              <a:cs typeface="Courier New" panose="02070309020205020404" pitchFamily="49" charset="0"/>
            </a:endParaRPr>
          </a:p>
          <a:p>
            <a:r>
              <a:rPr lang="en-US" dirty="0"/>
              <a:t>It is good to have threads as a multiple of 64 (warp size)</a:t>
            </a:r>
          </a:p>
          <a:p>
            <a:r>
              <a:rPr lang="en-US" dirty="0"/>
              <a:t>Blocks can be determined by how much parallelism makes sense for a problem</a:t>
            </a:r>
          </a:p>
          <a:p>
            <a:pPr lvl="1"/>
            <a:r>
              <a:rPr lang="en-US" dirty="0"/>
              <a:t>In the case above, there is no point having more threads than the number of elements</a:t>
            </a:r>
          </a:p>
          <a:p>
            <a:pPr lvl="1"/>
            <a:r>
              <a:rPr lang="en-US" dirty="0"/>
              <a:t>Number of threads/blocks cannot be more than the maximum that can be offered by the hardware</a:t>
            </a:r>
          </a:p>
          <a:p>
            <a:pPr lvl="1"/>
            <a:r>
              <a:rPr lang="en-US" dirty="0"/>
              <a:t>More threads may also have more scheduling overheads, while offering more parallelism – sweet spot can be determined </a:t>
            </a:r>
            <a:r>
              <a:rPr lang="en-US"/>
              <a:t>by trail and error</a:t>
            </a:r>
            <a:endParaRPr lang="en-US" dirty="0"/>
          </a:p>
        </p:txBody>
      </p:sp>
    </p:spTree>
    <p:extLst>
      <p:ext uri="{BB962C8B-B14F-4D97-AF65-F5344CB8AC3E}">
        <p14:creationId xmlns:p14="http://schemas.microsoft.com/office/powerpoint/2010/main" val="114159135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1BC9B9-746F-97C5-6C01-1FAAE32EC35E}"/>
              </a:ext>
            </a:extLst>
          </p:cNvPr>
          <p:cNvSpPr>
            <a:spLocks noGrp="1"/>
          </p:cNvSpPr>
          <p:nvPr>
            <p:ph type="title"/>
          </p:nvPr>
        </p:nvSpPr>
        <p:spPr/>
        <p:txBody>
          <a:bodyPr/>
          <a:lstStyle/>
          <a:p>
            <a:r>
              <a:rPr lang="en-US" dirty="0"/>
              <a:t>Memory Management</a:t>
            </a:r>
          </a:p>
        </p:txBody>
      </p:sp>
      <p:sp>
        <p:nvSpPr>
          <p:cNvPr id="3" name="Content Placeholder 2">
            <a:extLst>
              <a:ext uri="{FF2B5EF4-FFF2-40B4-BE49-F238E27FC236}">
                <a16:creationId xmlns:a16="http://schemas.microsoft.com/office/drawing/2014/main" id="{B56EAE5B-4553-B2B2-6AF3-06E6AF6274FC}"/>
              </a:ext>
            </a:extLst>
          </p:cNvPr>
          <p:cNvSpPr>
            <a:spLocks noGrp="1"/>
          </p:cNvSpPr>
          <p:nvPr>
            <p:ph idx="1"/>
          </p:nvPr>
        </p:nvSpPr>
        <p:spPr/>
        <p:txBody>
          <a:bodyPr/>
          <a:lstStyle/>
          <a:p>
            <a:r>
              <a:rPr lang="en-US" dirty="0"/>
              <a:t>GPU application typically will require memory allocation at:</a:t>
            </a:r>
          </a:p>
          <a:p>
            <a:pPr lvl="1"/>
            <a:r>
              <a:rPr lang="en-US" dirty="0"/>
              <a:t>Host Memory: memory allocated in CPU’s RAM</a:t>
            </a:r>
          </a:p>
          <a:p>
            <a:pPr lvl="1"/>
            <a:r>
              <a:rPr lang="en-US" dirty="0"/>
              <a:t>Device Memory: memory allocated in GPU’s HBM/DRAM</a:t>
            </a:r>
          </a:p>
          <a:p>
            <a:endParaRPr lang="en-US" dirty="0"/>
          </a:p>
          <a:p>
            <a:r>
              <a:rPr lang="en-US" dirty="0"/>
              <a:t>Host memory allocated using malloc</a:t>
            </a:r>
          </a:p>
          <a:p>
            <a:endParaRPr lang="en-US" dirty="0"/>
          </a:p>
          <a:p>
            <a:r>
              <a:rPr lang="en-US" dirty="0"/>
              <a:t>Host instructs device to allocate memory in its Global memory using </a:t>
            </a:r>
            <a:r>
              <a:rPr lang="en-US" b="1" dirty="0" err="1"/>
              <a:t>hipMalloc</a:t>
            </a:r>
            <a:endParaRPr lang="en-US" b="1" dirty="0"/>
          </a:p>
        </p:txBody>
      </p:sp>
    </p:spTree>
    <p:extLst>
      <p:ext uri="{BB962C8B-B14F-4D97-AF65-F5344CB8AC3E}">
        <p14:creationId xmlns:p14="http://schemas.microsoft.com/office/powerpoint/2010/main" val="85102537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FB2A7D-D2D3-8C1D-A7A2-4C466D12A146}"/>
              </a:ext>
            </a:extLst>
          </p:cNvPr>
          <p:cNvSpPr>
            <a:spLocks noGrp="1"/>
          </p:cNvSpPr>
          <p:nvPr>
            <p:ph type="title"/>
          </p:nvPr>
        </p:nvSpPr>
        <p:spPr/>
        <p:txBody>
          <a:bodyPr/>
          <a:lstStyle/>
          <a:p>
            <a:r>
              <a:rPr lang="en-US" dirty="0"/>
              <a:t>Memory Management</a:t>
            </a:r>
          </a:p>
        </p:txBody>
      </p:sp>
      <p:sp>
        <p:nvSpPr>
          <p:cNvPr id="16" name="TextBox 15">
            <a:extLst>
              <a:ext uri="{FF2B5EF4-FFF2-40B4-BE49-F238E27FC236}">
                <a16:creationId xmlns:a16="http://schemas.microsoft.com/office/drawing/2014/main" id="{ED7A8D46-4984-CB88-7E47-A087650A43BC}"/>
              </a:ext>
            </a:extLst>
          </p:cNvPr>
          <p:cNvSpPr txBox="1"/>
          <p:nvPr/>
        </p:nvSpPr>
        <p:spPr>
          <a:xfrm>
            <a:off x="838200" y="1436914"/>
            <a:ext cx="10167257" cy="4247317"/>
          </a:xfrm>
          <a:prstGeom prst="rect">
            <a:avLst/>
          </a:prstGeom>
          <a:noFill/>
        </p:spPr>
        <p:txBody>
          <a:bodyPr wrap="square" rtlCol="0">
            <a:spAutoFit/>
          </a:bodyPr>
          <a:lstStyle/>
          <a:p>
            <a:r>
              <a:rPr lang="en-US" dirty="0">
                <a:latin typeface="Courier New" panose="02070309020205020404" pitchFamily="49" charset="0"/>
                <a:cs typeface="Courier New" panose="02070309020205020404" pitchFamily="49" charset="0"/>
              </a:rPr>
              <a:t>int main () {</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int N = 1000;</a:t>
            </a:r>
          </a:p>
          <a:p>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size_t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 N*</a:t>
            </a:r>
            <a:r>
              <a:rPr lang="en-US" dirty="0" err="1">
                <a:latin typeface="Courier New" panose="02070309020205020404" pitchFamily="49" charset="0"/>
                <a:cs typeface="Courier New" panose="02070309020205020404" pitchFamily="49" charset="0"/>
              </a:rPr>
              <a:t>sizeof</a:t>
            </a:r>
            <a:r>
              <a:rPr lang="en-US" dirty="0">
                <a:latin typeface="Courier New" panose="02070309020205020404" pitchFamily="49" charset="0"/>
                <a:cs typeface="Courier New" panose="02070309020205020404" pitchFamily="49" charset="0"/>
              </a:rPr>
              <a:t>(double);</a:t>
            </a:r>
          </a:p>
          <a:p>
            <a:r>
              <a:rPr lang="en-US" dirty="0">
                <a:latin typeface="Courier New" panose="02070309020205020404" pitchFamily="49" charset="0"/>
                <a:cs typeface="Courier New" panose="02070309020205020404" pitchFamily="49" charset="0"/>
              </a:rPr>
              <a:t>	double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 (double*) malloc(</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//Host memory</a:t>
            </a: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	</a:t>
            </a:r>
            <a:r>
              <a:rPr lang="en-US" dirty="0">
                <a:solidFill>
                  <a:srgbClr val="C00000"/>
                </a:solidFill>
                <a:latin typeface="Courier New" panose="02070309020205020404" pitchFamily="49" charset="0"/>
                <a:cs typeface="Courier New" panose="02070309020205020404" pitchFamily="49" charset="0"/>
              </a:rPr>
              <a:t>double *</a:t>
            </a:r>
            <a:r>
              <a:rPr lang="en-US" dirty="0" err="1">
                <a:solidFill>
                  <a:srgbClr val="C00000"/>
                </a:solidFill>
                <a:latin typeface="Courier New" panose="02070309020205020404" pitchFamily="49" charset="0"/>
                <a:cs typeface="Courier New" panose="02070309020205020404" pitchFamily="49" charset="0"/>
              </a:rPr>
              <a:t>d_a</a:t>
            </a:r>
            <a:r>
              <a:rPr lang="en-US" dirty="0">
                <a:solidFill>
                  <a:srgbClr val="C00000"/>
                </a:solidFill>
                <a:latin typeface="Courier New" panose="02070309020205020404" pitchFamily="49" charset="0"/>
                <a:cs typeface="Courier New" panose="02070309020205020404" pitchFamily="49" charset="0"/>
              </a:rPr>
              <a:t> = NULL;  </a:t>
            </a:r>
          </a:p>
          <a:p>
            <a:r>
              <a:rPr lang="en-US" dirty="0">
                <a:solidFill>
                  <a:srgbClr val="C00000"/>
                </a:solidFill>
                <a:latin typeface="Courier New" panose="02070309020205020404" pitchFamily="49" charset="0"/>
                <a:cs typeface="Courier New" panose="02070309020205020404" pitchFamily="49" charset="0"/>
              </a:rPr>
              <a:t>	</a:t>
            </a:r>
            <a:r>
              <a:rPr lang="en-US" dirty="0" err="1">
                <a:solidFill>
                  <a:srgbClr val="C00000"/>
                </a:solidFill>
                <a:latin typeface="Courier New" panose="02070309020205020404" pitchFamily="49" charset="0"/>
                <a:cs typeface="Courier New" panose="02070309020205020404" pitchFamily="49" charset="0"/>
              </a:rPr>
              <a:t>hipMalloc</a:t>
            </a:r>
            <a:r>
              <a:rPr lang="en-US" dirty="0">
                <a:solidFill>
                  <a:srgbClr val="C00000"/>
                </a:solidFill>
                <a:latin typeface="Courier New" panose="02070309020205020404" pitchFamily="49" charset="0"/>
                <a:cs typeface="Courier New" panose="02070309020205020404" pitchFamily="49" charset="0"/>
              </a:rPr>
              <a:t>(&amp;</a:t>
            </a:r>
            <a:r>
              <a:rPr lang="en-US" dirty="0" err="1">
                <a:solidFill>
                  <a:srgbClr val="C00000"/>
                </a:solidFill>
                <a:latin typeface="Courier New" panose="02070309020205020404" pitchFamily="49" charset="0"/>
                <a:cs typeface="Courier New" panose="02070309020205020404" pitchFamily="49" charset="0"/>
              </a:rPr>
              <a:t>d_a</a:t>
            </a:r>
            <a:r>
              <a:rPr lang="en-US" dirty="0">
                <a:solidFill>
                  <a:srgbClr val="C00000"/>
                </a:solidFill>
                <a:latin typeface="Courier New" panose="02070309020205020404" pitchFamily="49" charset="0"/>
                <a:cs typeface="Courier New" panose="02070309020205020404" pitchFamily="49" charset="0"/>
              </a:rPr>
              <a:t>, </a:t>
            </a:r>
            <a:r>
              <a:rPr lang="en-US" dirty="0" err="1">
                <a:solidFill>
                  <a:srgbClr val="C00000"/>
                </a:solidFill>
                <a:latin typeface="Courier New" panose="02070309020205020404" pitchFamily="49" charset="0"/>
                <a:cs typeface="Courier New" panose="02070309020205020404" pitchFamily="49" charset="0"/>
              </a:rPr>
              <a:t>Nbytes</a:t>
            </a:r>
            <a:r>
              <a:rPr lang="en-US" dirty="0">
                <a:solidFill>
                  <a:srgbClr val="C00000"/>
                </a:solidFill>
                <a:latin typeface="Courier New" panose="02070309020205020404" pitchFamily="49" charset="0"/>
                <a:cs typeface="Courier New" panose="02070309020205020404" pitchFamily="49" charset="0"/>
              </a:rPr>
              <a:t>); 	//Allocate </a:t>
            </a:r>
            <a:r>
              <a:rPr lang="en-US" dirty="0" err="1">
                <a:solidFill>
                  <a:srgbClr val="C00000"/>
                </a:solidFill>
                <a:latin typeface="Courier New" panose="02070309020205020404" pitchFamily="49" charset="0"/>
                <a:cs typeface="Courier New" panose="02070309020205020404" pitchFamily="49" charset="0"/>
              </a:rPr>
              <a:t>Nbytes</a:t>
            </a:r>
            <a:r>
              <a:rPr lang="en-US" dirty="0">
                <a:solidFill>
                  <a:srgbClr val="C00000"/>
                </a:solidFill>
                <a:latin typeface="Courier New" panose="02070309020205020404" pitchFamily="49" charset="0"/>
                <a:cs typeface="Courier New" panose="02070309020205020404" pitchFamily="49" charset="0"/>
              </a:rPr>
              <a:t> in the device memory</a:t>
            </a:r>
          </a:p>
          <a:p>
            <a:r>
              <a:rPr lang="en-US" dirty="0">
                <a:latin typeface="Courier New" panose="02070309020205020404" pitchFamily="49" charset="0"/>
                <a:cs typeface="Courier New" panose="02070309020205020404" pitchFamily="49" charset="0"/>
              </a:rPr>
              <a:t>	…</a:t>
            </a:r>
          </a:p>
          <a:p>
            <a:r>
              <a:rPr lang="en-US" dirty="0">
                <a:latin typeface="Courier New" panose="02070309020205020404" pitchFamily="49" charset="0"/>
                <a:cs typeface="Courier New" panose="02070309020205020404" pitchFamily="49" charset="0"/>
              </a:rPr>
              <a:t>	free(</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//Free Host memory</a:t>
            </a:r>
          </a:p>
          <a:p>
            <a:r>
              <a:rPr lang="en-US" dirty="0">
                <a:solidFill>
                  <a:srgbClr val="C00000"/>
                </a:solidFill>
                <a:latin typeface="Courier New" panose="02070309020205020404" pitchFamily="49" charset="0"/>
                <a:cs typeface="Courier New" panose="02070309020205020404" pitchFamily="49" charset="0"/>
              </a:rPr>
              <a:t>	</a:t>
            </a:r>
            <a:r>
              <a:rPr lang="en-US" dirty="0" err="1">
                <a:solidFill>
                  <a:srgbClr val="C00000"/>
                </a:solidFill>
                <a:latin typeface="Courier New" panose="02070309020205020404" pitchFamily="49" charset="0"/>
                <a:cs typeface="Courier New" panose="02070309020205020404" pitchFamily="49" charset="0"/>
              </a:rPr>
              <a:t>hipFree</a:t>
            </a:r>
            <a:r>
              <a:rPr lang="en-US" dirty="0">
                <a:solidFill>
                  <a:srgbClr val="C00000"/>
                </a:solidFill>
                <a:latin typeface="Courier New" panose="02070309020205020404" pitchFamily="49" charset="0"/>
                <a:cs typeface="Courier New" panose="02070309020205020404" pitchFamily="49" charset="0"/>
              </a:rPr>
              <a:t>(</a:t>
            </a:r>
            <a:r>
              <a:rPr lang="en-US" dirty="0" err="1">
                <a:solidFill>
                  <a:srgbClr val="C00000"/>
                </a:solidFill>
                <a:latin typeface="Courier New" panose="02070309020205020404" pitchFamily="49" charset="0"/>
                <a:cs typeface="Courier New" panose="02070309020205020404" pitchFamily="49" charset="0"/>
              </a:rPr>
              <a:t>d_a</a:t>
            </a:r>
            <a:r>
              <a:rPr lang="en-US" dirty="0">
                <a:solidFill>
                  <a:srgbClr val="C00000"/>
                </a:solidFill>
                <a:latin typeface="Courier New" panose="02070309020205020404" pitchFamily="49" charset="0"/>
                <a:cs typeface="Courier New" panose="02070309020205020404" pitchFamily="49" charset="0"/>
              </a:rPr>
              <a:t>); //Free Device memory</a:t>
            </a: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r>
              <a:rPr lang="en-US" dirty="0">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37781220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20A8A-1143-429D-C810-DF628F3506B4}"/>
              </a:ext>
            </a:extLst>
          </p:cNvPr>
          <p:cNvSpPr>
            <a:spLocks noGrp="1"/>
          </p:cNvSpPr>
          <p:nvPr>
            <p:ph type="title"/>
          </p:nvPr>
        </p:nvSpPr>
        <p:spPr/>
        <p:txBody>
          <a:bodyPr/>
          <a:lstStyle/>
          <a:p>
            <a:r>
              <a:rPr lang="en-US" dirty="0"/>
              <a:t>Memory Management</a:t>
            </a:r>
          </a:p>
        </p:txBody>
      </p:sp>
      <p:sp>
        <p:nvSpPr>
          <p:cNvPr id="3" name="Content Placeholder 2">
            <a:extLst>
              <a:ext uri="{FF2B5EF4-FFF2-40B4-BE49-F238E27FC236}">
                <a16:creationId xmlns:a16="http://schemas.microsoft.com/office/drawing/2014/main" id="{61E438AA-FF8E-6ECA-37B0-52A6742D8C22}"/>
              </a:ext>
            </a:extLst>
          </p:cNvPr>
          <p:cNvSpPr>
            <a:spLocks noGrp="1"/>
          </p:cNvSpPr>
          <p:nvPr>
            <p:ph idx="1"/>
          </p:nvPr>
        </p:nvSpPr>
        <p:spPr/>
        <p:txBody>
          <a:bodyPr/>
          <a:lstStyle/>
          <a:p>
            <a:r>
              <a:rPr lang="en-US" dirty="0"/>
              <a:t>Data will need to be copied from host to device</a:t>
            </a:r>
          </a:p>
          <a:p>
            <a:pPr lvl="1"/>
            <a:r>
              <a:rPr lang="en-US" dirty="0"/>
              <a:t>Model weights</a:t>
            </a:r>
          </a:p>
          <a:p>
            <a:pPr lvl="1"/>
            <a:r>
              <a:rPr lang="en-US" dirty="0"/>
              <a:t>Dataset</a:t>
            </a:r>
          </a:p>
          <a:p>
            <a:endParaRPr lang="en-US" dirty="0"/>
          </a:p>
          <a:p>
            <a:r>
              <a:rPr lang="en-US" dirty="0"/>
              <a:t>And, results need to be transferred back from device to host</a:t>
            </a:r>
          </a:p>
          <a:p>
            <a:pPr lvl="1"/>
            <a:r>
              <a:rPr lang="en-US" dirty="0"/>
              <a:t>Trained model weights</a:t>
            </a:r>
          </a:p>
          <a:p>
            <a:pPr lvl="1"/>
            <a:r>
              <a:rPr lang="en-US" dirty="0"/>
              <a:t>Prediction results </a:t>
            </a:r>
          </a:p>
          <a:p>
            <a:endParaRPr lang="en-US" dirty="0"/>
          </a:p>
          <a:p>
            <a:r>
              <a:rPr lang="en-US" dirty="0"/>
              <a:t>You can also copy data within the device</a:t>
            </a:r>
          </a:p>
        </p:txBody>
      </p:sp>
    </p:spTree>
    <p:extLst>
      <p:ext uri="{BB962C8B-B14F-4D97-AF65-F5344CB8AC3E}">
        <p14:creationId xmlns:p14="http://schemas.microsoft.com/office/powerpoint/2010/main" val="302364224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5DD491-BE5A-5101-8A8B-7E25F705C4F0}"/>
              </a:ext>
            </a:extLst>
          </p:cNvPr>
          <p:cNvSpPr>
            <a:spLocks noGrp="1"/>
          </p:cNvSpPr>
          <p:nvPr>
            <p:ph type="title"/>
          </p:nvPr>
        </p:nvSpPr>
        <p:spPr/>
        <p:txBody>
          <a:bodyPr/>
          <a:lstStyle/>
          <a:p>
            <a:r>
              <a:rPr lang="en-US" dirty="0"/>
              <a:t>Memory Management</a:t>
            </a:r>
          </a:p>
        </p:txBody>
      </p:sp>
      <p:sp>
        <p:nvSpPr>
          <p:cNvPr id="3" name="Content Placeholder 2">
            <a:extLst>
              <a:ext uri="{FF2B5EF4-FFF2-40B4-BE49-F238E27FC236}">
                <a16:creationId xmlns:a16="http://schemas.microsoft.com/office/drawing/2014/main" id="{17E37FE4-11F3-7507-78A6-00C085A79160}"/>
              </a:ext>
            </a:extLst>
          </p:cNvPr>
          <p:cNvSpPr>
            <a:spLocks noGrp="1"/>
          </p:cNvSpPr>
          <p:nvPr>
            <p:ph idx="1"/>
          </p:nvPr>
        </p:nvSpPr>
        <p:spPr/>
        <p:txBody>
          <a:bodyPr>
            <a:normAutofit/>
          </a:bodyPr>
          <a:lstStyle/>
          <a:p>
            <a:pPr marL="0" indent="0">
              <a:buNone/>
            </a:pPr>
            <a:r>
              <a:rPr lang="en-US" sz="2400" dirty="0">
                <a:latin typeface="Courier New" panose="02070309020205020404" pitchFamily="49" charset="0"/>
                <a:cs typeface="Courier New" panose="02070309020205020404" pitchFamily="49" charset="0"/>
              </a:rPr>
              <a:t>//copy data from host to device</a:t>
            </a:r>
          </a:p>
          <a:p>
            <a:pPr marL="0" indent="0">
              <a:buNone/>
            </a:pPr>
            <a:r>
              <a:rPr lang="pt-BR" sz="2400" dirty="0">
                <a:latin typeface="Courier New" panose="02070309020205020404" pitchFamily="49" charset="0"/>
                <a:cs typeface="Courier New" panose="02070309020205020404" pitchFamily="49" charset="0"/>
              </a:rPr>
              <a:t>hipMemcpy(d_a, h_a, Nbytes, hipMemcpyHostToDevice);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//copy data from device to host</a:t>
            </a:r>
          </a:p>
          <a:p>
            <a:pPr marL="0" indent="0">
              <a:buNone/>
            </a:pPr>
            <a:r>
              <a:rPr lang="pt-BR" sz="2400" dirty="0">
                <a:latin typeface="Courier New" panose="02070309020205020404" pitchFamily="49" charset="0"/>
                <a:cs typeface="Courier New" panose="02070309020205020404" pitchFamily="49" charset="0"/>
              </a:rPr>
              <a:t>hipMemcpy(h_a, d_a, Nbytes, hipMemcpyDeviceToHost);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//copy data from one device buffer to another</a:t>
            </a:r>
          </a:p>
          <a:p>
            <a:pPr marL="0" indent="0">
              <a:buNone/>
            </a:pPr>
            <a:r>
              <a:rPr lang="en-US" sz="2400" dirty="0" err="1">
                <a:latin typeface="Courier New" panose="02070309020205020404" pitchFamily="49" charset="0"/>
                <a:cs typeface="Courier New" panose="02070309020205020404" pitchFamily="49" charset="0"/>
              </a:rPr>
              <a:t>hipMemcpy</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d_b</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d_a</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Nbytes</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hipMemcpyDeviceToDevice</a:t>
            </a:r>
            <a:r>
              <a:rPr lang="en-US" sz="2400" dirty="0">
                <a:latin typeface="Courier New" panose="02070309020205020404" pitchFamily="49" charset="0"/>
                <a:cs typeface="Courier New" panose="02070309020205020404" pitchFamily="49" charset="0"/>
              </a:rPr>
              <a:t>); </a:t>
            </a:r>
          </a:p>
        </p:txBody>
      </p:sp>
    </p:spTree>
    <p:extLst>
      <p:ext uri="{BB962C8B-B14F-4D97-AF65-F5344CB8AC3E}">
        <p14:creationId xmlns:p14="http://schemas.microsoft.com/office/powerpoint/2010/main" val="92994147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2C1B58-D7EC-394A-CA0B-285541E570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A8003BC-06AD-5D74-1630-7987647D67AD}"/>
              </a:ext>
            </a:extLst>
          </p:cNvPr>
          <p:cNvSpPr>
            <a:spLocks noGrp="1"/>
          </p:cNvSpPr>
          <p:nvPr>
            <p:ph type="title"/>
          </p:nvPr>
        </p:nvSpPr>
        <p:spPr/>
        <p:txBody>
          <a:bodyPr/>
          <a:lstStyle/>
          <a:p>
            <a:r>
              <a:rPr lang="en-US" dirty="0"/>
              <a:t>Memory Management</a:t>
            </a:r>
          </a:p>
        </p:txBody>
      </p:sp>
      <p:sp>
        <p:nvSpPr>
          <p:cNvPr id="3" name="Content Placeholder 2">
            <a:extLst>
              <a:ext uri="{FF2B5EF4-FFF2-40B4-BE49-F238E27FC236}">
                <a16:creationId xmlns:a16="http://schemas.microsoft.com/office/drawing/2014/main" id="{982C0DBD-22EC-201F-810C-1BE02865D0DA}"/>
              </a:ext>
            </a:extLst>
          </p:cNvPr>
          <p:cNvSpPr>
            <a:spLocks noGrp="1"/>
          </p:cNvSpPr>
          <p:nvPr>
            <p:ph idx="1"/>
          </p:nvPr>
        </p:nvSpPr>
        <p:spPr/>
        <p:txBody>
          <a:bodyPr>
            <a:normAutofit/>
          </a:bodyPr>
          <a:lstStyle/>
          <a:p>
            <a:pPr marL="0" indent="0">
              <a:buNone/>
            </a:pPr>
            <a:r>
              <a:rPr lang="en-US" sz="2400" dirty="0">
                <a:latin typeface="Courier New" panose="02070309020205020404" pitchFamily="49" charset="0"/>
                <a:cs typeface="Courier New" panose="02070309020205020404" pitchFamily="49" charset="0"/>
              </a:rPr>
              <a:t>//copy data from host to device</a:t>
            </a:r>
          </a:p>
          <a:p>
            <a:pPr marL="0" indent="0">
              <a:buNone/>
            </a:pPr>
            <a:r>
              <a:rPr lang="pt-BR" sz="2400" dirty="0">
                <a:latin typeface="Courier New" panose="02070309020205020404" pitchFamily="49" charset="0"/>
                <a:cs typeface="Courier New" panose="02070309020205020404" pitchFamily="49" charset="0"/>
              </a:rPr>
              <a:t>hipMemcpy(</a:t>
            </a:r>
            <a:r>
              <a:rPr lang="pt-BR" sz="2400" dirty="0">
                <a:solidFill>
                  <a:schemeClr val="accent6">
                    <a:lumMod val="75000"/>
                  </a:schemeClr>
                </a:solidFill>
                <a:latin typeface="Courier New" panose="02070309020205020404" pitchFamily="49" charset="0"/>
                <a:cs typeface="Courier New" panose="02070309020205020404" pitchFamily="49" charset="0"/>
              </a:rPr>
              <a:t>d_a</a:t>
            </a:r>
            <a:r>
              <a:rPr lang="pt-BR" sz="2400" dirty="0">
                <a:latin typeface="Courier New" panose="02070309020205020404" pitchFamily="49" charset="0"/>
                <a:cs typeface="Courier New" panose="02070309020205020404" pitchFamily="49" charset="0"/>
              </a:rPr>
              <a:t>, </a:t>
            </a:r>
            <a:r>
              <a:rPr lang="pt-BR" sz="2400" dirty="0">
                <a:solidFill>
                  <a:srgbClr val="C00000"/>
                </a:solidFill>
                <a:latin typeface="Courier New" panose="02070309020205020404" pitchFamily="49" charset="0"/>
                <a:cs typeface="Courier New" panose="02070309020205020404" pitchFamily="49" charset="0"/>
              </a:rPr>
              <a:t>h_a</a:t>
            </a:r>
            <a:r>
              <a:rPr lang="pt-BR" sz="2400" dirty="0">
                <a:latin typeface="Courier New" panose="02070309020205020404" pitchFamily="49" charset="0"/>
                <a:cs typeface="Courier New" panose="02070309020205020404" pitchFamily="49" charset="0"/>
              </a:rPr>
              <a:t>, Nbytes, hipMemcpyHostToDevice);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//copy data from device to host</a:t>
            </a:r>
          </a:p>
          <a:p>
            <a:pPr marL="0" indent="0">
              <a:buNone/>
            </a:pPr>
            <a:r>
              <a:rPr lang="pt-BR" sz="2400" dirty="0">
                <a:latin typeface="Courier New" panose="02070309020205020404" pitchFamily="49" charset="0"/>
                <a:cs typeface="Courier New" panose="02070309020205020404" pitchFamily="49" charset="0"/>
              </a:rPr>
              <a:t>hipMemcpy(</a:t>
            </a:r>
            <a:r>
              <a:rPr lang="pt-BR" sz="2400" dirty="0">
                <a:solidFill>
                  <a:schemeClr val="accent6">
                    <a:lumMod val="75000"/>
                  </a:schemeClr>
                </a:solidFill>
                <a:latin typeface="Courier New" panose="02070309020205020404" pitchFamily="49" charset="0"/>
                <a:cs typeface="Courier New" panose="02070309020205020404" pitchFamily="49" charset="0"/>
              </a:rPr>
              <a:t>h_a</a:t>
            </a:r>
            <a:r>
              <a:rPr lang="pt-BR" sz="2400" dirty="0">
                <a:latin typeface="Courier New" panose="02070309020205020404" pitchFamily="49" charset="0"/>
                <a:cs typeface="Courier New" panose="02070309020205020404" pitchFamily="49" charset="0"/>
              </a:rPr>
              <a:t>, </a:t>
            </a:r>
            <a:r>
              <a:rPr lang="pt-BR" sz="2400" dirty="0">
                <a:solidFill>
                  <a:srgbClr val="C00000"/>
                </a:solidFill>
                <a:latin typeface="Courier New" panose="02070309020205020404" pitchFamily="49" charset="0"/>
                <a:cs typeface="Courier New" panose="02070309020205020404" pitchFamily="49" charset="0"/>
              </a:rPr>
              <a:t>d_a</a:t>
            </a:r>
            <a:r>
              <a:rPr lang="pt-BR" sz="2400" dirty="0">
                <a:latin typeface="Courier New" panose="02070309020205020404" pitchFamily="49" charset="0"/>
                <a:cs typeface="Courier New" panose="02070309020205020404" pitchFamily="49" charset="0"/>
              </a:rPr>
              <a:t>, Nbytes, hipMemcpyDeviceToHost);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//copy data from one device buffer to another</a:t>
            </a:r>
          </a:p>
          <a:p>
            <a:pPr marL="0" indent="0">
              <a:buNone/>
            </a:pPr>
            <a:r>
              <a:rPr lang="en-US" sz="2400" dirty="0" err="1">
                <a:latin typeface="Courier New" panose="02070309020205020404" pitchFamily="49" charset="0"/>
                <a:cs typeface="Courier New" panose="02070309020205020404" pitchFamily="49" charset="0"/>
              </a:rPr>
              <a:t>hipMemcpy</a:t>
            </a:r>
            <a:r>
              <a:rPr lang="en-US" sz="2400" dirty="0">
                <a:latin typeface="Courier New" panose="02070309020205020404" pitchFamily="49" charset="0"/>
                <a:cs typeface="Courier New" panose="02070309020205020404" pitchFamily="49" charset="0"/>
              </a:rPr>
              <a:t>(</a:t>
            </a:r>
            <a:r>
              <a:rPr lang="en-US" sz="2400" dirty="0" err="1">
                <a:solidFill>
                  <a:schemeClr val="accent6">
                    <a:lumMod val="75000"/>
                  </a:schemeClr>
                </a:solidFill>
                <a:latin typeface="Courier New" panose="02070309020205020404" pitchFamily="49" charset="0"/>
                <a:cs typeface="Courier New" panose="02070309020205020404" pitchFamily="49" charset="0"/>
              </a:rPr>
              <a:t>d_b</a:t>
            </a:r>
            <a:r>
              <a:rPr lang="en-US" sz="2400" dirty="0">
                <a:latin typeface="Courier New" panose="02070309020205020404" pitchFamily="49" charset="0"/>
                <a:cs typeface="Courier New" panose="02070309020205020404" pitchFamily="49" charset="0"/>
              </a:rPr>
              <a:t>, </a:t>
            </a:r>
            <a:r>
              <a:rPr lang="en-US" sz="2400" dirty="0" err="1">
                <a:solidFill>
                  <a:srgbClr val="C00000"/>
                </a:solidFill>
                <a:latin typeface="Courier New" panose="02070309020205020404" pitchFamily="49" charset="0"/>
                <a:cs typeface="Courier New" panose="02070309020205020404" pitchFamily="49" charset="0"/>
              </a:rPr>
              <a:t>d_a</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Nbytes</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hipMemcpyDeviceToDevice</a:t>
            </a:r>
            <a:r>
              <a:rPr lang="en-US" sz="2400" dirty="0">
                <a:latin typeface="Courier New" panose="02070309020205020404" pitchFamily="49" charset="0"/>
                <a:cs typeface="Courier New" panose="02070309020205020404" pitchFamily="49" charset="0"/>
              </a:rPr>
              <a:t>); </a:t>
            </a:r>
          </a:p>
        </p:txBody>
      </p:sp>
      <p:sp>
        <p:nvSpPr>
          <p:cNvPr id="4" name="TextBox 3">
            <a:extLst>
              <a:ext uri="{FF2B5EF4-FFF2-40B4-BE49-F238E27FC236}">
                <a16:creationId xmlns:a16="http://schemas.microsoft.com/office/drawing/2014/main" id="{77E904F1-EB22-2B33-0DA0-109AAAC91D6E}"/>
              </a:ext>
            </a:extLst>
          </p:cNvPr>
          <p:cNvSpPr txBox="1"/>
          <p:nvPr/>
        </p:nvSpPr>
        <p:spPr>
          <a:xfrm>
            <a:off x="3189514" y="6311900"/>
            <a:ext cx="5998028" cy="369332"/>
          </a:xfrm>
          <a:prstGeom prst="rect">
            <a:avLst/>
          </a:prstGeom>
          <a:noFill/>
        </p:spPr>
        <p:txBody>
          <a:bodyPr wrap="square" rtlCol="0">
            <a:spAutoFit/>
          </a:bodyPr>
          <a:lstStyle/>
          <a:p>
            <a:r>
              <a:rPr lang="en-US" dirty="0"/>
              <a:t>Notice which buffer is </a:t>
            </a:r>
            <a:r>
              <a:rPr lang="en-US" dirty="0">
                <a:solidFill>
                  <a:srgbClr val="C00000"/>
                </a:solidFill>
              </a:rPr>
              <a:t>source</a:t>
            </a:r>
            <a:r>
              <a:rPr lang="en-US" dirty="0"/>
              <a:t> and which buffer is </a:t>
            </a:r>
            <a:r>
              <a:rPr lang="en-US" dirty="0">
                <a:solidFill>
                  <a:schemeClr val="accent6">
                    <a:lumMod val="75000"/>
                  </a:schemeClr>
                </a:solidFill>
              </a:rPr>
              <a:t>destination</a:t>
            </a:r>
          </a:p>
        </p:txBody>
      </p:sp>
    </p:spTree>
    <p:extLst>
      <p:ext uri="{BB962C8B-B14F-4D97-AF65-F5344CB8AC3E}">
        <p14:creationId xmlns:p14="http://schemas.microsoft.com/office/powerpoint/2010/main" val="3385157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BBE55B-C189-D4B4-B599-49EFF747142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2BC594-3CAE-3AB6-840E-FDBB43D134BE}"/>
              </a:ext>
            </a:extLst>
          </p:cNvPr>
          <p:cNvSpPr>
            <a:spLocks noGrp="1"/>
          </p:cNvSpPr>
          <p:nvPr>
            <p:ph type="title"/>
          </p:nvPr>
        </p:nvSpPr>
        <p:spPr/>
        <p:txBody>
          <a:bodyPr/>
          <a:lstStyle/>
          <a:p>
            <a:r>
              <a:rPr lang="en-US" dirty="0"/>
              <a:t>Memory Management</a:t>
            </a:r>
          </a:p>
        </p:txBody>
      </p:sp>
      <p:sp>
        <p:nvSpPr>
          <p:cNvPr id="3" name="Content Placeholder 2">
            <a:extLst>
              <a:ext uri="{FF2B5EF4-FFF2-40B4-BE49-F238E27FC236}">
                <a16:creationId xmlns:a16="http://schemas.microsoft.com/office/drawing/2014/main" id="{4A515B0B-F24C-7235-CA97-EEAD5053CD1D}"/>
              </a:ext>
            </a:extLst>
          </p:cNvPr>
          <p:cNvSpPr>
            <a:spLocks noGrp="1"/>
          </p:cNvSpPr>
          <p:nvPr>
            <p:ph idx="1"/>
          </p:nvPr>
        </p:nvSpPr>
        <p:spPr/>
        <p:txBody>
          <a:bodyPr>
            <a:normAutofit/>
          </a:bodyPr>
          <a:lstStyle/>
          <a:p>
            <a:pPr marL="0" indent="0">
              <a:buNone/>
            </a:pPr>
            <a:r>
              <a:rPr lang="en-US" sz="2400" dirty="0">
                <a:latin typeface="Courier New" panose="02070309020205020404" pitchFamily="49" charset="0"/>
                <a:cs typeface="Courier New" panose="02070309020205020404" pitchFamily="49" charset="0"/>
              </a:rPr>
              <a:t>//copy data from host to device</a:t>
            </a:r>
          </a:p>
          <a:p>
            <a:pPr marL="0" indent="0">
              <a:buNone/>
            </a:pPr>
            <a:r>
              <a:rPr lang="pt-BR" sz="2400" dirty="0">
                <a:latin typeface="Courier New" panose="02070309020205020404" pitchFamily="49" charset="0"/>
                <a:cs typeface="Courier New" panose="02070309020205020404" pitchFamily="49" charset="0"/>
              </a:rPr>
              <a:t>hipMemcpy(d_a, h_a, Nbytes, </a:t>
            </a:r>
            <a:r>
              <a:rPr lang="pt-BR" sz="2400" dirty="0">
                <a:solidFill>
                  <a:srgbClr val="C00000"/>
                </a:solidFill>
                <a:latin typeface="Courier New" panose="02070309020205020404" pitchFamily="49" charset="0"/>
                <a:cs typeface="Courier New" panose="02070309020205020404" pitchFamily="49" charset="0"/>
              </a:rPr>
              <a:t>hipMemcpyHostToDevice</a:t>
            </a:r>
            <a:r>
              <a:rPr lang="pt-BR"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//copy data from device to host</a:t>
            </a:r>
          </a:p>
          <a:p>
            <a:pPr marL="0" indent="0">
              <a:buNone/>
            </a:pPr>
            <a:r>
              <a:rPr lang="pt-BR" sz="2400" dirty="0">
                <a:latin typeface="Courier New" panose="02070309020205020404" pitchFamily="49" charset="0"/>
                <a:cs typeface="Courier New" panose="02070309020205020404" pitchFamily="49" charset="0"/>
              </a:rPr>
              <a:t>hipMemcpy(h_a, d_a, Nbytes, </a:t>
            </a:r>
            <a:r>
              <a:rPr lang="pt-BR" sz="2400" dirty="0">
                <a:solidFill>
                  <a:srgbClr val="C00000"/>
                </a:solidFill>
                <a:latin typeface="Courier New" panose="02070309020205020404" pitchFamily="49" charset="0"/>
                <a:cs typeface="Courier New" panose="02070309020205020404" pitchFamily="49" charset="0"/>
              </a:rPr>
              <a:t>hipMemcpyDeviceToHost</a:t>
            </a:r>
            <a:r>
              <a:rPr lang="pt-BR" sz="2400" dirty="0">
                <a:latin typeface="Courier New" panose="02070309020205020404" pitchFamily="49" charset="0"/>
                <a:cs typeface="Courier New" panose="02070309020205020404" pitchFamily="49" charset="0"/>
              </a:rPr>
              <a:t>); </a:t>
            </a:r>
          </a:p>
          <a:p>
            <a:pPr marL="0" indent="0">
              <a:buNone/>
            </a:pPr>
            <a:endParaRPr lang="en-US" sz="2400" dirty="0">
              <a:latin typeface="Courier New" panose="02070309020205020404" pitchFamily="49" charset="0"/>
              <a:cs typeface="Courier New" panose="02070309020205020404" pitchFamily="49" charset="0"/>
            </a:endParaRPr>
          </a:p>
          <a:p>
            <a:pPr marL="0" indent="0">
              <a:buNone/>
            </a:pPr>
            <a:r>
              <a:rPr lang="en-US" sz="2400" dirty="0">
                <a:latin typeface="Courier New" panose="02070309020205020404" pitchFamily="49" charset="0"/>
                <a:cs typeface="Courier New" panose="02070309020205020404" pitchFamily="49" charset="0"/>
              </a:rPr>
              <a:t>//copy data from one device buffer to another</a:t>
            </a:r>
          </a:p>
          <a:p>
            <a:pPr marL="0" indent="0">
              <a:buNone/>
            </a:pPr>
            <a:r>
              <a:rPr lang="en-US" sz="2400" dirty="0" err="1">
                <a:latin typeface="Courier New" panose="02070309020205020404" pitchFamily="49" charset="0"/>
                <a:cs typeface="Courier New" panose="02070309020205020404" pitchFamily="49" charset="0"/>
              </a:rPr>
              <a:t>hipMemcpy</a:t>
            </a:r>
            <a:r>
              <a:rPr lang="en-US" sz="2400" dirty="0">
                <a:latin typeface="Courier New" panose="02070309020205020404" pitchFamily="49" charset="0"/>
                <a:cs typeface="Courier New" panose="02070309020205020404" pitchFamily="49" charset="0"/>
              </a:rPr>
              <a:t>(</a:t>
            </a:r>
            <a:r>
              <a:rPr lang="en-US" sz="2400" dirty="0" err="1">
                <a:latin typeface="Courier New" panose="02070309020205020404" pitchFamily="49" charset="0"/>
                <a:cs typeface="Courier New" panose="02070309020205020404" pitchFamily="49" charset="0"/>
              </a:rPr>
              <a:t>d_b</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d_a</a:t>
            </a:r>
            <a:r>
              <a:rPr lang="en-US" sz="2400" dirty="0">
                <a:latin typeface="Courier New" panose="02070309020205020404" pitchFamily="49" charset="0"/>
                <a:cs typeface="Courier New" panose="02070309020205020404" pitchFamily="49" charset="0"/>
              </a:rPr>
              <a:t>, </a:t>
            </a:r>
            <a:r>
              <a:rPr lang="en-US" sz="2400" dirty="0" err="1">
                <a:latin typeface="Courier New" panose="02070309020205020404" pitchFamily="49" charset="0"/>
                <a:cs typeface="Courier New" panose="02070309020205020404" pitchFamily="49" charset="0"/>
              </a:rPr>
              <a:t>Nbytes</a:t>
            </a:r>
            <a:r>
              <a:rPr lang="en-US" sz="2400" dirty="0">
                <a:latin typeface="Courier New" panose="02070309020205020404" pitchFamily="49" charset="0"/>
                <a:cs typeface="Courier New" panose="02070309020205020404" pitchFamily="49" charset="0"/>
              </a:rPr>
              <a:t>, </a:t>
            </a:r>
            <a:r>
              <a:rPr lang="en-US" sz="2400" dirty="0" err="1">
                <a:solidFill>
                  <a:srgbClr val="C00000"/>
                </a:solidFill>
                <a:latin typeface="Courier New" panose="02070309020205020404" pitchFamily="49" charset="0"/>
                <a:cs typeface="Courier New" panose="02070309020205020404" pitchFamily="49" charset="0"/>
              </a:rPr>
              <a:t>hipMemcpyDeviceToDevice</a:t>
            </a:r>
            <a:r>
              <a:rPr lang="en-US" sz="2400" dirty="0">
                <a:latin typeface="Courier New" panose="02070309020205020404" pitchFamily="49" charset="0"/>
                <a:cs typeface="Courier New" panose="02070309020205020404" pitchFamily="49" charset="0"/>
              </a:rPr>
              <a:t>); </a:t>
            </a:r>
          </a:p>
        </p:txBody>
      </p:sp>
      <p:sp>
        <p:nvSpPr>
          <p:cNvPr id="4" name="TextBox 3">
            <a:extLst>
              <a:ext uri="{FF2B5EF4-FFF2-40B4-BE49-F238E27FC236}">
                <a16:creationId xmlns:a16="http://schemas.microsoft.com/office/drawing/2014/main" id="{45C7EED6-E44B-32A7-80D5-28215D9A196D}"/>
              </a:ext>
            </a:extLst>
          </p:cNvPr>
          <p:cNvSpPr txBox="1"/>
          <p:nvPr/>
        </p:nvSpPr>
        <p:spPr>
          <a:xfrm>
            <a:off x="3189514" y="6311900"/>
            <a:ext cx="5998028" cy="369332"/>
          </a:xfrm>
          <a:prstGeom prst="rect">
            <a:avLst/>
          </a:prstGeom>
          <a:noFill/>
        </p:spPr>
        <p:txBody>
          <a:bodyPr wrap="square" rtlCol="0">
            <a:spAutoFit/>
          </a:bodyPr>
          <a:lstStyle/>
          <a:p>
            <a:r>
              <a:rPr lang="en-US" dirty="0"/>
              <a:t>Notice the flags that decide the direction of transfer</a:t>
            </a:r>
            <a:endParaRPr lang="en-US" dirty="0">
              <a:solidFill>
                <a:schemeClr val="accent6">
                  <a:lumMod val="75000"/>
                </a:schemeClr>
              </a:solidFill>
            </a:endParaRPr>
          </a:p>
        </p:txBody>
      </p:sp>
    </p:spTree>
    <p:extLst>
      <p:ext uri="{BB962C8B-B14F-4D97-AF65-F5344CB8AC3E}">
        <p14:creationId xmlns:p14="http://schemas.microsoft.com/office/powerpoint/2010/main" val="285935862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20B2BE-DCFC-3514-8130-F1BD215108CD}"/>
              </a:ext>
            </a:extLst>
          </p:cNvPr>
          <p:cNvSpPr>
            <a:spLocks noGrp="1"/>
          </p:cNvSpPr>
          <p:nvPr>
            <p:ph type="title"/>
          </p:nvPr>
        </p:nvSpPr>
        <p:spPr/>
        <p:txBody>
          <a:bodyPr/>
          <a:lstStyle/>
          <a:p>
            <a:r>
              <a:rPr lang="en-US" dirty="0"/>
              <a:t>Error Checking</a:t>
            </a:r>
          </a:p>
        </p:txBody>
      </p:sp>
      <p:sp>
        <p:nvSpPr>
          <p:cNvPr id="3" name="Content Placeholder 2">
            <a:extLst>
              <a:ext uri="{FF2B5EF4-FFF2-40B4-BE49-F238E27FC236}">
                <a16:creationId xmlns:a16="http://schemas.microsoft.com/office/drawing/2014/main" id="{9D62E418-1580-D25B-7D2B-8DFE1E0A7AC7}"/>
              </a:ext>
            </a:extLst>
          </p:cNvPr>
          <p:cNvSpPr>
            <a:spLocks noGrp="1"/>
          </p:cNvSpPr>
          <p:nvPr>
            <p:ph idx="1"/>
          </p:nvPr>
        </p:nvSpPr>
        <p:spPr/>
        <p:txBody>
          <a:bodyPr>
            <a:normAutofit fontScale="92500" lnSpcReduction="20000"/>
          </a:bodyPr>
          <a:lstStyle/>
          <a:p>
            <a:r>
              <a:rPr lang="en-US" dirty="0"/>
              <a:t>Most HIP API functions return error codes of type </a:t>
            </a:r>
            <a:r>
              <a:rPr lang="en-US" dirty="0" err="1">
                <a:latin typeface="Courier New" panose="02070309020205020404" pitchFamily="49" charset="0"/>
                <a:cs typeface="Courier New" panose="02070309020205020404" pitchFamily="49" charset="0"/>
              </a:rPr>
              <a:t>hipError_t</a:t>
            </a:r>
            <a:endParaRPr lang="en-US" dirty="0">
              <a:latin typeface="Courier New" panose="02070309020205020404" pitchFamily="49" charset="0"/>
              <a:cs typeface="Courier New" panose="02070309020205020404" pitchFamily="49" charset="0"/>
            </a:endParaRPr>
          </a:p>
          <a:p>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hipError_t</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hipSuccess</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implies the API call was successful</a:t>
            </a:r>
          </a:p>
          <a:p>
            <a:endParaRPr lang="en-US" dirty="0">
              <a:latin typeface="Courier New" panose="02070309020205020404" pitchFamily="49" charset="0"/>
              <a:cs typeface="Courier New" panose="02070309020205020404" pitchFamily="49" charset="0"/>
            </a:endParaRPr>
          </a:p>
          <a:p>
            <a:r>
              <a:rPr lang="en-US" dirty="0" err="1">
                <a:latin typeface="Courier New" panose="02070309020205020404" pitchFamily="49" charset="0"/>
                <a:cs typeface="Courier New" panose="02070309020205020404" pitchFamily="49" charset="0"/>
              </a:rPr>
              <a:t>hipGetErrorString</a:t>
            </a:r>
            <a:r>
              <a:rPr lang="en-US" dirty="0">
                <a:latin typeface="Courier New" panose="02070309020205020404" pitchFamily="49" charset="0"/>
                <a:cs typeface="Courier New" panose="02070309020205020404" pitchFamily="49" charset="0"/>
              </a:rPr>
              <a:t>(status) </a:t>
            </a:r>
            <a:r>
              <a:rPr lang="en-US" dirty="0">
                <a:cs typeface="Courier New" panose="02070309020205020404" pitchFamily="49" charset="0"/>
              </a:rPr>
              <a:t>outputs the error string</a:t>
            </a:r>
          </a:p>
          <a:p>
            <a:endParaRPr lang="en-US" dirty="0">
              <a:cs typeface="Courier New" panose="02070309020205020404" pitchFamily="49" charset="0"/>
            </a:endParaRPr>
          </a:p>
          <a:p>
            <a:r>
              <a:rPr lang="en-US" dirty="0">
                <a:cs typeface="Courier New" panose="02070309020205020404" pitchFamily="49" charset="0"/>
              </a:rPr>
              <a:t>You can use the following macro in your code for ease of programming:</a:t>
            </a:r>
          </a:p>
          <a:p>
            <a:pPr marL="457200" lvl="1" indent="0">
              <a:buNone/>
            </a:pPr>
            <a:r>
              <a:rPr lang="en-US" sz="1900" dirty="0">
                <a:latin typeface="Courier New" panose="02070309020205020404" pitchFamily="49" charset="0"/>
                <a:cs typeface="Courier New" panose="02070309020205020404" pitchFamily="49" charset="0"/>
              </a:rPr>
              <a:t>#define HIP_CHECK(command) {     \</a:t>
            </a:r>
          </a:p>
          <a:p>
            <a:pPr marL="457200" lvl="1" indent="0">
              <a:buNone/>
            </a:pPr>
            <a:r>
              <a:rPr lang="en-US" sz="1900" dirty="0" err="1">
                <a:latin typeface="Courier New" panose="02070309020205020404" pitchFamily="49" charset="0"/>
                <a:cs typeface="Courier New" panose="02070309020205020404" pitchFamily="49" charset="0"/>
              </a:rPr>
              <a:t>hipError_t</a:t>
            </a:r>
            <a:r>
              <a:rPr lang="en-US" sz="1900" dirty="0">
                <a:latin typeface="Courier New" panose="02070309020205020404" pitchFamily="49" charset="0"/>
                <a:cs typeface="Courier New" panose="02070309020205020404" pitchFamily="49" charset="0"/>
              </a:rPr>
              <a:t> status = command;   \</a:t>
            </a:r>
          </a:p>
          <a:p>
            <a:pPr marL="457200" lvl="1" indent="0">
              <a:buNone/>
            </a:pPr>
            <a:r>
              <a:rPr lang="en-US" sz="1900" dirty="0">
                <a:latin typeface="Courier New" panose="02070309020205020404" pitchFamily="49" charset="0"/>
                <a:cs typeface="Courier New" panose="02070309020205020404" pitchFamily="49" charset="0"/>
              </a:rPr>
              <a:t>if(status!=</a:t>
            </a:r>
            <a:r>
              <a:rPr lang="en-US" sz="1900" dirty="0" err="1">
                <a:latin typeface="Courier New" panose="02070309020205020404" pitchFamily="49" charset="0"/>
                <a:cs typeface="Courier New" panose="02070309020205020404" pitchFamily="49" charset="0"/>
              </a:rPr>
              <a:t>hipSuccess</a:t>
            </a:r>
            <a:r>
              <a:rPr lang="en-US" sz="1900" dirty="0">
                <a:latin typeface="Courier New" panose="02070309020205020404" pitchFamily="49" charset="0"/>
                <a:cs typeface="Courier New" panose="02070309020205020404" pitchFamily="49" charset="0"/>
              </a:rPr>
              <a:t>) {      \</a:t>
            </a:r>
          </a:p>
          <a:p>
            <a:pPr marL="457200" lvl="1" indent="0">
              <a:buNone/>
            </a:pPr>
            <a:r>
              <a:rPr lang="en-US" sz="1900" dirty="0">
                <a:latin typeface="Courier New" panose="02070309020205020404" pitchFamily="49" charset="0"/>
                <a:cs typeface="Courier New" panose="02070309020205020404" pitchFamily="49" charset="0"/>
              </a:rPr>
              <a:t>	std::</a:t>
            </a:r>
            <a:r>
              <a:rPr lang="en-US" sz="1900" dirty="0" err="1">
                <a:latin typeface="Courier New" panose="02070309020205020404" pitchFamily="49" charset="0"/>
                <a:cs typeface="Courier New" panose="02070309020205020404" pitchFamily="49" charset="0"/>
              </a:rPr>
              <a:t>cerr</a:t>
            </a:r>
            <a:r>
              <a:rPr lang="en-US" sz="1900" dirty="0">
                <a:latin typeface="Courier New" panose="02070309020205020404" pitchFamily="49" charset="0"/>
                <a:cs typeface="Courier New" panose="02070309020205020404" pitchFamily="49" charset="0"/>
              </a:rPr>
              <a:t>&lt;&lt; “Error: HIP reports ” &lt;&lt; </a:t>
            </a:r>
            <a:r>
              <a:rPr lang="en-US" sz="1900" dirty="0" err="1">
                <a:latin typeface="Courier New" panose="02070309020205020404" pitchFamily="49" charset="0"/>
                <a:cs typeface="Courier New" panose="02070309020205020404" pitchFamily="49" charset="0"/>
              </a:rPr>
              <a:t>hipGetErrorString</a:t>
            </a:r>
            <a:r>
              <a:rPr lang="en-US" sz="1900" dirty="0">
                <a:latin typeface="Courier New" panose="02070309020205020404" pitchFamily="49" charset="0"/>
                <a:cs typeface="Courier New" panose="02070309020205020404" pitchFamily="49" charset="0"/>
              </a:rPr>
              <a:t>(status) &lt;&lt; 			std::</a:t>
            </a:r>
            <a:r>
              <a:rPr lang="en-US" sz="1900" dirty="0" err="1">
                <a:latin typeface="Courier New" panose="02070309020205020404" pitchFamily="49" charset="0"/>
                <a:cs typeface="Courier New" panose="02070309020205020404" pitchFamily="49" charset="0"/>
              </a:rPr>
              <a:t>endl</a:t>
            </a:r>
            <a:r>
              <a:rPr lang="en-US" sz="1900" dirty="0">
                <a:latin typeface="Courier New" panose="02070309020205020404" pitchFamily="49" charset="0"/>
                <a:cs typeface="Courier New" panose="02070309020205020404" pitchFamily="49" charset="0"/>
              </a:rPr>
              <a:t>; \</a:t>
            </a:r>
          </a:p>
          <a:p>
            <a:pPr marL="457200" lvl="1" indent="0">
              <a:buNone/>
            </a:pPr>
            <a:r>
              <a:rPr lang="en-US" sz="1900" dirty="0">
                <a:latin typeface="Courier New" panose="02070309020205020404" pitchFamily="49" charset="0"/>
                <a:cs typeface="Courier New" panose="02070309020205020404" pitchFamily="49" charset="0"/>
              </a:rPr>
              <a:t>	std::abort(); } }</a:t>
            </a:r>
          </a:p>
          <a:p>
            <a:endParaRPr lang="en-US" dirty="0">
              <a:latin typeface="Courier New" panose="02070309020205020404" pitchFamily="49" charset="0"/>
              <a:cs typeface="Courier New" panose="02070309020205020404" pitchFamily="49" charset="0"/>
            </a:endParaRPr>
          </a:p>
          <a:p>
            <a:endParaRPr lang="en-US" dirty="0"/>
          </a:p>
        </p:txBody>
      </p:sp>
    </p:spTree>
    <p:extLst>
      <p:ext uri="{BB962C8B-B14F-4D97-AF65-F5344CB8AC3E}">
        <p14:creationId xmlns:p14="http://schemas.microsoft.com/office/powerpoint/2010/main" val="4073093418"/>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27BDF9-A479-40A7-1EA9-56AF82728105}"/>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E1563521-385E-464F-49C4-821F4F477B6B}"/>
              </a:ext>
            </a:extLst>
          </p:cNvPr>
          <p:cNvSpPr>
            <a:spLocks noGrp="1"/>
          </p:cNvSpPr>
          <p:nvPr>
            <p:ph idx="1"/>
          </p:nvPr>
        </p:nvSpPr>
        <p:spPr>
          <a:xfrm>
            <a:off x="468085" y="1426029"/>
            <a:ext cx="6509658" cy="4772706"/>
          </a:xfrm>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#include “hip/</a:t>
            </a:r>
            <a:r>
              <a:rPr lang="en-US" dirty="0" err="1">
                <a:latin typeface="Courier New" panose="02070309020205020404" pitchFamily="49" charset="0"/>
                <a:cs typeface="Courier New" panose="02070309020205020404" pitchFamily="49" charset="0"/>
              </a:rPr>
              <a:t>hip_runtime.h</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int main() {</a:t>
            </a:r>
          </a:p>
          <a:p>
            <a:pPr marL="0" indent="0">
              <a:buNone/>
            </a:pPr>
            <a:r>
              <a:rPr lang="en-US" dirty="0">
                <a:latin typeface="Courier New" panose="02070309020205020404" pitchFamily="49" charset="0"/>
                <a:cs typeface="Courier New" panose="02070309020205020404" pitchFamily="49" charset="0"/>
              </a:rPr>
              <a:t>int N = 1000;</a:t>
            </a:r>
          </a:p>
          <a:p>
            <a:pPr marL="0" indent="0">
              <a:buNone/>
            </a:pPr>
            <a:r>
              <a:rPr lang="en-US" dirty="0" err="1">
                <a:latin typeface="Courier New" panose="02070309020205020404" pitchFamily="49" charset="0"/>
                <a:cs typeface="Courier New" panose="02070309020205020404" pitchFamily="49" charset="0"/>
              </a:rPr>
              <a:t>size_t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N*</a:t>
            </a:r>
            <a:r>
              <a:rPr lang="en-US" dirty="0" err="1">
                <a:latin typeface="Courier New" panose="02070309020205020404" pitchFamily="49" charset="0"/>
                <a:cs typeface="Courier New" panose="02070309020205020404" pitchFamily="49" charset="0"/>
              </a:rPr>
              <a:t>sizeof</a:t>
            </a:r>
            <a:r>
              <a:rPr lang="en-US" dirty="0">
                <a:latin typeface="Courier New" panose="02070309020205020404" pitchFamily="49" charset="0"/>
                <a:cs typeface="Courier New" panose="02070309020205020404" pitchFamily="49" charset="0"/>
              </a:rPr>
              <a:t>(double);</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(double*) malloc(</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//host memory</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NULL;                         </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hipMalloc</a:t>
            </a:r>
            <a:r>
              <a:rPr lang="en-US" dirty="0">
                <a:latin typeface="Courier New" panose="02070309020205020404" pitchFamily="49" charset="0"/>
                <a:cs typeface="Courier New" panose="02070309020205020404" pitchFamily="49" charset="0"/>
              </a:rPr>
              <a:t>(&amp;</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hipMemcpyHostToDevice</a:t>
            </a:r>
            <a:r>
              <a:rPr lang="en-US" dirty="0">
                <a:latin typeface="Courier New" panose="02070309020205020404" pitchFamily="49" charset="0"/>
                <a:cs typeface="Courier New" panose="02070309020205020404" pitchFamily="49" charset="0"/>
              </a:rPr>
              <a:t>));   //copy data to device</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hipLaunchKernelGGL</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myKernel</a:t>
            </a:r>
            <a:r>
              <a:rPr lang="en-US" dirty="0">
                <a:latin typeface="Courier New" panose="02070309020205020404" pitchFamily="49" charset="0"/>
                <a:cs typeface="Courier New" panose="02070309020205020404" pitchFamily="49" charset="0"/>
              </a:rPr>
              <a:t>, dim3((N+256-1)/256,1,1), dim3(256,1,1), 0, 0, N,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//Launch kernel</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hipMemcpyDeviceToHost</a:t>
            </a:r>
            <a:r>
              <a:rPr lang="en-US" dirty="0">
                <a:latin typeface="Courier New" panose="02070309020205020404" pitchFamily="49" charset="0"/>
                <a:cs typeface="Courier New" panose="02070309020205020404" pitchFamily="49" charset="0"/>
              </a:rPr>
              <a:t>));   //copy results back to host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free(</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//free host memory</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hipFree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//free device memory</a:t>
            </a:r>
          </a:p>
          <a:p>
            <a:pPr marL="0" indent="0">
              <a:buNone/>
            </a:pPr>
            <a:r>
              <a:rPr lang="en-US"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4476CF31-12E6-B987-B79C-26700D854050}"/>
              </a:ext>
            </a:extLst>
          </p:cNvPr>
          <p:cNvSpPr txBox="1"/>
          <p:nvPr/>
        </p:nvSpPr>
        <p:spPr>
          <a:xfrm>
            <a:off x="6433457" y="1426029"/>
            <a:ext cx="5682343" cy="1815882"/>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__global__ void </a:t>
            </a:r>
            <a:r>
              <a:rPr lang="en-US" sz="1600" dirty="0" err="1">
                <a:latin typeface="Courier New" panose="02070309020205020404" pitchFamily="49" charset="0"/>
                <a:cs typeface="Courier New" panose="02070309020205020404" pitchFamily="49" charset="0"/>
              </a:rPr>
              <a:t>myKernel</a:t>
            </a:r>
            <a:r>
              <a:rPr lang="en-US" sz="1600" dirty="0">
                <a:latin typeface="Courier New" panose="02070309020205020404" pitchFamily="49" charset="0"/>
                <a:cs typeface="Courier New" panose="02070309020205020404" pitchFamily="49" charset="0"/>
              </a:rPr>
              <a:t>(int N, double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int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threadIdx.x</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blockIdx.x</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blockDim.x</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if(</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&lt;N) {</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2.0;</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8FF1AFEA-0C03-8E63-082A-37B7CB507957}"/>
              </a:ext>
            </a:extLst>
          </p:cNvPr>
          <p:cNvSpPr txBox="1"/>
          <p:nvPr/>
        </p:nvSpPr>
        <p:spPr>
          <a:xfrm>
            <a:off x="6335486" y="6198735"/>
            <a:ext cx="5682343" cy="369332"/>
          </a:xfrm>
          <a:prstGeom prst="rect">
            <a:avLst/>
          </a:prstGeom>
          <a:noFill/>
        </p:spPr>
        <p:txBody>
          <a:bodyPr wrap="square" rtlCol="0">
            <a:spAutoFit/>
          </a:bodyPr>
          <a:lstStyle/>
          <a:p>
            <a:r>
              <a:rPr lang="en-US" dirty="0"/>
              <a:t>*There is an error in this code, will discuss in a few slides</a:t>
            </a:r>
          </a:p>
        </p:txBody>
      </p:sp>
    </p:spTree>
    <p:extLst>
      <p:ext uri="{BB962C8B-B14F-4D97-AF65-F5344CB8AC3E}">
        <p14:creationId xmlns:p14="http://schemas.microsoft.com/office/powerpoint/2010/main" val="75339009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D9B6F5-993A-88AD-1772-336698F6A0DE}"/>
              </a:ext>
            </a:extLst>
          </p:cNvPr>
          <p:cNvSpPr>
            <a:spLocks noGrp="1"/>
          </p:cNvSpPr>
          <p:nvPr>
            <p:ph type="title"/>
          </p:nvPr>
        </p:nvSpPr>
        <p:spPr/>
        <p:txBody>
          <a:bodyPr/>
          <a:lstStyle/>
          <a:p>
            <a:r>
              <a:rPr lang="en-US" dirty="0"/>
              <a:t>Querying Device Properties</a:t>
            </a:r>
          </a:p>
        </p:txBody>
      </p:sp>
      <p:sp>
        <p:nvSpPr>
          <p:cNvPr id="3" name="Content Placeholder 2">
            <a:extLst>
              <a:ext uri="{FF2B5EF4-FFF2-40B4-BE49-F238E27FC236}">
                <a16:creationId xmlns:a16="http://schemas.microsoft.com/office/drawing/2014/main" id="{852E80CC-0140-CB85-8BE5-824C36863CBB}"/>
              </a:ext>
            </a:extLst>
          </p:cNvPr>
          <p:cNvSpPr>
            <a:spLocks noGrp="1"/>
          </p:cNvSpPr>
          <p:nvPr>
            <p:ph idx="1"/>
          </p:nvPr>
        </p:nvSpPr>
        <p:spPr/>
        <p:txBody>
          <a:bodyPr/>
          <a:lstStyle/>
          <a:p>
            <a:r>
              <a:rPr lang="en-US" dirty="0"/>
              <a:t>You can query device properties to find out information such as total global memory, shared memory, limits on maximum number of blocks per grids, or threads per block, number of CUs, </a:t>
            </a:r>
            <a:r>
              <a:rPr lang="en-US" dirty="0" err="1"/>
              <a:t>warpsize</a:t>
            </a:r>
            <a:r>
              <a:rPr lang="en-US" dirty="0"/>
              <a:t>, etc.</a:t>
            </a:r>
          </a:p>
          <a:p>
            <a:endParaRPr lang="en-US" dirty="0"/>
          </a:p>
          <a:p>
            <a:r>
              <a:rPr lang="en-US" dirty="0"/>
              <a:t>Helpful in keep our code more performance-portable</a:t>
            </a:r>
          </a:p>
          <a:p>
            <a:pPr lvl="1"/>
            <a:r>
              <a:rPr lang="en-US" dirty="0"/>
              <a:t>Example: Number of threads per block should be multiple of </a:t>
            </a:r>
            <a:r>
              <a:rPr lang="en-US" dirty="0" err="1"/>
              <a:t>warpsize</a:t>
            </a:r>
            <a:endParaRPr lang="en-US" dirty="0"/>
          </a:p>
        </p:txBody>
      </p:sp>
    </p:spTree>
    <p:extLst>
      <p:ext uri="{BB962C8B-B14F-4D97-AF65-F5344CB8AC3E}">
        <p14:creationId xmlns:p14="http://schemas.microsoft.com/office/powerpoint/2010/main" val="770804191"/>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CF6C0-1A83-DFBA-63E9-5309C4EE180E}"/>
              </a:ext>
            </a:extLst>
          </p:cNvPr>
          <p:cNvSpPr>
            <a:spLocks noGrp="1"/>
          </p:cNvSpPr>
          <p:nvPr>
            <p:ph type="title"/>
          </p:nvPr>
        </p:nvSpPr>
        <p:spPr/>
        <p:txBody>
          <a:bodyPr/>
          <a:lstStyle/>
          <a:p>
            <a:r>
              <a:rPr lang="en-US" dirty="0"/>
              <a:t>Querying Device Properties</a:t>
            </a:r>
          </a:p>
        </p:txBody>
      </p:sp>
      <p:sp>
        <p:nvSpPr>
          <p:cNvPr id="3" name="Content Placeholder 2">
            <a:extLst>
              <a:ext uri="{FF2B5EF4-FFF2-40B4-BE49-F238E27FC236}">
                <a16:creationId xmlns:a16="http://schemas.microsoft.com/office/drawing/2014/main" id="{72DE6B00-1CF7-18BC-1BC4-D283FDAB730B}"/>
              </a:ext>
            </a:extLst>
          </p:cNvPr>
          <p:cNvSpPr>
            <a:spLocks noGrp="1"/>
          </p:cNvSpPr>
          <p:nvPr>
            <p:ph idx="1"/>
          </p:nvPr>
        </p:nvSpPr>
        <p:spPr/>
        <p:txBody>
          <a:bodyPr>
            <a:normAutofit/>
          </a:bodyPr>
          <a:lstStyle/>
          <a:p>
            <a:pPr marL="0" indent="0">
              <a:buNone/>
            </a:pPr>
            <a:r>
              <a:rPr lang="en-US" sz="2000" dirty="0" err="1">
                <a:latin typeface="Courier New" panose="02070309020205020404" pitchFamily="49" charset="0"/>
                <a:cs typeface="Courier New" panose="02070309020205020404" pitchFamily="49" charset="0"/>
              </a:rPr>
              <a:t>hipDevice</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Prop_tprops</a:t>
            </a:r>
            <a:r>
              <a:rPr lang="en-US" sz="2000" dirty="0">
                <a:latin typeface="Courier New" panose="02070309020205020404" pitchFamily="49" charset="0"/>
                <a:cs typeface="Courier New" panose="02070309020205020404" pitchFamily="49" charset="0"/>
              </a:rPr>
              <a:t>;                         </a:t>
            </a:r>
          </a:p>
          <a:p>
            <a:pPr marL="0" indent="0">
              <a:buNone/>
            </a:pPr>
            <a:r>
              <a:rPr lang="en-US" sz="2000" dirty="0" err="1">
                <a:latin typeface="Courier New" panose="02070309020205020404" pitchFamily="49" charset="0"/>
                <a:cs typeface="Courier New" panose="02070309020205020404" pitchFamily="49" charset="0"/>
              </a:rPr>
              <a:t>hipGetDeviceProperties</a:t>
            </a:r>
            <a:r>
              <a:rPr lang="en-US" sz="2000" dirty="0">
                <a:latin typeface="Courier New" panose="02070309020205020404" pitchFamily="49" charset="0"/>
                <a:cs typeface="Courier New" panose="02070309020205020404" pitchFamily="49" charset="0"/>
              </a:rPr>
              <a:t>(&amp;props, </a:t>
            </a:r>
            <a:r>
              <a:rPr lang="en-US" sz="2000" dirty="0" err="1">
                <a:latin typeface="Courier New" panose="02070309020205020404" pitchFamily="49" charset="0"/>
                <a:cs typeface="Courier New" panose="02070309020205020404" pitchFamily="49" charset="0"/>
              </a:rPr>
              <a:t>deviceID</a:t>
            </a:r>
            <a:r>
              <a:rPr lang="en-US" sz="2000" dirty="0">
                <a:latin typeface="Courier New" panose="02070309020205020404" pitchFamily="49" charset="0"/>
                <a:cs typeface="Courier New" panose="02070309020205020404" pitchFamily="49" charset="0"/>
              </a:rPr>
              <a:t>);</a:t>
            </a:r>
          </a:p>
          <a:p>
            <a:pPr marL="0" indent="0">
              <a:buNone/>
            </a:pPr>
            <a:endParaRPr lang="en-US" sz="2000" dirty="0">
              <a:latin typeface="Courier New" panose="02070309020205020404" pitchFamily="49" charset="0"/>
              <a:cs typeface="Courier New" panose="02070309020205020404" pitchFamily="49" charset="0"/>
            </a:endParaRPr>
          </a:p>
          <a:p>
            <a:r>
              <a:rPr lang="en-US" sz="2000" dirty="0">
                <a:cs typeface="Courier New" panose="02070309020205020404" pitchFamily="49" charset="0"/>
              </a:rPr>
              <a:t>Look at </a:t>
            </a:r>
            <a:r>
              <a:rPr lang="en-US" sz="2000" dirty="0">
                <a:cs typeface="Courier New" panose="02070309020205020404" pitchFamily="49" charset="0"/>
                <a:hlinkClick r:id="rId2"/>
              </a:rPr>
              <a:t>https://github.com/ROCm/hip/blob/develop/include/hip/hip_runtime_api.h</a:t>
            </a:r>
            <a:r>
              <a:rPr lang="en-US" sz="2000" dirty="0">
                <a:cs typeface="Courier New" panose="02070309020205020404" pitchFamily="49" charset="0"/>
              </a:rPr>
              <a:t> to find the information on the properties</a:t>
            </a:r>
          </a:p>
          <a:p>
            <a:endParaRPr lang="en-US" sz="2000" dirty="0">
              <a:cs typeface="Courier New" panose="02070309020205020404" pitchFamily="49" charset="0"/>
            </a:endParaRPr>
          </a:p>
          <a:p>
            <a:r>
              <a:rPr lang="en-US" sz="2000" dirty="0">
                <a:cs typeface="Courier New" panose="02070309020205020404" pitchFamily="49" charset="0"/>
              </a:rPr>
              <a:t>Ungraded HW Assignment: Can you find out how to get the properties listed in the previous slide? </a:t>
            </a:r>
          </a:p>
        </p:txBody>
      </p:sp>
    </p:spTree>
    <p:extLst>
      <p:ext uri="{BB962C8B-B14F-4D97-AF65-F5344CB8AC3E}">
        <p14:creationId xmlns:p14="http://schemas.microsoft.com/office/powerpoint/2010/main" val="45025493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27C63-BB7C-8693-1C77-77A20C5F24ED}"/>
              </a:ext>
            </a:extLst>
          </p:cNvPr>
          <p:cNvSpPr>
            <a:spLocks noGrp="1"/>
          </p:cNvSpPr>
          <p:nvPr>
            <p:ph type="title"/>
          </p:nvPr>
        </p:nvSpPr>
        <p:spPr/>
        <p:txBody>
          <a:bodyPr/>
          <a:lstStyle/>
          <a:p>
            <a:r>
              <a:rPr lang="en-US" dirty="0"/>
              <a:t>Blocking vs Non-Blocking APIs</a:t>
            </a:r>
          </a:p>
        </p:txBody>
      </p:sp>
      <p:sp>
        <p:nvSpPr>
          <p:cNvPr id="3" name="Content Placeholder 2">
            <a:extLst>
              <a:ext uri="{FF2B5EF4-FFF2-40B4-BE49-F238E27FC236}">
                <a16:creationId xmlns:a16="http://schemas.microsoft.com/office/drawing/2014/main" id="{55483A0F-B21B-AC76-E3F5-8006180DFA0A}"/>
              </a:ext>
            </a:extLst>
          </p:cNvPr>
          <p:cNvSpPr>
            <a:spLocks noGrp="1"/>
          </p:cNvSpPr>
          <p:nvPr>
            <p:ph idx="1"/>
          </p:nvPr>
        </p:nvSpPr>
        <p:spPr/>
        <p:txBody>
          <a:bodyPr/>
          <a:lstStyle/>
          <a:p>
            <a:r>
              <a:rPr lang="en-US" dirty="0"/>
              <a:t>In CPUs, function calls are usually Blocking</a:t>
            </a:r>
          </a:p>
          <a:p>
            <a:pPr lvl="1"/>
            <a:r>
              <a:rPr lang="en-US" dirty="0" err="1">
                <a:latin typeface="Courier New" panose="02070309020205020404" pitchFamily="49" charset="0"/>
                <a:cs typeface="Courier New" panose="02070309020205020404" pitchFamily="49" charset="0"/>
              </a:rPr>
              <a:t>retval</a:t>
            </a:r>
            <a:r>
              <a:rPr lang="en-US" dirty="0">
                <a:latin typeface="Courier New" panose="02070309020205020404" pitchFamily="49" charset="0"/>
                <a:cs typeface="Courier New" panose="02070309020205020404" pitchFamily="49" charset="0"/>
              </a:rPr>
              <a:t> = </a:t>
            </a:r>
            <a:r>
              <a:rPr lang="en-US" dirty="0" err="1">
                <a:latin typeface="Courier New" panose="02070309020205020404" pitchFamily="49" charset="0"/>
                <a:cs typeface="Courier New" panose="02070309020205020404" pitchFamily="49" charset="0"/>
              </a:rPr>
              <a:t>func</a:t>
            </a:r>
            <a:r>
              <a:rPr lang="en-US" dirty="0">
                <a:latin typeface="Courier New" panose="02070309020205020404" pitchFamily="49" charset="0"/>
                <a:cs typeface="Courier New" panose="02070309020205020404" pitchFamily="49" charset="0"/>
              </a:rPr>
              <a:t>();</a:t>
            </a:r>
          </a:p>
          <a:p>
            <a:pPr lvl="1"/>
            <a:r>
              <a:rPr lang="en-US" dirty="0" err="1">
                <a:latin typeface="Courier New" panose="02070309020205020404" pitchFamily="49" charset="0"/>
                <a:cs typeface="Courier New" panose="02070309020205020404" pitchFamily="49" charset="0"/>
              </a:rPr>
              <a:t>retval</a:t>
            </a:r>
            <a:r>
              <a:rPr lang="en-US" dirty="0">
                <a:latin typeface="Courier New" panose="02070309020205020404" pitchFamily="49" charset="0"/>
                <a:cs typeface="Courier New" panose="02070309020205020404" pitchFamily="49" charset="0"/>
              </a:rPr>
              <a:t> </a:t>
            </a:r>
            <a:r>
              <a:rPr lang="en-US" dirty="0">
                <a:cs typeface="Courier New" panose="02070309020205020404" pitchFamily="49" charset="0"/>
              </a:rPr>
              <a:t>will be set only after </a:t>
            </a:r>
            <a:r>
              <a:rPr lang="en-US" dirty="0" err="1">
                <a:latin typeface="Courier New" panose="02070309020205020404" pitchFamily="49" charset="0"/>
                <a:cs typeface="Courier New" panose="02070309020205020404" pitchFamily="49" charset="0"/>
              </a:rPr>
              <a:t>func</a:t>
            </a:r>
            <a:r>
              <a:rPr lang="en-US" dirty="0">
                <a:cs typeface="Courier New" panose="02070309020205020404" pitchFamily="49" charset="0"/>
              </a:rPr>
              <a:t> finishes the execution</a:t>
            </a:r>
            <a:endParaRPr lang="en-US" dirty="0">
              <a:latin typeface="Courier New" panose="02070309020205020404" pitchFamily="49" charset="0"/>
              <a:cs typeface="Courier New" panose="02070309020205020404" pitchFamily="49" charset="0"/>
            </a:endParaRPr>
          </a:p>
          <a:p>
            <a:endParaRPr lang="en-US" dirty="0">
              <a:cs typeface="Courier New" panose="02070309020205020404" pitchFamily="49" charset="0"/>
            </a:endParaRPr>
          </a:p>
          <a:p>
            <a:r>
              <a:rPr lang="en-US" dirty="0">
                <a:cs typeface="Courier New" panose="02070309020205020404" pitchFamily="49" charset="0"/>
              </a:rPr>
              <a:t>GPU related function calls can be blocking or non-blocking</a:t>
            </a:r>
          </a:p>
          <a:p>
            <a:endParaRPr lang="en-US" dirty="0">
              <a:cs typeface="Courier New" panose="02070309020205020404" pitchFamily="49" charset="0"/>
            </a:endParaRPr>
          </a:p>
          <a:p>
            <a:r>
              <a:rPr lang="en-US" dirty="0">
                <a:cs typeface="Courier New" panose="02070309020205020404" pitchFamily="49" charset="0"/>
              </a:rPr>
              <a:t>Non-blocking: We do not wait for the function execution to finish, but proceed in parallel</a:t>
            </a:r>
          </a:p>
        </p:txBody>
      </p:sp>
    </p:spTree>
    <p:extLst>
      <p:ext uri="{BB962C8B-B14F-4D97-AF65-F5344CB8AC3E}">
        <p14:creationId xmlns:p14="http://schemas.microsoft.com/office/powerpoint/2010/main" val="1022401565"/>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8C70EE-755B-0637-F3A3-73118389D291}"/>
              </a:ext>
            </a:extLst>
          </p:cNvPr>
          <p:cNvSpPr>
            <a:spLocks noGrp="1"/>
          </p:cNvSpPr>
          <p:nvPr>
            <p:ph type="title"/>
          </p:nvPr>
        </p:nvSpPr>
        <p:spPr/>
        <p:txBody>
          <a:bodyPr/>
          <a:lstStyle/>
          <a:p>
            <a:r>
              <a:rPr lang="en-US" dirty="0"/>
              <a:t>Blocking vs Non-Blocking APIs</a:t>
            </a:r>
          </a:p>
        </p:txBody>
      </p:sp>
      <p:sp>
        <p:nvSpPr>
          <p:cNvPr id="3" name="Content Placeholder 2">
            <a:extLst>
              <a:ext uri="{FF2B5EF4-FFF2-40B4-BE49-F238E27FC236}">
                <a16:creationId xmlns:a16="http://schemas.microsoft.com/office/drawing/2014/main" id="{CDA74145-3740-30BF-C701-4772FD1AAF7D}"/>
              </a:ext>
            </a:extLst>
          </p:cNvPr>
          <p:cNvSpPr>
            <a:spLocks noGrp="1"/>
          </p:cNvSpPr>
          <p:nvPr>
            <p:ph idx="1"/>
          </p:nvPr>
        </p:nvSpPr>
        <p:spPr/>
        <p:txBody>
          <a:bodyPr>
            <a:normAutofit/>
          </a:bodyPr>
          <a:lstStyle/>
          <a:p>
            <a:r>
              <a:rPr lang="en-US" dirty="0"/>
              <a:t>The kernel launch function, </a:t>
            </a:r>
            <a:r>
              <a:rPr lang="en-US" dirty="0" err="1">
                <a:latin typeface="Courier New" panose="02070309020205020404" pitchFamily="49" charset="0"/>
                <a:cs typeface="Courier New" panose="02070309020205020404" pitchFamily="49" charset="0"/>
              </a:rPr>
              <a:t>hipLaunchKernelGGL</a:t>
            </a:r>
            <a:r>
              <a:rPr lang="en-US" dirty="0"/>
              <a:t>, is </a:t>
            </a:r>
            <a:r>
              <a:rPr lang="en-US" b="1" dirty="0"/>
              <a:t>non-blocking </a:t>
            </a:r>
            <a:r>
              <a:rPr lang="en-US" dirty="0"/>
              <a:t>for the host. </a:t>
            </a:r>
          </a:p>
          <a:p>
            <a:pPr lvl="1"/>
            <a:r>
              <a:rPr lang="en-US" dirty="0"/>
              <a:t>After sending instructions/data, the host continues immediately while the device executes the kernel</a:t>
            </a:r>
          </a:p>
          <a:p>
            <a:pPr lvl="1"/>
            <a:r>
              <a:rPr lang="en-US" dirty="0"/>
              <a:t>You can do some different work (on CPU) during this time.</a:t>
            </a:r>
          </a:p>
          <a:p>
            <a:r>
              <a:rPr lang="en-US" dirty="0" err="1">
                <a:latin typeface="Courier New" panose="02070309020205020404" pitchFamily="49" charset="0"/>
                <a:cs typeface="Courier New" panose="02070309020205020404" pitchFamily="49" charset="0"/>
              </a:rPr>
              <a:t>hipMemcpy</a:t>
            </a:r>
            <a:r>
              <a:rPr lang="en-US" dirty="0"/>
              <a:t> is </a:t>
            </a:r>
            <a:r>
              <a:rPr lang="en-US" b="1" dirty="0"/>
              <a:t>blocking</a:t>
            </a:r>
            <a:r>
              <a:rPr lang="en-US" dirty="0"/>
              <a:t>. </a:t>
            </a:r>
          </a:p>
          <a:p>
            <a:pPr lvl="1"/>
            <a:r>
              <a:rPr lang="en-US" dirty="0"/>
              <a:t>Host code will proceed to the next line only after the memory transfer is complete</a:t>
            </a:r>
          </a:p>
          <a:p>
            <a:r>
              <a:rPr lang="en-US" dirty="0"/>
              <a:t>Non blocking version of memory transfers is </a:t>
            </a:r>
            <a:r>
              <a:rPr lang="en-US" dirty="0" err="1">
                <a:latin typeface="Courier New" panose="02070309020205020404" pitchFamily="49" charset="0"/>
                <a:cs typeface="Courier New" panose="02070309020205020404" pitchFamily="49" charset="0"/>
              </a:rPr>
              <a:t>hipMemcpyAsync</a:t>
            </a:r>
            <a:endParaRPr lang="en-US" dirty="0">
              <a:latin typeface="Courier New" panose="02070309020205020404" pitchFamily="49" charset="0"/>
              <a:cs typeface="Courier New" panose="02070309020205020404" pitchFamily="49" charset="0"/>
            </a:endParaRPr>
          </a:p>
          <a:p>
            <a:pPr lvl="1"/>
            <a:r>
              <a:rPr lang="en-US" sz="2000" dirty="0" err="1">
                <a:latin typeface="Courier New" panose="02070309020205020404" pitchFamily="49" charset="0"/>
                <a:cs typeface="Courier New" panose="02070309020205020404" pitchFamily="49" charset="0"/>
              </a:rPr>
              <a:t>hipMemcpyAsync</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d_a</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h_a</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Nbytes</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hipMemcpyHostToDevice</a:t>
            </a:r>
            <a:r>
              <a:rPr lang="en-US" sz="2000" dirty="0">
                <a:latin typeface="Courier New" panose="02070309020205020404" pitchFamily="49" charset="0"/>
                <a:cs typeface="Courier New" panose="02070309020205020404" pitchFamily="49" charset="0"/>
              </a:rPr>
              <a:t>, stream);</a:t>
            </a:r>
            <a:r>
              <a:rPr lang="en-US" sz="2000" dirty="0"/>
              <a:t> </a:t>
            </a:r>
          </a:p>
          <a:p>
            <a:endParaRPr lang="en-US" dirty="0"/>
          </a:p>
        </p:txBody>
      </p:sp>
    </p:spTree>
    <p:extLst>
      <p:ext uri="{BB962C8B-B14F-4D97-AF65-F5344CB8AC3E}">
        <p14:creationId xmlns:p14="http://schemas.microsoft.com/office/powerpoint/2010/main" val="402196697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8B15C1-C562-12A5-15CC-CF59E29C21E7}"/>
              </a:ext>
            </a:extLst>
          </p:cNvPr>
          <p:cNvSpPr>
            <a:spLocks noGrp="1"/>
          </p:cNvSpPr>
          <p:nvPr>
            <p:ph type="title"/>
          </p:nvPr>
        </p:nvSpPr>
        <p:spPr/>
        <p:txBody>
          <a:bodyPr/>
          <a:lstStyle/>
          <a:p>
            <a:r>
              <a:rPr lang="en-US" dirty="0"/>
              <a:t>Blocking vs Non-Blocking APIs</a:t>
            </a:r>
          </a:p>
        </p:txBody>
      </p:sp>
      <p:sp>
        <p:nvSpPr>
          <p:cNvPr id="3" name="Content Placeholder 2">
            <a:extLst>
              <a:ext uri="{FF2B5EF4-FFF2-40B4-BE49-F238E27FC236}">
                <a16:creationId xmlns:a16="http://schemas.microsoft.com/office/drawing/2014/main" id="{5DB334B9-5DE6-243B-E31C-EB09A2FA3511}"/>
              </a:ext>
            </a:extLst>
          </p:cNvPr>
          <p:cNvSpPr>
            <a:spLocks noGrp="1"/>
          </p:cNvSpPr>
          <p:nvPr>
            <p:ph idx="1"/>
          </p:nvPr>
        </p:nvSpPr>
        <p:spPr/>
        <p:txBody>
          <a:bodyPr/>
          <a:lstStyle/>
          <a:p>
            <a:r>
              <a:rPr lang="en-US" dirty="0"/>
              <a:t>Sometimes we need to be sure that a non-blocking call has finished execution.</a:t>
            </a:r>
          </a:p>
          <a:p>
            <a:endParaRPr lang="en-US" dirty="0"/>
          </a:p>
          <a:p>
            <a:r>
              <a:rPr lang="en-US" dirty="0" err="1">
                <a:latin typeface="Courier New" panose="02070309020205020404" pitchFamily="49" charset="0"/>
                <a:cs typeface="Courier New" panose="02070309020205020404" pitchFamily="49" charset="0"/>
              </a:rPr>
              <a:t>hipDeviceSynchronize</a:t>
            </a:r>
            <a:r>
              <a:rPr lang="en-US" dirty="0">
                <a:latin typeface="Courier New" panose="02070309020205020404" pitchFamily="49" charset="0"/>
                <a:cs typeface="Courier New" panose="02070309020205020404" pitchFamily="49" charset="0"/>
              </a:rPr>
              <a:t>()</a:t>
            </a:r>
          </a:p>
          <a:p>
            <a:endParaRPr lang="en-US" dirty="0">
              <a:latin typeface="Courier New" panose="02070309020205020404" pitchFamily="49" charset="0"/>
              <a:cs typeface="Courier New" panose="02070309020205020404" pitchFamily="49" charset="0"/>
            </a:endParaRPr>
          </a:p>
          <a:p>
            <a:r>
              <a:rPr lang="en-US" dirty="0">
                <a:cs typeface="Courier New" panose="02070309020205020404" pitchFamily="49" charset="0"/>
              </a:rPr>
              <a:t>Host waits until all pending asynchronous calls on the device finish execution</a:t>
            </a:r>
          </a:p>
        </p:txBody>
      </p:sp>
    </p:spTree>
    <p:extLst>
      <p:ext uri="{BB962C8B-B14F-4D97-AF65-F5344CB8AC3E}">
        <p14:creationId xmlns:p14="http://schemas.microsoft.com/office/powerpoint/2010/main" val="405801704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07CEBA-FE75-A467-5675-9D23C938D5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1B618C-FA6D-C1AC-A2DE-FAC011673842}"/>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B0503572-1F7E-7143-53F1-958B630643D2}"/>
              </a:ext>
            </a:extLst>
          </p:cNvPr>
          <p:cNvSpPr>
            <a:spLocks noGrp="1"/>
          </p:cNvSpPr>
          <p:nvPr>
            <p:ph idx="1"/>
          </p:nvPr>
        </p:nvSpPr>
        <p:spPr>
          <a:xfrm>
            <a:off x="468085" y="1426029"/>
            <a:ext cx="6509658" cy="4772706"/>
          </a:xfrm>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#include “hip/</a:t>
            </a:r>
            <a:r>
              <a:rPr lang="en-US" dirty="0" err="1">
                <a:latin typeface="Courier New" panose="02070309020205020404" pitchFamily="49" charset="0"/>
                <a:cs typeface="Courier New" panose="02070309020205020404" pitchFamily="49" charset="0"/>
              </a:rPr>
              <a:t>hip_runtime.h</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int main() {</a:t>
            </a:r>
          </a:p>
          <a:p>
            <a:pPr marL="0" indent="0">
              <a:buNone/>
            </a:pPr>
            <a:r>
              <a:rPr lang="en-US" dirty="0">
                <a:latin typeface="Courier New" panose="02070309020205020404" pitchFamily="49" charset="0"/>
                <a:cs typeface="Courier New" panose="02070309020205020404" pitchFamily="49" charset="0"/>
              </a:rPr>
              <a:t>int N = 1000;</a:t>
            </a:r>
          </a:p>
          <a:p>
            <a:pPr marL="0" indent="0">
              <a:buNone/>
            </a:pPr>
            <a:r>
              <a:rPr lang="en-US" dirty="0" err="1">
                <a:latin typeface="Courier New" panose="02070309020205020404" pitchFamily="49" charset="0"/>
                <a:cs typeface="Courier New" panose="02070309020205020404" pitchFamily="49" charset="0"/>
              </a:rPr>
              <a:t>size_t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N*</a:t>
            </a:r>
            <a:r>
              <a:rPr lang="en-US" dirty="0" err="1">
                <a:latin typeface="Courier New" panose="02070309020205020404" pitchFamily="49" charset="0"/>
                <a:cs typeface="Courier New" panose="02070309020205020404" pitchFamily="49" charset="0"/>
              </a:rPr>
              <a:t>sizeof</a:t>
            </a:r>
            <a:r>
              <a:rPr lang="en-US" dirty="0">
                <a:latin typeface="Courier New" panose="02070309020205020404" pitchFamily="49" charset="0"/>
                <a:cs typeface="Courier New" panose="02070309020205020404" pitchFamily="49" charset="0"/>
              </a:rPr>
              <a:t>(double);</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(double*) malloc(</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//host memory</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NULL;                         </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hipMalloc</a:t>
            </a:r>
            <a:r>
              <a:rPr lang="en-US" dirty="0">
                <a:latin typeface="Courier New" panose="02070309020205020404" pitchFamily="49" charset="0"/>
                <a:cs typeface="Courier New" panose="02070309020205020404" pitchFamily="49" charset="0"/>
              </a:rPr>
              <a:t>(&amp;</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hipMemcpyHostToDevice</a:t>
            </a:r>
            <a:r>
              <a:rPr lang="en-US" dirty="0">
                <a:latin typeface="Courier New" panose="02070309020205020404" pitchFamily="49" charset="0"/>
                <a:cs typeface="Courier New" panose="02070309020205020404" pitchFamily="49" charset="0"/>
              </a:rPr>
              <a:t>));   //copy data to device</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hipLaunchKernelGGL</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myKernel</a:t>
            </a:r>
            <a:r>
              <a:rPr lang="en-US" dirty="0">
                <a:latin typeface="Courier New" panose="02070309020205020404" pitchFamily="49" charset="0"/>
                <a:cs typeface="Courier New" panose="02070309020205020404" pitchFamily="49" charset="0"/>
              </a:rPr>
              <a:t>, dim3((N+256-1)/256,1,1), dim3(256,1,1), 0, 0, N,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//Launch kernel</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hipMemcpyDeviceToHost</a:t>
            </a:r>
            <a:r>
              <a:rPr lang="en-US" dirty="0">
                <a:latin typeface="Courier New" panose="02070309020205020404" pitchFamily="49" charset="0"/>
                <a:cs typeface="Courier New" panose="02070309020205020404" pitchFamily="49" charset="0"/>
              </a:rPr>
              <a:t>));   //copy results back to host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free(</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//free host memory</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hipFree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//free device memory</a:t>
            </a:r>
          </a:p>
          <a:p>
            <a:pPr marL="0" indent="0">
              <a:buNone/>
            </a:pPr>
            <a:r>
              <a:rPr lang="en-US"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A9EA93D3-C86F-7355-A32F-A881D9B6A561}"/>
              </a:ext>
            </a:extLst>
          </p:cNvPr>
          <p:cNvSpPr txBox="1"/>
          <p:nvPr/>
        </p:nvSpPr>
        <p:spPr>
          <a:xfrm>
            <a:off x="6433457" y="1426029"/>
            <a:ext cx="5682343" cy="1815882"/>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__global__ void </a:t>
            </a:r>
            <a:r>
              <a:rPr lang="en-US" sz="1600" dirty="0" err="1">
                <a:latin typeface="Courier New" panose="02070309020205020404" pitchFamily="49" charset="0"/>
                <a:cs typeface="Courier New" panose="02070309020205020404" pitchFamily="49" charset="0"/>
              </a:rPr>
              <a:t>myKernel</a:t>
            </a:r>
            <a:r>
              <a:rPr lang="en-US" sz="1600" dirty="0">
                <a:latin typeface="Courier New" panose="02070309020205020404" pitchFamily="49" charset="0"/>
                <a:cs typeface="Courier New" panose="02070309020205020404" pitchFamily="49" charset="0"/>
              </a:rPr>
              <a:t>(int N, double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int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threadIdx.x</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blockIdx.x</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blockDim.x</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if(</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&lt;N) {</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2.0;</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E4DA74E6-AEB4-6CEF-0755-226B43CE57AD}"/>
              </a:ext>
            </a:extLst>
          </p:cNvPr>
          <p:cNvSpPr txBox="1"/>
          <p:nvPr/>
        </p:nvSpPr>
        <p:spPr>
          <a:xfrm>
            <a:off x="6335486" y="6198735"/>
            <a:ext cx="5682343" cy="369332"/>
          </a:xfrm>
          <a:prstGeom prst="rect">
            <a:avLst/>
          </a:prstGeom>
          <a:noFill/>
        </p:spPr>
        <p:txBody>
          <a:bodyPr wrap="square" rtlCol="0">
            <a:spAutoFit/>
          </a:bodyPr>
          <a:lstStyle/>
          <a:p>
            <a:r>
              <a:rPr lang="en-US" dirty="0">
                <a:solidFill>
                  <a:srgbClr val="C00000"/>
                </a:solidFill>
              </a:rPr>
              <a:t>Can you tell me what the error is now?</a:t>
            </a:r>
          </a:p>
        </p:txBody>
      </p:sp>
    </p:spTree>
    <p:extLst>
      <p:ext uri="{BB962C8B-B14F-4D97-AF65-F5344CB8AC3E}">
        <p14:creationId xmlns:p14="http://schemas.microsoft.com/office/powerpoint/2010/main" val="2162981770"/>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B40363-B9DD-A234-6150-732740A2FA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C8B79B5-91E4-59ED-222D-274C1140FB0E}"/>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3F0E5038-8597-9AED-F8EB-7D8DD0FFBEA9}"/>
              </a:ext>
            </a:extLst>
          </p:cNvPr>
          <p:cNvSpPr>
            <a:spLocks noGrp="1"/>
          </p:cNvSpPr>
          <p:nvPr>
            <p:ph idx="1"/>
          </p:nvPr>
        </p:nvSpPr>
        <p:spPr>
          <a:xfrm>
            <a:off x="468085" y="1426029"/>
            <a:ext cx="6509658" cy="4772706"/>
          </a:xfrm>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#include “hip/</a:t>
            </a:r>
            <a:r>
              <a:rPr lang="en-US" dirty="0" err="1">
                <a:latin typeface="Courier New" panose="02070309020205020404" pitchFamily="49" charset="0"/>
                <a:cs typeface="Courier New" panose="02070309020205020404" pitchFamily="49" charset="0"/>
              </a:rPr>
              <a:t>hip_runtime.h</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int main() {</a:t>
            </a:r>
          </a:p>
          <a:p>
            <a:pPr marL="0" indent="0">
              <a:buNone/>
            </a:pPr>
            <a:r>
              <a:rPr lang="en-US" dirty="0">
                <a:latin typeface="Courier New" panose="02070309020205020404" pitchFamily="49" charset="0"/>
                <a:cs typeface="Courier New" panose="02070309020205020404" pitchFamily="49" charset="0"/>
              </a:rPr>
              <a:t>int N = 1000;</a:t>
            </a:r>
          </a:p>
          <a:p>
            <a:pPr marL="0" indent="0">
              <a:buNone/>
            </a:pPr>
            <a:r>
              <a:rPr lang="en-US" dirty="0" err="1">
                <a:latin typeface="Courier New" panose="02070309020205020404" pitchFamily="49" charset="0"/>
                <a:cs typeface="Courier New" panose="02070309020205020404" pitchFamily="49" charset="0"/>
              </a:rPr>
              <a:t>size_t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N*</a:t>
            </a:r>
            <a:r>
              <a:rPr lang="en-US" dirty="0" err="1">
                <a:latin typeface="Courier New" panose="02070309020205020404" pitchFamily="49" charset="0"/>
                <a:cs typeface="Courier New" panose="02070309020205020404" pitchFamily="49" charset="0"/>
              </a:rPr>
              <a:t>sizeof</a:t>
            </a:r>
            <a:r>
              <a:rPr lang="en-US" dirty="0">
                <a:latin typeface="Courier New" panose="02070309020205020404" pitchFamily="49" charset="0"/>
                <a:cs typeface="Courier New" panose="02070309020205020404" pitchFamily="49" charset="0"/>
              </a:rPr>
              <a:t>(double);</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(double*) malloc(</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//host memory</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NULL;                         </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hipMalloc</a:t>
            </a:r>
            <a:r>
              <a:rPr lang="en-US" dirty="0">
                <a:latin typeface="Courier New" panose="02070309020205020404" pitchFamily="49" charset="0"/>
                <a:cs typeface="Courier New" panose="02070309020205020404" pitchFamily="49" charset="0"/>
              </a:rPr>
              <a:t>(&amp;</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hipMemcpyHostToDevice</a:t>
            </a:r>
            <a:r>
              <a:rPr lang="en-US" dirty="0">
                <a:latin typeface="Courier New" panose="02070309020205020404" pitchFamily="49" charset="0"/>
                <a:cs typeface="Courier New" panose="02070309020205020404" pitchFamily="49" charset="0"/>
              </a:rPr>
              <a:t>));   //copy data to device</a:t>
            </a:r>
          </a:p>
          <a:p>
            <a:pPr marL="0" indent="0">
              <a:buNone/>
            </a:pPr>
            <a:r>
              <a:rPr lang="en-US" dirty="0">
                <a:solidFill>
                  <a:srgbClr val="C00000"/>
                </a:solidFill>
                <a:latin typeface="Courier New" panose="02070309020205020404" pitchFamily="49" charset="0"/>
                <a:cs typeface="Courier New" panose="02070309020205020404" pitchFamily="49" charset="0"/>
              </a:rPr>
              <a:t>HIP_CHECK(</a:t>
            </a:r>
            <a:r>
              <a:rPr lang="en-US" dirty="0" err="1">
                <a:solidFill>
                  <a:srgbClr val="C00000"/>
                </a:solidFill>
                <a:latin typeface="Courier New" panose="02070309020205020404" pitchFamily="49" charset="0"/>
                <a:cs typeface="Courier New" panose="02070309020205020404" pitchFamily="49" charset="0"/>
              </a:rPr>
              <a:t>hipLaunchKernelGGL</a:t>
            </a:r>
            <a:r>
              <a:rPr lang="en-US" dirty="0">
                <a:solidFill>
                  <a:srgbClr val="C00000"/>
                </a:solidFill>
                <a:latin typeface="Courier New" panose="02070309020205020404" pitchFamily="49" charset="0"/>
                <a:cs typeface="Courier New" panose="02070309020205020404" pitchFamily="49" charset="0"/>
              </a:rPr>
              <a:t>(</a:t>
            </a:r>
            <a:r>
              <a:rPr lang="en-US" dirty="0" err="1">
                <a:solidFill>
                  <a:srgbClr val="C00000"/>
                </a:solidFill>
                <a:latin typeface="Courier New" panose="02070309020205020404" pitchFamily="49" charset="0"/>
                <a:cs typeface="Courier New" panose="02070309020205020404" pitchFamily="49" charset="0"/>
              </a:rPr>
              <a:t>myKernel</a:t>
            </a:r>
            <a:r>
              <a:rPr lang="en-US" dirty="0">
                <a:solidFill>
                  <a:srgbClr val="C00000"/>
                </a:solidFill>
                <a:latin typeface="Courier New" panose="02070309020205020404" pitchFamily="49" charset="0"/>
                <a:cs typeface="Courier New" panose="02070309020205020404" pitchFamily="49" charset="0"/>
              </a:rPr>
              <a:t>, dim3((N+256-1)/256,1,1), dim3(256,1,1), 0, 0, N, </a:t>
            </a:r>
            <a:r>
              <a:rPr lang="en-US" dirty="0" err="1">
                <a:solidFill>
                  <a:srgbClr val="C00000"/>
                </a:solidFill>
                <a:latin typeface="Courier New" panose="02070309020205020404" pitchFamily="49" charset="0"/>
                <a:cs typeface="Courier New" panose="02070309020205020404" pitchFamily="49" charset="0"/>
              </a:rPr>
              <a:t>d_a</a:t>
            </a:r>
            <a:r>
              <a:rPr lang="en-US" dirty="0">
                <a:solidFill>
                  <a:srgbClr val="C00000"/>
                </a:solidFill>
                <a:latin typeface="Courier New" panose="02070309020205020404" pitchFamily="49" charset="0"/>
                <a:cs typeface="Courier New" panose="02070309020205020404" pitchFamily="49" charset="0"/>
              </a:rPr>
              <a:t>)); //Launch kernel</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hipMemcpyDeviceToHost</a:t>
            </a:r>
            <a:r>
              <a:rPr lang="en-US" dirty="0">
                <a:latin typeface="Courier New" panose="02070309020205020404" pitchFamily="49" charset="0"/>
                <a:cs typeface="Courier New" panose="02070309020205020404" pitchFamily="49" charset="0"/>
              </a:rPr>
              <a:t>));   //copy results back to host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free(</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//free host memory</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hipFree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//free device memory</a:t>
            </a:r>
          </a:p>
          <a:p>
            <a:pPr marL="0" indent="0">
              <a:buNone/>
            </a:pPr>
            <a:r>
              <a:rPr lang="en-US"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EF1C5D2E-834C-B378-0241-2B5C16A2D0FA}"/>
              </a:ext>
            </a:extLst>
          </p:cNvPr>
          <p:cNvSpPr txBox="1"/>
          <p:nvPr/>
        </p:nvSpPr>
        <p:spPr>
          <a:xfrm>
            <a:off x="6433457" y="1426029"/>
            <a:ext cx="5682343" cy="1815882"/>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__global__ void </a:t>
            </a:r>
            <a:r>
              <a:rPr lang="en-US" sz="1600" dirty="0" err="1">
                <a:latin typeface="Courier New" panose="02070309020205020404" pitchFamily="49" charset="0"/>
                <a:cs typeface="Courier New" panose="02070309020205020404" pitchFamily="49" charset="0"/>
              </a:rPr>
              <a:t>myKernel</a:t>
            </a:r>
            <a:r>
              <a:rPr lang="en-US" sz="1600" dirty="0">
                <a:latin typeface="Courier New" panose="02070309020205020404" pitchFamily="49" charset="0"/>
                <a:cs typeface="Courier New" panose="02070309020205020404" pitchFamily="49" charset="0"/>
              </a:rPr>
              <a:t>(int N, double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int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threadIdx.x</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blockIdx.x</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blockDim.x</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if(</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&lt;N) {</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2.0;</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B0E70E9A-921C-E255-9BF4-3BE20A07E3EC}"/>
              </a:ext>
            </a:extLst>
          </p:cNvPr>
          <p:cNvSpPr txBox="1"/>
          <p:nvPr/>
        </p:nvSpPr>
        <p:spPr>
          <a:xfrm>
            <a:off x="6324600" y="5567177"/>
            <a:ext cx="5682343" cy="923330"/>
          </a:xfrm>
          <a:prstGeom prst="rect">
            <a:avLst/>
          </a:prstGeom>
          <a:noFill/>
        </p:spPr>
        <p:txBody>
          <a:bodyPr wrap="square" rtlCol="0">
            <a:spAutoFit/>
          </a:bodyPr>
          <a:lstStyle/>
          <a:p>
            <a:r>
              <a:rPr lang="en-US" dirty="0">
                <a:solidFill>
                  <a:srgbClr val="C00000"/>
                </a:solidFill>
              </a:rPr>
              <a:t>Can you tell me what the error is now? </a:t>
            </a:r>
            <a:r>
              <a:rPr lang="en-US" dirty="0"/>
              <a:t>We are not waiting for the kernel to finish execution before copying back the data</a:t>
            </a:r>
          </a:p>
        </p:txBody>
      </p:sp>
    </p:spTree>
    <p:extLst>
      <p:ext uri="{BB962C8B-B14F-4D97-AF65-F5344CB8AC3E}">
        <p14:creationId xmlns:p14="http://schemas.microsoft.com/office/powerpoint/2010/main" val="1759895860"/>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D629-BDE6-9B6D-F7D0-0565A4A33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949760-2332-9950-86E6-24F71D3212A4}"/>
              </a:ext>
            </a:extLst>
          </p:cNvPr>
          <p:cNvSpPr>
            <a:spLocks noGrp="1"/>
          </p:cNvSpPr>
          <p:nvPr>
            <p:ph type="title"/>
          </p:nvPr>
        </p:nvSpPr>
        <p:spPr/>
        <p:txBody>
          <a:bodyPr/>
          <a:lstStyle/>
          <a:p>
            <a:r>
              <a:rPr lang="en-US" dirty="0"/>
              <a:t>Putting it all Together</a:t>
            </a:r>
          </a:p>
        </p:txBody>
      </p:sp>
      <p:sp>
        <p:nvSpPr>
          <p:cNvPr id="3" name="Content Placeholder 2">
            <a:extLst>
              <a:ext uri="{FF2B5EF4-FFF2-40B4-BE49-F238E27FC236}">
                <a16:creationId xmlns:a16="http://schemas.microsoft.com/office/drawing/2014/main" id="{532B4E33-2C0D-5B0A-8F4A-B62106D6C819}"/>
              </a:ext>
            </a:extLst>
          </p:cNvPr>
          <p:cNvSpPr>
            <a:spLocks noGrp="1"/>
          </p:cNvSpPr>
          <p:nvPr>
            <p:ph idx="1"/>
          </p:nvPr>
        </p:nvSpPr>
        <p:spPr>
          <a:xfrm>
            <a:off x="468085" y="1426029"/>
            <a:ext cx="6509658" cy="4772706"/>
          </a:xfrm>
        </p:spPr>
        <p:txBody>
          <a:bodyPr>
            <a:normAutofit fontScale="47500" lnSpcReduction="20000"/>
          </a:bodyPr>
          <a:lstStyle/>
          <a:p>
            <a:pPr marL="0" indent="0">
              <a:buNone/>
            </a:pPr>
            <a:r>
              <a:rPr lang="en-US" dirty="0">
                <a:latin typeface="Courier New" panose="02070309020205020404" pitchFamily="49" charset="0"/>
                <a:cs typeface="Courier New" panose="02070309020205020404" pitchFamily="49" charset="0"/>
              </a:rPr>
              <a:t>#include “hip/</a:t>
            </a:r>
            <a:r>
              <a:rPr lang="en-US" dirty="0" err="1">
                <a:latin typeface="Courier New" panose="02070309020205020404" pitchFamily="49" charset="0"/>
                <a:cs typeface="Courier New" panose="02070309020205020404" pitchFamily="49" charset="0"/>
              </a:rPr>
              <a:t>hip_runtime.h</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int main() {</a:t>
            </a:r>
          </a:p>
          <a:p>
            <a:pPr marL="0" indent="0">
              <a:buNone/>
            </a:pPr>
            <a:r>
              <a:rPr lang="en-US" dirty="0">
                <a:latin typeface="Courier New" panose="02070309020205020404" pitchFamily="49" charset="0"/>
                <a:cs typeface="Courier New" panose="02070309020205020404" pitchFamily="49" charset="0"/>
              </a:rPr>
              <a:t>int N = 1000;</a:t>
            </a:r>
          </a:p>
          <a:p>
            <a:pPr marL="0" indent="0">
              <a:buNone/>
            </a:pPr>
            <a:r>
              <a:rPr lang="en-US" dirty="0" err="1">
                <a:latin typeface="Courier New" panose="02070309020205020404" pitchFamily="49" charset="0"/>
                <a:cs typeface="Courier New" panose="02070309020205020404" pitchFamily="49" charset="0"/>
              </a:rPr>
              <a:t>size_t</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N*</a:t>
            </a:r>
            <a:r>
              <a:rPr lang="en-US" dirty="0" err="1">
                <a:latin typeface="Courier New" panose="02070309020205020404" pitchFamily="49" charset="0"/>
                <a:cs typeface="Courier New" panose="02070309020205020404" pitchFamily="49" charset="0"/>
              </a:rPr>
              <a:t>sizeof</a:t>
            </a:r>
            <a:r>
              <a:rPr lang="en-US" dirty="0">
                <a:latin typeface="Courier New" panose="02070309020205020404" pitchFamily="49" charset="0"/>
                <a:cs typeface="Courier New" panose="02070309020205020404" pitchFamily="49" charset="0"/>
              </a:rPr>
              <a:t>(double);</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(double*) malloc(</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//host memory</a:t>
            </a:r>
          </a:p>
          <a:p>
            <a:pPr marL="0" indent="0">
              <a:buNone/>
            </a:pPr>
            <a:r>
              <a:rPr lang="en-US" dirty="0">
                <a:latin typeface="Courier New" panose="02070309020205020404" pitchFamily="49" charset="0"/>
                <a:cs typeface="Courier New" panose="02070309020205020404" pitchFamily="49" charset="0"/>
              </a:rPr>
              <a:t>double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NULL;                         </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hipMalloc</a:t>
            </a:r>
            <a:r>
              <a:rPr lang="en-US" dirty="0">
                <a:latin typeface="Courier New" panose="02070309020205020404" pitchFamily="49" charset="0"/>
                <a:cs typeface="Courier New" panose="02070309020205020404" pitchFamily="49" charset="0"/>
              </a:rPr>
              <a:t>(&amp;</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hipMemcpyHostToDevice</a:t>
            </a:r>
            <a:r>
              <a:rPr lang="en-US" dirty="0">
                <a:latin typeface="Courier New" panose="02070309020205020404" pitchFamily="49" charset="0"/>
                <a:cs typeface="Courier New" panose="02070309020205020404" pitchFamily="49" charset="0"/>
              </a:rPr>
              <a:t>));   //copy data to device</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hipLaunchKernelGGL</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myKernel</a:t>
            </a:r>
            <a:r>
              <a:rPr lang="en-US" dirty="0">
                <a:latin typeface="Courier New" panose="02070309020205020404" pitchFamily="49" charset="0"/>
                <a:cs typeface="Courier New" panose="02070309020205020404" pitchFamily="49" charset="0"/>
              </a:rPr>
              <a:t>, dim3((N+256-1)/256,1,1), dim3(256,1,1), 0, 0, N,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//Launch kernel</a:t>
            </a:r>
          </a:p>
          <a:p>
            <a:pPr marL="0" indent="0">
              <a:buNone/>
            </a:pPr>
            <a:r>
              <a:rPr lang="en-US" dirty="0">
                <a:solidFill>
                  <a:srgbClr val="C00000"/>
                </a:solidFill>
                <a:latin typeface="Courier New" panose="02070309020205020404" pitchFamily="49" charset="0"/>
                <a:cs typeface="Courier New" panose="02070309020205020404" pitchFamily="49" charset="0"/>
              </a:rPr>
              <a:t>HIP_CHECK(</a:t>
            </a:r>
            <a:r>
              <a:rPr lang="en-US" dirty="0" err="1">
                <a:solidFill>
                  <a:srgbClr val="C00000"/>
                </a:solidFill>
                <a:latin typeface="Courier New" panose="02070309020205020404" pitchFamily="49" charset="0"/>
                <a:cs typeface="Courier New" panose="02070309020205020404" pitchFamily="49" charset="0"/>
              </a:rPr>
              <a:t>hipDeviceSynchronize</a:t>
            </a:r>
            <a:r>
              <a:rPr lang="en-US" dirty="0">
                <a:solidFill>
                  <a:srgbClr val="C00000"/>
                </a:solidFill>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hipMemcpy</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Nbytes</a:t>
            </a:r>
            <a:r>
              <a:rPr lang="en-US" dirty="0">
                <a:latin typeface="Courier New" panose="02070309020205020404" pitchFamily="49" charset="0"/>
                <a:cs typeface="Courier New" panose="02070309020205020404" pitchFamily="49" charset="0"/>
              </a:rPr>
              <a:t>, </a:t>
            </a:r>
            <a:r>
              <a:rPr lang="en-US" dirty="0" err="1">
                <a:latin typeface="Courier New" panose="02070309020205020404" pitchFamily="49" charset="0"/>
                <a:cs typeface="Courier New" panose="02070309020205020404" pitchFamily="49" charset="0"/>
              </a:rPr>
              <a:t>hipMemcpyDeviceToHost</a:t>
            </a:r>
            <a:r>
              <a:rPr lang="en-US" dirty="0">
                <a:latin typeface="Courier New" panose="02070309020205020404" pitchFamily="49" charset="0"/>
                <a:cs typeface="Courier New" panose="02070309020205020404" pitchFamily="49" charset="0"/>
              </a:rPr>
              <a:t>));   //copy results back to host</a:t>
            </a:r>
          </a:p>
          <a:p>
            <a:pPr marL="0" indent="0">
              <a:buNone/>
            </a:pP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free(</a:t>
            </a:r>
            <a:r>
              <a:rPr lang="en-US" dirty="0" err="1">
                <a:latin typeface="Courier New" panose="02070309020205020404" pitchFamily="49" charset="0"/>
                <a:cs typeface="Courier New" panose="02070309020205020404" pitchFamily="49" charset="0"/>
              </a:rPr>
              <a:t>h_a</a:t>
            </a:r>
            <a:r>
              <a:rPr lang="en-US" dirty="0">
                <a:latin typeface="Courier New" panose="02070309020205020404" pitchFamily="49" charset="0"/>
                <a:cs typeface="Courier New" panose="02070309020205020404" pitchFamily="49" charset="0"/>
              </a:rPr>
              <a:t>);                 //free host memory</a:t>
            </a:r>
          </a:p>
          <a:p>
            <a:pPr marL="0" indent="0">
              <a:buNone/>
            </a:pPr>
            <a:r>
              <a:rPr lang="en-US" dirty="0">
                <a:latin typeface="Courier New" panose="02070309020205020404" pitchFamily="49" charset="0"/>
                <a:cs typeface="Courier New" panose="02070309020205020404" pitchFamily="49" charset="0"/>
              </a:rPr>
              <a:t>HIP_CHECK(</a:t>
            </a:r>
            <a:r>
              <a:rPr lang="en-US" dirty="0" err="1">
                <a:latin typeface="Courier New" panose="02070309020205020404" pitchFamily="49" charset="0"/>
                <a:cs typeface="Courier New" panose="02070309020205020404" pitchFamily="49" charset="0"/>
              </a:rPr>
              <a:t>hipFree</a:t>
            </a:r>
            <a:r>
              <a:rPr lang="en-US" dirty="0">
                <a:latin typeface="Courier New" panose="02070309020205020404" pitchFamily="49" charset="0"/>
                <a:cs typeface="Courier New" panose="02070309020205020404" pitchFamily="49" charset="0"/>
              </a:rPr>
              <a:t>(</a:t>
            </a:r>
            <a:r>
              <a:rPr lang="en-US" dirty="0" err="1">
                <a:latin typeface="Courier New" panose="02070309020205020404" pitchFamily="49" charset="0"/>
                <a:cs typeface="Courier New" panose="02070309020205020404" pitchFamily="49" charset="0"/>
              </a:rPr>
              <a:t>d_a</a:t>
            </a:r>
            <a:r>
              <a:rPr lang="en-US" dirty="0">
                <a:latin typeface="Courier New" panose="02070309020205020404" pitchFamily="49" charset="0"/>
                <a:cs typeface="Courier New" panose="02070309020205020404" pitchFamily="49" charset="0"/>
              </a:rPr>
              <a:t>));   //free device memory</a:t>
            </a:r>
          </a:p>
          <a:p>
            <a:pPr marL="0" indent="0">
              <a:buNone/>
            </a:pPr>
            <a:r>
              <a:rPr lang="en-US" dirty="0">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72E8B836-4DAE-1909-15D3-2B1A7408E6C6}"/>
              </a:ext>
            </a:extLst>
          </p:cNvPr>
          <p:cNvSpPr txBox="1"/>
          <p:nvPr/>
        </p:nvSpPr>
        <p:spPr>
          <a:xfrm>
            <a:off x="6433457" y="1426029"/>
            <a:ext cx="5682343" cy="1815882"/>
          </a:xfrm>
          <a:prstGeom prst="rect">
            <a:avLst/>
          </a:prstGeom>
          <a:noFill/>
        </p:spPr>
        <p:txBody>
          <a:bodyPr wrap="square" rtlCol="0">
            <a:spAutoFit/>
          </a:bodyPr>
          <a:lstStyle/>
          <a:p>
            <a:r>
              <a:rPr lang="en-US" sz="1600" dirty="0">
                <a:latin typeface="Courier New" panose="02070309020205020404" pitchFamily="49" charset="0"/>
                <a:cs typeface="Courier New" panose="02070309020205020404" pitchFamily="49" charset="0"/>
              </a:rPr>
              <a:t>__global__ void </a:t>
            </a:r>
            <a:r>
              <a:rPr lang="en-US" sz="1600" dirty="0" err="1">
                <a:latin typeface="Courier New" panose="02070309020205020404" pitchFamily="49" charset="0"/>
                <a:cs typeface="Courier New" panose="02070309020205020404" pitchFamily="49" charset="0"/>
              </a:rPr>
              <a:t>myKernel</a:t>
            </a:r>
            <a:r>
              <a:rPr lang="en-US" sz="1600" dirty="0">
                <a:latin typeface="Courier New" panose="02070309020205020404" pitchFamily="49" charset="0"/>
                <a:cs typeface="Courier New" panose="02070309020205020404" pitchFamily="49" charset="0"/>
              </a:rPr>
              <a:t>(int N, double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int </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threadIdx.x</a:t>
            </a:r>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blockIdx.x</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blockDim.x</a:t>
            </a:r>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 if(</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&lt;N) {</a:t>
            </a:r>
          </a:p>
          <a:p>
            <a:r>
              <a:rPr lang="en-US" sz="1600" dirty="0">
                <a:latin typeface="Courier New" panose="02070309020205020404" pitchFamily="49" charset="0"/>
                <a:cs typeface="Courier New" panose="02070309020205020404" pitchFamily="49" charset="0"/>
              </a:rPr>
              <a:t>    </a:t>
            </a:r>
            <a:r>
              <a:rPr lang="en-US" sz="1600" dirty="0" err="1">
                <a:latin typeface="Courier New" panose="02070309020205020404" pitchFamily="49" charset="0"/>
                <a:cs typeface="Courier New" panose="02070309020205020404" pitchFamily="49" charset="0"/>
              </a:rPr>
              <a:t>d_a</a:t>
            </a:r>
            <a:r>
              <a:rPr lang="en-US" sz="1600" dirty="0">
                <a:latin typeface="Courier New" panose="02070309020205020404" pitchFamily="49" charset="0"/>
                <a:cs typeface="Courier New" panose="02070309020205020404" pitchFamily="49" charset="0"/>
              </a:rPr>
              <a:t>[</a:t>
            </a:r>
            <a:r>
              <a:rPr lang="en-US" sz="1600" dirty="0" err="1">
                <a:latin typeface="Courier New" panose="02070309020205020404" pitchFamily="49" charset="0"/>
                <a:cs typeface="Courier New" panose="02070309020205020404" pitchFamily="49" charset="0"/>
              </a:rPr>
              <a:t>i</a:t>
            </a:r>
            <a:r>
              <a:rPr lang="en-US" sz="1600" dirty="0">
                <a:latin typeface="Courier New" panose="02070309020205020404" pitchFamily="49" charset="0"/>
                <a:cs typeface="Courier New" panose="02070309020205020404" pitchFamily="49" charset="0"/>
              </a:rPr>
              <a:t>] *= 2.0;</a:t>
            </a:r>
          </a:p>
          <a:p>
            <a:r>
              <a:rPr lang="en-US" sz="1600" dirty="0">
                <a:latin typeface="Courier New" panose="02070309020205020404" pitchFamily="49" charset="0"/>
                <a:cs typeface="Courier New" panose="02070309020205020404" pitchFamily="49" charset="0"/>
              </a:rPr>
              <a:t> }</a:t>
            </a:r>
          </a:p>
          <a:p>
            <a:r>
              <a:rPr lang="en-US" sz="1600" dirty="0">
                <a:latin typeface="Courier New" panose="02070309020205020404" pitchFamily="49" charset="0"/>
                <a:cs typeface="Courier New" panose="02070309020205020404" pitchFamily="49" charset="0"/>
              </a:rPr>
              <a:t>}</a:t>
            </a:r>
          </a:p>
        </p:txBody>
      </p:sp>
      <p:sp>
        <p:nvSpPr>
          <p:cNvPr id="6" name="TextBox 5">
            <a:extLst>
              <a:ext uri="{FF2B5EF4-FFF2-40B4-BE49-F238E27FC236}">
                <a16:creationId xmlns:a16="http://schemas.microsoft.com/office/drawing/2014/main" id="{96DF1B4D-846F-EC82-7F59-C7DA7F46500B}"/>
              </a:ext>
            </a:extLst>
          </p:cNvPr>
          <p:cNvSpPr txBox="1"/>
          <p:nvPr/>
        </p:nvSpPr>
        <p:spPr>
          <a:xfrm>
            <a:off x="7756634" y="4456386"/>
            <a:ext cx="3857297" cy="646331"/>
          </a:xfrm>
          <a:prstGeom prst="rect">
            <a:avLst/>
          </a:prstGeom>
          <a:noFill/>
        </p:spPr>
        <p:txBody>
          <a:bodyPr wrap="square" rtlCol="0">
            <a:spAutoFit/>
          </a:bodyPr>
          <a:lstStyle/>
          <a:p>
            <a:r>
              <a:rPr lang="en-US" dirty="0"/>
              <a:t>The host code will wait on this line till the launched kernel finishes execution.</a:t>
            </a:r>
          </a:p>
        </p:txBody>
      </p:sp>
      <p:cxnSp>
        <p:nvCxnSpPr>
          <p:cNvPr id="8" name="Straight Arrow Connector 7">
            <a:extLst>
              <a:ext uri="{FF2B5EF4-FFF2-40B4-BE49-F238E27FC236}">
                <a16:creationId xmlns:a16="http://schemas.microsoft.com/office/drawing/2014/main" id="{688B43EE-3700-B711-05B8-4804ABB51141}"/>
              </a:ext>
            </a:extLst>
          </p:cNvPr>
          <p:cNvCxnSpPr>
            <a:stCxn id="6" idx="1"/>
          </p:cNvCxnSpPr>
          <p:nvPr/>
        </p:nvCxnSpPr>
        <p:spPr>
          <a:xfrm flipH="1" flipV="1">
            <a:off x="3941379" y="4456386"/>
            <a:ext cx="3815255" cy="323166"/>
          </a:xfrm>
          <a:prstGeom prst="straightConnector1">
            <a:avLst/>
          </a:prstGeom>
          <a:ln w="28575">
            <a:solidFill>
              <a:srgbClr val="C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94945271"/>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10709-C7B3-A9EF-90FA-D45CB0A05FE8}"/>
              </a:ext>
            </a:extLst>
          </p:cNvPr>
          <p:cNvSpPr>
            <a:spLocks noGrp="1"/>
          </p:cNvSpPr>
          <p:nvPr>
            <p:ph type="title"/>
          </p:nvPr>
        </p:nvSpPr>
        <p:spPr/>
        <p:txBody>
          <a:bodyPr/>
          <a:lstStyle/>
          <a:p>
            <a:r>
              <a:rPr lang="en-US" dirty="0"/>
              <a:t>Shared Memory and Thread Synchronization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1D5C328-D115-F959-B830-E98570B05668}"/>
                  </a:ext>
                </a:extLst>
              </p:cNvPr>
              <p:cNvSpPr>
                <a:spLocks noGrp="1"/>
              </p:cNvSpPr>
              <p:nvPr>
                <p:ph idx="1"/>
              </p:nvPr>
            </p:nvSpPr>
            <p:spPr>
              <a:xfrm>
                <a:off x="838201" y="1825625"/>
                <a:ext cx="6004034" cy="4351338"/>
              </a:xfrm>
            </p:spPr>
            <p:txBody>
              <a:bodyPr>
                <a:normAutofit fontScale="70000" lnSpcReduction="20000"/>
              </a:bodyPr>
              <a:lstStyle/>
              <a:p>
                <a:r>
                  <a:rPr lang="en-US" dirty="0"/>
                  <a:t>Recall: In matrix-matrix multiplication, we can shared memory</a:t>
                </a:r>
              </a:p>
              <a:p>
                <a:endParaRPr lang="en-US" dirty="0"/>
              </a:p>
              <a:p>
                <a:r>
                  <a:rPr lang="en-US" dirty="0"/>
                  <a:t>In </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a:p>
                <a:r>
                  <a:rPr lang="en-US" dirty="0"/>
                  <a:t>For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=0</m:t>
                    </m:r>
                  </m:oMath>
                </a14:m>
                <a:r>
                  <a:rPr lang="en-US" dirty="0"/>
                  <a:t> to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−1</m:t>
                    </m:r>
                  </m:oMath>
                </a14:m>
                <a:endParaRPr lang="en-US" dirty="0"/>
              </a:p>
              <a:p>
                <a:pPr lvl="1"/>
                <a:r>
                  <a:rPr lang="en-US" dirty="0"/>
                  <a:t>Read 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a:t>
                </a:r>
              </a:p>
              <a:p>
                <a:pPr lvl="1"/>
                <a:r>
                  <a:rPr lang="en-US" dirty="0"/>
                  <a:t>Read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pPr lvl="1"/>
                <a:r>
                  <a:rPr lang="en-US" dirty="0"/>
                  <a:t>For </a:t>
                </a:r>
                <a14:m>
                  <m:oMath xmlns:m="http://schemas.openxmlformats.org/officeDocument/2006/math">
                    <m:r>
                      <a:rPr lang="en-US" i="1" dirty="0">
                        <a:latin typeface="Cambria Math" panose="02040503050406030204" pitchFamily="18" charset="0"/>
                      </a:rPr>
                      <m:t>𝑙</m:t>
                    </m:r>
                  </m:oMath>
                </a14:m>
                <a:r>
                  <a:rPr lang="en-US" dirty="0"/>
                  <a:t> = 0 to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−1</m:t>
                    </m:r>
                  </m:oMath>
                </a14:m>
                <a:r>
                  <a:rPr lang="en-US" dirty="0"/>
                  <a:t>:</a:t>
                </a:r>
              </a:p>
              <a:p>
                <a:pPr lvl="2"/>
                <a:r>
                  <a:rPr lang="en-US" dirty="0"/>
                  <a:t>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 </a:t>
                </a:r>
              </a:p>
              <a:p>
                <a:pPr lvl="2"/>
                <a:r>
                  <a:rPr lang="en-US" dirty="0"/>
                  <a:t>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𝑙</m:t>
                    </m:r>
                  </m:oMath>
                </a14:m>
                <a:r>
                  <a:rPr lang="en-US" dirty="0"/>
                  <a:t>]*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𝑙</m:t>
                    </m:r>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r>
                  <a:rPr lang="en-US" dirty="0"/>
                  <a:t>Store 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A1D5C328-D115-F959-B830-E98570B05668}"/>
                  </a:ext>
                </a:extLst>
              </p:cNvPr>
              <p:cNvSpPr>
                <a:spLocks noGrp="1" noRot="1" noChangeAspect="1" noMove="1" noResize="1" noEditPoints="1" noAdjustHandles="1" noChangeArrowheads="1" noChangeShapeType="1" noTextEdit="1"/>
              </p:cNvSpPr>
              <p:nvPr>
                <p:ph idx="1"/>
              </p:nvPr>
            </p:nvSpPr>
            <p:spPr>
              <a:xfrm>
                <a:off x="838201" y="1825625"/>
                <a:ext cx="6004034" cy="4351338"/>
              </a:xfrm>
              <a:blipFill>
                <a:blip r:embed="rId2"/>
                <a:stretch>
                  <a:fillRect l="-915" t="-2521" r="-305" b="-16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37677CEC-EC60-23DE-4B39-B09B016F6218}"/>
              </a:ext>
            </a:extLst>
          </p:cNvPr>
          <p:cNvSpPr txBox="1"/>
          <p:nvPr/>
        </p:nvSpPr>
        <p:spPr>
          <a:xfrm>
            <a:off x="6842235" y="1825625"/>
            <a:ext cx="5349765" cy="4247317"/>
          </a:xfrm>
          <a:prstGeom prst="rect">
            <a:avLst/>
          </a:prstGeom>
          <a:noFill/>
        </p:spPr>
        <p:txBody>
          <a:bodyPr wrap="square" rtlCol="0">
            <a:spAutoFit/>
          </a:bodyPr>
          <a:lstStyle/>
          <a:p>
            <a:r>
              <a:rPr lang="en-US" dirty="0"/>
              <a:t>__global__ void </a:t>
            </a:r>
            <a:r>
              <a:rPr lang="en-US" dirty="0" err="1"/>
              <a:t>blockMM</a:t>
            </a:r>
            <a:r>
              <a:rPr lang="en-US" dirty="0"/>
              <a:t>(double *A, double *B, …) </a:t>
            </a:r>
          </a:p>
          <a:p>
            <a:r>
              <a:rPr lang="en-US" dirty="0"/>
              <a:t>{</a:t>
            </a:r>
          </a:p>
          <a:p>
            <a:endParaRPr lang="en-US" dirty="0"/>
          </a:p>
          <a:p>
            <a:r>
              <a:rPr lang="en-US" dirty="0"/>
              <a:t>//Define a shared memory array</a:t>
            </a:r>
          </a:p>
          <a:p>
            <a:r>
              <a:rPr lang="en-US" dirty="0"/>
              <a:t>__shared__ double </a:t>
            </a:r>
            <a:r>
              <a:rPr lang="en-US" dirty="0" err="1"/>
              <a:t>A_shared</a:t>
            </a:r>
            <a:r>
              <a:rPr lang="en-US" dirty="0"/>
              <a:t>[b][N];</a:t>
            </a:r>
          </a:p>
          <a:p>
            <a:r>
              <a:rPr lang="en-US" dirty="0"/>
              <a:t>__shared__ double </a:t>
            </a:r>
            <a:r>
              <a:rPr lang="en-US" dirty="0" err="1"/>
              <a:t>B_shared</a:t>
            </a:r>
            <a:r>
              <a:rPr lang="en-US" dirty="0"/>
              <a:t>[N][b];</a:t>
            </a:r>
          </a:p>
          <a:p>
            <a:endParaRPr lang="en-US" dirty="0"/>
          </a:p>
          <a:p>
            <a:r>
              <a:rPr lang="en-US" dirty="0"/>
              <a:t>for (k = 0; k &lt; N/b; k++) {</a:t>
            </a:r>
          </a:p>
          <a:p>
            <a:r>
              <a:rPr lang="en-US" dirty="0"/>
              <a:t>	</a:t>
            </a:r>
            <a:r>
              <a:rPr lang="en-US" dirty="0" err="1"/>
              <a:t>A_shared</a:t>
            </a:r>
            <a:r>
              <a:rPr lang="en-US" dirty="0"/>
              <a:t>[…][…]  = A[…][…];</a:t>
            </a:r>
          </a:p>
          <a:p>
            <a:r>
              <a:rPr lang="en-US" dirty="0"/>
              <a:t>	</a:t>
            </a:r>
            <a:r>
              <a:rPr lang="en-US" dirty="0" err="1"/>
              <a:t>B_shared</a:t>
            </a:r>
            <a:r>
              <a:rPr lang="en-US" dirty="0"/>
              <a:t>[…][…]  = B[…][…];</a:t>
            </a:r>
          </a:p>
          <a:p>
            <a:r>
              <a:rPr lang="en-US" dirty="0"/>
              <a:t>	__</a:t>
            </a:r>
            <a:r>
              <a:rPr lang="en-US" dirty="0" err="1"/>
              <a:t>syncthreads</a:t>
            </a:r>
            <a:r>
              <a:rPr lang="en-US" dirty="0"/>
              <a:t>();</a:t>
            </a:r>
          </a:p>
          <a:p>
            <a:r>
              <a:rPr lang="en-US" dirty="0"/>
              <a:t>} </a:t>
            </a:r>
          </a:p>
          <a:p>
            <a:endParaRPr lang="en-US" dirty="0"/>
          </a:p>
          <a:p>
            <a:endParaRPr lang="en-US" dirty="0"/>
          </a:p>
          <a:p>
            <a:r>
              <a:rPr lang="en-US" dirty="0"/>
              <a:t>}</a:t>
            </a:r>
          </a:p>
        </p:txBody>
      </p:sp>
    </p:spTree>
    <p:extLst>
      <p:ext uri="{BB962C8B-B14F-4D97-AF65-F5344CB8AC3E}">
        <p14:creationId xmlns:p14="http://schemas.microsoft.com/office/powerpoint/2010/main" val="889704452"/>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8E117E-C84B-A3DA-69B1-5A05944A38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569EB-0C5B-D1CC-3628-6A943459F836}"/>
              </a:ext>
            </a:extLst>
          </p:cNvPr>
          <p:cNvSpPr>
            <a:spLocks noGrp="1"/>
          </p:cNvSpPr>
          <p:nvPr>
            <p:ph type="title"/>
          </p:nvPr>
        </p:nvSpPr>
        <p:spPr/>
        <p:txBody>
          <a:bodyPr/>
          <a:lstStyle/>
          <a:p>
            <a:r>
              <a:rPr lang="en-US" dirty="0"/>
              <a:t>Shared Memory and Thread Synchronization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73071228-6CB4-DC29-D371-49914CA79B30}"/>
                  </a:ext>
                </a:extLst>
              </p:cNvPr>
              <p:cNvSpPr>
                <a:spLocks noGrp="1"/>
              </p:cNvSpPr>
              <p:nvPr>
                <p:ph idx="1"/>
              </p:nvPr>
            </p:nvSpPr>
            <p:spPr>
              <a:xfrm>
                <a:off x="838201" y="1825625"/>
                <a:ext cx="6004034" cy="4351338"/>
              </a:xfrm>
            </p:spPr>
            <p:txBody>
              <a:bodyPr>
                <a:normAutofit fontScale="70000" lnSpcReduction="20000"/>
              </a:bodyPr>
              <a:lstStyle/>
              <a:p>
                <a:r>
                  <a:rPr lang="en-US" dirty="0"/>
                  <a:t>Recall: In matrix-matrix multiplication, we can shared memory</a:t>
                </a:r>
              </a:p>
              <a:p>
                <a:endParaRPr lang="en-US" dirty="0"/>
              </a:p>
              <a:p>
                <a:r>
                  <a:rPr lang="en-US" dirty="0"/>
                  <a:t>In </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a:p>
                <a:r>
                  <a:rPr lang="en-US" dirty="0"/>
                  <a:t>For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=0</m:t>
                    </m:r>
                  </m:oMath>
                </a14:m>
                <a:r>
                  <a:rPr lang="en-US" dirty="0"/>
                  <a:t> to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−1</m:t>
                    </m:r>
                  </m:oMath>
                </a14:m>
                <a:endParaRPr lang="en-US" dirty="0"/>
              </a:p>
              <a:p>
                <a:pPr lvl="1"/>
                <a:r>
                  <a:rPr lang="en-US" dirty="0"/>
                  <a:t>Read 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a:t>
                </a:r>
              </a:p>
              <a:p>
                <a:pPr lvl="1"/>
                <a:r>
                  <a:rPr lang="en-US" dirty="0"/>
                  <a:t>Read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pPr lvl="1"/>
                <a:r>
                  <a:rPr lang="en-US" dirty="0"/>
                  <a:t>For </a:t>
                </a:r>
                <a14:m>
                  <m:oMath xmlns:m="http://schemas.openxmlformats.org/officeDocument/2006/math">
                    <m:r>
                      <a:rPr lang="en-US" i="1" dirty="0">
                        <a:latin typeface="Cambria Math" panose="02040503050406030204" pitchFamily="18" charset="0"/>
                      </a:rPr>
                      <m:t>𝑙</m:t>
                    </m:r>
                  </m:oMath>
                </a14:m>
                <a:r>
                  <a:rPr lang="en-US" dirty="0"/>
                  <a:t> = 0 to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−1</m:t>
                    </m:r>
                  </m:oMath>
                </a14:m>
                <a:r>
                  <a:rPr lang="en-US" dirty="0"/>
                  <a:t>:</a:t>
                </a:r>
              </a:p>
              <a:p>
                <a:pPr lvl="2"/>
                <a:r>
                  <a:rPr lang="en-US" dirty="0"/>
                  <a:t>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 </a:t>
                </a:r>
              </a:p>
              <a:p>
                <a:pPr lvl="2"/>
                <a:r>
                  <a:rPr lang="en-US" dirty="0"/>
                  <a:t>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𝑙</m:t>
                    </m:r>
                  </m:oMath>
                </a14:m>
                <a:r>
                  <a:rPr lang="en-US" dirty="0"/>
                  <a:t>]*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𝑙</m:t>
                    </m:r>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r>
                  <a:rPr lang="en-US" dirty="0"/>
                  <a:t>Store 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73071228-6CB4-DC29-D371-49914CA79B30}"/>
                  </a:ext>
                </a:extLst>
              </p:cNvPr>
              <p:cNvSpPr>
                <a:spLocks noGrp="1" noRot="1" noChangeAspect="1" noMove="1" noResize="1" noEditPoints="1" noAdjustHandles="1" noChangeArrowheads="1" noChangeShapeType="1" noTextEdit="1"/>
              </p:cNvSpPr>
              <p:nvPr>
                <p:ph idx="1"/>
              </p:nvPr>
            </p:nvSpPr>
            <p:spPr>
              <a:xfrm>
                <a:off x="838201" y="1825625"/>
                <a:ext cx="6004034" cy="4351338"/>
              </a:xfrm>
              <a:blipFill>
                <a:blip r:embed="rId2"/>
                <a:stretch>
                  <a:fillRect l="-915" t="-2521" r="-305" b="-16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6B32BD4-BDB0-C819-9604-98FF953F197A}"/>
              </a:ext>
            </a:extLst>
          </p:cNvPr>
          <p:cNvSpPr txBox="1"/>
          <p:nvPr/>
        </p:nvSpPr>
        <p:spPr>
          <a:xfrm>
            <a:off x="6842235" y="1825625"/>
            <a:ext cx="5349765" cy="4247317"/>
          </a:xfrm>
          <a:prstGeom prst="rect">
            <a:avLst/>
          </a:prstGeom>
          <a:noFill/>
        </p:spPr>
        <p:txBody>
          <a:bodyPr wrap="square" rtlCol="0">
            <a:spAutoFit/>
          </a:bodyPr>
          <a:lstStyle/>
          <a:p>
            <a:r>
              <a:rPr lang="en-US" dirty="0"/>
              <a:t>__global__ void </a:t>
            </a:r>
            <a:r>
              <a:rPr lang="en-US" dirty="0" err="1"/>
              <a:t>blockMM</a:t>
            </a:r>
            <a:r>
              <a:rPr lang="en-US" dirty="0"/>
              <a:t>(double *A, double *B, …) </a:t>
            </a:r>
          </a:p>
          <a:p>
            <a:r>
              <a:rPr lang="en-US" dirty="0"/>
              <a:t>{</a:t>
            </a:r>
          </a:p>
          <a:p>
            <a:endParaRPr lang="en-US" dirty="0"/>
          </a:p>
          <a:p>
            <a:r>
              <a:rPr lang="en-US" dirty="0">
                <a:solidFill>
                  <a:srgbClr val="C00000"/>
                </a:solidFill>
              </a:rPr>
              <a:t>//Define a shared memory array</a:t>
            </a:r>
          </a:p>
          <a:p>
            <a:r>
              <a:rPr lang="en-US" dirty="0">
                <a:solidFill>
                  <a:srgbClr val="C00000"/>
                </a:solidFill>
              </a:rPr>
              <a:t>__shared__ double </a:t>
            </a:r>
            <a:r>
              <a:rPr lang="en-US" dirty="0" err="1">
                <a:solidFill>
                  <a:srgbClr val="C00000"/>
                </a:solidFill>
              </a:rPr>
              <a:t>A_shared</a:t>
            </a:r>
            <a:r>
              <a:rPr lang="en-US" dirty="0">
                <a:solidFill>
                  <a:srgbClr val="C00000"/>
                </a:solidFill>
              </a:rPr>
              <a:t>[b][N];</a:t>
            </a:r>
          </a:p>
          <a:p>
            <a:r>
              <a:rPr lang="en-US" dirty="0">
                <a:solidFill>
                  <a:srgbClr val="C00000"/>
                </a:solidFill>
              </a:rPr>
              <a:t>__shared__ double </a:t>
            </a:r>
            <a:r>
              <a:rPr lang="en-US" dirty="0" err="1">
                <a:solidFill>
                  <a:srgbClr val="C00000"/>
                </a:solidFill>
              </a:rPr>
              <a:t>B_shared</a:t>
            </a:r>
            <a:r>
              <a:rPr lang="en-US" dirty="0">
                <a:solidFill>
                  <a:srgbClr val="C00000"/>
                </a:solidFill>
              </a:rPr>
              <a:t>[N][b];</a:t>
            </a:r>
          </a:p>
          <a:p>
            <a:endParaRPr lang="en-US" dirty="0"/>
          </a:p>
          <a:p>
            <a:r>
              <a:rPr lang="en-US" dirty="0"/>
              <a:t>for (k = 0; k &lt; N/b; k++) {</a:t>
            </a:r>
          </a:p>
          <a:p>
            <a:r>
              <a:rPr lang="en-US" dirty="0"/>
              <a:t>	</a:t>
            </a:r>
            <a:r>
              <a:rPr lang="en-US" dirty="0" err="1"/>
              <a:t>A_shared</a:t>
            </a:r>
            <a:r>
              <a:rPr lang="en-US" dirty="0"/>
              <a:t>[…][…]  = A[…][…];</a:t>
            </a:r>
          </a:p>
          <a:p>
            <a:r>
              <a:rPr lang="en-US" dirty="0"/>
              <a:t>	</a:t>
            </a:r>
            <a:r>
              <a:rPr lang="en-US" dirty="0" err="1"/>
              <a:t>B_shared</a:t>
            </a:r>
            <a:r>
              <a:rPr lang="en-US" dirty="0"/>
              <a:t>[…][…]  = B[…][…];</a:t>
            </a:r>
          </a:p>
          <a:p>
            <a:r>
              <a:rPr lang="en-US" dirty="0"/>
              <a:t>	__</a:t>
            </a:r>
            <a:r>
              <a:rPr lang="en-US" dirty="0" err="1"/>
              <a:t>syncthreads</a:t>
            </a:r>
            <a:r>
              <a:rPr lang="en-US" dirty="0"/>
              <a:t>();</a:t>
            </a:r>
          </a:p>
          <a:p>
            <a:r>
              <a:rPr lang="en-US" dirty="0"/>
              <a:t>} </a:t>
            </a:r>
          </a:p>
          <a:p>
            <a:endParaRPr lang="en-US" dirty="0"/>
          </a:p>
          <a:p>
            <a:endParaRPr lang="en-US" dirty="0"/>
          </a:p>
          <a:p>
            <a:r>
              <a:rPr lang="en-US" dirty="0"/>
              <a:t>}</a:t>
            </a:r>
          </a:p>
        </p:txBody>
      </p:sp>
      <p:sp>
        <p:nvSpPr>
          <p:cNvPr id="5" name="TextBox 4">
            <a:extLst>
              <a:ext uri="{FF2B5EF4-FFF2-40B4-BE49-F238E27FC236}">
                <a16:creationId xmlns:a16="http://schemas.microsoft.com/office/drawing/2014/main" id="{274A8383-ABFB-17E6-FCFD-1A648D0818D4}"/>
              </a:ext>
            </a:extLst>
          </p:cNvPr>
          <p:cNvSpPr txBox="1"/>
          <p:nvPr/>
        </p:nvSpPr>
        <p:spPr>
          <a:xfrm>
            <a:off x="6526924" y="6176963"/>
            <a:ext cx="5349765" cy="646331"/>
          </a:xfrm>
          <a:prstGeom prst="rect">
            <a:avLst/>
          </a:prstGeom>
          <a:noFill/>
        </p:spPr>
        <p:txBody>
          <a:bodyPr wrap="square" rtlCol="0">
            <a:spAutoFit/>
          </a:bodyPr>
          <a:lstStyle/>
          <a:p>
            <a:r>
              <a:rPr lang="en-US" dirty="0">
                <a:solidFill>
                  <a:srgbClr val="C00000"/>
                </a:solidFill>
              </a:rPr>
              <a:t>Variable needs to be defined using __shared__ keyword</a:t>
            </a:r>
          </a:p>
        </p:txBody>
      </p:sp>
    </p:spTree>
    <p:extLst>
      <p:ext uri="{BB962C8B-B14F-4D97-AF65-F5344CB8AC3E}">
        <p14:creationId xmlns:p14="http://schemas.microsoft.com/office/powerpoint/2010/main" val="3032739401"/>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A9616-0573-F9A3-BA5E-E65AF6A5006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FE55571-B3F3-D2AC-2FE0-F2D2E6D50353}"/>
              </a:ext>
            </a:extLst>
          </p:cNvPr>
          <p:cNvSpPr>
            <a:spLocks noGrp="1"/>
          </p:cNvSpPr>
          <p:nvPr>
            <p:ph type="title"/>
          </p:nvPr>
        </p:nvSpPr>
        <p:spPr/>
        <p:txBody>
          <a:bodyPr/>
          <a:lstStyle/>
          <a:p>
            <a:r>
              <a:rPr lang="en-US" dirty="0"/>
              <a:t>Shared Memory and Thread Synchronization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225C2DED-D370-67B5-61C2-8A6C2A2C45E8}"/>
                  </a:ext>
                </a:extLst>
              </p:cNvPr>
              <p:cNvSpPr>
                <a:spLocks noGrp="1"/>
              </p:cNvSpPr>
              <p:nvPr>
                <p:ph idx="1"/>
              </p:nvPr>
            </p:nvSpPr>
            <p:spPr>
              <a:xfrm>
                <a:off x="838201" y="1825625"/>
                <a:ext cx="6004034" cy="4351338"/>
              </a:xfrm>
            </p:spPr>
            <p:txBody>
              <a:bodyPr>
                <a:normAutofit fontScale="70000" lnSpcReduction="20000"/>
              </a:bodyPr>
              <a:lstStyle/>
              <a:p>
                <a:r>
                  <a:rPr lang="en-US" dirty="0"/>
                  <a:t>Recall: In matrix-matrix multiplication, we can shared memory</a:t>
                </a:r>
              </a:p>
              <a:p>
                <a:endParaRPr lang="en-US" dirty="0"/>
              </a:p>
              <a:p>
                <a:r>
                  <a:rPr lang="en-US" dirty="0"/>
                  <a:t>In </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a:p>
                <a:r>
                  <a:rPr lang="en-US" dirty="0"/>
                  <a:t>For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=0</m:t>
                    </m:r>
                  </m:oMath>
                </a14:m>
                <a:r>
                  <a:rPr lang="en-US" dirty="0"/>
                  <a:t> to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−1</m:t>
                    </m:r>
                  </m:oMath>
                </a14:m>
                <a:endParaRPr lang="en-US" dirty="0"/>
              </a:p>
              <a:p>
                <a:pPr lvl="1"/>
                <a:r>
                  <a:rPr lang="en-US" dirty="0"/>
                  <a:t>Read 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a:t>
                </a:r>
              </a:p>
              <a:p>
                <a:pPr lvl="1"/>
                <a:r>
                  <a:rPr lang="en-US" dirty="0"/>
                  <a:t>Read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pPr lvl="1"/>
                <a:r>
                  <a:rPr lang="en-US" dirty="0"/>
                  <a:t>For </a:t>
                </a:r>
                <a14:m>
                  <m:oMath xmlns:m="http://schemas.openxmlformats.org/officeDocument/2006/math">
                    <m:r>
                      <a:rPr lang="en-US" i="1" dirty="0">
                        <a:latin typeface="Cambria Math" panose="02040503050406030204" pitchFamily="18" charset="0"/>
                      </a:rPr>
                      <m:t>𝑙</m:t>
                    </m:r>
                  </m:oMath>
                </a14:m>
                <a:r>
                  <a:rPr lang="en-US" dirty="0"/>
                  <a:t> = 0 to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−1</m:t>
                    </m:r>
                  </m:oMath>
                </a14:m>
                <a:r>
                  <a:rPr lang="en-US" dirty="0"/>
                  <a:t>:</a:t>
                </a:r>
              </a:p>
              <a:p>
                <a:pPr lvl="2"/>
                <a:r>
                  <a:rPr lang="en-US" dirty="0"/>
                  <a:t>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 </a:t>
                </a:r>
              </a:p>
              <a:p>
                <a:pPr lvl="2"/>
                <a:r>
                  <a:rPr lang="en-US" dirty="0"/>
                  <a:t>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𝑙</m:t>
                    </m:r>
                  </m:oMath>
                </a14:m>
                <a:r>
                  <a:rPr lang="en-US" dirty="0"/>
                  <a:t>]*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𝑙</m:t>
                    </m:r>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r>
                  <a:rPr lang="en-US" dirty="0"/>
                  <a:t>Store 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225C2DED-D370-67B5-61C2-8A6C2A2C45E8}"/>
                  </a:ext>
                </a:extLst>
              </p:cNvPr>
              <p:cNvSpPr>
                <a:spLocks noGrp="1" noRot="1" noChangeAspect="1" noMove="1" noResize="1" noEditPoints="1" noAdjustHandles="1" noChangeArrowheads="1" noChangeShapeType="1" noTextEdit="1"/>
              </p:cNvSpPr>
              <p:nvPr>
                <p:ph idx="1"/>
              </p:nvPr>
            </p:nvSpPr>
            <p:spPr>
              <a:xfrm>
                <a:off x="838201" y="1825625"/>
                <a:ext cx="6004034" cy="4351338"/>
              </a:xfrm>
              <a:blipFill>
                <a:blip r:embed="rId2"/>
                <a:stretch>
                  <a:fillRect l="-915" t="-2521" r="-305" b="-16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E39FAEE8-3309-8496-6468-D8B4664B6F7C}"/>
              </a:ext>
            </a:extLst>
          </p:cNvPr>
          <p:cNvSpPr txBox="1"/>
          <p:nvPr/>
        </p:nvSpPr>
        <p:spPr>
          <a:xfrm>
            <a:off x="6842235" y="1825625"/>
            <a:ext cx="5349765" cy="4247317"/>
          </a:xfrm>
          <a:prstGeom prst="rect">
            <a:avLst/>
          </a:prstGeom>
          <a:noFill/>
        </p:spPr>
        <p:txBody>
          <a:bodyPr wrap="square" rtlCol="0">
            <a:spAutoFit/>
          </a:bodyPr>
          <a:lstStyle/>
          <a:p>
            <a:r>
              <a:rPr lang="en-US" dirty="0"/>
              <a:t>__global__ void </a:t>
            </a:r>
            <a:r>
              <a:rPr lang="en-US" dirty="0" err="1"/>
              <a:t>blockMM</a:t>
            </a:r>
            <a:r>
              <a:rPr lang="en-US" dirty="0"/>
              <a:t>(double *A, double *B, …) </a:t>
            </a:r>
          </a:p>
          <a:p>
            <a:r>
              <a:rPr lang="en-US" dirty="0"/>
              <a:t>{</a:t>
            </a:r>
          </a:p>
          <a:p>
            <a:endParaRPr lang="en-US" dirty="0"/>
          </a:p>
          <a:p>
            <a:r>
              <a:rPr lang="en-US" dirty="0"/>
              <a:t>//Define a shared memory array</a:t>
            </a:r>
          </a:p>
          <a:p>
            <a:r>
              <a:rPr lang="en-US" dirty="0"/>
              <a:t>__shared__ double </a:t>
            </a:r>
            <a:r>
              <a:rPr lang="en-US" dirty="0" err="1"/>
              <a:t>A_shared</a:t>
            </a:r>
            <a:r>
              <a:rPr lang="en-US" dirty="0"/>
              <a:t>[b][N];</a:t>
            </a:r>
          </a:p>
          <a:p>
            <a:r>
              <a:rPr lang="en-US" dirty="0"/>
              <a:t>__shared__ double </a:t>
            </a:r>
            <a:r>
              <a:rPr lang="en-US" dirty="0" err="1"/>
              <a:t>B_shared</a:t>
            </a:r>
            <a:r>
              <a:rPr lang="en-US" dirty="0"/>
              <a:t>[N][b];</a:t>
            </a:r>
          </a:p>
          <a:p>
            <a:endParaRPr lang="en-US" dirty="0"/>
          </a:p>
          <a:p>
            <a:r>
              <a:rPr lang="en-US" dirty="0"/>
              <a:t>for (k = 0; k &lt; N/b; k++) {</a:t>
            </a:r>
          </a:p>
          <a:p>
            <a:r>
              <a:rPr lang="en-US" dirty="0"/>
              <a:t>	</a:t>
            </a:r>
            <a:r>
              <a:rPr lang="en-US" dirty="0" err="1">
                <a:solidFill>
                  <a:srgbClr val="C00000"/>
                </a:solidFill>
              </a:rPr>
              <a:t>A_shared</a:t>
            </a:r>
            <a:r>
              <a:rPr lang="en-US" dirty="0">
                <a:solidFill>
                  <a:srgbClr val="C00000"/>
                </a:solidFill>
              </a:rPr>
              <a:t>[…][…]  = A[…][…];</a:t>
            </a:r>
          </a:p>
          <a:p>
            <a:r>
              <a:rPr lang="en-US" dirty="0">
                <a:solidFill>
                  <a:srgbClr val="C00000"/>
                </a:solidFill>
              </a:rPr>
              <a:t>	</a:t>
            </a:r>
            <a:r>
              <a:rPr lang="en-US" dirty="0" err="1">
                <a:solidFill>
                  <a:srgbClr val="C00000"/>
                </a:solidFill>
              </a:rPr>
              <a:t>B_shared</a:t>
            </a:r>
            <a:r>
              <a:rPr lang="en-US" dirty="0">
                <a:solidFill>
                  <a:srgbClr val="C00000"/>
                </a:solidFill>
              </a:rPr>
              <a:t>[…][…]  = B[…][…];</a:t>
            </a:r>
          </a:p>
          <a:p>
            <a:r>
              <a:rPr lang="en-US" dirty="0"/>
              <a:t>	__</a:t>
            </a:r>
            <a:r>
              <a:rPr lang="en-US" dirty="0" err="1"/>
              <a:t>syncthreads</a:t>
            </a:r>
            <a:r>
              <a:rPr lang="en-US" dirty="0"/>
              <a:t>();</a:t>
            </a:r>
          </a:p>
          <a:p>
            <a:r>
              <a:rPr lang="en-US" dirty="0"/>
              <a:t>} </a:t>
            </a:r>
          </a:p>
          <a:p>
            <a:endParaRPr lang="en-US" dirty="0"/>
          </a:p>
          <a:p>
            <a:endParaRPr lang="en-US" dirty="0"/>
          </a:p>
          <a:p>
            <a:r>
              <a:rPr lang="en-US" dirty="0"/>
              <a:t>}</a:t>
            </a:r>
          </a:p>
        </p:txBody>
      </p:sp>
      <p:sp>
        <p:nvSpPr>
          <p:cNvPr id="5" name="TextBox 4">
            <a:extLst>
              <a:ext uri="{FF2B5EF4-FFF2-40B4-BE49-F238E27FC236}">
                <a16:creationId xmlns:a16="http://schemas.microsoft.com/office/drawing/2014/main" id="{8449C7D9-CCDB-B38C-4634-AB239481878C}"/>
              </a:ext>
            </a:extLst>
          </p:cNvPr>
          <p:cNvSpPr txBox="1"/>
          <p:nvPr/>
        </p:nvSpPr>
        <p:spPr>
          <a:xfrm>
            <a:off x="6526924" y="6176963"/>
            <a:ext cx="5349765" cy="646331"/>
          </a:xfrm>
          <a:prstGeom prst="rect">
            <a:avLst/>
          </a:prstGeom>
          <a:noFill/>
        </p:spPr>
        <p:txBody>
          <a:bodyPr wrap="square" rtlCol="0">
            <a:spAutoFit/>
          </a:bodyPr>
          <a:lstStyle/>
          <a:p>
            <a:r>
              <a:rPr lang="en-US" dirty="0">
                <a:solidFill>
                  <a:srgbClr val="C00000"/>
                </a:solidFill>
              </a:rPr>
              <a:t>Can you think about these indices, you will need it for your PA 1</a:t>
            </a:r>
          </a:p>
        </p:txBody>
      </p:sp>
    </p:spTree>
    <p:extLst>
      <p:ext uri="{BB962C8B-B14F-4D97-AF65-F5344CB8AC3E}">
        <p14:creationId xmlns:p14="http://schemas.microsoft.com/office/powerpoint/2010/main" val="7661087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B4077-329F-091A-2D20-3992A5D3D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102F9CD-AB1B-31D8-A7E9-36745EFA2623}"/>
              </a:ext>
            </a:extLst>
          </p:cNvPr>
          <p:cNvSpPr>
            <a:spLocks noGrp="1"/>
          </p:cNvSpPr>
          <p:nvPr>
            <p:ph type="title"/>
          </p:nvPr>
        </p:nvSpPr>
        <p:spPr/>
        <p:txBody>
          <a:bodyPr/>
          <a:lstStyle/>
          <a:p>
            <a:r>
              <a:rPr lang="en-US" dirty="0"/>
              <a:t>Shared Memory and Thread Synchronization</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DAA6CA62-053C-AE50-7718-8583FBFE2EF2}"/>
                  </a:ext>
                </a:extLst>
              </p:cNvPr>
              <p:cNvSpPr>
                <a:spLocks noGrp="1"/>
              </p:cNvSpPr>
              <p:nvPr>
                <p:ph idx="1"/>
              </p:nvPr>
            </p:nvSpPr>
            <p:spPr>
              <a:xfrm>
                <a:off x="838201" y="1825625"/>
                <a:ext cx="6004034" cy="4351338"/>
              </a:xfrm>
            </p:spPr>
            <p:txBody>
              <a:bodyPr>
                <a:normAutofit fontScale="70000" lnSpcReduction="20000"/>
              </a:bodyPr>
              <a:lstStyle/>
              <a:p>
                <a:r>
                  <a:rPr lang="en-US" dirty="0"/>
                  <a:t>Recall: In matrix-matrix multiplication, we can shared memory</a:t>
                </a:r>
              </a:p>
              <a:p>
                <a:endParaRPr lang="en-US" dirty="0"/>
              </a:p>
              <a:p>
                <a:r>
                  <a:rPr lang="en-US" dirty="0"/>
                  <a:t>In </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 </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a:p>
                <a:r>
                  <a:rPr lang="en-US" dirty="0"/>
                  <a:t>For </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=0</m:t>
                    </m:r>
                  </m:oMath>
                </a14:m>
                <a:r>
                  <a:rPr lang="en-US" dirty="0"/>
                  <a:t> to </a:t>
                </a:r>
                <a14:m>
                  <m:oMath xmlns:m="http://schemas.openxmlformats.org/officeDocument/2006/math">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−1</m:t>
                    </m:r>
                  </m:oMath>
                </a14:m>
                <a:endParaRPr lang="en-US" dirty="0"/>
              </a:p>
              <a:p>
                <a:pPr lvl="1"/>
                <a:r>
                  <a:rPr lang="en-US" dirty="0"/>
                  <a:t>Read 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a:t>
                </a:r>
              </a:p>
              <a:p>
                <a:pPr lvl="1"/>
                <a:r>
                  <a:rPr lang="en-US" dirty="0"/>
                  <a:t>Read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pPr lvl="1"/>
                <a:r>
                  <a:rPr lang="en-US" dirty="0"/>
                  <a:t>For </a:t>
                </a:r>
                <a14:m>
                  <m:oMath xmlns:m="http://schemas.openxmlformats.org/officeDocument/2006/math">
                    <m:r>
                      <a:rPr lang="en-US" i="1" dirty="0">
                        <a:latin typeface="Cambria Math" panose="02040503050406030204" pitchFamily="18" charset="0"/>
                      </a:rPr>
                      <m:t>𝑙</m:t>
                    </m:r>
                  </m:oMath>
                </a14:m>
                <a:r>
                  <a:rPr lang="en-US" dirty="0"/>
                  <a:t> = 0 to </a:t>
                </a:r>
                <a14:m>
                  <m:oMath xmlns:m="http://schemas.openxmlformats.org/officeDocument/2006/math">
                    <m:r>
                      <a:rPr lang="en-US" i="1">
                        <a:latin typeface="Cambria Math" panose="02040503050406030204" pitchFamily="18" charset="0"/>
                      </a:rPr>
                      <m:t>𝑏</m:t>
                    </m:r>
                    <m:r>
                      <a:rPr lang="en-US" i="1">
                        <a:latin typeface="Cambria Math" panose="02040503050406030204" pitchFamily="18" charset="0"/>
                      </a:rPr>
                      <m:t>−1</m:t>
                    </m:r>
                  </m:oMath>
                </a14:m>
                <a:r>
                  <a:rPr lang="en-US" dirty="0"/>
                  <a:t>:</a:t>
                </a:r>
              </a:p>
              <a:p>
                <a:pPr lvl="2"/>
                <a:r>
                  <a:rPr lang="en-US" dirty="0"/>
                  <a:t>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 </a:t>
                </a:r>
              </a:p>
              <a:p>
                <a:pPr lvl="2"/>
                <a:r>
                  <a:rPr lang="en-US" dirty="0"/>
                  <a:t>A[</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oMath>
                </a14:m>
                <a:r>
                  <a:rPr lang="en-US" dirty="0"/>
                  <a:t> + </a:t>
                </a:r>
                <a14:m>
                  <m:oMath xmlns:m="http://schemas.openxmlformats.org/officeDocument/2006/math">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][k*N/b+</a:t>
                </a:r>
                <a14:m>
                  <m:oMath xmlns:m="http://schemas.openxmlformats.org/officeDocument/2006/math">
                    <m:r>
                      <a:rPr lang="en-US" i="1">
                        <a:latin typeface="Cambria Math" panose="02040503050406030204" pitchFamily="18" charset="0"/>
                      </a:rPr>
                      <m:t>𝑙</m:t>
                    </m:r>
                  </m:oMath>
                </a14:m>
                <a:r>
                  <a:rPr lang="en-US" dirty="0"/>
                  <a:t>]* B[</a:t>
                </a:r>
                <a14:m>
                  <m:oMath xmlns:m="http://schemas.openxmlformats.org/officeDocument/2006/math">
                    <m:r>
                      <a:rPr lang="en-US" i="1">
                        <a:latin typeface="Cambria Math" panose="02040503050406030204" pitchFamily="18" charset="0"/>
                      </a:rPr>
                      <m:t>𝑘</m:t>
                    </m:r>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𝑙</m:t>
                    </m:r>
                  </m:oMath>
                </a14:m>
                <a:r>
                  <a:rPr lang="en-US" dirty="0"/>
                  <a:t>][</a:t>
                </a:r>
                <a14:m>
                  <m:oMath xmlns:m="http://schemas.openxmlformats.org/officeDocument/2006/math">
                    <m:r>
                      <a:rPr lang="en-US" i="1" dirty="0">
                        <a:latin typeface="Cambria Math" panose="02040503050406030204" pitchFamily="18" charset="0"/>
                      </a:rPr>
                      <m:t>𝐵𝑖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r>
                      <a:rPr lang="en-US" i="1" dirty="0">
                        <a:latin typeface="Cambria Math" panose="02040503050406030204" pitchFamily="18" charset="0"/>
                      </a:rPr>
                      <m:t>∗</m:t>
                    </m:r>
                    <m:f>
                      <m:fPr>
                        <m:ctrlPr>
                          <a:rPr lang="en-US" i="1" dirty="0">
                            <a:latin typeface="Cambria Math" panose="02040503050406030204" pitchFamily="18" charset="0"/>
                          </a:rPr>
                        </m:ctrlPr>
                      </m:fPr>
                      <m:num>
                        <m:r>
                          <a:rPr lang="en-US" i="1" dirty="0">
                            <a:latin typeface="Cambria Math" panose="02040503050406030204" pitchFamily="18" charset="0"/>
                          </a:rPr>
                          <m:t>𝑁</m:t>
                        </m:r>
                      </m:num>
                      <m:den>
                        <m:r>
                          <a:rPr lang="en-US" i="1" dirty="0">
                            <a:latin typeface="Cambria Math" panose="02040503050406030204" pitchFamily="18" charset="0"/>
                          </a:rPr>
                          <m:t>𝑏</m:t>
                        </m:r>
                      </m:den>
                    </m:f>
                    <m:r>
                      <a:rPr lang="en-US" i="1" dirty="0">
                        <a:latin typeface="Cambria Math" panose="02040503050406030204" pitchFamily="18" charset="0"/>
                      </a:rPr>
                      <m:t>+</m:t>
                    </m:r>
                    <m:r>
                      <a:rPr lang="en-US" i="1" dirty="0">
                        <a:latin typeface="Cambria Math" panose="02040503050406030204" pitchFamily="18" charset="0"/>
                      </a:rPr>
                      <m:t>𝑇𝑖</m:t>
                    </m:r>
                    <m:sSub>
                      <m:sSubPr>
                        <m:ctrlPr>
                          <a:rPr lang="en-US" i="1" dirty="0">
                            <a:latin typeface="Cambria Math" panose="02040503050406030204" pitchFamily="18" charset="0"/>
                          </a:rPr>
                        </m:ctrlPr>
                      </m:sSubPr>
                      <m:e>
                        <m:r>
                          <a:rPr lang="en-US" i="1" dirty="0">
                            <a:latin typeface="Cambria Math" panose="02040503050406030204" pitchFamily="18" charset="0"/>
                          </a:rPr>
                          <m:t>𝑑</m:t>
                        </m:r>
                      </m:e>
                      <m:sub>
                        <m:r>
                          <a:rPr lang="en-US" i="1" dirty="0">
                            <a:latin typeface="Cambria Math" panose="02040503050406030204" pitchFamily="18" charset="0"/>
                          </a:rPr>
                          <m:t>𝑥</m:t>
                        </m:r>
                      </m:sub>
                    </m:sSub>
                  </m:oMath>
                </a14:m>
                <a:r>
                  <a:rPr lang="en-US" dirty="0"/>
                  <a:t>]</a:t>
                </a:r>
              </a:p>
              <a:p>
                <a:pPr lvl="1"/>
                <a:r>
                  <a:rPr lang="en-US" dirty="0" err="1"/>
                  <a:t>Syncthreads</a:t>
                </a:r>
                <a:r>
                  <a:rPr lang="en-US" dirty="0"/>
                  <a:t>()</a:t>
                </a:r>
              </a:p>
              <a:p>
                <a:r>
                  <a:rPr lang="en-US" dirty="0"/>
                  <a:t>Store C[</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𝑦</m:t>
                        </m:r>
                      </m:sub>
                    </m:sSub>
                  </m:oMath>
                </a14:m>
                <a:r>
                  <a:rPr lang="en-US" dirty="0"/>
                  <a:t>][</a:t>
                </a:r>
                <a14:m>
                  <m:oMath xmlns:m="http://schemas.openxmlformats.org/officeDocument/2006/math">
                    <m:r>
                      <a:rPr lang="en-US" i="1">
                        <a:latin typeface="Cambria Math" panose="02040503050406030204" pitchFamily="18" charset="0"/>
                      </a:rPr>
                      <m:t>𝐵𝑖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r>
                      <a:rPr lang="en-US" i="1">
                        <a:latin typeface="Cambria Math" panose="02040503050406030204" pitchFamily="18" charset="0"/>
                      </a:rPr>
                      <m:t>∗</m:t>
                    </m:r>
                    <m:f>
                      <m:fPr>
                        <m:ctrlPr>
                          <a:rPr lang="en-US" i="1">
                            <a:latin typeface="Cambria Math" panose="02040503050406030204" pitchFamily="18" charset="0"/>
                          </a:rPr>
                        </m:ctrlPr>
                      </m:fPr>
                      <m:num>
                        <m:r>
                          <a:rPr lang="en-US" i="1">
                            <a:latin typeface="Cambria Math" panose="02040503050406030204" pitchFamily="18" charset="0"/>
                          </a:rPr>
                          <m:t>𝑁</m:t>
                        </m:r>
                      </m:num>
                      <m:den>
                        <m:r>
                          <a:rPr lang="en-US" i="1">
                            <a:latin typeface="Cambria Math" panose="02040503050406030204" pitchFamily="18" charset="0"/>
                          </a:rPr>
                          <m:t>𝑏</m:t>
                        </m:r>
                      </m:den>
                    </m:f>
                    <m:r>
                      <a:rPr lang="en-US" i="1">
                        <a:latin typeface="Cambria Math" panose="02040503050406030204" pitchFamily="18" charset="0"/>
                      </a:rPr>
                      <m:t>+</m:t>
                    </m:r>
                    <m:r>
                      <a:rPr lang="en-US" i="1">
                        <a:latin typeface="Cambria Math" panose="02040503050406030204" pitchFamily="18" charset="0"/>
                      </a:rPr>
                      <m:t>𝑇𝑖</m:t>
                    </m:r>
                    <m:sSub>
                      <m:sSubPr>
                        <m:ctrlPr>
                          <a:rPr lang="en-US" i="1">
                            <a:latin typeface="Cambria Math" panose="02040503050406030204" pitchFamily="18" charset="0"/>
                          </a:rPr>
                        </m:ctrlPr>
                      </m:sSubPr>
                      <m:e>
                        <m:r>
                          <a:rPr lang="en-US" i="1">
                            <a:latin typeface="Cambria Math" panose="02040503050406030204" pitchFamily="18" charset="0"/>
                          </a:rPr>
                          <m:t>𝑑</m:t>
                        </m:r>
                      </m:e>
                      <m:sub>
                        <m:r>
                          <a:rPr lang="en-US" i="1">
                            <a:latin typeface="Cambria Math" panose="02040503050406030204" pitchFamily="18" charset="0"/>
                          </a:rPr>
                          <m:t>𝑥</m:t>
                        </m:r>
                      </m:sub>
                    </m:sSub>
                  </m:oMath>
                </a14:m>
                <a:r>
                  <a:rPr lang="en-US" dirty="0"/>
                  <a:t>] }</a:t>
                </a:r>
              </a:p>
              <a:p>
                <a:endParaRPr lang="en-US" dirty="0"/>
              </a:p>
            </p:txBody>
          </p:sp>
        </mc:Choice>
        <mc:Fallback xmlns="">
          <p:sp>
            <p:nvSpPr>
              <p:cNvPr id="3" name="Content Placeholder 2">
                <a:extLst>
                  <a:ext uri="{FF2B5EF4-FFF2-40B4-BE49-F238E27FC236}">
                    <a16:creationId xmlns:a16="http://schemas.microsoft.com/office/drawing/2014/main" id="{DAA6CA62-053C-AE50-7718-8583FBFE2EF2}"/>
                  </a:ext>
                </a:extLst>
              </p:cNvPr>
              <p:cNvSpPr>
                <a:spLocks noGrp="1" noRot="1" noChangeAspect="1" noMove="1" noResize="1" noEditPoints="1" noAdjustHandles="1" noChangeArrowheads="1" noChangeShapeType="1" noTextEdit="1"/>
              </p:cNvSpPr>
              <p:nvPr>
                <p:ph idx="1"/>
              </p:nvPr>
            </p:nvSpPr>
            <p:spPr>
              <a:xfrm>
                <a:off x="838201" y="1825625"/>
                <a:ext cx="6004034" cy="4351338"/>
              </a:xfrm>
              <a:blipFill>
                <a:blip r:embed="rId2"/>
                <a:stretch>
                  <a:fillRect l="-915" t="-2521" r="-305" b="-1681"/>
                </a:stretch>
              </a:blipFill>
            </p:spPr>
            <p:txBody>
              <a:bodyPr/>
              <a:lstStyle/>
              <a:p>
                <a:r>
                  <a:rPr lang="en-US">
                    <a:noFill/>
                  </a:rPr>
                  <a:t> </a:t>
                </a:r>
              </a:p>
            </p:txBody>
          </p:sp>
        </mc:Fallback>
      </mc:AlternateContent>
      <p:sp>
        <p:nvSpPr>
          <p:cNvPr id="4" name="TextBox 3">
            <a:extLst>
              <a:ext uri="{FF2B5EF4-FFF2-40B4-BE49-F238E27FC236}">
                <a16:creationId xmlns:a16="http://schemas.microsoft.com/office/drawing/2014/main" id="{683500D3-1CE4-8ECA-3FB7-333C67D6C770}"/>
              </a:ext>
            </a:extLst>
          </p:cNvPr>
          <p:cNvSpPr txBox="1"/>
          <p:nvPr/>
        </p:nvSpPr>
        <p:spPr>
          <a:xfrm>
            <a:off x="6842235" y="1825625"/>
            <a:ext cx="5349765" cy="4247317"/>
          </a:xfrm>
          <a:prstGeom prst="rect">
            <a:avLst/>
          </a:prstGeom>
          <a:noFill/>
        </p:spPr>
        <p:txBody>
          <a:bodyPr wrap="square" rtlCol="0">
            <a:spAutoFit/>
          </a:bodyPr>
          <a:lstStyle/>
          <a:p>
            <a:r>
              <a:rPr lang="en-US" dirty="0"/>
              <a:t>__global__ void </a:t>
            </a:r>
            <a:r>
              <a:rPr lang="en-US" dirty="0" err="1"/>
              <a:t>blockMM</a:t>
            </a:r>
            <a:r>
              <a:rPr lang="en-US" dirty="0"/>
              <a:t>(double *A, double *B, …) </a:t>
            </a:r>
          </a:p>
          <a:p>
            <a:r>
              <a:rPr lang="en-US" dirty="0"/>
              <a:t>{</a:t>
            </a:r>
          </a:p>
          <a:p>
            <a:endParaRPr lang="en-US" dirty="0"/>
          </a:p>
          <a:p>
            <a:r>
              <a:rPr lang="en-US" dirty="0"/>
              <a:t>//Define a shared memory array</a:t>
            </a:r>
          </a:p>
          <a:p>
            <a:r>
              <a:rPr lang="en-US" dirty="0"/>
              <a:t>__shared__ double </a:t>
            </a:r>
            <a:r>
              <a:rPr lang="en-US" dirty="0" err="1"/>
              <a:t>A_shared</a:t>
            </a:r>
            <a:r>
              <a:rPr lang="en-US" dirty="0"/>
              <a:t>[b][N];</a:t>
            </a:r>
          </a:p>
          <a:p>
            <a:r>
              <a:rPr lang="en-US" dirty="0"/>
              <a:t>__shared__ double </a:t>
            </a:r>
            <a:r>
              <a:rPr lang="en-US" dirty="0" err="1"/>
              <a:t>B_shared</a:t>
            </a:r>
            <a:r>
              <a:rPr lang="en-US" dirty="0"/>
              <a:t>[N][b];</a:t>
            </a:r>
          </a:p>
          <a:p>
            <a:endParaRPr lang="en-US" dirty="0"/>
          </a:p>
          <a:p>
            <a:r>
              <a:rPr lang="en-US" dirty="0"/>
              <a:t>for (k = 0; k &lt; N/b; k++) {</a:t>
            </a:r>
          </a:p>
          <a:p>
            <a:r>
              <a:rPr lang="en-US" dirty="0"/>
              <a:t>	</a:t>
            </a:r>
            <a:r>
              <a:rPr lang="en-US" dirty="0" err="1"/>
              <a:t>A_shared</a:t>
            </a:r>
            <a:r>
              <a:rPr lang="en-US" dirty="0"/>
              <a:t>[…][…]  = A[…][…];</a:t>
            </a:r>
          </a:p>
          <a:p>
            <a:r>
              <a:rPr lang="en-US" dirty="0"/>
              <a:t>	</a:t>
            </a:r>
            <a:r>
              <a:rPr lang="en-US" dirty="0" err="1"/>
              <a:t>B_shared</a:t>
            </a:r>
            <a:r>
              <a:rPr lang="en-US" dirty="0"/>
              <a:t>[…][…]  = B[…][…];</a:t>
            </a:r>
          </a:p>
          <a:p>
            <a:r>
              <a:rPr lang="en-US" dirty="0"/>
              <a:t>	</a:t>
            </a:r>
            <a:r>
              <a:rPr lang="en-US" dirty="0">
                <a:solidFill>
                  <a:srgbClr val="C00000"/>
                </a:solidFill>
              </a:rPr>
              <a:t>__</a:t>
            </a:r>
            <a:r>
              <a:rPr lang="en-US" dirty="0" err="1">
                <a:solidFill>
                  <a:srgbClr val="C00000"/>
                </a:solidFill>
              </a:rPr>
              <a:t>syncthreads</a:t>
            </a:r>
            <a:r>
              <a:rPr lang="en-US" dirty="0">
                <a:solidFill>
                  <a:srgbClr val="C00000"/>
                </a:solidFill>
              </a:rPr>
              <a:t>();</a:t>
            </a:r>
          </a:p>
          <a:p>
            <a:r>
              <a:rPr lang="en-US" dirty="0"/>
              <a:t>} </a:t>
            </a:r>
          </a:p>
          <a:p>
            <a:endParaRPr lang="en-US" dirty="0"/>
          </a:p>
          <a:p>
            <a:endParaRPr lang="en-US" dirty="0"/>
          </a:p>
          <a:p>
            <a:r>
              <a:rPr lang="en-US" dirty="0"/>
              <a:t>}</a:t>
            </a:r>
          </a:p>
        </p:txBody>
      </p:sp>
      <p:sp>
        <p:nvSpPr>
          <p:cNvPr id="5" name="TextBox 4">
            <a:extLst>
              <a:ext uri="{FF2B5EF4-FFF2-40B4-BE49-F238E27FC236}">
                <a16:creationId xmlns:a16="http://schemas.microsoft.com/office/drawing/2014/main" id="{DCAE7247-5328-EA3B-696A-E37D48016849}"/>
              </a:ext>
            </a:extLst>
          </p:cNvPr>
          <p:cNvSpPr txBox="1"/>
          <p:nvPr/>
        </p:nvSpPr>
        <p:spPr>
          <a:xfrm>
            <a:off x="6526924" y="6176963"/>
            <a:ext cx="5349765" cy="646331"/>
          </a:xfrm>
          <a:prstGeom prst="rect">
            <a:avLst/>
          </a:prstGeom>
          <a:noFill/>
        </p:spPr>
        <p:txBody>
          <a:bodyPr wrap="square" rtlCol="0">
            <a:spAutoFit/>
          </a:bodyPr>
          <a:lstStyle/>
          <a:p>
            <a:r>
              <a:rPr lang="en-US" dirty="0">
                <a:solidFill>
                  <a:srgbClr val="C00000"/>
                </a:solidFill>
              </a:rPr>
              <a:t>This ensures that all threads in the block have copied the data they own</a:t>
            </a:r>
          </a:p>
        </p:txBody>
      </p:sp>
    </p:spTree>
    <p:extLst>
      <p:ext uri="{BB962C8B-B14F-4D97-AF65-F5344CB8AC3E}">
        <p14:creationId xmlns:p14="http://schemas.microsoft.com/office/powerpoint/2010/main" val="2259130442"/>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8ABEC-F317-EC30-A10D-8E50F8075D1E}"/>
              </a:ext>
            </a:extLst>
          </p:cNvPr>
          <p:cNvSpPr>
            <a:spLocks noGrp="1"/>
          </p:cNvSpPr>
          <p:nvPr>
            <p:ph type="title"/>
          </p:nvPr>
        </p:nvSpPr>
        <p:spPr/>
        <p:txBody>
          <a:bodyPr/>
          <a:lstStyle/>
          <a:p>
            <a:r>
              <a:rPr lang="en-US" dirty="0"/>
              <a:t>Additional Concepts</a:t>
            </a:r>
          </a:p>
        </p:txBody>
      </p:sp>
      <p:sp>
        <p:nvSpPr>
          <p:cNvPr id="3" name="Content Placeholder 2">
            <a:extLst>
              <a:ext uri="{FF2B5EF4-FFF2-40B4-BE49-F238E27FC236}">
                <a16:creationId xmlns:a16="http://schemas.microsoft.com/office/drawing/2014/main" id="{716924EE-71E0-97B2-6F55-0DAB607D5D1B}"/>
              </a:ext>
            </a:extLst>
          </p:cNvPr>
          <p:cNvSpPr>
            <a:spLocks noGrp="1"/>
          </p:cNvSpPr>
          <p:nvPr>
            <p:ph idx="1"/>
          </p:nvPr>
        </p:nvSpPr>
        <p:spPr/>
        <p:txBody>
          <a:bodyPr>
            <a:normAutofit fontScale="92500" lnSpcReduction="20000"/>
          </a:bodyPr>
          <a:lstStyle/>
          <a:p>
            <a:r>
              <a:rPr lang="en-US" dirty="0"/>
              <a:t>Concepts covered till now will enable you to write GPU accelerated programs</a:t>
            </a:r>
          </a:p>
          <a:p>
            <a:endParaRPr lang="en-US" dirty="0"/>
          </a:p>
          <a:p>
            <a:r>
              <a:rPr lang="en-US" dirty="0"/>
              <a:t>To further improve performance, please checkout the following concepts</a:t>
            </a:r>
          </a:p>
          <a:p>
            <a:endParaRPr lang="en-US" dirty="0"/>
          </a:p>
          <a:p>
            <a:r>
              <a:rPr lang="en-US" dirty="0"/>
              <a:t>Streams: </a:t>
            </a:r>
            <a:r>
              <a:rPr lang="en-US" dirty="0">
                <a:hlinkClick r:id="rId2"/>
              </a:rPr>
              <a:t>https://rocmdocs.amd.com/projects/HIP/en/latest/how-to/hip_runtime_api/asynchronous.html</a:t>
            </a:r>
            <a:r>
              <a:rPr lang="en-US" dirty="0"/>
              <a:t> </a:t>
            </a:r>
          </a:p>
          <a:p>
            <a:pPr lvl="1"/>
            <a:r>
              <a:rPr lang="en-US" dirty="0"/>
              <a:t>Enable concurrent kernel execution on GPU leading to improved resource utilization and overlapping of computation and communication</a:t>
            </a:r>
          </a:p>
          <a:p>
            <a:r>
              <a:rPr lang="en-US" dirty="0"/>
              <a:t>HIP Graphs: </a:t>
            </a:r>
            <a:r>
              <a:rPr lang="en-US" dirty="0">
                <a:hlinkClick r:id="rId3"/>
              </a:rPr>
              <a:t>https://rocmdocs.amd.com/projects/HIP/en/latest/how-to/hip_runtime_api/hipgraph.html</a:t>
            </a:r>
            <a:r>
              <a:rPr lang="en-US" dirty="0"/>
              <a:t> </a:t>
            </a:r>
          </a:p>
          <a:p>
            <a:pPr lvl="1"/>
            <a:r>
              <a:rPr lang="en-US" dirty="0"/>
              <a:t>A more sophisticated version of scheduling kernels than streams – Think of task graphs </a:t>
            </a:r>
          </a:p>
        </p:txBody>
      </p:sp>
    </p:spTree>
    <p:extLst>
      <p:ext uri="{BB962C8B-B14F-4D97-AF65-F5344CB8AC3E}">
        <p14:creationId xmlns:p14="http://schemas.microsoft.com/office/powerpoint/2010/main" val="144169206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79B69F-8B63-B3EC-12B0-9B9A60536C9E}"/>
              </a:ext>
            </a:extLst>
          </p:cNvPr>
          <p:cNvSpPr>
            <a:spLocks noGrp="1"/>
          </p:cNvSpPr>
          <p:nvPr>
            <p:ph type="title"/>
          </p:nvPr>
        </p:nvSpPr>
        <p:spPr/>
        <p:txBody>
          <a:bodyPr/>
          <a:lstStyle/>
          <a:p>
            <a:r>
              <a:rPr lang="en-US" dirty="0"/>
              <a:t>Next Class</a:t>
            </a:r>
          </a:p>
        </p:txBody>
      </p:sp>
      <p:sp>
        <p:nvSpPr>
          <p:cNvPr id="3" name="Content Placeholder 2">
            <a:extLst>
              <a:ext uri="{FF2B5EF4-FFF2-40B4-BE49-F238E27FC236}">
                <a16:creationId xmlns:a16="http://schemas.microsoft.com/office/drawing/2014/main" id="{E7FF2391-E8AE-9A93-A4FC-0E02B54BC29C}"/>
              </a:ext>
            </a:extLst>
          </p:cNvPr>
          <p:cNvSpPr>
            <a:spLocks noGrp="1"/>
          </p:cNvSpPr>
          <p:nvPr>
            <p:ph idx="1"/>
          </p:nvPr>
        </p:nvSpPr>
        <p:spPr/>
        <p:txBody>
          <a:bodyPr/>
          <a:lstStyle/>
          <a:p>
            <a:r>
              <a:rPr lang="en-US" dirty="0"/>
              <a:t>10/7 Lecture 13</a:t>
            </a:r>
          </a:p>
          <a:p>
            <a:pPr lvl="1"/>
            <a:r>
              <a:rPr lang="en-US" dirty="0" err="1"/>
              <a:t>Pytorch</a:t>
            </a:r>
            <a:r>
              <a:rPr lang="en-US" dirty="0"/>
              <a:t> Lightning</a:t>
            </a:r>
          </a:p>
        </p:txBody>
      </p:sp>
    </p:spTree>
    <p:extLst>
      <p:ext uri="{BB962C8B-B14F-4D97-AF65-F5344CB8AC3E}">
        <p14:creationId xmlns:p14="http://schemas.microsoft.com/office/powerpoint/2010/main" val="1297240811"/>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904DE0-9343-6853-D403-04A484E064E8}"/>
              </a:ext>
            </a:extLst>
          </p:cNvPr>
          <p:cNvSpPr>
            <a:spLocks noGrp="1"/>
          </p:cNvSpPr>
          <p:nvPr>
            <p:ph type="title"/>
          </p:nvPr>
        </p:nvSpPr>
        <p:spPr/>
        <p:txBody>
          <a:bodyPr/>
          <a:lstStyle/>
          <a:p>
            <a:r>
              <a:rPr lang="en-US" dirty="0"/>
              <a:t>Thank You</a:t>
            </a:r>
          </a:p>
        </p:txBody>
      </p:sp>
      <p:sp>
        <p:nvSpPr>
          <p:cNvPr id="3" name="Content Placeholder 2">
            <a:extLst>
              <a:ext uri="{FF2B5EF4-FFF2-40B4-BE49-F238E27FC236}">
                <a16:creationId xmlns:a16="http://schemas.microsoft.com/office/drawing/2014/main" id="{0B05DCD4-6F74-BBCB-9506-55F298D2E74C}"/>
              </a:ext>
            </a:extLst>
          </p:cNvPr>
          <p:cNvSpPr>
            <a:spLocks noGrp="1"/>
          </p:cNvSpPr>
          <p:nvPr>
            <p:ph idx="1"/>
          </p:nvPr>
        </p:nvSpPr>
        <p:spPr/>
        <p:txBody>
          <a:bodyPr/>
          <a:lstStyle/>
          <a:p>
            <a:r>
              <a:rPr lang="en-US" dirty="0"/>
              <a:t>Questions?</a:t>
            </a:r>
          </a:p>
          <a:p>
            <a:endParaRPr lang="en-US" dirty="0"/>
          </a:p>
          <a:p>
            <a:r>
              <a:rPr lang="en-US" dirty="0"/>
              <a:t>Email: </a:t>
            </a:r>
            <a:r>
              <a:rPr lang="en-US" dirty="0">
                <a:hlinkClick r:id="rId2"/>
              </a:rPr>
              <a:t>sanmukh.kuppannagari@case.edu</a:t>
            </a:r>
            <a:endParaRPr lang="en-US" dirty="0"/>
          </a:p>
          <a:p>
            <a:endParaRPr lang="en-US" dirty="0"/>
          </a:p>
          <a:p>
            <a:endParaRPr lang="en-US" dirty="0"/>
          </a:p>
          <a:p>
            <a:endParaRPr lang="en-US" dirty="0"/>
          </a:p>
        </p:txBody>
      </p:sp>
    </p:spTree>
    <p:extLst>
      <p:ext uri="{BB962C8B-B14F-4D97-AF65-F5344CB8AC3E}">
        <p14:creationId xmlns:p14="http://schemas.microsoft.com/office/powerpoint/2010/main" val="414166244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5908</TotalTime>
  <Words>5166</Words>
  <Application>Microsoft Office PowerPoint</Application>
  <PresentationFormat>Widescreen</PresentationFormat>
  <Paragraphs>703</Paragraphs>
  <Slides>74</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74</vt:i4>
      </vt:variant>
    </vt:vector>
  </HeadingPairs>
  <TitlesOfParts>
    <vt:vector size="80" baseType="lpstr">
      <vt:lpstr>Arial</vt:lpstr>
      <vt:lpstr>Calibri</vt:lpstr>
      <vt:lpstr>Calibri Light</vt:lpstr>
      <vt:lpstr>Cambria Math</vt:lpstr>
      <vt:lpstr>Courier New</vt:lpstr>
      <vt:lpstr>Office Theme</vt:lpstr>
      <vt:lpstr>CSDS 451: Designing High Performant Systems for AI</vt:lpstr>
      <vt:lpstr>Outline</vt:lpstr>
      <vt:lpstr>Announcements</vt:lpstr>
      <vt:lpstr>Midterm Logistics</vt:lpstr>
      <vt:lpstr>Midterm Logistics</vt:lpstr>
      <vt:lpstr>Midterm Logistics</vt:lpstr>
      <vt:lpstr>PA 1 Tips</vt:lpstr>
      <vt:lpstr>Study Hard for your Midterm!</vt:lpstr>
      <vt:lpstr>Outline</vt:lpstr>
      <vt:lpstr>Resources</vt:lpstr>
      <vt:lpstr>ROCm (Radeon Open Compute)</vt:lpstr>
      <vt:lpstr>HIP (Heterogeneous-compute Interface for Portability)</vt:lpstr>
      <vt:lpstr>HIP -  Portability &amp; CUDA Interoperability</vt:lpstr>
      <vt:lpstr>HIP -  Architecture &amp; Compilation Flow</vt:lpstr>
      <vt:lpstr>Outline</vt:lpstr>
      <vt:lpstr>AMD GPU Landscape </vt:lpstr>
      <vt:lpstr>Modeling GPU Architectures</vt:lpstr>
      <vt:lpstr>AMD CDNA GPU</vt:lpstr>
      <vt:lpstr>Compute Engine</vt:lpstr>
      <vt:lpstr>Compute Unit</vt:lpstr>
      <vt:lpstr>Compute Unit</vt:lpstr>
      <vt:lpstr>Compute Unit</vt:lpstr>
      <vt:lpstr>Compute Unit</vt:lpstr>
      <vt:lpstr>Outline</vt:lpstr>
      <vt:lpstr>AMD GPU Programming Concepts</vt:lpstr>
      <vt:lpstr>AMD GPU Programming Concepts - Grid</vt:lpstr>
      <vt:lpstr>AMD GPU Programming Concepts - Grid</vt:lpstr>
      <vt:lpstr>AMD GPU Programming Concepts - Block</vt:lpstr>
      <vt:lpstr>AMD GPU Programming Concepts - Block</vt:lpstr>
      <vt:lpstr>AMD GPU Programming Concepts - Threads</vt:lpstr>
      <vt:lpstr>AMD GPU Programming Concepts - Threads</vt:lpstr>
      <vt:lpstr>AMD GPU Programming Concepts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1D Blocks</vt:lpstr>
      <vt:lpstr>AMD GPU Programming Concepts – 2D Blocks</vt:lpstr>
      <vt:lpstr>AMD GPU Programming Concepts</vt:lpstr>
      <vt:lpstr>Outline</vt:lpstr>
      <vt:lpstr>Creating a Kernel Function</vt:lpstr>
      <vt:lpstr>Launching a Kernel from Host CPU</vt:lpstr>
      <vt:lpstr>Things to Note</vt:lpstr>
      <vt:lpstr>How do we decide Number of Threads?</vt:lpstr>
      <vt:lpstr>Memory Management</vt:lpstr>
      <vt:lpstr>Memory Management</vt:lpstr>
      <vt:lpstr>Memory Management</vt:lpstr>
      <vt:lpstr>Memory Management</vt:lpstr>
      <vt:lpstr>Memory Management</vt:lpstr>
      <vt:lpstr>Memory Management</vt:lpstr>
      <vt:lpstr>Error Checking</vt:lpstr>
      <vt:lpstr>Putting it all Together</vt:lpstr>
      <vt:lpstr>Querying Device Properties</vt:lpstr>
      <vt:lpstr>Querying Device Properties</vt:lpstr>
      <vt:lpstr>Blocking vs Non-Blocking APIs</vt:lpstr>
      <vt:lpstr>Blocking vs Non-Blocking APIs</vt:lpstr>
      <vt:lpstr>Blocking vs Non-Blocking APIs</vt:lpstr>
      <vt:lpstr>Putting it all Together</vt:lpstr>
      <vt:lpstr>Putting it all Together</vt:lpstr>
      <vt:lpstr>Putting it all Together</vt:lpstr>
      <vt:lpstr>Shared Memory and Thread Synchronization</vt:lpstr>
      <vt:lpstr>Shared Memory and Thread Synchronization</vt:lpstr>
      <vt:lpstr>Shared Memory and Thread Synchronization</vt:lpstr>
      <vt:lpstr>Shared Memory and Thread Synchronization</vt:lpstr>
      <vt:lpstr>Additional Concepts</vt:lpstr>
      <vt:lpstr>Next Class</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Algorithmic Approach to AI/ML Acceleration</dc:title>
  <dc:creator>Sanmukh Kuppannagari</dc:creator>
  <cp:lastModifiedBy>Sanmukh Kuppannagari</cp:lastModifiedBy>
  <cp:revision>100</cp:revision>
  <dcterms:created xsi:type="dcterms:W3CDTF">2022-08-26T11:47:57Z</dcterms:created>
  <dcterms:modified xsi:type="dcterms:W3CDTF">2026-02-15T20:42:52Z</dcterms:modified>
</cp:coreProperties>
</file>
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1597" r:id="rId3"/>
    <p:sldId id="1727" r:id="rId4"/>
    <p:sldId id="1275" r:id="rId5"/>
    <p:sldId id="1705" r:id="rId6"/>
    <p:sldId id="1706" r:id="rId7"/>
    <p:sldId id="1707" r:id="rId8"/>
    <p:sldId id="1712" r:id="rId9"/>
    <p:sldId id="1708" r:id="rId10"/>
    <p:sldId id="1709" r:id="rId11"/>
    <p:sldId id="1710" r:id="rId12"/>
    <p:sldId id="1711" r:id="rId13"/>
    <p:sldId id="1713" r:id="rId14"/>
    <p:sldId id="1726" r:id="rId15"/>
    <p:sldId id="1714" r:id="rId16"/>
    <p:sldId id="1715" r:id="rId17"/>
    <p:sldId id="1716" r:id="rId18"/>
    <p:sldId id="1717" r:id="rId19"/>
    <p:sldId id="1718" r:id="rId20"/>
    <p:sldId id="1719" r:id="rId21"/>
    <p:sldId id="1721" r:id="rId22"/>
    <p:sldId id="1720" r:id="rId23"/>
    <p:sldId id="1551" r:id="rId24"/>
    <p:sldId id="3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A8FA2-F0A4-4E86-918A-65F08BC97015}" v="8" dt="2025-12-04T06:07:37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581B50A9-72F4-4B95-B03A-65D58777032F}"/>
    <pc:docChg chg="undo custSel addSld delSld modSld">
      <pc:chgData name="Sanmukh Kuppannagari" userId="ad215094-da36-4b66-9c79-369a17aea26b" providerId="ADAL" clId="{581B50A9-72F4-4B95-B03A-65D58777032F}" dt="2024-11-12T15:34:15.608" v="5830" actId="20577"/>
      <pc:docMkLst>
        <pc:docMk/>
      </pc:docMkLst>
      <pc:sldChg chg="modSp mod">
        <pc:chgData name="Sanmukh Kuppannagari" userId="ad215094-da36-4b66-9c79-369a17aea26b" providerId="ADAL" clId="{581B50A9-72F4-4B95-B03A-65D58777032F}" dt="2024-11-12T13:32:59.516" v="3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33229006" sldId="268"/>
        </pc:sldMkLst>
      </pc:sldChg>
      <pc:sldChg chg="add">
        <pc:chgData name="Sanmukh Kuppannagari" userId="ad215094-da36-4b66-9c79-369a17aea26b" providerId="ADAL" clId="{581B50A9-72F4-4B95-B03A-65D58777032F}" dt="2024-11-12T13:41:26.545" v="160"/>
        <pc:sldMkLst>
          <pc:docMk/>
          <pc:sldMk cId="419610907" sldId="269"/>
        </pc:sldMkLst>
      </pc:sldChg>
      <pc:sldChg chg="add">
        <pc:chgData name="Sanmukh Kuppannagari" userId="ad215094-da36-4b66-9c79-369a17aea26b" providerId="ADAL" clId="{581B50A9-72F4-4B95-B03A-65D58777032F}" dt="2024-11-12T14:58:37.426" v="3601"/>
        <pc:sldMkLst>
          <pc:docMk/>
          <pc:sldMk cId="2792377922" sldId="270"/>
        </pc:sldMkLst>
      </pc:sldChg>
      <pc:sldChg chg="addSp delSp modSp add mod">
        <pc:chgData name="Sanmukh Kuppannagari" userId="ad215094-da36-4b66-9c79-369a17aea26b" providerId="ADAL" clId="{581B50A9-72F4-4B95-B03A-65D58777032F}" dt="2024-11-12T15:10:45.516" v="4338" actId="14100"/>
        <pc:sldMkLst>
          <pc:docMk/>
          <pc:sldMk cId="1680120527" sldId="271"/>
        </pc:sldMkLst>
      </pc:sldChg>
      <pc:sldChg chg="modSp add mod">
        <pc:chgData name="Sanmukh Kuppannagari" userId="ad215094-da36-4b66-9c79-369a17aea26b" providerId="ADAL" clId="{581B50A9-72F4-4B95-B03A-65D58777032F}" dt="2024-11-12T15:34:15.608" v="5830" actId="20577"/>
        <pc:sldMkLst>
          <pc:docMk/>
          <pc:sldMk cId="2642091756" sldId="27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597565292" sldId="274"/>
        </pc:sldMkLst>
      </pc:sldChg>
      <pc:sldChg chg="addSp delSp modSp add mod">
        <pc:chgData name="Sanmukh Kuppannagari" userId="ad215094-da36-4b66-9c79-369a17aea26b" providerId="ADAL" clId="{581B50A9-72F4-4B95-B03A-65D58777032F}" dt="2024-11-12T14:44:39.302" v="3149" actId="20577"/>
        <pc:sldMkLst>
          <pc:docMk/>
          <pc:sldMk cId="528188491" sldId="2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524082761" sldId="306"/>
        </pc:sldMkLst>
      </pc:sldChg>
      <pc:sldChg chg="addSp delSp modSp add mod">
        <pc:chgData name="Sanmukh Kuppannagari" userId="ad215094-da36-4b66-9c79-369a17aea26b" providerId="ADAL" clId="{581B50A9-72F4-4B95-B03A-65D58777032F}" dt="2024-11-12T14:44:35.089" v="3145" actId="20577"/>
        <pc:sldMkLst>
          <pc:docMk/>
          <pc:sldMk cId="1503363967" sldId="307"/>
        </pc:sldMkLst>
      </pc:sldChg>
      <pc:sldChg chg="addSp delSp modSp add mod">
        <pc:chgData name="Sanmukh Kuppannagari" userId="ad215094-da36-4b66-9c79-369a17aea26b" providerId="ADAL" clId="{581B50A9-72F4-4B95-B03A-65D58777032F}" dt="2024-11-12T15:32:43.909" v="5815" actId="20577"/>
        <pc:sldMkLst>
          <pc:docMk/>
          <pc:sldMk cId="3467572805" sldId="31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583269833" sldId="33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81682477" sldId="33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702116543" sldId="33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09248266" sldId="33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9992507" sldId="335"/>
        </pc:sldMkLst>
      </pc:sldChg>
      <pc:sldChg chg="modSp add mod">
        <pc:chgData name="Sanmukh Kuppannagari" userId="ad215094-da36-4b66-9c79-369a17aea26b" providerId="ADAL" clId="{581B50A9-72F4-4B95-B03A-65D58777032F}" dt="2024-11-12T13:38:31.623" v="105" actId="20577"/>
        <pc:sldMkLst>
          <pc:docMk/>
          <pc:sldMk cId="3557461879" sldId="374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18218886" sldId="381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786365083" sldId="382"/>
        </pc:sldMkLst>
      </pc:sldChg>
      <pc:sldChg chg="addSp delSp modSp add mod">
        <pc:chgData name="Sanmukh Kuppannagari" userId="ad215094-da36-4b66-9c79-369a17aea26b" providerId="ADAL" clId="{581B50A9-72F4-4B95-B03A-65D58777032F}" dt="2024-11-12T15:27:38.664" v="5416" actId="20577"/>
        <pc:sldMkLst>
          <pc:docMk/>
          <pc:sldMk cId="765535228" sldId="39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51194251" sldId="39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49010110" sldId="395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66561092" sldId="3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203941809" sldId="39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888183405" sldId="39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59027184" sldId="39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399745747" sldId="400"/>
        </pc:sldMkLst>
      </pc:sldChg>
      <pc:sldChg chg="modSp add mod">
        <pc:chgData name="Sanmukh Kuppannagari" userId="ad215094-da36-4b66-9c79-369a17aea26b" providerId="ADAL" clId="{581B50A9-72F4-4B95-B03A-65D58777032F}" dt="2024-11-12T15:32:14.713" v="5762" actId="20577"/>
        <pc:sldMkLst>
          <pc:docMk/>
          <pc:sldMk cId="3669932227" sldId="401"/>
        </pc:sldMkLst>
      </pc:sldChg>
      <pc:sldChg chg="modSp add mod">
        <pc:chgData name="Sanmukh Kuppannagari" userId="ad215094-da36-4b66-9c79-369a17aea26b" providerId="ADAL" clId="{581B50A9-72F4-4B95-B03A-65D58777032F}" dt="2024-11-12T15:31:23.531" v="5720" actId="207"/>
        <pc:sldMkLst>
          <pc:docMk/>
          <pc:sldMk cId="3781257025" sldId="402"/>
        </pc:sldMkLst>
      </pc:sldChg>
      <pc:sldChg chg="modSp add mod">
        <pc:chgData name="Sanmukh Kuppannagari" userId="ad215094-da36-4b66-9c79-369a17aea26b" providerId="ADAL" clId="{581B50A9-72F4-4B95-B03A-65D58777032F}" dt="2024-11-12T15:33:29.973" v="5817" actId="20577"/>
        <pc:sldMkLst>
          <pc:docMk/>
          <pc:sldMk cId="2532226765" sldId="40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69614656" sldId="40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04695635" sldId="40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864559443" sldId="40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58244021" sldId="40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64297978" sldId="410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578242728" sldId="41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649591942" sldId="41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127968122" sldId="41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123372165" sldId="499"/>
        </pc:sldMkLst>
      </pc:sldChg>
      <pc:sldChg chg="modSp mod">
        <pc:chgData name="Sanmukh Kuppannagari" userId="ad215094-da36-4b66-9c79-369a17aea26b" providerId="ADAL" clId="{581B50A9-72F4-4B95-B03A-65D58777032F}" dt="2024-11-12T13:34:15.718" v="8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81B50A9-72F4-4B95-B03A-65D58777032F}" dt="2024-11-12T13:33:25.316" v="36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310001645" sldId="1569"/>
        </pc:sldMkLst>
      </pc:sldChg>
      <pc:sldChg chg="modSp new mod">
        <pc:chgData name="Sanmukh Kuppannagari" userId="ad215094-da36-4b66-9c79-369a17aea26b" providerId="ADAL" clId="{581B50A9-72F4-4B95-B03A-65D58777032F}" dt="2024-11-12T13:52:47.877" v="457" actId="20577"/>
        <pc:sldMkLst>
          <pc:docMk/>
          <pc:sldMk cId="3470486560" sldId="1569"/>
        </pc:sldMkLst>
      </pc:sldChg>
      <pc:sldChg chg="addSp modSp new mod">
        <pc:chgData name="Sanmukh Kuppannagari" userId="ad215094-da36-4b66-9c79-369a17aea26b" providerId="ADAL" clId="{581B50A9-72F4-4B95-B03A-65D58777032F}" dt="2024-11-12T13:56:52.276" v="744" actId="20577"/>
        <pc:sldMkLst>
          <pc:docMk/>
          <pc:sldMk cId="74582656" sldId="1570"/>
        </pc:sldMkLst>
      </pc:sldChg>
      <pc:sldChg chg="addSp modSp new mod">
        <pc:chgData name="Sanmukh Kuppannagari" userId="ad215094-da36-4b66-9c79-369a17aea26b" providerId="ADAL" clId="{581B50A9-72F4-4B95-B03A-65D58777032F}" dt="2024-11-12T14:33:42.396" v="2656" actId="14100"/>
        <pc:sldMkLst>
          <pc:docMk/>
          <pc:sldMk cId="2896380269" sldId="1571"/>
        </pc:sldMkLst>
      </pc:sldChg>
      <pc:sldChg chg="addSp delSp modSp new mod">
        <pc:chgData name="Sanmukh Kuppannagari" userId="ad215094-da36-4b66-9c79-369a17aea26b" providerId="ADAL" clId="{581B50A9-72F4-4B95-B03A-65D58777032F}" dt="2024-11-12T14:36:25.832" v="2658" actId="20577"/>
        <pc:sldMkLst>
          <pc:docMk/>
          <pc:sldMk cId="3951137548" sldId="1572"/>
        </pc:sldMkLst>
      </pc:sldChg>
      <pc:sldChg chg="addSp delSp modSp add mod">
        <pc:chgData name="Sanmukh Kuppannagari" userId="ad215094-da36-4b66-9c79-369a17aea26b" providerId="ADAL" clId="{581B50A9-72F4-4B95-B03A-65D58777032F}" dt="2024-11-12T14:36:31.284" v="2660" actId="20577"/>
        <pc:sldMkLst>
          <pc:docMk/>
          <pc:sldMk cId="2230120584" sldId="1573"/>
        </pc:sldMkLst>
      </pc:sldChg>
      <pc:sldChg chg="addSp modSp add mod">
        <pc:chgData name="Sanmukh Kuppannagari" userId="ad215094-da36-4b66-9c79-369a17aea26b" providerId="ADAL" clId="{581B50A9-72F4-4B95-B03A-65D58777032F}" dt="2024-11-12T14:36:36.409" v="2662" actId="2057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887999413" sldId="1575"/>
        </pc:sldMkLst>
      </pc:sldChg>
      <pc:sldChg chg="modSp new mod">
        <pc:chgData name="Sanmukh Kuppannagari" userId="ad215094-da36-4b66-9c79-369a17aea26b" providerId="ADAL" clId="{581B50A9-72F4-4B95-B03A-65D58777032F}" dt="2024-11-12T14:15:20.686" v="1371" actId="20577"/>
        <pc:sldMkLst>
          <pc:docMk/>
          <pc:sldMk cId="3064485244" sldId="1575"/>
        </pc:sldMkLst>
      </pc:sldChg>
      <pc:sldChg chg="addSp modSp new mod">
        <pc:chgData name="Sanmukh Kuppannagari" userId="ad215094-da36-4b66-9c79-369a17aea26b" providerId="ADAL" clId="{581B50A9-72F4-4B95-B03A-65D58777032F}" dt="2024-11-12T14:25:42.813" v="2147" actId="2057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581B50A9-72F4-4B95-B03A-65D58777032F}" dt="2024-11-12T14:20:58.810" v="1611" actId="478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97900727" sldId="1578"/>
        </pc:sldMkLst>
      </pc:sldChg>
      <pc:sldChg chg="addSp modSp add mod">
        <pc:chgData name="Sanmukh Kuppannagari" userId="ad215094-da36-4b66-9c79-369a17aea26b" providerId="ADAL" clId="{581B50A9-72F4-4B95-B03A-65D58777032F}" dt="2024-11-12T14:23:09.387" v="1848" actId="20577"/>
        <pc:sldMkLst>
          <pc:docMk/>
          <pc:sldMk cId="2990319068" sldId="1578"/>
        </pc:sldMkLst>
      </pc:sldChg>
      <pc:sldChg chg="addSp delSp modSp add mod">
        <pc:chgData name="Sanmukh Kuppannagari" userId="ad215094-da36-4b66-9c79-369a17aea26b" providerId="ADAL" clId="{581B50A9-72F4-4B95-B03A-65D58777032F}" dt="2024-11-12T14:23:13.494" v="1850" actId="20577"/>
        <pc:sldMkLst>
          <pc:docMk/>
          <pc:sldMk cId="1968236297" sldId="1579"/>
        </pc:sldMkLst>
      </pc:sldChg>
      <pc:sldChg chg="delSp modSp add mod">
        <pc:chgData name="Sanmukh Kuppannagari" userId="ad215094-da36-4b66-9c79-369a17aea26b" providerId="ADAL" clId="{581B50A9-72F4-4B95-B03A-65D58777032F}" dt="2024-11-12T14:23:17.140" v="1852" actId="20577"/>
        <pc:sldMkLst>
          <pc:docMk/>
          <pc:sldMk cId="1753347635" sldId="1580"/>
        </pc:sldMkLst>
      </pc:sldChg>
      <pc:sldChg chg="addSp modSp add mod">
        <pc:chgData name="Sanmukh Kuppannagari" userId="ad215094-da36-4b66-9c79-369a17aea26b" providerId="ADAL" clId="{581B50A9-72F4-4B95-B03A-65D58777032F}" dt="2024-11-12T14:24:04.934" v="1926" actId="20577"/>
        <pc:sldMkLst>
          <pc:docMk/>
          <pc:sldMk cId="3584237781" sldId="1581"/>
        </pc:sldMkLst>
      </pc:sldChg>
      <pc:sldChg chg="modSp add mod">
        <pc:chgData name="Sanmukh Kuppannagari" userId="ad215094-da36-4b66-9c79-369a17aea26b" providerId="ADAL" clId="{581B50A9-72F4-4B95-B03A-65D58777032F}" dt="2024-11-12T14:24:50.141" v="1992" actId="20577"/>
        <pc:sldMkLst>
          <pc:docMk/>
          <pc:sldMk cId="4258452458" sldId="1582"/>
        </pc:sldMkLst>
      </pc:sldChg>
      <pc:sldChg chg="modSp add mod">
        <pc:chgData name="Sanmukh Kuppannagari" userId="ad215094-da36-4b66-9c79-369a17aea26b" providerId="ADAL" clId="{581B50A9-72F4-4B95-B03A-65D58777032F}" dt="2024-11-12T14:26:25.918" v="2191" actId="20577"/>
        <pc:sldMkLst>
          <pc:docMk/>
          <pc:sldMk cId="3757350365" sldId="1583"/>
        </pc:sldMkLst>
      </pc:sldChg>
      <pc:sldChg chg="addSp modSp new mod">
        <pc:chgData name="Sanmukh Kuppannagari" userId="ad215094-da36-4b66-9c79-369a17aea26b" providerId="ADAL" clId="{581B50A9-72F4-4B95-B03A-65D58777032F}" dt="2024-11-12T14:30:56.931" v="2402" actId="1076"/>
        <pc:sldMkLst>
          <pc:docMk/>
          <pc:sldMk cId="2493925970" sldId="1584"/>
        </pc:sldMkLst>
      </pc:sldChg>
      <pc:sldChg chg="new del">
        <pc:chgData name="Sanmukh Kuppannagari" userId="ad215094-da36-4b66-9c79-369a17aea26b" providerId="ADAL" clId="{581B50A9-72F4-4B95-B03A-65D58777032F}" dt="2024-11-12T14:27:10.490" v="2193" actId="47"/>
        <pc:sldMkLst>
          <pc:docMk/>
          <pc:sldMk cId="2618034380" sldId="1584"/>
        </pc:sldMkLst>
      </pc:sldChg>
      <pc:sldChg chg="addSp delSp modSp add mod">
        <pc:chgData name="Sanmukh Kuppannagari" userId="ad215094-da36-4b66-9c79-369a17aea26b" providerId="ADAL" clId="{581B50A9-72F4-4B95-B03A-65D58777032F}" dt="2024-11-12T14:32:16.956" v="2456" actId="20577"/>
        <pc:sldMkLst>
          <pc:docMk/>
          <pc:sldMk cId="2987105228" sldId="1585"/>
        </pc:sldMkLst>
      </pc:sldChg>
      <pc:sldChg chg="modSp add mod">
        <pc:chgData name="Sanmukh Kuppannagari" userId="ad215094-da36-4b66-9c79-369a17aea26b" providerId="ADAL" clId="{581B50A9-72F4-4B95-B03A-65D58777032F}" dt="2024-11-12T14:32:22.238" v="2458" actId="20577"/>
        <pc:sldMkLst>
          <pc:docMk/>
          <pc:sldMk cId="1153630353" sldId="1586"/>
        </pc:sldMkLst>
      </pc:sldChg>
      <pc:sldChg chg="addSp delSp modSp new mod">
        <pc:chgData name="Sanmukh Kuppannagari" userId="ad215094-da36-4b66-9c79-369a17aea26b" providerId="ADAL" clId="{581B50A9-72F4-4B95-B03A-65D58777032F}" dt="2024-11-12T14:40:31.582" v="2960" actId="207"/>
        <pc:sldMkLst>
          <pc:docMk/>
          <pc:sldMk cId="2823089004" sldId="1587"/>
        </pc:sldMkLst>
      </pc:sldChg>
      <pc:sldChg chg="addSp modSp add mod">
        <pc:chgData name="Sanmukh Kuppannagari" userId="ad215094-da36-4b66-9c79-369a17aea26b" providerId="ADAL" clId="{581B50A9-72F4-4B95-B03A-65D58777032F}" dt="2024-11-12T14:42:00.698" v="3078" actId="1076"/>
        <pc:sldMkLst>
          <pc:docMk/>
          <pc:sldMk cId="868054796" sldId="1588"/>
        </pc:sldMkLst>
      </pc:sldChg>
      <pc:sldChg chg="addSp delSp modSp new mod modClrScheme chgLayout">
        <pc:chgData name="Sanmukh Kuppannagari" userId="ad215094-da36-4b66-9c79-369a17aea26b" providerId="ADAL" clId="{581B50A9-72F4-4B95-B03A-65D58777032F}" dt="2024-11-12T14:51:56.632" v="3395"/>
        <pc:sldMkLst>
          <pc:docMk/>
          <pc:sldMk cId="1099178132" sldId="1589"/>
        </pc:sldMkLst>
      </pc:sldChg>
      <pc:sldChg chg="modSp new del mod">
        <pc:chgData name="Sanmukh Kuppannagari" userId="ad215094-da36-4b66-9c79-369a17aea26b" providerId="ADAL" clId="{581B50A9-72F4-4B95-B03A-65D58777032F}" dt="2024-11-12T14:54:22.518" v="3452" actId="47"/>
        <pc:sldMkLst>
          <pc:docMk/>
          <pc:sldMk cId="104261516" sldId="1590"/>
        </pc:sldMkLst>
      </pc:sldChg>
      <pc:sldChg chg="modSp add mod">
        <pc:chgData name="Sanmukh Kuppannagari" userId="ad215094-da36-4b66-9c79-369a17aea26b" providerId="ADAL" clId="{581B50A9-72F4-4B95-B03A-65D58777032F}" dt="2024-11-12T15:16:10.901" v="4391" actId="20577"/>
        <pc:sldMkLst>
          <pc:docMk/>
          <pc:sldMk cId="3460381202" sldId="1591"/>
        </pc:sldMkLst>
      </pc:sldChg>
      <pc:sldChg chg="modSp new mod">
        <pc:chgData name="Sanmukh Kuppannagari" userId="ad215094-da36-4b66-9c79-369a17aea26b" providerId="ADAL" clId="{581B50A9-72F4-4B95-B03A-65D58777032F}" dt="2024-11-12T15:16:53.172" v="4511" actId="20577"/>
        <pc:sldMkLst>
          <pc:docMk/>
          <pc:sldMk cId="2317587595" sldId="1592"/>
        </pc:sldMkLst>
      </pc:sldChg>
      <pc:sldChg chg="modSp add mod">
        <pc:chgData name="Sanmukh Kuppannagari" userId="ad215094-da36-4b66-9c79-369a17aea26b" providerId="ADAL" clId="{581B50A9-72F4-4B95-B03A-65D58777032F}" dt="2024-11-12T15:11:03.767" v="4347" actId="20577"/>
        <pc:sldMkLst>
          <pc:docMk/>
          <pc:sldMk cId="1219640330" sldId="1593"/>
        </pc:sldMkLst>
      </pc:sldChg>
      <pc:sldChg chg="modSp add mod">
        <pc:chgData name="Sanmukh Kuppannagari" userId="ad215094-da36-4b66-9c79-369a17aea26b" providerId="ADAL" clId="{581B50A9-72F4-4B95-B03A-65D58777032F}" dt="2024-11-12T15:21:01.266" v="4909" actId="20577"/>
        <pc:sldMkLst>
          <pc:docMk/>
          <pc:sldMk cId="2815170906" sldId="1594"/>
        </pc:sldMkLst>
      </pc:sldChg>
      <pc:sldChg chg="add">
        <pc:chgData name="Sanmukh Kuppannagari" userId="ad215094-da36-4b66-9c79-369a17aea26b" providerId="ADAL" clId="{581B50A9-72F4-4B95-B03A-65D58777032F}" dt="2024-11-12T15:26:52.720" v="5279"/>
        <pc:sldMkLst>
          <pc:docMk/>
          <pc:sldMk cId="3871963494" sldId="1595"/>
        </pc:sldMkLst>
      </pc:sldChg>
      <pc:sldChg chg="modSp add mod">
        <pc:chgData name="Sanmukh Kuppannagari" userId="ad215094-da36-4b66-9c79-369a17aea26b" providerId="ADAL" clId="{581B50A9-72F4-4B95-B03A-65D58777032F}" dt="2024-11-12T15:29:29.887" v="5659" actId="20577"/>
        <pc:sldMkLst>
          <pc:docMk/>
          <pc:sldMk cId="1362236973" sldId="15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07402305" sldId="15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36635294" sldId="163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16696527" sldId="163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37974634" sldId="163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32770037" sldId="163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2786581" sldId="163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45155834" sldId="163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206030" sldId="164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50903322" sldId="164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27684509" sldId="164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765491602" sldId="164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93342492" sldId="164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70409120" sldId="164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639779663" sldId="164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86956841" sldId="164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42585612" sldId="164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275191448" sldId="164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854469762" sldId="165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65947422" sldId="165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0679193" sldId="165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6647267" sldId="165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77622787" sldId="165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40734978" sldId="165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2505045" sldId="165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01904922" sldId="165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59573420" sldId="166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57462687" sldId="166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562102177" sldId="166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37975433" sldId="166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025623174" sldId="166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77085988" sldId="166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589442" sldId="16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33549580" sldId="166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65070291" sldId="167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84615017" sldId="167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82264176" sldId="167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85731518" sldId="167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35089384" sldId="16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56943849" sldId="16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986577428" sldId="16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28041951" sldId="167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95840474" sldId="167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5717642" sldId="168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7910746" sldId="168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4890462" sldId="168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36858653" sldId="16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13173445" sldId="16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4376231" sldId="16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60636141" sldId="168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41286764" sldId="16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6889770" sldId="16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84912087" sldId="16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0914D3A7-DA6D-44BA-97C0-A941EAF360CF}"/>
    <pc:docChg chg="undo custSel addSld delSld modSld sldOrd">
      <pc:chgData name="Sanmukh Kuppannagari" userId="ad215094-da36-4b66-9c79-369a17aea26b" providerId="ADAL" clId="{0914D3A7-DA6D-44BA-97C0-A941EAF360CF}" dt="2024-11-14T19:30:42.460" v="5550" actId="20577"/>
      <pc:docMkLst>
        <pc:docMk/>
      </pc:docMkLst>
      <pc:sldChg chg="modSp mod">
        <pc:chgData name="Sanmukh Kuppannagari" userId="ad215094-da36-4b66-9c79-369a17aea26b" providerId="ADAL" clId="{0914D3A7-DA6D-44BA-97C0-A941EAF360CF}" dt="2024-11-14T13:56:56.019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533229006" sldId="268"/>
        </pc:sldMkLst>
      </pc:sldChg>
      <pc:sldChg chg="modSp mod ord">
        <pc:chgData name="Sanmukh Kuppannagari" userId="ad215094-da36-4b66-9c79-369a17aea26b" providerId="ADAL" clId="{0914D3A7-DA6D-44BA-97C0-A941EAF360CF}" dt="2024-11-14T14:02:06.738" v="271" actId="2057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792377922" sldId="2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680120527" sldId="2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528188491" sldId="2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503363967" sldId="30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7572805" sldId="319"/>
        </pc:sldMkLst>
      </pc:sldChg>
      <pc:sldChg chg="modSp mod">
        <pc:chgData name="Sanmukh Kuppannagari" userId="ad215094-da36-4b66-9c79-369a17aea26b" providerId="ADAL" clId="{0914D3A7-DA6D-44BA-97C0-A941EAF360CF}" dt="2024-11-14T13:57:25.156" v="122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0914D3A7-DA6D-44BA-97C0-A941EAF360CF}" dt="2024-11-14T13:58:55.325" v="260" actId="47"/>
        <pc:sldMkLst>
          <pc:docMk/>
          <pc:sldMk cId="3518218886" sldId="3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65535228" sldId="3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451194251" sldId="3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010110" sldId="3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66561092" sldId="3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203941809" sldId="39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888183405" sldId="39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9027184" sldId="39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99745747" sldId="40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81257025" sldId="402"/>
        </pc:sldMkLst>
      </pc:sldChg>
      <pc:sldChg chg="modSp mod">
        <pc:chgData name="Sanmukh Kuppannagari" userId="ad215094-da36-4b66-9c79-369a17aea26b" providerId="ADAL" clId="{0914D3A7-DA6D-44BA-97C0-A941EAF360CF}" dt="2024-11-14T14:09:33.392" v="370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0914D3A7-DA6D-44BA-97C0-A941EAF360CF}" dt="2024-11-14T16:50:45.575" v="4117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70486560" sldId="15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4582656" sldId="15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96380269" sldId="15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951137548" sldId="157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230120584" sldId="157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064485244" sldId="157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90319068" sldId="157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968236297" sldId="157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753347635" sldId="1580"/>
        </pc:sldMkLst>
      </pc:sldChg>
      <pc:sldChg chg="ord">
        <pc:chgData name="Sanmukh Kuppannagari" userId="ad215094-da36-4b66-9c79-369a17aea26b" providerId="ADAL" clId="{0914D3A7-DA6D-44BA-97C0-A941EAF360CF}" dt="2024-11-14T13:59:27.272" v="262"/>
        <pc:sldMkLst>
          <pc:docMk/>
          <pc:sldMk cId="3584237781" sldId="15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4258452458" sldId="158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7350365" sldId="158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3925970" sldId="158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87105228" sldId="158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153630353" sldId="158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23089004" sldId="158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868054796" sldId="158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099178132" sldId="158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0381202" sldId="159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317587595" sldId="159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219640330" sldId="15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15170906" sldId="15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871963494" sldId="15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62236973" sldId="1596"/>
        </pc:sldMkLst>
      </pc:sldChg>
      <pc:sldChg chg="modSp add mod">
        <pc:chgData name="Sanmukh Kuppannagari" userId="ad215094-da36-4b66-9c79-369a17aea26b" providerId="ADAL" clId="{0914D3A7-DA6D-44BA-97C0-A941EAF360CF}" dt="2024-11-14T16:50:41.492" v="4116" actId="20577"/>
        <pc:sldMkLst>
          <pc:docMk/>
          <pc:sldMk cId="1192058284" sldId="1597"/>
        </pc:sldMkLst>
      </pc:sldChg>
      <pc:sldChg chg="modSp add mod">
        <pc:chgData name="Sanmukh Kuppannagari" userId="ad215094-da36-4b66-9c79-369a17aea26b" providerId="ADAL" clId="{0914D3A7-DA6D-44BA-97C0-A941EAF360CF}" dt="2024-11-14T14:02:13.516" v="275" actId="20577"/>
        <pc:sldMkLst>
          <pc:docMk/>
          <pc:sldMk cId="12375495" sldId="1598"/>
        </pc:sldMkLst>
      </pc:sldChg>
      <pc:sldChg chg="modSp add mod">
        <pc:chgData name="Sanmukh Kuppannagari" userId="ad215094-da36-4b66-9c79-369a17aea26b" providerId="ADAL" clId="{0914D3A7-DA6D-44BA-97C0-A941EAF360CF}" dt="2024-11-14T14:02:19.621" v="279" actId="20577"/>
        <pc:sldMkLst>
          <pc:docMk/>
          <pc:sldMk cId="1090682070" sldId="1599"/>
        </pc:sldMkLst>
      </pc:sldChg>
      <pc:sldChg chg="modSp add mod">
        <pc:chgData name="Sanmukh Kuppannagari" userId="ad215094-da36-4b66-9c79-369a17aea26b" providerId="ADAL" clId="{0914D3A7-DA6D-44BA-97C0-A941EAF360CF}" dt="2024-11-14T14:02:24.092" v="283" actId="20577"/>
        <pc:sldMkLst>
          <pc:docMk/>
          <pc:sldMk cId="475039163" sldId="1600"/>
        </pc:sldMkLst>
      </pc:sldChg>
      <pc:sldChg chg="modSp add mod">
        <pc:chgData name="Sanmukh Kuppannagari" userId="ad215094-da36-4b66-9c79-369a17aea26b" providerId="ADAL" clId="{0914D3A7-DA6D-44BA-97C0-A941EAF360CF}" dt="2024-11-14T19:28:04.294" v="5445" actId="6549"/>
        <pc:sldMkLst>
          <pc:docMk/>
          <pc:sldMk cId="2785231721" sldId="1601"/>
        </pc:sldMkLst>
      </pc:sldChg>
      <pc:sldChg chg="modSp add mod">
        <pc:chgData name="Sanmukh Kuppannagari" userId="ad215094-da36-4b66-9c79-369a17aea26b" providerId="ADAL" clId="{0914D3A7-DA6D-44BA-97C0-A941EAF360CF}" dt="2024-11-14T14:02:32.981" v="291" actId="20577"/>
        <pc:sldMkLst>
          <pc:docMk/>
          <pc:sldMk cId="3192913568" sldId="1602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804253948" sldId="1603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421394120" sldId="1604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643544049" sldId="1605"/>
        </pc:sldMkLst>
      </pc:sldChg>
      <pc:sldChg chg="modSp add mod">
        <pc:chgData name="Sanmukh Kuppannagari" userId="ad215094-da36-4b66-9c79-369a17aea26b" providerId="ADAL" clId="{0914D3A7-DA6D-44BA-97C0-A941EAF360CF}" dt="2024-11-14T16:50:33.340" v="4115" actId="20577"/>
        <pc:sldMkLst>
          <pc:docMk/>
          <pc:sldMk cId="3120214722" sldId="1606"/>
        </pc:sldMkLst>
      </pc:sldChg>
      <pc:sldChg chg="modSp add del mod">
        <pc:chgData name="Sanmukh Kuppannagari" userId="ad215094-da36-4b66-9c79-369a17aea26b" providerId="ADAL" clId="{0914D3A7-DA6D-44BA-97C0-A941EAF360CF}" dt="2024-11-14T16:50:26.362" v="4114" actId="47"/>
        <pc:sldMkLst>
          <pc:docMk/>
          <pc:sldMk cId="1055887851" sldId="1607"/>
        </pc:sldMkLst>
      </pc:sldChg>
      <pc:sldChg chg="modSp new mod">
        <pc:chgData name="Sanmukh Kuppannagari" userId="ad215094-da36-4b66-9c79-369a17aea26b" providerId="ADAL" clId="{0914D3A7-DA6D-44BA-97C0-A941EAF360CF}" dt="2024-11-14T15:18:17.992" v="672" actId="20577"/>
        <pc:sldMkLst>
          <pc:docMk/>
          <pc:sldMk cId="3461917726" sldId="1608"/>
        </pc:sldMkLst>
      </pc:sldChg>
      <pc:sldChg chg="modSp new mod">
        <pc:chgData name="Sanmukh Kuppannagari" userId="ad215094-da36-4b66-9c79-369a17aea26b" providerId="ADAL" clId="{0914D3A7-DA6D-44BA-97C0-A941EAF360CF}" dt="2024-11-14T19:30:42.460" v="5550" actId="20577"/>
        <pc:sldMkLst>
          <pc:docMk/>
          <pc:sldMk cId="1379342573" sldId="1609"/>
        </pc:sldMkLst>
      </pc:sldChg>
      <pc:sldChg chg="addSp modSp new mod modNotesTx">
        <pc:chgData name="Sanmukh Kuppannagari" userId="ad215094-da36-4b66-9c79-369a17aea26b" providerId="ADAL" clId="{0914D3A7-DA6D-44BA-97C0-A941EAF360CF}" dt="2024-11-14T15:24:38.942" v="1186"/>
        <pc:sldMkLst>
          <pc:docMk/>
          <pc:sldMk cId="3881179489" sldId="1610"/>
        </pc:sldMkLst>
      </pc:sldChg>
      <pc:sldChg chg="modSp new mod">
        <pc:chgData name="Sanmukh Kuppannagari" userId="ad215094-da36-4b66-9c79-369a17aea26b" providerId="ADAL" clId="{0914D3A7-DA6D-44BA-97C0-A941EAF360CF}" dt="2024-11-14T15:32:33.385" v="1647" actId="20577"/>
        <pc:sldMkLst>
          <pc:docMk/>
          <pc:sldMk cId="2951213884" sldId="1611"/>
        </pc:sldMkLst>
      </pc:sldChg>
      <pc:sldChg chg="modSp new mod">
        <pc:chgData name="Sanmukh Kuppannagari" userId="ad215094-da36-4b66-9c79-369a17aea26b" providerId="ADAL" clId="{0914D3A7-DA6D-44BA-97C0-A941EAF360CF}" dt="2024-11-14T15:35:00.961" v="1938" actId="20577"/>
        <pc:sldMkLst>
          <pc:docMk/>
          <pc:sldMk cId="3316601877" sldId="1612"/>
        </pc:sldMkLst>
      </pc:sldChg>
      <pc:sldChg chg="addSp delSp modSp new mod">
        <pc:chgData name="Sanmukh Kuppannagari" userId="ad215094-da36-4b66-9c79-369a17aea26b" providerId="ADAL" clId="{0914D3A7-DA6D-44BA-97C0-A941EAF360CF}" dt="2024-11-14T15:30:49.474" v="1586" actId="1076"/>
        <pc:sldMkLst>
          <pc:docMk/>
          <pc:sldMk cId="4122529482" sldId="1613"/>
        </pc:sldMkLst>
      </pc:sldChg>
      <pc:sldChg chg="modSp new mod">
        <pc:chgData name="Sanmukh Kuppannagari" userId="ad215094-da36-4b66-9c79-369a17aea26b" providerId="ADAL" clId="{0914D3A7-DA6D-44BA-97C0-A941EAF360CF}" dt="2024-11-14T15:34:22.172" v="1913" actId="20577"/>
        <pc:sldMkLst>
          <pc:docMk/>
          <pc:sldMk cId="3021666502" sldId="1614"/>
        </pc:sldMkLst>
      </pc:sldChg>
      <pc:sldChg chg="modSp new del mod">
        <pc:chgData name="Sanmukh Kuppannagari" userId="ad215094-da36-4b66-9c79-369a17aea26b" providerId="ADAL" clId="{0914D3A7-DA6D-44BA-97C0-A941EAF360CF}" dt="2024-11-14T15:40:56.549" v="1948" actId="47"/>
        <pc:sldMkLst>
          <pc:docMk/>
          <pc:sldMk cId="1363580739" sldId="1615"/>
        </pc:sldMkLst>
      </pc:sldChg>
      <pc:sldChg chg="addSp delSp modSp new mod">
        <pc:chgData name="Sanmukh Kuppannagari" userId="ad215094-da36-4b66-9c79-369a17aea26b" providerId="ADAL" clId="{0914D3A7-DA6D-44BA-97C0-A941EAF360CF}" dt="2024-11-14T15:38:15.546" v="1947"/>
        <pc:sldMkLst>
          <pc:docMk/>
          <pc:sldMk cId="3165523036" sldId="1616"/>
        </pc:sldMkLst>
      </pc:sldChg>
      <pc:sldChg chg="modSp new mod">
        <pc:chgData name="Sanmukh Kuppannagari" userId="ad215094-da36-4b66-9c79-369a17aea26b" providerId="ADAL" clId="{0914D3A7-DA6D-44BA-97C0-A941EAF360CF}" dt="2024-11-14T16:37:05.138" v="3091" actId="20577"/>
        <pc:sldMkLst>
          <pc:docMk/>
          <pc:sldMk cId="899982151" sldId="1617"/>
        </pc:sldMkLst>
      </pc:sldChg>
      <pc:sldChg chg="modSp new mod">
        <pc:chgData name="Sanmukh Kuppannagari" userId="ad215094-da36-4b66-9c79-369a17aea26b" providerId="ADAL" clId="{0914D3A7-DA6D-44BA-97C0-A941EAF360CF}" dt="2024-11-14T16:22:21.384" v="2415" actId="207"/>
        <pc:sldMkLst>
          <pc:docMk/>
          <pc:sldMk cId="2128413778" sldId="1618"/>
        </pc:sldMkLst>
      </pc:sldChg>
      <pc:sldChg chg="modSp add mod">
        <pc:chgData name="Sanmukh Kuppannagari" userId="ad215094-da36-4b66-9c79-369a17aea26b" providerId="ADAL" clId="{0914D3A7-DA6D-44BA-97C0-A941EAF360CF}" dt="2024-11-14T16:23:58.827" v="2482" actId="207"/>
        <pc:sldMkLst>
          <pc:docMk/>
          <pc:sldMk cId="4222402381" sldId="1619"/>
        </pc:sldMkLst>
      </pc:sldChg>
      <pc:sldChg chg="addSp delSp modSp new mod">
        <pc:chgData name="Sanmukh Kuppannagari" userId="ad215094-da36-4b66-9c79-369a17aea26b" providerId="ADAL" clId="{0914D3A7-DA6D-44BA-97C0-A941EAF360CF}" dt="2024-11-14T16:28:06.051" v="2583" actId="1076"/>
        <pc:sldMkLst>
          <pc:docMk/>
          <pc:sldMk cId="3309648639" sldId="1620"/>
        </pc:sldMkLst>
      </pc:sldChg>
      <pc:sldChg chg="addSp modSp add mod">
        <pc:chgData name="Sanmukh Kuppannagari" userId="ad215094-da36-4b66-9c79-369a17aea26b" providerId="ADAL" clId="{0914D3A7-DA6D-44BA-97C0-A941EAF360CF}" dt="2024-11-14T16:28:55.626" v="2596" actId="1076"/>
        <pc:sldMkLst>
          <pc:docMk/>
          <pc:sldMk cId="2942664746" sldId="1621"/>
        </pc:sldMkLst>
      </pc:sldChg>
      <pc:sldChg chg="delSp modSp add mod">
        <pc:chgData name="Sanmukh Kuppannagari" userId="ad215094-da36-4b66-9c79-369a17aea26b" providerId="ADAL" clId="{0914D3A7-DA6D-44BA-97C0-A941EAF360CF}" dt="2024-11-14T16:29:54.041" v="2636" actId="478"/>
        <pc:sldMkLst>
          <pc:docMk/>
          <pc:sldMk cId="647233045" sldId="1622"/>
        </pc:sldMkLst>
      </pc:sldChg>
      <pc:sldChg chg="addSp delSp modSp new mod">
        <pc:chgData name="Sanmukh Kuppannagari" userId="ad215094-da36-4b66-9c79-369a17aea26b" providerId="ADAL" clId="{0914D3A7-DA6D-44BA-97C0-A941EAF360CF}" dt="2024-11-14T16:30:54.999" v="2656" actId="14100"/>
        <pc:sldMkLst>
          <pc:docMk/>
          <pc:sldMk cId="283560415" sldId="1623"/>
        </pc:sldMkLst>
      </pc:sldChg>
      <pc:sldChg chg="modSp new mod">
        <pc:chgData name="Sanmukh Kuppannagari" userId="ad215094-da36-4b66-9c79-369a17aea26b" providerId="ADAL" clId="{0914D3A7-DA6D-44BA-97C0-A941EAF360CF}" dt="2024-11-14T16:32:13.042" v="2826" actId="20577"/>
        <pc:sldMkLst>
          <pc:docMk/>
          <pc:sldMk cId="2489684657" sldId="1624"/>
        </pc:sldMkLst>
      </pc:sldChg>
      <pc:sldChg chg="modSp add mod">
        <pc:chgData name="Sanmukh Kuppannagari" userId="ad215094-da36-4b66-9c79-369a17aea26b" providerId="ADAL" clId="{0914D3A7-DA6D-44BA-97C0-A941EAF360CF}" dt="2024-11-14T16:32:36.917" v="2835" actId="20577"/>
        <pc:sldMkLst>
          <pc:docMk/>
          <pc:sldMk cId="2891983392" sldId="1625"/>
        </pc:sldMkLst>
      </pc:sldChg>
      <pc:sldChg chg="modSp new mod">
        <pc:chgData name="Sanmukh Kuppannagari" userId="ad215094-da36-4b66-9c79-369a17aea26b" providerId="ADAL" clId="{0914D3A7-DA6D-44BA-97C0-A941EAF360CF}" dt="2024-11-14T16:37:50.834" v="3107" actId="20577"/>
        <pc:sldMkLst>
          <pc:docMk/>
          <pc:sldMk cId="3563996213" sldId="1626"/>
        </pc:sldMkLst>
      </pc:sldChg>
      <pc:sldChg chg="modSp new mod">
        <pc:chgData name="Sanmukh Kuppannagari" userId="ad215094-da36-4b66-9c79-369a17aea26b" providerId="ADAL" clId="{0914D3A7-DA6D-44BA-97C0-A941EAF360CF}" dt="2024-11-14T16:46:33.807" v="3670" actId="20577"/>
        <pc:sldMkLst>
          <pc:docMk/>
          <pc:sldMk cId="1427531694" sldId="1627"/>
        </pc:sldMkLst>
      </pc:sldChg>
      <pc:sldChg chg="modSp new mod">
        <pc:chgData name="Sanmukh Kuppannagari" userId="ad215094-da36-4b66-9c79-369a17aea26b" providerId="ADAL" clId="{0914D3A7-DA6D-44BA-97C0-A941EAF360CF}" dt="2024-11-14T19:27:10.377" v="5346" actId="6549"/>
        <pc:sldMkLst>
          <pc:docMk/>
          <pc:sldMk cId="693545577" sldId="1628"/>
        </pc:sldMkLst>
      </pc:sldChg>
      <pc:sldChg chg="addSp delSp modSp new mod">
        <pc:chgData name="Sanmukh Kuppannagari" userId="ad215094-da36-4b66-9c79-369a17aea26b" providerId="ADAL" clId="{0914D3A7-DA6D-44BA-97C0-A941EAF360CF}" dt="2024-11-14T18:11:39.046" v="4526" actId="478"/>
        <pc:sldMkLst>
          <pc:docMk/>
          <pc:sldMk cId="2417902813" sldId="1629"/>
        </pc:sldMkLst>
      </pc:sldChg>
      <pc:sldChg chg="addSp modSp add mod">
        <pc:chgData name="Sanmukh Kuppannagari" userId="ad215094-da36-4b66-9c79-369a17aea26b" providerId="ADAL" clId="{0914D3A7-DA6D-44BA-97C0-A941EAF360CF}" dt="2024-11-14T18:11:54.704" v="4529" actId="1582"/>
        <pc:sldMkLst>
          <pc:docMk/>
          <pc:sldMk cId="2276428753" sldId="1630"/>
        </pc:sldMkLst>
      </pc:sldChg>
      <pc:sldChg chg="addSp modSp add mod">
        <pc:chgData name="Sanmukh Kuppannagari" userId="ad215094-da36-4b66-9c79-369a17aea26b" providerId="ADAL" clId="{0914D3A7-DA6D-44BA-97C0-A941EAF360CF}" dt="2024-11-14T18:12:14.305" v="4535" actId="14100"/>
        <pc:sldMkLst>
          <pc:docMk/>
          <pc:sldMk cId="3837863208" sldId="1631"/>
        </pc:sldMkLst>
      </pc:sldChg>
      <pc:sldChg chg="addSp modSp add mod">
        <pc:chgData name="Sanmukh Kuppannagari" userId="ad215094-da36-4b66-9c79-369a17aea26b" providerId="ADAL" clId="{0914D3A7-DA6D-44BA-97C0-A941EAF360CF}" dt="2024-11-14T18:12:35.678" v="4543" actId="1076"/>
        <pc:sldMkLst>
          <pc:docMk/>
          <pc:sldMk cId="2449203635" sldId="1632"/>
        </pc:sldMkLst>
      </pc:sldChg>
      <pc:sldChg chg="addSp modSp new mod">
        <pc:chgData name="Sanmukh Kuppannagari" userId="ad215094-da36-4b66-9c79-369a17aea26b" providerId="ADAL" clId="{0914D3A7-DA6D-44BA-97C0-A941EAF360CF}" dt="2024-11-14T18:11:05.059" v="4524" actId="1076"/>
        <pc:sldMkLst>
          <pc:docMk/>
          <pc:sldMk cId="3709271481" sldId="1633"/>
        </pc:sldMkLst>
      </pc:sldChg>
      <pc:sldChg chg="addSp modSp add mod">
        <pc:chgData name="Sanmukh Kuppannagari" userId="ad215094-da36-4b66-9c79-369a17aea26b" providerId="ADAL" clId="{0914D3A7-DA6D-44BA-97C0-A941EAF360CF}" dt="2024-11-14T18:13:35.560" v="4576" actId="20577"/>
        <pc:sldMkLst>
          <pc:docMk/>
          <pc:sldMk cId="2340671491" sldId="1634"/>
        </pc:sldMkLst>
      </pc:sldChg>
      <pc:sldChg chg="addSp delSp modSp add mod">
        <pc:chgData name="Sanmukh Kuppannagari" userId="ad215094-da36-4b66-9c79-369a17aea26b" providerId="ADAL" clId="{0914D3A7-DA6D-44BA-97C0-A941EAF360CF}" dt="2024-11-14T18:15:15.396" v="4596" actId="20577"/>
        <pc:sldMkLst>
          <pc:docMk/>
          <pc:sldMk cId="2531528105" sldId="1635"/>
        </pc:sldMkLst>
      </pc:sldChg>
      <pc:sldChg chg="addSp delSp modSp add mod">
        <pc:chgData name="Sanmukh Kuppannagari" userId="ad215094-da36-4b66-9c79-369a17aea26b" providerId="ADAL" clId="{0914D3A7-DA6D-44BA-97C0-A941EAF360CF}" dt="2024-11-14T18:15:12.388" v="4595" actId="20577"/>
        <pc:sldMkLst>
          <pc:docMk/>
          <pc:sldMk cId="2048197156" sldId="1636"/>
        </pc:sldMkLst>
      </pc:sldChg>
      <pc:sldChg chg="modSp add mod">
        <pc:chgData name="Sanmukh Kuppannagari" userId="ad215094-da36-4b66-9c79-369a17aea26b" providerId="ADAL" clId="{0914D3A7-DA6D-44BA-97C0-A941EAF360CF}" dt="2024-11-14T18:15:09.516" v="4594" actId="20577"/>
        <pc:sldMkLst>
          <pc:docMk/>
          <pc:sldMk cId="1284896461" sldId="1637"/>
        </pc:sldMkLst>
      </pc:sldChg>
      <pc:sldChg chg="addSp delSp modSp new mod">
        <pc:chgData name="Sanmukh Kuppannagari" userId="ad215094-da36-4b66-9c79-369a17aea26b" providerId="ADAL" clId="{0914D3A7-DA6D-44BA-97C0-A941EAF360CF}" dt="2024-11-14T18:15:55.416" v="4624" actId="20577"/>
        <pc:sldMkLst>
          <pc:docMk/>
          <pc:sldMk cId="3534865378" sldId="1638"/>
        </pc:sldMkLst>
      </pc:sldChg>
      <pc:sldChg chg="addSp modSp add mod">
        <pc:chgData name="Sanmukh Kuppannagari" userId="ad215094-da36-4b66-9c79-369a17aea26b" providerId="ADAL" clId="{0914D3A7-DA6D-44BA-97C0-A941EAF360CF}" dt="2024-11-14T18:16:34.837" v="4642" actId="20577"/>
        <pc:sldMkLst>
          <pc:docMk/>
          <pc:sldMk cId="1202734532" sldId="1639"/>
        </pc:sldMkLst>
      </pc:sldChg>
      <pc:sldChg chg="addSp delSp modSp add mod">
        <pc:chgData name="Sanmukh Kuppannagari" userId="ad215094-da36-4b66-9c79-369a17aea26b" providerId="ADAL" clId="{0914D3A7-DA6D-44BA-97C0-A941EAF360CF}" dt="2024-11-14T18:28:20.669" v="4676" actId="207"/>
        <pc:sldMkLst>
          <pc:docMk/>
          <pc:sldMk cId="1763043479" sldId="1640"/>
        </pc:sldMkLst>
      </pc:sldChg>
      <pc:sldChg chg="addSp modSp add mod">
        <pc:chgData name="Sanmukh Kuppannagari" userId="ad215094-da36-4b66-9c79-369a17aea26b" providerId="ADAL" clId="{0914D3A7-DA6D-44BA-97C0-A941EAF360CF}" dt="2024-11-14T18:28:32.772" v="4677" actId="207"/>
        <pc:sldMkLst>
          <pc:docMk/>
          <pc:sldMk cId="435860006" sldId="1641"/>
        </pc:sldMkLst>
      </pc:sldChg>
      <pc:sldChg chg="delSp modSp add mod">
        <pc:chgData name="Sanmukh Kuppannagari" userId="ad215094-da36-4b66-9c79-369a17aea26b" providerId="ADAL" clId="{0914D3A7-DA6D-44BA-97C0-A941EAF360CF}" dt="2024-11-14T18:28:50.469" v="4682" actId="207"/>
        <pc:sldMkLst>
          <pc:docMk/>
          <pc:sldMk cId="3403037" sldId="1642"/>
        </pc:sldMkLst>
      </pc:sldChg>
      <pc:sldChg chg="addSp modSp add mod">
        <pc:chgData name="Sanmukh Kuppannagari" userId="ad215094-da36-4b66-9c79-369a17aea26b" providerId="ADAL" clId="{0914D3A7-DA6D-44BA-97C0-A941EAF360CF}" dt="2024-11-14T18:29:11.555" v="4687" actId="14100"/>
        <pc:sldMkLst>
          <pc:docMk/>
          <pc:sldMk cId="2495127272" sldId="1643"/>
        </pc:sldMkLst>
      </pc:sldChg>
      <pc:sldChg chg="delSp modSp add mod">
        <pc:chgData name="Sanmukh Kuppannagari" userId="ad215094-da36-4b66-9c79-369a17aea26b" providerId="ADAL" clId="{0914D3A7-DA6D-44BA-97C0-A941EAF360CF}" dt="2024-11-14T18:29:25.394" v="4691" actId="207"/>
        <pc:sldMkLst>
          <pc:docMk/>
          <pc:sldMk cId="3104868761" sldId="1644"/>
        </pc:sldMkLst>
      </pc:sldChg>
      <pc:sldChg chg="modSp new mod">
        <pc:chgData name="Sanmukh Kuppannagari" userId="ad215094-da36-4b66-9c79-369a17aea26b" providerId="ADAL" clId="{0914D3A7-DA6D-44BA-97C0-A941EAF360CF}" dt="2024-11-14T19:24:52.172" v="5119" actId="20577"/>
        <pc:sldMkLst>
          <pc:docMk/>
          <pc:sldMk cId="3256962250" sldId="1645"/>
        </pc:sldMkLst>
      </pc:sldChg>
      <pc:sldChg chg="modSp new mod">
        <pc:chgData name="Sanmukh Kuppannagari" userId="ad215094-da36-4b66-9c79-369a17aea26b" providerId="ADAL" clId="{0914D3A7-DA6D-44BA-97C0-A941EAF360CF}" dt="2024-11-14T19:27:37.014" v="5444" actId="20577"/>
        <pc:sldMkLst>
          <pc:docMk/>
          <pc:sldMk cId="1334941399" sldId="1646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3A4868DD-ACF3-4B99-AD74-39007F479744}"/>
    <pc:docChg chg="undo custSel addSld delSld modSld">
      <pc:chgData name="Sanmukh Kuppannagari" userId="ad215094-da36-4b66-9c79-369a17aea26b" providerId="ADAL" clId="{3A4868DD-ACF3-4B99-AD74-39007F479744}" dt="2024-11-07T15:54:58.931" v="5688" actId="20577"/>
      <pc:docMkLst>
        <pc:docMk/>
      </pc:docMkLst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20752997" sldId="485"/>
        </pc:sldMkLst>
      </pc:sldChg>
      <pc:sldChg chg="add del">
        <pc:chgData name="Sanmukh Kuppannagari" userId="ad215094-da36-4b66-9c79-369a17aea26b" providerId="ADAL" clId="{3A4868DD-ACF3-4B99-AD74-39007F479744}" dt="2024-11-07T13:03:36.467" v="10" actId="47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3A4868DD-ACF3-4B99-AD74-39007F479744}" dt="2024-11-07T15:43:58.254" v="512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3A4868DD-ACF3-4B99-AD74-39007F479744}" dt="2024-11-07T13:00:59.071" v="4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3A4868DD-ACF3-4B99-AD74-39007F479744}" dt="2024-11-07T13:01:09.688" v="6" actId="47"/>
        <pc:sldMkLst>
          <pc:docMk/>
          <pc:sldMk cId="1526805434" sldId="1592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692865834" sldId="159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466826485" sldId="15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797456560" sldId="160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693005505" sldId="160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313563272" sldId="160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07449202" sldId="160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61395334" sldId="160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294109236" sldId="162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29692619" sldId="162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11330501" sldId="162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815602038" sldId="162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83496550" sldId="163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88722780" sldId="163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77554441" sldId="1632"/>
        </pc:sldMkLst>
      </pc:sldChg>
      <pc:sldChg chg="addSp delSp modSp new mod">
        <pc:chgData name="Sanmukh Kuppannagari" userId="ad215094-da36-4b66-9c79-369a17aea26b" providerId="ADAL" clId="{3A4868DD-ACF3-4B99-AD74-39007F479744}" dt="2024-11-07T13:11:27.523" v="288" actId="14100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3A4868DD-ACF3-4B99-AD74-39007F479744}" dt="2024-11-07T13:02:34.499" v="8" actId="47"/>
        <pc:sldMkLst>
          <pc:docMk/>
          <pc:sldMk cId="2093206662" sldId="163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357504419" sldId="1636"/>
        </pc:sldMkLst>
      </pc:sldChg>
      <pc:sldChg chg="addSp modSp add mod">
        <pc:chgData name="Sanmukh Kuppannagari" userId="ad215094-da36-4b66-9c79-369a17aea26b" providerId="ADAL" clId="{3A4868DD-ACF3-4B99-AD74-39007F479744}" dt="2024-11-07T15:49:52.877" v="5677" actId="1076"/>
        <pc:sldMkLst>
          <pc:docMk/>
          <pc:sldMk cId="3337974634" sldId="1636"/>
        </pc:sldMkLst>
      </pc:sldChg>
      <pc:sldChg chg="addSp modSp add mod">
        <pc:chgData name="Sanmukh Kuppannagari" userId="ad215094-da36-4b66-9c79-369a17aea26b" providerId="ADAL" clId="{3A4868DD-ACF3-4B99-AD74-39007F479744}" dt="2024-11-07T15:50:02.407" v="5678"/>
        <pc:sldMkLst>
          <pc:docMk/>
          <pc:sldMk cId="4132770037" sldId="1637"/>
        </pc:sldMkLst>
      </pc:sldChg>
      <pc:sldChg chg="addSp modSp add mod">
        <pc:chgData name="Sanmukh Kuppannagari" userId="ad215094-da36-4b66-9c79-369a17aea26b" providerId="ADAL" clId="{3A4868DD-ACF3-4B99-AD74-39007F479744}" dt="2024-11-07T15:50:08.157" v="5679"/>
        <pc:sldMkLst>
          <pc:docMk/>
          <pc:sldMk cId="3282786581" sldId="1638"/>
        </pc:sldMkLst>
      </pc:sldChg>
      <pc:sldChg chg="addSp modSp add mod">
        <pc:chgData name="Sanmukh Kuppannagari" userId="ad215094-da36-4b66-9c79-369a17aea26b" providerId="ADAL" clId="{3A4868DD-ACF3-4B99-AD74-39007F479744}" dt="2024-11-07T15:50:14.912" v="5680"/>
        <pc:sldMkLst>
          <pc:docMk/>
          <pc:sldMk cId="1245155834" sldId="1639"/>
        </pc:sldMkLst>
      </pc:sldChg>
      <pc:sldChg chg="addSp modSp add mod">
        <pc:chgData name="Sanmukh Kuppannagari" userId="ad215094-da36-4b66-9c79-369a17aea26b" providerId="ADAL" clId="{3A4868DD-ACF3-4B99-AD74-39007F479744}" dt="2024-11-07T15:50:45.948" v="5687" actId="1076"/>
        <pc:sldMkLst>
          <pc:docMk/>
          <pc:sldMk cId="1844206030" sldId="1640"/>
        </pc:sldMkLst>
      </pc:sldChg>
      <pc:sldChg chg="modSp new mod">
        <pc:chgData name="Sanmukh Kuppannagari" userId="ad215094-da36-4b66-9c79-369a17aea26b" providerId="ADAL" clId="{3A4868DD-ACF3-4B99-AD74-39007F479744}" dt="2024-11-07T13:12:26.457" v="340" actId="207"/>
        <pc:sldMkLst>
          <pc:docMk/>
          <pc:sldMk cId="3250903322" sldId="1641"/>
        </pc:sldMkLst>
      </pc:sldChg>
      <pc:sldChg chg="modSp add mod">
        <pc:chgData name="Sanmukh Kuppannagari" userId="ad215094-da36-4b66-9c79-369a17aea26b" providerId="ADAL" clId="{3A4868DD-ACF3-4B99-AD74-39007F479744}" dt="2024-11-07T13:13:04.064" v="397" actId="20577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3A4868DD-ACF3-4B99-AD74-39007F479744}" dt="2024-11-07T13:15:45.396" v="850" actId="207"/>
        <pc:sldMkLst>
          <pc:docMk/>
          <pc:sldMk cId="1765491602" sldId="1643"/>
        </pc:sldMkLst>
      </pc:sldChg>
      <pc:sldChg chg="modSp new mod">
        <pc:chgData name="Sanmukh Kuppannagari" userId="ad215094-da36-4b66-9c79-369a17aea26b" providerId="ADAL" clId="{3A4868DD-ACF3-4B99-AD74-39007F479744}" dt="2024-11-07T13:18:11.225" v="1101" actId="207"/>
        <pc:sldMkLst>
          <pc:docMk/>
          <pc:sldMk cId="1893342492" sldId="1644"/>
        </pc:sldMkLst>
      </pc:sldChg>
      <pc:sldChg chg="modSp new mod">
        <pc:chgData name="Sanmukh Kuppannagari" userId="ad215094-da36-4b66-9c79-369a17aea26b" providerId="ADAL" clId="{3A4868DD-ACF3-4B99-AD74-39007F479744}" dt="2024-11-07T13:37:56.398" v="1219" actId="20577"/>
        <pc:sldMkLst>
          <pc:docMk/>
          <pc:sldMk cId="370409120" sldId="1645"/>
        </pc:sldMkLst>
      </pc:sldChg>
      <pc:sldChg chg="delSp modSp add mod">
        <pc:chgData name="Sanmukh Kuppannagari" userId="ad215094-da36-4b66-9c79-369a17aea26b" providerId="ADAL" clId="{3A4868DD-ACF3-4B99-AD74-39007F479744}" dt="2024-11-07T13:40:46.984" v="1346" actId="20577"/>
        <pc:sldMkLst>
          <pc:docMk/>
          <pc:sldMk cId="3639779663" sldId="1646"/>
        </pc:sldMkLst>
      </pc:sldChg>
      <pc:sldChg chg="addSp modSp add mod">
        <pc:chgData name="Sanmukh Kuppannagari" userId="ad215094-da36-4b66-9c79-369a17aea26b" providerId="ADAL" clId="{3A4868DD-ACF3-4B99-AD74-39007F479744}" dt="2024-11-07T13:41:20.467" v="1351" actId="1076"/>
        <pc:sldMkLst>
          <pc:docMk/>
          <pc:sldMk cId="4186956841" sldId="1647"/>
        </pc:sldMkLst>
      </pc:sldChg>
      <pc:sldChg chg="addSp modSp add mod">
        <pc:chgData name="Sanmukh Kuppannagari" userId="ad215094-da36-4b66-9c79-369a17aea26b" providerId="ADAL" clId="{3A4868DD-ACF3-4B99-AD74-39007F479744}" dt="2024-11-07T13:42:45.848" v="1389" actId="1035"/>
        <pc:sldMkLst>
          <pc:docMk/>
          <pc:sldMk cId="4042585612" sldId="1648"/>
        </pc:sldMkLst>
      </pc:sldChg>
      <pc:sldChg chg="addSp modSp add mod">
        <pc:chgData name="Sanmukh Kuppannagari" userId="ad215094-da36-4b66-9c79-369a17aea26b" providerId="ADAL" clId="{3A4868DD-ACF3-4B99-AD74-39007F479744}" dt="2024-11-07T13:42:52.657" v="1390"/>
        <pc:sldMkLst>
          <pc:docMk/>
          <pc:sldMk cId="4275191448" sldId="1649"/>
        </pc:sldMkLst>
      </pc:sldChg>
      <pc:sldChg chg="addSp modSp add mod">
        <pc:chgData name="Sanmukh Kuppannagari" userId="ad215094-da36-4b66-9c79-369a17aea26b" providerId="ADAL" clId="{3A4868DD-ACF3-4B99-AD74-39007F479744}" dt="2024-11-07T13:42:55.099" v="1391"/>
        <pc:sldMkLst>
          <pc:docMk/>
          <pc:sldMk cId="3854469762" sldId="1650"/>
        </pc:sldMkLst>
      </pc:sldChg>
      <pc:sldChg chg="addSp modSp add mod">
        <pc:chgData name="Sanmukh Kuppannagari" userId="ad215094-da36-4b66-9c79-369a17aea26b" providerId="ADAL" clId="{3A4868DD-ACF3-4B99-AD74-39007F479744}" dt="2024-11-07T13:43:20.420" v="1395" actId="1076"/>
        <pc:sldMkLst>
          <pc:docMk/>
          <pc:sldMk cId="665947422" sldId="1651"/>
        </pc:sldMkLst>
      </pc:sldChg>
      <pc:sldChg chg="addSp modSp add mod">
        <pc:chgData name="Sanmukh Kuppannagari" userId="ad215094-da36-4b66-9c79-369a17aea26b" providerId="ADAL" clId="{3A4868DD-ACF3-4B99-AD74-39007F479744}" dt="2024-11-07T13:43:45.610" v="1401" actId="1076"/>
        <pc:sldMkLst>
          <pc:docMk/>
          <pc:sldMk cId="2980679193" sldId="1652"/>
        </pc:sldMkLst>
      </pc:sldChg>
      <pc:sldChg chg="addSp modSp add mod">
        <pc:chgData name="Sanmukh Kuppannagari" userId="ad215094-da36-4b66-9c79-369a17aea26b" providerId="ADAL" clId="{3A4868DD-ACF3-4B99-AD74-39007F479744}" dt="2024-11-07T13:55:16.653" v="2202"/>
        <pc:sldMkLst>
          <pc:docMk/>
          <pc:sldMk cId="216647267" sldId="1653"/>
        </pc:sldMkLst>
      </pc:sldChg>
      <pc:sldChg chg="addSp modSp add del mod">
        <pc:chgData name="Sanmukh Kuppannagari" userId="ad215094-da36-4b66-9c79-369a17aea26b" providerId="ADAL" clId="{3A4868DD-ACF3-4B99-AD74-39007F479744}" dt="2024-11-07T13:55:13.210" v="2201"/>
        <pc:sldMkLst>
          <pc:docMk/>
          <pc:sldMk cId="1677622787" sldId="1654"/>
        </pc:sldMkLst>
      </pc:sldChg>
      <pc:sldChg chg="modSp new mod">
        <pc:chgData name="Sanmukh Kuppannagari" userId="ad215094-da36-4b66-9c79-369a17aea26b" providerId="ADAL" clId="{3A4868DD-ACF3-4B99-AD74-39007F479744}" dt="2024-11-07T13:50:02.087" v="2074" actId="20577"/>
        <pc:sldMkLst>
          <pc:docMk/>
          <pc:sldMk cId="2198238203" sldId="1655"/>
        </pc:sldMkLst>
      </pc:sldChg>
      <pc:sldChg chg="modSp new del mod">
        <pc:chgData name="Sanmukh Kuppannagari" userId="ad215094-da36-4b66-9c79-369a17aea26b" providerId="ADAL" clId="{3A4868DD-ACF3-4B99-AD74-39007F479744}" dt="2024-11-07T13:50:38.540" v="2080" actId="47"/>
        <pc:sldMkLst>
          <pc:docMk/>
          <pc:sldMk cId="2434272162" sldId="1656"/>
        </pc:sldMkLst>
      </pc:sldChg>
      <pc:sldChg chg="addSp delSp modSp add mod">
        <pc:chgData name="Sanmukh Kuppannagari" userId="ad215094-da36-4b66-9c79-369a17aea26b" providerId="ADAL" clId="{3A4868DD-ACF3-4B99-AD74-39007F479744}" dt="2024-11-07T13:55:09.582" v="2200"/>
        <pc:sldMkLst>
          <pc:docMk/>
          <pc:sldMk cId="740734978" sldId="1657"/>
        </pc:sldMkLst>
      </pc:sldChg>
      <pc:sldChg chg="addSp delSp modSp add mod">
        <pc:chgData name="Sanmukh Kuppannagari" userId="ad215094-da36-4b66-9c79-369a17aea26b" providerId="ADAL" clId="{3A4868DD-ACF3-4B99-AD74-39007F479744}" dt="2024-11-07T13:55:06.705" v="2199" actId="1076"/>
        <pc:sldMkLst>
          <pc:docMk/>
          <pc:sldMk cId="682505045" sldId="1658"/>
        </pc:sldMkLst>
      </pc:sldChg>
      <pc:sldChg chg="addSp delSp modSp add mod">
        <pc:chgData name="Sanmukh Kuppannagari" userId="ad215094-da36-4b66-9c79-369a17aea26b" providerId="ADAL" clId="{3A4868DD-ACF3-4B99-AD74-39007F479744}" dt="2024-11-07T13:55:51.698" v="2257" actId="207"/>
        <pc:sldMkLst>
          <pc:docMk/>
          <pc:sldMk cId="2701904922" sldId="1659"/>
        </pc:sldMkLst>
      </pc:sldChg>
      <pc:sldChg chg="modSp add mod">
        <pc:chgData name="Sanmukh Kuppannagari" userId="ad215094-da36-4b66-9c79-369a17aea26b" providerId="ADAL" clId="{3A4868DD-ACF3-4B99-AD74-39007F479744}" dt="2024-11-07T13:56:19.863" v="2312" actId="20577"/>
        <pc:sldMkLst>
          <pc:docMk/>
          <pc:sldMk cId="2359573420" sldId="1660"/>
        </pc:sldMkLst>
      </pc:sldChg>
      <pc:sldChg chg="modSp add mod">
        <pc:chgData name="Sanmukh Kuppannagari" userId="ad215094-da36-4b66-9c79-369a17aea26b" providerId="ADAL" clId="{3A4868DD-ACF3-4B99-AD74-39007F479744}" dt="2024-11-07T13:56:32.890" v="2341" actId="20577"/>
        <pc:sldMkLst>
          <pc:docMk/>
          <pc:sldMk cId="4094260836" sldId="1661"/>
        </pc:sldMkLst>
      </pc:sldChg>
      <pc:sldChg chg="modSp new mod">
        <pc:chgData name="Sanmukh Kuppannagari" userId="ad215094-da36-4b66-9c79-369a17aea26b" providerId="ADAL" clId="{3A4868DD-ACF3-4B99-AD74-39007F479744}" dt="2024-11-07T14:24:02.086" v="3009" actId="20577"/>
        <pc:sldMkLst>
          <pc:docMk/>
          <pc:sldMk cId="3223833842" sldId="1662"/>
        </pc:sldMkLst>
      </pc:sldChg>
      <pc:sldChg chg="modSp new mod">
        <pc:chgData name="Sanmukh Kuppannagari" userId="ad215094-da36-4b66-9c79-369a17aea26b" providerId="ADAL" clId="{3A4868DD-ACF3-4B99-AD74-39007F479744}" dt="2024-11-07T14:28:27.604" v="3272" actId="20577"/>
        <pc:sldMkLst>
          <pc:docMk/>
          <pc:sldMk cId="1557462687" sldId="1663"/>
        </pc:sldMkLst>
      </pc:sldChg>
      <pc:sldChg chg="modSp new del mod">
        <pc:chgData name="Sanmukh Kuppannagari" userId="ad215094-da36-4b66-9c79-369a17aea26b" providerId="ADAL" clId="{3A4868DD-ACF3-4B99-AD74-39007F479744}" dt="2024-11-07T14:22:17.645" v="2860" actId="47"/>
        <pc:sldMkLst>
          <pc:docMk/>
          <pc:sldMk cId="875651395" sldId="1664"/>
        </pc:sldMkLst>
      </pc:sldChg>
      <pc:sldChg chg="addSp delSp modSp new mod">
        <pc:chgData name="Sanmukh Kuppannagari" userId="ad215094-da36-4b66-9c79-369a17aea26b" providerId="ADAL" clId="{3A4868DD-ACF3-4B99-AD74-39007F479744}" dt="2024-11-07T14:32:21.733" v="3380" actId="1076"/>
        <pc:sldMkLst>
          <pc:docMk/>
          <pc:sldMk cId="2562102177" sldId="1664"/>
        </pc:sldMkLst>
      </pc:sldChg>
      <pc:sldChg chg="modSp add mod">
        <pc:chgData name="Sanmukh Kuppannagari" userId="ad215094-da36-4b66-9c79-369a17aea26b" providerId="ADAL" clId="{3A4868DD-ACF3-4B99-AD74-39007F479744}" dt="2024-11-07T14:32:45.063" v="3385" actId="20577"/>
        <pc:sldMkLst>
          <pc:docMk/>
          <pc:sldMk cId="2937975433" sldId="1665"/>
        </pc:sldMkLst>
      </pc:sldChg>
      <pc:sldChg chg="modSp add mod">
        <pc:chgData name="Sanmukh Kuppannagari" userId="ad215094-da36-4b66-9c79-369a17aea26b" providerId="ADAL" clId="{3A4868DD-ACF3-4B99-AD74-39007F479744}" dt="2024-11-07T14:33:13.233" v="3390" actId="20577"/>
        <pc:sldMkLst>
          <pc:docMk/>
          <pc:sldMk cId="1025623174" sldId="1666"/>
        </pc:sldMkLst>
      </pc:sldChg>
      <pc:sldChg chg="modSp add mod">
        <pc:chgData name="Sanmukh Kuppannagari" userId="ad215094-da36-4b66-9c79-369a17aea26b" providerId="ADAL" clId="{3A4868DD-ACF3-4B99-AD74-39007F479744}" dt="2024-11-07T14:33:45.220" v="3397" actId="20577"/>
        <pc:sldMkLst>
          <pc:docMk/>
          <pc:sldMk cId="877085988" sldId="1667"/>
        </pc:sldMkLst>
      </pc:sldChg>
      <pc:sldChg chg="addSp modSp add mod">
        <pc:chgData name="Sanmukh Kuppannagari" userId="ad215094-da36-4b66-9c79-369a17aea26b" providerId="ADAL" clId="{3A4868DD-ACF3-4B99-AD74-39007F479744}" dt="2024-11-07T14:34:18.188" v="3418"/>
        <pc:sldMkLst>
          <pc:docMk/>
          <pc:sldMk cId="26589442" sldId="1668"/>
        </pc:sldMkLst>
      </pc:sldChg>
      <pc:sldChg chg="addSp delSp modSp add mod">
        <pc:chgData name="Sanmukh Kuppannagari" userId="ad215094-da36-4b66-9c79-369a17aea26b" providerId="ADAL" clId="{3A4868DD-ACF3-4B99-AD74-39007F479744}" dt="2024-11-07T14:34:58.965" v="3427" actId="20577"/>
        <pc:sldMkLst>
          <pc:docMk/>
          <pc:sldMk cId="2333549580" sldId="1669"/>
        </pc:sldMkLst>
      </pc:sldChg>
      <pc:sldChg chg="addSp delSp modSp new mod">
        <pc:chgData name="Sanmukh Kuppannagari" userId="ad215094-da36-4b66-9c79-369a17aea26b" providerId="ADAL" clId="{3A4868DD-ACF3-4B99-AD74-39007F479744}" dt="2024-11-07T14:48:33.805" v="3625" actId="20577"/>
        <pc:sldMkLst>
          <pc:docMk/>
          <pc:sldMk cId="3365070291" sldId="1670"/>
        </pc:sldMkLst>
      </pc:sldChg>
      <pc:sldChg chg="modSp add mod">
        <pc:chgData name="Sanmukh Kuppannagari" userId="ad215094-da36-4b66-9c79-369a17aea26b" providerId="ADAL" clId="{3A4868DD-ACF3-4B99-AD74-39007F479744}" dt="2024-11-07T14:50:52.859" v="3820" actId="20577"/>
        <pc:sldMkLst>
          <pc:docMk/>
          <pc:sldMk cId="1284615017" sldId="1671"/>
        </pc:sldMkLst>
      </pc:sldChg>
      <pc:sldChg chg="modSp add mod">
        <pc:chgData name="Sanmukh Kuppannagari" userId="ad215094-da36-4b66-9c79-369a17aea26b" providerId="ADAL" clId="{3A4868DD-ACF3-4B99-AD74-39007F479744}" dt="2024-11-07T14:52:11.635" v="3850" actId="20577"/>
        <pc:sldMkLst>
          <pc:docMk/>
          <pc:sldMk cId="1882264176" sldId="1672"/>
        </pc:sldMkLst>
      </pc:sldChg>
      <pc:sldChg chg="modSp add mod">
        <pc:chgData name="Sanmukh Kuppannagari" userId="ad215094-da36-4b66-9c79-369a17aea26b" providerId="ADAL" clId="{3A4868DD-ACF3-4B99-AD74-39007F479744}" dt="2024-11-07T14:52:24.562" v="3875" actId="20577"/>
        <pc:sldMkLst>
          <pc:docMk/>
          <pc:sldMk cId="1985731518" sldId="1673"/>
        </pc:sldMkLst>
      </pc:sldChg>
      <pc:sldChg chg="modSp new mod">
        <pc:chgData name="Sanmukh Kuppannagari" userId="ad215094-da36-4b66-9c79-369a17aea26b" providerId="ADAL" clId="{3A4868DD-ACF3-4B99-AD74-39007F479744}" dt="2024-11-07T15:08:40.929" v="4158" actId="20577"/>
        <pc:sldMkLst>
          <pc:docMk/>
          <pc:sldMk cId="635089384" sldId="1674"/>
        </pc:sldMkLst>
      </pc:sldChg>
      <pc:sldChg chg="modSp new mod">
        <pc:chgData name="Sanmukh Kuppannagari" userId="ad215094-da36-4b66-9c79-369a17aea26b" providerId="ADAL" clId="{3A4868DD-ACF3-4B99-AD74-39007F479744}" dt="2024-11-07T15:15:19.497" v="4648" actId="27636"/>
        <pc:sldMkLst>
          <pc:docMk/>
          <pc:sldMk cId="396645940" sldId="1675"/>
        </pc:sldMkLst>
      </pc:sldChg>
      <pc:sldChg chg="addSp delSp modSp new mod">
        <pc:chgData name="Sanmukh Kuppannagari" userId="ad215094-da36-4b66-9c79-369a17aea26b" providerId="ADAL" clId="{3A4868DD-ACF3-4B99-AD74-39007F479744}" dt="2024-11-07T15:17:34.509" v="4653" actId="1076"/>
        <pc:sldMkLst>
          <pc:docMk/>
          <pc:sldMk cId="1856943849" sldId="1676"/>
        </pc:sldMkLst>
      </pc:sldChg>
      <pc:sldChg chg="addSp modSp add mod">
        <pc:chgData name="Sanmukh Kuppannagari" userId="ad215094-da36-4b66-9c79-369a17aea26b" providerId="ADAL" clId="{3A4868DD-ACF3-4B99-AD74-39007F479744}" dt="2024-11-07T15:17:51.686" v="4658" actId="1076"/>
        <pc:sldMkLst>
          <pc:docMk/>
          <pc:sldMk cId="986577428" sldId="1677"/>
        </pc:sldMkLst>
      </pc:sldChg>
      <pc:sldChg chg="modSp add">
        <pc:chgData name="Sanmukh Kuppannagari" userId="ad215094-da36-4b66-9c79-369a17aea26b" providerId="ADAL" clId="{3A4868DD-ACF3-4B99-AD74-39007F479744}" dt="2024-11-07T15:18:15.740" v="4660" actId="207"/>
        <pc:sldMkLst>
          <pc:docMk/>
          <pc:sldMk cId="1928041951" sldId="1678"/>
        </pc:sldMkLst>
      </pc:sldChg>
      <pc:sldChg chg="modSp add">
        <pc:chgData name="Sanmukh Kuppannagari" userId="ad215094-da36-4b66-9c79-369a17aea26b" providerId="ADAL" clId="{3A4868DD-ACF3-4B99-AD74-39007F479744}" dt="2024-11-07T15:19:25.066" v="4670" actId="207"/>
        <pc:sldMkLst>
          <pc:docMk/>
          <pc:sldMk cId="3495840474" sldId="1679"/>
        </pc:sldMkLst>
      </pc:sldChg>
      <pc:sldChg chg="addSp delSp modSp add mod">
        <pc:chgData name="Sanmukh Kuppannagari" userId="ad215094-da36-4b66-9c79-369a17aea26b" providerId="ADAL" clId="{3A4868DD-ACF3-4B99-AD74-39007F479744}" dt="2024-11-07T15:19:21.228" v="4669" actId="1076"/>
        <pc:sldMkLst>
          <pc:docMk/>
          <pc:sldMk cId="35717642" sldId="1680"/>
        </pc:sldMkLst>
      </pc:sldChg>
      <pc:sldChg chg="modSp add">
        <pc:chgData name="Sanmukh Kuppannagari" userId="ad215094-da36-4b66-9c79-369a17aea26b" providerId="ADAL" clId="{3A4868DD-ACF3-4B99-AD74-39007F479744}" dt="2024-11-07T15:20:02.954" v="4674" actId="207"/>
        <pc:sldMkLst>
          <pc:docMk/>
          <pc:sldMk cId="3287910746" sldId="1681"/>
        </pc:sldMkLst>
      </pc:sldChg>
      <pc:sldChg chg="addSp delSp modSp add mod">
        <pc:chgData name="Sanmukh Kuppannagari" userId="ad215094-da36-4b66-9c79-369a17aea26b" providerId="ADAL" clId="{3A4868DD-ACF3-4B99-AD74-39007F479744}" dt="2024-11-07T15:20:27.363" v="4679" actId="1076"/>
        <pc:sldMkLst>
          <pc:docMk/>
          <pc:sldMk cId="154890462" sldId="1682"/>
        </pc:sldMkLst>
      </pc:sldChg>
      <pc:sldChg chg="addSp delSp modSp add mod">
        <pc:chgData name="Sanmukh Kuppannagari" userId="ad215094-da36-4b66-9c79-369a17aea26b" providerId="ADAL" clId="{3A4868DD-ACF3-4B99-AD74-39007F479744}" dt="2024-11-07T15:20:52.731" v="4685" actId="1076"/>
        <pc:sldMkLst>
          <pc:docMk/>
          <pc:sldMk cId="3436858653" sldId="1683"/>
        </pc:sldMkLst>
      </pc:sldChg>
      <pc:sldChg chg="modSp new mod">
        <pc:chgData name="Sanmukh Kuppannagari" userId="ad215094-da36-4b66-9c79-369a17aea26b" providerId="ADAL" clId="{3A4868DD-ACF3-4B99-AD74-39007F479744}" dt="2024-11-07T15:23:28.525" v="5014" actId="20577"/>
        <pc:sldMkLst>
          <pc:docMk/>
          <pc:sldMk cId="3013173445" sldId="1684"/>
        </pc:sldMkLst>
      </pc:sldChg>
      <pc:sldChg chg="modSp add mod">
        <pc:chgData name="Sanmukh Kuppannagari" userId="ad215094-da36-4b66-9c79-369a17aea26b" providerId="ADAL" clId="{3A4868DD-ACF3-4B99-AD74-39007F479744}" dt="2024-11-07T15:22:25.450" v="4850" actId="20577"/>
        <pc:sldMkLst>
          <pc:docMk/>
          <pc:sldMk cId="44376231" sldId="1685"/>
        </pc:sldMkLst>
      </pc:sldChg>
      <pc:sldChg chg="modSp add mod">
        <pc:chgData name="Sanmukh Kuppannagari" userId="ad215094-da36-4b66-9c79-369a17aea26b" providerId="ADAL" clId="{3A4868DD-ACF3-4B99-AD74-39007F479744}" dt="2024-11-07T15:24:01.295" v="5080" actId="20577"/>
        <pc:sldMkLst>
          <pc:docMk/>
          <pc:sldMk cId="1260636141" sldId="1686"/>
        </pc:sldMkLst>
      </pc:sldChg>
      <pc:sldChg chg="modSp new mod">
        <pc:chgData name="Sanmukh Kuppannagari" userId="ad215094-da36-4b66-9c79-369a17aea26b" providerId="ADAL" clId="{3A4868DD-ACF3-4B99-AD74-39007F479744}" dt="2024-11-07T15:54:58.931" v="5688" actId="20577"/>
        <pc:sldMkLst>
          <pc:docMk/>
          <pc:sldMk cId="2641286764" sldId="1687"/>
        </pc:sldMkLst>
      </pc:sldChg>
      <pc:sldChg chg="addSp delSp modSp new mod">
        <pc:chgData name="Sanmukh Kuppannagari" userId="ad215094-da36-4b66-9c79-369a17aea26b" providerId="ADAL" clId="{3A4868DD-ACF3-4B99-AD74-39007F479744}" dt="2024-11-07T15:47:14.345" v="5351" actId="20577"/>
        <pc:sldMkLst>
          <pc:docMk/>
          <pc:sldMk cId="2986889770" sldId="1688"/>
        </pc:sldMkLst>
      </pc:sldChg>
      <pc:sldChg chg="modSp add mod">
        <pc:chgData name="Sanmukh Kuppannagari" userId="ad215094-da36-4b66-9c79-369a17aea26b" providerId="ADAL" clId="{3A4868DD-ACF3-4B99-AD74-39007F479744}" dt="2024-11-07T15:48:36.336" v="5558" actId="1076"/>
        <pc:sldMkLst>
          <pc:docMk/>
          <pc:sldMk cId="2784912087" sldId="1689"/>
        </pc:sldMkLst>
      </pc:sldChg>
      <pc:sldChg chg="modSp add mod">
        <pc:chgData name="Sanmukh Kuppannagari" userId="ad215094-da36-4b66-9c79-369a17aea26b" providerId="ADAL" clId="{3A4868DD-ACF3-4B99-AD74-39007F479744}" dt="2024-11-07T15:49:12.890" v="5675" actId="2057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FC27F717-2B05-4C7A-ABD4-9D41DF40C123}"/>
    <pc:docChg chg="custSel addSld delSld modSld sldOrd">
      <pc:chgData name="Sanmukh Kuppannagari" userId="ad215094-da36-4b66-9c79-369a17aea26b" providerId="ADAL" clId="{FC27F717-2B05-4C7A-ABD4-9D41DF40C123}" dt="2024-11-21T19:11:30.052" v="4051" actId="20577"/>
      <pc:docMkLst>
        <pc:docMk/>
      </pc:docMkLst>
      <pc:sldChg chg="modSp mod">
        <pc:chgData name="Sanmukh Kuppannagari" userId="ad215094-da36-4b66-9c79-369a17aea26b" providerId="ADAL" clId="{FC27F717-2B05-4C7A-ABD4-9D41DF40C123}" dt="2024-11-21T15:11:53.802" v="525" actId="20577"/>
        <pc:sldMkLst>
          <pc:docMk/>
          <pc:sldMk cId="3557461879" sldId="374"/>
        </pc:sldMkLst>
      </pc:sldChg>
      <pc:sldChg chg="add del">
        <pc:chgData name="Sanmukh Kuppannagari" userId="ad215094-da36-4b66-9c79-369a17aea26b" providerId="ADAL" clId="{FC27F717-2B05-4C7A-ABD4-9D41DF40C123}" dt="2024-11-21T16:06:53.455" v="2178"/>
        <pc:sldMkLst>
          <pc:docMk/>
          <pc:sldMk cId="786365083" sldId="382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4166039725" sldId="384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3918348740" sldId="385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1815334288" sldId="390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839902624" sldId="392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FC27F717-2B05-4C7A-ABD4-9D41DF40C123}" dt="2024-11-21T16:02:47.528" v="2168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FC27F717-2B05-4C7A-ABD4-9D41DF40C123}" dt="2024-11-21T16:03:00.406" v="2169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FC27F717-2B05-4C7A-ABD4-9D41DF40C123}" dt="2024-11-21T16:03:12.641" v="2170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FC27F717-2B05-4C7A-ABD4-9D41DF40C123}" dt="2024-11-21T16:03:49.968" v="2171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FC27F717-2B05-4C7A-ABD4-9D41DF40C123}" dt="2024-11-21T15:23:14.744" v="595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FC27F717-2B05-4C7A-ABD4-9D41DF40C123}" dt="2024-11-21T15:23:57.678" v="59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FC27F717-2B05-4C7A-ABD4-9D41DF40C123}" dt="2024-11-21T15:26:09.619" v="1037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FC27F717-2B05-4C7A-ABD4-9D41DF40C123}" dt="2024-11-21T15:28:41.078" v="1390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900386166" sldId="1333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66721343" sldId="133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532340766" sldId="1337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97537133" sldId="1338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996122636" sldId="1339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69773503" sldId="134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260582718" sldId="134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593875498" sldId="134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708815900" sldId="1343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40214840" sldId="1344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1735336091" sldId="1345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4216633815" sldId="1346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FC27F717-2B05-4C7A-ABD4-9D41DF40C123}" dt="2024-11-21T15:28:56.565" v="1391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FC27F717-2B05-4C7A-ABD4-9D41DF40C123}" dt="2024-11-21T15:28:34.772" v="1389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FC27F717-2B05-4C7A-ABD4-9D41DF40C123}" dt="2024-11-21T15:28:34.772" v="1389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FC27F717-2B05-4C7A-ABD4-9D41DF40C123}" dt="2024-11-21T15:28:34.772" v="1389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FC27F717-2B05-4C7A-ABD4-9D41DF40C123}" dt="2024-11-21T15:28:34.772" v="1389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FC27F717-2B05-4C7A-ABD4-9D41DF40C123}" dt="2024-11-21T15:30:59.790" v="1392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FC27F717-2B05-4C7A-ABD4-9D41DF40C123}" dt="2024-11-21T15:30:59.790" v="1392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FC27F717-2B05-4C7A-ABD4-9D41DF40C123}" dt="2024-11-21T15:31:32.795" v="1422"/>
        <pc:sldMkLst>
          <pc:docMk/>
          <pc:sldMk cId="3080220527" sldId="1409"/>
        </pc:sldMkLst>
      </pc:sldChg>
      <pc:sldChg chg="modSp add mod">
        <pc:chgData name="Sanmukh Kuppannagari" userId="ad215094-da36-4b66-9c79-369a17aea26b" providerId="ADAL" clId="{FC27F717-2B05-4C7A-ABD4-9D41DF40C123}" dt="2024-11-21T15:33:12.561" v="1700" actId="207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FC27F717-2B05-4C7A-ABD4-9D41DF40C123}" dt="2024-11-21T15:33:29.608" v="1701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FC27F717-2B05-4C7A-ABD4-9D41DF40C123}" dt="2024-11-21T15:33:42.456" v="1702"/>
        <pc:sldMkLst>
          <pc:docMk/>
          <pc:sldMk cId="2264869930" sldId="1426"/>
        </pc:sldMkLst>
      </pc:sldChg>
      <pc:sldChg chg="add">
        <pc:chgData name="Sanmukh Kuppannagari" userId="ad215094-da36-4b66-9c79-369a17aea26b" providerId="ADAL" clId="{FC27F717-2B05-4C7A-ABD4-9D41DF40C123}" dt="2024-11-21T15:33:56.332" v="1703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598700407" sldId="1429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381585255" sldId="1430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FC27F717-2B05-4C7A-ABD4-9D41DF40C123}" dt="2024-11-21T15:34:42.328" v="1830"/>
        <pc:sldMkLst>
          <pc:docMk/>
          <pc:sldMk cId="2141082296" sldId="1434"/>
        </pc:sldMkLst>
      </pc:sldChg>
      <pc:sldChg chg="add del">
        <pc:chgData name="Sanmukh Kuppannagari" userId="ad215094-da36-4b66-9c79-369a17aea26b" providerId="ADAL" clId="{FC27F717-2B05-4C7A-ABD4-9D41DF40C123}" dt="2024-11-21T15:35:34.927" v="1922" actId="47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FC27F717-2B05-4C7A-ABD4-9D41DF40C123}" dt="2024-11-21T15:35:32.766" v="1921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FC27F717-2B05-4C7A-ABD4-9D41DF40C123}" dt="2024-11-21T15:35:32.766" v="1921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FC27F717-2B05-4C7A-ABD4-9D41DF40C123}" dt="2024-11-21T15:59:52.164" v="1923"/>
        <pc:sldMkLst>
          <pc:docMk/>
          <pc:sldMk cId="3518660825" sldId="1552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1310001645" sldId="1569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2492548520" sldId="1572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3044227913" sldId="1573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912820729" sldId="1574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FC27F717-2B05-4C7A-ABD4-9D41DF40C123}" dt="2024-11-21T16:02:37.264" v="2167"/>
        <pc:sldMkLst>
          <pc:docMk/>
          <pc:sldMk cId="897900727" sldId="1578"/>
        </pc:sldMkLst>
      </pc:sldChg>
      <pc:sldChg chg="add">
        <pc:chgData name="Sanmukh Kuppannagari" userId="ad215094-da36-4b66-9c79-369a17aea26b" providerId="ADAL" clId="{FC27F717-2B05-4C7A-ABD4-9D41DF40C123}" dt="2024-11-21T15:23:28.786" v="596"/>
        <pc:sldMkLst>
          <pc:docMk/>
          <pc:sldMk cId="2224980005" sldId="1593"/>
        </pc:sldMkLst>
      </pc:sldChg>
      <pc:sldChg chg="modSp mod">
        <pc:chgData name="Sanmukh Kuppannagari" userId="ad215094-da36-4b66-9c79-369a17aea26b" providerId="ADAL" clId="{FC27F717-2B05-4C7A-ABD4-9D41DF40C123}" dt="2024-11-21T16:13:10.064" v="2867" actId="20577"/>
        <pc:sldMkLst>
          <pc:docMk/>
          <pc:sldMk cId="1192058284" sldId="1597"/>
        </pc:sldMkLst>
      </pc:sldChg>
      <pc:sldChg chg="modSp add mod">
        <pc:chgData name="Sanmukh Kuppannagari" userId="ad215094-da36-4b66-9c79-369a17aea26b" providerId="ADAL" clId="{FC27F717-2B05-4C7A-ABD4-9D41DF40C123}" dt="2024-11-21T16:13:38.095" v="2876" actId="207"/>
        <pc:sldMkLst>
          <pc:docMk/>
          <pc:sldMk cId="2538767218" sldId="1598"/>
        </pc:sldMkLst>
      </pc:sldChg>
      <pc:sldChg chg="modSp new mod">
        <pc:chgData name="Sanmukh Kuppannagari" userId="ad215094-da36-4b66-9c79-369a17aea26b" providerId="ADAL" clId="{FC27F717-2B05-4C7A-ABD4-9D41DF40C123}" dt="2024-11-21T15:22:59.980" v="594" actId="20577"/>
        <pc:sldMkLst>
          <pc:docMk/>
          <pc:sldMk cId="3015890226" sldId="1599"/>
        </pc:sldMkLst>
      </pc:sldChg>
      <pc:sldChg chg="modSp new mod">
        <pc:chgData name="Sanmukh Kuppannagari" userId="ad215094-da36-4b66-9c79-369a17aea26b" providerId="ADAL" clId="{FC27F717-2B05-4C7A-ABD4-9D41DF40C123}" dt="2024-11-21T15:25:51.351" v="1035" actId="20577"/>
        <pc:sldMkLst>
          <pc:docMk/>
          <pc:sldMk cId="896177746" sldId="1600"/>
        </pc:sldMkLst>
      </pc:sldChg>
      <pc:sldChg chg="modSp new mod">
        <pc:chgData name="Sanmukh Kuppannagari" userId="ad215094-da36-4b66-9c79-369a17aea26b" providerId="ADAL" clId="{FC27F717-2B05-4C7A-ABD4-9D41DF40C123}" dt="2024-11-21T15:27:27.826" v="1388" actId="20577"/>
        <pc:sldMkLst>
          <pc:docMk/>
          <pc:sldMk cId="1871066500" sldId="1601"/>
        </pc:sldMkLst>
      </pc:sldChg>
      <pc:sldChg chg="modSp new mod">
        <pc:chgData name="Sanmukh Kuppannagari" userId="ad215094-da36-4b66-9c79-369a17aea26b" providerId="ADAL" clId="{FC27F717-2B05-4C7A-ABD4-9D41DF40C123}" dt="2024-11-21T15:32:28.850" v="1698" actId="20577"/>
        <pc:sldMkLst>
          <pc:docMk/>
          <pc:sldMk cId="1393683495" sldId="160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192913568" sldId="1602"/>
        </pc:sldMkLst>
      </pc:sldChg>
      <pc:sldChg chg="modSp new mod">
        <pc:chgData name="Sanmukh Kuppannagari" userId="ad215094-da36-4b66-9c79-369a17aea26b" providerId="ADAL" clId="{FC27F717-2B05-4C7A-ABD4-9D41DF40C123}" dt="2024-11-21T15:35:06.040" v="1919" actId="20577"/>
        <pc:sldMkLst>
          <pc:docMk/>
          <pc:sldMk cId="702996159" sldId="1603"/>
        </pc:sldMkLst>
      </pc:sldChg>
      <pc:sldChg chg="modSp new mod ord">
        <pc:chgData name="Sanmukh Kuppannagari" userId="ad215094-da36-4b66-9c79-369a17aea26b" providerId="ADAL" clId="{FC27F717-2B05-4C7A-ABD4-9D41DF40C123}" dt="2024-11-21T16:01:33.306" v="2166" actId="20577"/>
        <pc:sldMkLst>
          <pc:docMk/>
          <pc:sldMk cId="3281220505" sldId="1604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986643695" sldId="1605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680640391" sldId="1606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99252937" sldId="1607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267267742" sldId="1608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058626297" sldId="1609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881179489" sldId="1610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4256113819" sldId="1611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933520038" sldId="1612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122529482" sldId="1613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921639447" sldId="1614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165523036" sldId="1616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899982151" sldId="1617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087289126" sldId="1617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993807214" sldId="1618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414805936" sldId="1619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714458313" sldId="1620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562125515" sldId="1621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83560415" sldId="1623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160332016" sldId="1623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980671827" sldId="1624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57613999" sldId="1625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797456560" sldId="1626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693005505" sldId="1627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313563272" sldId="1628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907449202" sldId="1629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261395334" sldId="1630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294109236" sldId="1631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829692619" sldId="1632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811330501" sldId="1633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3815602038" sldId="1634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2883496550" sldId="1635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288722780" sldId="1636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977554441" sldId="1637"/>
        </pc:sldMkLst>
      </pc:sldChg>
      <pc:sldChg chg="add">
        <pc:chgData name="Sanmukh Kuppannagari" userId="ad215094-da36-4b66-9c79-369a17aea26b" providerId="ADAL" clId="{FC27F717-2B05-4C7A-ABD4-9D41DF40C123}" dt="2024-11-21T16:04:33.844" v="2172"/>
        <pc:sldMkLst>
          <pc:docMk/>
          <pc:sldMk cId="1357504419" sldId="1638"/>
        </pc:sldMkLst>
      </pc:sldChg>
      <pc:sldChg chg="add">
        <pc:chgData name="Sanmukh Kuppannagari" userId="ad215094-da36-4b66-9c79-369a17aea26b" providerId="ADAL" clId="{FC27F717-2B05-4C7A-ABD4-9D41DF40C123}" dt="2024-11-21T16:05:06.799" v="2173"/>
        <pc:sldMkLst>
          <pc:docMk/>
          <pc:sldMk cId="436635294" sldId="1639"/>
        </pc:sldMkLst>
      </pc:sldChg>
      <pc:sldChg chg="add">
        <pc:chgData name="Sanmukh Kuppannagari" userId="ad215094-da36-4b66-9c79-369a17aea26b" providerId="ADAL" clId="{FC27F717-2B05-4C7A-ABD4-9D41DF40C123}" dt="2024-11-21T16:05:06.799" v="2173"/>
        <pc:sldMkLst>
          <pc:docMk/>
          <pc:sldMk cId="2916696527" sldId="1640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683138431" sldId="1641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3337974634" sldId="1642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4132770037" sldId="1643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3282786581" sldId="1644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1245155834" sldId="1645"/>
        </pc:sldMkLst>
      </pc:sldChg>
      <pc:sldChg chg="add">
        <pc:chgData name="Sanmukh Kuppannagari" userId="ad215094-da36-4b66-9c79-369a17aea26b" providerId="ADAL" clId="{FC27F717-2B05-4C7A-ABD4-9D41DF40C123}" dt="2024-11-21T16:05:23.315" v="2174"/>
        <pc:sldMkLst>
          <pc:docMk/>
          <pc:sldMk cId="1844206030" sldId="164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439324064" sldId="1647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25795403" sldId="1648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629571772" sldId="1649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3509061926" sldId="1650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3103868854" sldId="1651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3566608380" sldId="1652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3410441757" sldId="1653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3565801460" sldId="1654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569411649" sldId="1655"/>
        </pc:sldMkLst>
      </pc:sldChg>
      <pc:sldChg chg="add">
        <pc:chgData name="Sanmukh Kuppannagari" userId="ad215094-da36-4b66-9c79-369a17aea26b" providerId="ADAL" clId="{FC27F717-2B05-4C7A-ABD4-9D41DF40C123}" dt="2024-11-21T16:05:42.134" v="2175"/>
        <pc:sldMkLst>
          <pc:docMk/>
          <pc:sldMk cId="2198238203" sldId="1655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4202834753" sldId="1656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2757975996" sldId="1658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90552158" sldId="1659"/>
        </pc:sldMkLst>
      </pc:sldChg>
      <pc:sldChg chg="add del">
        <pc:chgData name="Sanmukh Kuppannagari" userId="ad215094-da36-4b66-9c79-369a17aea26b" providerId="ADAL" clId="{FC27F717-2B05-4C7A-ABD4-9D41DF40C123}" dt="2024-11-21T16:10:31.623" v="2529"/>
        <pc:sldMkLst>
          <pc:docMk/>
          <pc:sldMk cId="634936884" sldId="166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844867581" sldId="1661"/>
        </pc:sldMkLst>
      </pc:sldChg>
      <pc:sldChg chg="add">
        <pc:chgData name="Sanmukh Kuppannagari" userId="ad215094-da36-4b66-9c79-369a17aea26b" providerId="ADAL" clId="{FC27F717-2B05-4C7A-ABD4-9D41DF40C123}" dt="2024-11-21T16:05:58.024" v="2176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15172127" sldId="1662"/>
        </pc:sldMkLst>
      </pc:sldChg>
      <pc:sldChg chg="add">
        <pc:chgData name="Sanmukh Kuppannagari" userId="ad215094-da36-4b66-9c79-369a17aea26b" providerId="ADAL" clId="{FC27F717-2B05-4C7A-ABD4-9D41DF40C123}" dt="2024-11-21T16:05:58.024" v="2176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860481367" sldId="1663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913714320" sldId="1664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280705995" sldId="1665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559113720" sldId="166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893181135" sldId="1667"/>
        </pc:sldMkLst>
      </pc:sldChg>
      <pc:sldChg chg="add del">
        <pc:chgData name="Sanmukh Kuppannagari" userId="ad215094-da36-4b66-9c79-369a17aea26b" providerId="ADAL" clId="{FC27F717-2B05-4C7A-ABD4-9D41DF40C123}" dt="2024-11-21T16:10:52.572" v="2530"/>
        <pc:sldMkLst>
          <pc:docMk/>
          <pc:sldMk cId="3413577140" sldId="1668"/>
        </pc:sldMkLst>
      </pc:sldChg>
      <pc:sldChg chg="add del">
        <pc:chgData name="Sanmukh Kuppannagari" userId="ad215094-da36-4b66-9c79-369a17aea26b" providerId="ADAL" clId="{FC27F717-2B05-4C7A-ABD4-9D41DF40C123}" dt="2024-11-21T16:10:52.572" v="2530"/>
        <pc:sldMkLst>
          <pc:docMk/>
          <pc:sldMk cId="2153182924" sldId="1673"/>
        </pc:sldMkLst>
      </pc:sldChg>
      <pc:sldChg chg="add del">
        <pc:chgData name="Sanmukh Kuppannagari" userId="ad215094-da36-4b66-9c79-369a17aea26b" providerId="ADAL" clId="{FC27F717-2B05-4C7A-ABD4-9D41DF40C123}" dt="2024-11-21T16:10:52.572" v="2530"/>
        <pc:sldMkLst>
          <pc:docMk/>
          <pc:sldMk cId="3684773157" sldId="1674"/>
        </pc:sldMkLst>
      </pc:sldChg>
      <pc:sldChg chg="add">
        <pc:chgData name="Sanmukh Kuppannagari" userId="ad215094-da36-4b66-9c79-369a17aea26b" providerId="ADAL" clId="{FC27F717-2B05-4C7A-ABD4-9D41DF40C123}" dt="2024-11-21T16:06:16.771" v="217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035147850" sldId="1675"/>
        </pc:sldMkLst>
      </pc:sldChg>
      <pc:sldChg chg="modSp new mod">
        <pc:chgData name="Sanmukh Kuppannagari" userId="ad215094-da36-4b66-9c79-369a17aea26b" providerId="ADAL" clId="{FC27F717-2B05-4C7A-ABD4-9D41DF40C123}" dt="2024-11-21T16:07:56.076" v="2343" actId="20577"/>
        <pc:sldMkLst>
          <pc:docMk/>
          <pc:sldMk cId="1163704085" sldId="1676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363122755" sldId="1676"/>
        </pc:sldMkLst>
      </pc:sldChg>
      <pc:sldChg chg="modSp new mod">
        <pc:chgData name="Sanmukh Kuppannagari" userId="ad215094-da36-4b66-9c79-369a17aea26b" providerId="ADAL" clId="{FC27F717-2B05-4C7A-ABD4-9D41DF40C123}" dt="2024-11-21T16:08:45.270" v="2524" actId="20577"/>
        <pc:sldMkLst>
          <pc:docMk/>
          <pc:sldMk cId="319807900" sldId="1677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1900301544" sldId="1677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752778944" sldId="1678"/>
        </pc:sldMkLst>
      </pc:sldChg>
      <pc:sldChg chg="add">
        <pc:chgData name="Sanmukh Kuppannagari" userId="ad215094-da36-4b66-9c79-369a17aea26b" providerId="ADAL" clId="{FC27F717-2B05-4C7A-ABD4-9D41DF40C123}" dt="2024-11-21T16:09:02.347" v="2525"/>
        <pc:sldMkLst>
          <pc:docMk/>
          <pc:sldMk cId="3192913568" sldId="1678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679327180" sldId="1679"/>
        </pc:sldMkLst>
      </pc:sldChg>
      <pc:sldChg chg="add">
        <pc:chgData name="Sanmukh Kuppannagari" userId="ad215094-da36-4b66-9c79-369a17aea26b" providerId="ADAL" clId="{FC27F717-2B05-4C7A-ABD4-9D41DF40C123}" dt="2024-11-21T16:09:02.347" v="2525"/>
        <pc:sldMkLst>
          <pc:docMk/>
          <pc:sldMk cId="3804253948" sldId="1679"/>
        </pc:sldMkLst>
      </pc:sldChg>
      <pc:sldChg chg="add">
        <pc:chgData name="Sanmukh Kuppannagari" userId="ad215094-da36-4b66-9c79-369a17aea26b" providerId="ADAL" clId="{FC27F717-2B05-4C7A-ABD4-9D41DF40C123}" dt="2024-11-21T16:09:02.347" v="2525"/>
        <pc:sldMkLst>
          <pc:docMk/>
          <pc:sldMk cId="421394120" sldId="1680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4013768134" sldId="1680"/>
        </pc:sldMkLst>
      </pc:sldChg>
      <pc:sldChg chg="add">
        <pc:chgData name="Sanmukh Kuppannagari" userId="ad215094-da36-4b66-9c79-369a17aea26b" providerId="ADAL" clId="{FC27F717-2B05-4C7A-ABD4-9D41DF40C123}" dt="2024-11-21T16:09:54.768" v="2526"/>
        <pc:sldMkLst>
          <pc:docMk/>
          <pc:sldMk cId="1379342573" sldId="168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732570170" sldId="1681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3067607777" sldId="1682"/>
        </pc:sldMkLst>
      </pc:sldChg>
      <pc:sldChg chg="add">
        <pc:chgData name="Sanmukh Kuppannagari" userId="ad215094-da36-4b66-9c79-369a17aea26b" providerId="ADAL" clId="{FC27F717-2B05-4C7A-ABD4-9D41DF40C123}" dt="2024-11-21T16:10:04.826" v="2527"/>
        <pc:sldMkLst>
          <pc:docMk/>
          <pc:sldMk cId="3881179489" sldId="1682"/>
        </pc:sldMkLst>
      </pc:sldChg>
      <pc:sldChg chg="del">
        <pc:chgData name="Sanmukh Kuppannagari" userId="ad215094-da36-4b66-9c79-369a17aea26b" providerId="ADAL" clId="{FC27F717-2B05-4C7A-ABD4-9D41DF40C123}" dt="2024-11-21T15:12:04.063" v="526" actId="47"/>
        <pc:sldMkLst>
          <pc:docMk/>
          <pc:sldMk cId="2822009777" sldId="1683"/>
        </pc:sldMkLst>
      </pc:sldChg>
      <pc:sldChg chg="add">
        <pc:chgData name="Sanmukh Kuppannagari" userId="ad215094-da36-4b66-9c79-369a17aea26b" providerId="ADAL" clId="{FC27F717-2B05-4C7A-ABD4-9D41DF40C123}" dt="2024-11-21T16:10:04.826" v="2527"/>
        <pc:sldMkLst>
          <pc:docMk/>
          <pc:sldMk cId="4122529482" sldId="1683"/>
        </pc:sldMkLst>
      </pc:sldChg>
      <pc:sldChg chg="add">
        <pc:chgData name="Sanmukh Kuppannagari" userId="ad215094-da36-4b66-9c79-369a17aea26b" providerId="ADAL" clId="{FC27F717-2B05-4C7A-ABD4-9D41DF40C123}" dt="2024-11-21T16:10:04.826" v="2527"/>
        <pc:sldMkLst>
          <pc:docMk/>
          <pc:sldMk cId="3165523036" sldId="1684"/>
        </pc:sldMkLst>
      </pc:sldChg>
      <pc:sldChg chg="add del">
        <pc:chgData name="Sanmukh Kuppannagari" userId="ad215094-da36-4b66-9c79-369a17aea26b" providerId="ADAL" clId="{FC27F717-2B05-4C7A-ABD4-9D41DF40C123}" dt="2024-11-21T16:10:06.892" v="2528" actId="47"/>
        <pc:sldMkLst>
          <pc:docMk/>
          <pc:sldMk cId="899982151" sldId="1685"/>
        </pc:sldMkLst>
      </pc:sldChg>
      <pc:sldChg chg="add">
        <pc:chgData name="Sanmukh Kuppannagari" userId="ad215094-da36-4b66-9c79-369a17aea26b" providerId="ADAL" clId="{FC27F717-2B05-4C7A-ABD4-9D41DF40C123}" dt="2024-11-21T16:10:04.826" v="2527"/>
        <pc:sldMkLst>
          <pc:docMk/>
          <pc:sldMk cId="283560415" sldId="1686"/>
        </pc:sldMkLst>
      </pc:sldChg>
      <pc:sldChg chg="add">
        <pc:chgData name="Sanmukh Kuppannagari" userId="ad215094-da36-4b66-9c79-369a17aea26b" providerId="ADAL" clId="{FC27F717-2B05-4C7A-ABD4-9D41DF40C123}" dt="2024-11-21T16:10:31.623" v="2529"/>
        <pc:sldMkLst>
          <pc:docMk/>
          <pc:sldMk cId="569411649" sldId="1687"/>
        </pc:sldMkLst>
      </pc:sldChg>
      <pc:sldChg chg="add">
        <pc:chgData name="Sanmukh Kuppannagari" userId="ad215094-da36-4b66-9c79-369a17aea26b" providerId="ADAL" clId="{FC27F717-2B05-4C7A-ABD4-9D41DF40C123}" dt="2024-11-21T16:10:31.623" v="2529"/>
        <pc:sldMkLst>
          <pc:docMk/>
          <pc:sldMk cId="844867581" sldId="1688"/>
        </pc:sldMkLst>
      </pc:sldChg>
      <pc:sldChg chg="add">
        <pc:chgData name="Sanmukh Kuppannagari" userId="ad215094-da36-4b66-9c79-369a17aea26b" providerId="ADAL" clId="{FC27F717-2B05-4C7A-ABD4-9D41DF40C123}" dt="2024-11-21T16:10:31.623" v="2529"/>
        <pc:sldMkLst>
          <pc:docMk/>
          <pc:sldMk cId="115172127" sldId="1689"/>
        </pc:sldMkLst>
      </pc:sldChg>
      <pc:sldChg chg="add">
        <pc:chgData name="Sanmukh Kuppannagari" userId="ad215094-da36-4b66-9c79-369a17aea26b" providerId="ADAL" clId="{FC27F717-2B05-4C7A-ABD4-9D41DF40C123}" dt="2024-11-21T16:10:52.572" v="2530"/>
        <pc:sldMkLst>
          <pc:docMk/>
          <pc:sldMk cId="4035147850" sldId="1690"/>
        </pc:sldMkLst>
      </pc:sldChg>
      <pc:sldChg chg="add">
        <pc:chgData name="Sanmukh Kuppannagari" userId="ad215094-da36-4b66-9c79-369a17aea26b" providerId="ADAL" clId="{FC27F717-2B05-4C7A-ABD4-9D41DF40C123}" dt="2024-11-21T16:10:52.572" v="2530"/>
        <pc:sldMkLst>
          <pc:docMk/>
          <pc:sldMk cId="1363122755" sldId="1691"/>
        </pc:sldMkLst>
      </pc:sldChg>
      <pc:sldChg chg="add">
        <pc:chgData name="Sanmukh Kuppannagari" userId="ad215094-da36-4b66-9c79-369a17aea26b" providerId="ADAL" clId="{FC27F717-2B05-4C7A-ABD4-9D41DF40C123}" dt="2024-11-21T16:11:06.888" v="2531"/>
        <pc:sldMkLst>
          <pc:docMk/>
          <pc:sldMk cId="3679327180" sldId="1692"/>
        </pc:sldMkLst>
      </pc:sldChg>
      <pc:sldChg chg="add">
        <pc:chgData name="Sanmukh Kuppannagari" userId="ad215094-da36-4b66-9c79-369a17aea26b" providerId="ADAL" clId="{FC27F717-2B05-4C7A-ABD4-9D41DF40C123}" dt="2024-11-21T16:11:06.888" v="2531"/>
        <pc:sldMkLst>
          <pc:docMk/>
          <pc:sldMk cId="4013768134" sldId="1693"/>
        </pc:sldMkLst>
      </pc:sldChg>
      <pc:sldChg chg="add">
        <pc:chgData name="Sanmukh Kuppannagari" userId="ad215094-da36-4b66-9c79-369a17aea26b" providerId="ADAL" clId="{FC27F717-2B05-4C7A-ABD4-9D41DF40C123}" dt="2024-11-21T16:11:06.888" v="2531"/>
        <pc:sldMkLst>
          <pc:docMk/>
          <pc:sldMk cId="3732570170" sldId="1694"/>
        </pc:sldMkLst>
      </pc:sldChg>
      <pc:sldChg chg="add">
        <pc:chgData name="Sanmukh Kuppannagari" userId="ad215094-da36-4b66-9c79-369a17aea26b" providerId="ADAL" clId="{FC27F717-2B05-4C7A-ABD4-9D41DF40C123}" dt="2024-11-21T16:11:06.888" v="2531"/>
        <pc:sldMkLst>
          <pc:docMk/>
          <pc:sldMk cId="3067607777" sldId="1695"/>
        </pc:sldMkLst>
      </pc:sldChg>
      <pc:sldChg chg="modSp new mod">
        <pc:chgData name="Sanmukh Kuppannagari" userId="ad215094-da36-4b66-9c79-369a17aea26b" providerId="ADAL" clId="{FC27F717-2B05-4C7A-ABD4-9D41DF40C123}" dt="2024-11-21T16:12:49.943" v="2861" actId="20577"/>
        <pc:sldMkLst>
          <pc:docMk/>
          <pc:sldMk cId="416529129" sldId="1696"/>
        </pc:sldMkLst>
      </pc:sldChg>
      <pc:sldChg chg="modSp add mod">
        <pc:chgData name="Sanmukh Kuppannagari" userId="ad215094-da36-4b66-9c79-369a17aea26b" providerId="ADAL" clId="{FC27F717-2B05-4C7A-ABD4-9D41DF40C123}" dt="2024-11-21T16:13:21.350" v="2871" actId="207"/>
        <pc:sldMkLst>
          <pc:docMk/>
          <pc:sldMk cId="2271369768" sldId="1697"/>
        </pc:sldMkLst>
      </pc:sldChg>
      <pc:sldChg chg="modSp new mod">
        <pc:chgData name="Sanmukh Kuppannagari" userId="ad215094-da36-4b66-9c79-369a17aea26b" providerId="ADAL" clId="{FC27F717-2B05-4C7A-ABD4-9D41DF40C123}" dt="2024-11-21T19:08:45.416" v="3839" actId="20577"/>
        <pc:sldMkLst>
          <pc:docMk/>
          <pc:sldMk cId="854473639" sldId="1698"/>
        </pc:sldMkLst>
      </pc:sldChg>
      <pc:sldChg chg="modSp new mod">
        <pc:chgData name="Sanmukh Kuppannagari" userId="ad215094-da36-4b66-9c79-369a17aea26b" providerId="ADAL" clId="{FC27F717-2B05-4C7A-ABD4-9D41DF40C123}" dt="2024-11-21T19:11:30.052" v="4051" actId="20577"/>
        <pc:sldMkLst>
          <pc:docMk/>
          <pc:sldMk cId="4123579184" sldId="1699"/>
        </pc:sldMkLst>
      </pc:sldChg>
      <pc:sldChg chg="modSp new mod">
        <pc:chgData name="Sanmukh Kuppannagari" userId="ad215094-da36-4b66-9c79-369a17aea26b" providerId="ADAL" clId="{FC27F717-2B05-4C7A-ABD4-9D41DF40C123}" dt="2024-11-21T19:11:10.106" v="4023"/>
        <pc:sldMkLst>
          <pc:docMk/>
          <pc:sldMk cId="3577517759" sldId="1700"/>
        </pc:sldMkLst>
      </pc:sldChg>
      <pc:sldMasterChg chg="delSldLayout">
        <pc:chgData name="Sanmukh Kuppannagari" userId="ad215094-da36-4b66-9c79-369a17aea26b" providerId="ADAL" clId="{FC27F717-2B05-4C7A-ABD4-9D41DF40C123}" dt="2024-11-21T15:12:04.063" v="526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FC27F717-2B05-4C7A-ABD4-9D41DF40C123}" dt="2024-11-21T15:12:04.063" v="526" actId="47"/>
          <pc:sldLayoutMkLst>
            <pc:docMk/>
            <pc:sldMasterMk cId="1728476084" sldId="2147483648"/>
            <pc:sldLayoutMk cId="867979808" sldId="2147483660"/>
          </pc:sldLayoutMkLst>
        </pc:sldLayoutChg>
      </pc:sldMaster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EDB5FD90-1BFF-4AEF-BAAE-76D7B38836FE}"/>
    <pc:docChg chg="undo custSel addSld delSld modSld">
      <pc:chgData name="Sanmukh Kuppannagari" userId="ad215094-da36-4b66-9c79-369a17aea26b" providerId="ADAL" clId="{EDB5FD90-1BFF-4AEF-BAAE-76D7B38836FE}" dt="2024-10-29T13:57:50.004" v="3939" actId="20577"/>
      <pc:docMkLst>
        <pc:docMk/>
      </pc:docMkLst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513480161" sldId="38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93727002" sldId="38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166039725" sldId="384"/>
        </pc:sldMkLst>
      </pc:sldChg>
      <pc:sldChg chg="modSp mod">
        <pc:chgData name="Sanmukh Kuppannagari" userId="ad215094-da36-4b66-9c79-369a17aea26b" providerId="ADAL" clId="{EDB5FD90-1BFF-4AEF-BAAE-76D7B38836FE}" dt="2024-10-29T13:33:03.457" v="3615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501429446" sldId="386"/>
        </pc:sldMkLst>
      </pc:sldChg>
      <pc:sldChg chg="del">
        <pc:chgData name="Sanmukh Kuppannagari" userId="ad215094-da36-4b66-9c79-369a17aea26b" providerId="ADAL" clId="{EDB5FD90-1BFF-4AEF-BAAE-76D7B38836FE}" dt="2024-10-29T00:51:21.307" v="26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306970955" sldId="417"/>
        </pc:sldMkLst>
      </pc:sldChg>
      <pc:sldChg chg="modSp mod">
        <pc:chgData name="Sanmukh Kuppannagari" userId="ad215094-da36-4b66-9c79-369a17aea26b" providerId="ADAL" clId="{EDB5FD90-1BFF-4AEF-BAAE-76D7B38836FE}" dt="2024-10-29T00:52:13.297" v="28" actId="113"/>
        <pc:sldMkLst>
          <pc:docMk/>
          <pc:sldMk cId="645276164" sldId="418"/>
        </pc:sldMkLst>
      </pc:sldChg>
      <pc:sldChg chg="addSp delSp modSp add mod">
        <pc:chgData name="Sanmukh Kuppannagari" userId="ad215094-da36-4b66-9c79-369a17aea26b" providerId="ADAL" clId="{EDB5FD90-1BFF-4AEF-BAAE-76D7B38836FE}" dt="2024-10-29T12:55:49.521" v="1249" actId="21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311539244" sldId="431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078570096" sldId="432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576002580" sldId="433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763207235" sldId="434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990935921" sldId="435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2940354538" sldId="436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3976867335" sldId="437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1011520680" sldId="43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073254755" sldId="445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09819789" sldId="446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100843867" sldId="44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55613574" sldId="44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720382076" sldId="45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39188923" sldId="45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645858176" sldId="45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454390023" sldId="45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974613922" sldId="45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856037237" sldId="456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EDB5FD90-1BFF-4AEF-BAAE-76D7B38836FE}" dt="2024-10-29T13:32:24.710" v="3579" actId="20577"/>
        <pc:sldMkLst>
          <pc:docMk/>
          <pc:sldMk cId="1297240811" sldId="1551"/>
        </pc:sldMkLst>
      </pc:sldChg>
      <pc:sldChg chg="modSp">
        <pc:chgData name="Sanmukh Kuppannagari" userId="ad215094-da36-4b66-9c79-369a17aea26b" providerId="ADAL" clId="{EDB5FD90-1BFF-4AEF-BAAE-76D7B38836FE}" dt="2024-10-29T13:33:26.532" v="3616" actId="2057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EDB5FD90-1BFF-4AEF-BAAE-76D7B38836FE}" dt="2024-10-29T13:38:50.168" v="3652" actId="20577"/>
        <pc:sldMkLst>
          <pc:docMk/>
          <pc:sldMk cId="3183358524" sldId="1568"/>
        </pc:sldMkLst>
      </pc:sldChg>
      <pc:sldChg chg="addSp delSp modSp new mod">
        <pc:chgData name="Sanmukh Kuppannagari" userId="ad215094-da36-4b66-9c79-369a17aea26b" providerId="ADAL" clId="{EDB5FD90-1BFF-4AEF-BAAE-76D7B38836FE}" dt="2024-10-29T00:58:55.319" v="295" actId="1076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92789048" sldId="1569"/>
        </pc:sldMkLst>
      </pc:sldChg>
      <pc:sldChg chg="modSp new mod">
        <pc:chgData name="Sanmukh Kuppannagari" userId="ad215094-da36-4b66-9c79-369a17aea26b" providerId="ADAL" clId="{EDB5FD90-1BFF-4AEF-BAAE-76D7B38836FE}" dt="2024-10-29T01:04:05.646" v="525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45698628" sldId="1571"/>
        </pc:sldMkLst>
      </pc:sldChg>
      <pc:sldChg chg="add del">
        <pc:chgData name="Sanmukh Kuppannagari" userId="ad215094-da36-4b66-9c79-369a17aea26b" providerId="ADAL" clId="{EDB5FD90-1BFF-4AEF-BAAE-76D7B38836FE}" dt="2024-10-29T13:11:37.149" v="2236" actId="47"/>
        <pc:sldMkLst>
          <pc:docMk/>
          <pc:sldMk cId="3980222076" sldId="157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878988337" sldId="1572"/>
        </pc:sldMkLst>
      </pc:sldChg>
      <pc:sldChg chg="addSp delSp modSp new mod">
        <pc:chgData name="Sanmukh Kuppannagari" userId="ad215094-da36-4b66-9c79-369a17aea26b" providerId="ADAL" clId="{EDB5FD90-1BFF-4AEF-BAAE-76D7B38836FE}" dt="2024-10-29T12:56:28.002" v="1260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3768210" sldId="1573"/>
        </pc:sldMkLst>
      </pc:sldChg>
      <pc:sldChg chg="addSp delSp modSp new mod">
        <pc:chgData name="Sanmukh Kuppannagari" userId="ad215094-da36-4b66-9c79-369a17aea26b" providerId="ADAL" clId="{EDB5FD90-1BFF-4AEF-BAAE-76D7B38836FE}" dt="2024-10-29T12:56:26.093" v="1259"/>
        <pc:sldMkLst>
          <pc:docMk/>
          <pc:sldMk cId="3044227913" sldId="1573"/>
        </pc:sldMkLst>
      </pc:sldChg>
      <pc:sldChg chg="addSp modSp add mod">
        <pc:chgData name="Sanmukh Kuppannagari" userId="ad215094-da36-4b66-9c79-369a17aea26b" providerId="ADAL" clId="{EDB5FD90-1BFF-4AEF-BAAE-76D7B38836FE}" dt="2024-10-29T12:56:24.046" v="1258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171121697" sldId="1575"/>
        </pc:sldMkLst>
      </pc:sldChg>
      <pc:sldChg chg="addSp modSp add mod">
        <pc:chgData name="Sanmukh Kuppannagari" userId="ad215094-da36-4b66-9c79-369a17aea26b" providerId="ADAL" clId="{EDB5FD90-1BFF-4AEF-BAAE-76D7B38836FE}" dt="2024-10-29T12:56:09.144" v="1255"/>
        <pc:sldMkLst>
          <pc:docMk/>
          <pc:sldMk cId="2887999413" sldId="1575"/>
        </pc:sldMkLst>
      </pc:sldChg>
      <pc:sldChg chg="addSp delSp modSp add mod">
        <pc:chgData name="Sanmukh Kuppannagari" userId="ad215094-da36-4b66-9c79-369a17aea26b" providerId="ADAL" clId="{EDB5FD90-1BFF-4AEF-BAAE-76D7B38836FE}" dt="2024-10-29T13:02:28.925" v="1484" actId="1076"/>
        <pc:sldMkLst>
          <pc:docMk/>
          <pc:sldMk cId="4161213131" sldId="1576"/>
        </pc:sldMkLst>
      </pc:sldChg>
      <pc:sldChg chg="addSp delSp modSp add mod">
        <pc:chgData name="Sanmukh Kuppannagari" userId="ad215094-da36-4b66-9c79-369a17aea26b" providerId="ADAL" clId="{EDB5FD90-1BFF-4AEF-BAAE-76D7B38836FE}" dt="2024-10-29T13:02:58.846" v="1512" actId="1076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EDB5FD90-1BFF-4AEF-BAAE-76D7B38836FE}" dt="2024-10-29T13:04:19.962" v="1520" actId="1076"/>
        <pc:sldMkLst>
          <pc:docMk/>
          <pc:sldMk cId="897900727" sldId="1578"/>
        </pc:sldMkLst>
      </pc:sldChg>
      <pc:sldChg chg="modSp new mod">
        <pc:chgData name="Sanmukh Kuppannagari" userId="ad215094-da36-4b66-9c79-369a17aea26b" providerId="ADAL" clId="{EDB5FD90-1BFF-4AEF-BAAE-76D7B38836FE}" dt="2024-10-29T13:09:40.118" v="1959" actId="20577"/>
        <pc:sldMkLst>
          <pc:docMk/>
          <pc:sldMk cId="3366667923" sldId="1579"/>
        </pc:sldMkLst>
      </pc:sldChg>
      <pc:sldChg chg="modSp new mod">
        <pc:chgData name="Sanmukh Kuppannagari" userId="ad215094-da36-4b66-9c79-369a17aea26b" providerId="ADAL" clId="{EDB5FD90-1BFF-4AEF-BAAE-76D7B38836FE}" dt="2024-10-29T13:10:21.229" v="2156" actId="20577"/>
        <pc:sldMkLst>
          <pc:docMk/>
          <pc:sldMk cId="2418387073" sldId="1580"/>
        </pc:sldMkLst>
      </pc:sldChg>
      <pc:sldChg chg="modSp add mod">
        <pc:chgData name="Sanmukh Kuppannagari" userId="ad215094-da36-4b66-9c79-369a17aea26b" providerId="ADAL" clId="{EDB5FD90-1BFF-4AEF-BAAE-76D7B38836FE}" dt="2024-10-29T13:11:44.804" v="2237" actId="207"/>
        <pc:sldMkLst>
          <pc:docMk/>
          <pc:sldMk cId="687000461" sldId="1581"/>
        </pc:sldMkLst>
      </pc:sldChg>
      <pc:sldChg chg="modSp add mod">
        <pc:chgData name="Sanmukh Kuppannagari" userId="ad215094-da36-4b66-9c79-369a17aea26b" providerId="ADAL" clId="{EDB5FD90-1BFF-4AEF-BAAE-76D7B38836FE}" dt="2024-10-29T13:38:42.855" v="3640" actId="20577"/>
        <pc:sldMkLst>
          <pc:docMk/>
          <pc:sldMk cId="838156000" sldId="1582"/>
        </pc:sldMkLst>
      </pc:sldChg>
      <pc:sldChg chg="modSp new mod">
        <pc:chgData name="Sanmukh Kuppannagari" userId="ad215094-da36-4b66-9c79-369a17aea26b" providerId="ADAL" clId="{EDB5FD90-1BFF-4AEF-BAAE-76D7B38836FE}" dt="2024-10-29T13:13:41.129" v="2619" actId="20577"/>
        <pc:sldMkLst>
          <pc:docMk/>
          <pc:sldMk cId="967358820" sldId="1583"/>
        </pc:sldMkLst>
      </pc:sldChg>
      <pc:sldChg chg="modSp add mod">
        <pc:chgData name="Sanmukh Kuppannagari" userId="ad215094-da36-4b66-9c79-369a17aea26b" providerId="ADAL" clId="{EDB5FD90-1BFF-4AEF-BAAE-76D7B38836FE}" dt="2024-10-29T13:38:30.556" v="3628" actId="20577"/>
        <pc:sldMkLst>
          <pc:docMk/>
          <pc:sldMk cId="514611781" sldId="1584"/>
        </pc:sldMkLst>
      </pc:sldChg>
      <pc:sldChg chg="addSp modSp new mod">
        <pc:chgData name="Sanmukh Kuppannagari" userId="ad215094-da36-4b66-9c79-369a17aea26b" providerId="ADAL" clId="{EDB5FD90-1BFF-4AEF-BAAE-76D7B38836FE}" dt="2024-10-29T13:26:14.941" v="2877" actId="20577"/>
        <pc:sldMkLst>
          <pc:docMk/>
          <pc:sldMk cId="1104593775" sldId="1585"/>
        </pc:sldMkLst>
      </pc:sldChg>
      <pc:sldChg chg="addSp modSp new mod">
        <pc:chgData name="Sanmukh Kuppannagari" userId="ad215094-da36-4b66-9c79-369a17aea26b" providerId="ADAL" clId="{EDB5FD90-1BFF-4AEF-BAAE-76D7B38836FE}" dt="2024-10-29T13:29:12.697" v="3164" actId="20577"/>
        <pc:sldMkLst>
          <pc:docMk/>
          <pc:sldMk cId="1949565610" sldId="1586"/>
        </pc:sldMkLst>
      </pc:sldChg>
      <pc:sldChg chg="addSp delSp modSp new mod">
        <pc:chgData name="Sanmukh Kuppannagari" userId="ad215094-da36-4b66-9c79-369a17aea26b" providerId="ADAL" clId="{EDB5FD90-1BFF-4AEF-BAAE-76D7B38836FE}" dt="2024-10-29T13:30:45.588" v="3243" actId="27636"/>
        <pc:sldMkLst>
          <pc:docMk/>
          <pc:sldMk cId="1737341798" sldId="1587"/>
        </pc:sldMkLst>
      </pc:sldChg>
      <pc:sldChg chg="modSp new mod">
        <pc:chgData name="Sanmukh Kuppannagari" userId="ad215094-da36-4b66-9c79-369a17aea26b" providerId="ADAL" clId="{EDB5FD90-1BFF-4AEF-BAAE-76D7B38836FE}" dt="2024-10-29T13:32:02.103" v="3539" actId="20577"/>
        <pc:sldMkLst>
          <pc:docMk/>
          <pc:sldMk cId="1322974604" sldId="1588"/>
        </pc:sldMkLst>
      </pc:sldChg>
      <pc:sldChg chg="modSp new mod">
        <pc:chgData name="Sanmukh Kuppannagari" userId="ad215094-da36-4b66-9c79-369a17aea26b" providerId="ADAL" clId="{EDB5FD90-1BFF-4AEF-BAAE-76D7B38836FE}" dt="2024-10-29T13:42:31.336" v="3741" actId="20577"/>
        <pc:sldMkLst>
          <pc:docMk/>
          <pc:sldMk cId="2447559563" sldId="1589"/>
        </pc:sldMkLst>
      </pc:sldChg>
      <pc:sldChg chg="modSp add mod">
        <pc:chgData name="Sanmukh Kuppannagari" userId="ad215094-da36-4b66-9c79-369a17aea26b" providerId="ADAL" clId="{EDB5FD90-1BFF-4AEF-BAAE-76D7B38836FE}" dt="2024-10-29T13:48:39.351" v="3775" actId="27636"/>
        <pc:sldMkLst>
          <pc:docMk/>
          <pc:sldMk cId="1942984142" sldId="1590"/>
        </pc:sldMkLst>
      </pc:sldChg>
      <pc:sldChg chg="modSp add mod">
        <pc:chgData name="Sanmukh Kuppannagari" userId="ad215094-da36-4b66-9c79-369a17aea26b" providerId="ADAL" clId="{EDB5FD90-1BFF-4AEF-BAAE-76D7B38836FE}" dt="2024-10-29T13:53:32.956" v="3843" actId="255"/>
        <pc:sldMkLst>
          <pc:docMk/>
          <pc:sldMk cId="562871704" sldId="1591"/>
        </pc:sldMkLst>
      </pc:sldChg>
      <pc:sldChg chg="modSp add mod">
        <pc:chgData name="Sanmukh Kuppannagari" userId="ad215094-da36-4b66-9c79-369a17aea26b" providerId="ADAL" clId="{EDB5FD90-1BFF-4AEF-BAAE-76D7B38836FE}" dt="2024-10-29T13:55:53.978" v="3894" actId="27636"/>
        <pc:sldMkLst>
          <pc:docMk/>
          <pc:sldMk cId="127211946" sldId="1592"/>
        </pc:sldMkLst>
      </pc:sldChg>
      <pc:sldChg chg="modSp new mod">
        <pc:chgData name="Sanmukh Kuppannagari" userId="ad215094-da36-4b66-9c79-369a17aea26b" providerId="ADAL" clId="{EDB5FD90-1BFF-4AEF-BAAE-76D7B38836FE}" dt="2024-10-29T13:57:50.004" v="3939" actId="20577"/>
        <pc:sldMkLst>
          <pc:docMk/>
          <pc:sldMk cId="2765769096" sldId="1593"/>
        </pc:sldMkLst>
      </pc:sldChg>
    </pc:docChg>
  </pc:docChgLst>
  <pc:docChgLst>
    <pc:chgData name="Sanmukh Kuppannagari" userId="ad215094-da36-4b66-9c79-369a17aea26b" providerId="ADAL" clId="{C5355D82-D5E0-4131-B258-EC764CF19DC6}"/>
    <pc:docChg chg="undo redo custSel addSld delSld modSld sldOrd">
      <pc:chgData name="Sanmukh Kuppannagari" userId="ad215094-da36-4b66-9c79-369a17aea26b" providerId="ADAL" clId="{C5355D82-D5E0-4131-B258-EC764CF19DC6}" dt="2024-11-05T14:17:38.530" v="6263" actId="1076"/>
      <pc:docMkLst>
        <pc:docMk/>
      </pc:docMkLst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1916898" sldId="45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601988511" sldId="46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81577837" sldId="46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87406926" sldId="46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59536501" sldId="47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20898153" sldId="47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5937722" sldId="48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28985008" sldId="48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919993" sldId="50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2526672" sldId="50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638767231" sldId="50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237676536" sldId="506"/>
        </pc:sldMkLst>
      </pc:sldChg>
      <pc:sldChg chg="addSp modSp add mod">
        <pc:chgData name="Sanmukh Kuppannagari" userId="ad215094-da36-4b66-9c79-369a17aea26b" providerId="ADAL" clId="{C5355D82-D5E0-4131-B258-EC764CF19DC6}" dt="2024-11-05T13:41:40.218" v="4643" actId="2057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C5355D82-D5E0-4131-B258-EC764CF19DC6}" dt="2024-11-05T04:02:33.288" v="3716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C5355D82-D5E0-4131-B258-EC764CF19DC6}" dt="2024-11-05T02:16:31.647" v="63" actId="20577"/>
        <pc:sldMkLst>
          <pc:docMk/>
          <pc:sldMk cId="3183358524" sldId="1568"/>
        </pc:sldMkLst>
      </pc:sldChg>
      <pc:sldChg chg="add">
        <pc:chgData name="Sanmukh Kuppannagari" userId="ad215094-da36-4b66-9c79-369a17aea26b" providerId="ADAL" clId="{C5355D82-D5E0-4131-B258-EC764CF19DC6}" dt="2024-11-05T02:22:38.841" v="339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5355D82-D5E0-4131-B258-EC764CF19DC6}" dt="2024-11-05T02:16:59.908" v="144" actId="20577"/>
        <pc:sldMkLst>
          <pc:docMk/>
          <pc:sldMk cId="3018800808" sldId="1570"/>
        </pc:sldMkLst>
      </pc:sldChg>
      <pc:sldChg chg="modSp add">
        <pc:chgData name="Sanmukh Kuppannagari" userId="ad215094-da36-4b66-9c79-369a17aea26b" providerId="ADAL" clId="{C5355D82-D5E0-4131-B258-EC764CF19DC6}" dt="2024-11-05T02:23:46.269" v="384" actId="2057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897900727" sldId="1578"/>
        </pc:sldMkLst>
      </pc:sldChg>
      <pc:sldChg chg="modSp mod">
        <pc:chgData name="Sanmukh Kuppannagari" userId="ad215094-da36-4b66-9c79-369a17aea26b" providerId="ADAL" clId="{C5355D82-D5E0-4131-B258-EC764CF19DC6}" dt="2024-11-05T02:18:04.062" v="288"/>
        <pc:sldMkLst>
          <pc:docMk/>
          <pc:sldMk cId="1526805434" sldId="1592"/>
        </pc:sldMkLst>
      </pc:sldChg>
      <pc:sldChg chg="modSp del mod">
        <pc:chgData name="Sanmukh Kuppannagari" userId="ad215094-da36-4b66-9c79-369a17aea26b" providerId="ADAL" clId="{C5355D82-D5E0-4131-B258-EC764CF19DC6}" dt="2024-11-05T02:17:52.778" v="287" actId="4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563867407" sldId="15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367162041" sldId="15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508594656" sldId="1596"/>
        </pc:sldMkLst>
      </pc:sldChg>
      <pc:sldChg chg="modSp new mod ord">
        <pc:chgData name="Sanmukh Kuppannagari" userId="ad215094-da36-4b66-9c79-369a17aea26b" providerId="ADAL" clId="{C5355D82-D5E0-4131-B258-EC764CF19DC6}" dt="2024-11-05T02:26:18.623" v="637" actId="20577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C5355D82-D5E0-4131-B258-EC764CF19DC6}" dt="2024-11-05T02:32:17.824" v="731" actId="113"/>
        <pc:sldMkLst>
          <pc:docMk/>
          <pc:sldMk cId="2466826485" sldId="1599"/>
        </pc:sldMkLst>
      </pc:sldChg>
      <pc:sldChg chg="modSp new mod">
        <pc:chgData name="Sanmukh Kuppannagari" userId="ad215094-da36-4b66-9c79-369a17aea26b" providerId="ADAL" clId="{C5355D82-D5E0-4131-B258-EC764CF19DC6}" dt="2024-11-05T03:27:15.179" v="3071" actId="20577"/>
        <pc:sldMkLst>
          <pc:docMk/>
          <pc:sldMk cId="3797456560" sldId="1600"/>
        </pc:sldMkLst>
      </pc:sldChg>
      <pc:sldChg chg="addSp modSp add mod">
        <pc:chgData name="Sanmukh Kuppannagari" userId="ad215094-da36-4b66-9c79-369a17aea26b" providerId="ADAL" clId="{C5355D82-D5E0-4131-B258-EC764CF19DC6}" dt="2024-11-05T02:44:37.953" v="1194" actId="1076"/>
        <pc:sldMkLst>
          <pc:docMk/>
          <pc:sldMk cId="693005505" sldId="1601"/>
        </pc:sldMkLst>
      </pc:sldChg>
      <pc:sldChg chg="modSp new mod">
        <pc:chgData name="Sanmukh Kuppannagari" userId="ad215094-da36-4b66-9c79-369a17aea26b" providerId="ADAL" clId="{C5355D82-D5E0-4131-B258-EC764CF19DC6}" dt="2024-11-05T03:22:06.453" v="3063" actId="20577"/>
        <pc:sldMkLst>
          <pc:docMk/>
          <pc:sldMk cId="3313563272" sldId="1602"/>
        </pc:sldMkLst>
      </pc:sldChg>
      <pc:sldChg chg="addSp delSp modSp add mod">
        <pc:chgData name="Sanmukh Kuppannagari" userId="ad215094-da36-4b66-9c79-369a17aea26b" providerId="ADAL" clId="{C5355D82-D5E0-4131-B258-EC764CF19DC6}" dt="2024-11-05T02:48:36.821" v="1401" actId="207"/>
        <pc:sldMkLst>
          <pc:docMk/>
          <pc:sldMk cId="3907449202" sldId="1603"/>
        </pc:sldMkLst>
      </pc:sldChg>
      <pc:sldChg chg="modSp add">
        <pc:chgData name="Sanmukh Kuppannagari" userId="ad215094-da36-4b66-9c79-369a17aea26b" providerId="ADAL" clId="{C5355D82-D5E0-4131-B258-EC764CF19DC6}" dt="2024-11-05T02:48:32.622" v="1400" actId="207"/>
        <pc:sldMkLst>
          <pc:docMk/>
          <pc:sldMk cId="1261395334" sldId="1604"/>
        </pc:sldMkLst>
      </pc:sldChg>
      <pc:sldChg chg="modSp add mod ord">
        <pc:chgData name="Sanmukh Kuppannagari" userId="ad215094-da36-4b66-9c79-369a17aea26b" providerId="ADAL" clId="{C5355D82-D5E0-4131-B258-EC764CF19DC6}" dt="2024-11-05T03:10:31.052" v="2519" actId="27636"/>
        <pc:sldMkLst>
          <pc:docMk/>
          <pc:sldMk cId="3986643695" sldId="1605"/>
        </pc:sldMkLst>
      </pc:sldChg>
      <pc:sldChg chg="modSp add mod">
        <pc:chgData name="Sanmukh Kuppannagari" userId="ad215094-da36-4b66-9c79-369a17aea26b" providerId="ADAL" clId="{C5355D82-D5E0-4131-B258-EC764CF19DC6}" dt="2024-11-05T02:49:51.259" v="1481" actId="5793"/>
        <pc:sldMkLst>
          <pc:docMk/>
          <pc:sldMk cId="1680640391" sldId="1606"/>
        </pc:sldMkLst>
      </pc:sldChg>
      <pc:sldChg chg="modSp new mod">
        <pc:chgData name="Sanmukh Kuppannagari" userId="ad215094-da36-4b66-9c79-369a17aea26b" providerId="ADAL" clId="{C5355D82-D5E0-4131-B258-EC764CF19DC6}" dt="2024-11-05T02:57:34.541" v="1722" actId="20577"/>
        <pc:sldMkLst>
          <pc:docMk/>
          <pc:sldMk cId="399252937" sldId="1607"/>
        </pc:sldMkLst>
      </pc:sldChg>
      <pc:sldChg chg="addSp modSp new mod">
        <pc:chgData name="Sanmukh Kuppannagari" userId="ad215094-da36-4b66-9c79-369a17aea26b" providerId="ADAL" clId="{C5355D82-D5E0-4131-B258-EC764CF19DC6}" dt="2024-11-05T02:59:27.170" v="1980" actId="20577"/>
        <pc:sldMkLst>
          <pc:docMk/>
          <pc:sldMk cId="2267267742" sldId="1608"/>
        </pc:sldMkLst>
      </pc:sldChg>
      <pc:sldChg chg="addSp delSp modSp new mod">
        <pc:chgData name="Sanmukh Kuppannagari" userId="ad215094-da36-4b66-9c79-369a17aea26b" providerId="ADAL" clId="{C5355D82-D5E0-4131-B258-EC764CF19DC6}" dt="2024-11-05T03:01:38.365" v="1984"/>
        <pc:sldMkLst>
          <pc:docMk/>
          <pc:sldMk cId="3058626297" sldId="1609"/>
        </pc:sldMkLst>
      </pc:sldChg>
      <pc:sldChg chg="addSp delSp modSp new mod">
        <pc:chgData name="Sanmukh Kuppannagari" userId="ad215094-da36-4b66-9c79-369a17aea26b" providerId="ADAL" clId="{C5355D82-D5E0-4131-B258-EC764CF19DC6}" dt="2024-11-05T03:06:28.790" v="2356" actId="1076"/>
        <pc:sldMkLst>
          <pc:docMk/>
          <pc:sldMk cId="2780095048" sldId="1610"/>
        </pc:sldMkLst>
      </pc:sldChg>
      <pc:sldChg chg="modSp add mod">
        <pc:chgData name="Sanmukh Kuppannagari" userId="ad215094-da36-4b66-9c79-369a17aea26b" providerId="ADAL" clId="{C5355D82-D5E0-4131-B258-EC764CF19DC6}" dt="2024-11-05T03:06:16.301" v="2352" actId="20577"/>
        <pc:sldMkLst>
          <pc:docMk/>
          <pc:sldMk cId="4256113819" sldId="1611"/>
        </pc:sldMkLst>
      </pc:sldChg>
      <pc:sldChg chg="modSp new mod">
        <pc:chgData name="Sanmukh Kuppannagari" userId="ad215094-da36-4b66-9c79-369a17aea26b" providerId="ADAL" clId="{C5355D82-D5E0-4131-B258-EC764CF19DC6}" dt="2024-11-05T03:03:34.555" v="2045" actId="207"/>
        <pc:sldMkLst>
          <pc:docMk/>
          <pc:sldMk cId="2933520038" sldId="1612"/>
        </pc:sldMkLst>
      </pc:sldChg>
      <pc:sldChg chg="modSp add mod">
        <pc:chgData name="Sanmukh Kuppannagari" userId="ad215094-da36-4b66-9c79-369a17aea26b" providerId="ADAL" clId="{C5355D82-D5E0-4131-B258-EC764CF19DC6}" dt="2024-11-05T03:04:03.723" v="2092" actId="207"/>
        <pc:sldMkLst>
          <pc:docMk/>
          <pc:sldMk cId="406680847" sldId="1613"/>
        </pc:sldMkLst>
      </pc:sldChg>
      <pc:sldChg chg="modSp add mod">
        <pc:chgData name="Sanmukh Kuppannagari" userId="ad215094-da36-4b66-9c79-369a17aea26b" providerId="ADAL" clId="{C5355D82-D5E0-4131-B258-EC764CF19DC6}" dt="2024-11-05T03:06:42.176" v="2359" actId="20577"/>
        <pc:sldMkLst>
          <pc:docMk/>
          <pc:sldMk cId="921639447" sldId="1614"/>
        </pc:sldMkLst>
      </pc:sldChg>
      <pc:sldChg chg="modSp add mod">
        <pc:chgData name="Sanmukh Kuppannagari" userId="ad215094-da36-4b66-9c79-369a17aea26b" providerId="ADAL" clId="{C5355D82-D5E0-4131-B258-EC764CF19DC6}" dt="2024-11-05T03:11:05.996" v="2565" actId="20577"/>
        <pc:sldMkLst>
          <pc:docMk/>
          <pc:sldMk cId="905905525" sldId="1615"/>
        </pc:sldMkLst>
      </pc:sldChg>
      <pc:sldChg chg="modSp new mod">
        <pc:chgData name="Sanmukh Kuppannagari" userId="ad215094-da36-4b66-9c79-369a17aea26b" providerId="ADAL" clId="{C5355D82-D5E0-4131-B258-EC764CF19DC6}" dt="2024-11-05T03:13:27.209" v="2837" actId="20577"/>
        <pc:sldMkLst>
          <pc:docMk/>
          <pc:sldMk cId="4182474925" sldId="1616"/>
        </pc:sldMkLst>
      </pc:sldChg>
      <pc:sldChg chg="modSp add mod">
        <pc:chgData name="Sanmukh Kuppannagari" userId="ad215094-da36-4b66-9c79-369a17aea26b" providerId="ADAL" clId="{C5355D82-D5E0-4131-B258-EC764CF19DC6}" dt="2024-11-05T03:26:46.299" v="3065" actId="113"/>
        <pc:sldMkLst>
          <pc:docMk/>
          <pc:sldMk cId="2087289126" sldId="1617"/>
        </pc:sldMkLst>
      </pc:sldChg>
      <pc:sldChg chg="addSp delSp modSp add mod">
        <pc:chgData name="Sanmukh Kuppannagari" userId="ad215094-da36-4b66-9c79-369a17aea26b" providerId="ADAL" clId="{C5355D82-D5E0-4131-B258-EC764CF19DC6}" dt="2024-11-05T03:27:30.514" v="3080" actId="27636"/>
        <pc:sldMkLst>
          <pc:docMk/>
          <pc:sldMk cId="993807214" sldId="1618"/>
        </pc:sldMkLst>
      </pc:sldChg>
      <pc:sldChg chg="modSp new mod">
        <pc:chgData name="Sanmukh Kuppannagari" userId="ad215094-da36-4b66-9c79-369a17aea26b" providerId="ADAL" clId="{C5355D82-D5E0-4131-B258-EC764CF19DC6}" dt="2024-11-05T04:03:30.910" v="3717" actId="20577"/>
        <pc:sldMkLst>
          <pc:docMk/>
          <pc:sldMk cId="414805936" sldId="1619"/>
        </pc:sldMkLst>
      </pc:sldChg>
      <pc:sldChg chg="addSp delSp modSp new mod">
        <pc:chgData name="Sanmukh Kuppannagari" userId="ad215094-da36-4b66-9c79-369a17aea26b" providerId="ADAL" clId="{C5355D82-D5E0-4131-B258-EC764CF19DC6}" dt="2024-11-05T03:46:17.417" v="3344" actId="14100"/>
        <pc:sldMkLst>
          <pc:docMk/>
          <pc:sldMk cId="1714458313" sldId="1620"/>
        </pc:sldMkLst>
      </pc:sldChg>
      <pc:sldChg chg="addSp modSp add mod">
        <pc:chgData name="Sanmukh Kuppannagari" userId="ad215094-da36-4b66-9c79-369a17aea26b" providerId="ADAL" clId="{C5355D82-D5E0-4131-B258-EC764CF19DC6}" dt="2024-11-05T03:47:54.927" v="3441" actId="20577"/>
        <pc:sldMkLst>
          <pc:docMk/>
          <pc:sldMk cId="2562125515" sldId="1621"/>
        </pc:sldMkLst>
      </pc:sldChg>
      <pc:sldChg chg="addSp modSp add mod">
        <pc:chgData name="Sanmukh Kuppannagari" userId="ad215094-da36-4b66-9c79-369a17aea26b" providerId="ADAL" clId="{C5355D82-D5E0-4131-B258-EC764CF19DC6}" dt="2024-11-05T03:48:58.851" v="3528" actId="20577"/>
        <pc:sldMkLst>
          <pc:docMk/>
          <pc:sldMk cId="4214346942" sldId="1622"/>
        </pc:sldMkLst>
      </pc:sldChg>
      <pc:sldChg chg="addSp delSp modSp new mod">
        <pc:chgData name="Sanmukh Kuppannagari" userId="ad215094-da36-4b66-9c79-369a17aea26b" providerId="ADAL" clId="{C5355D82-D5E0-4131-B258-EC764CF19DC6}" dt="2024-11-05T13:33:33.560" v="4056" actId="14100"/>
        <pc:sldMkLst>
          <pc:docMk/>
          <pc:sldMk cId="1160332016" sldId="1623"/>
        </pc:sldMkLst>
      </pc:sldChg>
      <pc:sldChg chg="delSp modSp add mod">
        <pc:chgData name="Sanmukh Kuppannagari" userId="ad215094-da36-4b66-9c79-369a17aea26b" providerId="ADAL" clId="{C5355D82-D5E0-4131-B258-EC764CF19DC6}" dt="2024-11-05T13:37:54.565" v="4615" actId="20577"/>
        <pc:sldMkLst>
          <pc:docMk/>
          <pc:sldMk cId="980671827" sldId="1624"/>
        </pc:sldMkLst>
      </pc:sldChg>
      <pc:sldChg chg="addSp modSp add mod">
        <pc:chgData name="Sanmukh Kuppannagari" userId="ad215094-da36-4b66-9c79-369a17aea26b" providerId="ADAL" clId="{C5355D82-D5E0-4131-B258-EC764CF19DC6}" dt="2024-11-05T13:39:07.965" v="4622" actId="14100"/>
        <pc:sldMkLst>
          <pc:docMk/>
          <pc:sldMk cId="157613999" sldId="1625"/>
        </pc:sldMkLst>
      </pc:sldChg>
      <pc:sldChg chg="addSp delSp modSp add mod">
        <pc:chgData name="Sanmukh Kuppannagari" userId="ad215094-da36-4b66-9c79-369a17aea26b" providerId="ADAL" clId="{C5355D82-D5E0-4131-B258-EC764CF19DC6}" dt="2024-11-05T13:49:18.579" v="4685" actId="478"/>
        <pc:sldMkLst>
          <pc:docMk/>
          <pc:sldMk cId="3294109236" sldId="1626"/>
        </pc:sldMkLst>
      </pc:sldChg>
      <pc:sldChg chg="addSp delSp modSp add mod">
        <pc:chgData name="Sanmukh Kuppannagari" userId="ad215094-da36-4b66-9c79-369a17aea26b" providerId="ADAL" clId="{C5355D82-D5E0-4131-B258-EC764CF19DC6}" dt="2024-11-05T14:00:05.744" v="5129" actId="1036"/>
        <pc:sldMkLst>
          <pc:docMk/>
          <pc:sldMk cId="2829692619" sldId="1627"/>
        </pc:sldMkLst>
      </pc:sldChg>
      <pc:sldChg chg="modSp add mod">
        <pc:chgData name="Sanmukh Kuppannagari" userId="ad215094-da36-4b66-9c79-369a17aea26b" providerId="ADAL" clId="{C5355D82-D5E0-4131-B258-EC764CF19DC6}" dt="2024-11-05T14:01:03.095" v="5237" actId="20577"/>
        <pc:sldMkLst>
          <pc:docMk/>
          <pc:sldMk cId="2811330501" sldId="1628"/>
        </pc:sldMkLst>
      </pc:sldChg>
      <pc:sldChg chg="delSp modSp add mod">
        <pc:chgData name="Sanmukh Kuppannagari" userId="ad215094-da36-4b66-9c79-369a17aea26b" providerId="ADAL" clId="{C5355D82-D5E0-4131-B258-EC764CF19DC6}" dt="2024-11-05T14:04:36.458" v="5452" actId="113"/>
        <pc:sldMkLst>
          <pc:docMk/>
          <pc:sldMk cId="3815602038" sldId="1629"/>
        </pc:sldMkLst>
      </pc:sldChg>
      <pc:sldChg chg="modSp add mod">
        <pc:chgData name="Sanmukh Kuppannagari" userId="ad215094-da36-4b66-9c79-369a17aea26b" providerId="ADAL" clId="{C5355D82-D5E0-4131-B258-EC764CF19DC6}" dt="2024-11-05T14:05:45.120" v="5576" actId="207"/>
        <pc:sldMkLst>
          <pc:docMk/>
          <pc:sldMk cId="2883496550" sldId="1630"/>
        </pc:sldMkLst>
      </pc:sldChg>
      <pc:sldChg chg="addSp modSp add mod">
        <pc:chgData name="Sanmukh Kuppannagari" userId="ad215094-da36-4b66-9c79-369a17aea26b" providerId="ADAL" clId="{C5355D82-D5E0-4131-B258-EC764CF19DC6}" dt="2024-11-05T14:06:54.834" v="5584" actId="207"/>
        <pc:sldMkLst>
          <pc:docMk/>
          <pc:sldMk cId="1288722780" sldId="1631"/>
        </pc:sldMkLst>
      </pc:sldChg>
      <pc:sldChg chg="modSp add mod">
        <pc:chgData name="Sanmukh Kuppannagari" userId="ad215094-da36-4b66-9c79-369a17aea26b" providerId="ADAL" clId="{C5355D82-D5E0-4131-B258-EC764CF19DC6}" dt="2024-11-05T14:16:30.888" v="6223" actId="207"/>
        <pc:sldMkLst>
          <pc:docMk/>
          <pc:sldMk cId="977554441" sldId="1632"/>
        </pc:sldMkLst>
      </pc:sldChg>
      <pc:sldChg chg="modSp add mod">
        <pc:chgData name="Sanmukh Kuppannagari" userId="ad215094-da36-4b66-9c79-369a17aea26b" providerId="ADAL" clId="{C5355D82-D5E0-4131-B258-EC764CF19DC6}" dt="2024-11-05T14:08:50.244" v="5656" actId="1076"/>
        <pc:sldMkLst>
          <pc:docMk/>
          <pc:sldMk cId="436635294" sldId="1633"/>
        </pc:sldMkLst>
      </pc:sldChg>
      <pc:sldChg chg="modSp new mod">
        <pc:chgData name="Sanmukh Kuppannagari" userId="ad215094-da36-4b66-9c79-369a17aea26b" providerId="ADAL" clId="{C5355D82-D5E0-4131-B258-EC764CF19DC6}" dt="2024-11-05T14:12:08.020" v="5984" actId="20577"/>
        <pc:sldMkLst>
          <pc:docMk/>
          <pc:sldMk cId="2916696527" sldId="1634"/>
        </pc:sldMkLst>
      </pc:sldChg>
      <pc:sldChg chg="modSp add mod">
        <pc:chgData name="Sanmukh Kuppannagari" userId="ad215094-da36-4b66-9c79-369a17aea26b" providerId="ADAL" clId="{C5355D82-D5E0-4131-B258-EC764CF19DC6}" dt="2024-11-05T14:13:09.825" v="6105" actId="20577"/>
        <pc:sldMkLst>
          <pc:docMk/>
          <pc:sldMk cId="2093206662" sldId="1635"/>
        </pc:sldMkLst>
      </pc:sldChg>
      <pc:sldChg chg="addSp modSp add mod">
        <pc:chgData name="Sanmukh Kuppannagari" userId="ad215094-da36-4b66-9c79-369a17aea26b" providerId="ADAL" clId="{C5355D82-D5E0-4131-B258-EC764CF19DC6}" dt="2024-11-05T14:17:38.530" v="6263" actId="1076"/>
        <pc:sldMkLst>
          <pc:docMk/>
          <pc:sldMk cId="1357504419" sldId="1636"/>
        </pc:sldMkLst>
      </pc:sldChg>
    </pc:docChg>
  </pc:docChgLst>
  <pc:docChgLst>
    <pc:chgData name="Sanmukh Kuppannagari" userId="ad215094-da36-4b66-9c79-369a17aea26b" providerId="ADAL" clId="{528C29D1-CE29-4187-B8B6-1D010D39143C}"/>
    <pc:docChg chg="undo custSel addSld delSld modSld">
      <pc:chgData name="Sanmukh Kuppannagari" userId="ad215094-da36-4b66-9c79-369a17aea26b" providerId="ADAL" clId="{528C29D1-CE29-4187-B8B6-1D010D39143C}" dt="2024-11-19T18:53:25.791" v="2935" actId="20577"/>
      <pc:docMkLst>
        <pc:docMk/>
      </pc:docMkLst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642091756" sldId="27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597565292" sldId="27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524082761" sldId="306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583269833" sldId="33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81682477" sldId="33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702116543" sldId="33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009248266" sldId="33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39992507" sldId="335"/>
        </pc:sldMkLst>
      </pc:sldChg>
      <pc:sldChg chg="modSp mod">
        <pc:chgData name="Sanmukh Kuppannagari" userId="ad215094-da36-4b66-9c79-369a17aea26b" providerId="ADAL" clId="{528C29D1-CE29-4187-B8B6-1D010D39143C}" dt="2024-11-19T18:31:17.466" v="2090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669932227" sldId="40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532226765" sldId="40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69614656" sldId="404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404695635" sldId="407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864559443" sldId="408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058244021" sldId="409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64297978" sldId="410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2578242728" sldId="41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649591942" sldId="41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1127968122" sldId="413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902944658" sldId="1309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692720287" sldId="1311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4072723455" sldId="1312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830590251" sldId="1313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979417289" sldId="1314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238687387" sldId="1316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105581169" sldId="1317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1626710577" sldId="1318"/>
        </pc:sldMkLst>
      </pc:sldChg>
      <pc:sldChg chg="add del">
        <pc:chgData name="Sanmukh Kuppannagari" userId="ad215094-da36-4b66-9c79-369a17aea26b" providerId="ADAL" clId="{528C29D1-CE29-4187-B8B6-1D010D39143C}" dt="2024-11-19T13:40:58.737" v="318" actId="47"/>
        <pc:sldMkLst>
          <pc:docMk/>
          <pc:sldMk cId="2589855805" sldId="1319"/>
        </pc:sldMkLst>
      </pc:sldChg>
      <pc:sldChg chg="add">
        <pc:chgData name="Sanmukh Kuppannagari" userId="ad215094-da36-4b66-9c79-369a17aea26b" providerId="ADAL" clId="{528C29D1-CE29-4187-B8B6-1D010D39143C}" dt="2024-11-19T13:40:14.838" v="317"/>
        <pc:sldMkLst>
          <pc:docMk/>
          <pc:sldMk cId="3870134566" sldId="1320"/>
        </pc:sldMkLst>
      </pc:sldChg>
      <pc:sldChg chg="add del">
        <pc:chgData name="Sanmukh Kuppannagari" userId="ad215094-da36-4b66-9c79-369a17aea26b" providerId="ADAL" clId="{528C29D1-CE29-4187-B8B6-1D010D39143C}" dt="2024-11-19T13:41:04.683" v="319" actId="47"/>
        <pc:sldMkLst>
          <pc:docMk/>
          <pc:sldMk cId="3443015343" sldId="1321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08815486" sldId="1322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927615945" sldId="1323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8302563" sldId="1324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558153898" sldId="1325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579584412" sldId="1326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1876399712" sldId="1327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577888197" sldId="132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3446468191" sldId="1329"/>
        </pc:sldMkLst>
      </pc:sldChg>
      <pc:sldChg chg="add del">
        <pc:chgData name="Sanmukh Kuppannagari" userId="ad215094-da36-4b66-9c79-369a17aea26b" providerId="ADAL" clId="{528C29D1-CE29-4187-B8B6-1D010D39143C}" dt="2024-11-19T13:41:45.188" v="323" actId="47"/>
        <pc:sldMkLst>
          <pc:docMk/>
          <pc:sldMk cId="3270243835" sldId="1330"/>
        </pc:sldMkLst>
      </pc:sldChg>
      <pc:sldChg chg="add del">
        <pc:chgData name="Sanmukh Kuppannagari" userId="ad215094-da36-4b66-9c79-369a17aea26b" providerId="ADAL" clId="{528C29D1-CE29-4187-B8B6-1D010D39143C}" dt="2024-11-19T13:41:45.188" v="323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528C29D1-CE29-4187-B8B6-1D010D39143C}" dt="2024-11-19T13:41:47.920" v="324" actId="47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3900386166" sldId="1333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466721343" sldId="1336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2532340766" sldId="1337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497537133" sldId="1338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996122636" sldId="1339"/>
        </pc:sldMkLst>
      </pc:sldChg>
      <pc:sldChg chg="add">
        <pc:chgData name="Sanmukh Kuppannagari" userId="ad215094-da36-4b66-9c79-369a17aea26b" providerId="ADAL" clId="{528C29D1-CE29-4187-B8B6-1D010D39143C}" dt="2024-11-19T13:43:05.009" v="327"/>
        <pc:sldMkLst>
          <pc:docMk/>
          <pc:sldMk cId="169773503" sldId="1340"/>
        </pc:sldMkLst>
      </pc:sldChg>
      <pc:sldChg chg="add">
        <pc:chgData name="Sanmukh Kuppannagari" userId="ad215094-da36-4b66-9c79-369a17aea26b" providerId="ADAL" clId="{528C29D1-CE29-4187-B8B6-1D010D39143C}" dt="2024-11-19T13:43:26.707" v="328"/>
        <pc:sldMkLst>
          <pc:docMk/>
          <pc:sldMk cId="1260582718" sldId="1341"/>
        </pc:sldMkLst>
      </pc:sldChg>
      <pc:sldChg chg="add">
        <pc:chgData name="Sanmukh Kuppannagari" userId="ad215094-da36-4b66-9c79-369a17aea26b" providerId="ADAL" clId="{528C29D1-CE29-4187-B8B6-1D010D39143C}" dt="2024-11-19T13:43:42.588" v="329"/>
        <pc:sldMkLst>
          <pc:docMk/>
          <pc:sldMk cId="3593875498" sldId="1342"/>
        </pc:sldMkLst>
      </pc:sldChg>
      <pc:sldChg chg="add">
        <pc:chgData name="Sanmukh Kuppannagari" userId="ad215094-da36-4b66-9c79-369a17aea26b" providerId="ADAL" clId="{528C29D1-CE29-4187-B8B6-1D010D39143C}" dt="2024-11-19T13:43:42.588" v="329"/>
        <pc:sldMkLst>
          <pc:docMk/>
          <pc:sldMk cId="1708815900" sldId="1343"/>
        </pc:sldMkLst>
      </pc:sldChg>
      <pc:sldChg chg="add">
        <pc:chgData name="Sanmukh Kuppannagari" userId="ad215094-da36-4b66-9c79-369a17aea26b" providerId="ADAL" clId="{528C29D1-CE29-4187-B8B6-1D010D39143C}" dt="2024-11-19T13:44:45.831" v="330"/>
        <pc:sldMkLst>
          <pc:docMk/>
          <pc:sldMk cId="140214840" sldId="1344"/>
        </pc:sldMkLst>
      </pc:sldChg>
      <pc:sldChg chg="modSp add mod">
        <pc:chgData name="Sanmukh Kuppannagari" userId="ad215094-da36-4b66-9c79-369a17aea26b" providerId="ADAL" clId="{528C29D1-CE29-4187-B8B6-1D010D39143C}" dt="2024-11-19T14:15:51.049" v="523" actId="27636"/>
        <pc:sldMkLst>
          <pc:docMk/>
          <pc:sldMk cId="1735336091" sldId="1345"/>
        </pc:sldMkLst>
      </pc:sldChg>
      <pc:sldChg chg="add">
        <pc:chgData name="Sanmukh Kuppannagari" userId="ad215094-da36-4b66-9c79-369a17aea26b" providerId="ADAL" clId="{528C29D1-CE29-4187-B8B6-1D010D39143C}" dt="2024-11-19T13:44:45.831" v="330"/>
        <pc:sldMkLst>
          <pc:docMk/>
          <pc:sldMk cId="4216633815" sldId="1346"/>
        </pc:sldMkLst>
      </pc:sldChg>
      <pc:sldChg chg="del">
        <pc:chgData name="Sanmukh Kuppannagari" userId="ad215094-da36-4b66-9c79-369a17aea26b" providerId="ADAL" clId="{528C29D1-CE29-4187-B8B6-1D010D39143C}" dt="2024-11-19T13:37:20.222" v="307" actId="4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3584237781" sldId="1581"/>
        </pc:sldMkLst>
      </pc:sldChg>
      <pc:sldChg chg="modSp mod">
        <pc:chgData name="Sanmukh Kuppannagari" userId="ad215094-da36-4b66-9c79-369a17aea26b" providerId="ADAL" clId="{528C29D1-CE29-4187-B8B6-1D010D39143C}" dt="2024-11-19T13:35:52.303" v="77" actId="20577"/>
        <pc:sldMkLst>
          <pc:docMk/>
          <pc:sldMk cId="1192058284" sldId="1597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12375495" sldId="1598"/>
        </pc:sldMkLst>
      </pc:sldChg>
      <pc:sldChg chg="del">
        <pc:chgData name="Sanmukh Kuppannagari" userId="ad215094-da36-4b66-9c79-369a17aea26b" providerId="ADAL" clId="{528C29D1-CE29-4187-B8B6-1D010D39143C}" dt="2024-11-19T13:37:57.856" v="308" actId="47"/>
        <pc:sldMkLst>
          <pc:docMk/>
          <pc:sldMk cId="1090682070" sldId="1599"/>
        </pc:sldMkLst>
      </pc:sldChg>
      <pc:sldChg chg="del">
        <pc:chgData name="Sanmukh Kuppannagari" userId="ad215094-da36-4b66-9c79-369a17aea26b" providerId="ADAL" clId="{528C29D1-CE29-4187-B8B6-1D010D39143C}" dt="2024-11-19T13:38:02.336" v="309" actId="47"/>
        <pc:sldMkLst>
          <pc:docMk/>
          <pc:sldMk cId="475039163" sldId="1600"/>
        </pc:sldMkLst>
      </pc:sldChg>
      <pc:sldChg chg="del">
        <pc:chgData name="Sanmukh Kuppannagari" userId="ad215094-da36-4b66-9c79-369a17aea26b" providerId="ADAL" clId="{528C29D1-CE29-4187-B8B6-1D010D39143C}" dt="2024-11-19T13:38:02.336" v="309" actId="47"/>
        <pc:sldMkLst>
          <pc:docMk/>
          <pc:sldMk cId="2785231721" sldId="1601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804253948" sldId="1603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421394120" sldId="1604"/>
        </pc:sldMkLst>
      </pc:sldChg>
      <pc:sldChg chg="add del">
        <pc:chgData name="Sanmukh Kuppannagari" userId="ad215094-da36-4b66-9c79-369a17aea26b" providerId="ADAL" clId="{528C29D1-CE29-4187-B8B6-1D010D39143C}" dt="2024-11-19T13:41:08.726" v="320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643544049" sldId="1605"/>
        </pc:sldMkLst>
      </pc:sldChg>
      <pc:sldChg chg="add del">
        <pc:chgData name="Sanmukh Kuppannagari" userId="ad215094-da36-4b66-9c79-369a17aea26b" providerId="ADAL" clId="{528C29D1-CE29-4187-B8B6-1D010D39143C}" dt="2024-11-19T13:41:12.270" v="321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120214722" sldId="1606"/>
        </pc:sldMkLst>
      </pc:sldChg>
      <pc:sldChg chg="add del">
        <pc:chgData name="Sanmukh Kuppannagari" userId="ad215094-da36-4b66-9c79-369a17aea26b" providerId="ADAL" clId="{528C29D1-CE29-4187-B8B6-1D010D39143C}" dt="2024-11-19T13:41:12.270" v="321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528C29D1-CE29-4187-B8B6-1D010D39143C}" dt="2024-11-19T13:38:22.860" v="311" actId="47"/>
        <pc:sldMkLst>
          <pc:docMk/>
          <pc:sldMk cId="3461917726" sldId="160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149257190" sldId="1608"/>
        </pc:sldMkLst>
      </pc:sldChg>
      <pc:sldChg chg="add del">
        <pc:chgData name="Sanmukh Kuppannagari" userId="ad215094-da36-4b66-9c79-369a17aea26b" providerId="ADAL" clId="{528C29D1-CE29-4187-B8B6-1D010D39143C}" dt="2024-11-19T13:41:35.337" v="322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528C29D1-CE29-4187-B8B6-1D010D39143C}" dt="2024-11-19T13:38:22.860" v="311" actId="47"/>
        <pc:sldMkLst>
          <pc:docMk/>
          <pc:sldMk cId="1379342573" sldId="1609"/>
        </pc:sldMkLst>
      </pc:sldChg>
      <pc:sldChg chg="del">
        <pc:chgData name="Sanmukh Kuppannagari" userId="ad215094-da36-4b66-9c79-369a17aea26b" providerId="ADAL" clId="{528C29D1-CE29-4187-B8B6-1D010D39143C}" dt="2024-11-19T13:38:29.499" v="312" actId="47"/>
        <pc:sldMkLst>
          <pc:docMk/>
          <pc:sldMk cId="2951213884" sldId="1611"/>
        </pc:sldMkLst>
      </pc:sldChg>
      <pc:sldChg chg="add del">
        <pc:chgData name="Sanmukh Kuppannagari" userId="ad215094-da36-4b66-9c79-369a17aea26b" providerId="ADAL" clId="{528C29D1-CE29-4187-B8B6-1D010D39143C}" dt="2024-11-19T13:42:10.883" v="326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528C29D1-CE29-4187-B8B6-1D010D39143C}" dt="2024-11-19T13:38:29.499" v="312" actId="47"/>
        <pc:sldMkLst>
          <pc:docMk/>
          <pc:sldMk cId="3316601877" sldId="1612"/>
        </pc:sldMkLst>
      </pc:sldChg>
      <pc:sldChg chg="del">
        <pc:chgData name="Sanmukh Kuppannagari" userId="ad215094-da36-4b66-9c79-369a17aea26b" providerId="ADAL" clId="{528C29D1-CE29-4187-B8B6-1D010D39143C}" dt="2024-11-19T13:38:31.495" v="313" actId="47"/>
        <pc:sldMkLst>
          <pc:docMk/>
          <pc:sldMk cId="3021666502" sldId="1614"/>
        </pc:sldMkLst>
      </pc:sldChg>
      <pc:sldChg chg="del">
        <pc:chgData name="Sanmukh Kuppannagari" userId="ad215094-da36-4b66-9c79-369a17aea26b" providerId="ADAL" clId="{528C29D1-CE29-4187-B8B6-1D010D39143C}" dt="2024-11-19T13:38:39.184" v="315" actId="47"/>
        <pc:sldMkLst>
          <pc:docMk/>
          <pc:sldMk cId="2128413778" sldId="1618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4222402381" sldId="1619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3309648639" sldId="1620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2942664746" sldId="1621"/>
        </pc:sldMkLst>
      </pc:sldChg>
      <pc:sldChg chg="del">
        <pc:chgData name="Sanmukh Kuppannagari" userId="ad215094-da36-4b66-9c79-369a17aea26b" providerId="ADAL" clId="{528C29D1-CE29-4187-B8B6-1D010D39143C}" dt="2024-11-19T13:38:37.713" v="314" actId="47"/>
        <pc:sldMkLst>
          <pc:docMk/>
          <pc:sldMk cId="647233045" sldId="1622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89684657" sldId="162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891983392" sldId="162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563996213" sldId="1626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427531694" sldId="1627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693545577" sldId="1628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17902813" sldId="1629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276428753" sldId="1630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837863208" sldId="1631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49203635" sldId="1632"/>
        </pc:sldMkLst>
      </pc:sldChg>
      <pc:sldChg chg="del">
        <pc:chgData name="Sanmukh Kuppannagari" userId="ad215094-da36-4b66-9c79-369a17aea26b" providerId="ADAL" clId="{528C29D1-CE29-4187-B8B6-1D010D39143C}" dt="2024-11-19T13:38:15.370" v="310" actId="47"/>
        <pc:sldMkLst>
          <pc:docMk/>
          <pc:sldMk cId="3709271481" sldId="1633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340671491" sldId="163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531528105" sldId="163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048197156" sldId="1636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284896461" sldId="1637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534865378" sldId="1638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202734532" sldId="1639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763043479" sldId="1640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435860006" sldId="1641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403037" sldId="1642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2495127272" sldId="1643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104868761" sldId="1644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3256962250" sldId="1645"/>
        </pc:sldMkLst>
      </pc:sldChg>
      <pc:sldChg chg="del">
        <pc:chgData name="Sanmukh Kuppannagari" userId="ad215094-da36-4b66-9c79-369a17aea26b" providerId="ADAL" clId="{528C29D1-CE29-4187-B8B6-1D010D39143C}" dt="2024-11-19T13:38:49.615" v="316" actId="47"/>
        <pc:sldMkLst>
          <pc:docMk/>
          <pc:sldMk cId="1334941399" sldId="1646"/>
        </pc:sldMkLst>
      </pc:sldChg>
      <pc:sldChg chg="modSp add mod">
        <pc:chgData name="Sanmukh Kuppannagari" userId="ad215094-da36-4b66-9c79-369a17aea26b" providerId="ADAL" clId="{528C29D1-CE29-4187-B8B6-1D010D39143C}" dt="2024-11-19T13:37:10.761" v="306" actId="207"/>
        <pc:sldMkLst>
          <pc:docMk/>
          <pc:sldMk cId="2439324064" sldId="1647"/>
        </pc:sldMkLst>
      </pc:sldChg>
      <pc:sldChg chg="modSp add mod">
        <pc:chgData name="Sanmukh Kuppannagari" userId="ad215094-da36-4b66-9c79-369a17aea26b" providerId="ADAL" clId="{528C29D1-CE29-4187-B8B6-1D010D39143C}" dt="2024-11-19T13:42:03.468" v="325" actId="113"/>
        <pc:sldMkLst>
          <pc:docMk/>
          <pc:sldMk cId="325795403" sldId="1648"/>
        </pc:sldMkLst>
      </pc:sldChg>
      <pc:sldChg chg="addSp delSp modSp new mod">
        <pc:chgData name="Sanmukh Kuppannagari" userId="ad215094-da36-4b66-9c79-369a17aea26b" providerId="ADAL" clId="{528C29D1-CE29-4187-B8B6-1D010D39143C}" dt="2024-11-19T14:08:23.612" v="430" actId="1076"/>
        <pc:sldMkLst>
          <pc:docMk/>
          <pc:sldMk cId="629571772" sldId="1649"/>
        </pc:sldMkLst>
      </pc:sldChg>
      <pc:sldChg chg="addSp modSp add mod">
        <pc:chgData name="Sanmukh Kuppannagari" userId="ad215094-da36-4b66-9c79-369a17aea26b" providerId="ADAL" clId="{528C29D1-CE29-4187-B8B6-1D010D39143C}" dt="2024-11-19T14:09:11.519" v="445" actId="14100"/>
        <pc:sldMkLst>
          <pc:docMk/>
          <pc:sldMk cId="3509061926" sldId="1650"/>
        </pc:sldMkLst>
      </pc:sldChg>
      <pc:sldChg chg="addSp delSp modSp add mod">
        <pc:chgData name="Sanmukh Kuppannagari" userId="ad215094-da36-4b66-9c79-369a17aea26b" providerId="ADAL" clId="{528C29D1-CE29-4187-B8B6-1D010D39143C}" dt="2024-11-19T14:14:38.043" v="502" actId="1076"/>
        <pc:sldMkLst>
          <pc:docMk/>
          <pc:sldMk cId="3103868854" sldId="1651"/>
        </pc:sldMkLst>
      </pc:sldChg>
      <pc:sldChg chg="addSp delSp modSp add mod">
        <pc:chgData name="Sanmukh Kuppannagari" userId="ad215094-da36-4b66-9c79-369a17aea26b" providerId="ADAL" clId="{528C29D1-CE29-4187-B8B6-1D010D39143C}" dt="2024-11-19T14:28:01.476" v="625" actId="478"/>
        <pc:sldMkLst>
          <pc:docMk/>
          <pc:sldMk cId="3566608380" sldId="1652"/>
        </pc:sldMkLst>
      </pc:sldChg>
      <pc:sldChg chg="addSp delSp modSp add mod">
        <pc:chgData name="Sanmukh Kuppannagari" userId="ad215094-da36-4b66-9c79-369a17aea26b" providerId="ADAL" clId="{528C29D1-CE29-4187-B8B6-1D010D39143C}" dt="2024-11-19T14:27:47.970" v="622" actId="478"/>
        <pc:sldMkLst>
          <pc:docMk/>
          <pc:sldMk cId="3410441757" sldId="1653"/>
        </pc:sldMkLst>
      </pc:sldChg>
      <pc:sldChg chg="delSp modSp add mod">
        <pc:chgData name="Sanmukh Kuppannagari" userId="ad215094-da36-4b66-9c79-369a17aea26b" providerId="ADAL" clId="{528C29D1-CE29-4187-B8B6-1D010D39143C}" dt="2024-11-19T14:27:36.242" v="619" actId="478"/>
        <pc:sldMkLst>
          <pc:docMk/>
          <pc:sldMk cId="3565801460" sldId="1654"/>
        </pc:sldMkLst>
      </pc:sldChg>
      <pc:sldChg chg="addSp delSp modSp add mod">
        <pc:chgData name="Sanmukh Kuppannagari" userId="ad215094-da36-4b66-9c79-369a17aea26b" providerId="ADAL" clId="{528C29D1-CE29-4187-B8B6-1D010D39143C}" dt="2024-11-19T14:27:24.030" v="616" actId="478"/>
        <pc:sldMkLst>
          <pc:docMk/>
          <pc:sldMk cId="569411649" sldId="1655"/>
        </pc:sldMkLst>
      </pc:sldChg>
      <pc:sldChg chg="modSp new mod">
        <pc:chgData name="Sanmukh Kuppannagari" userId="ad215094-da36-4b66-9c79-369a17aea26b" providerId="ADAL" clId="{528C29D1-CE29-4187-B8B6-1D010D39143C}" dt="2024-11-19T14:28:47.628" v="787" actId="20577"/>
        <pc:sldMkLst>
          <pc:docMk/>
          <pc:sldMk cId="4202834753" sldId="1656"/>
        </pc:sldMkLst>
      </pc:sldChg>
      <pc:sldChg chg="modSp new del mod">
        <pc:chgData name="Sanmukh Kuppannagari" userId="ad215094-da36-4b66-9c79-369a17aea26b" providerId="ADAL" clId="{528C29D1-CE29-4187-B8B6-1D010D39143C}" dt="2024-11-19T15:05:36.109" v="835" actId="47"/>
        <pc:sldMkLst>
          <pc:docMk/>
          <pc:sldMk cId="2864791458" sldId="1657"/>
        </pc:sldMkLst>
      </pc:sldChg>
      <pc:sldChg chg="addSp delSp modSp add mod">
        <pc:chgData name="Sanmukh Kuppannagari" userId="ad215094-da36-4b66-9c79-369a17aea26b" providerId="ADAL" clId="{528C29D1-CE29-4187-B8B6-1D010D39143C}" dt="2024-11-19T15:04:56.339" v="827" actId="1076"/>
        <pc:sldMkLst>
          <pc:docMk/>
          <pc:sldMk cId="2757975996" sldId="1658"/>
        </pc:sldMkLst>
      </pc:sldChg>
      <pc:sldChg chg="delSp modSp add mod">
        <pc:chgData name="Sanmukh Kuppannagari" userId="ad215094-da36-4b66-9c79-369a17aea26b" providerId="ADAL" clId="{528C29D1-CE29-4187-B8B6-1D010D39143C}" dt="2024-11-19T15:05:24.802" v="832" actId="478"/>
        <pc:sldMkLst>
          <pc:docMk/>
          <pc:sldMk cId="90552158" sldId="1659"/>
        </pc:sldMkLst>
      </pc:sldChg>
      <pc:sldChg chg="delSp modSp add mod">
        <pc:chgData name="Sanmukh Kuppannagari" userId="ad215094-da36-4b66-9c79-369a17aea26b" providerId="ADAL" clId="{528C29D1-CE29-4187-B8B6-1D010D39143C}" dt="2024-11-19T15:05:31.193" v="834" actId="478"/>
        <pc:sldMkLst>
          <pc:docMk/>
          <pc:sldMk cId="634936884" sldId="1660"/>
        </pc:sldMkLst>
      </pc:sldChg>
      <pc:sldChg chg="addSp modSp add mod">
        <pc:chgData name="Sanmukh Kuppannagari" userId="ad215094-da36-4b66-9c79-369a17aea26b" providerId="ADAL" clId="{528C29D1-CE29-4187-B8B6-1D010D39143C}" dt="2024-11-19T15:06:35.028" v="868" actId="1076"/>
        <pc:sldMkLst>
          <pc:docMk/>
          <pc:sldMk cId="844867581" sldId="1661"/>
        </pc:sldMkLst>
      </pc:sldChg>
      <pc:sldChg chg="delSp modSp add mod">
        <pc:chgData name="Sanmukh Kuppannagari" userId="ad215094-da36-4b66-9c79-369a17aea26b" providerId="ADAL" clId="{528C29D1-CE29-4187-B8B6-1D010D39143C}" dt="2024-11-19T15:06:57.937" v="877" actId="20577"/>
        <pc:sldMkLst>
          <pc:docMk/>
          <pc:sldMk cId="115172127" sldId="1662"/>
        </pc:sldMkLst>
      </pc:sldChg>
      <pc:sldChg chg="add del">
        <pc:chgData name="Sanmukh Kuppannagari" userId="ad215094-da36-4b66-9c79-369a17aea26b" providerId="ADAL" clId="{528C29D1-CE29-4187-B8B6-1D010D39143C}" dt="2024-11-19T15:06:42.989" v="870"/>
        <pc:sldMkLst>
          <pc:docMk/>
          <pc:sldMk cId="4276830592" sldId="1662"/>
        </pc:sldMkLst>
      </pc:sldChg>
      <pc:sldChg chg="modSp add mod">
        <pc:chgData name="Sanmukh Kuppannagari" userId="ad215094-da36-4b66-9c79-369a17aea26b" providerId="ADAL" clId="{528C29D1-CE29-4187-B8B6-1D010D39143C}" dt="2024-11-19T15:07:48.629" v="879" actId="207"/>
        <pc:sldMkLst>
          <pc:docMk/>
          <pc:sldMk cId="2860481367" sldId="1663"/>
        </pc:sldMkLst>
      </pc:sldChg>
      <pc:sldChg chg="modSp new mod">
        <pc:chgData name="Sanmukh Kuppannagari" userId="ad215094-da36-4b66-9c79-369a17aea26b" providerId="ADAL" clId="{528C29D1-CE29-4187-B8B6-1D010D39143C}" dt="2024-11-19T17:46:00.896" v="1051" actId="20577"/>
        <pc:sldMkLst>
          <pc:docMk/>
          <pc:sldMk cId="3913714320" sldId="1664"/>
        </pc:sldMkLst>
      </pc:sldChg>
      <pc:sldChg chg="addSp delSp modSp new mod">
        <pc:chgData name="Sanmukh Kuppannagari" userId="ad215094-da36-4b66-9c79-369a17aea26b" providerId="ADAL" clId="{528C29D1-CE29-4187-B8B6-1D010D39143C}" dt="2024-11-19T17:48:35.169" v="1083" actId="1076"/>
        <pc:sldMkLst>
          <pc:docMk/>
          <pc:sldMk cId="2280705995" sldId="1665"/>
        </pc:sldMkLst>
      </pc:sldChg>
      <pc:sldChg chg="addSp delSp modSp new mod">
        <pc:chgData name="Sanmukh Kuppannagari" userId="ad215094-da36-4b66-9c79-369a17aea26b" providerId="ADAL" clId="{528C29D1-CE29-4187-B8B6-1D010D39143C}" dt="2024-11-19T17:50:35.728" v="1144" actId="20577"/>
        <pc:sldMkLst>
          <pc:docMk/>
          <pc:sldMk cId="559113720" sldId="1666"/>
        </pc:sldMkLst>
      </pc:sldChg>
      <pc:sldChg chg="modSp new mod">
        <pc:chgData name="Sanmukh Kuppannagari" userId="ad215094-da36-4b66-9c79-369a17aea26b" providerId="ADAL" clId="{528C29D1-CE29-4187-B8B6-1D010D39143C}" dt="2024-11-19T17:52:09.201" v="1375" actId="20577"/>
        <pc:sldMkLst>
          <pc:docMk/>
          <pc:sldMk cId="2893181135" sldId="1667"/>
        </pc:sldMkLst>
      </pc:sldChg>
      <pc:sldChg chg="addSp delSp modSp new mod">
        <pc:chgData name="Sanmukh Kuppannagari" userId="ad215094-da36-4b66-9c79-369a17aea26b" providerId="ADAL" clId="{528C29D1-CE29-4187-B8B6-1D010D39143C}" dt="2024-11-19T18:25:19.981" v="1763" actId="20577"/>
        <pc:sldMkLst>
          <pc:docMk/>
          <pc:sldMk cId="3413577140" sldId="1668"/>
        </pc:sldMkLst>
      </pc:sldChg>
      <pc:sldChg chg="addSp delSp modSp add del mod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3815030335" sldId="1669"/>
        </pc:sldMkLst>
      </pc:sldChg>
      <pc:sldChg chg="modSp add del mod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2815702773" sldId="1670"/>
        </pc:sldMkLst>
      </pc:sldChg>
      <pc:sldChg chg="add del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3449109176" sldId="1671"/>
        </pc:sldMkLst>
      </pc:sldChg>
      <pc:sldChg chg="add del">
        <pc:chgData name="Sanmukh Kuppannagari" userId="ad215094-da36-4b66-9c79-369a17aea26b" providerId="ADAL" clId="{528C29D1-CE29-4187-B8B6-1D010D39143C}" dt="2024-11-19T18:24:24.458" v="1748" actId="47"/>
        <pc:sldMkLst>
          <pc:docMk/>
          <pc:sldMk cId="2543554174" sldId="1672"/>
        </pc:sldMkLst>
      </pc:sldChg>
      <pc:sldChg chg="addSp delSp modSp add mod">
        <pc:chgData name="Sanmukh Kuppannagari" userId="ad215094-da36-4b66-9c79-369a17aea26b" providerId="ADAL" clId="{528C29D1-CE29-4187-B8B6-1D010D39143C}" dt="2024-11-19T18:25:26.527" v="1767" actId="20577"/>
        <pc:sldMkLst>
          <pc:docMk/>
          <pc:sldMk cId="2153182924" sldId="1673"/>
        </pc:sldMkLst>
      </pc:sldChg>
      <pc:sldChg chg="addSp delSp modSp add mod">
        <pc:chgData name="Sanmukh Kuppannagari" userId="ad215094-da36-4b66-9c79-369a17aea26b" providerId="ADAL" clId="{528C29D1-CE29-4187-B8B6-1D010D39143C}" dt="2024-11-19T18:25:36.591" v="1770" actId="20577"/>
        <pc:sldMkLst>
          <pc:docMk/>
          <pc:sldMk cId="3684773157" sldId="1674"/>
        </pc:sldMkLst>
      </pc:sldChg>
      <pc:sldChg chg="addSp modSp add mod">
        <pc:chgData name="Sanmukh Kuppannagari" userId="ad215094-da36-4b66-9c79-369a17aea26b" providerId="ADAL" clId="{528C29D1-CE29-4187-B8B6-1D010D39143C}" dt="2024-11-19T18:25:49.161" v="1773" actId="20577"/>
        <pc:sldMkLst>
          <pc:docMk/>
          <pc:sldMk cId="4035147850" sldId="1675"/>
        </pc:sldMkLst>
      </pc:sldChg>
      <pc:sldChg chg="addSp modSp add mod">
        <pc:chgData name="Sanmukh Kuppannagari" userId="ad215094-da36-4b66-9c79-369a17aea26b" providerId="ADAL" clId="{528C29D1-CE29-4187-B8B6-1D010D39143C}" dt="2024-11-19T18:27:19.183" v="1810" actId="1076"/>
        <pc:sldMkLst>
          <pc:docMk/>
          <pc:sldMk cId="1363122755" sldId="1676"/>
        </pc:sldMkLst>
      </pc:sldChg>
      <pc:sldChg chg="modSp new mod">
        <pc:chgData name="Sanmukh Kuppannagari" userId="ad215094-da36-4b66-9c79-369a17aea26b" providerId="ADAL" clId="{528C29D1-CE29-4187-B8B6-1D010D39143C}" dt="2024-11-19T18:28:46.856" v="1867" actId="207"/>
        <pc:sldMkLst>
          <pc:docMk/>
          <pc:sldMk cId="1900301544" sldId="1677"/>
        </pc:sldMkLst>
      </pc:sldChg>
      <pc:sldChg chg="modSp add mod">
        <pc:chgData name="Sanmukh Kuppannagari" userId="ad215094-da36-4b66-9c79-369a17aea26b" providerId="ADAL" clId="{528C29D1-CE29-4187-B8B6-1D010D39143C}" dt="2024-11-19T18:29:49.660" v="1995" actId="207"/>
        <pc:sldMkLst>
          <pc:docMk/>
          <pc:sldMk cId="752778944" sldId="1678"/>
        </pc:sldMkLst>
      </pc:sldChg>
      <pc:sldChg chg="addSp delSp modSp new mod">
        <pc:chgData name="Sanmukh Kuppannagari" userId="ad215094-da36-4b66-9c79-369a17aea26b" providerId="ADAL" clId="{528C29D1-CE29-4187-B8B6-1D010D39143C}" dt="2024-11-19T18:46:59.285" v="2341" actId="21"/>
        <pc:sldMkLst>
          <pc:docMk/>
          <pc:sldMk cId="3679327180" sldId="1679"/>
        </pc:sldMkLst>
      </pc:sldChg>
      <pc:sldChg chg="addSp modSp add mod">
        <pc:chgData name="Sanmukh Kuppannagari" userId="ad215094-da36-4b66-9c79-369a17aea26b" providerId="ADAL" clId="{528C29D1-CE29-4187-B8B6-1D010D39143C}" dt="2024-11-19T18:48:08.140" v="2346" actId="14100"/>
        <pc:sldMkLst>
          <pc:docMk/>
          <pc:sldMk cId="4013768134" sldId="1680"/>
        </pc:sldMkLst>
      </pc:sldChg>
      <pc:sldChg chg="addSp delSp modSp add mod">
        <pc:chgData name="Sanmukh Kuppannagari" userId="ad215094-da36-4b66-9c79-369a17aea26b" providerId="ADAL" clId="{528C29D1-CE29-4187-B8B6-1D010D39143C}" dt="2024-11-19T18:50:52.337" v="2486" actId="14100"/>
        <pc:sldMkLst>
          <pc:docMk/>
          <pc:sldMk cId="3732570170" sldId="1681"/>
        </pc:sldMkLst>
      </pc:sldChg>
      <pc:sldChg chg="delSp modSp add mod">
        <pc:chgData name="Sanmukh Kuppannagari" userId="ad215094-da36-4b66-9c79-369a17aea26b" providerId="ADAL" clId="{528C29D1-CE29-4187-B8B6-1D010D39143C}" dt="2024-11-19T18:51:42.528" v="2604" actId="478"/>
        <pc:sldMkLst>
          <pc:docMk/>
          <pc:sldMk cId="3067607777" sldId="1682"/>
        </pc:sldMkLst>
      </pc:sldChg>
      <pc:sldChg chg="modSp new mod">
        <pc:chgData name="Sanmukh Kuppannagari" userId="ad215094-da36-4b66-9c79-369a17aea26b" providerId="ADAL" clId="{528C29D1-CE29-4187-B8B6-1D010D39143C}" dt="2024-11-19T18:53:25.791" v="2935" actId="20577"/>
        <pc:sldMkLst>
          <pc:docMk/>
          <pc:sldMk cId="2822009777" sldId="1683"/>
        </pc:sldMkLst>
      </pc:sldChg>
    </pc:docChg>
  </pc:docChgLst>
  <pc:docChgLst>
    <pc:chgData name="Sanmukh Kuppannagari" userId="ad215094-da36-4b66-9c79-369a17aea26b" providerId="ADAL" clId="{94588C01-ED5C-47EE-ABE4-8842AD10CC8E}"/>
    <pc:docChg chg="undo custSel addSld delSld modSld">
      <pc:chgData name="Sanmukh Kuppannagari" userId="ad215094-da36-4b66-9c79-369a17aea26b" providerId="ADAL" clId="{94588C01-ED5C-47EE-ABE4-8842AD10CC8E}" dt="2024-12-03T20:17:50.266" v="7147" actId="20577"/>
      <pc:docMkLst>
        <pc:docMk/>
      </pc:docMkLst>
      <pc:sldChg chg="modSp mod">
        <pc:chgData name="Sanmukh Kuppannagari" userId="ad215094-da36-4b66-9c79-369a17aea26b" providerId="ADAL" clId="{94588C01-ED5C-47EE-ABE4-8842AD10CC8E}" dt="2024-12-03T14:35:49.730" v="137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786365083" sldId="38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66039725" sldId="38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94588C01-ED5C-47EE-ABE4-8842AD10CC8E}" dt="2024-12-03T14:44:11.708" v="404"/>
        <pc:sldMkLst>
          <pc:docMk/>
          <pc:sldMk cId="1961584802" sldId="1275"/>
        </pc:sldMkLst>
      </pc:sldChg>
      <pc:sldChg chg="add">
        <pc:chgData name="Sanmukh Kuppannagari" userId="ad215094-da36-4b66-9c79-369a17aea26b" providerId="ADAL" clId="{94588C01-ED5C-47EE-ABE4-8842AD10CC8E}" dt="2024-12-03T14:44:32.609" v="405"/>
        <pc:sldMkLst>
          <pc:docMk/>
          <pc:sldMk cId="3562360487" sldId="1278"/>
        </pc:sldMkLst>
      </pc:sldChg>
      <pc:sldChg chg="add del">
        <pc:chgData name="Sanmukh Kuppannagari" userId="ad215094-da36-4b66-9c79-369a17aea26b" providerId="ADAL" clId="{94588C01-ED5C-47EE-ABE4-8842AD10CC8E}" dt="2024-12-03T14:49:09.828" v="828"/>
        <pc:sldMkLst>
          <pc:docMk/>
          <pc:sldMk cId="2172403354" sldId="1279"/>
        </pc:sldMkLst>
      </pc:sldChg>
      <pc:sldChg chg="add del">
        <pc:chgData name="Sanmukh Kuppannagari" userId="ad215094-da36-4b66-9c79-369a17aea26b" providerId="ADAL" clId="{94588C01-ED5C-47EE-ABE4-8842AD10CC8E}" dt="2024-12-03T14:49:09.828" v="828"/>
        <pc:sldMkLst>
          <pc:docMk/>
          <pc:sldMk cId="1610987264" sldId="128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99752863" sldId="1280"/>
        </pc:sldMkLst>
      </pc:sldChg>
      <pc:sldChg chg="add del">
        <pc:chgData name="Sanmukh Kuppannagari" userId="ad215094-da36-4b66-9c79-369a17aea26b" providerId="ADAL" clId="{94588C01-ED5C-47EE-ABE4-8842AD10CC8E}" dt="2024-12-03T18:16:45.183" v="4805" actId="47"/>
        <pc:sldMkLst>
          <pc:docMk/>
          <pc:sldMk cId="160474208" sldId="1290"/>
        </pc:sldMkLst>
      </pc:sldChg>
      <pc:sldChg chg="add del">
        <pc:chgData name="Sanmukh Kuppannagari" userId="ad215094-da36-4b66-9c79-369a17aea26b" providerId="ADAL" clId="{94588C01-ED5C-47EE-ABE4-8842AD10CC8E}" dt="2024-12-03T18:16:45.183" v="4805" actId="47"/>
        <pc:sldMkLst>
          <pc:docMk/>
          <pc:sldMk cId="2126787945" sldId="1291"/>
        </pc:sldMkLst>
      </pc:sldChg>
      <pc:sldChg chg="add del">
        <pc:chgData name="Sanmukh Kuppannagari" userId="ad215094-da36-4b66-9c79-369a17aea26b" providerId="ADAL" clId="{94588C01-ED5C-47EE-ABE4-8842AD10CC8E}" dt="2024-12-03T18:16:45.183" v="4805" actId="47"/>
        <pc:sldMkLst>
          <pc:docMk/>
          <pc:sldMk cId="558323587" sldId="1292"/>
        </pc:sldMkLst>
      </pc:sldChg>
      <pc:sldChg chg="add del">
        <pc:chgData name="Sanmukh Kuppannagari" userId="ad215094-da36-4b66-9c79-369a17aea26b" providerId="ADAL" clId="{94588C01-ED5C-47EE-ABE4-8842AD10CC8E}" dt="2024-12-03T18:16:45.183" v="4805" actId="47"/>
        <pc:sldMkLst>
          <pc:docMk/>
          <pc:sldMk cId="2385789035" sldId="129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558271014" sldId="129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735336091" sldId="134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216633815" sldId="134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02010999" sldId="135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28916360" sldId="135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694987608" sldId="136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94588C01-ED5C-47EE-ABE4-8842AD10CC8E}" dt="2024-12-03T14:44:32.609" v="405"/>
        <pc:sldMkLst>
          <pc:docMk/>
          <pc:sldMk cId="1118605567" sldId="141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94588C01-ED5C-47EE-ABE4-8842AD10CC8E}" dt="2024-12-03T14:44:42.392" v="406"/>
        <pc:sldMkLst>
          <pc:docMk/>
          <pc:sldMk cId="1136275556" sldId="141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81585255" sldId="143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320575543" sldId="143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73356031" sldId="143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141082296" sldId="143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24980005" sldId="1593"/>
        </pc:sldMkLst>
      </pc:sldChg>
      <pc:sldChg chg="modSp mod">
        <pc:chgData name="Sanmukh Kuppannagari" userId="ad215094-da36-4b66-9c79-369a17aea26b" providerId="ADAL" clId="{94588C01-ED5C-47EE-ABE4-8842AD10CC8E}" dt="2024-12-03T18:12:18.745" v="4679" actId="20577"/>
        <pc:sldMkLst>
          <pc:docMk/>
          <pc:sldMk cId="1192058284" sldId="159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538767218" sldId="159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15890226" sldId="159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96177746" sldId="160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871066500" sldId="160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93683495" sldId="160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702996159" sldId="160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81220505" sldId="160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797456560" sldId="162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93005505" sldId="162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313563272" sldId="162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07449202" sldId="162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61395334" sldId="163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94109236" sldId="163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29692619" sldId="163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11330501" sldId="163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815602038" sldId="163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83496550" sldId="163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88722780" sldId="163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77554441" sldId="163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57504419" sldId="163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36635294" sldId="163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916696527" sldId="164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83138431" sldId="164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337974634" sldId="164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32770037" sldId="164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82786581" sldId="164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245155834" sldId="164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844206030" sldId="164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29571772" sldId="164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09061926" sldId="165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103868854" sldId="165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66608380" sldId="165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410441757" sldId="165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565801460" sldId="165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202834753" sldId="165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757975996" sldId="165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90552158" sldId="165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634936884" sldId="166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413577140" sldId="166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153182924" sldId="167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684773157" sldId="167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163704085" sldId="167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19807900" sldId="167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192913568" sldId="167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804253948" sldId="167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21394120" sldId="168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79342573" sldId="168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881179489" sldId="168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22529482" sldId="168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165523036" sldId="168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283560415" sldId="1686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569411649" sldId="1687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844867581" sldId="1688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15172127" sldId="1689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35147850" sldId="1690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1363122755" sldId="1691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679327180" sldId="1692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013768134" sldId="1693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732570170" sldId="1694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3067607777" sldId="1695"/>
        </pc:sldMkLst>
      </pc:sldChg>
      <pc:sldChg chg="del">
        <pc:chgData name="Sanmukh Kuppannagari" userId="ad215094-da36-4b66-9c79-369a17aea26b" providerId="ADAL" clId="{94588C01-ED5C-47EE-ABE4-8842AD10CC8E}" dt="2024-12-03T14:38:14.246" v="301" actId="47"/>
        <pc:sldMkLst>
          <pc:docMk/>
          <pc:sldMk cId="416529129" sldId="1696"/>
        </pc:sldMkLst>
      </pc:sldChg>
      <pc:sldChg chg="modSp mod">
        <pc:chgData name="Sanmukh Kuppannagari" userId="ad215094-da36-4b66-9c79-369a17aea26b" providerId="ADAL" clId="{94588C01-ED5C-47EE-ABE4-8842AD10CC8E}" dt="2024-12-03T18:12:14.094" v="4678" actId="5793"/>
        <pc:sldMkLst>
          <pc:docMk/>
          <pc:sldMk cId="2271369768" sldId="1697"/>
        </pc:sldMkLst>
      </pc:sldChg>
      <pc:sldChg chg="del">
        <pc:chgData name="Sanmukh Kuppannagari" userId="ad215094-da36-4b66-9c79-369a17aea26b" providerId="ADAL" clId="{94588C01-ED5C-47EE-ABE4-8842AD10CC8E}" dt="2024-12-03T14:37:30.399" v="300" actId="47"/>
        <pc:sldMkLst>
          <pc:docMk/>
          <pc:sldMk cId="854473639" sldId="1698"/>
        </pc:sldMkLst>
      </pc:sldChg>
      <pc:sldChg chg="addSp delSp modSp new mod">
        <pc:chgData name="Sanmukh Kuppannagari" userId="ad215094-da36-4b66-9c79-369a17aea26b" providerId="ADAL" clId="{94588C01-ED5C-47EE-ABE4-8842AD10CC8E}" dt="2024-12-03T20:15:27.571" v="6836" actId="20577"/>
        <pc:sldMkLst>
          <pc:docMk/>
          <pc:sldMk cId="3919750674" sldId="1701"/>
        </pc:sldMkLst>
      </pc:sldChg>
      <pc:sldChg chg="modSp add mod">
        <pc:chgData name="Sanmukh Kuppannagari" userId="ad215094-da36-4b66-9c79-369a17aea26b" providerId="ADAL" clId="{94588C01-ED5C-47EE-ABE4-8842AD10CC8E}" dt="2024-12-03T18:12:27.998" v="4680" actId="20577"/>
        <pc:sldMkLst>
          <pc:docMk/>
          <pc:sldMk cId="4009682712" sldId="1702"/>
        </pc:sldMkLst>
      </pc:sldChg>
      <pc:sldChg chg="modSp new mod">
        <pc:chgData name="Sanmukh Kuppannagari" userId="ad215094-da36-4b66-9c79-369a17aea26b" providerId="ADAL" clId="{94588C01-ED5C-47EE-ABE4-8842AD10CC8E}" dt="2024-12-03T18:13:41.282" v="4788" actId="20577"/>
        <pc:sldMkLst>
          <pc:docMk/>
          <pc:sldMk cId="400465628" sldId="1703"/>
        </pc:sldMkLst>
      </pc:sldChg>
      <pc:sldChg chg="modSp new mod">
        <pc:chgData name="Sanmukh Kuppannagari" userId="ad215094-da36-4b66-9c79-369a17aea26b" providerId="ADAL" clId="{94588C01-ED5C-47EE-ABE4-8842AD10CC8E}" dt="2024-12-03T14:43:12.591" v="403" actId="20577"/>
        <pc:sldMkLst>
          <pc:docMk/>
          <pc:sldMk cId="2414632349" sldId="1704"/>
        </pc:sldMkLst>
      </pc:sldChg>
      <pc:sldChg chg="addSp modSp new mod">
        <pc:chgData name="Sanmukh Kuppannagari" userId="ad215094-da36-4b66-9c79-369a17aea26b" providerId="ADAL" clId="{94588C01-ED5C-47EE-ABE4-8842AD10CC8E}" dt="2024-12-03T15:14:07.957" v="882" actId="1076"/>
        <pc:sldMkLst>
          <pc:docMk/>
          <pc:sldMk cId="2479527321" sldId="1705"/>
        </pc:sldMkLst>
      </pc:sldChg>
      <pc:sldChg chg="modSp new mod">
        <pc:chgData name="Sanmukh Kuppannagari" userId="ad215094-da36-4b66-9c79-369a17aea26b" providerId="ADAL" clId="{94588C01-ED5C-47EE-ABE4-8842AD10CC8E}" dt="2024-12-03T15:24:19.639" v="1191" actId="20577"/>
        <pc:sldMkLst>
          <pc:docMk/>
          <pc:sldMk cId="585179409" sldId="1706"/>
        </pc:sldMkLst>
      </pc:sldChg>
      <pc:sldChg chg="modSp new mod">
        <pc:chgData name="Sanmukh Kuppannagari" userId="ad215094-da36-4b66-9c79-369a17aea26b" providerId="ADAL" clId="{94588C01-ED5C-47EE-ABE4-8842AD10CC8E}" dt="2024-12-03T15:30:46.728" v="1444" actId="20577"/>
        <pc:sldMkLst>
          <pc:docMk/>
          <pc:sldMk cId="3901244851" sldId="1707"/>
        </pc:sldMkLst>
      </pc:sldChg>
      <pc:sldChg chg="modSp new mod">
        <pc:chgData name="Sanmukh Kuppannagari" userId="ad215094-da36-4b66-9c79-369a17aea26b" providerId="ADAL" clId="{94588C01-ED5C-47EE-ABE4-8842AD10CC8E}" dt="2024-12-03T20:02:42.313" v="6203" actId="21"/>
        <pc:sldMkLst>
          <pc:docMk/>
          <pc:sldMk cId="2171738657" sldId="1708"/>
        </pc:sldMkLst>
      </pc:sldChg>
      <pc:sldChg chg="modSp new mod">
        <pc:chgData name="Sanmukh Kuppannagari" userId="ad215094-da36-4b66-9c79-369a17aea26b" providerId="ADAL" clId="{94588C01-ED5C-47EE-ABE4-8842AD10CC8E}" dt="2024-12-03T15:41:21.185" v="2155" actId="20577"/>
        <pc:sldMkLst>
          <pc:docMk/>
          <pc:sldMk cId="908083625" sldId="1709"/>
        </pc:sldMkLst>
      </pc:sldChg>
      <pc:sldChg chg="modSp new mod">
        <pc:chgData name="Sanmukh Kuppannagari" userId="ad215094-da36-4b66-9c79-369a17aea26b" providerId="ADAL" clId="{94588C01-ED5C-47EE-ABE4-8842AD10CC8E}" dt="2024-12-03T20:02:50.170" v="6210" actId="27636"/>
        <pc:sldMkLst>
          <pc:docMk/>
          <pc:sldMk cId="3924163449" sldId="1710"/>
        </pc:sldMkLst>
      </pc:sldChg>
      <pc:sldChg chg="modSp new mod">
        <pc:chgData name="Sanmukh Kuppannagari" userId="ad215094-da36-4b66-9c79-369a17aea26b" providerId="ADAL" clId="{94588C01-ED5C-47EE-ABE4-8842AD10CC8E}" dt="2024-12-03T16:02:05.984" v="2859" actId="20577"/>
        <pc:sldMkLst>
          <pc:docMk/>
          <pc:sldMk cId="847556735" sldId="1711"/>
        </pc:sldMkLst>
      </pc:sldChg>
      <pc:sldChg chg="modSp add mod">
        <pc:chgData name="Sanmukh Kuppannagari" userId="ad215094-da36-4b66-9c79-369a17aea26b" providerId="ADAL" clId="{94588C01-ED5C-47EE-ABE4-8842AD10CC8E}" dt="2024-12-03T20:01:48.490" v="6131" actId="20577"/>
        <pc:sldMkLst>
          <pc:docMk/>
          <pc:sldMk cId="983935435" sldId="1712"/>
        </pc:sldMkLst>
      </pc:sldChg>
      <pc:sldChg chg="modSp new mod">
        <pc:chgData name="Sanmukh Kuppannagari" userId="ad215094-da36-4b66-9c79-369a17aea26b" providerId="ADAL" clId="{94588C01-ED5C-47EE-ABE4-8842AD10CC8E}" dt="2024-12-03T16:10:13.110" v="3254" actId="20577"/>
        <pc:sldMkLst>
          <pc:docMk/>
          <pc:sldMk cId="3311026983" sldId="1713"/>
        </pc:sldMkLst>
      </pc:sldChg>
      <pc:sldChg chg="modSp new mod">
        <pc:chgData name="Sanmukh Kuppannagari" userId="ad215094-da36-4b66-9c79-369a17aea26b" providerId="ADAL" clId="{94588C01-ED5C-47EE-ABE4-8842AD10CC8E}" dt="2024-12-03T16:26:19.946" v="3534" actId="20577"/>
        <pc:sldMkLst>
          <pc:docMk/>
          <pc:sldMk cId="2405307538" sldId="1714"/>
        </pc:sldMkLst>
      </pc:sldChg>
      <pc:sldChg chg="modSp new mod">
        <pc:chgData name="Sanmukh Kuppannagari" userId="ad215094-da36-4b66-9c79-369a17aea26b" providerId="ADAL" clId="{94588C01-ED5C-47EE-ABE4-8842AD10CC8E}" dt="2024-12-03T18:16:28.503" v="4804" actId="20577"/>
        <pc:sldMkLst>
          <pc:docMk/>
          <pc:sldMk cId="3525310700" sldId="1715"/>
        </pc:sldMkLst>
      </pc:sldChg>
      <pc:sldChg chg="modSp new mod">
        <pc:chgData name="Sanmukh Kuppannagari" userId="ad215094-da36-4b66-9c79-369a17aea26b" providerId="ADAL" clId="{94588C01-ED5C-47EE-ABE4-8842AD10CC8E}" dt="2024-12-03T16:32:25.194" v="4388" actId="20577"/>
        <pc:sldMkLst>
          <pc:docMk/>
          <pc:sldMk cId="1326544076" sldId="1716"/>
        </pc:sldMkLst>
      </pc:sldChg>
      <pc:sldChg chg="modSp new mod">
        <pc:chgData name="Sanmukh Kuppannagari" userId="ad215094-da36-4b66-9c79-369a17aea26b" providerId="ADAL" clId="{94588C01-ED5C-47EE-ABE4-8842AD10CC8E}" dt="2024-12-03T16:34:21.867" v="4516" actId="20577"/>
        <pc:sldMkLst>
          <pc:docMk/>
          <pc:sldMk cId="1010320350" sldId="1717"/>
        </pc:sldMkLst>
      </pc:sldChg>
      <pc:sldChg chg="modSp new mod">
        <pc:chgData name="Sanmukh Kuppannagari" userId="ad215094-da36-4b66-9c79-369a17aea26b" providerId="ADAL" clId="{94588C01-ED5C-47EE-ABE4-8842AD10CC8E}" dt="2024-12-03T18:19:38.543" v="5230" actId="20577"/>
        <pc:sldMkLst>
          <pc:docMk/>
          <pc:sldMk cId="2784978300" sldId="1718"/>
        </pc:sldMkLst>
      </pc:sldChg>
      <pc:sldChg chg="modSp new mod">
        <pc:chgData name="Sanmukh Kuppannagari" userId="ad215094-da36-4b66-9c79-369a17aea26b" providerId="ADAL" clId="{94588C01-ED5C-47EE-ABE4-8842AD10CC8E}" dt="2024-12-03T18:21:50.894" v="5517" actId="20577"/>
        <pc:sldMkLst>
          <pc:docMk/>
          <pc:sldMk cId="1873796824" sldId="1719"/>
        </pc:sldMkLst>
      </pc:sldChg>
      <pc:sldChg chg="modSp new mod">
        <pc:chgData name="Sanmukh Kuppannagari" userId="ad215094-da36-4b66-9c79-369a17aea26b" providerId="ADAL" clId="{94588C01-ED5C-47EE-ABE4-8842AD10CC8E}" dt="2024-12-03T18:23:41.678" v="5634" actId="27636"/>
        <pc:sldMkLst>
          <pc:docMk/>
          <pc:sldMk cId="2398201696" sldId="1720"/>
        </pc:sldMkLst>
      </pc:sldChg>
      <pc:sldChg chg="modSp new mod">
        <pc:chgData name="Sanmukh Kuppannagari" userId="ad215094-da36-4b66-9c79-369a17aea26b" providerId="ADAL" clId="{94588C01-ED5C-47EE-ABE4-8842AD10CC8E}" dt="2024-12-03T18:59:22.522" v="6089" actId="20577"/>
        <pc:sldMkLst>
          <pc:docMk/>
          <pc:sldMk cId="3945805003" sldId="1721"/>
        </pc:sldMkLst>
      </pc:sldChg>
      <pc:sldChg chg="addSp delSp modSp new mod">
        <pc:chgData name="Sanmukh Kuppannagari" userId="ad215094-da36-4b66-9c79-369a17aea26b" providerId="ADAL" clId="{94588C01-ED5C-47EE-ABE4-8842AD10CC8E}" dt="2024-12-03T20:09:35.773" v="6490" actId="1076"/>
        <pc:sldMkLst>
          <pc:docMk/>
          <pc:sldMk cId="3877648705" sldId="1722"/>
        </pc:sldMkLst>
      </pc:sldChg>
      <pc:sldChg chg="addSp modSp add mod">
        <pc:chgData name="Sanmukh Kuppannagari" userId="ad215094-da36-4b66-9c79-369a17aea26b" providerId="ADAL" clId="{94588C01-ED5C-47EE-ABE4-8842AD10CC8E}" dt="2024-12-03T20:09:38.280" v="6491"/>
        <pc:sldMkLst>
          <pc:docMk/>
          <pc:sldMk cId="2540024336" sldId="1723"/>
        </pc:sldMkLst>
      </pc:sldChg>
      <pc:sldChg chg="addSp delSp modSp new mod">
        <pc:chgData name="Sanmukh Kuppannagari" userId="ad215094-da36-4b66-9c79-369a17aea26b" providerId="ADAL" clId="{94588C01-ED5C-47EE-ABE4-8842AD10CC8E}" dt="2024-12-03T20:08:46.402" v="6484" actId="27614"/>
        <pc:sldMkLst>
          <pc:docMk/>
          <pc:sldMk cId="1964267913" sldId="1724"/>
        </pc:sldMkLst>
      </pc:sldChg>
      <pc:sldChg chg="modSp new mod">
        <pc:chgData name="Sanmukh Kuppannagari" userId="ad215094-da36-4b66-9c79-369a17aea26b" providerId="ADAL" clId="{94588C01-ED5C-47EE-ABE4-8842AD10CC8E}" dt="2024-12-03T20:15:39.531" v="6838" actId="20577"/>
        <pc:sldMkLst>
          <pc:docMk/>
          <pc:sldMk cId="1614634733" sldId="1725"/>
        </pc:sldMkLst>
      </pc:sldChg>
      <pc:sldChg chg="modSp new mod">
        <pc:chgData name="Sanmukh Kuppannagari" userId="ad215094-da36-4b66-9c79-369a17aea26b" providerId="ADAL" clId="{94588C01-ED5C-47EE-ABE4-8842AD10CC8E}" dt="2024-12-03T20:17:50.266" v="7147" actId="20577"/>
        <pc:sldMkLst>
          <pc:docMk/>
          <pc:sldMk cId="1328059826" sldId="1726"/>
        </pc:sldMkLst>
      </pc:sldChg>
      <pc:sldMasterChg chg="delSldLayout">
        <pc:chgData name="Sanmukh Kuppannagari" userId="ad215094-da36-4b66-9c79-369a17aea26b" providerId="ADAL" clId="{94588C01-ED5C-47EE-ABE4-8842AD10CC8E}" dt="2024-12-03T14:38:14.246" v="30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94588C01-ED5C-47EE-ABE4-8842AD10CC8E}" dt="2024-12-03T14:38:14.246" v="301" actId="47"/>
          <pc:sldLayoutMkLst>
            <pc:docMk/>
            <pc:sldMasterMk cId="1728476084" sldId="2147483648"/>
            <pc:sldLayoutMk cId="3842762305" sldId="2147483660"/>
          </pc:sldLayoutMkLst>
        </pc:sldLayoutChg>
      </pc:sldMaster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9:35.358" v="296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C8CDBD4B-E4D7-4CA0-A4AD-DF1A5A47F461}"/>
    <pc:docChg chg="undo custSel addSld delSld modSld sldOrd">
      <pc:chgData name="Sanmukh Kuppannagari" userId="ad215094-da36-4b66-9c79-369a17aea26b" providerId="ADAL" clId="{C8CDBD4B-E4D7-4CA0-A4AD-DF1A5A47F461}" dt="2024-10-31T17:40:07.948" v="1046" actId="20577"/>
      <pc:docMkLst>
        <pc:docMk/>
      </pc:docMkLst>
      <pc:sldChg chg="modSp mod">
        <pc:chgData name="Sanmukh Kuppannagari" userId="ad215094-da36-4b66-9c79-369a17aea26b" providerId="ADAL" clId="{C8CDBD4B-E4D7-4CA0-A4AD-DF1A5A47F461}" dt="2024-10-31T02:04:39.867" v="2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50079441" sldId="328"/>
        </pc:sldMkLst>
      </pc:sldChg>
      <pc:sldChg chg="modSp add del mod">
        <pc:chgData name="Sanmukh Kuppannagari" userId="ad215094-da36-4b66-9c79-369a17aea26b" providerId="ADAL" clId="{C8CDBD4B-E4D7-4CA0-A4AD-DF1A5A47F461}" dt="2024-10-31T02:23:20.419" v="460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29983926" sldId="42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2973371" sldId="42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53733990" sldId="42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51445815" sldId="42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1899917" sldId="42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44291425" sldId="42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836978265" sldId="43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11539244" sldId="43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8570096" sldId="43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576002580" sldId="43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63207235" sldId="43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90935921" sldId="43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940354538" sldId="43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6867335" sldId="43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011520680" sldId="43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6261468" sldId="44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323582431" sldId="44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65966128" sldId="44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632519047" sldId="44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54119236" sldId="44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3254755" sldId="44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9819789" sldId="44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100843867" sldId="44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55613574" sldId="44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20382076" sldId="45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39188923" sldId="45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45858176" sldId="45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454390023" sldId="45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4613922" sldId="45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856037237" sldId="456"/>
        </pc:sldMkLst>
      </pc:sldChg>
      <pc:sldChg chg="add ord">
        <pc:chgData name="Sanmukh Kuppannagari" userId="ad215094-da36-4b66-9c79-369a17aea26b" providerId="ADAL" clId="{C8CDBD4B-E4D7-4CA0-A4AD-DF1A5A47F461}" dt="2024-10-31T02:24:13.534" v="463"/>
        <pc:sldMkLst>
          <pc:docMk/>
          <pc:sldMk cId="341916898" sldId="457"/>
        </pc:sldMkLst>
      </pc:sldChg>
      <pc:sldChg chg="addSp delSp modSp add mod">
        <pc:chgData name="Sanmukh Kuppannagari" userId="ad215094-da36-4b66-9c79-369a17aea26b" providerId="ADAL" clId="{C8CDBD4B-E4D7-4CA0-A4AD-DF1A5A47F461}" dt="2024-10-31T16:12:59.963" v="551" actId="20577"/>
        <pc:sldMkLst>
          <pc:docMk/>
          <pc:sldMk cId="2601988511" sldId="460"/>
        </pc:sldMkLst>
      </pc:sldChg>
      <pc:sldChg chg="addSp delSp modSp add del mod">
        <pc:chgData name="Sanmukh Kuppannagari" userId="ad215094-da36-4b66-9c79-369a17aea26b" providerId="ADAL" clId="{C8CDBD4B-E4D7-4CA0-A4AD-DF1A5A47F461}" dt="2024-10-31T02:26:50.639" v="523" actId="47"/>
        <pc:sldMkLst>
          <pc:docMk/>
          <pc:sldMk cId="3907957483" sldId="461"/>
        </pc:sldMkLst>
      </pc:sldChg>
      <pc:sldChg chg="addSp delSp modSp add mod">
        <pc:chgData name="Sanmukh Kuppannagari" userId="ad215094-da36-4b66-9c79-369a17aea26b" providerId="ADAL" clId="{C8CDBD4B-E4D7-4CA0-A4AD-DF1A5A47F461}" dt="2024-10-31T02:27:17.916" v="539" actId="20577"/>
        <pc:sldMkLst>
          <pc:docMk/>
          <pc:sldMk cId="481577837" sldId="463"/>
        </pc:sldMkLst>
      </pc:sldChg>
      <pc:sldChg chg="modSp add">
        <pc:chgData name="Sanmukh Kuppannagari" userId="ad215094-da36-4b66-9c79-369a17aea26b" providerId="ADAL" clId="{C8CDBD4B-E4D7-4CA0-A4AD-DF1A5A47F461}" dt="2024-10-31T02:27:46.531" v="543" actId="20577"/>
        <pc:sldMkLst>
          <pc:docMk/>
          <pc:sldMk cId="1187406926" sldId="464"/>
        </pc:sldMkLst>
      </pc:sldChg>
      <pc:sldChg chg="add">
        <pc:chgData name="Sanmukh Kuppannagari" userId="ad215094-da36-4b66-9c79-369a17aea26b" providerId="ADAL" clId="{C8CDBD4B-E4D7-4CA0-A4AD-DF1A5A47F461}" dt="2024-10-31T02:28:10.778" v="544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C8CDBD4B-E4D7-4CA0-A4AD-DF1A5A47F461}" dt="2024-10-31T16:13:34.143" v="555" actId="20577"/>
        <pc:sldMkLst>
          <pc:docMk/>
          <pc:sldMk cId="1515942174" sldId="478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20898153" sldId="479"/>
        </pc:sldMkLst>
      </pc:sldChg>
      <pc:sldChg chg="addSp modSp add mod">
        <pc:chgData name="Sanmukh Kuppannagari" userId="ad215094-da36-4b66-9c79-369a17aea26b" providerId="ADAL" clId="{C8CDBD4B-E4D7-4CA0-A4AD-DF1A5A47F461}" dt="2024-10-31T16:16:09.239" v="620" actId="20577"/>
        <pc:sldMkLst>
          <pc:docMk/>
          <pc:sldMk cId="95937722" sldId="48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928985008" sldId="482"/>
        </pc:sldMkLst>
      </pc:sldChg>
      <pc:sldChg chg="addSp modSp add mod">
        <pc:chgData name="Sanmukh Kuppannagari" userId="ad215094-da36-4b66-9c79-369a17aea26b" providerId="ADAL" clId="{C8CDBD4B-E4D7-4CA0-A4AD-DF1A5A47F461}" dt="2024-10-31T16:30:13.085" v="680" actId="207"/>
        <pc:sldMkLst>
          <pc:docMk/>
          <pc:sldMk cId="1617999572" sldId="483"/>
        </pc:sldMkLst>
      </pc:sldChg>
      <pc:sldChg chg="modSp add">
        <pc:chgData name="Sanmukh Kuppannagari" userId="ad215094-da36-4b66-9c79-369a17aea26b" providerId="ADAL" clId="{C8CDBD4B-E4D7-4CA0-A4AD-DF1A5A47F461}" dt="2024-10-31T16:29:23.304" v="638" actId="20577"/>
        <pc:sldMkLst>
          <pc:docMk/>
          <pc:sldMk cId="1110268650" sldId="484"/>
        </pc:sldMkLst>
      </pc:sldChg>
      <pc:sldChg chg="modSp add">
        <pc:chgData name="Sanmukh Kuppannagari" userId="ad215094-da36-4b66-9c79-369a17aea26b" providerId="ADAL" clId="{C8CDBD4B-E4D7-4CA0-A4AD-DF1A5A47F461}" dt="2024-10-31T16:29:44.632" v="646" actId="20577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949217274" sldId="486"/>
        </pc:sldMkLst>
      </pc:sldChg>
      <pc:sldChg chg="modSp add">
        <pc:chgData name="Sanmukh Kuppannagari" userId="ad215094-da36-4b66-9c79-369a17aea26b" providerId="ADAL" clId="{C8CDBD4B-E4D7-4CA0-A4AD-DF1A5A47F461}" dt="2024-10-31T16:34:59.605" v="699" actId="20577"/>
        <pc:sldMkLst>
          <pc:docMk/>
          <pc:sldMk cId="750096599" sldId="487"/>
        </pc:sldMkLst>
      </pc:sldChg>
      <pc:sldChg chg="modSp add">
        <pc:chgData name="Sanmukh Kuppannagari" userId="ad215094-da36-4b66-9c79-369a17aea26b" providerId="ADAL" clId="{C8CDBD4B-E4D7-4CA0-A4AD-DF1A5A47F461}" dt="2024-10-31T16:35:41.035" v="718" actId="20577"/>
        <pc:sldMkLst>
          <pc:docMk/>
          <pc:sldMk cId="2902185754" sldId="488"/>
        </pc:sldMkLst>
      </pc:sldChg>
      <pc:sldChg chg="modSp add">
        <pc:chgData name="Sanmukh Kuppannagari" userId="ad215094-da36-4b66-9c79-369a17aea26b" providerId="ADAL" clId="{C8CDBD4B-E4D7-4CA0-A4AD-DF1A5A47F461}" dt="2024-10-31T16:36:06.645" v="733" actId="20577"/>
        <pc:sldMkLst>
          <pc:docMk/>
          <pc:sldMk cId="3048045561" sldId="489"/>
        </pc:sldMkLst>
      </pc:sldChg>
      <pc:sldChg chg="modSp add">
        <pc:chgData name="Sanmukh Kuppannagari" userId="ad215094-da36-4b66-9c79-369a17aea26b" providerId="ADAL" clId="{C8CDBD4B-E4D7-4CA0-A4AD-DF1A5A47F461}" dt="2024-10-31T16:36:27.365" v="740" actId="20577"/>
        <pc:sldMkLst>
          <pc:docMk/>
          <pc:sldMk cId="1844141991" sldId="490"/>
        </pc:sldMkLst>
      </pc:sldChg>
      <pc:sldChg chg="modSp add">
        <pc:chgData name="Sanmukh Kuppannagari" userId="ad215094-da36-4b66-9c79-369a17aea26b" providerId="ADAL" clId="{C8CDBD4B-E4D7-4CA0-A4AD-DF1A5A47F461}" dt="2024-10-31T16:37:41.075" v="758" actId="20577"/>
        <pc:sldMkLst>
          <pc:docMk/>
          <pc:sldMk cId="300793038" sldId="491"/>
        </pc:sldMkLst>
      </pc:sldChg>
      <pc:sldChg chg="modSp add">
        <pc:chgData name="Sanmukh Kuppannagari" userId="ad215094-da36-4b66-9c79-369a17aea26b" providerId="ADAL" clId="{C8CDBD4B-E4D7-4CA0-A4AD-DF1A5A47F461}" dt="2024-10-31T16:38:09.053" v="775" actId="20577"/>
        <pc:sldMkLst>
          <pc:docMk/>
          <pc:sldMk cId="4160602476" sldId="492"/>
        </pc:sldMkLst>
      </pc:sldChg>
      <pc:sldChg chg="modSp add">
        <pc:chgData name="Sanmukh Kuppannagari" userId="ad215094-da36-4b66-9c79-369a17aea26b" providerId="ADAL" clId="{C8CDBD4B-E4D7-4CA0-A4AD-DF1A5A47F461}" dt="2024-10-31T16:38:24.966" v="783" actId="20577"/>
        <pc:sldMkLst>
          <pc:docMk/>
          <pc:sldMk cId="3476368844" sldId="493"/>
        </pc:sldMkLst>
      </pc:sldChg>
      <pc:sldChg chg="modSp add">
        <pc:chgData name="Sanmukh Kuppannagari" userId="ad215094-da36-4b66-9c79-369a17aea26b" providerId="ADAL" clId="{C8CDBD4B-E4D7-4CA0-A4AD-DF1A5A47F461}" dt="2024-10-31T16:39:08.819" v="806" actId="20577"/>
        <pc:sldMkLst>
          <pc:docMk/>
          <pc:sldMk cId="456626189" sldId="494"/>
        </pc:sldMkLst>
      </pc:sldChg>
      <pc:sldChg chg="modSp add">
        <pc:chgData name="Sanmukh Kuppannagari" userId="ad215094-da36-4b66-9c79-369a17aea26b" providerId="ADAL" clId="{C8CDBD4B-E4D7-4CA0-A4AD-DF1A5A47F461}" dt="2024-10-31T16:39:44.327" v="834" actId="20577"/>
        <pc:sldMkLst>
          <pc:docMk/>
          <pc:sldMk cId="1238860180" sldId="495"/>
        </pc:sldMkLst>
      </pc:sldChg>
      <pc:sldChg chg="modSp add">
        <pc:chgData name="Sanmukh Kuppannagari" userId="ad215094-da36-4b66-9c79-369a17aea26b" providerId="ADAL" clId="{C8CDBD4B-E4D7-4CA0-A4AD-DF1A5A47F461}" dt="2024-10-31T16:40:09.638" v="840" actId="20577"/>
        <pc:sldMkLst>
          <pc:docMk/>
          <pc:sldMk cId="2081575624" sldId="496"/>
        </pc:sldMkLst>
      </pc:sldChg>
      <pc:sldChg chg="modSp add">
        <pc:chgData name="Sanmukh Kuppannagari" userId="ad215094-da36-4b66-9c79-369a17aea26b" providerId="ADAL" clId="{C8CDBD4B-E4D7-4CA0-A4AD-DF1A5A47F461}" dt="2024-10-31T16:40:48.019" v="859" actId="20577"/>
        <pc:sldMkLst>
          <pc:docMk/>
          <pc:sldMk cId="842476258" sldId="497"/>
        </pc:sldMkLst>
      </pc:sldChg>
      <pc:sldChg chg="modSp add mod">
        <pc:chgData name="Sanmukh Kuppannagari" userId="ad215094-da36-4b66-9c79-369a17aea26b" providerId="ADAL" clId="{C8CDBD4B-E4D7-4CA0-A4AD-DF1A5A47F461}" dt="2024-10-31T16:41:41.844" v="884" actId="20577"/>
        <pc:sldMkLst>
          <pc:docMk/>
          <pc:sldMk cId="3045889812" sldId="498"/>
        </pc:sldMkLst>
      </pc:sldChg>
      <pc:sldChg chg="modSp add">
        <pc:chgData name="Sanmukh Kuppannagari" userId="ad215094-da36-4b66-9c79-369a17aea26b" providerId="ADAL" clId="{C8CDBD4B-E4D7-4CA0-A4AD-DF1A5A47F461}" dt="2024-10-31T16:41:55.636" v="890" actId="20577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919993" sldId="50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2526672" sldId="501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3638767231" sldId="502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237676536" sldId="506"/>
        </pc:sldMkLst>
      </pc:sldChg>
      <pc:sldChg chg="modSp mod">
        <pc:chgData name="Sanmukh Kuppannagari" userId="ad215094-da36-4b66-9c79-369a17aea26b" providerId="ADAL" clId="{C8CDBD4B-E4D7-4CA0-A4AD-DF1A5A47F461}" dt="2024-10-31T02:21:31.775" v="27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518660825" sldId="1552"/>
        </pc:sldMkLst>
      </pc:sldChg>
      <pc:sldChg chg="modSp mod">
        <pc:chgData name="Sanmukh Kuppannagari" userId="ad215094-da36-4b66-9c79-369a17aea26b" providerId="ADAL" clId="{C8CDBD4B-E4D7-4CA0-A4AD-DF1A5A47F461}" dt="2024-10-31T02:20:53.416" v="264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8CDBD4B-E4D7-4CA0-A4AD-DF1A5A47F461}" dt="2024-10-31T02:05:02.494" v="37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66667923" sldId="157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418387073" sldId="158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687000461" sldId="158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838156000" sldId="158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967358820" sldId="158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14611781" sldId="158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04593775" sldId="158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49565610" sldId="158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37341798" sldId="1587"/>
        </pc:sldMkLst>
      </pc:sldChg>
      <pc:sldChg chg="del">
        <pc:chgData name="Sanmukh Kuppannagari" userId="ad215094-da36-4b66-9c79-369a17aea26b" providerId="ADAL" clId="{C8CDBD4B-E4D7-4CA0-A4AD-DF1A5A47F461}" dt="2024-10-31T02:06:07.001" v="42" actId="47"/>
        <pc:sldMkLst>
          <pc:docMk/>
          <pc:sldMk cId="1322974604" sldId="1588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447559563" sldId="1589"/>
        </pc:sldMkLst>
      </pc:sldChg>
      <pc:sldChg chg="add 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50624807" sldId="1589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942984142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256363865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76289220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562871704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27211946" sldId="1592"/>
        </pc:sldMkLst>
      </pc:sldChg>
      <pc:sldChg chg="add">
        <pc:chgData name="Sanmukh Kuppannagari" userId="ad215094-da36-4b66-9c79-369a17aea26b" providerId="ADAL" clId="{C8CDBD4B-E4D7-4CA0-A4AD-DF1A5A47F461}" dt="2024-10-31T02:21:06.825" v="265"/>
        <pc:sldMkLst>
          <pc:docMk/>
          <pc:sldMk cId="1526805434" sldId="1592"/>
        </pc:sldMkLst>
      </pc:sldChg>
      <pc:sldChg chg="modSp new mod">
        <pc:chgData name="Sanmukh Kuppannagari" userId="ad215094-da36-4b66-9c79-369a17aea26b" providerId="ADAL" clId="{C8CDBD4B-E4D7-4CA0-A4AD-DF1A5A47F461}" dt="2024-10-31T02:22:20.157" v="451" actId="2057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765769096" sldId="1593"/>
        </pc:sldMkLst>
      </pc:sldChg>
      <pc:sldChg chg="addSp delSp modSp add mod">
        <pc:chgData name="Sanmukh Kuppannagari" userId="ad215094-da36-4b66-9c79-369a17aea26b" providerId="ADAL" clId="{C8CDBD4B-E4D7-4CA0-A4AD-DF1A5A47F461}" dt="2024-10-31T16:12:43.805" v="547" actId="20577"/>
        <pc:sldMkLst>
          <pc:docMk/>
          <pc:sldMk cId="2563867407" sldId="1594"/>
        </pc:sldMkLst>
      </pc:sldChg>
      <pc:sldChg chg="modSp add">
        <pc:chgData name="Sanmukh Kuppannagari" userId="ad215094-da36-4b66-9c79-369a17aea26b" providerId="ADAL" clId="{C8CDBD4B-E4D7-4CA0-A4AD-DF1A5A47F461}" dt="2024-10-31T16:12:52.610" v="549" actId="20577"/>
        <pc:sldMkLst>
          <pc:docMk/>
          <pc:sldMk cId="1367162041" sldId="1595"/>
        </pc:sldMkLst>
      </pc:sldChg>
      <pc:sldChg chg="addSp delSp modSp add mod">
        <pc:chgData name="Sanmukh Kuppannagari" userId="ad215094-da36-4b66-9c79-369a17aea26b" providerId="ADAL" clId="{C8CDBD4B-E4D7-4CA0-A4AD-DF1A5A47F461}" dt="2024-10-31T16:13:07.117" v="553" actId="20577"/>
        <pc:sldMkLst>
          <pc:docMk/>
          <pc:sldMk cId="3508594656" sldId="1596"/>
        </pc:sldMkLst>
      </pc:sldChg>
      <pc:sldChg chg="modSp new mod">
        <pc:chgData name="Sanmukh Kuppannagari" userId="ad215094-da36-4b66-9c79-369a17aea26b" providerId="ADAL" clId="{C8CDBD4B-E4D7-4CA0-A4AD-DF1A5A47F461}" dt="2024-10-31T17:40:07.948" v="1046" actId="20577"/>
        <pc:sldMkLst>
          <pc:docMk/>
          <pc:sldMk cId="692865834" sldId="159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18DA49F4-CD4F-46E0-AB35-D6CB797BE416}"/>
    <pc:docChg chg="custSel addSld delSld modSld">
      <pc:chgData name="Sanmukh Kuppannagari" userId="ad215094-da36-4b66-9c79-369a17aea26b" providerId="ADAL" clId="{18DA49F4-CD4F-46E0-AB35-D6CB797BE416}" dt="2025-12-04T06:08:25.992" v="555" actId="20577"/>
      <pc:docMkLst>
        <pc:docMk/>
      </pc:docMkLst>
      <pc:sldChg chg="del">
        <pc:chgData name="Sanmukh Kuppannagari" userId="ad215094-da36-4b66-9c79-369a17aea26b" providerId="ADAL" clId="{18DA49F4-CD4F-46E0-AB35-D6CB797BE416}" dt="2025-12-04T05:59:31.249" v="48" actId="4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18DA49F4-CD4F-46E0-AB35-D6CB797BE416}" dt="2025-12-04T06:03:57.923" v="308" actId="47"/>
        <pc:sldMkLst>
          <pc:docMk/>
          <pc:sldMk cId="3562360487" sldId="1278"/>
        </pc:sldMkLst>
      </pc:sldChg>
      <pc:sldChg chg="del">
        <pc:chgData name="Sanmukh Kuppannagari" userId="ad215094-da36-4b66-9c79-369a17aea26b" providerId="ADAL" clId="{18DA49F4-CD4F-46E0-AB35-D6CB797BE416}" dt="2025-12-04T06:03:57.923" v="308" actId="47"/>
        <pc:sldMkLst>
          <pc:docMk/>
          <pc:sldMk cId="1118605567" sldId="1418"/>
        </pc:sldMkLst>
      </pc:sldChg>
      <pc:sldChg chg="del">
        <pc:chgData name="Sanmukh Kuppannagari" userId="ad215094-da36-4b66-9c79-369a17aea26b" providerId="ADAL" clId="{18DA49F4-CD4F-46E0-AB35-D6CB797BE416}" dt="2025-12-04T06:03:57.923" v="308" actId="47"/>
        <pc:sldMkLst>
          <pc:docMk/>
          <pc:sldMk cId="1136275556" sldId="1419"/>
        </pc:sldMkLst>
      </pc:sldChg>
      <pc:sldChg chg="modSp mod">
        <pc:chgData name="Sanmukh Kuppannagari" userId="ad215094-da36-4b66-9c79-369a17aea26b" providerId="ADAL" clId="{18DA49F4-CD4F-46E0-AB35-D6CB797BE416}" dt="2025-12-04T06:08:25.992" v="555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2-04T06:08:25.992" v="555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18DA49F4-CD4F-46E0-AB35-D6CB797BE416}" dt="2025-12-04T05:59:21.707" v="47" actId="20577"/>
        <pc:sldMkLst>
          <pc:docMk/>
          <pc:sldMk cId="1192058284" sldId="1597"/>
        </pc:sldMkLst>
        <pc:spChg chg="mod">
          <ac:chgData name="Sanmukh Kuppannagari" userId="ad215094-da36-4b66-9c79-369a17aea26b" providerId="ADAL" clId="{18DA49F4-CD4F-46E0-AB35-D6CB797BE416}" dt="2025-12-04T05:59:21.707" v="47" actId="20577"/>
          <ac:spMkLst>
            <pc:docMk/>
            <pc:sldMk cId="1192058284" sldId="1597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18DA49F4-CD4F-46E0-AB35-D6CB797BE416}" dt="2025-12-04T06:02:31.198" v="68" actId="47"/>
        <pc:sldMkLst>
          <pc:docMk/>
          <pc:sldMk cId="2271369768" sldId="1697"/>
        </pc:sldMkLst>
      </pc:sldChg>
      <pc:sldChg chg="del">
        <pc:chgData name="Sanmukh Kuppannagari" userId="ad215094-da36-4b66-9c79-369a17aea26b" providerId="ADAL" clId="{18DA49F4-CD4F-46E0-AB35-D6CB797BE416}" dt="2025-12-04T06:02:31.198" v="68" actId="47"/>
        <pc:sldMkLst>
          <pc:docMk/>
          <pc:sldMk cId="4123579184" sldId="1699"/>
        </pc:sldMkLst>
      </pc:sldChg>
      <pc:sldChg chg="del">
        <pc:chgData name="Sanmukh Kuppannagari" userId="ad215094-da36-4b66-9c79-369a17aea26b" providerId="ADAL" clId="{18DA49F4-CD4F-46E0-AB35-D6CB797BE416}" dt="2025-12-04T06:02:31.198" v="68" actId="47"/>
        <pc:sldMkLst>
          <pc:docMk/>
          <pc:sldMk cId="3577517759" sldId="1700"/>
        </pc:sldMkLst>
      </pc:sldChg>
      <pc:sldChg chg="addSp modSp mod">
        <pc:chgData name="Sanmukh Kuppannagari" userId="ad215094-da36-4b66-9c79-369a17aea26b" providerId="ADAL" clId="{18DA49F4-CD4F-46E0-AB35-D6CB797BE416}" dt="2025-12-04T06:02:00.786" v="64" actId="20577"/>
        <pc:sldMkLst>
          <pc:docMk/>
          <pc:sldMk cId="3919750674" sldId="1701"/>
        </pc:sldMkLst>
        <pc:spChg chg="mod">
          <ac:chgData name="Sanmukh Kuppannagari" userId="ad215094-da36-4b66-9c79-369a17aea26b" providerId="ADAL" clId="{18DA49F4-CD4F-46E0-AB35-D6CB797BE416}" dt="2025-12-04T06:02:00.786" v="64" actId="20577"/>
          <ac:spMkLst>
            <pc:docMk/>
            <pc:sldMk cId="3919750674" sldId="1701"/>
            <ac:spMk id="3" creationId="{0171B425-FAE7-2D0B-3F5D-C671211129C5}"/>
          </ac:spMkLst>
        </pc:spChg>
        <pc:graphicFrameChg chg="add mod">
          <ac:chgData name="Sanmukh Kuppannagari" userId="ad215094-da36-4b66-9c79-369a17aea26b" providerId="ADAL" clId="{18DA49F4-CD4F-46E0-AB35-D6CB797BE416}" dt="2025-12-04T06:01:13.298" v="51"/>
          <ac:graphicFrameMkLst>
            <pc:docMk/>
            <pc:sldMk cId="3919750674" sldId="1701"/>
            <ac:graphicFrameMk id="4" creationId="{E403109D-D61E-498A-63D5-F0D53F816A7F}"/>
          </ac:graphicFrameMkLst>
        </pc:graphicFrameChg>
        <pc:graphicFrameChg chg="add mod">
          <ac:chgData name="Sanmukh Kuppannagari" userId="ad215094-da36-4b66-9c79-369a17aea26b" providerId="ADAL" clId="{18DA49F4-CD4F-46E0-AB35-D6CB797BE416}" dt="2025-12-04T06:01:25.630" v="54"/>
          <ac:graphicFrameMkLst>
            <pc:docMk/>
            <pc:sldMk cId="3919750674" sldId="1701"/>
            <ac:graphicFrameMk id="5" creationId="{4714B883-BD94-8F74-C510-55F733B3C623}"/>
          </ac:graphicFrameMkLst>
        </pc:graphicFrameChg>
      </pc:sldChg>
      <pc:sldChg chg="del">
        <pc:chgData name="Sanmukh Kuppannagari" userId="ad215094-da36-4b66-9c79-369a17aea26b" providerId="ADAL" clId="{18DA49F4-CD4F-46E0-AB35-D6CB797BE416}" dt="2025-12-04T06:03:37.473" v="307" actId="47"/>
        <pc:sldMkLst>
          <pc:docMk/>
          <pc:sldMk cId="4009682712" sldId="1702"/>
        </pc:sldMkLst>
      </pc:sldChg>
      <pc:sldChg chg="del">
        <pc:chgData name="Sanmukh Kuppannagari" userId="ad215094-da36-4b66-9c79-369a17aea26b" providerId="ADAL" clId="{18DA49F4-CD4F-46E0-AB35-D6CB797BE416}" dt="2025-12-04T06:03:57.923" v="308" actId="47"/>
        <pc:sldMkLst>
          <pc:docMk/>
          <pc:sldMk cId="400465628" sldId="1703"/>
        </pc:sldMkLst>
      </pc:sldChg>
      <pc:sldChg chg="modSp mod">
        <pc:chgData name="Sanmukh Kuppannagari" userId="ad215094-da36-4b66-9c79-369a17aea26b" providerId="ADAL" clId="{18DA49F4-CD4F-46E0-AB35-D6CB797BE416}" dt="2025-12-04T06:03:31.933" v="306" actId="20577"/>
        <pc:sldMkLst>
          <pc:docMk/>
          <pc:sldMk cId="2414632349" sldId="1704"/>
        </pc:sldMkLst>
        <pc:spChg chg="mod">
          <ac:chgData name="Sanmukh Kuppannagari" userId="ad215094-da36-4b66-9c79-369a17aea26b" providerId="ADAL" clId="{18DA49F4-CD4F-46E0-AB35-D6CB797BE416}" dt="2025-12-04T06:03:31.933" v="306" actId="20577"/>
          <ac:spMkLst>
            <pc:docMk/>
            <pc:sldMk cId="2414632349" sldId="1704"/>
            <ac:spMk id="3" creationId="{7FA93F65-6B31-E14B-52ED-9279789FC159}"/>
          </ac:spMkLst>
        </pc:spChg>
      </pc:sldChg>
      <pc:sldChg chg="modSp mod">
        <pc:chgData name="Sanmukh Kuppannagari" userId="ad215094-da36-4b66-9c79-369a17aea26b" providerId="ADAL" clId="{18DA49F4-CD4F-46E0-AB35-D6CB797BE416}" dt="2025-12-04T06:04:23.631" v="337" actId="20577"/>
        <pc:sldMkLst>
          <pc:docMk/>
          <pc:sldMk cId="3901244851" sldId="1707"/>
        </pc:sldMkLst>
        <pc:spChg chg="mod">
          <ac:chgData name="Sanmukh Kuppannagari" userId="ad215094-da36-4b66-9c79-369a17aea26b" providerId="ADAL" clId="{18DA49F4-CD4F-46E0-AB35-D6CB797BE416}" dt="2025-12-04T06:04:23.631" v="337" actId="20577"/>
          <ac:spMkLst>
            <pc:docMk/>
            <pc:sldMk cId="3901244851" sldId="1707"/>
            <ac:spMk id="3" creationId="{0C002FC9-6E68-0754-A36A-0F537756DF97}"/>
          </ac:spMkLst>
        </pc:spChg>
      </pc:sldChg>
      <pc:sldChg chg="modSp mod">
        <pc:chgData name="Sanmukh Kuppannagari" userId="ad215094-da36-4b66-9c79-369a17aea26b" providerId="ADAL" clId="{18DA49F4-CD4F-46E0-AB35-D6CB797BE416}" dt="2025-12-04T06:04:48.647" v="374" actId="20577"/>
        <pc:sldMkLst>
          <pc:docMk/>
          <pc:sldMk cId="983935435" sldId="1712"/>
        </pc:sldMkLst>
        <pc:spChg chg="mod">
          <ac:chgData name="Sanmukh Kuppannagari" userId="ad215094-da36-4b66-9c79-369a17aea26b" providerId="ADAL" clId="{18DA49F4-CD4F-46E0-AB35-D6CB797BE416}" dt="2025-12-04T06:04:48.647" v="374" actId="20577"/>
          <ac:spMkLst>
            <pc:docMk/>
            <pc:sldMk cId="983935435" sldId="1712"/>
            <ac:spMk id="3" creationId="{0C002FC9-6E68-0754-A36A-0F537756DF97}"/>
          </ac:spMkLst>
        </pc:spChg>
      </pc:sldChg>
      <pc:sldChg chg="modSp mod">
        <pc:chgData name="Sanmukh Kuppannagari" userId="ad215094-da36-4b66-9c79-369a17aea26b" providerId="ADAL" clId="{18DA49F4-CD4F-46E0-AB35-D6CB797BE416}" dt="2025-12-04T06:07:00.079" v="493" actId="20577"/>
        <pc:sldMkLst>
          <pc:docMk/>
          <pc:sldMk cId="3525310700" sldId="1715"/>
        </pc:sldMkLst>
        <pc:spChg chg="mod">
          <ac:chgData name="Sanmukh Kuppannagari" userId="ad215094-da36-4b66-9c79-369a17aea26b" providerId="ADAL" clId="{18DA49F4-CD4F-46E0-AB35-D6CB797BE416}" dt="2025-12-04T06:07:00.079" v="493" actId="20577"/>
          <ac:spMkLst>
            <pc:docMk/>
            <pc:sldMk cId="3525310700" sldId="1715"/>
            <ac:spMk id="3" creationId="{260E1EC4-4CF0-E811-9288-D1D1B70DB52F}"/>
          </ac:spMkLst>
        </pc:spChg>
      </pc:sldChg>
      <pc:sldChg chg="modSp mod">
        <pc:chgData name="Sanmukh Kuppannagari" userId="ad215094-da36-4b66-9c79-369a17aea26b" providerId="ADAL" clId="{18DA49F4-CD4F-46E0-AB35-D6CB797BE416}" dt="2025-12-04T06:08:00.920" v="514" actId="20577"/>
        <pc:sldMkLst>
          <pc:docMk/>
          <pc:sldMk cId="2398201696" sldId="1720"/>
        </pc:sldMkLst>
        <pc:spChg chg="mod">
          <ac:chgData name="Sanmukh Kuppannagari" userId="ad215094-da36-4b66-9c79-369a17aea26b" providerId="ADAL" clId="{18DA49F4-CD4F-46E0-AB35-D6CB797BE416}" dt="2025-12-04T06:08:00.920" v="514" actId="20577"/>
          <ac:spMkLst>
            <pc:docMk/>
            <pc:sldMk cId="2398201696" sldId="1720"/>
            <ac:spMk id="3" creationId="{05D3408A-A1B0-5144-EAC3-8F0CA71B859F}"/>
          </ac:spMkLst>
        </pc:spChg>
      </pc:sldChg>
      <pc:sldChg chg="modSp mod">
        <pc:chgData name="Sanmukh Kuppannagari" userId="ad215094-da36-4b66-9c79-369a17aea26b" providerId="ADAL" clId="{18DA49F4-CD4F-46E0-AB35-D6CB797BE416}" dt="2025-12-04T06:07:47.538" v="499" actId="20577"/>
        <pc:sldMkLst>
          <pc:docMk/>
          <pc:sldMk cId="3945805003" sldId="1721"/>
        </pc:sldMkLst>
        <pc:spChg chg="mod">
          <ac:chgData name="Sanmukh Kuppannagari" userId="ad215094-da36-4b66-9c79-369a17aea26b" providerId="ADAL" clId="{18DA49F4-CD4F-46E0-AB35-D6CB797BE416}" dt="2025-12-04T06:07:47.538" v="499" actId="20577"/>
          <ac:spMkLst>
            <pc:docMk/>
            <pc:sldMk cId="3945805003" sldId="1721"/>
            <ac:spMk id="3" creationId="{74266860-8655-F90A-98A8-1D2E2847E40D}"/>
          </ac:spMkLst>
        </pc:spChg>
      </pc:sldChg>
      <pc:sldChg chg="del">
        <pc:chgData name="Sanmukh Kuppannagari" userId="ad215094-da36-4b66-9c79-369a17aea26b" providerId="ADAL" clId="{18DA49F4-CD4F-46E0-AB35-D6CB797BE416}" dt="2025-12-04T06:06:07.850" v="375" actId="47"/>
        <pc:sldMkLst>
          <pc:docMk/>
          <pc:sldMk cId="3877648705" sldId="1722"/>
        </pc:sldMkLst>
      </pc:sldChg>
      <pc:sldChg chg="del">
        <pc:chgData name="Sanmukh Kuppannagari" userId="ad215094-da36-4b66-9c79-369a17aea26b" providerId="ADAL" clId="{18DA49F4-CD4F-46E0-AB35-D6CB797BE416}" dt="2025-12-04T06:06:07.850" v="375" actId="47"/>
        <pc:sldMkLst>
          <pc:docMk/>
          <pc:sldMk cId="2540024336" sldId="1723"/>
        </pc:sldMkLst>
      </pc:sldChg>
      <pc:sldChg chg="del">
        <pc:chgData name="Sanmukh Kuppannagari" userId="ad215094-da36-4b66-9c79-369a17aea26b" providerId="ADAL" clId="{18DA49F4-CD4F-46E0-AB35-D6CB797BE416}" dt="2025-12-04T06:06:09.846" v="376" actId="47"/>
        <pc:sldMkLst>
          <pc:docMk/>
          <pc:sldMk cId="1964267913" sldId="1724"/>
        </pc:sldMkLst>
      </pc:sldChg>
      <pc:sldChg chg="del">
        <pc:chgData name="Sanmukh Kuppannagari" userId="ad215094-da36-4b66-9c79-369a17aea26b" providerId="ADAL" clId="{18DA49F4-CD4F-46E0-AB35-D6CB797BE416}" dt="2025-12-04T06:02:18.602" v="66" actId="47"/>
        <pc:sldMkLst>
          <pc:docMk/>
          <pc:sldMk cId="1614634733" sldId="1725"/>
        </pc:sldMkLst>
      </pc:sldChg>
      <pc:sldChg chg="add">
        <pc:chgData name="Sanmukh Kuppannagari" userId="ad215094-da36-4b66-9c79-369a17aea26b" providerId="ADAL" clId="{18DA49F4-CD4F-46E0-AB35-D6CB797BE416}" dt="2025-12-04T06:02:25.534" v="67"/>
        <pc:sldMkLst>
          <pc:docMk/>
          <pc:sldMk cId="1381294015" sldId="1727"/>
        </pc:sldMkLst>
      </pc:sldChg>
      <pc:sldChg chg="add del">
        <pc:chgData name="Sanmukh Kuppannagari" userId="ad215094-da36-4b66-9c79-369a17aea26b" providerId="ADAL" clId="{18DA49F4-CD4F-46E0-AB35-D6CB797BE416}" dt="2025-12-04T06:07:37.605" v="495"/>
        <pc:sldMkLst>
          <pc:docMk/>
          <pc:sldMk cId="881989772" sldId="1728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79EA-2EDF-3BD9-F92C-36FE6C34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B3822-7809-7DAF-B1A7-92178C68F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6D4C3-534C-7740-D020-679D2E382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EA7B7-3C0D-6972-F993-9D6DAEDE0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1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iindex.stanford.edu/repor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3.00485" TargetMode="External"/><Relationship Id="rId2" Type="http://schemas.openxmlformats.org/officeDocument/2006/relationships/hyperlink" Target="https://en.wikipedia.org/wiki/Neural_opera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006.04439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cppdocs/frontend.html" TargetMode="External"/><Relationship Id="rId2" Type="http://schemas.openxmlformats.org/officeDocument/2006/relationships/hyperlink" Target="https://pytorch.org/cppdoc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x-ml/jax" TargetMode="External"/><Relationship Id="rId2" Type="http://schemas.openxmlformats.org/officeDocument/2006/relationships/hyperlink" Target="https://pytorch.org/tutorials/intermediate/torch_compile_tutorial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25</a:t>
            </a:r>
          </a:p>
          <a:p>
            <a:r>
              <a:rPr lang="en-US" dirty="0"/>
              <a:t>12/4/2025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about where to go from here</a:t>
            </a:r>
          </a:p>
        </p:txBody>
      </p:sp>
    </p:spTree>
    <p:extLst>
      <p:ext uri="{BB962C8B-B14F-4D97-AF65-F5344CB8AC3E}">
        <p14:creationId xmlns:p14="http://schemas.microsoft.com/office/powerpoint/2010/main" val="119205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28B2-2F53-1F81-3299-14B61D42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9C00-AAA9-93BE-2CAD-82854B41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BA11-82FC-9043-52EA-EF571B1AF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about where to go from here</a:t>
            </a:r>
          </a:p>
        </p:txBody>
      </p:sp>
    </p:spTree>
    <p:extLst>
      <p:ext uri="{BB962C8B-B14F-4D97-AF65-F5344CB8AC3E}">
        <p14:creationId xmlns:p14="http://schemas.microsoft.com/office/powerpoint/2010/main" val="138129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2B8B-867B-D040-1EDF-97D7D97F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3E27-9922-BE34-350F-B1AE71F6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 Index Report</a:t>
            </a:r>
          </a:p>
          <a:p>
            <a:endParaRPr lang="en-US" dirty="0"/>
          </a:p>
          <a:p>
            <a:r>
              <a:rPr lang="en-US" dirty="0"/>
              <a:t>An Yearly report on the trends in AI by Stanford University</a:t>
            </a:r>
          </a:p>
          <a:p>
            <a:endParaRPr lang="en-US" dirty="0"/>
          </a:p>
          <a:p>
            <a:r>
              <a:rPr lang="en-US" dirty="0"/>
              <a:t>A good resource to keep track of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https://aiindex.stanford.edu/report/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58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1F22-B60D-3848-88CF-AD94F833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you learn in the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1D71-C7B1-0FA5-1C99-93F39E1CA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4237"/>
          </a:xfrm>
        </p:spPr>
        <p:txBody>
          <a:bodyPr/>
          <a:lstStyle/>
          <a:p>
            <a:r>
              <a:rPr lang="en-US" dirty="0"/>
              <a:t>GPU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E35F4-5DFC-8155-87B8-D4DB52BBD608}"/>
              </a:ext>
            </a:extLst>
          </p:cNvPr>
          <p:cNvSpPr/>
          <p:nvPr/>
        </p:nvSpPr>
        <p:spPr>
          <a:xfrm>
            <a:off x="6247289" y="2891623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5AAC0F-6096-AA00-F72D-FC882B71833E}"/>
              </a:ext>
            </a:extLst>
          </p:cNvPr>
          <p:cNvGrpSpPr/>
          <p:nvPr/>
        </p:nvGrpSpPr>
        <p:grpSpPr>
          <a:xfrm>
            <a:off x="2787309" y="4386255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AA7B74-9F0A-C9BF-568F-3E5A48C5584D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D8F6BF-4CBA-F53B-7E49-DFE0E5C881C9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22EA645-15AB-955D-2FE1-48487E51076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7E99709-A70B-0B51-D14C-EA1954FC6D73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B4C75D9-CA69-8884-332F-7662C73160F1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F8A0E1B-6CC3-F541-2ED3-F72B9BF447DB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9DD7E57-3247-44CE-B48C-71CB4C9C0015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61BCF05-8E57-8089-E18B-96D6546862AA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A91248-7711-4B53-F9C0-7099BE19ACC4}"/>
              </a:ext>
            </a:extLst>
          </p:cNvPr>
          <p:cNvGrpSpPr/>
          <p:nvPr/>
        </p:nvGrpSpPr>
        <p:grpSpPr>
          <a:xfrm>
            <a:off x="6052302" y="4386255"/>
            <a:ext cx="2133599" cy="1499816"/>
            <a:chOff x="3392871" y="2569567"/>
            <a:chExt cx="2133599" cy="14998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6F69C4-49AD-619C-2359-EF8F7BC2E036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163CB8-F65D-FB86-FF52-810D4EA4320A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416ACF8-B763-F444-0554-72FC1F58FE33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D7959C9-3300-C909-71CF-EBF39BFC49D1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10F377B-0618-9BFD-A5A6-6A4835297B4D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4A24A41-8EF2-C563-81A0-865D79B6456F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76FE4C4-617B-FC04-A303-52EF30C7E623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9DF0AAB-D9EA-5560-DF12-2A88316FB32C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78159F-1FE6-BC2C-F9E7-225F6BD89371}"/>
              </a:ext>
            </a:extLst>
          </p:cNvPr>
          <p:cNvGrpSpPr/>
          <p:nvPr/>
        </p:nvGrpSpPr>
        <p:grpSpPr>
          <a:xfrm>
            <a:off x="9108668" y="4386255"/>
            <a:ext cx="2133599" cy="1499816"/>
            <a:chOff x="3392871" y="2569567"/>
            <a:chExt cx="2133599" cy="149981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CD22C2-F1E2-04C7-CAA9-71371991B64C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5771D7-F52C-6FCA-0903-6139404F1A05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857E62-AE37-536E-5B3C-53D44B6DD513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8B3F418-B69C-E922-4F96-950698E63376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C8AE583-89C3-0AFF-9564-ABBA4B1110FD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890D826-8991-1014-B490-1DAE8D465CC7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1A46994-AA71-94B0-C8CD-1EED010C94FB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DEDB76A-F2D1-1626-F633-78FEDC02AC6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C674DD-C70B-7181-82C9-02AFDE34184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854108" y="3972492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F17AE-3234-DC4A-78A3-5A58476819F9}"/>
              </a:ext>
            </a:extLst>
          </p:cNvPr>
          <p:cNvCxnSpPr>
            <a:cxnSpLocks/>
          </p:cNvCxnSpPr>
          <p:nvPr/>
        </p:nvCxnSpPr>
        <p:spPr>
          <a:xfrm>
            <a:off x="7119101" y="3961316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5ED637-FA56-C0D9-58B8-A2B21A3B376C}"/>
              </a:ext>
            </a:extLst>
          </p:cNvPr>
          <p:cNvCxnSpPr>
            <a:cxnSpLocks/>
          </p:cNvCxnSpPr>
          <p:nvPr/>
        </p:nvCxnSpPr>
        <p:spPr>
          <a:xfrm flipH="1">
            <a:off x="10169001" y="3982121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84B7CE-B125-3675-9070-FD1DB52DEBD0}"/>
              </a:ext>
            </a:extLst>
          </p:cNvPr>
          <p:cNvCxnSpPr>
            <a:cxnSpLocks/>
          </p:cNvCxnSpPr>
          <p:nvPr/>
        </p:nvCxnSpPr>
        <p:spPr>
          <a:xfrm flipV="1">
            <a:off x="3847642" y="3954121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E313CD-2D61-8E12-F443-CDFAF434CCBD}"/>
              </a:ext>
            </a:extLst>
          </p:cNvPr>
          <p:cNvCxnSpPr>
            <a:stCxn id="4" idx="2"/>
          </p:cNvCxnSpPr>
          <p:nvPr/>
        </p:nvCxnSpPr>
        <p:spPr>
          <a:xfrm flipH="1">
            <a:off x="7119100" y="3272623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9E4CAE-6668-533D-2BCC-AE35CCFA2C90}"/>
                  </a:ext>
                </a:extLst>
              </p:cNvPr>
              <p:cNvSpPr txBox="1"/>
              <p:nvPr/>
            </p:nvSpPr>
            <p:spPr>
              <a:xfrm>
                <a:off x="1968080" y="6058124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9E4CAE-6668-533D-2BCC-AE35CCFA2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080" y="6058124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CE57CE1-2DED-256A-D931-BF09329174D1}"/>
              </a:ext>
            </a:extLst>
          </p:cNvPr>
          <p:cNvSpPr txBox="1"/>
          <p:nvPr/>
        </p:nvSpPr>
        <p:spPr>
          <a:xfrm>
            <a:off x="2973730" y="5332158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E57BF8-8145-86E2-DFFC-674CEBAC37AC}"/>
              </a:ext>
            </a:extLst>
          </p:cNvPr>
          <p:cNvSpPr txBox="1"/>
          <p:nvPr/>
        </p:nvSpPr>
        <p:spPr>
          <a:xfrm>
            <a:off x="3514570" y="5340943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C8E8EE-70FC-86B2-CB32-E4FF7B9E86A9}"/>
                  </a:ext>
                </a:extLst>
              </p:cNvPr>
              <p:cNvSpPr txBox="1"/>
              <p:nvPr/>
            </p:nvSpPr>
            <p:spPr>
              <a:xfrm>
                <a:off x="4131679" y="5386991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C8E8EE-70FC-86B2-CB32-E4FF7B9E8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679" y="5386991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D518CE5-98BA-F849-3F76-DB26E714E3DF}"/>
              </a:ext>
            </a:extLst>
          </p:cNvPr>
          <p:cNvSpPr txBox="1"/>
          <p:nvPr/>
        </p:nvSpPr>
        <p:spPr>
          <a:xfrm>
            <a:off x="6238723" y="531270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D9A81-191A-5BD5-1451-D5B21376D537}"/>
              </a:ext>
            </a:extLst>
          </p:cNvPr>
          <p:cNvSpPr txBox="1"/>
          <p:nvPr/>
        </p:nvSpPr>
        <p:spPr>
          <a:xfrm>
            <a:off x="6779563" y="532148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CD041EF-8E81-55FE-448A-9828C87ED4EC}"/>
                  </a:ext>
                </a:extLst>
              </p:cNvPr>
              <p:cNvSpPr txBox="1"/>
              <p:nvPr/>
            </p:nvSpPr>
            <p:spPr>
              <a:xfrm>
                <a:off x="7396672" y="5367535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CD041EF-8E81-55FE-448A-9828C87ED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672" y="5367535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1CCA577-BEE7-A6CE-A5A8-1481508A56DD}"/>
              </a:ext>
            </a:extLst>
          </p:cNvPr>
          <p:cNvSpPr txBox="1"/>
          <p:nvPr/>
        </p:nvSpPr>
        <p:spPr>
          <a:xfrm>
            <a:off x="9308257" y="532857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C7DBD7-8359-BDA0-C801-D30CFC1D8154}"/>
              </a:ext>
            </a:extLst>
          </p:cNvPr>
          <p:cNvSpPr txBox="1"/>
          <p:nvPr/>
        </p:nvSpPr>
        <p:spPr>
          <a:xfrm>
            <a:off x="9849097" y="533735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F5CF9F-2BBD-4667-A68B-CBE04C431ED9}"/>
                  </a:ext>
                </a:extLst>
              </p:cNvPr>
              <p:cNvSpPr txBox="1"/>
              <p:nvPr/>
            </p:nvSpPr>
            <p:spPr>
              <a:xfrm>
                <a:off x="10466206" y="538340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F5CF9F-2BBD-4667-A68B-CBE04C431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206" y="5383404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8F9797-C7D8-D369-92F6-B4E59718936B}"/>
                  </a:ext>
                </a:extLst>
              </p:cNvPr>
              <p:cNvSpPr txBox="1"/>
              <p:nvPr/>
            </p:nvSpPr>
            <p:spPr>
              <a:xfrm>
                <a:off x="10868475" y="4069382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8F9797-C7D8-D369-92F6-B4E597189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475" y="4069382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FB55209-F2E7-6C0F-EA65-020BBA71C254}"/>
                  </a:ext>
                </a:extLst>
              </p:cNvPr>
              <p:cNvSpPr txBox="1"/>
              <p:nvPr/>
            </p:nvSpPr>
            <p:spPr>
              <a:xfrm>
                <a:off x="7397113" y="4083957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FB55209-F2E7-6C0F-EA65-020BBA71C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113" y="4083957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86ED1B-24AE-BBB3-326F-91827C83D2E2}"/>
                  </a:ext>
                </a:extLst>
              </p:cNvPr>
              <p:cNvSpPr txBox="1"/>
              <p:nvPr/>
            </p:nvSpPr>
            <p:spPr>
              <a:xfrm>
                <a:off x="3932461" y="406699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86ED1B-24AE-BBB3-326F-91827C83D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461" y="4066991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52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D02E-B0B2-B665-9986-247E25AC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57B8-2569-7F8B-FC4A-E6E9239AE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 mental model of how programs execute on GPUs</a:t>
            </a:r>
          </a:p>
          <a:p>
            <a:endParaRPr lang="en-US" dirty="0"/>
          </a:p>
          <a:p>
            <a:r>
              <a:rPr lang="en-US" dirty="0"/>
              <a:t>Data parallel programming – all cores execute same instructions on different data</a:t>
            </a:r>
          </a:p>
          <a:p>
            <a:endParaRPr lang="en-US" dirty="0"/>
          </a:p>
          <a:p>
            <a:r>
              <a:rPr lang="en-US" dirty="0"/>
              <a:t>Within SMP, data sharing and synchronization is relatively easy</a:t>
            </a:r>
          </a:p>
          <a:p>
            <a:endParaRPr lang="en-US" dirty="0"/>
          </a:p>
          <a:p>
            <a:r>
              <a:rPr lang="en-US" dirty="0"/>
              <a:t>Across SMP, sharing and synchronization is slower</a:t>
            </a:r>
          </a:p>
        </p:txBody>
      </p:sp>
    </p:spTree>
    <p:extLst>
      <p:ext uri="{BB962C8B-B14F-4D97-AF65-F5344CB8AC3E}">
        <p14:creationId xmlns:p14="http://schemas.microsoft.com/office/powerpoint/2010/main" val="58517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1815-0476-3EFE-08DC-433506B1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2FC9-6E68-0754-A36A-0F537756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Languages</a:t>
            </a:r>
          </a:p>
          <a:p>
            <a:endParaRPr lang="en-US" dirty="0"/>
          </a:p>
          <a:p>
            <a:r>
              <a:rPr lang="en-US" dirty="0"/>
              <a:t>We studied HIP</a:t>
            </a:r>
          </a:p>
          <a:p>
            <a:endParaRPr lang="en-US" dirty="0"/>
          </a:p>
          <a:p>
            <a:r>
              <a:rPr lang="en-US" dirty="0"/>
              <a:t>Learn CUDA too</a:t>
            </a:r>
          </a:p>
          <a:p>
            <a:pPr lvl="1"/>
            <a:r>
              <a:rPr lang="en-US" dirty="0"/>
              <a:t>Very similar to HIP</a:t>
            </a:r>
          </a:p>
        </p:txBody>
      </p:sp>
    </p:spTree>
    <p:extLst>
      <p:ext uri="{BB962C8B-B14F-4D97-AF65-F5344CB8AC3E}">
        <p14:creationId xmlns:p14="http://schemas.microsoft.com/office/powerpoint/2010/main" val="390124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1815-0476-3EFE-08DC-433506B1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2FC9-6E68-0754-A36A-0F537756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Languages</a:t>
            </a:r>
          </a:p>
          <a:p>
            <a:endParaRPr lang="en-US" dirty="0"/>
          </a:p>
          <a:p>
            <a:r>
              <a:rPr lang="en-US" dirty="0"/>
              <a:t>Most of Type #1 projects are targeted towards this. You also get to modify various layers of DNN models which again is an important skill </a:t>
            </a:r>
          </a:p>
          <a:p>
            <a:endParaRPr lang="en-US" dirty="0"/>
          </a:p>
          <a:p>
            <a:r>
              <a:rPr lang="en-US" dirty="0"/>
              <a:t>Explore as much as you can beyond what you proposed in the proposal. Keep on updating your </a:t>
            </a:r>
            <a:r>
              <a:rPr lang="en-US" dirty="0" err="1"/>
              <a:t>github</a:t>
            </a:r>
            <a:r>
              <a:rPr lang="en-US" dirty="0"/>
              <a:t>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3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5397-4955-8FAE-2993-378342DB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Algorithm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B976-523D-2539-2DB0-DE6D0E660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parallelism is dominating the key computational kernel implementations</a:t>
            </a:r>
          </a:p>
          <a:p>
            <a:endParaRPr lang="en-US" dirty="0"/>
          </a:p>
          <a:p>
            <a:r>
              <a:rPr lang="en-US" dirty="0"/>
              <a:t>At the entire model level a combination of data and task parallelism is dominating</a:t>
            </a:r>
          </a:p>
          <a:p>
            <a:pPr lvl="1"/>
            <a:r>
              <a:rPr lang="en-US" dirty="0"/>
              <a:t>3D parallelism: data, model/pipeline, tensor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3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0266-B3CA-A2C9-8510-12EBD81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Algorithm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C616C-8B1B-640A-24E2-8B9AB8121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key computational kernels and how to accelerate them</a:t>
            </a:r>
          </a:p>
          <a:p>
            <a:endParaRPr lang="en-US" dirty="0"/>
          </a:p>
          <a:p>
            <a:r>
              <a:rPr lang="en-US" dirty="0"/>
              <a:t>Convolution -&gt; Matrix Multiplication: Blocked Matrix Multiplication</a:t>
            </a:r>
          </a:p>
          <a:p>
            <a:endParaRPr lang="en-US" dirty="0"/>
          </a:p>
          <a:p>
            <a:r>
              <a:rPr lang="en-US" dirty="0"/>
              <a:t>Sparse Matrix Multiplication -&gt; several sophisticated techniques exist. </a:t>
            </a:r>
          </a:p>
          <a:p>
            <a:endParaRPr lang="en-US" dirty="0"/>
          </a:p>
          <a:p>
            <a:r>
              <a:rPr lang="en-US" dirty="0"/>
              <a:t>Prefix Scan/Sorting -&gt; Usually recursive doubling based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8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D051-140A-046B-602C-7963A94D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Algorithm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91D0-4BC2-989F-AA6E-676CD2DAF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a model level, understand 3D parallelism</a:t>
            </a:r>
          </a:p>
          <a:p>
            <a:endParaRPr lang="en-US" dirty="0"/>
          </a:p>
          <a:p>
            <a:r>
              <a:rPr lang="en-US" dirty="0"/>
              <a:t>Play around with </a:t>
            </a:r>
            <a:r>
              <a:rPr lang="en-US" dirty="0" err="1"/>
              <a:t>Pytorch</a:t>
            </a:r>
            <a:r>
              <a:rPr lang="en-US" dirty="0"/>
              <a:t>-lightning, if possible, </a:t>
            </a:r>
            <a:r>
              <a:rPr lang="en-US" dirty="0" err="1"/>
              <a:t>DeepSpeed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Type #2 projects have focused on this. Explore, put on your resume</a:t>
            </a:r>
          </a:p>
          <a:p>
            <a:endParaRPr lang="en-US" dirty="0"/>
          </a:p>
          <a:p>
            <a:r>
              <a:rPr lang="en-US" dirty="0"/>
              <a:t>(You should have HPC access for next several weeks, you can try it out and put it on your resumes)</a:t>
            </a:r>
          </a:p>
        </p:txBody>
      </p:sp>
    </p:spTree>
    <p:extLst>
      <p:ext uri="{BB962C8B-B14F-4D97-AF65-F5344CB8AC3E}">
        <p14:creationId xmlns:p14="http://schemas.microsoft.com/office/powerpoint/2010/main" val="3924163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6590-9EAE-C12C-3B3E-E06CAE1B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8211-7C13-0EDD-F4E2-5B857842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looked at:</a:t>
            </a:r>
          </a:p>
          <a:p>
            <a:pPr lvl="1"/>
            <a:r>
              <a:rPr lang="en-US" dirty="0"/>
              <a:t>Convolutional Neural Networks</a:t>
            </a:r>
          </a:p>
          <a:p>
            <a:pPr lvl="1"/>
            <a:r>
              <a:rPr lang="en-US" dirty="0"/>
              <a:t>Transformer Based Models</a:t>
            </a:r>
          </a:p>
          <a:p>
            <a:endParaRPr lang="en-US" dirty="0"/>
          </a:p>
          <a:p>
            <a:r>
              <a:rPr lang="en-US" dirty="0"/>
              <a:t>We could not look at:</a:t>
            </a:r>
          </a:p>
          <a:p>
            <a:pPr lvl="1"/>
            <a:r>
              <a:rPr lang="en-US" dirty="0"/>
              <a:t>Graph Neural Networks</a:t>
            </a:r>
          </a:p>
          <a:p>
            <a:pPr lvl="1"/>
            <a:r>
              <a:rPr lang="en-US" dirty="0"/>
              <a:t>Vision Transformers</a:t>
            </a:r>
          </a:p>
        </p:txBody>
      </p:sp>
    </p:spTree>
    <p:extLst>
      <p:ext uri="{BB962C8B-B14F-4D97-AF65-F5344CB8AC3E}">
        <p14:creationId xmlns:p14="http://schemas.microsoft.com/office/powerpoint/2010/main" val="84755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E458-56EE-D3E1-CCBE-B1A57C3C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6996B-A981-B68F-2C99-A3FEBD9D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models, or at least the key kernel – Convolution will remain relevant moving forward</a:t>
            </a:r>
          </a:p>
          <a:p>
            <a:pPr lvl="1"/>
            <a:r>
              <a:rPr lang="en-US" dirty="0"/>
              <a:t>3D Convolution – 3D version of convolution</a:t>
            </a:r>
          </a:p>
          <a:p>
            <a:endParaRPr lang="en-US" dirty="0"/>
          </a:p>
          <a:p>
            <a:r>
              <a:rPr lang="en-US" dirty="0"/>
              <a:t>Increasingly being incorporated in Vision Transformers</a:t>
            </a:r>
          </a:p>
          <a:p>
            <a:pPr lvl="1"/>
            <a:r>
              <a:rPr lang="en-US" dirty="0"/>
              <a:t>Vision Transformers: convolution plus transformer layers</a:t>
            </a:r>
          </a:p>
          <a:p>
            <a:endParaRPr lang="en-US" dirty="0"/>
          </a:p>
          <a:p>
            <a:r>
              <a:rPr lang="en-US" dirty="0"/>
              <a:t>Critical to biomedical applications</a:t>
            </a:r>
          </a:p>
          <a:p>
            <a:pPr lvl="1"/>
            <a:r>
              <a:rPr lang="en-US" dirty="0"/>
              <a:t>Most popular model: U-net</a:t>
            </a:r>
          </a:p>
        </p:txBody>
      </p:sp>
    </p:spTree>
    <p:extLst>
      <p:ext uri="{BB962C8B-B14F-4D97-AF65-F5344CB8AC3E}">
        <p14:creationId xmlns:p14="http://schemas.microsoft.com/office/powerpoint/2010/main" val="331102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8FD5-8D2B-1B4B-B75C-5C6D14B7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D4D25-5CB9-0F38-D9C3-E72CC5752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 Use Cases</a:t>
            </a:r>
          </a:p>
          <a:p>
            <a:endParaRPr lang="en-US" dirty="0"/>
          </a:p>
          <a:p>
            <a:r>
              <a:rPr lang="en-US" dirty="0"/>
              <a:t>One of my previous students needs to run heavy image segmentation models on CPU only client systems in real-time</a:t>
            </a:r>
          </a:p>
          <a:p>
            <a:endParaRPr lang="en-US" dirty="0"/>
          </a:p>
          <a:p>
            <a:r>
              <a:rPr lang="en-US" dirty="0"/>
              <a:t>Researchers in Biomedical engineering need to find out ways to run image processing extremely high resolution images </a:t>
            </a:r>
          </a:p>
        </p:txBody>
      </p:sp>
    </p:spTree>
    <p:extLst>
      <p:ext uri="{BB962C8B-B14F-4D97-AF65-F5344CB8AC3E}">
        <p14:creationId xmlns:p14="http://schemas.microsoft.com/office/powerpoint/2010/main" val="132805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D9C2-BD39-10A0-CAF6-EB52BB87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4BDA-7621-D458-1290-C3115A45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 based Models</a:t>
            </a:r>
          </a:p>
          <a:p>
            <a:pPr lvl="1"/>
            <a:r>
              <a:rPr lang="en-US" dirty="0"/>
              <a:t>Go way beyond Natural Language Processing</a:t>
            </a:r>
          </a:p>
          <a:p>
            <a:endParaRPr lang="en-US" dirty="0"/>
          </a:p>
          <a:p>
            <a:r>
              <a:rPr lang="en-US" dirty="0"/>
              <a:t>Genomics, Protein sequences</a:t>
            </a:r>
          </a:p>
          <a:p>
            <a:endParaRPr lang="en-US" dirty="0"/>
          </a:p>
          <a:p>
            <a:r>
              <a:rPr lang="en-US" dirty="0"/>
              <a:t>Challenge here: How to model long context lengths (millions or billions)</a:t>
            </a:r>
          </a:p>
          <a:p>
            <a:pPr lvl="1"/>
            <a:r>
              <a:rPr lang="en-US" dirty="0"/>
              <a:t>Existing LLMs can handle around ~100,000 context length</a:t>
            </a:r>
          </a:p>
        </p:txBody>
      </p:sp>
    </p:spTree>
    <p:extLst>
      <p:ext uri="{BB962C8B-B14F-4D97-AF65-F5344CB8AC3E}">
        <p14:creationId xmlns:p14="http://schemas.microsoft.com/office/powerpoint/2010/main" val="2405307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1966-71F0-BBB7-A96F-FC65F8A1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1EC4-4CF0-E811-9288-D1D1B70DB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Long Contexts</a:t>
            </a:r>
          </a:p>
          <a:p>
            <a:endParaRPr lang="en-US" dirty="0"/>
          </a:p>
          <a:p>
            <a:r>
              <a:rPr lang="en-US" dirty="0"/>
              <a:t>Specific sparsity patterns (e.g., ring attention) to achieve sequence parallelism</a:t>
            </a:r>
          </a:p>
          <a:p>
            <a:endParaRPr lang="en-US" dirty="0"/>
          </a:p>
          <a:p>
            <a:r>
              <a:rPr lang="en-US" dirty="0"/>
              <a:t>In general, the sparse attention mask have not been very successful</a:t>
            </a:r>
          </a:p>
          <a:p>
            <a:pPr lvl="1"/>
            <a:r>
              <a:rPr lang="en-US" dirty="0"/>
              <a:t>Reason: Existing implementations rely on Dense matrix multiplications</a:t>
            </a:r>
          </a:p>
          <a:p>
            <a:pPr lvl="1"/>
            <a:r>
              <a:rPr lang="en-US" dirty="0"/>
              <a:t>We discussed a few techniques in the course. Research on this topic is increasingly becoming relevant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310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2C68-C90D-CD95-2044-2EFAAA6DA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9B3438-24BF-EA08-BE08-8D5E95B09B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Modeling Long Context</a:t>
                </a:r>
              </a:p>
              <a:p>
                <a:endParaRPr lang="en-US" dirty="0"/>
              </a:p>
              <a:p>
                <a:r>
                  <a:rPr lang="en-US" dirty="0"/>
                  <a:t>Fourier Domain Models</a:t>
                </a:r>
              </a:p>
              <a:p>
                <a:endParaRPr lang="en-US" dirty="0"/>
              </a:p>
              <a:p>
                <a:r>
                  <a:rPr lang="en-US" dirty="0"/>
                  <a:t>Key Idea: polynomial multiplication in </a:t>
                </a:r>
                <a:r>
                  <a:rPr lang="en-US" dirty="0" err="1"/>
                  <a:t>fourier</a:t>
                </a:r>
                <a:r>
                  <a:rPr lang="en-US" dirty="0"/>
                  <a:t> domain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𝐿𝑜𝑔𝐿</m:t>
                        </m:r>
                      </m:e>
                    </m:d>
                  </m:oMath>
                </a14:m>
                <a:r>
                  <a:rPr lang="en-US" dirty="0"/>
                  <a:t> time (FFT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𝐿𝑜𝑔𝐿</m:t>
                    </m:r>
                  </m:oMath>
                </a14:m>
                <a:r>
                  <a:rPr lang="en-US" dirty="0"/>
                  <a:t>), elementwise produce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Better complexity that attention mechanism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Illustrative Work: </a:t>
                </a:r>
                <a:r>
                  <a:rPr lang="en-US" dirty="0" err="1"/>
                  <a:t>HyenaDNA</a:t>
                </a:r>
                <a:endParaRPr lang="en-US" dirty="0"/>
              </a:p>
              <a:p>
                <a:pPr lvl="1"/>
                <a:r>
                  <a:rPr lang="en-US" dirty="0"/>
                  <a:t>Can model up to 1 million context lengths on DNA sequences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9B3438-24BF-EA08-BE08-8D5E95B09B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544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A329-EE75-D149-3B6A-3CD97391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7EBA-91BE-D598-E992-F6E0B9EE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Neural Networks</a:t>
            </a:r>
          </a:p>
          <a:p>
            <a:endParaRPr lang="en-US" dirty="0"/>
          </a:p>
          <a:p>
            <a:r>
              <a:rPr lang="en-US" dirty="0"/>
              <a:t>Learning on Graph data</a:t>
            </a:r>
          </a:p>
          <a:p>
            <a:endParaRPr lang="en-US" dirty="0"/>
          </a:p>
          <a:p>
            <a:r>
              <a:rPr lang="en-US" dirty="0"/>
              <a:t>Important model in network analysis, molecular dynamic simulations, etc.</a:t>
            </a:r>
          </a:p>
        </p:txBody>
      </p:sp>
    </p:spTree>
    <p:extLst>
      <p:ext uri="{BB962C8B-B14F-4D97-AF65-F5344CB8AC3E}">
        <p14:creationId xmlns:p14="http://schemas.microsoft.com/office/powerpoint/2010/main" val="1010320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418F-3AE4-EA26-F3B7-DCA046FD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2D1E-1CCB-3AF4-A5FB-E2D8D91C0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models to look out for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Neural Operators</a:t>
            </a:r>
            <a:r>
              <a:rPr lang="en-US" dirty="0"/>
              <a:t> (Caltech) – Gaining popularity in tasks such as weather forecasting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Geometric Graph Neural Networks</a:t>
            </a:r>
            <a:r>
              <a:rPr lang="en-US" dirty="0"/>
              <a:t> – Extensions of GNNs that are gaining popularity in scientific simulations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Liquid Time Constant Networks</a:t>
            </a:r>
            <a:r>
              <a:rPr lang="en-US" dirty="0"/>
              <a:t> – Gaining popularity in robotics</a:t>
            </a:r>
          </a:p>
        </p:txBody>
      </p:sp>
    </p:spTree>
    <p:extLst>
      <p:ext uri="{BB962C8B-B14F-4D97-AF65-F5344CB8AC3E}">
        <p14:creationId xmlns:p14="http://schemas.microsoft.com/office/powerpoint/2010/main" val="2784978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FBF2-E769-2255-5975-5FB194F0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45F0-8B2F-78A5-BC47-6973836C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their papers, go to their repos. </a:t>
            </a:r>
          </a:p>
          <a:p>
            <a:endParaRPr lang="en-US" dirty="0"/>
          </a:p>
          <a:p>
            <a:r>
              <a:rPr lang="en-US" dirty="0"/>
              <a:t>See if you can do some interesting self directed projects</a:t>
            </a:r>
          </a:p>
          <a:p>
            <a:endParaRPr lang="en-US" dirty="0"/>
          </a:p>
          <a:p>
            <a:r>
              <a:rPr lang="en-US" dirty="0"/>
              <a:t>See if you can accelerate them using some techniques that we learned in class</a:t>
            </a:r>
          </a:p>
          <a:p>
            <a:pPr lvl="1"/>
            <a:r>
              <a:rPr lang="en-US" dirty="0"/>
              <a:t>Untapped opportunity. No one has looked into accelerating these models yet.</a:t>
            </a:r>
          </a:p>
        </p:txBody>
      </p:sp>
    </p:spTree>
    <p:extLst>
      <p:ext uri="{BB962C8B-B14F-4D97-AF65-F5344CB8AC3E}">
        <p14:creationId xmlns:p14="http://schemas.microsoft.com/office/powerpoint/2010/main" val="187379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4576-8530-3E84-36E9-340D9E8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6860-8655-F90A-98A8-1D2E2847E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Pytorch</a:t>
            </a:r>
            <a:r>
              <a:rPr lang="en-US" dirty="0"/>
              <a:t> is good for building models</a:t>
            </a:r>
          </a:p>
          <a:p>
            <a:endParaRPr lang="en-US" dirty="0"/>
          </a:p>
          <a:p>
            <a:r>
              <a:rPr lang="en-US" dirty="0"/>
              <a:t>But to really run them fast, you need C/C++</a:t>
            </a:r>
          </a:p>
          <a:p>
            <a:pPr lvl="1"/>
            <a:r>
              <a:rPr lang="en-US" dirty="0"/>
              <a:t>Its may be frustrating, not many people like it</a:t>
            </a:r>
          </a:p>
          <a:p>
            <a:pPr lvl="1"/>
            <a:r>
              <a:rPr lang="en-US" dirty="0"/>
              <a:t>That’s what makes it a coveted skill</a:t>
            </a:r>
          </a:p>
          <a:p>
            <a:pPr lvl="1"/>
            <a:endParaRPr lang="en-US" dirty="0"/>
          </a:p>
          <a:p>
            <a:r>
              <a:rPr lang="en-US" dirty="0"/>
              <a:t>Hardware Acceleration – CUDA/</a:t>
            </a:r>
            <a:r>
              <a:rPr lang="en-US" dirty="0" err="1"/>
              <a:t>Sycl</a:t>
            </a:r>
            <a:r>
              <a:rPr lang="en-US" dirty="0"/>
              <a:t>/OpenCL/HIP/</a:t>
            </a:r>
            <a:r>
              <a:rPr lang="en-US" dirty="0" err="1"/>
              <a:t>ROCm</a:t>
            </a:r>
            <a:endParaRPr lang="en-US" dirty="0"/>
          </a:p>
          <a:p>
            <a:endParaRPr lang="en-US" dirty="0"/>
          </a:p>
          <a:p>
            <a:r>
              <a:rPr lang="en-US" dirty="0"/>
              <a:t>DNN Model Programming – </a:t>
            </a:r>
            <a:r>
              <a:rPr lang="en-US" dirty="0">
                <a:hlinkClick r:id="rId2"/>
              </a:rPr>
              <a:t>Torch C++ Api</a:t>
            </a:r>
            <a:endParaRPr lang="en-US" dirty="0"/>
          </a:p>
          <a:p>
            <a:pPr lvl="1"/>
            <a:r>
              <a:rPr lang="en-US" dirty="0"/>
              <a:t>Look at the philosophy of when to use this: </a:t>
            </a:r>
            <a:r>
              <a:rPr lang="en-US" dirty="0">
                <a:hlinkClick r:id="rId3"/>
              </a:rPr>
              <a:t>https://pytorch.org/cppdocs/frontend.html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5805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BCA9-64C4-7E0E-08B1-18B84705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Current Hot Skills in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408A-A1B0-5144-EAC3-8F0CA71B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Thanks to Ketan Singh, Meta (Last year’s Career Talk Speaker)</a:t>
            </a:r>
          </a:p>
          <a:p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Compilers, Distributed systems, ML courses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Learn graph manipulation frameworks like FX transforms in </a:t>
            </a:r>
            <a:r>
              <a:rPr lang="en-US" u="sng" dirty="0" err="1">
                <a:solidFill>
                  <a:schemeClr val="hlink"/>
                </a:solidFill>
                <a:hlinkClick r:id="rId2"/>
              </a:rPr>
              <a:t>torch.compile</a:t>
            </a:r>
            <a:r>
              <a:rPr lang="en-US" dirty="0"/>
              <a:t>,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JAX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C++ services, Python based model authoring and boundaries in between.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Calling </a:t>
            </a:r>
            <a:r>
              <a:rPr lang="en-US" dirty="0" err="1"/>
              <a:t>c++</a:t>
            </a:r>
            <a:r>
              <a:rPr lang="en-US" dirty="0"/>
              <a:t> libraries via python wrappers for performance and dev efficiency.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Distributed systems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Learn fundamental protocols of communication in a distributed setting.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Small companies: May need to build infra (using cloud services)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Large companies: Infra is built already, you need to use it properly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For model training/serving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dirty="0"/>
              <a:t>Think about data transfers between hosts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dirty="0"/>
              <a:t>Single host efficiency: CPU/GPU communication, pipelining instructions on GPU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01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 as an </a:t>
            </a:r>
            <a:r>
              <a:rPr lang="en-US"/>
              <a:t>AI Engineer?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8315</TotalTime>
  <Words>996</Words>
  <Application>Microsoft Office PowerPoint</Application>
  <PresentationFormat>Widescreen</PresentationFormat>
  <Paragraphs>186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Outline</vt:lpstr>
      <vt:lpstr>Trends in AI</vt:lpstr>
      <vt:lpstr>What did you learn in the course?</vt:lpstr>
      <vt:lpstr>GPU Modeling</vt:lpstr>
      <vt:lpstr>GPU Modeling</vt:lpstr>
      <vt:lpstr>GPU Modeling</vt:lpstr>
      <vt:lpstr>Parallel Algorithm Design</vt:lpstr>
      <vt:lpstr>Parallel Algorithm Design</vt:lpstr>
      <vt:lpstr>Parallel Algorithm Design</vt:lpstr>
      <vt:lpstr>AI/ML Models</vt:lpstr>
      <vt:lpstr>AI/ML Models</vt:lpstr>
      <vt:lpstr>AI/ML Models</vt:lpstr>
      <vt:lpstr>AI/ML Models</vt:lpstr>
      <vt:lpstr>AI/ML Models</vt:lpstr>
      <vt:lpstr>AI/ML Models</vt:lpstr>
      <vt:lpstr>AI/ML Models</vt:lpstr>
      <vt:lpstr>AI/ML Models</vt:lpstr>
      <vt:lpstr>AI/ML Models</vt:lpstr>
      <vt:lpstr>Programming Skills</vt:lpstr>
      <vt:lpstr>Summary of Current Hot Skills in AI Systems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2026-02-15T20:52:49Z</dcterms:modified>
</cp:coreProperties>
</file>
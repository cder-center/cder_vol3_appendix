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0"/>
  </p:notesMasterIdLst>
  <p:sldIdLst>
    <p:sldId id="256" r:id="rId2"/>
    <p:sldId id="261" r:id="rId3"/>
    <p:sldId id="1656" r:id="rId4"/>
    <p:sldId id="1281" r:id="rId5"/>
    <p:sldId id="1282" r:id="rId6"/>
    <p:sldId id="1309" r:id="rId7"/>
    <p:sldId id="1310" r:id="rId8"/>
    <p:sldId id="1311" r:id="rId9"/>
    <p:sldId id="1312" r:id="rId10"/>
    <p:sldId id="1314" r:id="rId11"/>
    <p:sldId id="1313" r:id="rId12"/>
    <p:sldId id="1315" r:id="rId13"/>
    <p:sldId id="1316" r:id="rId14"/>
    <p:sldId id="1317" r:id="rId15"/>
    <p:sldId id="1318" r:id="rId16"/>
    <p:sldId id="1319" r:id="rId17"/>
    <p:sldId id="1610" r:id="rId18"/>
    <p:sldId id="1655" r:id="rId19"/>
    <p:sldId id="1682" r:id="rId20"/>
    <p:sldId id="1333" r:id="rId21"/>
    <p:sldId id="1336" r:id="rId22"/>
    <p:sldId id="1337" r:id="rId23"/>
    <p:sldId id="1338" r:id="rId24"/>
    <p:sldId id="1339" r:id="rId25"/>
    <p:sldId id="1340" r:id="rId26"/>
    <p:sldId id="1341" r:id="rId27"/>
    <p:sldId id="1691" r:id="rId28"/>
    <p:sldId id="1342" r:id="rId29"/>
    <p:sldId id="1343" r:id="rId30"/>
    <p:sldId id="1701" r:id="rId31"/>
    <p:sldId id="1344" r:id="rId32"/>
    <p:sldId id="1345" r:id="rId33"/>
    <p:sldId id="1649" r:id="rId34"/>
    <p:sldId id="1650" r:id="rId35"/>
    <p:sldId id="1651" r:id="rId36"/>
    <p:sldId id="1652" r:id="rId37"/>
    <p:sldId id="1653" r:id="rId38"/>
    <p:sldId id="1692" r:id="rId39"/>
    <p:sldId id="1683" r:id="rId40"/>
    <p:sldId id="1684" r:id="rId41"/>
    <p:sldId id="1693" r:id="rId42"/>
    <p:sldId id="1346" r:id="rId43"/>
    <p:sldId id="1694" r:id="rId44"/>
    <p:sldId id="1695" r:id="rId45"/>
    <p:sldId id="1696" r:id="rId46"/>
    <p:sldId id="1697" r:id="rId47"/>
    <p:sldId id="1686" r:id="rId48"/>
    <p:sldId id="1687" r:id="rId49"/>
    <p:sldId id="1688" r:id="rId50"/>
    <p:sldId id="1689" r:id="rId51"/>
    <p:sldId id="1698" r:id="rId52"/>
    <p:sldId id="1690" r:id="rId53"/>
    <p:sldId id="1664" r:id="rId54"/>
    <p:sldId id="1665" r:id="rId55"/>
    <p:sldId id="1666" r:id="rId56"/>
    <p:sldId id="1667" r:id="rId57"/>
    <p:sldId id="1668" r:id="rId58"/>
    <p:sldId id="1673" r:id="rId59"/>
    <p:sldId id="1674" r:id="rId60"/>
    <p:sldId id="1675" r:id="rId61"/>
    <p:sldId id="1676" r:id="rId62"/>
    <p:sldId id="1677" r:id="rId63"/>
    <p:sldId id="1678" r:id="rId64"/>
    <p:sldId id="1679" r:id="rId65"/>
    <p:sldId id="1680" r:id="rId66"/>
    <p:sldId id="1681" r:id="rId67"/>
    <p:sldId id="1699" r:id="rId68"/>
    <p:sldId id="1700" r:id="rId69"/>
    <p:sldId id="1704" r:id="rId70"/>
    <p:sldId id="1702" r:id="rId71"/>
    <p:sldId id="609" r:id="rId72"/>
    <p:sldId id="1703" r:id="rId73"/>
    <p:sldId id="1705" r:id="rId74"/>
    <p:sldId id="1706" r:id="rId75"/>
    <p:sldId id="1707" r:id="rId76"/>
    <p:sldId id="1708" r:id="rId77"/>
    <p:sldId id="1551" r:id="rId78"/>
    <p:sldId id="391" r:id="rId7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907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9911A3-5EE2-4332-AD1B-5A7E26B8A93E}" v="116" dt="2025-10-14T14:34:10.8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325" autoAdjust="0"/>
  </p:normalViewPr>
  <p:slideViewPr>
    <p:cSldViewPr snapToGrid="0">
      <p:cViewPr varScale="1">
        <p:scale>
          <a:sx n="79" d="100"/>
          <a:sy n="79" d="100"/>
        </p:scale>
        <p:origin x="504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85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86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mukh Kuppannagari" userId="ad215094-da36-4b66-9c79-369a17aea26b" providerId="ADAL" clId="{685DD4BA-CA47-4698-B293-0B4D7A75F19F}"/>
    <pc:docChg chg="undo custSel addSld delSld modSld">
      <pc:chgData name="Sanmukh Kuppannagari" userId="ad215094-da36-4b66-9c79-369a17aea26b" providerId="ADAL" clId="{685DD4BA-CA47-4698-B293-0B4D7A75F19F}" dt="2025-09-30T15:49:40.981" v="3355" actId="20577"/>
      <pc:docMkLst>
        <pc:docMk/>
      </pc:docMkLst>
      <pc:sldChg chg="modSp mod">
        <pc:chgData name="Sanmukh Kuppannagari" userId="ad215094-da36-4b66-9c79-369a17aea26b" providerId="ADAL" clId="{685DD4BA-CA47-4698-B293-0B4D7A75F19F}" dt="2025-09-30T13:39:58.402" v="3" actId="20577"/>
        <pc:sldMkLst>
          <pc:docMk/>
          <pc:sldMk cId="728785357" sldId="256"/>
        </pc:sldMkLst>
        <pc:spChg chg="mod">
          <ac:chgData name="Sanmukh Kuppannagari" userId="ad215094-da36-4b66-9c79-369a17aea26b" providerId="ADAL" clId="{685DD4BA-CA47-4698-B293-0B4D7A75F19F}" dt="2025-09-30T13:39:58.402" v="3" actId="20577"/>
          <ac:spMkLst>
            <pc:docMk/>
            <pc:sldMk cId="728785357" sldId="256"/>
            <ac:spMk id="3" creationId="{C46BB279-3651-105A-8503-217F67B1FED8}"/>
          </ac:spMkLst>
        </pc:spChg>
      </pc:sldChg>
      <pc:sldChg chg="modSp mod">
        <pc:chgData name="Sanmukh Kuppannagari" userId="ad215094-da36-4b66-9c79-369a17aea26b" providerId="ADAL" clId="{685DD4BA-CA47-4698-B293-0B4D7A75F19F}" dt="2025-09-30T13:42:54.600" v="27" actId="20577"/>
        <pc:sldMkLst>
          <pc:docMk/>
          <pc:sldMk cId="2017305151" sldId="261"/>
        </pc:sldMkLst>
        <pc:spChg chg="mod">
          <ac:chgData name="Sanmukh Kuppannagari" userId="ad215094-da36-4b66-9c79-369a17aea26b" providerId="ADAL" clId="{685DD4BA-CA47-4698-B293-0B4D7A75F19F}" dt="2025-09-30T13:42:54.600" v="27" actId="20577"/>
          <ac:spMkLst>
            <pc:docMk/>
            <pc:sldMk cId="2017305151" sldId="261"/>
            <ac:spMk id="3" creationId="{D61E7643-79A8-EFA8-035B-07E3457DA90C}"/>
          </ac:spMkLst>
        </pc:spChg>
      </pc:sldChg>
      <pc:sldChg chg="modSp mod">
        <pc:chgData name="Sanmukh Kuppannagari" userId="ad215094-da36-4b66-9c79-369a17aea26b" providerId="ADAL" clId="{685DD4BA-CA47-4698-B293-0B4D7A75F19F}" dt="2025-09-30T14:11:27.514" v="676"/>
        <pc:sldMkLst>
          <pc:docMk/>
          <pc:sldMk cId="3630924" sldId="1253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2120621833" sldId="1301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761206213" sldId="1302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2947096827" sldId="1348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4042243871" sldId="1349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4189498737" sldId="1350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3540455608" sldId="1351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955974285" sldId="1352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190843385" sldId="1353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3949718224" sldId="1354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2944983638" sldId="1355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602010999" sldId="1356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3928916360" sldId="1357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554485064" sldId="1358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1255597569" sldId="1359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255600020" sldId="1360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2091206708" sldId="1361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1324345654" sldId="1363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1952027562" sldId="1364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2681935685" sldId="1365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1694987608" sldId="1366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906755194" sldId="1371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2289880766" sldId="1393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547436486" sldId="1394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2202618607" sldId="1395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376476748" sldId="1396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326597970" sldId="1397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3317642017" sldId="1398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1917602464" sldId="1399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135936496" sldId="1400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3700221882" sldId="1401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3296018570" sldId="1402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1582163347" sldId="1403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904800431" sldId="1404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3392244592" sldId="1405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697652818" sldId="1406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2455634612" sldId="1407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2839119350" sldId="1408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3080220527" sldId="1409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2247426298" sldId="1410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4009862055" sldId="1411"/>
        </pc:sldMkLst>
      </pc:sldChg>
      <pc:sldChg chg="add">
        <pc:chgData name="Sanmukh Kuppannagari" userId="ad215094-da36-4b66-9c79-369a17aea26b" providerId="ADAL" clId="{685DD4BA-CA47-4698-B293-0B4D7A75F19F}" dt="2025-09-30T13:55:09.159" v="89"/>
        <pc:sldMkLst>
          <pc:docMk/>
          <pc:sldMk cId="4085597991" sldId="1418"/>
        </pc:sldMkLst>
      </pc:sldChg>
      <pc:sldChg chg="modSp add mod">
        <pc:chgData name="Sanmukh Kuppannagari" userId="ad215094-da36-4b66-9c79-369a17aea26b" providerId="ADAL" clId="{685DD4BA-CA47-4698-B293-0B4D7A75F19F}" dt="2025-09-30T15:38:00.210" v="2808" actId="20577"/>
        <pc:sldMkLst>
          <pc:docMk/>
          <pc:sldMk cId="2151372455" sldId="1419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565169132" sldId="1420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2252650841" sldId="1421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2777539220" sldId="1422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2831660177" sldId="1423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2959762428" sldId="1424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3018266416" sldId="1425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2264869930" sldId="1426"/>
        </pc:sldMkLst>
      </pc:sldChg>
      <pc:sldChg chg="addSp delSp modSp add mod">
        <pc:chgData name="Sanmukh Kuppannagari" userId="ad215094-da36-4b66-9c79-369a17aea26b" providerId="ADAL" clId="{685DD4BA-CA47-4698-B293-0B4D7A75F19F}" dt="2025-09-30T15:03:48.963" v="2453" actId="1076"/>
        <pc:sldMkLst>
          <pc:docMk/>
          <pc:sldMk cId="3229075924" sldId="1427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2588611062" sldId="1428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598700407" sldId="1429"/>
        </pc:sldMkLst>
      </pc:sldChg>
      <pc:sldChg chg="addSp delSp modSp add mod">
        <pc:chgData name="Sanmukh Kuppannagari" userId="ad215094-da36-4b66-9c79-369a17aea26b" providerId="ADAL" clId="{685DD4BA-CA47-4698-B293-0B4D7A75F19F}" dt="2025-09-30T15:11:52.532" v="2498" actId="20577"/>
        <pc:sldMkLst>
          <pc:docMk/>
          <pc:sldMk cId="381585255" sldId="1430"/>
        </pc:sldMkLst>
      </pc:sldChg>
      <pc:sldChg chg="add del">
        <pc:chgData name="Sanmukh Kuppannagari" userId="ad215094-da36-4b66-9c79-369a17aea26b" providerId="ADAL" clId="{685DD4BA-CA47-4698-B293-0B4D7A75F19F}" dt="2025-09-30T15:14:39.357" v="2512" actId="47"/>
        <pc:sldMkLst>
          <pc:docMk/>
          <pc:sldMk cId="3320575543" sldId="1431"/>
        </pc:sldMkLst>
      </pc:sldChg>
      <pc:sldChg chg="modSp add mod">
        <pc:chgData name="Sanmukh Kuppannagari" userId="ad215094-da36-4b66-9c79-369a17aea26b" providerId="ADAL" clId="{685DD4BA-CA47-4698-B293-0B4D7A75F19F}" dt="2025-09-30T15:44:40.532" v="2985" actId="20577"/>
        <pc:sldMkLst>
          <pc:docMk/>
          <pc:sldMk cId="3924068536" sldId="1431"/>
        </pc:sldMkLst>
      </pc:sldChg>
      <pc:sldChg chg="add">
        <pc:chgData name="Sanmukh Kuppannagari" userId="ad215094-da36-4b66-9c79-369a17aea26b" providerId="ADAL" clId="{685DD4BA-CA47-4698-B293-0B4D7A75F19F}" dt="2025-09-30T15:43:06.314" v="2879"/>
        <pc:sldMkLst>
          <pc:docMk/>
          <pc:sldMk cId="161308088" sldId="1432"/>
        </pc:sldMkLst>
      </pc:sldChg>
      <pc:sldChg chg="add del">
        <pc:chgData name="Sanmukh Kuppannagari" userId="ad215094-da36-4b66-9c79-369a17aea26b" providerId="ADAL" clId="{685DD4BA-CA47-4698-B293-0B4D7A75F19F}" dt="2025-09-30T15:14:39.357" v="2512" actId="47"/>
        <pc:sldMkLst>
          <pc:docMk/>
          <pc:sldMk cId="1263179583" sldId="1432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873356031" sldId="1433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2141082296" sldId="1434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2565562540" sldId="1435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1868073248" sldId="1436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2546537403" sldId="1437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3588532588" sldId="1438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1606166730" sldId="1439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832541632" sldId="1440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2439492477" sldId="1441"/>
        </pc:sldMkLst>
      </pc:sldChg>
      <pc:sldChg chg="modSp add mod">
        <pc:chgData name="Sanmukh Kuppannagari" userId="ad215094-da36-4b66-9c79-369a17aea26b" providerId="ADAL" clId="{685DD4BA-CA47-4698-B293-0B4D7A75F19F}" dt="2025-09-30T15:20:11.319" v="2706" actId="20577"/>
        <pc:sldMkLst>
          <pc:docMk/>
          <pc:sldMk cId="3863061003" sldId="1442"/>
        </pc:sldMkLst>
      </pc:sldChg>
      <pc:sldChg chg="modSp mod">
        <pc:chgData name="Sanmukh Kuppannagari" userId="ad215094-da36-4b66-9c79-369a17aea26b" providerId="ADAL" clId="{685DD4BA-CA47-4698-B293-0B4D7A75F19F}" dt="2025-09-30T15:20:44.149" v="2741" actId="20577"/>
        <pc:sldMkLst>
          <pc:docMk/>
          <pc:sldMk cId="1297240811" sldId="1551"/>
        </pc:sldMkLst>
        <pc:spChg chg="mod">
          <ac:chgData name="Sanmukh Kuppannagari" userId="ad215094-da36-4b66-9c79-369a17aea26b" providerId="ADAL" clId="{685DD4BA-CA47-4698-B293-0B4D7A75F19F}" dt="2025-09-30T15:20:44.149" v="2741" actId="20577"/>
          <ac:spMkLst>
            <pc:docMk/>
            <pc:sldMk cId="1297240811" sldId="1551"/>
            <ac:spMk id="3" creationId="{E7FF2391-E8AE-9A93-A4FC-0E02B54BC29C}"/>
          </ac:spMkLst>
        </pc:spChg>
      </pc:sldChg>
      <pc:sldChg chg="del">
        <pc:chgData name="Sanmukh Kuppannagari" userId="ad215094-da36-4b66-9c79-369a17aea26b" providerId="ADAL" clId="{685DD4BA-CA47-4698-B293-0B4D7A75F19F}" dt="2025-09-30T13:43:01.564" v="29" actId="47"/>
        <pc:sldMkLst>
          <pc:docMk/>
          <pc:sldMk cId="1031082684" sldId="1554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3102655080" sldId="1555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1603436171" sldId="1556"/>
        </pc:sldMkLst>
      </pc:sldChg>
      <pc:sldChg chg="del">
        <pc:chgData name="Sanmukh Kuppannagari" userId="ad215094-da36-4b66-9c79-369a17aea26b" providerId="ADAL" clId="{685DD4BA-CA47-4698-B293-0B4D7A75F19F}" dt="2025-09-30T13:42:56.806" v="28" actId="47"/>
        <pc:sldMkLst>
          <pc:docMk/>
          <pc:sldMk cId="3219012261" sldId="1557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2055355578" sldId="1563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3587678191" sldId="1616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2602862771" sldId="1617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2528811919" sldId="1630"/>
        </pc:sldMkLst>
      </pc:sldChg>
      <pc:sldChg chg="modSp new mod">
        <pc:chgData name="Sanmukh Kuppannagari" userId="ad215094-da36-4b66-9c79-369a17aea26b" providerId="ADAL" clId="{685DD4BA-CA47-4698-B293-0B4D7A75F19F}" dt="2025-09-30T13:54:01.536" v="88" actId="20577"/>
        <pc:sldMkLst>
          <pc:docMk/>
          <pc:sldMk cId="3151454259" sldId="1630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2580660460" sldId="1631"/>
        </pc:sldMkLst>
      </pc:sldChg>
      <pc:sldChg chg="addSp modSp new mod">
        <pc:chgData name="Sanmukh Kuppannagari" userId="ad215094-da36-4b66-9c79-369a17aea26b" providerId="ADAL" clId="{685DD4BA-CA47-4698-B293-0B4D7A75F19F}" dt="2025-09-30T14:00:59.370" v="194" actId="207"/>
        <pc:sldMkLst>
          <pc:docMk/>
          <pc:sldMk cId="2698497501" sldId="1631"/>
        </pc:sldMkLst>
      </pc:sldChg>
      <pc:sldChg chg="modSp new del mod">
        <pc:chgData name="Sanmukh Kuppannagari" userId="ad215094-da36-4b66-9c79-369a17aea26b" providerId="ADAL" clId="{685DD4BA-CA47-4698-B293-0B4D7A75F19F}" dt="2025-09-30T13:59:17.499" v="95" actId="47"/>
        <pc:sldMkLst>
          <pc:docMk/>
          <pc:sldMk cId="3939962016" sldId="1631"/>
        </pc:sldMkLst>
      </pc:sldChg>
      <pc:sldChg chg="add">
        <pc:chgData name="Sanmukh Kuppannagari" userId="ad215094-da36-4b66-9c79-369a17aea26b" providerId="ADAL" clId="{685DD4BA-CA47-4698-B293-0B4D7A75F19F}" dt="2025-09-30T14:00:52.248" v="193"/>
        <pc:sldMkLst>
          <pc:docMk/>
          <pc:sldMk cId="1043968361" sldId="1632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2919249467" sldId="1632"/>
        </pc:sldMkLst>
      </pc:sldChg>
      <pc:sldChg chg="modSp new mod">
        <pc:chgData name="Sanmukh Kuppannagari" userId="ad215094-da36-4b66-9c79-369a17aea26b" providerId="ADAL" clId="{685DD4BA-CA47-4698-B293-0B4D7A75F19F}" dt="2025-09-30T14:12:55.001" v="879" actId="20577"/>
        <pc:sldMkLst>
          <pc:docMk/>
          <pc:sldMk cId="692312538" sldId="1633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2489840245" sldId="1633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141087495" sldId="1634"/>
        </pc:sldMkLst>
      </pc:sldChg>
      <pc:sldChg chg="addSp modSp new mod">
        <pc:chgData name="Sanmukh Kuppannagari" userId="ad215094-da36-4b66-9c79-369a17aea26b" providerId="ADAL" clId="{685DD4BA-CA47-4698-B293-0B4D7A75F19F}" dt="2025-09-30T14:17:56.546" v="941" actId="20577"/>
        <pc:sldMkLst>
          <pc:docMk/>
          <pc:sldMk cId="4037935196" sldId="1634"/>
        </pc:sldMkLst>
      </pc:sldChg>
      <pc:sldChg chg="modSp new mod">
        <pc:chgData name="Sanmukh Kuppannagari" userId="ad215094-da36-4b66-9c79-369a17aea26b" providerId="ADAL" clId="{685DD4BA-CA47-4698-B293-0B4D7A75F19F}" dt="2025-09-30T14:19:46.078" v="1138" actId="113"/>
        <pc:sldMkLst>
          <pc:docMk/>
          <pc:sldMk cId="2217799582" sldId="1635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3909936989" sldId="1635"/>
        </pc:sldMkLst>
      </pc:sldChg>
      <pc:sldChg chg="add">
        <pc:chgData name="Sanmukh Kuppannagari" userId="ad215094-da36-4b66-9c79-369a17aea26b" providerId="ADAL" clId="{685DD4BA-CA47-4698-B293-0B4D7A75F19F}" dt="2025-09-30T14:20:05.213" v="1139"/>
        <pc:sldMkLst>
          <pc:docMk/>
          <pc:sldMk cId="488101590" sldId="1636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676574781" sldId="1636"/>
        </pc:sldMkLst>
      </pc:sldChg>
      <pc:sldChg chg="modSp new mod">
        <pc:chgData name="Sanmukh Kuppannagari" userId="ad215094-da36-4b66-9c79-369a17aea26b" providerId="ADAL" clId="{685DD4BA-CA47-4698-B293-0B4D7A75F19F}" dt="2025-09-30T14:27:02.752" v="1447" actId="20577"/>
        <pc:sldMkLst>
          <pc:docMk/>
          <pc:sldMk cId="267461701" sldId="1637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1637544381" sldId="1637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1015862891" sldId="1638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2329980675" sldId="1639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945086714" sldId="1640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4214249919" sldId="1641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718443645" sldId="1642"/>
        </pc:sldMkLst>
      </pc:sldChg>
      <pc:sldChg chg="delSp modSp add del mod">
        <pc:chgData name="Sanmukh Kuppannagari" userId="ad215094-da36-4b66-9c79-369a17aea26b" providerId="ADAL" clId="{685DD4BA-CA47-4698-B293-0B4D7A75F19F}" dt="2025-09-30T14:30:03.224" v="1586" actId="14100"/>
        <pc:sldMkLst>
          <pc:docMk/>
          <pc:sldMk cId="1443863710" sldId="1643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2123041264" sldId="1644"/>
        </pc:sldMkLst>
      </pc:sldChg>
      <pc:sldChg chg="addSp delSp modSp add mod">
        <pc:chgData name="Sanmukh Kuppannagari" userId="ad215094-da36-4b66-9c79-369a17aea26b" providerId="ADAL" clId="{685DD4BA-CA47-4698-B293-0B4D7A75F19F}" dt="2025-09-30T14:31:49.885" v="1701" actId="120"/>
        <pc:sldMkLst>
          <pc:docMk/>
          <pc:sldMk cId="3431322463" sldId="1644"/>
        </pc:sldMkLst>
      </pc:sldChg>
      <pc:sldChg chg="modSp add mod">
        <pc:chgData name="Sanmukh Kuppannagari" userId="ad215094-da36-4b66-9c79-369a17aea26b" providerId="ADAL" clId="{685DD4BA-CA47-4698-B293-0B4D7A75F19F}" dt="2025-09-30T14:30:32.266" v="1598" actId="20577"/>
        <pc:sldMkLst>
          <pc:docMk/>
          <pc:sldMk cId="2598751497" sldId="1645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3051466868" sldId="1645"/>
        </pc:sldMkLst>
      </pc:sldChg>
      <pc:sldChg chg="addSp modSp add mod">
        <pc:chgData name="Sanmukh Kuppannagari" userId="ad215094-da36-4b66-9c79-369a17aea26b" providerId="ADAL" clId="{685DD4BA-CA47-4698-B293-0B4D7A75F19F}" dt="2025-09-30T14:42:13.989" v="1867" actId="14100"/>
        <pc:sldMkLst>
          <pc:docMk/>
          <pc:sldMk cId="196595597" sldId="1646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3023684649" sldId="1646"/>
        </pc:sldMkLst>
      </pc:sldChg>
      <pc:sldChg chg="modSp add mod">
        <pc:chgData name="Sanmukh Kuppannagari" userId="ad215094-da36-4b66-9c79-369a17aea26b" providerId="ADAL" clId="{685DD4BA-CA47-4698-B293-0B4D7A75F19F}" dt="2025-09-30T14:46:45.790" v="1893" actId="20577"/>
        <pc:sldMkLst>
          <pc:docMk/>
          <pc:sldMk cId="1149667612" sldId="1647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3905001171" sldId="1647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3868606071" sldId="1648"/>
        </pc:sldMkLst>
      </pc:sldChg>
      <pc:sldChg chg="addSp delSp modSp add mod">
        <pc:chgData name="Sanmukh Kuppannagari" userId="ad215094-da36-4b66-9c79-369a17aea26b" providerId="ADAL" clId="{685DD4BA-CA47-4698-B293-0B4D7A75F19F}" dt="2025-09-30T14:49:39.280" v="1936" actId="20577"/>
        <pc:sldMkLst>
          <pc:docMk/>
          <pc:sldMk cId="4288108441" sldId="1648"/>
        </pc:sldMkLst>
      </pc:sldChg>
      <pc:sldChg chg="modSp new mod">
        <pc:chgData name="Sanmukh Kuppannagari" userId="ad215094-da36-4b66-9c79-369a17aea26b" providerId="ADAL" clId="{685DD4BA-CA47-4698-B293-0B4D7A75F19F}" dt="2025-09-30T14:53:59.110" v="2359" actId="20577"/>
        <pc:sldMkLst>
          <pc:docMk/>
          <pc:sldMk cId="227517233" sldId="1649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1199362188" sldId="1649"/>
        </pc:sldMkLst>
      </pc:sldChg>
      <pc:sldChg chg="modSp add mod">
        <pc:chgData name="Sanmukh Kuppannagari" userId="ad215094-da36-4b66-9c79-369a17aea26b" providerId="ADAL" clId="{685DD4BA-CA47-4698-B293-0B4D7A75F19F}" dt="2025-09-30T14:50:39.925" v="1952" actId="20577"/>
        <pc:sldMkLst>
          <pc:docMk/>
          <pc:sldMk cId="126175481" sldId="1650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1920855987" sldId="1650"/>
        </pc:sldMkLst>
      </pc:sldChg>
      <pc:sldChg chg="addSp delSp modSp add mod">
        <pc:chgData name="Sanmukh Kuppannagari" userId="ad215094-da36-4b66-9c79-369a17aea26b" providerId="ADAL" clId="{685DD4BA-CA47-4698-B293-0B4D7A75F19F}" dt="2025-09-30T14:51:16.029" v="1958" actId="478"/>
        <pc:sldMkLst>
          <pc:docMk/>
          <pc:sldMk cId="2647550710" sldId="1651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3598749542" sldId="1651"/>
        </pc:sldMkLst>
      </pc:sldChg>
      <pc:sldChg chg="addSp delSp modSp add mod">
        <pc:chgData name="Sanmukh Kuppannagari" userId="ad215094-da36-4b66-9c79-369a17aea26b" providerId="ADAL" clId="{685DD4BA-CA47-4698-B293-0B4D7A75F19F}" dt="2025-09-30T15:13:11.179" v="2505" actId="478"/>
        <pc:sldMkLst>
          <pc:docMk/>
          <pc:sldMk cId="47936242" sldId="1652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384978215" sldId="1652"/>
        </pc:sldMkLst>
      </pc:sldChg>
      <pc:sldChg chg="modSp add mod">
        <pc:chgData name="Sanmukh Kuppannagari" userId="ad215094-da36-4b66-9c79-369a17aea26b" providerId="ADAL" clId="{685DD4BA-CA47-4698-B293-0B4D7A75F19F}" dt="2025-09-30T15:14:19.122" v="2511" actId="207"/>
        <pc:sldMkLst>
          <pc:docMk/>
          <pc:sldMk cId="931150013" sldId="1653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1068987683" sldId="1653"/>
        </pc:sldMkLst>
      </pc:sldChg>
      <pc:sldChg chg="modSp new mod">
        <pc:chgData name="Sanmukh Kuppannagari" userId="ad215094-da36-4b66-9c79-369a17aea26b" providerId="ADAL" clId="{685DD4BA-CA47-4698-B293-0B4D7A75F19F}" dt="2025-09-30T15:49:40.981" v="3355" actId="20577"/>
        <pc:sldMkLst>
          <pc:docMk/>
          <pc:sldMk cId="4196385676" sldId="1654"/>
        </pc:sldMkLst>
        <pc:spChg chg="mod">
          <ac:chgData name="Sanmukh Kuppannagari" userId="ad215094-da36-4b66-9c79-369a17aea26b" providerId="ADAL" clId="{685DD4BA-CA47-4698-B293-0B4D7A75F19F}" dt="2025-09-30T15:39:42.594" v="2822" actId="20577"/>
          <ac:spMkLst>
            <pc:docMk/>
            <pc:sldMk cId="4196385676" sldId="1654"/>
            <ac:spMk id="2" creationId="{0987E6FD-2042-0C74-543E-86F5D38BBE31}"/>
          </ac:spMkLst>
        </pc:spChg>
        <pc:spChg chg="mod">
          <ac:chgData name="Sanmukh Kuppannagari" userId="ad215094-da36-4b66-9c79-369a17aea26b" providerId="ADAL" clId="{685DD4BA-CA47-4698-B293-0B4D7A75F19F}" dt="2025-09-30T15:49:40.981" v="3355" actId="20577"/>
          <ac:spMkLst>
            <pc:docMk/>
            <pc:sldMk cId="4196385676" sldId="1654"/>
            <ac:spMk id="3" creationId="{BA686383-F2F5-3E55-940F-988CE19CCA24}"/>
          </ac:spMkLst>
        </pc:spChg>
      </pc:sldChg>
      <pc:sldChg chg="modSp add mod">
        <pc:chgData name="Sanmukh Kuppannagari" userId="ad215094-da36-4b66-9c79-369a17aea26b" providerId="ADAL" clId="{685DD4BA-CA47-4698-B293-0B4D7A75F19F}" dt="2025-09-30T15:44:21.655" v="2974" actId="20577"/>
        <pc:sldMkLst>
          <pc:docMk/>
          <pc:sldMk cId="2866512624" sldId="1655"/>
        </pc:sldMkLst>
      </pc:sldChg>
      <pc:sldChg chg="add">
        <pc:chgData name="Sanmukh Kuppannagari" userId="ad215094-da36-4b66-9c79-369a17aea26b" providerId="ADAL" clId="{685DD4BA-CA47-4698-B293-0B4D7A75F19F}" dt="2025-09-30T15:43:06.314" v="2879"/>
        <pc:sldMkLst>
          <pc:docMk/>
          <pc:sldMk cId="1015219598" sldId="1656"/>
        </pc:sldMkLst>
      </pc:sldChg>
      <pc:sldChg chg="add">
        <pc:chgData name="Sanmukh Kuppannagari" userId="ad215094-da36-4b66-9c79-369a17aea26b" providerId="ADAL" clId="{685DD4BA-CA47-4698-B293-0B4D7A75F19F}" dt="2025-09-30T15:43:06.314" v="2879"/>
        <pc:sldMkLst>
          <pc:docMk/>
          <pc:sldMk cId="1219106765" sldId="1657"/>
        </pc:sldMkLst>
      </pc:sldChg>
      <pc:sldChg chg="add">
        <pc:chgData name="Sanmukh Kuppannagari" userId="ad215094-da36-4b66-9c79-369a17aea26b" providerId="ADAL" clId="{685DD4BA-CA47-4698-B293-0B4D7A75F19F}" dt="2025-09-30T15:43:06.314" v="2879"/>
        <pc:sldMkLst>
          <pc:docMk/>
          <pc:sldMk cId="2052288365" sldId="1658"/>
        </pc:sldMkLst>
      </pc:sldChg>
      <pc:sldChg chg="modSp new mod">
        <pc:chgData name="Sanmukh Kuppannagari" userId="ad215094-da36-4b66-9c79-369a17aea26b" providerId="ADAL" clId="{685DD4BA-CA47-4698-B293-0B4D7A75F19F}" dt="2025-09-30T15:47:01.435" v="3198" actId="20577"/>
        <pc:sldMkLst>
          <pc:docMk/>
          <pc:sldMk cId="314716155" sldId="1659"/>
        </pc:sldMkLst>
      </pc:sldChg>
      <pc:sldChg chg="add">
        <pc:chgData name="Sanmukh Kuppannagari" userId="ad215094-da36-4b66-9c79-369a17aea26b" providerId="ADAL" clId="{685DD4BA-CA47-4698-B293-0B4D7A75F19F}" dt="2025-09-30T15:47:27.430" v="3199"/>
        <pc:sldMkLst>
          <pc:docMk/>
          <pc:sldMk cId="8488340" sldId="1660"/>
        </pc:sldMkLst>
      </pc:sldChg>
    </pc:docChg>
  </pc:docChgLst>
  <pc:docChgLst>
    <pc:chgData name="Sanmukh Kuppannagari" userId="ad215094-da36-4b66-9c79-369a17aea26b" providerId="ADAL" clId="{AA11B565-206C-4EF0-881B-47DE8798C588}"/>
    <pc:docChg chg="undo custSel addSld delSld modSld sldOrd">
      <pc:chgData name="Sanmukh Kuppannagari" userId="ad215094-da36-4b66-9c79-369a17aea26b" providerId="ADAL" clId="{AA11B565-206C-4EF0-881B-47DE8798C588}" dt="2024-10-01T14:08:02.554" v="5632" actId="47"/>
      <pc:docMkLst>
        <pc:docMk/>
      </pc:docMkLst>
      <pc:sldChg chg="modSp mod">
        <pc:chgData name="Sanmukh Kuppannagari" userId="ad215094-da36-4b66-9c79-369a17aea26b" providerId="ADAL" clId="{AA11B565-206C-4EF0-881B-47DE8798C588}" dt="2024-10-01T09:58:55.217" v="4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AA11B565-206C-4EF0-881B-47DE8798C588}" dt="2024-10-01T09:59:06.456" v="19" actId="20577"/>
        <pc:sldMkLst>
          <pc:docMk/>
          <pc:sldMk cId="2017305151" sldId="261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934877374" sldId="31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937731969" sldId="31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275422666" sldId="31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230029266" sldId="31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79505598" sldId="31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964895541" sldId="32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496462880" sldId="36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289731522" sldId="36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086263254" sldId="37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34613010" sldId="37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54907447" sldId="38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38842979" sldId="38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3771660" sldId="385"/>
        </pc:sldMkLst>
      </pc:sldChg>
      <pc:sldChg chg="add">
        <pc:chgData name="Sanmukh Kuppannagari" userId="ad215094-da36-4b66-9c79-369a17aea26b" providerId="ADAL" clId="{AA11B565-206C-4EF0-881B-47DE8798C588}" dt="2024-10-01T10:05:48.128" v="596"/>
        <pc:sldMkLst>
          <pc:docMk/>
          <pc:sldMk cId="1402981858" sldId="38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37875043" sldId="39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181382666" sldId="40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319194896" sldId="41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947479394" sldId="41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51680372" sldId="43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736426824" sldId="43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20019786" sldId="43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642145031" sldId="44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275163260" sldId="45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699708138" sldId="122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453964490" sldId="123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037780407" sldId="123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479534324" sldId="1233"/>
        </pc:sldMkLst>
      </pc:sldChg>
      <pc:sldChg chg="add">
        <pc:chgData name="Sanmukh Kuppannagari" userId="ad215094-da36-4b66-9c79-369a17aea26b" providerId="ADAL" clId="{AA11B565-206C-4EF0-881B-47DE8798C588}" dt="2024-10-01T10:11:18.549" v="597"/>
        <pc:sldMkLst>
          <pc:docMk/>
          <pc:sldMk cId="3857326952" sldId="1234"/>
        </pc:sldMkLst>
      </pc:sldChg>
      <pc:sldChg chg="addSp delSp modSp add mod">
        <pc:chgData name="Sanmukh Kuppannagari" userId="ad215094-da36-4b66-9c79-369a17aea26b" providerId="ADAL" clId="{AA11B565-206C-4EF0-881B-47DE8798C588}" dt="2024-10-01T11:07:20.802" v="3082" actId="1076"/>
        <pc:sldMkLst>
          <pc:docMk/>
          <pc:sldMk cId="2152651734" sldId="123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124545071" sldId="1238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3423587688" sldId="1304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1249666363" sldId="1305"/>
        </pc:sldMkLst>
      </pc:sldChg>
      <pc:sldChg chg="addSp delSp modSp add mod">
        <pc:chgData name="Sanmukh Kuppannagari" userId="ad215094-da36-4b66-9c79-369a17aea26b" providerId="ADAL" clId="{AA11B565-206C-4EF0-881B-47DE8798C588}" dt="2024-10-01T11:14:09.005" v="3149" actId="20577"/>
        <pc:sldMkLst>
          <pc:docMk/>
          <pc:sldMk cId="2044792240" sldId="1306"/>
        </pc:sldMkLst>
      </pc:sldChg>
      <pc:sldChg chg="addSp modSp add mod">
        <pc:chgData name="Sanmukh Kuppannagari" userId="ad215094-da36-4b66-9c79-369a17aea26b" providerId="ADAL" clId="{AA11B565-206C-4EF0-881B-47DE8798C588}" dt="2024-10-01T11:14:16.062" v="3150"/>
        <pc:sldMkLst>
          <pc:docMk/>
          <pc:sldMk cId="1826032475" sldId="1307"/>
        </pc:sldMkLst>
      </pc:sldChg>
      <pc:sldChg chg="addSp modSp add mod">
        <pc:chgData name="Sanmukh Kuppannagari" userId="ad215094-da36-4b66-9c79-369a17aea26b" providerId="ADAL" clId="{AA11B565-206C-4EF0-881B-47DE8798C588}" dt="2024-10-01T11:14:19.432" v="3151"/>
        <pc:sldMkLst>
          <pc:docMk/>
          <pc:sldMk cId="2121754159" sldId="1308"/>
        </pc:sldMkLst>
      </pc:sldChg>
      <pc:sldChg chg="addSp modSp add mod">
        <pc:chgData name="Sanmukh Kuppannagari" userId="ad215094-da36-4b66-9c79-369a17aea26b" providerId="ADAL" clId="{AA11B565-206C-4EF0-881B-47DE8798C588}" dt="2024-10-01T11:05:27.831" v="2857" actId="20577"/>
        <pc:sldMkLst>
          <pc:docMk/>
          <pc:sldMk cId="3322226313" sldId="1309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2120287752" sldId="1310"/>
        </pc:sldMkLst>
      </pc:sldChg>
      <pc:sldChg chg="addSp modSp add mod">
        <pc:chgData name="Sanmukh Kuppannagari" userId="ad215094-da36-4b66-9c79-369a17aea26b" providerId="ADAL" clId="{AA11B565-206C-4EF0-881B-47DE8798C588}" dt="2024-10-01T11:16:51.587" v="3211" actId="14100"/>
        <pc:sldMkLst>
          <pc:docMk/>
          <pc:sldMk cId="2652461517" sldId="1311"/>
        </pc:sldMkLst>
      </pc:sldChg>
      <pc:sldChg chg="addSp modSp add">
        <pc:chgData name="Sanmukh Kuppannagari" userId="ad215094-da36-4b66-9c79-369a17aea26b" providerId="ADAL" clId="{AA11B565-206C-4EF0-881B-47DE8798C588}" dt="2024-10-01T11:17:00.366" v="3212"/>
        <pc:sldMkLst>
          <pc:docMk/>
          <pc:sldMk cId="284065558" sldId="1312"/>
        </pc:sldMkLst>
      </pc:sldChg>
      <pc:sldChg chg="addSp modSp add">
        <pc:chgData name="Sanmukh Kuppannagari" userId="ad215094-da36-4b66-9c79-369a17aea26b" providerId="ADAL" clId="{AA11B565-206C-4EF0-881B-47DE8798C588}" dt="2024-10-01T11:17:12.644" v="3213"/>
        <pc:sldMkLst>
          <pc:docMk/>
          <pc:sldMk cId="303362016" sldId="1313"/>
        </pc:sldMkLst>
      </pc:sldChg>
      <pc:sldChg chg="addSp delSp modSp add mod">
        <pc:chgData name="Sanmukh Kuppannagari" userId="ad215094-da36-4b66-9c79-369a17aea26b" providerId="ADAL" clId="{AA11B565-206C-4EF0-881B-47DE8798C588}" dt="2024-10-01T11:24:38.186" v="3272" actId="478"/>
        <pc:sldMkLst>
          <pc:docMk/>
          <pc:sldMk cId="1137941797" sldId="1314"/>
        </pc:sldMkLst>
      </pc:sldChg>
      <pc:sldChg chg="addSp modSp add mod">
        <pc:chgData name="Sanmukh Kuppannagari" userId="ad215094-da36-4b66-9c79-369a17aea26b" providerId="ADAL" clId="{AA11B565-206C-4EF0-881B-47DE8798C588}" dt="2024-10-01T11:36:59.712" v="3420" actId="1076"/>
        <pc:sldMkLst>
          <pc:docMk/>
          <pc:sldMk cId="1070225856" sldId="1315"/>
        </pc:sldMkLst>
      </pc:sldChg>
      <pc:sldChg chg="modSp add mod">
        <pc:chgData name="Sanmukh Kuppannagari" userId="ad215094-da36-4b66-9c79-369a17aea26b" providerId="ADAL" clId="{AA11B565-206C-4EF0-881B-47DE8798C588}" dt="2024-10-01T11:52:49.664" v="3890" actId="27636"/>
        <pc:sldMkLst>
          <pc:docMk/>
          <pc:sldMk cId="3769246865" sldId="1316"/>
        </pc:sldMkLst>
      </pc:sldChg>
      <pc:sldChg chg="modSp add mod">
        <pc:chgData name="Sanmukh Kuppannagari" userId="ad215094-da36-4b66-9c79-369a17aea26b" providerId="ADAL" clId="{AA11B565-206C-4EF0-881B-47DE8798C588}" dt="2024-10-01T13:51:42.692" v="5037"/>
        <pc:sldMkLst>
          <pc:docMk/>
          <pc:sldMk cId="3610053994" sldId="1317"/>
        </pc:sldMkLst>
      </pc:sldChg>
      <pc:sldChg chg="addSp delSp modSp add mod">
        <pc:chgData name="Sanmukh Kuppannagari" userId="ad215094-da36-4b66-9c79-369a17aea26b" providerId="ADAL" clId="{AA11B565-206C-4EF0-881B-47DE8798C588}" dt="2024-10-01T13:39:20.194" v="4580" actId="20577"/>
        <pc:sldMkLst>
          <pc:docMk/>
          <pc:sldMk cId="2864732836" sldId="1318"/>
        </pc:sldMkLst>
      </pc:sldChg>
      <pc:sldChg chg="modSp add">
        <pc:chgData name="Sanmukh Kuppannagari" userId="ad215094-da36-4b66-9c79-369a17aea26b" providerId="ADAL" clId="{AA11B565-206C-4EF0-881B-47DE8798C588}" dt="2024-10-01T13:51:57.821" v="5047" actId="20577"/>
        <pc:sldMkLst>
          <pc:docMk/>
          <pc:sldMk cId="1541579916" sldId="1319"/>
        </pc:sldMkLst>
      </pc:sldChg>
      <pc:sldChg chg="addSp modSp add mod">
        <pc:chgData name="Sanmukh Kuppannagari" userId="ad215094-da36-4b66-9c79-369a17aea26b" providerId="ADAL" clId="{AA11B565-206C-4EF0-881B-47DE8798C588}" dt="2024-10-01T11:50:28.923" v="3663" actId="20577"/>
        <pc:sldMkLst>
          <pc:docMk/>
          <pc:sldMk cId="3204193764" sldId="1320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442729149" sldId="1321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727594955" sldId="1322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4025259238" sldId="1323"/>
        </pc:sldMkLst>
      </pc:sldChg>
      <pc:sldChg chg="modSp add mod">
        <pc:chgData name="Sanmukh Kuppannagari" userId="ad215094-da36-4b66-9c79-369a17aea26b" providerId="ADAL" clId="{AA11B565-206C-4EF0-881B-47DE8798C588}" dt="2024-10-01T14:05:54.496" v="5475" actId="20577"/>
        <pc:sldMkLst>
          <pc:docMk/>
          <pc:sldMk cId="433802440" sldId="1324"/>
        </pc:sldMkLst>
      </pc:sldChg>
      <pc:sldChg chg="modSp add mod">
        <pc:chgData name="Sanmukh Kuppannagari" userId="ad215094-da36-4b66-9c79-369a17aea26b" providerId="ADAL" clId="{AA11B565-206C-4EF0-881B-47DE8798C588}" dt="2024-10-01T14:07:04.043" v="5578" actId="20577"/>
        <pc:sldMkLst>
          <pc:docMk/>
          <pc:sldMk cId="1510092015" sldId="1325"/>
        </pc:sldMkLst>
      </pc:sldChg>
      <pc:sldChg chg="modSp add">
        <pc:chgData name="Sanmukh Kuppannagari" userId="ad215094-da36-4b66-9c79-369a17aea26b" providerId="ADAL" clId="{AA11B565-206C-4EF0-881B-47DE8798C588}" dt="2024-10-01T14:02:27.400" v="5259" actId="20577"/>
        <pc:sldMkLst>
          <pc:docMk/>
          <pc:sldMk cId="1032694092" sldId="1326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882075548" sldId="1327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213054822" sldId="1328"/>
        </pc:sldMkLst>
      </pc:sldChg>
      <pc:sldChg chg="modSp add mod">
        <pc:chgData name="Sanmukh Kuppannagari" userId="ad215094-da36-4b66-9c79-369a17aea26b" providerId="ADAL" clId="{AA11B565-206C-4EF0-881B-47DE8798C588}" dt="2024-10-01T14:07:59.552" v="5631" actId="6549"/>
        <pc:sldMkLst>
          <pc:docMk/>
          <pc:sldMk cId="2090666711" sldId="1329"/>
        </pc:sldMkLst>
      </pc:sldChg>
      <pc:sldChg chg="add del">
        <pc:chgData name="Sanmukh Kuppannagari" userId="ad215094-da36-4b66-9c79-369a17aea26b" providerId="ADAL" clId="{AA11B565-206C-4EF0-881B-47DE8798C588}" dt="2024-10-01T14:08:02.554" v="5632" actId="47"/>
        <pc:sldMkLst>
          <pc:docMk/>
          <pc:sldMk cId="517395871" sldId="1330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292168333" sldId="1331"/>
        </pc:sldMkLst>
      </pc:sldChg>
      <pc:sldChg chg="addSp delSp modSp add mod modShow">
        <pc:chgData name="Sanmukh Kuppannagari" userId="ad215094-da36-4b66-9c79-369a17aea26b" providerId="ADAL" clId="{AA11B565-206C-4EF0-881B-47DE8798C588}" dt="2024-10-01T14:00:57.584" v="5255" actId="20577"/>
        <pc:sldMkLst>
          <pc:docMk/>
          <pc:sldMk cId="4063916795" sldId="1332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449812825" sldId="1333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521760129" sldId="1334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697549759" sldId="1335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913952742" sldId="1336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246694647" sldId="1337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611822888" sldId="1338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3710810416" sldId="1339"/>
        </pc:sldMkLst>
      </pc:sldChg>
      <pc:sldChg chg="modSp add mod">
        <pc:chgData name="Sanmukh Kuppannagari" userId="ad215094-da36-4b66-9c79-369a17aea26b" providerId="ADAL" clId="{AA11B565-206C-4EF0-881B-47DE8798C588}" dt="2024-10-01T12:37:05.789" v="4494" actId="20577"/>
        <pc:sldMkLst>
          <pc:docMk/>
          <pc:sldMk cId="330368493" sldId="1340"/>
        </pc:sldMkLst>
      </pc:sldChg>
      <pc:sldChg chg="add">
        <pc:chgData name="Sanmukh Kuppannagari" userId="ad215094-da36-4b66-9c79-369a17aea26b" providerId="ADAL" clId="{AA11B565-206C-4EF0-881B-47DE8798C588}" dt="2024-10-01T10:11:18.549" v="597"/>
        <pc:sldMkLst>
          <pc:docMk/>
          <pc:sldMk cId="2647962746" sldId="1341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662702247" sldId="1342"/>
        </pc:sldMkLst>
      </pc:sldChg>
      <pc:sldChg chg="addSp modSp add mod">
        <pc:chgData name="Sanmukh Kuppannagari" userId="ad215094-da36-4b66-9c79-369a17aea26b" providerId="ADAL" clId="{AA11B565-206C-4EF0-881B-47DE8798C588}" dt="2024-10-01T10:22:14.887" v="874" actId="208"/>
        <pc:sldMkLst>
          <pc:docMk/>
          <pc:sldMk cId="1718626453" sldId="1343"/>
        </pc:sldMkLst>
      </pc:sldChg>
      <pc:sldChg chg="add">
        <pc:chgData name="Sanmukh Kuppannagari" userId="ad215094-da36-4b66-9c79-369a17aea26b" providerId="ADAL" clId="{AA11B565-206C-4EF0-881B-47DE8798C588}" dt="2024-10-01T10:05:36.200" v="595"/>
        <pc:sldMkLst>
          <pc:docMk/>
          <pc:sldMk cId="3119197295" sldId="135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66141272" sldId="1453"/>
        </pc:sldMkLst>
      </pc:sldChg>
      <pc:sldChg chg="modSp mod">
        <pc:chgData name="Sanmukh Kuppannagari" userId="ad215094-da36-4b66-9c79-369a17aea26b" providerId="ADAL" clId="{AA11B565-206C-4EF0-881B-47DE8798C588}" dt="2024-10-01T09:59:35.031" v="135" actId="20577"/>
        <pc:sldMkLst>
          <pc:docMk/>
          <pc:sldMk cId="2091044005" sldId="1513"/>
        </pc:sldMkLst>
      </pc:sldChg>
      <pc:sldChg chg="modSp mod">
        <pc:chgData name="Sanmukh Kuppannagari" userId="ad215094-da36-4b66-9c79-369a17aea26b" providerId="ADAL" clId="{AA11B565-206C-4EF0-881B-47DE8798C588}" dt="2024-10-01T10:00:36.240" v="384" actId="20577"/>
        <pc:sldMkLst>
          <pc:docMk/>
          <pc:sldMk cId="48973366" sldId="151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02113540" sldId="151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51048179" sldId="151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170564833" sldId="151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223128325" sldId="151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63376498" sldId="152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29791837" sldId="152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93234935" sldId="152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481763059" sldId="152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617663034" sldId="152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939595551" sldId="152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78398838" sldId="152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27224132" sldId="152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97830899" sldId="152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863297826" sldId="152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983326334" sldId="153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97297747" sldId="153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72806902" sldId="153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249077636" sldId="153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35340187" sldId="153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563148363" sldId="153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060344090" sldId="153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917529413" sldId="153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364603884" sldId="153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96873436" sldId="154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73707918" sldId="154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634998908" sldId="154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27029584" sldId="154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963799951" sldId="154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64679798" sldId="154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78971665" sldId="154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055355578" sldId="154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972000199" sldId="1548"/>
        </pc:sldMkLst>
      </pc:sldChg>
      <pc:sldChg chg="modSp new mod">
        <pc:chgData name="Sanmukh Kuppannagari" userId="ad215094-da36-4b66-9c79-369a17aea26b" providerId="ADAL" clId="{AA11B565-206C-4EF0-881B-47DE8798C588}" dt="2024-10-01T10:01:30.466" v="557" actId="20577"/>
        <pc:sldMkLst>
          <pc:docMk/>
          <pc:sldMk cId="312789784" sldId="1549"/>
        </pc:sldMkLst>
      </pc:sldChg>
      <pc:sldChg chg="add">
        <pc:chgData name="Sanmukh Kuppannagari" userId="ad215094-da36-4b66-9c79-369a17aea26b" providerId="ADAL" clId="{AA11B565-206C-4EF0-881B-47DE8798C588}" dt="2024-10-01T10:01:43.558" v="558"/>
        <pc:sldMkLst>
          <pc:docMk/>
          <pc:sldMk cId="3693446765" sldId="1550"/>
        </pc:sldMkLst>
      </pc:sldChg>
      <pc:sldChg chg="modSp add mod">
        <pc:chgData name="Sanmukh Kuppannagari" userId="ad215094-da36-4b66-9c79-369a17aea26b" providerId="ADAL" clId="{AA11B565-206C-4EF0-881B-47DE8798C588}" dt="2024-10-01T10:03:59.521" v="594" actId="20577"/>
        <pc:sldMkLst>
          <pc:docMk/>
          <pc:sldMk cId="1297240811" sldId="1551"/>
        </pc:sldMkLst>
      </pc:sldChg>
      <pc:sldChg chg="add">
        <pc:chgData name="Sanmukh Kuppannagari" userId="ad215094-da36-4b66-9c79-369a17aea26b" providerId="ADAL" clId="{AA11B565-206C-4EF0-881B-47DE8798C588}" dt="2024-10-01T10:11:18.549" v="597"/>
        <pc:sldMkLst>
          <pc:docMk/>
          <pc:sldMk cId="1944980054" sldId="1552"/>
        </pc:sldMkLst>
      </pc:sldChg>
      <pc:sldChg chg="addSp delSp modSp add mod">
        <pc:chgData name="Sanmukh Kuppannagari" userId="ad215094-da36-4b66-9c79-369a17aea26b" providerId="ADAL" clId="{AA11B565-206C-4EF0-881B-47DE8798C588}" dt="2024-10-01T10:14:52.887" v="676" actId="478"/>
        <pc:sldMkLst>
          <pc:docMk/>
          <pc:sldMk cId="3777170493" sldId="1553"/>
        </pc:sldMkLst>
      </pc:sldChg>
      <pc:sldChg chg="addSp delSp modSp add mod">
        <pc:chgData name="Sanmukh Kuppannagari" userId="ad215094-da36-4b66-9c79-369a17aea26b" providerId="ADAL" clId="{AA11B565-206C-4EF0-881B-47DE8798C588}" dt="2024-10-01T10:16:46.428" v="759" actId="208"/>
        <pc:sldMkLst>
          <pc:docMk/>
          <pc:sldMk cId="3166067996" sldId="1554"/>
        </pc:sldMkLst>
      </pc:sldChg>
      <pc:sldChg chg="modSp add">
        <pc:chgData name="Sanmukh Kuppannagari" userId="ad215094-da36-4b66-9c79-369a17aea26b" providerId="ADAL" clId="{AA11B565-206C-4EF0-881B-47DE8798C588}" dt="2024-10-01T10:17:44.613" v="781" actId="207"/>
        <pc:sldMkLst>
          <pc:docMk/>
          <pc:sldMk cId="3437991697" sldId="1555"/>
        </pc:sldMkLst>
      </pc:sldChg>
      <pc:sldChg chg="modSp add">
        <pc:chgData name="Sanmukh Kuppannagari" userId="ad215094-da36-4b66-9c79-369a17aea26b" providerId="ADAL" clId="{AA11B565-206C-4EF0-881B-47DE8798C588}" dt="2024-10-01T10:18:05.746" v="791" actId="207"/>
        <pc:sldMkLst>
          <pc:docMk/>
          <pc:sldMk cId="2404150593" sldId="1556"/>
        </pc:sldMkLst>
      </pc:sldChg>
      <pc:sldChg chg="addSp delSp modSp add mod">
        <pc:chgData name="Sanmukh Kuppannagari" userId="ad215094-da36-4b66-9c79-369a17aea26b" providerId="ADAL" clId="{AA11B565-206C-4EF0-881B-47DE8798C588}" dt="2024-10-01T10:23:01.334" v="930" actId="207"/>
        <pc:sldMkLst>
          <pc:docMk/>
          <pc:sldMk cId="3779503060" sldId="1557"/>
        </pc:sldMkLst>
      </pc:sldChg>
      <pc:sldChg chg="modSp add mod">
        <pc:chgData name="Sanmukh Kuppannagari" userId="ad215094-da36-4b66-9c79-369a17aea26b" providerId="ADAL" clId="{AA11B565-206C-4EF0-881B-47DE8798C588}" dt="2024-10-01T10:23:17.888" v="937" actId="207"/>
        <pc:sldMkLst>
          <pc:docMk/>
          <pc:sldMk cId="106497288" sldId="1558"/>
        </pc:sldMkLst>
      </pc:sldChg>
      <pc:sldChg chg="modSp add mod">
        <pc:chgData name="Sanmukh Kuppannagari" userId="ad215094-da36-4b66-9c79-369a17aea26b" providerId="ADAL" clId="{AA11B565-206C-4EF0-881B-47DE8798C588}" dt="2024-10-01T10:23:55.131" v="977" actId="207"/>
        <pc:sldMkLst>
          <pc:docMk/>
          <pc:sldMk cId="3799998865" sldId="1559"/>
        </pc:sldMkLst>
      </pc:sldChg>
      <pc:sldChg chg="modSp add mod">
        <pc:chgData name="Sanmukh Kuppannagari" userId="ad215094-da36-4b66-9c79-369a17aea26b" providerId="ADAL" clId="{AA11B565-206C-4EF0-881B-47DE8798C588}" dt="2024-10-01T10:24:31.261" v="992" actId="20577"/>
        <pc:sldMkLst>
          <pc:docMk/>
          <pc:sldMk cId="2468521858" sldId="1560"/>
        </pc:sldMkLst>
      </pc:sldChg>
      <pc:sldChg chg="modSp add mod">
        <pc:chgData name="Sanmukh Kuppannagari" userId="ad215094-da36-4b66-9c79-369a17aea26b" providerId="ADAL" clId="{AA11B565-206C-4EF0-881B-47DE8798C588}" dt="2024-10-01T10:25:19.458" v="1092" actId="207"/>
        <pc:sldMkLst>
          <pc:docMk/>
          <pc:sldMk cId="4139369451" sldId="1561"/>
        </pc:sldMkLst>
      </pc:sldChg>
      <pc:sldChg chg="modSp add">
        <pc:chgData name="Sanmukh Kuppannagari" userId="ad215094-da36-4b66-9c79-369a17aea26b" providerId="ADAL" clId="{AA11B565-206C-4EF0-881B-47DE8798C588}" dt="2024-10-01T10:25:51.260" v="1108" actId="207"/>
        <pc:sldMkLst>
          <pc:docMk/>
          <pc:sldMk cId="3842374225" sldId="1562"/>
        </pc:sldMkLst>
      </pc:sldChg>
      <pc:sldChg chg="modSp add">
        <pc:chgData name="Sanmukh Kuppannagari" userId="ad215094-da36-4b66-9c79-369a17aea26b" providerId="ADAL" clId="{AA11B565-206C-4EF0-881B-47DE8798C588}" dt="2024-10-01T10:26:43.345" v="1171" actId="207"/>
        <pc:sldMkLst>
          <pc:docMk/>
          <pc:sldMk cId="467876598" sldId="1563"/>
        </pc:sldMkLst>
      </pc:sldChg>
      <pc:sldChg chg="modSp add">
        <pc:chgData name="Sanmukh Kuppannagari" userId="ad215094-da36-4b66-9c79-369a17aea26b" providerId="ADAL" clId="{AA11B565-206C-4EF0-881B-47DE8798C588}" dt="2024-10-01T10:27:11.392" v="1179" actId="207"/>
        <pc:sldMkLst>
          <pc:docMk/>
          <pc:sldMk cId="2623927009" sldId="1564"/>
        </pc:sldMkLst>
      </pc:sldChg>
      <pc:sldChg chg="modSp new mod">
        <pc:chgData name="Sanmukh Kuppannagari" userId="ad215094-da36-4b66-9c79-369a17aea26b" providerId="ADAL" clId="{AA11B565-206C-4EF0-881B-47DE8798C588}" dt="2024-10-01T10:40:02.652" v="2383" actId="27636"/>
        <pc:sldMkLst>
          <pc:docMk/>
          <pc:sldMk cId="2204093479" sldId="1565"/>
        </pc:sldMkLst>
      </pc:sldChg>
      <pc:sldChg chg="modSp new mod">
        <pc:chgData name="Sanmukh Kuppannagari" userId="ad215094-da36-4b66-9c79-369a17aea26b" providerId="ADAL" clId="{AA11B565-206C-4EF0-881B-47DE8798C588}" dt="2024-10-01T11:06:03.324" v="2987" actId="20577"/>
        <pc:sldMkLst>
          <pc:docMk/>
          <pc:sldMk cId="4158087431" sldId="1566"/>
        </pc:sldMkLst>
      </pc:sldChg>
      <pc:sldChg chg="modSp new mod">
        <pc:chgData name="Sanmukh Kuppannagari" userId="ad215094-da36-4b66-9c79-369a17aea26b" providerId="ADAL" clId="{AA11B565-206C-4EF0-881B-47DE8798C588}" dt="2024-10-01T10:57:28.516" v="2762" actId="20577"/>
        <pc:sldMkLst>
          <pc:docMk/>
          <pc:sldMk cId="821460343" sldId="1567"/>
        </pc:sldMkLst>
      </pc:sldChg>
      <pc:sldChg chg="delSp modSp add mod">
        <pc:chgData name="Sanmukh Kuppannagari" userId="ad215094-da36-4b66-9c79-369a17aea26b" providerId="ADAL" clId="{AA11B565-206C-4EF0-881B-47DE8798C588}" dt="2024-10-01T11:11:59.348" v="3093" actId="122"/>
        <pc:sldMkLst>
          <pc:docMk/>
          <pc:sldMk cId="2973146182" sldId="1568"/>
        </pc:sldMkLst>
      </pc:sldChg>
      <pc:sldChg chg="add del">
        <pc:chgData name="Sanmukh Kuppannagari" userId="ad215094-da36-4b66-9c79-369a17aea26b" providerId="ADAL" clId="{AA11B565-206C-4EF0-881B-47DE8798C588}" dt="2024-10-01T11:04:30.100" v="2820"/>
        <pc:sldMkLst>
          <pc:docMk/>
          <pc:sldMk cId="3818436102" sldId="1568"/>
        </pc:sldMkLst>
      </pc:sldChg>
      <pc:sldChg chg="addSp modSp add mod">
        <pc:chgData name="Sanmukh Kuppannagari" userId="ad215094-da36-4b66-9c79-369a17aea26b" providerId="ADAL" clId="{AA11B565-206C-4EF0-881B-47DE8798C588}" dt="2024-10-01T11:12:45.543" v="3129" actId="20577"/>
        <pc:sldMkLst>
          <pc:docMk/>
          <pc:sldMk cId="2321545462" sldId="1569"/>
        </pc:sldMkLst>
      </pc:sldChg>
      <pc:sldChg chg="modSp add mod">
        <pc:chgData name="Sanmukh Kuppannagari" userId="ad215094-da36-4b66-9c79-369a17aea26b" providerId="ADAL" clId="{AA11B565-206C-4EF0-881B-47DE8798C588}" dt="2024-10-01T11:13:01.546" v="3131" actId="1076"/>
        <pc:sldMkLst>
          <pc:docMk/>
          <pc:sldMk cId="1024748460" sldId="1570"/>
        </pc:sldMkLst>
      </pc:sldChg>
      <pc:sldChg chg="addSp delSp modSp add mod">
        <pc:chgData name="Sanmukh Kuppannagari" userId="ad215094-da36-4b66-9c79-369a17aea26b" providerId="ADAL" clId="{AA11B565-206C-4EF0-881B-47DE8798C588}" dt="2024-10-01T11:13:33.815" v="3142" actId="1076"/>
        <pc:sldMkLst>
          <pc:docMk/>
          <pc:sldMk cId="3042058996" sldId="1571"/>
        </pc:sldMkLst>
      </pc:sldChg>
      <pc:sldChg chg="add">
        <pc:chgData name="Sanmukh Kuppannagari" userId="ad215094-da36-4b66-9c79-369a17aea26b" providerId="ADAL" clId="{AA11B565-206C-4EF0-881B-47DE8798C588}" dt="2024-10-01T11:13:20.810" v="3132"/>
        <pc:sldMkLst>
          <pc:docMk/>
          <pc:sldMk cId="2940334320" sldId="1572"/>
        </pc:sldMkLst>
      </pc:sldChg>
      <pc:sldChg chg="delSp modSp add mod">
        <pc:chgData name="Sanmukh Kuppannagari" userId="ad215094-da36-4b66-9c79-369a17aea26b" providerId="ADAL" clId="{AA11B565-206C-4EF0-881B-47DE8798C588}" dt="2024-10-01T11:24:45.046" v="3273" actId="478"/>
        <pc:sldMkLst>
          <pc:docMk/>
          <pc:sldMk cId="570117069" sldId="1573"/>
        </pc:sldMkLst>
      </pc:sldChg>
      <pc:sldChg chg="addSp delSp modSp add mod">
        <pc:chgData name="Sanmukh Kuppannagari" userId="ad215094-da36-4b66-9c79-369a17aea26b" providerId="ADAL" clId="{AA11B565-206C-4EF0-881B-47DE8798C588}" dt="2024-10-01T11:24:56.219" v="3274" actId="478"/>
        <pc:sldMkLst>
          <pc:docMk/>
          <pc:sldMk cId="995901004" sldId="1574"/>
        </pc:sldMkLst>
      </pc:sldChg>
      <pc:sldChg chg="delSp modSp add mod">
        <pc:chgData name="Sanmukh Kuppannagari" userId="ad215094-da36-4b66-9c79-369a17aea26b" providerId="ADAL" clId="{AA11B565-206C-4EF0-881B-47DE8798C588}" dt="2024-10-01T11:25:01.341" v="3275" actId="478"/>
        <pc:sldMkLst>
          <pc:docMk/>
          <pc:sldMk cId="440498288" sldId="1575"/>
        </pc:sldMkLst>
      </pc:sldChg>
      <pc:sldChg chg="delSp modSp add mod">
        <pc:chgData name="Sanmukh Kuppannagari" userId="ad215094-da36-4b66-9c79-369a17aea26b" providerId="ADAL" clId="{AA11B565-206C-4EF0-881B-47DE8798C588}" dt="2024-10-01T11:25:17.466" v="3277" actId="478"/>
        <pc:sldMkLst>
          <pc:docMk/>
          <pc:sldMk cId="670652363" sldId="1576"/>
        </pc:sldMkLst>
      </pc:sldChg>
      <pc:sldChg chg="modSp add mod">
        <pc:chgData name="Sanmukh Kuppannagari" userId="ad215094-da36-4b66-9c79-369a17aea26b" providerId="ADAL" clId="{AA11B565-206C-4EF0-881B-47DE8798C588}" dt="2024-10-01T11:37:50.448" v="3456" actId="20577"/>
        <pc:sldMkLst>
          <pc:docMk/>
          <pc:sldMk cId="3839101789" sldId="1577"/>
        </pc:sldMkLst>
      </pc:sldChg>
      <pc:sldChg chg="delSp modSp add del mod">
        <pc:chgData name="Sanmukh Kuppannagari" userId="ad215094-da36-4b66-9c79-369a17aea26b" providerId="ADAL" clId="{AA11B565-206C-4EF0-881B-47DE8798C588}" dt="2024-10-01T11:25:21.712" v="3278" actId="47"/>
        <pc:sldMkLst>
          <pc:docMk/>
          <pc:sldMk cId="3875852213" sldId="1577"/>
        </pc:sldMkLst>
      </pc:sldChg>
      <pc:sldChg chg="modSp add mod">
        <pc:chgData name="Sanmukh Kuppannagari" userId="ad215094-da36-4b66-9c79-369a17aea26b" providerId="ADAL" clId="{AA11B565-206C-4EF0-881B-47DE8798C588}" dt="2024-10-01T11:38:37.488" v="3475" actId="1076"/>
        <pc:sldMkLst>
          <pc:docMk/>
          <pc:sldMk cId="106292723" sldId="1578"/>
        </pc:sldMkLst>
      </pc:sldChg>
      <pc:sldChg chg="modSp add mod">
        <pc:chgData name="Sanmukh Kuppannagari" userId="ad215094-da36-4b66-9c79-369a17aea26b" providerId="ADAL" clId="{AA11B565-206C-4EF0-881B-47DE8798C588}" dt="2024-10-01T11:39:03.607" v="3515" actId="1076"/>
        <pc:sldMkLst>
          <pc:docMk/>
          <pc:sldMk cId="201330410" sldId="1579"/>
        </pc:sldMkLst>
      </pc:sldChg>
      <pc:sldChg chg="modSp add mod">
        <pc:chgData name="Sanmukh Kuppannagari" userId="ad215094-da36-4b66-9c79-369a17aea26b" providerId="ADAL" clId="{AA11B565-206C-4EF0-881B-47DE8798C588}" dt="2024-10-01T11:52:42.923" v="3885" actId="27636"/>
        <pc:sldMkLst>
          <pc:docMk/>
          <pc:sldMk cId="2481400793" sldId="1580"/>
        </pc:sldMkLst>
      </pc:sldChg>
      <pc:sldChg chg="modSp add">
        <pc:chgData name="Sanmukh Kuppannagari" userId="ad215094-da36-4b66-9c79-369a17aea26b" providerId="ADAL" clId="{AA11B565-206C-4EF0-881B-47DE8798C588}" dt="2024-10-01T13:43:50.810" v="4755" actId="207"/>
        <pc:sldMkLst>
          <pc:docMk/>
          <pc:sldMk cId="3218476509" sldId="1581"/>
        </pc:sldMkLst>
      </pc:sldChg>
      <pc:sldChg chg="modSp add mod">
        <pc:chgData name="Sanmukh Kuppannagari" userId="ad215094-da36-4b66-9c79-369a17aea26b" providerId="ADAL" clId="{AA11B565-206C-4EF0-881B-47DE8798C588}" dt="2024-10-01T13:55:19.647" v="5146" actId="20577"/>
        <pc:sldMkLst>
          <pc:docMk/>
          <pc:sldMk cId="535281774" sldId="1582"/>
        </pc:sldMkLst>
      </pc:sldChg>
      <pc:sldChg chg="add del">
        <pc:chgData name="Sanmukh Kuppannagari" userId="ad215094-da36-4b66-9c79-369a17aea26b" providerId="ADAL" clId="{AA11B565-206C-4EF0-881B-47DE8798C588}" dt="2024-10-01T13:49:44.294" v="5009"/>
        <pc:sldMkLst>
          <pc:docMk/>
          <pc:sldMk cId="2076416953" sldId="1582"/>
        </pc:sldMkLst>
      </pc:sldChg>
      <pc:sldChg chg="modSp add">
        <pc:chgData name="Sanmukh Kuppannagari" userId="ad215094-da36-4b66-9c79-369a17aea26b" providerId="ADAL" clId="{AA11B565-206C-4EF0-881B-47DE8798C588}" dt="2024-10-01T13:51:46.507" v="5038"/>
        <pc:sldMkLst>
          <pc:docMk/>
          <pc:sldMk cId="3330804335" sldId="1583"/>
        </pc:sldMkLst>
      </pc:sldChg>
      <pc:sldChg chg="addSp delSp modSp add mod">
        <pc:chgData name="Sanmukh Kuppannagari" userId="ad215094-da36-4b66-9c79-369a17aea26b" providerId="ADAL" clId="{AA11B565-206C-4EF0-881B-47DE8798C588}" dt="2024-10-01T13:54:07.958" v="5074" actId="478"/>
        <pc:sldMkLst>
          <pc:docMk/>
          <pc:sldMk cId="936452190" sldId="1584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652014047" sldId="1585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3673118713" sldId="1586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1582105460" sldId="1587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2630656864" sldId="1588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501396604" sldId="1589"/>
        </pc:sldMkLst>
      </pc:sldChg>
      <pc:sldChg chg="modSp add mod">
        <pc:chgData name="Sanmukh Kuppannagari" userId="ad215094-da36-4b66-9c79-369a17aea26b" providerId="ADAL" clId="{AA11B565-206C-4EF0-881B-47DE8798C588}" dt="2024-10-01T13:57:24.279" v="5244" actId="20577"/>
        <pc:sldMkLst>
          <pc:docMk/>
          <pc:sldMk cId="1936211990" sldId="1590"/>
        </pc:sldMkLst>
      </pc:sldChg>
      <pc:sldChg chg="add ord">
        <pc:chgData name="Sanmukh Kuppannagari" userId="ad215094-da36-4b66-9c79-369a17aea26b" providerId="ADAL" clId="{AA11B565-206C-4EF0-881B-47DE8798C588}" dt="2024-10-01T13:57:46.397" v="5247"/>
        <pc:sldMkLst>
          <pc:docMk/>
          <pc:sldMk cId="2024305596" sldId="1591"/>
        </pc:sldMkLst>
      </pc:sldChg>
      <pc:sldMasterChg chg="delSldLayout">
        <pc:chgData name="Sanmukh Kuppannagari" userId="ad215094-da36-4b66-9c79-369a17aea26b" providerId="ADAL" clId="{AA11B565-206C-4EF0-881B-47DE8798C588}" dt="2024-10-01T11:53:05.818" v="3891" actId="47"/>
        <pc:sldMasterMkLst>
          <pc:docMk/>
          <pc:sldMasterMk cId="1728476084" sldId="2147483648"/>
        </pc:sldMasterMkLst>
        <pc:sldLayoutChg chg="del">
          <pc:chgData name="Sanmukh Kuppannagari" userId="ad215094-da36-4b66-9c79-369a17aea26b" providerId="ADAL" clId="{AA11B565-206C-4EF0-881B-47DE8798C588}" dt="2024-10-01T11:53:05.818" v="3891" actId="47"/>
          <pc:sldLayoutMkLst>
            <pc:docMk/>
            <pc:sldMasterMk cId="1728476084" sldId="2147483648"/>
            <pc:sldLayoutMk cId="2002986407" sldId="2147483660"/>
          </pc:sldLayoutMkLst>
        </pc:sldLayoutChg>
      </pc:sldMasterChg>
    </pc:docChg>
  </pc:docChgLst>
  <pc:docChgLst>
    <pc:chgData name="Sanmukh Kuppannagari" userId="ad215094-da36-4b66-9c79-369a17aea26b" providerId="ADAL" clId="{B03FD5B7-5209-4023-8BA9-A3E6EAE0992B}"/>
    <pc:docChg chg="undo custSel addSld modSld">
      <pc:chgData name="Sanmukh Kuppannagari" userId="ad215094-da36-4b66-9c79-369a17aea26b" providerId="ADAL" clId="{B03FD5B7-5209-4023-8BA9-A3E6EAE0992B}" dt="2025-10-02T17:39:40.325" v="1223" actId="20577"/>
      <pc:docMkLst>
        <pc:docMk/>
      </pc:docMkLst>
      <pc:sldChg chg="modSp mod">
        <pc:chgData name="Sanmukh Kuppannagari" userId="ad215094-da36-4b66-9c79-369a17aea26b" providerId="ADAL" clId="{B03FD5B7-5209-4023-8BA9-A3E6EAE0992B}" dt="2025-10-02T17:06:54.916" v="78" actId="27636"/>
        <pc:sldMkLst>
          <pc:docMk/>
          <pc:sldMk cId="1994918385" sldId="1715"/>
        </pc:sldMkLst>
      </pc:sldChg>
      <pc:sldChg chg="modSp new mod">
        <pc:chgData name="Sanmukh Kuppannagari" userId="ad215094-da36-4b66-9c79-369a17aea26b" providerId="ADAL" clId="{B03FD5B7-5209-4023-8BA9-A3E6EAE0992B}" dt="2025-10-02T17:21:28.683" v="1008" actId="20577"/>
        <pc:sldMkLst>
          <pc:docMk/>
          <pc:sldMk cId="2212776930" sldId="1716"/>
        </pc:sldMkLst>
      </pc:sldChg>
      <pc:sldChg chg="addSp delSp modSp new mod">
        <pc:chgData name="Sanmukh Kuppannagari" userId="ad215094-da36-4b66-9c79-369a17aea26b" providerId="ADAL" clId="{B03FD5B7-5209-4023-8BA9-A3E6EAE0992B}" dt="2025-10-02T17:39:40.325" v="1223" actId="20577"/>
        <pc:sldMkLst>
          <pc:docMk/>
          <pc:sldMk cId="1122677445" sldId="1717"/>
        </pc:sldMkLst>
      </pc:sldChg>
    </pc:docChg>
  </pc:docChgLst>
  <pc:docChgLst>
    <pc:chgData name="Sanmukh Kuppannagari" userId="ad215094-da36-4b66-9c79-369a17aea26b" providerId="ADAL" clId="{F797E296-EE96-4BD7-8F16-D43071948EEE}"/>
    <pc:docChg chg="undo custSel addSld delSld modSld sldOrd">
      <pc:chgData name="Sanmukh Kuppannagari" userId="ad215094-da36-4b66-9c79-369a17aea26b" providerId="ADAL" clId="{F797E296-EE96-4BD7-8F16-D43071948EEE}" dt="2025-10-02T16:30:34.032" v="10390" actId="20577"/>
      <pc:docMkLst>
        <pc:docMk/>
      </pc:docMkLst>
      <pc:sldChg chg="modSp mod">
        <pc:chgData name="Sanmukh Kuppannagari" userId="ad215094-da36-4b66-9c79-369a17aea26b" providerId="ADAL" clId="{F797E296-EE96-4BD7-8F16-D43071948EEE}" dt="2025-10-01T18:09:41.263" v="11" actId="20577"/>
        <pc:sldMkLst>
          <pc:docMk/>
          <pc:sldMk cId="728785357" sldId="256"/>
        </pc:sldMkLst>
        <pc:spChg chg="mod">
          <ac:chgData name="Sanmukh Kuppannagari" userId="ad215094-da36-4b66-9c79-369a17aea26b" providerId="ADAL" clId="{F797E296-EE96-4BD7-8F16-D43071948EEE}" dt="2025-10-01T18:09:41.263" v="11" actId="20577"/>
          <ac:spMkLst>
            <pc:docMk/>
            <pc:sldMk cId="728785357" sldId="256"/>
            <ac:spMk id="3" creationId="{C46BB279-3651-105A-8503-217F67B1FED8}"/>
          </ac:spMkLst>
        </pc:spChg>
      </pc:sldChg>
      <pc:sldChg chg="addSp delSp modSp add mod">
        <pc:chgData name="Sanmukh Kuppannagari" userId="ad215094-da36-4b66-9c79-369a17aea26b" providerId="ADAL" clId="{F797E296-EE96-4BD7-8F16-D43071948EEE}" dt="2025-10-01T18:22:21.970" v="425" actId="6549"/>
        <pc:sldMkLst>
          <pc:docMk/>
          <pc:sldMk cId="0" sldId="258"/>
        </pc:sldMkLst>
      </pc:sldChg>
      <pc:sldChg chg="modSp add mod">
        <pc:chgData name="Sanmukh Kuppannagari" userId="ad215094-da36-4b66-9c79-369a17aea26b" providerId="ADAL" clId="{F797E296-EE96-4BD7-8F16-D43071948EEE}" dt="2025-10-01T18:24:14.235" v="514" actId="20577"/>
        <pc:sldMkLst>
          <pc:docMk/>
          <pc:sldMk cId="0" sldId="259"/>
        </pc:sldMkLst>
      </pc:sldChg>
      <pc:sldChg chg="modSp add mod">
        <pc:chgData name="Sanmukh Kuppannagari" userId="ad215094-da36-4b66-9c79-369a17aea26b" providerId="ADAL" clId="{F797E296-EE96-4BD7-8F16-D43071948EEE}" dt="2025-10-01T18:24:36.829" v="520" actId="20577"/>
        <pc:sldMkLst>
          <pc:docMk/>
          <pc:sldMk cId="0" sldId="260"/>
        </pc:sldMkLst>
      </pc:sldChg>
      <pc:sldChg chg="modSp mod">
        <pc:chgData name="Sanmukh Kuppannagari" userId="ad215094-da36-4b66-9c79-369a17aea26b" providerId="ADAL" clId="{F797E296-EE96-4BD7-8F16-D43071948EEE}" dt="2025-10-01T22:05:56.510" v="5527"/>
        <pc:sldMkLst>
          <pc:docMk/>
          <pc:sldMk cId="2017305151" sldId="261"/>
        </pc:sldMkLst>
        <pc:spChg chg="mod">
          <ac:chgData name="Sanmukh Kuppannagari" userId="ad215094-da36-4b66-9c79-369a17aea26b" providerId="ADAL" clId="{F797E296-EE96-4BD7-8F16-D43071948EEE}" dt="2025-10-01T22:05:56.510" v="5527"/>
          <ac:spMkLst>
            <pc:docMk/>
            <pc:sldMk cId="2017305151" sldId="261"/>
            <ac:spMk id="3" creationId="{D61E7643-79A8-EFA8-035B-07E3457DA90C}"/>
          </ac:spMkLst>
        </pc:spChg>
      </pc:sldChg>
      <pc:sldChg chg="modSp add mod">
        <pc:chgData name="Sanmukh Kuppannagari" userId="ad215094-da36-4b66-9c79-369a17aea26b" providerId="ADAL" clId="{F797E296-EE96-4BD7-8F16-D43071948EEE}" dt="2025-10-01T20:40:20.545" v="2473" actId="1076"/>
        <pc:sldMkLst>
          <pc:docMk/>
          <pc:sldMk cId="0" sldId="262"/>
        </pc:sldMkLst>
      </pc:sldChg>
      <pc:sldChg chg="modSp add mod">
        <pc:chgData name="Sanmukh Kuppannagari" userId="ad215094-da36-4b66-9c79-369a17aea26b" providerId="ADAL" clId="{F797E296-EE96-4BD7-8F16-D43071948EEE}" dt="2025-10-01T21:31:55.286" v="4319" actId="14100"/>
        <pc:sldMkLst>
          <pc:docMk/>
          <pc:sldMk cId="0" sldId="266"/>
        </pc:sldMkLst>
      </pc:sldChg>
      <pc:sldChg chg="modSp add mod">
        <pc:chgData name="Sanmukh Kuppannagari" userId="ad215094-da36-4b66-9c79-369a17aea26b" providerId="ADAL" clId="{F797E296-EE96-4BD7-8F16-D43071948EEE}" dt="2025-10-01T18:15:37.926" v="319" actId="20577"/>
        <pc:sldMkLst>
          <pc:docMk/>
          <pc:sldMk cId="3747551071" sldId="966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3630924" sldId="1253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2505794832" sldId="1272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189707620" sldId="1332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3931076547" sldId="1412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2299857702" sldId="1413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2715450416" sldId="1414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4085597991" sldId="1418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2151372455" sldId="1419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565169132" sldId="1420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2252650841" sldId="1421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2777539220" sldId="1422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2831660177" sldId="1423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2959762428" sldId="1424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3018266416" sldId="1425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2264869930" sldId="1426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3229075924" sldId="1427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2588611062" sldId="1428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598700407" sldId="1429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381585255" sldId="1430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3924068536" sldId="1431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161308088" sldId="1432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873356031" sldId="1433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2141082296" sldId="1434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2565562540" sldId="1435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1868073248" sldId="1436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2546537403" sldId="1437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3588532588" sldId="1438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1606166730" sldId="1439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832541632" sldId="1440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2439492477" sldId="1441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3863061003" sldId="1442"/>
        </pc:sldMkLst>
      </pc:sldChg>
      <pc:sldChg chg="modSp add">
        <pc:chgData name="Sanmukh Kuppannagari" userId="ad215094-da36-4b66-9c79-369a17aea26b" providerId="ADAL" clId="{F797E296-EE96-4BD7-8F16-D43071948EEE}" dt="2025-10-01T19:50:13.342" v="1570" actId="20577"/>
        <pc:sldMkLst>
          <pc:docMk/>
          <pc:sldMk cId="2407279723" sldId="1453"/>
        </pc:sldMkLst>
      </pc:sldChg>
      <pc:sldChg chg="modSp mod">
        <pc:chgData name="Sanmukh Kuppannagari" userId="ad215094-da36-4b66-9c79-369a17aea26b" providerId="ADAL" clId="{F797E296-EE96-4BD7-8F16-D43071948EEE}" dt="2025-10-02T02:36:48.289" v="8601" actId="20577"/>
        <pc:sldMkLst>
          <pc:docMk/>
          <pc:sldMk cId="1297240811" sldId="1551"/>
        </pc:sldMkLst>
        <pc:spChg chg="mod">
          <ac:chgData name="Sanmukh Kuppannagari" userId="ad215094-da36-4b66-9c79-369a17aea26b" providerId="ADAL" clId="{F797E296-EE96-4BD7-8F16-D43071948EEE}" dt="2025-10-02T02:36:48.289" v="8601" actId="20577"/>
          <ac:spMkLst>
            <pc:docMk/>
            <pc:sldMk cId="1297240811" sldId="1551"/>
            <ac:spMk id="3" creationId="{E7FF2391-E8AE-9A93-A4FC-0E02B54BC29C}"/>
          </ac:spMkLst>
        </pc:spChg>
      </pc:sldChg>
      <pc:sldChg chg="modSp add mod">
        <pc:chgData name="Sanmukh Kuppannagari" userId="ad215094-da36-4b66-9c79-369a17aea26b" providerId="ADAL" clId="{F797E296-EE96-4BD7-8F16-D43071948EEE}" dt="2025-10-01T18:16:08.678" v="355" actId="20577"/>
        <pc:sldMkLst>
          <pc:docMk/>
          <pc:sldMk cId="2224980005" sldId="1593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3587678191" sldId="1616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2602862771" sldId="1617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1699230104" sldId="1628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975006680" sldId="1629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3151454259" sldId="1630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2698497501" sldId="1631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1043968361" sldId="1632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692312538" sldId="1633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4037935196" sldId="1634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2217799582" sldId="1635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488101590" sldId="1636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267461701" sldId="1637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1443863710" sldId="1643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3431322463" sldId="1644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2598751497" sldId="1645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196595597" sldId="1646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1149667612" sldId="1647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4288108441" sldId="1648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227517233" sldId="1649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126175481" sldId="1650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2647550710" sldId="1651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47936242" sldId="1652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931150013" sldId="1653"/>
        </pc:sldMkLst>
      </pc:sldChg>
      <pc:sldChg chg="modSp mod">
        <pc:chgData name="Sanmukh Kuppannagari" userId="ad215094-da36-4b66-9c79-369a17aea26b" providerId="ADAL" clId="{F797E296-EE96-4BD7-8F16-D43071948EEE}" dt="2025-10-02T02:28:27.142" v="8537" actId="20577"/>
        <pc:sldMkLst>
          <pc:docMk/>
          <pc:sldMk cId="4196385676" sldId="1654"/>
        </pc:sldMkLst>
        <pc:spChg chg="mod">
          <ac:chgData name="Sanmukh Kuppannagari" userId="ad215094-da36-4b66-9c79-369a17aea26b" providerId="ADAL" clId="{F797E296-EE96-4BD7-8F16-D43071948EEE}" dt="2025-10-02T02:28:27.142" v="8537" actId="20577"/>
          <ac:spMkLst>
            <pc:docMk/>
            <pc:sldMk cId="4196385676" sldId="1654"/>
            <ac:spMk id="3" creationId="{BA686383-F2F5-3E55-940F-988CE19CCA24}"/>
          </ac:spMkLst>
        </pc:spChg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2866512624" sldId="1655"/>
        </pc:sldMkLst>
      </pc:sldChg>
      <pc:sldChg chg="modSp new mod">
        <pc:chgData name="Sanmukh Kuppannagari" userId="ad215094-da36-4b66-9c79-369a17aea26b" providerId="ADAL" clId="{F797E296-EE96-4BD7-8F16-D43071948EEE}" dt="2025-10-01T18:15:20.753" v="290"/>
        <pc:sldMkLst>
          <pc:docMk/>
          <pc:sldMk cId="3827926018" sldId="1655"/>
        </pc:sldMkLst>
      </pc:sldChg>
      <pc:sldChg chg="modSp add del">
        <pc:chgData name="Sanmukh Kuppannagari" userId="ad215094-da36-4b66-9c79-369a17aea26b" providerId="ADAL" clId="{F797E296-EE96-4BD7-8F16-D43071948EEE}" dt="2025-10-01T22:05:44.874" v="5526" actId="47"/>
        <pc:sldMkLst>
          <pc:docMk/>
          <pc:sldMk cId="575138275" sldId="1656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1015219598" sldId="1656"/>
        </pc:sldMkLst>
      </pc:sldChg>
      <pc:sldChg chg="addSp delSp modSp add mod">
        <pc:chgData name="Sanmukh Kuppannagari" userId="ad215094-da36-4b66-9c79-369a17aea26b" providerId="ADAL" clId="{F797E296-EE96-4BD7-8F16-D43071948EEE}" dt="2025-10-01T22:05:42.657" v="5525" actId="207"/>
        <pc:sldMkLst>
          <pc:docMk/>
          <pc:sldMk cId="1126683211" sldId="1657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1219106765" sldId="1657"/>
        </pc:sldMkLst>
      </pc:sldChg>
      <pc:sldChg chg="modSp add mod">
        <pc:chgData name="Sanmukh Kuppannagari" userId="ad215094-da36-4b66-9c79-369a17aea26b" providerId="ADAL" clId="{F797E296-EE96-4BD7-8F16-D43071948EEE}" dt="2025-10-01T18:24:59.822" v="524" actId="20577"/>
        <pc:sldMkLst>
          <pc:docMk/>
          <pc:sldMk cId="0" sldId="1658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2052288365" sldId="1658"/>
        </pc:sldMkLst>
      </pc:sldChg>
      <pc:sldChg chg="modSp new mod">
        <pc:chgData name="Sanmukh Kuppannagari" userId="ad215094-da36-4b66-9c79-369a17aea26b" providerId="ADAL" clId="{F797E296-EE96-4BD7-8F16-D43071948EEE}" dt="2025-10-01T18:23:20.155" v="484" actId="20577"/>
        <pc:sldMkLst>
          <pc:docMk/>
          <pc:sldMk cId="178547182" sldId="1659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314716155" sldId="1659"/>
        </pc:sldMkLst>
      </pc:sldChg>
      <pc:sldChg chg="del">
        <pc:chgData name="Sanmukh Kuppannagari" userId="ad215094-da36-4b66-9c79-369a17aea26b" providerId="ADAL" clId="{F797E296-EE96-4BD7-8F16-D43071948EEE}" dt="2025-10-01T18:11:07.541" v="144" actId="47"/>
        <pc:sldMkLst>
          <pc:docMk/>
          <pc:sldMk cId="8488340" sldId="1660"/>
        </pc:sldMkLst>
      </pc:sldChg>
      <pc:sldChg chg="modSp add mod">
        <pc:chgData name="Sanmukh Kuppannagari" userId="ad215094-da36-4b66-9c79-369a17aea26b" providerId="ADAL" clId="{F797E296-EE96-4BD7-8F16-D43071948EEE}" dt="2025-10-01T22:06:40.345" v="5534"/>
        <pc:sldMkLst>
          <pc:docMk/>
          <pc:sldMk cId="2565062636" sldId="1660"/>
        </pc:sldMkLst>
      </pc:sldChg>
      <pc:sldChg chg="addSp delSp modSp new mod ord">
        <pc:chgData name="Sanmukh Kuppannagari" userId="ad215094-da36-4b66-9c79-369a17aea26b" providerId="ADAL" clId="{F797E296-EE96-4BD7-8F16-D43071948EEE}" dt="2025-10-01T18:56:09.460" v="674" actId="20577"/>
        <pc:sldMkLst>
          <pc:docMk/>
          <pc:sldMk cId="1339166027" sldId="1661"/>
        </pc:sldMkLst>
      </pc:sldChg>
      <pc:sldChg chg="addSp delSp modSp new mod">
        <pc:chgData name="Sanmukh Kuppannagari" userId="ad215094-da36-4b66-9c79-369a17aea26b" providerId="ADAL" clId="{F797E296-EE96-4BD7-8F16-D43071948EEE}" dt="2025-10-01T19:03:20.325" v="768" actId="207"/>
        <pc:sldMkLst>
          <pc:docMk/>
          <pc:sldMk cId="2624462833" sldId="1662"/>
        </pc:sldMkLst>
      </pc:sldChg>
      <pc:sldChg chg="addSp delSp modSp new mod">
        <pc:chgData name="Sanmukh Kuppannagari" userId="ad215094-da36-4b66-9c79-369a17aea26b" providerId="ADAL" clId="{F797E296-EE96-4BD7-8F16-D43071948EEE}" dt="2025-10-02T02:30:09.478" v="8538" actId="478"/>
        <pc:sldMkLst>
          <pc:docMk/>
          <pc:sldMk cId="2149957229" sldId="1663"/>
        </pc:sldMkLst>
      </pc:sldChg>
      <pc:sldChg chg="addSp delSp modSp add mod">
        <pc:chgData name="Sanmukh Kuppannagari" userId="ad215094-da36-4b66-9c79-369a17aea26b" providerId="ADAL" clId="{F797E296-EE96-4BD7-8F16-D43071948EEE}" dt="2025-10-01T19:54:20.247" v="1793" actId="20577"/>
        <pc:sldMkLst>
          <pc:docMk/>
          <pc:sldMk cId="712084877" sldId="1664"/>
        </pc:sldMkLst>
      </pc:sldChg>
      <pc:sldChg chg="addSp delSp modSp add mod">
        <pc:chgData name="Sanmukh Kuppannagari" userId="ad215094-da36-4b66-9c79-369a17aea26b" providerId="ADAL" clId="{F797E296-EE96-4BD7-8F16-D43071948EEE}" dt="2025-10-01T19:52:31.726" v="1734" actId="20577"/>
        <pc:sldMkLst>
          <pc:docMk/>
          <pc:sldMk cId="2266587701" sldId="1665"/>
        </pc:sldMkLst>
      </pc:sldChg>
      <pc:sldChg chg="addSp delSp modSp add mod">
        <pc:chgData name="Sanmukh Kuppannagari" userId="ad215094-da36-4b66-9c79-369a17aea26b" providerId="ADAL" clId="{F797E296-EE96-4BD7-8F16-D43071948EEE}" dt="2025-10-01T20:24:43.945" v="2450" actId="20577"/>
        <pc:sldMkLst>
          <pc:docMk/>
          <pc:sldMk cId="313803335" sldId="1666"/>
        </pc:sldMkLst>
      </pc:sldChg>
      <pc:sldChg chg="modSp add mod">
        <pc:chgData name="Sanmukh Kuppannagari" userId="ad215094-da36-4b66-9c79-369a17aea26b" providerId="ADAL" clId="{F797E296-EE96-4BD7-8F16-D43071948EEE}" dt="2025-10-01T20:18:48.046" v="2369" actId="20577"/>
        <pc:sldMkLst>
          <pc:docMk/>
          <pc:sldMk cId="2713036896" sldId="1667"/>
        </pc:sldMkLst>
      </pc:sldChg>
      <pc:sldChg chg="modSp add mod">
        <pc:chgData name="Sanmukh Kuppannagari" userId="ad215094-da36-4b66-9c79-369a17aea26b" providerId="ADAL" clId="{F797E296-EE96-4BD7-8F16-D43071948EEE}" dt="2025-10-01T22:06:33.371" v="5533" actId="207"/>
        <pc:sldMkLst>
          <pc:docMk/>
          <pc:sldMk cId="501699220" sldId="1668"/>
        </pc:sldMkLst>
      </pc:sldChg>
      <pc:sldChg chg="new del">
        <pc:chgData name="Sanmukh Kuppannagari" userId="ad215094-da36-4b66-9c79-369a17aea26b" providerId="ADAL" clId="{F797E296-EE96-4BD7-8F16-D43071948EEE}" dt="2025-10-01T20:39:35.078" v="2455" actId="47"/>
        <pc:sldMkLst>
          <pc:docMk/>
          <pc:sldMk cId="2098693979" sldId="1669"/>
        </pc:sldMkLst>
      </pc:sldChg>
      <pc:sldChg chg="modSp new mod">
        <pc:chgData name="Sanmukh Kuppannagari" userId="ad215094-da36-4b66-9c79-369a17aea26b" providerId="ADAL" clId="{F797E296-EE96-4BD7-8F16-D43071948EEE}" dt="2025-10-01T20:51:23.981" v="3024" actId="20577"/>
        <pc:sldMkLst>
          <pc:docMk/>
          <pc:sldMk cId="3109609256" sldId="1669"/>
        </pc:sldMkLst>
      </pc:sldChg>
      <pc:sldChg chg="addSp delSp modSp add mod">
        <pc:chgData name="Sanmukh Kuppannagari" userId="ad215094-da36-4b66-9c79-369a17aea26b" providerId="ADAL" clId="{F797E296-EE96-4BD7-8F16-D43071948EEE}" dt="2025-10-01T20:44:50.567" v="2511" actId="1076"/>
        <pc:sldMkLst>
          <pc:docMk/>
          <pc:sldMk cId="699723536" sldId="1670"/>
        </pc:sldMkLst>
      </pc:sldChg>
      <pc:sldChg chg="addSp delSp modSp new mod">
        <pc:chgData name="Sanmukh Kuppannagari" userId="ad215094-da36-4b66-9c79-369a17aea26b" providerId="ADAL" clId="{F797E296-EE96-4BD7-8F16-D43071948EEE}" dt="2025-10-01T20:48:08.470" v="2639" actId="14100"/>
        <pc:sldMkLst>
          <pc:docMk/>
          <pc:sldMk cId="2977703802" sldId="1671"/>
        </pc:sldMkLst>
      </pc:sldChg>
      <pc:sldChg chg="addSp delSp modSp add mod">
        <pc:chgData name="Sanmukh Kuppannagari" userId="ad215094-da36-4b66-9c79-369a17aea26b" providerId="ADAL" clId="{F797E296-EE96-4BD7-8F16-D43071948EEE}" dt="2025-10-01T21:32:57.836" v="4346" actId="20577"/>
        <pc:sldMkLst>
          <pc:docMk/>
          <pc:sldMk cId="1025298737" sldId="1672"/>
        </pc:sldMkLst>
      </pc:sldChg>
      <pc:sldChg chg="modSp new mod">
        <pc:chgData name="Sanmukh Kuppannagari" userId="ad215094-da36-4b66-9c79-369a17aea26b" providerId="ADAL" clId="{F797E296-EE96-4BD7-8F16-D43071948EEE}" dt="2025-10-01T21:33:23.637" v="4427" actId="20577"/>
        <pc:sldMkLst>
          <pc:docMk/>
          <pc:sldMk cId="1451224726" sldId="1673"/>
        </pc:sldMkLst>
      </pc:sldChg>
      <pc:sldChg chg="addSp delSp modSp add mod">
        <pc:chgData name="Sanmukh Kuppannagari" userId="ad215094-da36-4b66-9c79-369a17aea26b" providerId="ADAL" clId="{F797E296-EE96-4BD7-8F16-D43071948EEE}" dt="2025-10-01T20:59:08.193" v="3589" actId="14100"/>
        <pc:sldMkLst>
          <pc:docMk/>
          <pc:sldMk cId="1663435473" sldId="1674"/>
        </pc:sldMkLst>
      </pc:sldChg>
      <pc:sldChg chg="addSp delSp modSp new mod">
        <pc:chgData name="Sanmukh Kuppannagari" userId="ad215094-da36-4b66-9c79-369a17aea26b" providerId="ADAL" clId="{F797E296-EE96-4BD7-8F16-D43071948EEE}" dt="2025-10-01T21:19:32.370" v="3593" actId="1076"/>
        <pc:sldMkLst>
          <pc:docMk/>
          <pc:sldMk cId="2929793479" sldId="1675"/>
        </pc:sldMkLst>
      </pc:sldChg>
      <pc:sldChg chg="addSp delSp modSp new mod">
        <pc:chgData name="Sanmukh Kuppannagari" userId="ad215094-da36-4b66-9c79-369a17aea26b" providerId="ADAL" clId="{F797E296-EE96-4BD7-8F16-D43071948EEE}" dt="2025-10-01T21:22:08.192" v="3906" actId="20577"/>
        <pc:sldMkLst>
          <pc:docMk/>
          <pc:sldMk cId="3007505505" sldId="1676"/>
        </pc:sldMkLst>
      </pc:sldChg>
      <pc:sldChg chg="addSp delSp modSp add mod">
        <pc:chgData name="Sanmukh Kuppannagari" userId="ad215094-da36-4b66-9c79-369a17aea26b" providerId="ADAL" clId="{F797E296-EE96-4BD7-8F16-D43071948EEE}" dt="2025-10-01T21:23:42.621" v="3951"/>
        <pc:sldMkLst>
          <pc:docMk/>
          <pc:sldMk cId="1993539528" sldId="1677"/>
        </pc:sldMkLst>
      </pc:sldChg>
      <pc:sldChg chg="modSp add mod">
        <pc:chgData name="Sanmukh Kuppannagari" userId="ad215094-da36-4b66-9c79-369a17aea26b" providerId="ADAL" clId="{F797E296-EE96-4BD7-8F16-D43071948EEE}" dt="2025-10-01T21:23:39.420" v="3949" actId="1076"/>
        <pc:sldMkLst>
          <pc:docMk/>
          <pc:sldMk cId="2578221493" sldId="1678"/>
        </pc:sldMkLst>
      </pc:sldChg>
      <pc:sldChg chg="addSp modSp add mod">
        <pc:chgData name="Sanmukh Kuppannagari" userId="ad215094-da36-4b66-9c79-369a17aea26b" providerId="ADAL" clId="{F797E296-EE96-4BD7-8F16-D43071948EEE}" dt="2025-10-01T21:25:13.543" v="4012" actId="20577"/>
        <pc:sldMkLst>
          <pc:docMk/>
          <pc:sldMk cId="1613053475" sldId="1679"/>
        </pc:sldMkLst>
      </pc:sldChg>
      <pc:sldChg chg="modSp add mod">
        <pc:chgData name="Sanmukh Kuppannagari" userId="ad215094-da36-4b66-9c79-369a17aea26b" providerId="ADAL" clId="{F797E296-EE96-4BD7-8F16-D43071948EEE}" dt="2025-10-01T21:25:54.157" v="4021" actId="1035"/>
        <pc:sldMkLst>
          <pc:docMk/>
          <pc:sldMk cId="4288821136" sldId="1680"/>
        </pc:sldMkLst>
      </pc:sldChg>
      <pc:sldChg chg="modSp add mod">
        <pc:chgData name="Sanmukh Kuppannagari" userId="ad215094-da36-4b66-9c79-369a17aea26b" providerId="ADAL" clId="{F797E296-EE96-4BD7-8F16-D43071948EEE}" dt="2025-10-01T21:26:21.542" v="4026" actId="1038"/>
        <pc:sldMkLst>
          <pc:docMk/>
          <pc:sldMk cId="713649291" sldId="1681"/>
        </pc:sldMkLst>
      </pc:sldChg>
      <pc:sldChg chg="modSp add mod">
        <pc:chgData name="Sanmukh Kuppannagari" userId="ad215094-da36-4b66-9c79-369a17aea26b" providerId="ADAL" clId="{F797E296-EE96-4BD7-8F16-D43071948EEE}" dt="2025-10-01T21:26:50.073" v="4035" actId="1035"/>
        <pc:sldMkLst>
          <pc:docMk/>
          <pc:sldMk cId="2412292095" sldId="1682"/>
        </pc:sldMkLst>
      </pc:sldChg>
      <pc:sldChg chg="delSp modSp add mod">
        <pc:chgData name="Sanmukh Kuppannagari" userId="ad215094-da36-4b66-9c79-369a17aea26b" providerId="ADAL" clId="{F797E296-EE96-4BD7-8F16-D43071948EEE}" dt="2025-10-01T21:27:29.267" v="4056" actId="478"/>
        <pc:sldMkLst>
          <pc:docMk/>
          <pc:sldMk cId="3696165352" sldId="1683"/>
        </pc:sldMkLst>
      </pc:sldChg>
      <pc:sldChg chg="modSp add mod">
        <pc:chgData name="Sanmukh Kuppannagari" userId="ad215094-da36-4b66-9c79-369a17aea26b" providerId="ADAL" clId="{F797E296-EE96-4BD7-8F16-D43071948EEE}" dt="2025-10-01T21:27:42.792" v="4064" actId="20577"/>
        <pc:sldMkLst>
          <pc:docMk/>
          <pc:sldMk cId="1014672669" sldId="1684"/>
        </pc:sldMkLst>
      </pc:sldChg>
      <pc:sldChg chg="modSp add mod">
        <pc:chgData name="Sanmukh Kuppannagari" userId="ad215094-da36-4b66-9c79-369a17aea26b" providerId="ADAL" clId="{F797E296-EE96-4BD7-8F16-D43071948EEE}" dt="2025-10-01T21:28:00.635" v="4075" actId="20577"/>
        <pc:sldMkLst>
          <pc:docMk/>
          <pc:sldMk cId="3583205725" sldId="1685"/>
        </pc:sldMkLst>
      </pc:sldChg>
      <pc:sldChg chg="modSp add mod">
        <pc:chgData name="Sanmukh Kuppannagari" userId="ad215094-da36-4b66-9c79-369a17aea26b" providerId="ADAL" clId="{F797E296-EE96-4BD7-8F16-D43071948EEE}" dt="2025-10-01T21:28:50.385" v="4160" actId="207"/>
        <pc:sldMkLst>
          <pc:docMk/>
          <pc:sldMk cId="3713100837" sldId="1686"/>
        </pc:sldMkLst>
      </pc:sldChg>
      <pc:sldChg chg="modSp add mod">
        <pc:chgData name="Sanmukh Kuppannagari" userId="ad215094-da36-4b66-9c79-369a17aea26b" providerId="ADAL" clId="{F797E296-EE96-4BD7-8F16-D43071948EEE}" dt="2025-10-01T21:29:29.446" v="4178" actId="20577"/>
        <pc:sldMkLst>
          <pc:docMk/>
          <pc:sldMk cId="853030918" sldId="1687"/>
        </pc:sldMkLst>
      </pc:sldChg>
      <pc:sldChg chg="modSp new mod">
        <pc:chgData name="Sanmukh Kuppannagari" userId="ad215094-da36-4b66-9c79-369a17aea26b" providerId="ADAL" clId="{F797E296-EE96-4BD7-8F16-D43071948EEE}" dt="2025-10-02T02:32:59.762" v="8575" actId="20577"/>
        <pc:sldMkLst>
          <pc:docMk/>
          <pc:sldMk cId="2262641461" sldId="1688"/>
        </pc:sldMkLst>
      </pc:sldChg>
      <pc:sldChg chg="addSp delSp modSp new mod">
        <pc:chgData name="Sanmukh Kuppannagari" userId="ad215094-da36-4b66-9c79-369a17aea26b" providerId="ADAL" clId="{F797E296-EE96-4BD7-8F16-D43071948EEE}" dt="2025-10-02T02:33:35.429" v="8579" actId="20577"/>
        <pc:sldMkLst>
          <pc:docMk/>
          <pc:sldMk cId="2197773020" sldId="1689"/>
        </pc:sldMkLst>
      </pc:sldChg>
      <pc:sldChg chg="addSp delSp modSp new mod">
        <pc:chgData name="Sanmukh Kuppannagari" userId="ad215094-da36-4b66-9c79-369a17aea26b" providerId="ADAL" clId="{F797E296-EE96-4BD7-8F16-D43071948EEE}" dt="2025-10-01T21:48:53.255" v="4809" actId="1076"/>
        <pc:sldMkLst>
          <pc:docMk/>
          <pc:sldMk cId="2917265767" sldId="1690"/>
        </pc:sldMkLst>
      </pc:sldChg>
      <pc:sldChg chg="modSp new mod">
        <pc:chgData name="Sanmukh Kuppannagari" userId="ad215094-da36-4b66-9c79-369a17aea26b" providerId="ADAL" clId="{F797E296-EE96-4BD7-8F16-D43071948EEE}" dt="2025-10-01T21:51:28.283" v="4980"/>
        <pc:sldMkLst>
          <pc:docMk/>
          <pc:sldMk cId="47566484" sldId="1691"/>
        </pc:sldMkLst>
      </pc:sldChg>
      <pc:sldChg chg="modSp new mod">
        <pc:chgData name="Sanmukh Kuppannagari" userId="ad215094-da36-4b66-9c79-369a17aea26b" providerId="ADAL" clId="{F797E296-EE96-4BD7-8F16-D43071948EEE}" dt="2025-10-01T21:55:16.587" v="5323" actId="113"/>
        <pc:sldMkLst>
          <pc:docMk/>
          <pc:sldMk cId="851025375" sldId="1692"/>
        </pc:sldMkLst>
      </pc:sldChg>
      <pc:sldChg chg="addSp delSp modSp new mod">
        <pc:chgData name="Sanmukh Kuppannagari" userId="ad215094-da36-4b66-9c79-369a17aea26b" providerId="ADAL" clId="{F797E296-EE96-4BD7-8F16-D43071948EEE}" dt="2025-10-01T22:07:12.357" v="5536" actId="207"/>
        <pc:sldMkLst>
          <pc:docMk/>
          <pc:sldMk cId="377812208" sldId="1693"/>
        </pc:sldMkLst>
      </pc:sldChg>
      <pc:sldChg chg="modSp add mod">
        <pc:chgData name="Sanmukh Kuppannagari" userId="ad215094-da36-4b66-9c79-369a17aea26b" providerId="ADAL" clId="{F797E296-EE96-4BD7-8F16-D43071948EEE}" dt="2025-10-01T22:06:21.566" v="5531" actId="207"/>
        <pc:sldMkLst>
          <pc:docMk/>
          <pc:sldMk cId="876997423" sldId="1694"/>
        </pc:sldMkLst>
      </pc:sldChg>
      <pc:sldChg chg="add del">
        <pc:chgData name="Sanmukh Kuppannagari" userId="ad215094-da36-4b66-9c79-369a17aea26b" providerId="ADAL" clId="{F797E296-EE96-4BD7-8F16-D43071948EEE}" dt="2025-10-01T22:06:16.575" v="5530"/>
        <pc:sldMkLst>
          <pc:docMk/>
          <pc:sldMk cId="1947572384" sldId="1695"/>
        </pc:sldMkLst>
      </pc:sldChg>
      <pc:sldChg chg="modSp new mod">
        <pc:chgData name="Sanmukh Kuppannagari" userId="ad215094-da36-4b66-9c79-369a17aea26b" providerId="ADAL" clId="{F797E296-EE96-4BD7-8F16-D43071948EEE}" dt="2025-10-01T23:48:01.905" v="5777" actId="20577"/>
        <pc:sldMkLst>
          <pc:docMk/>
          <pc:sldMk cId="3023642248" sldId="1695"/>
        </pc:sldMkLst>
      </pc:sldChg>
      <pc:sldChg chg="modSp new mod">
        <pc:chgData name="Sanmukh Kuppannagari" userId="ad215094-da36-4b66-9c79-369a17aea26b" providerId="ADAL" clId="{F797E296-EE96-4BD7-8F16-D43071948EEE}" dt="2025-10-01T23:48:17.965" v="5782" actId="20577"/>
        <pc:sldMkLst>
          <pc:docMk/>
          <pc:sldMk cId="929941479" sldId="1696"/>
        </pc:sldMkLst>
      </pc:sldChg>
      <pc:sldChg chg="addSp modSp add mod">
        <pc:chgData name="Sanmukh Kuppannagari" userId="ad215094-da36-4b66-9c79-369a17aea26b" providerId="ADAL" clId="{F797E296-EE96-4BD7-8F16-D43071948EEE}" dt="2025-10-01T23:49:41.974" v="5860" actId="207"/>
        <pc:sldMkLst>
          <pc:docMk/>
          <pc:sldMk cId="33851575" sldId="1697"/>
        </pc:sldMkLst>
      </pc:sldChg>
      <pc:sldChg chg="modSp add mod">
        <pc:chgData name="Sanmukh Kuppannagari" userId="ad215094-da36-4b66-9c79-369a17aea26b" providerId="ADAL" clId="{F797E296-EE96-4BD7-8F16-D43071948EEE}" dt="2025-10-01T23:50:28.696" v="5914" actId="207"/>
        <pc:sldMkLst>
          <pc:docMk/>
          <pc:sldMk cId="2859358629" sldId="1698"/>
        </pc:sldMkLst>
      </pc:sldChg>
      <pc:sldChg chg="modSp new mod">
        <pc:chgData name="Sanmukh Kuppannagari" userId="ad215094-da36-4b66-9c79-369a17aea26b" providerId="ADAL" clId="{F797E296-EE96-4BD7-8F16-D43071948EEE}" dt="2025-10-01T23:54:19.730" v="6175" actId="20577"/>
        <pc:sldMkLst>
          <pc:docMk/>
          <pc:sldMk cId="4073093418" sldId="1699"/>
        </pc:sldMkLst>
      </pc:sldChg>
      <pc:sldChg chg="addSp modSp new mod">
        <pc:chgData name="Sanmukh Kuppannagari" userId="ad215094-da36-4b66-9c79-369a17aea26b" providerId="ADAL" clId="{F797E296-EE96-4BD7-8F16-D43071948EEE}" dt="2025-10-02T00:21:58.635" v="6912" actId="14100"/>
        <pc:sldMkLst>
          <pc:docMk/>
          <pc:sldMk cId="753390099" sldId="1700"/>
        </pc:sldMkLst>
      </pc:sldChg>
      <pc:sldChg chg="modSp new mod">
        <pc:chgData name="Sanmukh Kuppannagari" userId="ad215094-da36-4b66-9c79-369a17aea26b" providerId="ADAL" clId="{F797E296-EE96-4BD7-8F16-D43071948EEE}" dt="2025-10-02T00:03:03.701" v="6667" actId="20577"/>
        <pc:sldMkLst>
          <pc:docMk/>
          <pc:sldMk cId="770804191" sldId="1701"/>
        </pc:sldMkLst>
      </pc:sldChg>
      <pc:sldChg chg="modSp new mod">
        <pc:chgData name="Sanmukh Kuppannagari" userId="ad215094-da36-4b66-9c79-369a17aea26b" providerId="ADAL" clId="{F797E296-EE96-4BD7-8F16-D43071948EEE}" dt="2025-10-02T00:04:45.898" v="6849" actId="12"/>
        <pc:sldMkLst>
          <pc:docMk/>
          <pc:sldMk cId="450254930" sldId="1702"/>
        </pc:sldMkLst>
      </pc:sldChg>
      <pc:sldChg chg="modSp new mod">
        <pc:chgData name="Sanmukh Kuppannagari" userId="ad215094-da36-4b66-9c79-369a17aea26b" providerId="ADAL" clId="{F797E296-EE96-4BD7-8F16-D43071948EEE}" dt="2025-10-02T02:35:58.258" v="8581" actId="20577"/>
        <pc:sldMkLst>
          <pc:docMk/>
          <pc:sldMk cId="1022401565" sldId="1703"/>
        </pc:sldMkLst>
      </pc:sldChg>
      <pc:sldChg chg="modSp new mod">
        <pc:chgData name="Sanmukh Kuppannagari" userId="ad215094-da36-4b66-9c79-369a17aea26b" providerId="ADAL" clId="{F797E296-EE96-4BD7-8F16-D43071948EEE}" dt="2025-10-02T13:00:32.660" v="9412" actId="20577"/>
        <pc:sldMkLst>
          <pc:docMk/>
          <pc:sldMk cId="4021966975" sldId="1704"/>
        </pc:sldMkLst>
      </pc:sldChg>
      <pc:sldChg chg="modSp new mod">
        <pc:chgData name="Sanmukh Kuppannagari" userId="ad215094-da36-4b66-9c79-369a17aea26b" providerId="ADAL" clId="{F797E296-EE96-4BD7-8F16-D43071948EEE}" dt="2025-10-02T02:09:17.011" v="7748" actId="20577"/>
        <pc:sldMkLst>
          <pc:docMk/>
          <pc:sldMk cId="4058017049" sldId="1705"/>
        </pc:sldMkLst>
      </pc:sldChg>
      <pc:sldChg chg="modSp add mod">
        <pc:chgData name="Sanmukh Kuppannagari" userId="ad215094-da36-4b66-9c79-369a17aea26b" providerId="ADAL" clId="{F797E296-EE96-4BD7-8F16-D43071948EEE}" dt="2025-10-02T02:09:43.181" v="7800" actId="207"/>
        <pc:sldMkLst>
          <pc:docMk/>
          <pc:sldMk cId="2162981770" sldId="1706"/>
        </pc:sldMkLst>
      </pc:sldChg>
      <pc:sldChg chg="modSp add mod">
        <pc:chgData name="Sanmukh Kuppannagari" userId="ad215094-da36-4b66-9c79-369a17aea26b" providerId="ADAL" clId="{F797E296-EE96-4BD7-8F16-D43071948EEE}" dt="2025-10-02T02:10:23.956" v="7888" actId="207"/>
        <pc:sldMkLst>
          <pc:docMk/>
          <pc:sldMk cId="1759895860" sldId="1707"/>
        </pc:sldMkLst>
      </pc:sldChg>
      <pc:sldChg chg="addSp delSp modSp add mod">
        <pc:chgData name="Sanmukh Kuppannagari" userId="ad215094-da36-4b66-9c79-369a17aea26b" providerId="ADAL" clId="{F797E296-EE96-4BD7-8F16-D43071948EEE}" dt="2025-10-02T02:11:39.420" v="7996" actId="1582"/>
        <pc:sldMkLst>
          <pc:docMk/>
          <pc:sldMk cId="4094945271" sldId="1708"/>
        </pc:sldMkLst>
      </pc:sldChg>
      <pc:sldChg chg="modSp new mod">
        <pc:chgData name="Sanmukh Kuppannagari" userId="ad215094-da36-4b66-9c79-369a17aea26b" providerId="ADAL" clId="{F797E296-EE96-4BD7-8F16-D43071948EEE}" dt="2025-10-02T13:01:24.967" v="9437" actId="20577"/>
        <pc:sldMkLst>
          <pc:docMk/>
          <pc:sldMk cId="1441692069" sldId="1709"/>
        </pc:sldMkLst>
      </pc:sldChg>
      <pc:sldChg chg="modSp new mod">
        <pc:chgData name="Sanmukh Kuppannagari" userId="ad215094-da36-4b66-9c79-369a17aea26b" providerId="ADAL" clId="{F797E296-EE96-4BD7-8F16-D43071948EEE}" dt="2025-10-02T02:45:28.728" v="9386" actId="20577"/>
        <pc:sldMkLst>
          <pc:docMk/>
          <pc:sldMk cId="1141591355" sldId="1710"/>
        </pc:sldMkLst>
      </pc:sldChg>
      <pc:sldChg chg="addSp modSp new mod">
        <pc:chgData name="Sanmukh Kuppannagari" userId="ad215094-da36-4b66-9c79-369a17aea26b" providerId="ADAL" clId="{F797E296-EE96-4BD7-8F16-D43071948EEE}" dt="2025-10-02T13:22:22.604" v="9845" actId="20577"/>
        <pc:sldMkLst>
          <pc:docMk/>
          <pc:sldMk cId="889704452" sldId="1711"/>
        </pc:sldMkLst>
      </pc:sldChg>
      <pc:sldChg chg="addSp modSp add mod">
        <pc:chgData name="Sanmukh Kuppannagari" userId="ad215094-da36-4b66-9c79-369a17aea26b" providerId="ADAL" clId="{F797E296-EE96-4BD7-8F16-D43071948EEE}" dt="2025-10-02T13:23:03.503" v="9919" actId="207"/>
        <pc:sldMkLst>
          <pc:docMk/>
          <pc:sldMk cId="3032739401" sldId="1712"/>
        </pc:sldMkLst>
      </pc:sldChg>
      <pc:sldChg chg="modSp add mod">
        <pc:chgData name="Sanmukh Kuppannagari" userId="ad215094-da36-4b66-9c79-369a17aea26b" providerId="ADAL" clId="{F797E296-EE96-4BD7-8F16-D43071948EEE}" dt="2025-10-02T13:23:35.361" v="9989" actId="20577"/>
        <pc:sldMkLst>
          <pc:docMk/>
          <pc:sldMk cId="766108753" sldId="1713"/>
        </pc:sldMkLst>
      </pc:sldChg>
      <pc:sldChg chg="modSp add mod">
        <pc:chgData name="Sanmukh Kuppannagari" userId="ad215094-da36-4b66-9c79-369a17aea26b" providerId="ADAL" clId="{F797E296-EE96-4BD7-8F16-D43071948EEE}" dt="2025-10-02T13:24:26.371" v="10066" actId="20577"/>
        <pc:sldMkLst>
          <pc:docMk/>
          <pc:sldMk cId="2259130442" sldId="1714"/>
        </pc:sldMkLst>
      </pc:sldChg>
      <pc:sldChg chg="addSp modSp new mod">
        <pc:chgData name="Sanmukh Kuppannagari" userId="ad215094-da36-4b66-9c79-369a17aea26b" providerId="ADAL" clId="{F797E296-EE96-4BD7-8F16-D43071948EEE}" dt="2025-10-02T16:30:34.032" v="10390" actId="20577"/>
        <pc:sldMkLst>
          <pc:docMk/>
          <pc:sldMk cId="1994918385" sldId="1715"/>
        </pc:sldMkLst>
      </pc:sldChg>
    </pc:docChg>
  </pc:docChgLst>
  <pc:docChgLst>
    <pc:chgData name="Sanmukh Kuppannagari" userId="ad215094-da36-4b66-9c79-369a17aea26b" providerId="ADAL" clId="{211AAAC7-5250-492F-AD78-DC6370DC9F86}"/>
    <pc:docChg chg="undo custSel addSld delSld modSld">
      <pc:chgData name="Sanmukh Kuppannagari" userId="ad215094-da36-4b66-9c79-369a17aea26b" providerId="ADAL" clId="{211AAAC7-5250-492F-AD78-DC6370DC9F86}" dt="2023-01-17T19:03:05.967" v="5107" actId="20577"/>
      <pc:docMkLst>
        <pc:docMk/>
      </pc:docMkLst>
      <pc:sldChg chg="modSp mod">
        <pc:chgData name="Sanmukh Kuppannagari" userId="ad215094-da36-4b66-9c79-369a17aea26b" providerId="ADAL" clId="{211AAAC7-5250-492F-AD78-DC6370DC9F86}" dt="2023-01-17T00:10:26.149" v="62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211AAAC7-5250-492F-AD78-DC6370DC9F86}" dt="2023-01-17T00:13:53.144" v="165" actId="20577"/>
        <pc:sldMkLst>
          <pc:docMk/>
          <pc:sldMk cId="1853368443" sldId="257"/>
        </pc:sldMkLst>
      </pc:sldChg>
      <pc:sldChg chg="del">
        <pc:chgData name="Sanmukh Kuppannagari" userId="ad215094-da36-4b66-9c79-369a17aea26b" providerId="ADAL" clId="{211AAAC7-5250-492F-AD78-DC6370DC9F86}" dt="2023-01-17T00:14:37.645" v="166" actId="47"/>
        <pc:sldMkLst>
          <pc:docMk/>
          <pc:sldMk cId="1571907200" sldId="258"/>
        </pc:sldMkLst>
      </pc:sldChg>
      <pc:sldChg chg="modSp mod">
        <pc:chgData name="Sanmukh Kuppannagari" userId="ad215094-da36-4b66-9c79-369a17aea26b" providerId="ADAL" clId="{211AAAC7-5250-492F-AD78-DC6370DC9F86}" dt="2023-01-17T05:21:29.636" v="3029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211AAAC7-5250-492F-AD78-DC6370DC9F86}" dt="2023-01-17T00:14:40.024" v="167" actId="47"/>
        <pc:sldMkLst>
          <pc:docMk/>
          <pc:sldMk cId="935783954" sldId="262"/>
        </pc:sldMkLst>
      </pc:sldChg>
      <pc:sldChg chg="modSp mod">
        <pc:chgData name="Sanmukh Kuppannagari" userId="ad215094-da36-4b66-9c79-369a17aea26b" providerId="ADAL" clId="{211AAAC7-5250-492F-AD78-DC6370DC9F86}" dt="2023-01-17T05:27:42.704" v="3061" actId="20577"/>
        <pc:sldMkLst>
          <pc:docMk/>
          <pc:sldMk cId="2115879010" sldId="263"/>
        </pc:sldMkLst>
      </pc:sldChg>
      <pc:sldChg chg="modSp mod">
        <pc:chgData name="Sanmukh Kuppannagari" userId="ad215094-da36-4b66-9c79-369a17aea26b" providerId="ADAL" clId="{211AAAC7-5250-492F-AD78-DC6370DC9F86}" dt="2023-01-17T00:31:13.296" v="259" actId="20577"/>
        <pc:sldMkLst>
          <pc:docMk/>
          <pc:sldMk cId="4279812585" sldId="264"/>
        </pc:sldMkLst>
      </pc:sldChg>
      <pc:sldChg chg="modSp mod">
        <pc:chgData name="Sanmukh Kuppannagari" userId="ad215094-da36-4b66-9c79-369a17aea26b" providerId="ADAL" clId="{211AAAC7-5250-492F-AD78-DC6370DC9F86}" dt="2023-01-17T00:34:34.466" v="465" actId="20577"/>
        <pc:sldMkLst>
          <pc:docMk/>
          <pc:sldMk cId="229327562" sldId="26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773656466" sldId="266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546929182" sldId="267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141319369" sldId="268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869887146" sldId="269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405443998" sldId="270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7832347" sldId="271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974194003" sldId="272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517079826" sldId="274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32663318" sldId="27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665426680" sldId="276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064585860" sldId="277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392899443" sldId="278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752910855" sldId="279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21001467" sldId="280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740158276" sldId="281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659248167" sldId="282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056812290" sldId="283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67679245" sldId="284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965516982" sldId="28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839782843" sldId="286"/>
        </pc:sldMkLst>
      </pc:sldChg>
      <pc:sldChg chg="modSp mod">
        <pc:chgData name="Sanmukh Kuppannagari" userId="ad215094-da36-4b66-9c79-369a17aea26b" providerId="ADAL" clId="{211AAAC7-5250-492F-AD78-DC6370DC9F86}" dt="2023-01-17T19:03:05.967" v="5107" actId="20577"/>
        <pc:sldMkLst>
          <pc:docMk/>
          <pc:sldMk cId="2158303791" sldId="288"/>
        </pc:sldMkLst>
      </pc:sldChg>
      <pc:sldChg chg="modSp mod">
        <pc:chgData name="Sanmukh Kuppannagari" userId="ad215094-da36-4b66-9c79-369a17aea26b" providerId="ADAL" clId="{211AAAC7-5250-492F-AD78-DC6370DC9F86}" dt="2023-01-17T05:27:35.099" v="3045" actId="20577"/>
        <pc:sldMkLst>
          <pc:docMk/>
          <pc:sldMk cId="570291501" sldId="289"/>
        </pc:sldMkLst>
      </pc:sldChg>
      <pc:sldChg chg="modSp new mod">
        <pc:chgData name="Sanmukh Kuppannagari" userId="ad215094-da36-4b66-9c79-369a17aea26b" providerId="ADAL" clId="{211AAAC7-5250-492F-AD78-DC6370DC9F86}" dt="2023-01-17T16:57:39.252" v="3298" actId="20577"/>
        <pc:sldMkLst>
          <pc:docMk/>
          <pc:sldMk cId="2156678824" sldId="290"/>
        </pc:sldMkLst>
      </pc:sldChg>
      <pc:sldChg chg="modSp new mod">
        <pc:chgData name="Sanmukh Kuppannagari" userId="ad215094-da36-4b66-9c79-369a17aea26b" providerId="ADAL" clId="{211AAAC7-5250-492F-AD78-DC6370DC9F86}" dt="2023-01-17T16:58:07.896" v="3380" actId="20577"/>
        <pc:sldMkLst>
          <pc:docMk/>
          <pc:sldMk cId="2291869099" sldId="291"/>
        </pc:sldMkLst>
      </pc:sldChg>
      <pc:sldChg chg="modSp new mod">
        <pc:chgData name="Sanmukh Kuppannagari" userId="ad215094-da36-4b66-9c79-369a17aea26b" providerId="ADAL" clId="{211AAAC7-5250-492F-AD78-DC6370DC9F86}" dt="2023-01-17T00:52:03.469" v="1234" actId="20577"/>
        <pc:sldMkLst>
          <pc:docMk/>
          <pc:sldMk cId="3873626867" sldId="292"/>
        </pc:sldMkLst>
      </pc:sldChg>
      <pc:sldChg chg="modSp new mod">
        <pc:chgData name="Sanmukh Kuppannagari" userId="ad215094-da36-4b66-9c79-369a17aea26b" providerId="ADAL" clId="{211AAAC7-5250-492F-AD78-DC6370DC9F86}" dt="2023-01-17T00:53:22.245" v="1376" actId="20577"/>
        <pc:sldMkLst>
          <pc:docMk/>
          <pc:sldMk cId="1774998115" sldId="293"/>
        </pc:sldMkLst>
      </pc:sldChg>
      <pc:sldChg chg="modSp new mod">
        <pc:chgData name="Sanmukh Kuppannagari" userId="ad215094-da36-4b66-9c79-369a17aea26b" providerId="ADAL" clId="{211AAAC7-5250-492F-AD78-DC6370DC9F86}" dt="2023-01-17T17:07:59.378" v="3662" actId="20577"/>
        <pc:sldMkLst>
          <pc:docMk/>
          <pc:sldMk cId="2638425655" sldId="294"/>
        </pc:sldMkLst>
      </pc:sldChg>
      <pc:sldChg chg="modSp new mod">
        <pc:chgData name="Sanmukh Kuppannagari" userId="ad215094-da36-4b66-9c79-369a17aea26b" providerId="ADAL" clId="{211AAAC7-5250-492F-AD78-DC6370DC9F86}" dt="2023-01-17T04:46:26.863" v="1821" actId="20577"/>
        <pc:sldMkLst>
          <pc:docMk/>
          <pc:sldMk cId="2615144390" sldId="295"/>
        </pc:sldMkLst>
      </pc:sldChg>
      <pc:sldChg chg="modSp new mod">
        <pc:chgData name="Sanmukh Kuppannagari" userId="ad215094-da36-4b66-9c79-369a17aea26b" providerId="ADAL" clId="{211AAAC7-5250-492F-AD78-DC6370DC9F86}" dt="2023-01-17T04:50:22.336" v="2113" actId="20577"/>
        <pc:sldMkLst>
          <pc:docMk/>
          <pc:sldMk cId="3329329736" sldId="296"/>
        </pc:sldMkLst>
      </pc:sldChg>
      <pc:sldChg chg="modSp new mod">
        <pc:chgData name="Sanmukh Kuppannagari" userId="ad215094-da36-4b66-9c79-369a17aea26b" providerId="ADAL" clId="{211AAAC7-5250-492F-AD78-DC6370DC9F86}" dt="2023-01-17T17:57:00.676" v="3862" actId="20577"/>
        <pc:sldMkLst>
          <pc:docMk/>
          <pc:sldMk cId="99553615" sldId="297"/>
        </pc:sldMkLst>
      </pc:sldChg>
      <pc:sldChg chg="modSp new mod">
        <pc:chgData name="Sanmukh Kuppannagari" userId="ad215094-da36-4b66-9c79-369a17aea26b" providerId="ADAL" clId="{211AAAC7-5250-492F-AD78-DC6370DC9F86}" dt="2023-01-17T04:55:37.586" v="2539" actId="20577"/>
        <pc:sldMkLst>
          <pc:docMk/>
          <pc:sldMk cId="3682190543" sldId="298"/>
        </pc:sldMkLst>
      </pc:sldChg>
      <pc:sldChg chg="modSp new mod">
        <pc:chgData name="Sanmukh Kuppannagari" userId="ad215094-da36-4b66-9c79-369a17aea26b" providerId="ADAL" clId="{211AAAC7-5250-492F-AD78-DC6370DC9F86}" dt="2023-01-17T17:59:25.345" v="4026" actId="20577"/>
        <pc:sldMkLst>
          <pc:docMk/>
          <pc:sldMk cId="1020910546" sldId="299"/>
        </pc:sldMkLst>
      </pc:sldChg>
      <pc:sldChg chg="modSp new mod">
        <pc:chgData name="Sanmukh Kuppannagari" userId="ad215094-da36-4b66-9c79-369a17aea26b" providerId="ADAL" clId="{211AAAC7-5250-492F-AD78-DC6370DC9F86}" dt="2023-01-17T05:02:26.766" v="2961" actId="20577"/>
        <pc:sldMkLst>
          <pc:docMk/>
          <pc:sldMk cId="3765558418" sldId="300"/>
        </pc:sldMkLst>
      </pc:sldChg>
      <pc:sldChg chg="modSp add mod">
        <pc:chgData name="Sanmukh Kuppannagari" userId="ad215094-da36-4b66-9c79-369a17aea26b" providerId="ADAL" clId="{211AAAC7-5250-492F-AD78-DC6370DC9F86}" dt="2023-01-17T05:27:59.040" v="3096" actId="207"/>
        <pc:sldMkLst>
          <pc:docMk/>
          <pc:sldMk cId="670794243" sldId="301"/>
        </pc:sldMkLst>
      </pc:sldChg>
      <pc:sldChg chg="modSp new mod">
        <pc:chgData name="Sanmukh Kuppannagari" userId="ad215094-da36-4b66-9c79-369a17aea26b" providerId="ADAL" clId="{211AAAC7-5250-492F-AD78-DC6370DC9F86}" dt="2023-01-17T05:04:14.702" v="3013" actId="20577"/>
        <pc:sldMkLst>
          <pc:docMk/>
          <pc:sldMk cId="2162272" sldId="302"/>
        </pc:sldMkLst>
      </pc:sldChg>
      <pc:sldChg chg="modSp add mod">
        <pc:chgData name="Sanmukh Kuppannagari" userId="ad215094-da36-4b66-9c79-369a17aea26b" providerId="ADAL" clId="{211AAAC7-5250-492F-AD78-DC6370DC9F86}" dt="2023-01-17T05:28:17.340" v="3098" actId="207"/>
        <pc:sldMkLst>
          <pc:docMk/>
          <pc:sldMk cId="2602328554" sldId="303"/>
        </pc:sldMkLst>
      </pc:sldChg>
      <pc:sldChg chg="modSp new mod">
        <pc:chgData name="Sanmukh Kuppannagari" userId="ad215094-da36-4b66-9c79-369a17aea26b" providerId="ADAL" clId="{211AAAC7-5250-492F-AD78-DC6370DC9F86}" dt="2023-01-17T05:32:46.400" v="3279" actId="20577"/>
        <pc:sldMkLst>
          <pc:docMk/>
          <pc:sldMk cId="3182011601" sldId="304"/>
        </pc:sldMkLst>
      </pc:sldChg>
      <pc:sldChg chg="modSp new mod">
        <pc:chgData name="Sanmukh Kuppannagari" userId="ad215094-da36-4b66-9c79-369a17aea26b" providerId="ADAL" clId="{211AAAC7-5250-492F-AD78-DC6370DC9F86}" dt="2023-01-17T18:00:34.818" v="4104" actId="20577"/>
        <pc:sldMkLst>
          <pc:docMk/>
          <pc:sldMk cId="2520937317" sldId="305"/>
        </pc:sldMkLst>
      </pc:sldChg>
      <pc:sldChg chg="addSp delSp modSp new mod">
        <pc:chgData name="Sanmukh Kuppannagari" userId="ad215094-da36-4b66-9c79-369a17aea26b" providerId="ADAL" clId="{211AAAC7-5250-492F-AD78-DC6370DC9F86}" dt="2023-01-17T18:15:02.850" v="4280" actId="1076"/>
        <pc:sldMkLst>
          <pc:docMk/>
          <pc:sldMk cId="787331322" sldId="306"/>
        </pc:sldMkLst>
      </pc:sldChg>
      <pc:sldChg chg="addSp delSp modSp new mod">
        <pc:chgData name="Sanmukh Kuppannagari" userId="ad215094-da36-4b66-9c79-369a17aea26b" providerId="ADAL" clId="{211AAAC7-5250-492F-AD78-DC6370DC9F86}" dt="2023-01-17T18:19:15.464" v="4300" actId="1076"/>
        <pc:sldMkLst>
          <pc:docMk/>
          <pc:sldMk cId="592458898" sldId="307"/>
        </pc:sldMkLst>
      </pc:sldChg>
      <pc:sldChg chg="addSp delSp modSp new mod">
        <pc:chgData name="Sanmukh Kuppannagari" userId="ad215094-da36-4b66-9c79-369a17aea26b" providerId="ADAL" clId="{211AAAC7-5250-492F-AD78-DC6370DC9F86}" dt="2023-01-17T18:20:47.319" v="4319" actId="1076"/>
        <pc:sldMkLst>
          <pc:docMk/>
          <pc:sldMk cId="1871853996" sldId="308"/>
        </pc:sldMkLst>
      </pc:sldChg>
      <pc:sldChg chg="addSp modSp new mod">
        <pc:chgData name="Sanmukh Kuppannagari" userId="ad215094-da36-4b66-9c79-369a17aea26b" providerId="ADAL" clId="{211AAAC7-5250-492F-AD78-DC6370DC9F86}" dt="2023-01-17T18:59:20.062" v="4992" actId="20577"/>
        <pc:sldMkLst>
          <pc:docMk/>
          <pc:sldMk cId="418652833" sldId="309"/>
        </pc:sldMkLst>
      </pc:sldChg>
      <pc:sldChg chg="addSp modSp new mod">
        <pc:chgData name="Sanmukh Kuppannagari" userId="ad215094-da36-4b66-9c79-369a17aea26b" providerId="ADAL" clId="{211AAAC7-5250-492F-AD78-DC6370DC9F86}" dt="2023-01-17T18:41:03.310" v="4764" actId="20577"/>
        <pc:sldMkLst>
          <pc:docMk/>
          <pc:sldMk cId="712137956" sldId="310"/>
        </pc:sldMkLst>
      </pc:sldChg>
      <pc:sldChg chg="addSp delSp modSp new mod">
        <pc:chgData name="Sanmukh Kuppannagari" userId="ad215094-da36-4b66-9c79-369a17aea26b" providerId="ADAL" clId="{211AAAC7-5250-492F-AD78-DC6370DC9F86}" dt="2023-01-17T18:47:03.341" v="4901" actId="20577"/>
        <pc:sldMkLst>
          <pc:docMk/>
          <pc:sldMk cId="670143684" sldId="311"/>
        </pc:sldMkLst>
      </pc:sldChg>
      <pc:sldChg chg="addSp modSp new mod">
        <pc:chgData name="Sanmukh Kuppannagari" userId="ad215094-da36-4b66-9c79-369a17aea26b" providerId="ADAL" clId="{211AAAC7-5250-492F-AD78-DC6370DC9F86}" dt="2023-01-17T18:56:38.874" v="4978" actId="1076"/>
        <pc:sldMkLst>
          <pc:docMk/>
          <pc:sldMk cId="1402496708" sldId="312"/>
        </pc:sldMkLst>
      </pc:sldChg>
      <pc:sldChg chg="modSp new mod">
        <pc:chgData name="Sanmukh Kuppannagari" userId="ad215094-da36-4b66-9c79-369a17aea26b" providerId="ADAL" clId="{211AAAC7-5250-492F-AD78-DC6370DC9F86}" dt="2023-01-17T19:02:16.888" v="5028" actId="20577"/>
        <pc:sldMkLst>
          <pc:docMk/>
          <pc:sldMk cId="4113171285" sldId="313"/>
        </pc:sldMkLst>
      </pc:sldChg>
    </pc:docChg>
  </pc:docChgLst>
  <pc:docChgLst>
    <pc:chgData name="Sanmukh Kuppannagari" userId="ad215094-da36-4b66-9c79-369a17aea26b" providerId="ADAL" clId="{57CFD692-4744-46EE-BC36-4B4ADFBE76FB}"/>
    <pc:docChg chg="undo custSel addSld delSld modSld">
      <pc:chgData name="Sanmukh Kuppannagari" userId="ad215094-da36-4b66-9c79-369a17aea26b" providerId="ADAL" clId="{57CFD692-4744-46EE-BC36-4B4ADFBE76FB}" dt="2024-09-17T17:25:16.114" v="6207" actId="14100"/>
      <pc:docMkLst>
        <pc:docMk/>
      </pc:docMkLst>
      <pc:sldChg chg="modSp mod">
        <pc:chgData name="Sanmukh Kuppannagari" userId="ad215094-da36-4b66-9c79-369a17aea26b" providerId="ADAL" clId="{57CFD692-4744-46EE-BC36-4B4ADFBE76FB}" dt="2024-09-17T14:18:24.778" v="1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57CFD692-4744-46EE-BC36-4B4ADFBE76FB}" dt="2024-09-17T15:18:46.245" v="3476" actId="20577"/>
        <pc:sldMkLst>
          <pc:docMk/>
          <pc:sldMk cId="2017305151" sldId="261"/>
        </pc:sldMkLst>
      </pc:sldChg>
      <pc:sldChg chg="modSp add mod">
        <pc:chgData name="Sanmukh Kuppannagari" userId="ad215094-da36-4b66-9c79-369a17aea26b" providerId="ADAL" clId="{57CFD692-4744-46EE-BC36-4B4ADFBE76FB}" dt="2024-09-17T14:30:17.188" v="519" actId="20577"/>
        <pc:sldMkLst>
          <pc:docMk/>
          <pc:sldMk cId="3934877374" sldId="311"/>
        </pc:sldMkLst>
      </pc:sldChg>
      <pc:sldChg chg="modSp add mod">
        <pc:chgData name="Sanmukh Kuppannagari" userId="ad215094-da36-4b66-9c79-369a17aea26b" providerId="ADAL" clId="{57CFD692-4744-46EE-BC36-4B4ADFBE76FB}" dt="2024-09-17T14:30:13.222" v="516" actId="27636"/>
        <pc:sldMkLst>
          <pc:docMk/>
          <pc:sldMk cId="1937731969" sldId="312"/>
        </pc:sldMkLst>
      </pc:sldChg>
      <pc:sldChg chg="add">
        <pc:chgData name="Sanmukh Kuppannagari" userId="ad215094-da36-4b66-9c79-369a17aea26b" providerId="ADAL" clId="{57CFD692-4744-46EE-BC36-4B4ADFBE76FB}" dt="2024-09-17T14:28:27.341" v="436"/>
        <pc:sldMkLst>
          <pc:docMk/>
          <pc:sldMk cId="2275422666" sldId="313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230029266" sldId="316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879505598" sldId="31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964895541" sldId="32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818063122" sldId="34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287006485" sldId="34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541016882" sldId="34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430606432" sldId="35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998572678" sldId="35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590445591" sldId="35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349920142" sldId="35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740634628" sldId="35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82194659" sldId="359"/>
        </pc:sldMkLst>
      </pc:sldChg>
      <pc:sldChg chg="modSp add mod">
        <pc:chgData name="Sanmukh Kuppannagari" userId="ad215094-da36-4b66-9c79-369a17aea26b" providerId="ADAL" clId="{57CFD692-4744-46EE-BC36-4B4ADFBE76FB}" dt="2024-09-17T14:30:20.712" v="522" actId="20577"/>
        <pc:sldMkLst>
          <pc:docMk/>
          <pc:sldMk cId="2496462880" sldId="363"/>
        </pc:sldMkLst>
      </pc:sldChg>
      <pc:sldChg chg="add">
        <pc:chgData name="Sanmukh Kuppannagari" userId="ad215094-da36-4b66-9c79-369a17aea26b" providerId="ADAL" clId="{57CFD692-4744-46EE-BC36-4B4ADFBE76FB}" dt="2024-09-17T14:28:27.341" v="436"/>
        <pc:sldMkLst>
          <pc:docMk/>
          <pc:sldMk cId="4289731522" sldId="367"/>
        </pc:sldMkLst>
      </pc:sldChg>
      <pc:sldChg chg="add">
        <pc:chgData name="Sanmukh Kuppannagari" userId="ad215094-da36-4b66-9c79-369a17aea26b" providerId="ADAL" clId="{57CFD692-4744-46EE-BC36-4B4ADFBE76FB}" dt="2024-09-17T14:28:27.341" v="436"/>
        <pc:sldMkLst>
          <pc:docMk/>
          <pc:sldMk cId="4086263254" sldId="371"/>
        </pc:sldMkLst>
      </pc:sldChg>
      <pc:sldChg chg="modSp add mod">
        <pc:chgData name="Sanmukh Kuppannagari" userId="ad215094-da36-4b66-9c79-369a17aea26b" providerId="ADAL" clId="{57CFD692-4744-46EE-BC36-4B4ADFBE76FB}" dt="2024-09-17T14:33:11.060" v="566" actId="20577"/>
        <pc:sldMkLst>
          <pc:docMk/>
          <pc:sldMk cId="2834613010" sldId="37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431469683" sldId="37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72326915" sldId="375"/>
        </pc:sldMkLst>
      </pc:sldChg>
      <pc:sldChg chg="modSp add mod">
        <pc:chgData name="Sanmukh Kuppannagari" userId="ad215094-da36-4b66-9c79-369a17aea26b" providerId="ADAL" clId="{57CFD692-4744-46EE-BC36-4B4ADFBE76FB}" dt="2024-09-17T14:39:45.023" v="570" actId="113"/>
        <pc:sldMkLst>
          <pc:docMk/>
          <pc:sldMk cId="854907447" sldId="382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338842979" sldId="384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3771660" sldId="38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98278600" sldId="389"/>
        </pc:sldMkLst>
      </pc:sldChg>
      <pc:sldChg chg="modSp mod">
        <pc:chgData name="Sanmukh Kuppannagari" userId="ad215094-da36-4b66-9c79-369a17aea26b" providerId="ADAL" clId="{57CFD692-4744-46EE-BC36-4B4ADFBE76FB}" dt="2024-09-17T14:40:31.818" v="621" actId="20577"/>
        <pc:sldMkLst>
          <pc:docMk/>
          <pc:sldMk cId="3837875043" sldId="390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181382666" sldId="404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319194896" sldId="418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947479394" sldId="41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51680372" sldId="437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736426824" sldId="438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820019786" sldId="43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642145031" sldId="441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275163260" sldId="45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967081645" sldId="46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829024903" sldId="64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233672176" sldId="1228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699708138" sldId="122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453964490" sldId="1230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037780407" sldId="1232"/>
        </pc:sldMkLst>
      </pc:sldChg>
      <pc:sldChg chg="add">
        <pc:chgData name="Sanmukh Kuppannagari" userId="ad215094-da36-4b66-9c79-369a17aea26b" providerId="ADAL" clId="{57CFD692-4744-46EE-BC36-4B4ADFBE76FB}" dt="2024-09-17T14:37:27.956" v="567"/>
        <pc:sldMkLst>
          <pc:docMk/>
          <pc:sldMk cId="1479534324" sldId="123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246288794" sldId="1237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124545071" sldId="123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692180613" sldId="123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095821644" sldId="124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59763505" sldId="124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178271313" sldId="124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505400230" sldId="124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895113626" sldId="143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65455456" sldId="143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249774978" sldId="143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744848553" sldId="143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911730472" sldId="1439"/>
        </pc:sldMkLst>
      </pc:sldChg>
      <pc:sldChg chg="addSp delSp modSp add del mod">
        <pc:chgData name="Sanmukh Kuppannagari" userId="ad215094-da36-4b66-9c79-369a17aea26b" providerId="ADAL" clId="{57CFD692-4744-46EE-BC36-4B4ADFBE76FB}" dt="2024-09-17T15:55:41.974" v="3822" actId="21"/>
        <pc:sldMkLst>
          <pc:docMk/>
          <pc:sldMk cId="166141272" sldId="145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35296341" sldId="147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59220519" sldId="147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637780389" sldId="147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65918572" sldId="147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33588936" sldId="148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51489107" sldId="148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137888738" sldId="148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749571042" sldId="148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73926282" sldId="148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951002451" sldId="148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093951396" sldId="148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27016912" sldId="148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81566112" sldId="148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895175968" sldId="148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883266803" sldId="149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432030833" sldId="149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851547733" sldId="149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110247357" sldId="149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48702013" sldId="149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83901888" sldId="149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607590641" sldId="149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416366971" sldId="149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466822053" sldId="149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318329734" sldId="149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356971427" sldId="150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018545262" sldId="150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635305440" sldId="150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450447005" sldId="150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591644866" sldId="150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226465458" sldId="150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71495037" sldId="150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267279555" sldId="150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753430728" sldId="150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438830724" sldId="150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897212904" sldId="151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991715139" sldId="151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42445932" sldId="1512"/>
        </pc:sldMkLst>
      </pc:sldChg>
      <pc:sldChg chg="modSp new mod">
        <pc:chgData name="Sanmukh Kuppannagari" userId="ad215094-da36-4b66-9c79-369a17aea26b" providerId="ADAL" clId="{57CFD692-4744-46EE-BC36-4B4ADFBE76FB}" dt="2024-09-17T14:19:49.941" v="229" actId="20577"/>
        <pc:sldMkLst>
          <pc:docMk/>
          <pc:sldMk cId="2091044005" sldId="1513"/>
        </pc:sldMkLst>
      </pc:sldChg>
      <pc:sldChg chg="modSp new mod">
        <pc:chgData name="Sanmukh Kuppannagari" userId="ad215094-da36-4b66-9c79-369a17aea26b" providerId="ADAL" clId="{57CFD692-4744-46EE-BC36-4B4ADFBE76FB}" dt="2024-09-17T14:21:09.571" v="413" actId="20577"/>
        <pc:sldMkLst>
          <pc:docMk/>
          <pc:sldMk cId="48973366" sldId="1514"/>
        </pc:sldMkLst>
      </pc:sldChg>
      <pc:sldChg chg="modSp new del mod">
        <pc:chgData name="Sanmukh Kuppannagari" userId="ad215094-da36-4b66-9c79-369a17aea26b" providerId="ADAL" clId="{57CFD692-4744-46EE-BC36-4B4ADFBE76FB}" dt="2024-09-17T15:06:44.715" v="1416" actId="47"/>
        <pc:sldMkLst>
          <pc:docMk/>
          <pc:sldMk cId="877053149" sldId="1515"/>
        </pc:sldMkLst>
      </pc:sldChg>
      <pc:sldChg chg="modSp add mod">
        <pc:chgData name="Sanmukh Kuppannagari" userId="ad215094-da36-4b66-9c79-369a17aea26b" providerId="ADAL" clId="{57CFD692-4744-46EE-BC36-4B4ADFBE76FB}" dt="2024-09-17T15:18:38.206" v="3463" actId="20577"/>
        <pc:sldMkLst>
          <pc:docMk/>
          <pc:sldMk cId="202113540" sldId="1516"/>
        </pc:sldMkLst>
      </pc:sldChg>
      <pc:sldChg chg="modSp add mod">
        <pc:chgData name="Sanmukh Kuppannagari" userId="ad215094-da36-4b66-9c79-369a17aea26b" providerId="ADAL" clId="{57CFD692-4744-46EE-BC36-4B4ADFBE76FB}" dt="2024-09-17T15:18:59.063" v="3489" actId="20577"/>
        <pc:sldMkLst>
          <pc:docMk/>
          <pc:sldMk cId="2851048179" sldId="1517"/>
        </pc:sldMkLst>
      </pc:sldChg>
      <pc:sldChg chg="add">
        <pc:chgData name="Sanmukh Kuppannagari" userId="ad215094-da36-4b66-9c79-369a17aea26b" providerId="ADAL" clId="{57CFD692-4744-46EE-BC36-4B4ADFBE76FB}" dt="2024-09-17T14:39:54.780" v="571"/>
        <pc:sldMkLst>
          <pc:docMk/>
          <pc:sldMk cId="2170564833" sldId="1518"/>
        </pc:sldMkLst>
      </pc:sldChg>
      <pc:sldChg chg="modSp new mod">
        <pc:chgData name="Sanmukh Kuppannagari" userId="ad215094-da36-4b66-9c79-369a17aea26b" providerId="ADAL" clId="{57CFD692-4744-46EE-BC36-4B4ADFBE76FB}" dt="2024-09-17T14:52:17.795" v="1015" actId="20577"/>
        <pc:sldMkLst>
          <pc:docMk/>
          <pc:sldMk cId="1223128325" sldId="1519"/>
        </pc:sldMkLst>
      </pc:sldChg>
      <pc:sldChg chg="modSp new mod">
        <pc:chgData name="Sanmukh Kuppannagari" userId="ad215094-da36-4b66-9c79-369a17aea26b" providerId="ADAL" clId="{57CFD692-4744-46EE-BC36-4B4ADFBE76FB}" dt="2024-09-17T15:50:27.077" v="3662" actId="20577"/>
        <pc:sldMkLst>
          <pc:docMk/>
          <pc:sldMk cId="1363376498" sldId="1520"/>
        </pc:sldMkLst>
      </pc:sldChg>
      <pc:sldChg chg="modSp new mod">
        <pc:chgData name="Sanmukh Kuppannagari" userId="ad215094-da36-4b66-9c79-369a17aea26b" providerId="ADAL" clId="{57CFD692-4744-46EE-BC36-4B4ADFBE76FB}" dt="2024-09-17T15:50:00.221" v="3615" actId="20577"/>
        <pc:sldMkLst>
          <pc:docMk/>
          <pc:sldMk cId="2829791837" sldId="1521"/>
        </pc:sldMkLst>
      </pc:sldChg>
      <pc:sldChg chg="modSp new mod">
        <pc:chgData name="Sanmukh Kuppannagari" userId="ad215094-da36-4b66-9c79-369a17aea26b" providerId="ADAL" clId="{57CFD692-4744-46EE-BC36-4B4ADFBE76FB}" dt="2024-09-17T15:10:08.920" v="1852" actId="20577"/>
        <pc:sldMkLst>
          <pc:docMk/>
          <pc:sldMk cId="3893234935" sldId="1522"/>
        </pc:sldMkLst>
      </pc:sldChg>
      <pc:sldChg chg="modSp new mod">
        <pc:chgData name="Sanmukh Kuppannagari" userId="ad215094-da36-4b66-9c79-369a17aea26b" providerId="ADAL" clId="{57CFD692-4744-46EE-BC36-4B4ADFBE76FB}" dt="2024-09-17T15:11:33.231" v="2175" actId="20577"/>
        <pc:sldMkLst>
          <pc:docMk/>
          <pc:sldMk cId="3481763059" sldId="1523"/>
        </pc:sldMkLst>
      </pc:sldChg>
      <pc:sldChg chg="modSp new mod">
        <pc:chgData name="Sanmukh Kuppannagari" userId="ad215094-da36-4b66-9c79-369a17aea26b" providerId="ADAL" clId="{57CFD692-4744-46EE-BC36-4B4ADFBE76FB}" dt="2024-09-17T15:14:34.208" v="2893" actId="20577"/>
        <pc:sldMkLst>
          <pc:docMk/>
          <pc:sldMk cId="2617663034" sldId="1524"/>
        </pc:sldMkLst>
      </pc:sldChg>
      <pc:sldChg chg="modSp new mod">
        <pc:chgData name="Sanmukh Kuppannagari" userId="ad215094-da36-4b66-9c79-369a17aea26b" providerId="ADAL" clId="{57CFD692-4744-46EE-BC36-4B4ADFBE76FB}" dt="2024-09-17T15:18:21.833" v="3452" actId="20577"/>
        <pc:sldMkLst>
          <pc:docMk/>
          <pc:sldMk cId="939595551" sldId="1525"/>
        </pc:sldMkLst>
      </pc:sldChg>
      <pc:sldChg chg="addSp delSp modSp new mod">
        <pc:chgData name="Sanmukh Kuppannagari" userId="ad215094-da36-4b66-9c79-369a17aea26b" providerId="ADAL" clId="{57CFD692-4744-46EE-BC36-4B4ADFBE76FB}" dt="2024-09-17T15:57:35.506" v="3887" actId="14100"/>
        <pc:sldMkLst>
          <pc:docMk/>
          <pc:sldMk cId="878398838" sldId="1526"/>
        </pc:sldMkLst>
      </pc:sldChg>
      <pc:sldChg chg="modSp new del mod">
        <pc:chgData name="Sanmukh Kuppannagari" userId="ad215094-da36-4b66-9c79-369a17aea26b" providerId="ADAL" clId="{57CFD692-4744-46EE-BC36-4B4ADFBE76FB}" dt="2024-09-17T15:26:03.633" v="3599" actId="47"/>
        <pc:sldMkLst>
          <pc:docMk/>
          <pc:sldMk cId="3481160692" sldId="1526"/>
        </pc:sldMkLst>
      </pc:sldChg>
      <pc:sldChg chg="addSp delSp modSp add mod">
        <pc:chgData name="Sanmukh Kuppannagari" userId="ad215094-da36-4b66-9c79-369a17aea26b" providerId="ADAL" clId="{57CFD692-4744-46EE-BC36-4B4ADFBE76FB}" dt="2024-09-17T16:00:17.033" v="3942" actId="1076"/>
        <pc:sldMkLst>
          <pc:docMk/>
          <pc:sldMk cId="827224132" sldId="1527"/>
        </pc:sldMkLst>
      </pc:sldChg>
      <pc:sldChg chg="addSp delSp modSp add mod">
        <pc:chgData name="Sanmukh Kuppannagari" userId="ad215094-da36-4b66-9c79-369a17aea26b" providerId="ADAL" clId="{57CFD692-4744-46EE-BC36-4B4ADFBE76FB}" dt="2024-09-17T16:03:26.446" v="4105" actId="14100"/>
        <pc:sldMkLst>
          <pc:docMk/>
          <pc:sldMk cId="297830899" sldId="1528"/>
        </pc:sldMkLst>
      </pc:sldChg>
      <pc:sldChg chg="modSp add mod">
        <pc:chgData name="Sanmukh Kuppannagari" userId="ad215094-da36-4b66-9c79-369a17aea26b" providerId="ADAL" clId="{57CFD692-4744-46EE-BC36-4B4ADFBE76FB}" dt="2024-09-17T16:00:57.279" v="3987" actId="207"/>
        <pc:sldMkLst>
          <pc:docMk/>
          <pc:sldMk cId="1863297826" sldId="1529"/>
        </pc:sldMkLst>
      </pc:sldChg>
      <pc:sldChg chg="modSp add mod">
        <pc:chgData name="Sanmukh Kuppannagari" userId="ad215094-da36-4b66-9c79-369a17aea26b" providerId="ADAL" clId="{57CFD692-4744-46EE-BC36-4B4ADFBE76FB}" dt="2024-09-17T16:01:16.796" v="3993" actId="207"/>
        <pc:sldMkLst>
          <pc:docMk/>
          <pc:sldMk cId="3983326334" sldId="1530"/>
        </pc:sldMkLst>
      </pc:sldChg>
      <pc:sldChg chg="modSp new mod">
        <pc:chgData name="Sanmukh Kuppannagari" userId="ad215094-da36-4b66-9c79-369a17aea26b" providerId="ADAL" clId="{57CFD692-4744-46EE-BC36-4B4ADFBE76FB}" dt="2024-09-17T16:05:32.807" v="4277" actId="20577"/>
        <pc:sldMkLst>
          <pc:docMk/>
          <pc:sldMk cId="3897297747" sldId="1531"/>
        </pc:sldMkLst>
      </pc:sldChg>
      <pc:sldChg chg="addSp delSp modSp new mod">
        <pc:chgData name="Sanmukh Kuppannagari" userId="ad215094-da36-4b66-9c79-369a17aea26b" providerId="ADAL" clId="{57CFD692-4744-46EE-BC36-4B4ADFBE76FB}" dt="2024-09-17T16:32:52.796" v="4804" actId="20577"/>
        <pc:sldMkLst>
          <pc:docMk/>
          <pc:sldMk cId="172806902" sldId="1532"/>
        </pc:sldMkLst>
      </pc:sldChg>
      <pc:sldChg chg="addSp modSp add del mod">
        <pc:chgData name="Sanmukh Kuppannagari" userId="ad215094-da36-4b66-9c79-369a17aea26b" providerId="ADAL" clId="{57CFD692-4744-46EE-BC36-4B4ADFBE76FB}" dt="2024-09-17T16:29:14.144" v="4682" actId="47"/>
        <pc:sldMkLst>
          <pc:docMk/>
          <pc:sldMk cId="600423300" sldId="1533"/>
        </pc:sldMkLst>
      </pc:sldChg>
      <pc:sldChg chg="addSp delSp modSp add mod">
        <pc:chgData name="Sanmukh Kuppannagari" userId="ad215094-da36-4b66-9c79-369a17aea26b" providerId="ADAL" clId="{57CFD692-4744-46EE-BC36-4B4ADFBE76FB}" dt="2024-09-17T16:33:10.745" v="4806"/>
        <pc:sldMkLst>
          <pc:docMk/>
          <pc:sldMk cId="4249077636" sldId="1534"/>
        </pc:sldMkLst>
      </pc:sldChg>
      <pc:sldChg chg="addSp delSp modSp add mod">
        <pc:chgData name="Sanmukh Kuppannagari" userId="ad215094-da36-4b66-9c79-369a17aea26b" providerId="ADAL" clId="{57CFD692-4744-46EE-BC36-4B4ADFBE76FB}" dt="2024-09-17T16:33:16.361" v="4808"/>
        <pc:sldMkLst>
          <pc:docMk/>
          <pc:sldMk cId="335340187" sldId="1535"/>
        </pc:sldMkLst>
      </pc:sldChg>
      <pc:sldChg chg="addSp delSp modSp add mod">
        <pc:chgData name="Sanmukh Kuppannagari" userId="ad215094-da36-4b66-9c79-369a17aea26b" providerId="ADAL" clId="{57CFD692-4744-46EE-BC36-4B4ADFBE76FB}" dt="2024-09-17T16:33:22.104" v="4810"/>
        <pc:sldMkLst>
          <pc:docMk/>
          <pc:sldMk cId="2563148363" sldId="1536"/>
        </pc:sldMkLst>
      </pc:sldChg>
      <pc:sldChg chg="addSp delSp modSp add mod">
        <pc:chgData name="Sanmukh Kuppannagari" userId="ad215094-da36-4b66-9c79-369a17aea26b" providerId="ADAL" clId="{57CFD692-4744-46EE-BC36-4B4ADFBE76FB}" dt="2024-09-17T16:36:38.349" v="4866" actId="1076"/>
        <pc:sldMkLst>
          <pc:docMk/>
          <pc:sldMk cId="4060344090" sldId="1537"/>
        </pc:sldMkLst>
      </pc:sldChg>
      <pc:sldChg chg="addSp delSp modSp add mod">
        <pc:chgData name="Sanmukh Kuppannagari" userId="ad215094-da36-4b66-9c79-369a17aea26b" providerId="ADAL" clId="{57CFD692-4744-46EE-BC36-4B4ADFBE76FB}" dt="2024-09-17T16:34:47.230" v="4830" actId="207"/>
        <pc:sldMkLst>
          <pc:docMk/>
          <pc:sldMk cId="1917529413" sldId="1538"/>
        </pc:sldMkLst>
      </pc:sldChg>
      <pc:sldChg chg="modSp add mod">
        <pc:chgData name="Sanmukh Kuppannagari" userId="ad215094-da36-4b66-9c79-369a17aea26b" providerId="ADAL" clId="{57CFD692-4744-46EE-BC36-4B4ADFBE76FB}" dt="2024-09-17T16:35:38.286" v="4841" actId="207"/>
        <pc:sldMkLst>
          <pc:docMk/>
          <pc:sldMk cId="2364603884" sldId="1539"/>
        </pc:sldMkLst>
      </pc:sldChg>
      <pc:sldChg chg="modSp add">
        <pc:chgData name="Sanmukh Kuppannagari" userId="ad215094-da36-4b66-9c79-369a17aea26b" providerId="ADAL" clId="{57CFD692-4744-46EE-BC36-4B4ADFBE76FB}" dt="2024-09-17T16:36:08.447" v="4858" actId="207"/>
        <pc:sldMkLst>
          <pc:docMk/>
          <pc:sldMk cId="2896873436" sldId="1540"/>
        </pc:sldMkLst>
      </pc:sldChg>
      <pc:sldChg chg="addSp delSp modSp add mod">
        <pc:chgData name="Sanmukh Kuppannagari" userId="ad215094-da36-4b66-9c79-369a17aea26b" providerId="ADAL" clId="{57CFD692-4744-46EE-BC36-4B4ADFBE76FB}" dt="2024-09-17T16:37:32.517" v="4880" actId="207"/>
        <pc:sldMkLst>
          <pc:docMk/>
          <pc:sldMk cId="2873707918" sldId="1541"/>
        </pc:sldMkLst>
      </pc:sldChg>
      <pc:sldChg chg="delSp modSp add mod">
        <pc:chgData name="Sanmukh Kuppannagari" userId="ad215094-da36-4b66-9c79-369a17aea26b" providerId="ADAL" clId="{57CFD692-4744-46EE-BC36-4B4ADFBE76FB}" dt="2024-09-17T16:38:43.291" v="4909" actId="207"/>
        <pc:sldMkLst>
          <pc:docMk/>
          <pc:sldMk cId="2634998908" sldId="1542"/>
        </pc:sldMkLst>
      </pc:sldChg>
      <pc:sldChg chg="modSp add mod">
        <pc:chgData name="Sanmukh Kuppannagari" userId="ad215094-da36-4b66-9c79-369a17aea26b" providerId="ADAL" clId="{57CFD692-4744-46EE-BC36-4B4ADFBE76FB}" dt="2024-09-17T16:39:58.305" v="4918" actId="207"/>
        <pc:sldMkLst>
          <pc:docMk/>
          <pc:sldMk cId="1327029584" sldId="1543"/>
        </pc:sldMkLst>
      </pc:sldChg>
      <pc:sldChg chg="modSp add">
        <pc:chgData name="Sanmukh Kuppannagari" userId="ad215094-da36-4b66-9c79-369a17aea26b" providerId="ADAL" clId="{57CFD692-4744-46EE-BC36-4B4ADFBE76FB}" dt="2024-09-17T16:40:21.164" v="4935" actId="207"/>
        <pc:sldMkLst>
          <pc:docMk/>
          <pc:sldMk cId="2963799951" sldId="1544"/>
        </pc:sldMkLst>
      </pc:sldChg>
      <pc:sldChg chg="addSp modSp add mod">
        <pc:chgData name="Sanmukh Kuppannagari" userId="ad215094-da36-4b66-9c79-369a17aea26b" providerId="ADAL" clId="{57CFD692-4744-46EE-BC36-4B4ADFBE76FB}" dt="2024-09-17T16:40:48.746" v="4941" actId="14100"/>
        <pc:sldMkLst>
          <pc:docMk/>
          <pc:sldMk cId="64679798" sldId="1545"/>
        </pc:sldMkLst>
      </pc:sldChg>
      <pc:sldChg chg="modSp new mod">
        <pc:chgData name="Sanmukh Kuppannagari" userId="ad215094-da36-4b66-9c79-369a17aea26b" providerId="ADAL" clId="{57CFD692-4744-46EE-BC36-4B4ADFBE76FB}" dt="2024-09-17T17:22:57.522" v="6126" actId="20577"/>
        <pc:sldMkLst>
          <pc:docMk/>
          <pc:sldMk cId="1378971665" sldId="1546"/>
        </pc:sldMkLst>
      </pc:sldChg>
      <pc:sldChg chg="addSp modSp new mod">
        <pc:chgData name="Sanmukh Kuppannagari" userId="ad215094-da36-4b66-9c79-369a17aea26b" providerId="ADAL" clId="{57CFD692-4744-46EE-BC36-4B4ADFBE76FB}" dt="2024-09-17T17:25:16.114" v="6207" actId="14100"/>
        <pc:sldMkLst>
          <pc:docMk/>
          <pc:sldMk cId="2055355578" sldId="1547"/>
        </pc:sldMkLst>
      </pc:sldChg>
      <pc:sldChg chg="modSp add mod">
        <pc:chgData name="Sanmukh Kuppannagari" userId="ad215094-da36-4b66-9c79-369a17aea26b" providerId="ADAL" clId="{57CFD692-4744-46EE-BC36-4B4ADFBE76FB}" dt="2024-09-17T17:20:59.089" v="5991" actId="20577"/>
        <pc:sldMkLst>
          <pc:docMk/>
          <pc:sldMk cId="3972000199" sldId="1548"/>
        </pc:sldMkLst>
      </pc:sldChg>
    </pc:docChg>
  </pc:docChgLst>
  <pc:docChgLst>
    <pc:chgData name="Sanmukh Kuppannagari" userId="ad215094-da36-4b66-9c79-369a17aea26b" providerId="ADAL" clId="{5FCC71F3-C825-43C2-BB90-7A89A27DA80B}"/>
    <pc:docChg chg="undo custSel addSld delSld modSld sldOrd">
      <pc:chgData name="Sanmukh Kuppannagari" userId="ad215094-da36-4b66-9c79-369a17aea26b" providerId="ADAL" clId="{5FCC71F3-C825-43C2-BB90-7A89A27DA80B}" dt="2024-08-27T14:56:17.359" v="2869" actId="1076"/>
      <pc:docMkLst>
        <pc:docMk/>
      </pc:docMkLst>
      <pc:sldChg chg="modSp mod">
        <pc:chgData name="Sanmukh Kuppannagari" userId="ad215094-da36-4b66-9c79-369a17aea26b" providerId="ADAL" clId="{5FCC71F3-C825-43C2-BB90-7A89A27DA80B}" dt="2024-08-27T12:44:58.871" v="21" actId="20577"/>
        <pc:sldMkLst>
          <pc:docMk/>
          <pc:sldMk cId="728785357" sldId="256"/>
        </pc:sldMkLst>
      </pc:sldChg>
      <pc:sldChg chg="addSp delSp modSp mod">
        <pc:chgData name="Sanmukh Kuppannagari" userId="ad215094-da36-4b66-9c79-369a17aea26b" providerId="ADAL" clId="{5FCC71F3-C825-43C2-BB90-7A89A27DA80B}" dt="2024-08-27T14:56:17.359" v="2869" actId="1076"/>
        <pc:sldMkLst>
          <pc:docMk/>
          <pc:sldMk cId="1853368443" sldId="257"/>
        </pc:sldMkLst>
      </pc:sldChg>
      <pc:sldChg chg="modSp mod">
        <pc:chgData name="Sanmukh Kuppannagari" userId="ad215094-da36-4b66-9c79-369a17aea26b" providerId="ADAL" clId="{5FCC71F3-C825-43C2-BB90-7A89A27DA80B}" dt="2024-08-27T12:45:35.542" v="27" actId="6549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5FCC71F3-C825-43C2-BB90-7A89A27DA80B}" dt="2024-08-27T12:46:21.210" v="33" actId="47"/>
        <pc:sldMkLst>
          <pc:docMk/>
          <pc:sldMk cId="2115879010" sldId="263"/>
        </pc:sldMkLst>
      </pc:sldChg>
      <pc:sldChg chg="modSp mod">
        <pc:chgData name="Sanmukh Kuppannagari" userId="ad215094-da36-4b66-9c79-369a17aea26b" providerId="ADAL" clId="{5FCC71F3-C825-43C2-BB90-7A89A27DA80B}" dt="2024-08-27T12:47:52.206" v="81" actId="20577"/>
        <pc:sldMkLst>
          <pc:docMk/>
          <pc:sldMk cId="4279812585" sldId="264"/>
        </pc:sldMkLst>
      </pc:sldChg>
      <pc:sldChg chg="modSp mod">
        <pc:chgData name="Sanmukh Kuppannagari" userId="ad215094-da36-4b66-9c79-369a17aea26b" providerId="ADAL" clId="{5FCC71F3-C825-43C2-BB90-7A89A27DA80B}" dt="2024-08-27T13:46:38.444" v="734" actId="20577"/>
        <pc:sldMkLst>
          <pc:docMk/>
          <pc:sldMk cId="229327562" sldId="265"/>
        </pc:sldMkLst>
      </pc:sldChg>
      <pc:sldChg chg="modSp mod">
        <pc:chgData name="Sanmukh Kuppannagari" userId="ad215094-da36-4b66-9c79-369a17aea26b" providerId="ADAL" clId="{5FCC71F3-C825-43C2-BB90-7A89A27DA80B}" dt="2024-08-27T13:48:25.862" v="819" actId="20577"/>
        <pc:sldMkLst>
          <pc:docMk/>
          <pc:sldMk cId="773656466" sldId="266"/>
        </pc:sldMkLst>
      </pc:sldChg>
      <pc:sldChg chg="modSp mod">
        <pc:chgData name="Sanmukh Kuppannagari" userId="ad215094-da36-4b66-9c79-369a17aea26b" providerId="ADAL" clId="{5FCC71F3-C825-43C2-BB90-7A89A27DA80B}" dt="2024-08-27T13:44:27.239" v="709" actId="27636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517079826" sldId="274"/>
        </pc:sldMkLst>
      </pc:sldChg>
      <pc:sldChg chg="modSp mod">
        <pc:chgData name="Sanmukh Kuppannagari" userId="ad215094-da36-4b66-9c79-369a17aea26b" providerId="ADAL" clId="{5FCC71F3-C825-43C2-BB90-7A89A27DA80B}" dt="2024-08-27T14:22:04.340" v="2079" actId="20577"/>
        <pc:sldMkLst>
          <pc:docMk/>
          <pc:sldMk cId="1064585860" sldId="277"/>
        </pc:sldMkLst>
      </pc:sldChg>
      <pc:sldChg chg="modSp mod">
        <pc:chgData name="Sanmukh Kuppannagari" userId="ad215094-da36-4b66-9c79-369a17aea26b" providerId="ADAL" clId="{5FCC71F3-C825-43C2-BB90-7A89A27DA80B}" dt="2024-08-27T13:57:02.226" v="873" actId="20577"/>
        <pc:sldMkLst>
          <pc:docMk/>
          <pc:sldMk cId="2392899443" sldId="278"/>
        </pc:sldMkLst>
      </pc:sldChg>
      <pc:sldChg chg="modSp mod">
        <pc:chgData name="Sanmukh Kuppannagari" userId="ad215094-da36-4b66-9c79-369a17aea26b" providerId="ADAL" clId="{5FCC71F3-C825-43C2-BB90-7A89A27DA80B}" dt="2024-08-27T13:57:06.581" v="874" actId="20577"/>
        <pc:sldMkLst>
          <pc:docMk/>
          <pc:sldMk cId="3752910855" sldId="279"/>
        </pc:sldMkLst>
      </pc:sldChg>
      <pc:sldChg chg="modSp del mod">
        <pc:chgData name="Sanmukh Kuppannagari" userId="ad215094-da36-4b66-9c79-369a17aea26b" providerId="ADAL" clId="{5FCC71F3-C825-43C2-BB90-7A89A27DA80B}" dt="2024-08-27T14:01:55.303" v="877" actId="47"/>
        <pc:sldMkLst>
          <pc:docMk/>
          <pc:sldMk cId="621001467" sldId="280"/>
        </pc:sldMkLst>
      </pc:sldChg>
      <pc:sldChg chg="modSp mod">
        <pc:chgData name="Sanmukh Kuppannagari" userId="ad215094-da36-4b66-9c79-369a17aea26b" providerId="ADAL" clId="{5FCC71F3-C825-43C2-BB90-7A89A27DA80B}" dt="2024-08-27T14:18:22.939" v="1920" actId="20577"/>
        <pc:sldMkLst>
          <pc:docMk/>
          <pc:sldMk cId="3740158276" sldId="281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1659248167" sldId="282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3056812290" sldId="283"/>
        </pc:sldMkLst>
      </pc:sldChg>
      <pc:sldChg chg="modSp mod">
        <pc:chgData name="Sanmukh Kuppannagari" userId="ad215094-da36-4b66-9c79-369a17aea26b" providerId="ADAL" clId="{5FCC71F3-C825-43C2-BB90-7A89A27DA80B}" dt="2024-08-27T14:30:48.700" v="2231" actId="20577"/>
        <pc:sldMkLst>
          <pc:docMk/>
          <pc:sldMk cId="2158303791" sldId="288"/>
        </pc:sldMkLst>
      </pc:sldChg>
      <pc:sldChg chg="del">
        <pc:chgData name="Sanmukh Kuppannagari" userId="ad215094-da36-4b66-9c79-369a17aea26b" providerId="ADAL" clId="{5FCC71F3-C825-43C2-BB90-7A89A27DA80B}" dt="2024-08-27T12:45:39.178" v="28" actId="47"/>
        <pc:sldMkLst>
          <pc:docMk/>
          <pc:sldMk cId="570291501" sldId="289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00871894" sldId="293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5FCC71F3-C825-43C2-BB90-7A89A27DA80B}" dt="2024-08-27T12:46:57.001" v="38" actId="47"/>
        <pc:sldMkLst>
          <pc:docMk/>
          <pc:sldMk cId="670794243" sldId="301"/>
        </pc:sldMkLst>
      </pc:sldChg>
      <pc:sldChg chg="del">
        <pc:chgData name="Sanmukh Kuppannagari" userId="ad215094-da36-4b66-9c79-369a17aea26b" providerId="ADAL" clId="{5FCC71F3-C825-43C2-BB90-7A89A27DA80B}" dt="2024-08-27T12:46:10.357" v="31" actId="47"/>
        <pc:sldMkLst>
          <pc:docMk/>
          <pc:sldMk cId="2162272" sldId="302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456202256" sldId="307"/>
        </pc:sldMkLst>
      </pc:sldChg>
      <pc:sldChg chg="modSp mod">
        <pc:chgData name="Sanmukh Kuppannagari" userId="ad215094-da36-4b66-9c79-369a17aea26b" providerId="ADAL" clId="{5FCC71F3-C825-43C2-BB90-7A89A27DA80B}" dt="2024-08-27T12:50:53.261" v="131" actId="20577"/>
        <pc:sldMkLst>
          <pc:docMk/>
          <pc:sldMk cId="4010883220" sldId="315"/>
        </pc:sldMkLst>
      </pc:sldChg>
      <pc:sldChg chg="modSp mod">
        <pc:chgData name="Sanmukh Kuppannagari" userId="ad215094-da36-4b66-9c79-369a17aea26b" providerId="ADAL" clId="{5FCC71F3-C825-43C2-BB90-7A89A27DA80B}" dt="2024-08-27T12:51:14.099" v="134" actId="20577"/>
        <pc:sldMkLst>
          <pc:docMk/>
          <pc:sldMk cId="961129123" sldId="316"/>
        </pc:sldMkLst>
      </pc:sldChg>
      <pc:sldChg chg="modSp mod">
        <pc:chgData name="Sanmukh Kuppannagari" userId="ad215094-da36-4b66-9c79-369a17aea26b" providerId="ADAL" clId="{5FCC71F3-C825-43C2-BB90-7A89A27DA80B}" dt="2024-08-27T13:47:13.431" v="812" actId="20577"/>
        <pc:sldMkLst>
          <pc:docMk/>
          <pc:sldMk cId="537906077" sldId="319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2522483144" sldId="341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047053487" sldId="343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11840423" sldId="344"/>
        </pc:sldMkLst>
      </pc:sldChg>
      <pc:sldChg chg="add del">
        <pc:chgData name="Sanmukh Kuppannagari" userId="ad215094-da36-4b66-9c79-369a17aea26b" providerId="ADAL" clId="{5FCC71F3-C825-43C2-BB90-7A89A27DA80B}" dt="2024-08-27T13:06:08.936" v="354" actId="47"/>
        <pc:sldMkLst>
          <pc:docMk/>
          <pc:sldMk cId="3723127128" sldId="348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490123102" sldId="349"/>
        </pc:sldMkLst>
      </pc:sldChg>
      <pc:sldChg chg="add del">
        <pc:chgData name="Sanmukh Kuppannagari" userId="ad215094-da36-4b66-9c79-369a17aea26b" providerId="ADAL" clId="{5FCC71F3-C825-43C2-BB90-7A89A27DA80B}" dt="2024-08-27T13:06:03.574" v="352" actId="47"/>
        <pc:sldMkLst>
          <pc:docMk/>
          <pc:sldMk cId="3483887094" sldId="350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758420558" sldId="351"/>
        </pc:sldMkLst>
      </pc:sldChg>
      <pc:sldChg chg="add del">
        <pc:chgData name="Sanmukh Kuppannagari" userId="ad215094-da36-4b66-9c79-369a17aea26b" providerId="ADAL" clId="{5FCC71F3-C825-43C2-BB90-7A89A27DA80B}" dt="2024-08-27T13:06:06.715" v="353" actId="47"/>
        <pc:sldMkLst>
          <pc:docMk/>
          <pc:sldMk cId="1279029055" sldId="352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1812071874" sldId="353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492042211" sldId="354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865917714" sldId="355"/>
        </pc:sldMkLst>
      </pc:sldChg>
      <pc:sldChg chg="add del">
        <pc:chgData name="Sanmukh Kuppannagari" userId="ad215094-da36-4b66-9c79-369a17aea26b" providerId="ADAL" clId="{5FCC71F3-C825-43C2-BB90-7A89A27DA80B}" dt="2024-08-27T14:28:26.121" v="2081" actId="47"/>
        <pc:sldMkLst>
          <pc:docMk/>
          <pc:sldMk cId="705628724" sldId="35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214734292" sldId="357"/>
        </pc:sldMkLst>
      </pc:sldChg>
      <pc:sldChg chg="add del">
        <pc:chgData name="Sanmukh Kuppannagari" userId="ad215094-da36-4b66-9c79-369a17aea26b" providerId="ADAL" clId="{5FCC71F3-C825-43C2-BB90-7A89A27DA80B}" dt="2024-08-27T14:28:33.065" v="2082" actId="47"/>
        <pc:sldMkLst>
          <pc:docMk/>
          <pc:sldMk cId="1027554099" sldId="358"/>
        </pc:sldMkLst>
      </pc:sldChg>
      <pc:sldChg chg="addSp modSp add mod">
        <pc:chgData name="Sanmukh Kuppannagari" userId="ad215094-da36-4b66-9c79-369a17aea26b" providerId="ADAL" clId="{5FCC71F3-C825-43C2-BB90-7A89A27DA80B}" dt="2024-08-27T14:30:12.508" v="2214" actId="20577"/>
        <pc:sldMkLst>
          <pc:docMk/>
          <pc:sldMk cId="508044999" sldId="359"/>
        </pc:sldMkLst>
      </pc:sldChg>
      <pc:sldChg chg="add del">
        <pc:chgData name="Sanmukh Kuppannagari" userId="ad215094-da36-4b66-9c79-369a17aea26b" providerId="ADAL" clId="{5FCC71F3-C825-43C2-BB90-7A89A27DA80B}" dt="2024-08-27T14:28:57.385" v="2085" actId="47"/>
        <pc:sldMkLst>
          <pc:docMk/>
          <pc:sldMk cId="1622640958" sldId="360"/>
        </pc:sldMkLst>
      </pc:sldChg>
      <pc:sldChg chg="add ord">
        <pc:chgData name="Sanmukh Kuppannagari" userId="ad215094-da36-4b66-9c79-369a17aea26b" providerId="ADAL" clId="{5FCC71F3-C825-43C2-BB90-7A89A27DA80B}" dt="2024-08-27T14:28:43.371" v="2084"/>
        <pc:sldMkLst>
          <pc:docMk/>
          <pc:sldMk cId="3582721875" sldId="361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711586685" sldId="362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676817876" sldId="364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1059025400" sldId="365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1982809871" sldId="36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344624359" sldId="369"/>
        </pc:sldMkLst>
      </pc:sldChg>
      <pc:sldChg chg="modSp add mod">
        <pc:chgData name="Sanmukh Kuppannagari" userId="ad215094-da36-4b66-9c79-369a17aea26b" providerId="ADAL" clId="{5FCC71F3-C825-43C2-BB90-7A89A27DA80B}" dt="2024-08-27T14:27:51.019" v="2080" actId="20577"/>
        <pc:sldMkLst>
          <pc:docMk/>
          <pc:sldMk cId="3904881137" sldId="370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1638638761" sldId="1242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3019430982" sldId="1243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1516867430" sldId="1244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4248992536" sldId="1413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738820361" sldId="1414"/>
        </pc:sldMkLst>
      </pc:sldChg>
      <pc:sldChg chg="modSp add mod">
        <pc:chgData name="Sanmukh Kuppannagari" userId="ad215094-da36-4b66-9c79-369a17aea26b" providerId="ADAL" clId="{5FCC71F3-C825-43C2-BB90-7A89A27DA80B}" dt="2024-08-27T12:46:01.359" v="30" actId="207"/>
        <pc:sldMkLst>
          <pc:docMk/>
          <pc:sldMk cId="145402012" sldId="1415"/>
        </pc:sldMkLst>
      </pc:sldChg>
      <pc:sldChg chg="modSp add mod ord">
        <pc:chgData name="Sanmukh Kuppannagari" userId="ad215094-da36-4b66-9c79-369a17aea26b" providerId="ADAL" clId="{5FCC71F3-C825-43C2-BB90-7A89A27DA80B}" dt="2024-08-27T12:46:50.722" v="37"/>
        <pc:sldMkLst>
          <pc:docMk/>
          <pc:sldMk cId="295492823" sldId="141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399650778" sldId="1417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624960510" sldId="1418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842676586" sldId="1419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171868693" sldId="1420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070763525" sldId="1421"/>
        </pc:sldMkLst>
      </pc:sldChg>
      <pc:sldChg chg="modSp add mod">
        <pc:chgData name="Sanmukh Kuppannagari" userId="ad215094-da36-4b66-9c79-369a17aea26b" providerId="ADAL" clId="{5FCC71F3-C825-43C2-BB90-7A89A27DA80B}" dt="2024-08-27T13:02:13.990" v="348" actId="207"/>
        <pc:sldMkLst>
          <pc:docMk/>
          <pc:sldMk cId="665993282" sldId="1422"/>
        </pc:sldMkLst>
      </pc:sldChg>
      <pc:sldChg chg="modSp add mod">
        <pc:chgData name="Sanmukh Kuppannagari" userId="ad215094-da36-4b66-9c79-369a17aea26b" providerId="ADAL" clId="{5FCC71F3-C825-43C2-BB90-7A89A27DA80B}" dt="2024-08-27T13:02:32.376" v="350" actId="207"/>
        <pc:sldMkLst>
          <pc:docMk/>
          <pc:sldMk cId="3988014077" sldId="1423"/>
        </pc:sldMkLst>
      </pc:sldChg>
      <pc:sldChg chg="addSp delSp modSp new mod modNotesTx">
        <pc:chgData name="Sanmukh Kuppannagari" userId="ad215094-da36-4b66-9c79-369a17aea26b" providerId="ADAL" clId="{5FCC71F3-C825-43C2-BB90-7A89A27DA80B}" dt="2024-08-27T13:56:52.839" v="871" actId="20577"/>
        <pc:sldMkLst>
          <pc:docMk/>
          <pc:sldMk cId="3464992614" sldId="1424"/>
        </pc:sldMkLst>
      </pc:sldChg>
      <pc:sldChg chg="modSp new mod">
        <pc:chgData name="Sanmukh Kuppannagari" userId="ad215094-da36-4b66-9c79-369a17aea26b" providerId="ADAL" clId="{5FCC71F3-C825-43C2-BB90-7A89A27DA80B}" dt="2024-08-27T14:07:06.102" v="1226" actId="20577"/>
        <pc:sldMkLst>
          <pc:docMk/>
          <pc:sldMk cId="2900684070" sldId="1425"/>
        </pc:sldMkLst>
      </pc:sldChg>
      <pc:sldChg chg="addSp modSp add mod">
        <pc:chgData name="Sanmukh Kuppannagari" userId="ad215094-da36-4b66-9c79-369a17aea26b" providerId="ADAL" clId="{5FCC71F3-C825-43C2-BB90-7A89A27DA80B}" dt="2024-08-27T14:19:41.285" v="1996" actId="403"/>
        <pc:sldMkLst>
          <pc:docMk/>
          <pc:sldMk cId="2221228576" sldId="1426"/>
        </pc:sldMkLst>
      </pc:sldChg>
      <pc:sldChg chg="modSp add mod">
        <pc:chgData name="Sanmukh Kuppannagari" userId="ad215094-da36-4b66-9c79-369a17aea26b" providerId="ADAL" clId="{5FCC71F3-C825-43C2-BB90-7A89A27DA80B}" dt="2024-08-27T14:20:05.515" v="2057" actId="20577"/>
        <pc:sldMkLst>
          <pc:docMk/>
          <pc:sldMk cId="2023560490" sldId="1427"/>
        </pc:sldMkLst>
      </pc:sldChg>
      <pc:sldChg chg="modSp new mod">
        <pc:chgData name="Sanmukh Kuppannagari" userId="ad215094-da36-4b66-9c79-369a17aea26b" providerId="ADAL" clId="{5FCC71F3-C825-43C2-BB90-7A89A27DA80B}" dt="2024-08-27T14:42:08.727" v="2618" actId="20577"/>
        <pc:sldMkLst>
          <pc:docMk/>
          <pc:sldMk cId="2220318750" sldId="1428"/>
        </pc:sldMkLst>
      </pc:sldChg>
      <pc:sldChg chg="modSp new mod">
        <pc:chgData name="Sanmukh Kuppannagari" userId="ad215094-da36-4b66-9c79-369a17aea26b" providerId="ADAL" clId="{5FCC71F3-C825-43C2-BB90-7A89A27DA80B}" dt="2024-08-27T14:43:10.500" v="2790" actId="20577"/>
        <pc:sldMkLst>
          <pc:docMk/>
          <pc:sldMk cId="3958413754" sldId="1429"/>
        </pc:sldMkLst>
      </pc:sldChg>
    </pc:docChg>
  </pc:docChgLst>
  <pc:docChgLst>
    <pc:chgData name="Sanmukh Kuppannagari" userId="ad215094-da36-4b66-9c79-369a17aea26b" providerId="ADAL" clId="{AD558336-AE15-4CDD-AB6D-EE016937268C}"/>
    <pc:docChg chg="undo custSel addSld delSld modSld">
      <pc:chgData name="Sanmukh Kuppannagari" userId="ad215094-da36-4b66-9c79-369a17aea26b" providerId="ADAL" clId="{AD558336-AE15-4CDD-AB6D-EE016937268C}" dt="2025-09-23T14:35:03.059" v="2126" actId="20577"/>
      <pc:docMkLst>
        <pc:docMk/>
      </pc:docMkLst>
      <pc:sldChg chg="modSp mod">
        <pc:chgData name="Sanmukh Kuppannagari" userId="ad215094-da36-4b66-9c79-369a17aea26b" providerId="ADAL" clId="{AD558336-AE15-4CDD-AB6D-EE016937268C}" dt="2025-09-22T23:30:25.200" v="2" actId="20577"/>
        <pc:sldMkLst>
          <pc:docMk/>
          <pc:sldMk cId="728785357" sldId="256"/>
        </pc:sldMkLst>
        <pc:spChg chg="mod">
          <ac:chgData name="Sanmukh Kuppannagari" userId="ad215094-da36-4b66-9c79-369a17aea26b" providerId="ADAL" clId="{AD558336-AE15-4CDD-AB6D-EE016937268C}" dt="2025-09-22T23:30:25.200" v="2" actId="20577"/>
          <ac:spMkLst>
            <pc:docMk/>
            <pc:sldMk cId="728785357" sldId="256"/>
            <ac:spMk id="3" creationId="{C46BB279-3651-105A-8503-217F67B1FED8}"/>
          </ac:spMkLst>
        </pc:spChg>
      </pc:sldChg>
      <pc:sldChg chg="modSp mod">
        <pc:chgData name="Sanmukh Kuppannagari" userId="ad215094-da36-4b66-9c79-369a17aea26b" providerId="ADAL" clId="{AD558336-AE15-4CDD-AB6D-EE016937268C}" dt="2025-09-22T23:37:32.583" v="682" actId="20577"/>
        <pc:sldMkLst>
          <pc:docMk/>
          <pc:sldMk cId="2017305151" sldId="261"/>
        </pc:sldMkLst>
        <pc:spChg chg="mod">
          <ac:chgData name="Sanmukh Kuppannagari" userId="ad215094-da36-4b66-9c79-369a17aea26b" providerId="ADAL" clId="{AD558336-AE15-4CDD-AB6D-EE016937268C}" dt="2025-09-22T23:37:32.583" v="682" actId="20577"/>
          <ac:spMkLst>
            <pc:docMk/>
            <pc:sldMk cId="2017305151" sldId="261"/>
            <ac:spMk id="3" creationId="{D61E7643-79A8-EFA8-035B-07E3457DA90C}"/>
          </ac:spMkLst>
        </pc:spChg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402981858" sldId="386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857326952" sldId="1234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152651734" sldId="1235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3630924" sldId="1253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4284530624" sldId="1254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3413064123" sldId="1255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3574746539" sldId="1256"/>
        </pc:sldMkLst>
      </pc:sldChg>
      <pc:sldChg chg="addSp modSp add mod">
        <pc:chgData name="Sanmukh Kuppannagari" userId="ad215094-da36-4b66-9c79-369a17aea26b" providerId="ADAL" clId="{AD558336-AE15-4CDD-AB6D-EE016937268C}" dt="2025-09-22T23:39:08.349" v="691" actId="14100"/>
        <pc:sldMkLst>
          <pc:docMk/>
          <pc:sldMk cId="927700788" sldId="1257"/>
        </pc:sldMkLst>
      </pc:sldChg>
      <pc:sldChg chg="addSp delSp modSp add mod">
        <pc:chgData name="Sanmukh Kuppannagari" userId="ad215094-da36-4b66-9c79-369a17aea26b" providerId="ADAL" clId="{AD558336-AE15-4CDD-AB6D-EE016937268C}" dt="2025-09-22T23:41:08.121" v="695"/>
        <pc:sldMkLst>
          <pc:docMk/>
          <pc:sldMk cId="1750676043" sldId="1258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2329904463" sldId="1259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3892195865" sldId="1260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2157439954" sldId="1261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2769619670" sldId="1262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280733138" sldId="1263"/>
        </pc:sldMkLst>
      </pc:sldChg>
      <pc:sldChg chg="modSp add del mod">
        <pc:chgData name="Sanmukh Kuppannagari" userId="ad215094-da36-4b66-9c79-369a17aea26b" providerId="ADAL" clId="{AD558336-AE15-4CDD-AB6D-EE016937268C}" dt="2025-09-22T23:49:05.875" v="937" actId="47"/>
        <pc:sldMkLst>
          <pc:docMk/>
          <pc:sldMk cId="1938244019" sldId="1264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3116587120" sldId="1265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2205148523" sldId="1266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2207822773" sldId="1267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3166595346" sldId="1268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888322834" sldId="1269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2981461382" sldId="1270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3073609131" sldId="1271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2505794832" sldId="1272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2899752863" sldId="1280"/>
        </pc:sldMkLst>
      </pc:sldChg>
      <pc:sldChg chg="modSp add mod">
        <pc:chgData name="Sanmukh Kuppannagari" userId="ad215094-da36-4b66-9c79-369a17aea26b" providerId="ADAL" clId="{AD558336-AE15-4CDD-AB6D-EE016937268C}" dt="2025-09-23T13:56:06.564" v="1143" actId="20577"/>
        <pc:sldMkLst>
          <pc:docMk/>
          <pc:sldMk cId="1199527142" sldId="1281"/>
        </pc:sldMkLst>
      </pc:sldChg>
      <pc:sldChg chg="addSp modSp add mod">
        <pc:chgData name="Sanmukh Kuppannagari" userId="ad215094-da36-4b66-9c79-369a17aea26b" providerId="ADAL" clId="{AD558336-AE15-4CDD-AB6D-EE016937268C}" dt="2025-09-23T13:56:48.161" v="1193" actId="14100"/>
        <pc:sldMkLst>
          <pc:docMk/>
          <pc:sldMk cId="1004796864" sldId="1282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423587688" sldId="1304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249666363" sldId="1305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044792240" sldId="1306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826032475" sldId="1307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121754159" sldId="1308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322226313" sldId="1309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3902944658" sldId="1309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120287752" sldId="1310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2577631310" sldId="1310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692720287" sldId="1311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652461517" sldId="1311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84065558" sldId="1312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4072723455" sldId="1312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03362016" sldId="1313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830590251" sldId="1313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137941797" sldId="1314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3979417289" sldId="1314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070225856" sldId="1315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2062603384" sldId="1315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3238687387" sldId="1316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769246865" sldId="1316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105581169" sldId="1317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610053994" sldId="1317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1626710577" sldId="1318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864732836" sldId="1318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541579916" sldId="1319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2589855805" sldId="1319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204193764" sldId="1320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3870134566" sldId="1320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442729149" sldId="1321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3443015343" sldId="1321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108815486" sldId="1322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727594955" sldId="1322"/>
        </pc:sldMkLst>
      </pc:sldChg>
      <pc:sldChg chg="addSp modSp add mod">
        <pc:chgData name="Sanmukh Kuppannagari" userId="ad215094-da36-4b66-9c79-369a17aea26b" providerId="ADAL" clId="{AD558336-AE15-4CDD-AB6D-EE016937268C}" dt="2025-09-23T14:29:28.708" v="1868" actId="14100"/>
        <pc:sldMkLst>
          <pc:docMk/>
          <pc:sldMk cId="3927615945" sldId="1323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4025259238" sldId="1323"/>
        </pc:sldMkLst>
      </pc:sldChg>
      <pc:sldChg chg="addSp modSp add">
        <pc:chgData name="Sanmukh Kuppannagari" userId="ad215094-da36-4b66-9c79-369a17aea26b" providerId="ADAL" clId="{AD558336-AE15-4CDD-AB6D-EE016937268C}" dt="2025-09-23T14:29:10.839" v="1841"/>
        <pc:sldMkLst>
          <pc:docMk/>
          <pc:sldMk cId="48302563" sldId="1324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433802440" sldId="1324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510092015" sldId="1325"/>
        </pc:sldMkLst>
      </pc:sldChg>
      <pc:sldChg chg="addSp delSp modSp add mod">
        <pc:chgData name="Sanmukh Kuppannagari" userId="ad215094-da36-4b66-9c79-369a17aea26b" providerId="ADAL" clId="{AD558336-AE15-4CDD-AB6D-EE016937268C}" dt="2025-09-23T14:29:08.761" v="1840"/>
        <pc:sldMkLst>
          <pc:docMk/>
          <pc:sldMk cId="1558153898" sldId="1325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579584412" sldId="1326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032694092" sldId="1326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1876399712" sldId="1327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882075548" sldId="1327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213054822" sldId="1328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3577888197" sldId="1328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090666711" sldId="1329"/>
        </pc:sldMkLst>
      </pc:sldChg>
      <pc:sldChg chg="addSp modSp add mod">
        <pc:chgData name="Sanmukh Kuppannagari" userId="ad215094-da36-4b66-9c79-369a17aea26b" providerId="ADAL" clId="{AD558336-AE15-4CDD-AB6D-EE016937268C}" dt="2025-09-23T14:35:03.059" v="2126" actId="20577"/>
        <pc:sldMkLst>
          <pc:docMk/>
          <pc:sldMk cId="3446468191" sldId="1329"/>
        </pc:sldMkLst>
      </pc:sldChg>
      <pc:sldChg chg="modSp add">
        <pc:chgData name="Sanmukh Kuppannagari" userId="ad215094-da36-4b66-9c79-369a17aea26b" providerId="ADAL" clId="{AD558336-AE15-4CDD-AB6D-EE016937268C}" dt="2025-09-23T14:11:07.280" v="1372" actId="20577"/>
        <pc:sldMkLst>
          <pc:docMk/>
          <pc:sldMk cId="3270243835" sldId="1330"/>
        </pc:sldMkLst>
      </pc:sldChg>
      <pc:sldChg chg="addSp modSp add mod">
        <pc:chgData name="Sanmukh Kuppannagari" userId="ad215094-da36-4b66-9c79-369a17aea26b" providerId="ADAL" clId="{AD558336-AE15-4CDD-AB6D-EE016937268C}" dt="2025-09-23T14:33:53.418" v="2114" actId="20577"/>
        <pc:sldMkLst>
          <pc:docMk/>
          <pc:sldMk cId="580580032" sldId="1331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292168333" sldId="1331"/>
        </pc:sldMkLst>
      </pc:sldChg>
      <pc:sldChg chg="modSp add">
        <pc:chgData name="Sanmukh Kuppannagari" userId="ad215094-da36-4b66-9c79-369a17aea26b" providerId="ADAL" clId="{AD558336-AE15-4CDD-AB6D-EE016937268C}" dt="2025-09-23T13:28:44.477" v="1086"/>
        <pc:sldMkLst>
          <pc:docMk/>
          <pc:sldMk cId="189707620" sldId="1332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4063916795" sldId="1332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449812825" sldId="1333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521760129" sldId="1334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697549759" sldId="1335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913952742" sldId="1336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246694647" sldId="1337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611822888" sldId="1338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710810416" sldId="1339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30368493" sldId="1340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647962746" sldId="1341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662702247" sldId="1342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718626453" sldId="1343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119197295" sldId="1357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091044005" sldId="1513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693446765" sldId="1550"/>
        </pc:sldMkLst>
      </pc:sldChg>
      <pc:sldChg chg="modSp mod">
        <pc:chgData name="Sanmukh Kuppannagari" userId="ad215094-da36-4b66-9c79-369a17aea26b" providerId="ADAL" clId="{AD558336-AE15-4CDD-AB6D-EE016937268C}" dt="2025-09-22T23:31:13.027" v="56" actId="20577"/>
        <pc:sldMkLst>
          <pc:docMk/>
          <pc:sldMk cId="1297240811" sldId="1551"/>
        </pc:sldMkLst>
        <pc:spChg chg="mod">
          <ac:chgData name="Sanmukh Kuppannagari" userId="ad215094-da36-4b66-9c79-369a17aea26b" providerId="ADAL" clId="{AD558336-AE15-4CDD-AB6D-EE016937268C}" dt="2025-09-22T23:31:13.027" v="56" actId="20577"/>
          <ac:spMkLst>
            <pc:docMk/>
            <pc:sldMk cId="1297240811" sldId="1551"/>
            <ac:spMk id="3" creationId="{E7FF2391-E8AE-9A93-A4FC-0E02B54BC29C}"/>
          </ac:spMkLst>
        </pc:spChg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944980054" sldId="1552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777170493" sldId="1553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166067996" sldId="1554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437991697" sldId="1555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404150593" sldId="1556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779503060" sldId="1557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06497288" sldId="1558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799998865" sldId="1559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468521858" sldId="1560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4139369451" sldId="1561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842374225" sldId="1562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467876598" sldId="1563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623927009" sldId="1564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204093479" sldId="1565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4158087431" sldId="1566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821460343" sldId="1567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973146182" sldId="1568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321545462" sldId="1569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024748460" sldId="1570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042058996" sldId="1571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940334320" sldId="1572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570117069" sldId="1573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995901004" sldId="1574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440498288" sldId="1575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670652363" sldId="1576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839101789" sldId="1577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06292723" sldId="1578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01330410" sldId="1579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481400793" sldId="1580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218476509" sldId="1581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535281774" sldId="1582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330804335" sldId="1583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936452190" sldId="1584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652014047" sldId="1585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673118713" sldId="1586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582105460" sldId="1587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630656864" sldId="1588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501396604" sldId="1589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936211990" sldId="1590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024305596" sldId="1591"/>
        </pc:sldMkLst>
      </pc:sldChg>
      <pc:sldChg chg="add del">
        <pc:chgData name="Sanmukh Kuppannagari" userId="ad215094-da36-4b66-9c79-369a17aea26b" providerId="ADAL" clId="{AD558336-AE15-4CDD-AB6D-EE016937268C}" dt="2025-09-23T13:52:15.015" v="1123" actId="47"/>
        <pc:sldMkLst>
          <pc:docMk/>
          <pc:sldMk cId="1460223335" sldId="1605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95513352" sldId="1606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1256665225" sldId="1607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4149257190" sldId="1608"/>
        </pc:sldMkLst>
      </pc:sldChg>
      <pc:sldChg chg="addSp delSp modSp add del mod">
        <pc:chgData name="Sanmukh Kuppannagari" userId="ad215094-da36-4b66-9c79-369a17aea26b" providerId="ADAL" clId="{AD558336-AE15-4CDD-AB6D-EE016937268C}" dt="2025-09-23T14:01:21.472" v="1201" actId="47"/>
        <pc:sldMkLst>
          <pc:docMk/>
          <pc:sldMk cId="455736369" sldId="1609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325795403" sldId="1610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3322584748" sldId="1611"/>
        </pc:sldMkLst>
      </pc:sldChg>
      <pc:sldChg chg="modSp new mod">
        <pc:chgData name="Sanmukh Kuppannagari" userId="ad215094-da36-4b66-9c79-369a17aea26b" providerId="ADAL" clId="{AD558336-AE15-4CDD-AB6D-EE016937268C}" dt="2025-09-22T23:34:34.650" v="313" actId="20577"/>
        <pc:sldMkLst>
          <pc:docMk/>
          <pc:sldMk cId="3368184345" sldId="1612"/>
        </pc:sldMkLst>
      </pc:sldChg>
      <pc:sldChg chg="modSp add mod">
        <pc:chgData name="Sanmukh Kuppannagari" userId="ad215094-da36-4b66-9c79-369a17aea26b" providerId="ADAL" clId="{AD558336-AE15-4CDD-AB6D-EE016937268C}" dt="2025-09-22T23:34:51.216" v="315" actId="113"/>
        <pc:sldMkLst>
          <pc:docMk/>
          <pc:sldMk cId="660858661" sldId="1613"/>
        </pc:sldMkLst>
      </pc:sldChg>
      <pc:sldChg chg="modSp add mod">
        <pc:chgData name="Sanmukh Kuppannagari" userId="ad215094-da36-4b66-9c79-369a17aea26b" providerId="ADAL" clId="{AD558336-AE15-4CDD-AB6D-EE016937268C}" dt="2025-09-22T23:34:58.850" v="317" actId="113"/>
        <pc:sldMkLst>
          <pc:docMk/>
          <pc:sldMk cId="2075019539" sldId="1614"/>
        </pc:sldMkLst>
      </pc:sldChg>
      <pc:sldChg chg="add">
        <pc:chgData name="Sanmukh Kuppannagari" userId="ad215094-da36-4b66-9c79-369a17aea26b" providerId="ADAL" clId="{AD558336-AE15-4CDD-AB6D-EE016937268C}" dt="2025-09-22T23:35:30.771" v="318"/>
        <pc:sldMkLst>
          <pc:docMk/>
          <pc:sldMk cId="2026419143" sldId="1615"/>
        </pc:sldMkLst>
      </pc:sldChg>
      <pc:sldChg chg="add">
        <pc:chgData name="Sanmukh Kuppannagari" userId="ad215094-da36-4b66-9c79-369a17aea26b" providerId="ADAL" clId="{AD558336-AE15-4CDD-AB6D-EE016937268C}" dt="2025-09-22T23:35:30.771" v="318"/>
        <pc:sldMkLst>
          <pc:docMk/>
          <pc:sldMk cId="332141421" sldId="1616"/>
        </pc:sldMkLst>
      </pc:sldChg>
      <pc:sldChg chg="add">
        <pc:chgData name="Sanmukh Kuppannagari" userId="ad215094-da36-4b66-9c79-369a17aea26b" providerId="ADAL" clId="{AD558336-AE15-4CDD-AB6D-EE016937268C}" dt="2025-09-22T23:35:30.771" v="318"/>
        <pc:sldMkLst>
          <pc:docMk/>
          <pc:sldMk cId="2723772378" sldId="1617"/>
        </pc:sldMkLst>
      </pc:sldChg>
      <pc:sldChg chg="add">
        <pc:chgData name="Sanmukh Kuppannagari" userId="ad215094-da36-4b66-9c79-369a17aea26b" providerId="ADAL" clId="{AD558336-AE15-4CDD-AB6D-EE016937268C}" dt="2025-09-22T23:35:30.771" v="318"/>
        <pc:sldMkLst>
          <pc:docMk/>
          <pc:sldMk cId="2299419835" sldId="1618"/>
        </pc:sldMkLst>
      </pc:sldChg>
      <pc:sldChg chg="modSp new mod">
        <pc:chgData name="Sanmukh Kuppannagari" userId="ad215094-da36-4b66-9c79-369a17aea26b" providerId="ADAL" clId="{AD558336-AE15-4CDD-AB6D-EE016937268C}" dt="2025-09-22T23:36:59.419" v="609" actId="20577"/>
        <pc:sldMkLst>
          <pc:docMk/>
          <pc:sldMk cId="4038028448" sldId="1619"/>
        </pc:sldMkLst>
      </pc:sldChg>
      <pc:sldChg chg="add">
        <pc:chgData name="Sanmukh Kuppannagari" userId="ad215094-da36-4b66-9c79-369a17aea26b" providerId="ADAL" clId="{AD558336-AE15-4CDD-AB6D-EE016937268C}" dt="2025-09-22T23:40:46.652" v="692"/>
        <pc:sldMkLst>
          <pc:docMk/>
          <pc:sldMk cId="3184318108" sldId="1620"/>
        </pc:sldMkLst>
      </pc:sldChg>
      <pc:sldChg chg="addSp delSp modSp new mod">
        <pc:chgData name="Sanmukh Kuppannagari" userId="ad215094-da36-4b66-9c79-369a17aea26b" providerId="ADAL" clId="{AD558336-AE15-4CDD-AB6D-EE016937268C}" dt="2025-09-22T23:43:21.755" v="808" actId="20577"/>
        <pc:sldMkLst>
          <pc:docMk/>
          <pc:sldMk cId="2088901676" sldId="1621"/>
        </pc:sldMkLst>
      </pc:sldChg>
      <pc:sldChg chg="addSp modSp new mod">
        <pc:chgData name="Sanmukh Kuppannagari" userId="ad215094-da36-4b66-9c79-369a17aea26b" providerId="ADAL" clId="{AD558336-AE15-4CDD-AB6D-EE016937268C}" dt="2025-09-22T23:45:02.890" v="817" actId="207"/>
        <pc:sldMkLst>
          <pc:docMk/>
          <pc:sldMk cId="1941417563" sldId="1622"/>
        </pc:sldMkLst>
      </pc:sldChg>
      <pc:sldChg chg="addSp modSp add mod">
        <pc:chgData name="Sanmukh Kuppannagari" userId="ad215094-da36-4b66-9c79-369a17aea26b" providerId="ADAL" clId="{AD558336-AE15-4CDD-AB6D-EE016937268C}" dt="2025-09-22T23:47:21.835" v="871" actId="207"/>
        <pc:sldMkLst>
          <pc:docMk/>
          <pc:sldMk cId="20892369" sldId="1623"/>
        </pc:sldMkLst>
      </pc:sldChg>
      <pc:sldChg chg="modSp add mod">
        <pc:chgData name="Sanmukh Kuppannagari" userId="ad215094-da36-4b66-9c79-369a17aea26b" providerId="ADAL" clId="{AD558336-AE15-4CDD-AB6D-EE016937268C}" dt="2025-09-22T23:48:34.691" v="934" actId="14100"/>
        <pc:sldMkLst>
          <pc:docMk/>
          <pc:sldMk cId="2754744985" sldId="1624"/>
        </pc:sldMkLst>
      </pc:sldChg>
      <pc:sldChg chg="delSp modSp add mod">
        <pc:chgData name="Sanmukh Kuppannagari" userId="ad215094-da36-4b66-9c79-369a17aea26b" providerId="ADAL" clId="{AD558336-AE15-4CDD-AB6D-EE016937268C}" dt="2025-09-22T23:48:46.444" v="936"/>
        <pc:sldMkLst>
          <pc:docMk/>
          <pc:sldMk cId="319091824" sldId="1625"/>
        </pc:sldMkLst>
      </pc:sldChg>
      <pc:sldChg chg="addSp delSp modSp new mod">
        <pc:chgData name="Sanmukh Kuppannagari" userId="ad215094-da36-4b66-9c79-369a17aea26b" providerId="ADAL" clId="{AD558336-AE15-4CDD-AB6D-EE016937268C}" dt="2025-09-22T23:56:02.308" v="1085" actId="478"/>
        <pc:sldMkLst>
          <pc:docMk/>
          <pc:sldMk cId="1290179611" sldId="1626"/>
        </pc:sldMkLst>
      </pc:sldChg>
      <pc:sldChg chg="addSp delSp modSp add mod">
        <pc:chgData name="Sanmukh Kuppannagari" userId="ad215094-da36-4b66-9c79-369a17aea26b" providerId="ADAL" clId="{AD558336-AE15-4CDD-AB6D-EE016937268C}" dt="2025-09-22T23:55:55.397" v="1084" actId="478"/>
        <pc:sldMkLst>
          <pc:docMk/>
          <pc:sldMk cId="3180180404" sldId="1627"/>
        </pc:sldMkLst>
      </pc:sldChg>
      <pc:sldChg chg="delSp modSp add mod">
        <pc:chgData name="Sanmukh Kuppannagari" userId="ad215094-da36-4b66-9c79-369a17aea26b" providerId="ADAL" clId="{AD558336-AE15-4CDD-AB6D-EE016937268C}" dt="2025-09-22T23:55:51.515" v="1083" actId="478"/>
        <pc:sldMkLst>
          <pc:docMk/>
          <pc:sldMk cId="1699230104" sldId="1628"/>
        </pc:sldMkLst>
      </pc:sldChg>
      <pc:sldChg chg="addSp modSp add mod">
        <pc:chgData name="Sanmukh Kuppannagari" userId="ad215094-da36-4b66-9c79-369a17aea26b" providerId="ADAL" clId="{AD558336-AE15-4CDD-AB6D-EE016937268C}" dt="2025-09-23T14:00:50.028" v="1199" actId="1076"/>
        <pc:sldMkLst>
          <pc:docMk/>
          <pc:sldMk cId="4173184227" sldId="1629"/>
        </pc:sldMkLst>
      </pc:sldChg>
      <pc:sldChg chg="addSp delSp modSp add mod">
        <pc:chgData name="Sanmukh Kuppannagari" userId="ad215094-da36-4b66-9c79-369a17aea26b" providerId="ADAL" clId="{AD558336-AE15-4CDD-AB6D-EE016937268C}" dt="2025-09-23T14:01:08.517" v="1200"/>
        <pc:sldMkLst>
          <pc:docMk/>
          <pc:sldMk cId="3474780682" sldId="1630"/>
        </pc:sldMkLst>
      </pc:sldChg>
      <pc:sldChg chg="addSp delSp modSp add mod">
        <pc:chgData name="Sanmukh Kuppannagari" userId="ad215094-da36-4b66-9c79-369a17aea26b" providerId="ADAL" clId="{AD558336-AE15-4CDD-AB6D-EE016937268C}" dt="2025-09-23T14:03:15.523" v="1215" actId="1076"/>
        <pc:sldMkLst>
          <pc:docMk/>
          <pc:sldMk cId="3692075067" sldId="1631"/>
        </pc:sldMkLst>
      </pc:sldChg>
      <pc:sldChg chg="delSp modSp add mod">
        <pc:chgData name="Sanmukh Kuppannagari" userId="ad215094-da36-4b66-9c79-369a17aea26b" providerId="ADAL" clId="{AD558336-AE15-4CDD-AB6D-EE016937268C}" dt="2025-09-23T14:09:31.650" v="1363" actId="14100"/>
        <pc:sldMkLst>
          <pc:docMk/>
          <pc:sldMk cId="3605704340" sldId="1632"/>
        </pc:sldMkLst>
      </pc:sldChg>
      <pc:sldChg chg="modSp add">
        <pc:chgData name="Sanmukh Kuppannagari" userId="ad215094-da36-4b66-9c79-369a17aea26b" providerId="ADAL" clId="{AD558336-AE15-4CDD-AB6D-EE016937268C}" dt="2025-09-23T14:11:38.691" v="1379" actId="20577"/>
        <pc:sldMkLst>
          <pc:docMk/>
          <pc:sldMk cId="421242867" sldId="1633"/>
        </pc:sldMkLst>
      </pc:sldChg>
      <pc:sldChg chg="modSp new mod">
        <pc:chgData name="Sanmukh Kuppannagari" userId="ad215094-da36-4b66-9c79-369a17aea26b" providerId="ADAL" clId="{AD558336-AE15-4CDD-AB6D-EE016937268C}" dt="2025-09-23T14:17:54.204" v="1839" actId="20577"/>
        <pc:sldMkLst>
          <pc:docMk/>
          <pc:sldMk cId="2259558617" sldId="1634"/>
        </pc:sldMkLst>
      </pc:sldChg>
    </pc:docChg>
  </pc:docChgLst>
  <pc:docChgLst>
    <pc:chgData name="Sanmukh Kuppannagari" userId="ad215094-da36-4b66-9c79-369a17aea26b" providerId="ADAL" clId="{11171A05-B6FC-4395-9957-15FB24B3E448}"/>
    <pc:docChg chg="undo custSel addSld delSld modSld sldOrd">
      <pc:chgData name="Sanmukh Kuppannagari" userId="ad215094-da36-4b66-9c79-369a17aea26b" providerId="ADAL" clId="{11171A05-B6FC-4395-9957-15FB24B3E448}" dt="2024-08-29T14:52:38.567" v="6676" actId="962"/>
      <pc:docMkLst>
        <pc:docMk/>
      </pc:docMkLst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853368443" sldId="25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571907200" sldId="258"/>
        </pc:sldMkLst>
      </pc:sldChg>
      <pc:sldChg chg="modSp mod">
        <pc:chgData name="Sanmukh Kuppannagari" userId="ad215094-da36-4b66-9c79-369a17aea26b" providerId="ADAL" clId="{11171A05-B6FC-4395-9957-15FB24B3E448}" dt="2024-08-29T13:54:11.711" v="6045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279812585" sldId="26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9327562" sldId="26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773656466" sldId="26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2663318" sldId="27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665426680" sldId="27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64585860" sldId="27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392899443" sldId="27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52910855" sldId="27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40158276" sldId="281"/>
        </pc:sldMkLst>
      </pc:sldChg>
      <pc:sldChg chg="modSp mod">
        <pc:chgData name="Sanmukh Kuppannagari" userId="ad215094-da36-4b66-9c79-369a17aea26b" providerId="ADAL" clId="{11171A05-B6FC-4395-9957-15FB24B3E448}" dt="2024-08-29T14:50:06.257" v="6646" actId="20577"/>
        <pc:sldMkLst>
          <pc:docMk/>
          <pc:sldMk cId="2158303791" sldId="288"/>
        </pc:sldMkLst>
      </pc:sldChg>
      <pc:sldChg chg="modSp add mod">
        <pc:chgData name="Sanmukh Kuppannagari" userId="ad215094-da36-4b66-9c79-369a17aea26b" providerId="ADAL" clId="{11171A05-B6FC-4395-9957-15FB24B3E448}" dt="2024-08-29T13:54:15.117" v="6046" actId="20577"/>
        <pc:sldMkLst>
          <pc:docMk/>
          <pc:sldMk cId="1737272183" sldId="289"/>
        </pc:sldMkLst>
      </pc:sldChg>
      <pc:sldChg chg="modSp new mod">
        <pc:chgData name="Sanmukh Kuppannagari" userId="ad215094-da36-4b66-9c79-369a17aea26b" providerId="ADAL" clId="{11171A05-B6FC-4395-9957-15FB24B3E448}" dt="2024-08-29T03:23:19.483" v="506" actId="113"/>
        <pc:sldMkLst>
          <pc:docMk/>
          <pc:sldMk cId="2096129851" sldId="290"/>
        </pc:sldMkLst>
      </pc:sldChg>
      <pc:sldChg chg="modSp add mod">
        <pc:chgData name="Sanmukh Kuppannagari" userId="ad215094-da36-4b66-9c79-369a17aea26b" providerId="ADAL" clId="{11171A05-B6FC-4395-9957-15FB24B3E448}" dt="2024-08-29T14:52:38.567" v="6676" actId="962"/>
        <pc:sldMkLst>
          <pc:docMk/>
          <pc:sldMk cId="1860245702" sldId="29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91869099" sldId="29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873626867" sldId="29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0871894" sldId="293"/>
        </pc:sldMkLst>
      </pc:sldChg>
      <pc:sldChg chg="modSp add">
        <pc:chgData name="Sanmukh Kuppannagari" userId="ad215094-da36-4b66-9c79-369a17aea26b" providerId="ADAL" clId="{11171A05-B6FC-4395-9957-15FB24B3E448}" dt="2024-08-29T04:32:03.469" v="1362" actId="12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20910546" sldId="29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65558418" sldId="300"/>
        </pc:sldMkLst>
      </pc:sldChg>
      <pc:sldChg chg="addSp delSp modSp add mod">
        <pc:chgData name="Sanmukh Kuppannagari" userId="ad215094-da36-4b66-9c79-369a17aea26b" providerId="ADAL" clId="{11171A05-B6FC-4395-9957-15FB24B3E448}" dt="2024-08-29T04:56:22.963" v="2261" actId="478"/>
        <pc:sldMkLst>
          <pc:docMk/>
          <pc:sldMk cId="2873989303" sldId="301"/>
        </pc:sldMkLst>
      </pc:sldChg>
      <pc:sldChg chg="modSp add mod">
        <pc:chgData name="Sanmukh Kuppannagari" userId="ad215094-da36-4b66-9c79-369a17aea26b" providerId="ADAL" clId="{11171A05-B6FC-4395-9957-15FB24B3E448}" dt="2024-08-29T05:04:51.928" v="2596" actId="20577"/>
        <pc:sldMkLst>
          <pc:docMk/>
          <pc:sldMk cId="1126324089" sldId="302"/>
        </pc:sldMkLst>
      </pc:sldChg>
      <pc:sldChg chg="modSp add mod">
        <pc:chgData name="Sanmukh Kuppannagari" userId="ad215094-da36-4b66-9c79-369a17aea26b" providerId="ADAL" clId="{11171A05-B6FC-4395-9957-15FB24B3E448}" dt="2024-08-29T14:42:13.950" v="6420" actId="20577"/>
        <pc:sldMkLst>
          <pc:docMk/>
          <pc:sldMk cId="1159033991" sldId="30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520937317" sldId="30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56202256" sldId="307"/>
        </pc:sldMkLst>
      </pc:sldChg>
      <pc:sldChg chg="modSp add mod">
        <pc:chgData name="Sanmukh Kuppannagari" userId="ad215094-da36-4b66-9c79-369a17aea26b" providerId="ADAL" clId="{11171A05-B6FC-4395-9957-15FB24B3E448}" dt="2024-08-29T06:15:27.501" v="5155" actId="20577"/>
        <pc:sldMkLst>
          <pc:docMk/>
          <pc:sldMk cId="276729432" sldId="30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13261310" sldId="31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10883220" sldId="31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961129123" sldId="31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305956743" sldId="31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489729582" sldId="31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537906077" sldId="31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47053487" sldId="34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11840423" sldId="344"/>
        </pc:sldMkLst>
      </pc:sldChg>
      <pc:sldChg chg="add">
        <pc:chgData name="Sanmukh Kuppannagari" userId="ad215094-da36-4b66-9c79-369a17aea26b" providerId="ADAL" clId="{11171A05-B6FC-4395-9957-15FB24B3E448}" dt="2024-08-29T03:00:03.375" v="317"/>
        <pc:sldMkLst>
          <pc:docMk/>
          <pc:sldMk cId="1479581269" sldId="344"/>
        </pc:sldMkLst>
      </pc:sldChg>
      <pc:sldChg chg="add">
        <pc:chgData name="Sanmukh Kuppannagari" userId="ad215094-da36-4b66-9c79-369a17aea26b" providerId="ADAL" clId="{11171A05-B6FC-4395-9957-15FB24B3E448}" dt="2024-08-29T02:59:36.373" v="315"/>
        <pc:sldMkLst>
          <pc:docMk/>
          <pc:sldMk cId="1462781511" sldId="345"/>
        </pc:sldMkLst>
      </pc:sldChg>
      <pc:sldChg chg="add">
        <pc:chgData name="Sanmukh Kuppannagari" userId="ad215094-da36-4b66-9c79-369a17aea26b" providerId="ADAL" clId="{11171A05-B6FC-4395-9957-15FB24B3E448}" dt="2024-08-29T02:59:44.248" v="316"/>
        <pc:sldMkLst>
          <pc:docMk/>
          <pc:sldMk cId="1801581427" sldId="346"/>
        </pc:sldMkLst>
      </pc:sldChg>
      <pc:sldChg chg="modSp add mod ord">
        <pc:chgData name="Sanmukh Kuppannagari" userId="ad215094-da36-4b66-9c79-369a17aea26b" providerId="ADAL" clId="{11171A05-B6FC-4395-9957-15FB24B3E448}" dt="2024-08-29T03:23:59.070" v="547" actId="20577"/>
        <pc:sldMkLst>
          <pc:docMk/>
          <pc:sldMk cId="770539502" sldId="347"/>
        </pc:sldMkLst>
      </pc:sldChg>
      <pc:sldChg chg="modSp add mod">
        <pc:chgData name="Sanmukh Kuppannagari" userId="ad215094-da36-4b66-9c79-369a17aea26b" providerId="ADAL" clId="{11171A05-B6FC-4395-9957-15FB24B3E448}" dt="2024-08-29T13:54:42.456" v="6047" actId="20577"/>
        <pc:sldMkLst>
          <pc:docMk/>
          <pc:sldMk cId="2297479372" sldId="348"/>
        </pc:sldMkLst>
      </pc:sldChg>
      <pc:sldChg chg="addSp delSp modSp add mod">
        <pc:chgData name="Sanmukh Kuppannagari" userId="ad215094-da36-4b66-9c79-369a17aea26b" providerId="ADAL" clId="{11171A05-B6FC-4395-9957-15FB24B3E448}" dt="2024-08-29T04:12:22.321" v="748" actId="478"/>
        <pc:sldMkLst>
          <pc:docMk/>
          <pc:sldMk cId="920574792" sldId="34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90123102" sldId="349"/>
        </pc:sldMkLst>
      </pc:sldChg>
      <pc:sldChg chg="delSp modSp add mod">
        <pc:chgData name="Sanmukh Kuppannagari" userId="ad215094-da36-4b66-9c79-369a17aea26b" providerId="ADAL" clId="{11171A05-B6FC-4395-9957-15FB24B3E448}" dt="2024-08-29T04:10:35.198" v="723" actId="20577"/>
        <pc:sldMkLst>
          <pc:docMk/>
          <pc:sldMk cId="3256780983" sldId="350"/>
        </pc:sldMkLst>
      </pc:sldChg>
      <pc:sldChg chg="addSp delSp modSp add mod">
        <pc:chgData name="Sanmukh Kuppannagari" userId="ad215094-da36-4b66-9c79-369a17aea26b" providerId="ADAL" clId="{11171A05-B6FC-4395-9957-15FB24B3E448}" dt="2024-08-29T04:32:11.350" v="1364"/>
        <pc:sldMkLst>
          <pc:docMk/>
          <pc:sldMk cId="2451997251" sldId="35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58420558" sldId="351"/>
        </pc:sldMkLst>
      </pc:sldChg>
      <pc:sldChg chg="modSp add mod">
        <pc:chgData name="Sanmukh Kuppannagari" userId="ad215094-da36-4b66-9c79-369a17aea26b" providerId="ADAL" clId="{11171A05-B6FC-4395-9957-15FB24B3E448}" dt="2024-08-29T04:12:40.860" v="750" actId="20577"/>
        <pc:sldMkLst>
          <pc:docMk/>
          <pc:sldMk cId="3895847466" sldId="352"/>
        </pc:sldMkLst>
      </pc:sldChg>
      <pc:sldChg chg="delSp modSp add mod">
        <pc:chgData name="Sanmukh Kuppannagari" userId="ad215094-da36-4b66-9c79-369a17aea26b" providerId="ADAL" clId="{11171A05-B6FC-4395-9957-15FB24B3E448}" dt="2024-08-29T04:34:56.365" v="1410" actId="20577"/>
        <pc:sldMkLst>
          <pc:docMk/>
          <pc:sldMk cId="2014243733" sldId="35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492042211" sldId="354"/>
        </pc:sldMkLst>
      </pc:sldChg>
      <pc:sldChg chg="modSp add mod ord">
        <pc:chgData name="Sanmukh Kuppannagari" userId="ad215094-da36-4b66-9c79-369a17aea26b" providerId="ADAL" clId="{11171A05-B6FC-4395-9957-15FB24B3E448}" dt="2024-08-29T04:32:07.401" v="1363"/>
        <pc:sldMkLst>
          <pc:docMk/>
          <pc:sldMk cId="4286218002" sldId="35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865917714" sldId="355"/>
        </pc:sldMkLst>
      </pc:sldChg>
      <pc:sldChg chg="addSp modSp add mod">
        <pc:chgData name="Sanmukh Kuppannagari" userId="ad215094-da36-4b66-9c79-369a17aea26b" providerId="ADAL" clId="{11171A05-B6FC-4395-9957-15FB24B3E448}" dt="2024-08-29T04:32:15.343" v="1365"/>
        <pc:sldMkLst>
          <pc:docMk/>
          <pc:sldMk cId="4053306255" sldId="355"/>
        </pc:sldMkLst>
      </pc:sldChg>
      <pc:sldChg chg="modSp new mod">
        <pc:chgData name="Sanmukh Kuppannagari" userId="ad215094-da36-4b66-9c79-369a17aea26b" providerId="ADAL" clId="{11171A05-B6FC-4395-9957-15FB24B3E448}" dt="2024-08-29T04:28:58.024" v="1349" actId="20577"/>
        <pc:sldMkLst>
          <pc:docMk/>
          <pc:sldMk cId="4022701561" sldId="356"/>
        </pc:sldMkLst>
      </pc:sldChg>
      <pc:sldChg chg="delSp modSp add mod">
        <pc:chgData name="Sanmukh Kuppannagari" userId="ad215094-da36-4b66-9c79-369a17aea26b" providerId="ADAL" clId="{11171A05-B6FC-4395-9957-15FB24B3E448}" dt="2024-08-29T04:35:06.838" v="1411"/>
        <pc:sldMkLst>
          <pc:docMk/>
          <pc:sldMk cId="578876639" sldId="35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214734292" sldId="357"/>
        </pc:sldMkLst>
      </pc:sldChg>
      <pc:sldChg chg="modSp add mod">
        <pc:chgData name="Sanmukh Kuppannagari" userId="ad215094-da36-4b66-9c79-369a17aea26b" providerId="ADAL" clId="{11171A05-B6FC-4395-9957-15FB24B3E448}" dt="2024-08-29T04:40:51.696" v="1816" actId="5793"/>
        <pc:sldMkLst>
          <pc:docMk/>
          <pc:sldMk cId="3491075983" sldId="35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508044999" sldId="359"/>
        </pc:sldMkLst>
      </pc:sldChg>
      <pc:sldChg chg="modSp add mod">
        <pc:chgData name="Sanmukh Kuppannagari" userId="ad215094-da36-4b66-9c79-369a17aea26b" providerId="ADAL" clId="{11171A05-B6FC-4395-9957-15FB24B3E448}" dt="2024-08-29T13:54:53.355" v="6048" actId="20577"/>
        <pc:sldMkLst>
          <pc:docMk/>
          <pc:sldMk cId="2439461653" sldId="359"/>
        </pc:sldMkLst>
      </pc:sldChg>
      <pc:sldChg chg="modSp add mod">
        <pc:chgData name="Sanmukh Kuppannagari" userId="ad215094-da36-4b66-9c79-369a17aea26b" providerId="ADAL" clId="{11171A05-B6FC-4395-9957-15FB24B3E448}" dt="2024-08-29T05:38:21.643" v="4008" actId="113"/>
        <pc:sldMkLst>
          <pc:docMk/>
          <pc:sldMk cId="1297561959" sldId="360"/>
        </pc:sldMkLst>
      </pc:sldChg>
      <pc:sldChg chg="addSp modSp add del mod">
        <pc:chgData name="Sanmukh Kuppannagari" userId="ad215094-da36-4b66-9c79-369a17aea26b" providerId="ADAL" clId="{11171A05-B6FC-4395-9957-15FB24B3E448}" dt="2024-08-29T04:39:20.330" v="1614" actId="47"/>
        <pc:sldMkLst>
          <pc:docMk/>
          <pc:sldMk cId="3344308429" sldId="36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582721875" sldId="361"/>
        </pc:sldMkLst>
      </pc:sldChg>
      <pc:sldChg chg="addSp modSp new mod">
        <pc:chgData name="Sanmukh Kuppannagari" userId="ad215094-da36-4b66-9c79-369a17aea26b" providerId="ADAL" clId="{11171A05-B6FC-4395-9957-15FB24B3E448}" dt="2024-08-29T04:39:02.116" v="1596" actId="20577"/>
        <pc:sldMkLst>
          <pc:docMk/>
          <pc:sldMk cId="3929262316" sldId="361"/>
        </pc:sldMkLst>
      </pc:sldChg>
      <pc:sldChg chg="modSp add mod">
        <pc:chgData name="Sanmukh Kuppannagari" userId="ad215094-da36-4b66-9c79-369a17aea26b" providerId="ADAL" clId="{11171A05-B6FC-4395-9957-15FB24B3E448}" dt="2024-08-29T04:39:11.472" v="1613" actId="20577"/>
        <pc:sldMkLst>
          <pc:docMk/>
          <pc:sldMk cId="1945245978" sldId="36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711586685" sldId="362"/>
        </pc:sldMkLst>
      </pc:sldChg>
      <pc:sldChg chg="modSp new mod">
        <pc:chgData name="Sanmukh Kuppannagari" userId="ad215094-da36-4b66-9c79-369a17aea26b" providerId="ADAL" clId="{11171A05-B6FC-4395-9957-15FB24B3E448}" dt="2024-08-29T04:44:10.032" v="2034" actId="20577"/>
        <pc:sldMkLst>
          <pc:docMk/>
          <pc:sldMk cId="3768452387" sldId="36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76817876" sldId="364"/>
        </pc:sldMkLst>
      </pc:sldChg>
      <pc:sldChg chg="addSp modSp new mod">
        <pc:chgData name="Sanmukh Kuppannagari" userId="ad215094-da36-4b66-9c79-369a17aea26b" providerId="ADAL" clId="{11171A05-B6FC-4395-9957-15FB24B3E448}" dt="2024-08-29T04:54:41.167" v="2230" actId="207"/>
        <pc:sldMkLst>
          <pc:docMk/>
          <pc:sldMk cId="1542950900" sldId="36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59025400" sldId="365"/>
        </pc:sldMkLst>
      </pc:sldChg>
      <pc:sldChg chg="modSp add mod">
        <pc:chgData name="Sanmukh Kuppannagari" userId="ad215094-da36-4b66-9c79-369a17aea26b" providerId="ADAL" clId="{11171A05-B6FC-4395-9957-15FB24B3E448}" dt="2024-08-29T04:55:25.790" v="2255" actId="20577"/>
        <pc:sldMkLst>
          <pc:docMk/>
          <pc:sldMk cId="3248262078" sldId="365"/>
        </pc:sldMkLst>
      </pc:sldChg>
      <pc:sldChg chg="modSp add mod">
        <pc:chgData name="Sanmukh Kuppannagari" userId="ad215094-da36-4b66-9c79-369a17aea26b" providerId="ADAL" clId="{11171A05-B6FC-4395-9957-15FB24B3E448}" dt="2024-08-29T04:56:34.507" v="2262" actId="207"/>
        <pc:sldMkLst>
          <pc:docMk/>
          <pc:sldMk cId="1214549395" sldId="36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982809871" sldId="366"/>
        </pc:sldMkLst>
      </pc:sldChg>
      <pc:sldChg chg="add">
        <pc:chgData name="Sanmukh Kuppannagari" userId="ad215094-da36-4b66-9c79-369a17aea26b" providerId="ADAL" clId="{11171A05-B6FC-4395-9957-15FB24B3E448}" dt="2024-08-29T04:57:32.754" v="2263"/>
        <pc:sldMkLst>
          <pc:docMk/>
          <pc:sldMk cId="4238699627" sldId="367"/>
        </pc:sldMkLst>
      </pc:sldChg>
      <pc:sldChg chg="modSp add mod">
        <pc:chgData name="Sanmukh Kuppannagari" userId="ad215094-da36-4b66-9c79-369a17aea26b" providerId="ADAL" clId="{11171A05-B6FC-4395-9957-15FB24B3E448}" dt="2024-08-29T05:00:42.811" v="2508" actId="207"/>
        <pc:sldMkLst>
          <pc:docMk/>
          <pc:sldMk cId="2321776317" sldId="368"/>
        </pc:sldMkLst>
      </pc:sldChg>
      <pc:sldChg chg="modSp add mod">
        <pc:chgData name="Sanmukh Kuppannagari" userId="ad215094-da36-4b66-9c79-369a17aea26b" providerId="ADAL" clId="{11171A05-B6FC-4395-9957-15FB24B3E448}" dt="2024-08-29T05:01:57.706" v="2572" actId="207"/>
        <pc:sldMkLst>
          <pc:docMk/>
          <pc:sldMk cId="870490" sldId="36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44624359" sldId="369"/>
        </pc:sldMkLst>
      </pc:sldChg>
      <pc:sldChg chg="modSp add mod">
        <pc:chgData name="Sanmukh Kuppannagari" userId="ad215094-da36-4b66-9c79-369a17aea26b" providerId="ADAL" clId="{11171A05-B6FC-4395-9957-15FB24B3E448}" dt="2024-08-29T05:04:06.167" v="2592" actId="20577"/>
        <pc:sldMkLst>
          <pc:docMk/>
          <pc:sldMk cId="1557585788" sldId="37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04881137" sldId="370"/>
        </pc:sldMkLst>
      </pc:sldChg>
      <pc:sldChg chg="add ord">
        <pc:chgData name="Sanmukh Kuppannagari" userId="ad215094-da36-4b66-9c79-369a17aea26b" providerId="ADAL" clId="{11171A05-B6FC-4395-9957-15FB24B3E448}" dt="2024-08-29T05:04:12.943" v="2594"/>
        <pc:sldMkLst>
          <pc:docMk/>
          <pc:sldMk cId="2998747380" sldId="371"/>
        </pc:sldMkLst>
      </pc:sldChg>
      <pc:sldChg chg="addSp modSp add mod">
        <pc:chgData name="Sanmukh Kuppannagari" userId="ad215094-da36-4b66-9c79-369a17aea26b" providerId="ADAL" clId="{11171A05-B6FC-4395-9957-15FB24B3E448}" dt="2024-08-29T14:42:02.660" v="6414" actId="20577"/>
        <pc:sldMkLst>
          <pc:docMk/>
          <pc:sldMk cId="2379148958" sldId="372"/>
        </pc:sldMkLst>
      </pc:sldChg>
      <pc:sldChg chg="addSp modSp new mod">
        <pc:chgData name="Sanmukh Kuppannagari" userId="ad215094-da36-4b66-9c79-369a17aea26b" providerId="ADAL" clId="{11171A05-B6FC-4395-9957-15FB24B3E448}" dt="2024-08-29T14:42:38.760" v="6421" actId="113"/>
        <pc:sldMkLst>
          <pc:docMk/>
          <pc:sldMk cId="516672496" sldId="373"/>
        </pc:sldMkLst>
      </pc:sldChg>
      <pc:sldChg chg="modSp new mod ord">
        <pc:chgData name="Sanmukh Kuppannagari" userId="ad215094-da36-4b66-9c79-369a17aea26b" providerId="ADAL" clId="{11171A05-B6FC-4395-9957-15FB24B3E448}" dt="2024-08-29T14:40:40.631" v="6410"/>
        <pc:sldMkLst>
          <pc:docMk/>
          <pc:sldMk cId="3793747627" sldId="374"/>
        </pc:sldMkLst>
      </pc:sldChg>
      <pc:sldChg chg="addSp modSp add mod">
        <pc:chgData name="Sanmukh Kuppannagari" userId="ad215094-da36-4b66-9c79-369a17aea26b" providerId="ADAL" clId="{11171A05-B6FC-4395-9957-15FB24B3E448}" dt="2024-08-29T05:29:06.839" v="3626"/>
        <pc:sldMkLst>
          <pc:docMk/>
          <pc:sldMk cId="429392883" sldId="375"/>
        </pc:sldMkLst>
      </pc:sldChg>
      <pc:sldChg chg="modSp new mod">
        <pc:chgData name="Sanmukh Kuppannagari" userId="ad215094-da36-4b66-9c79-369a17aea26b" providerId="ADAL" clId="{11171A05-B6FC-4395-9957-15FB24B3E448}" dt="2024-08-29T14:43:44.626" v="6437" actId="20577"/>
        <pc:sldMkLst>
          <pc:docMk/>
          <pc:sldMk cId="1569227808" sldId="376"/>
        </pc:sldMkLst>
      </pc:sldChg>
      <pc:sldChg chg="modSp add del mod">
        <pc:chgData name="Sanmukh Kuppannagari" userId="ad215094-da36-4b66-9c79-369a17aea26b" providerId="ADAL" clId="{11171A05-B6FC-4395-9957-15FB24B3E448}" dt="2024-08-29T05:29:17.311" v="3628" actId="47"/>
        <pc:sldMkLst>
          <pc:docMk/>
          <pc:sldMk cId="2849554143" sldId="376"/>
        </pc:sldMkLst>
      </pc:sldChg>
      <pc:sldChg chg="add del">
        <pc:chgData name="Sanmukh Kuppannagari" userId="ad215094-da36-4b66-9c79-369a17aea26b" providerId="ADAL" clId="{11171A05-B6FC-4395-9957-15FB24B3E448}" dt="2024-08-29T05:29:29.409" v="3631"/>
        <pc:sldMkLst>
          <pc:docMk/>
          <pc:sldMk cId="359187930" sldId="377"/>
        </pc:sldMkLst>
      </pc:sldChg>
      <pc:sldChg chg="modSp add mod">
        <pc:chgData name="Sanmukh Kuppannagari" userId="ad215094-da36-4b66-9c79-369a17aea26b" providerId="ADAL" clId="{11171A05-B6FC-4395-9957-15FB24B3E448}" dt="2024-08-29T14:43:50.328" v="6447" actId="20577"/>
        <pc:sldMkLst>
          <pc:docMk/>
          <pc:sldMk cId="3476898497" sldId="377"/>
        </pc:sldMkLst>
      </pc:sldChg>
      <pc:sldChg chg="addSp modSp new mod">
        <pc:chgData name="Sanmukh Kuppannagari" userId="ad215094-da36-4b66-9c79-369a17aea26b" providerId="ADAL" clId="{11171A05-B6FC-4395-9957-15FB24B3E448}" dt="2024-08-29T05:52:17.083" v="4886" actId="20577"/>
        <pc:sldMkLst>
          <pc:docMk/>
          <pc:sldMk cId="3635117112" sldId="378"/>
        </pc:sldMkLst>
      </pc:sldChg>
      <pc:sldChg chg="addSp modSp new mod ord">
        <pc:chgData name="Sanmukh Kuppannagari" userId="ad215094-da36-4b66-9c79-369a17aea26b" providerId="ADAL" clId="{11171A05-B6FC-4395-9957-15FB24B3E448}" dt="2024-08-29T05:48:09.784" v="4605" actId="20577"/>
        <pc:sldMkLst>
          <pc:docMk/>
          <pc:sldMk cId="41816131" sldId="379"/>
        </pc:sldMkLst>
      </pc:sldChg>
      <pc:sldChg chg="modSp new mod">
        <pc:chgData name="Sanmukh Kuppannagari" userId="ad215094-da36-4b66-9c79-369a17aea26b" providerId="ADAL" clId="{11171A05-B6FC-4395-9957-15FB24B3E448}" dt="2024-08-29T05:53:16.792" v="4977" actId="20577"/>
        <pc:sldMkLst>
          <pc:docMk/>
          <pc:sldMk cId="2126930210" sldId="380"/>
        </pc:sldMkLst>
      </pc:sldChg>
      <pc:sldChg chg="addSp delSp modSp add mod">
        <pc:chgData name="Sanmukh Kuppannagari" userId="ad215094-da36-4b66-9c79-369a17aea26b" providerId="ADAL" clId="{11171A05-B6FC-4395-9957-15FB24B3E448}" dt="2024-08-29T14:45:36.314" v="6483" actId="113"/>
        <pc:sldMkLst>
          <pc:docMk/>
          <pc:sldMk cId="2509516140" sldId="381"/>
        </pc:sldMkLst>
      </pc:sldChg>
      <pc:sldChg chg="modSp add mod">
        <pc:chgData name="Sanmukh Kuppannagari" userId="ad215094-da36-4b66-9c79-369a17aea26b" providerId="ADAL" clId="{11171A05-B6FC-4395-9957-15FB24B3E448}" dt="2024-08-29T14:46:01.205" v="6484"/>
        <pc:sldMkLst>
          <pc:docMk/>
          <pc:sldMk cId="793354200" sldId="382"/>
        </pc:sldMkLst>
      </pc:sldChg>
      <pc:sldChg chg="addSp modSp add mod">
        <pc:chgData name="Sanmukh Kuppannagari" userId="ad215094-da36-4b66-9c79-369a17aea26b" providerId="ADAL" clId="{11171A05-B6FC-4395-9957-15FB24B3E448}" dt="2024-08-29T14:46:19.193" v="6485"/>
        <pc:sldMkLst>
          <pc:docMk/>
          <pc:sldMk cId="2098484828" sldId="383"/>
        </pc:sldMkLst>
      </pc:sldChg>
      <pc:sldChg chg="modSp add mod">
        <pc:chgData name="Sanmukh Kuppannagari" userId="ad215094-da36-4b66-9c79-369a17aea26b" providerId="ADAL" clId="{11171A05-B6FC-4395-9957-15FB24B3E448}" dt="2024-08-29T06:00:00.119" v="5113" actId="20577"/>
        <pc:sldMkLst>
          <pc:docMk/>
          <pc:sldMk cId="468428153" sldId="384"/>
        </pc:sldMkLst>
      </pc:sldChg>
      <pc:sldChg chg="modSp add mod">
        <pc:chgData name="Sanmukh Kuppannagari" userId="ad215094-da36-4b66-9c79-369a17aea26b" providerId="ADAL" clId="{11171A05-B6FC-4395-9957-15FB24B3E448}" dt="2024-08-29T14:51:11.632" v="6672" actId="20577"/>
        <pc:sldMkLst>
          <pc:docMk/>
          <pc:sldMk cId="3753143955" sldId="385"/>
        </pc:sldMkLst>
      </pc:sldChg>
      <pc:sldChg chg="modSp add del mod">
        <pc:chgData name="Sanmukh Kuppannagari" userId="ad215094-da36-4b66-9c79-369a17aea26b" providerId="ADAL" clId="{11171A05-B6FC-4395-9957-15FB24B3E448}" dt="2024-08-29T13:55:06.345" v="6049" actId="47"/>
        <pc:sldMkLst>
          <pc:docMk/>
          <pc:sldMk cId="3189588850" sldId="386"/>
        </pc:sldMkLst>
      </pc:sldChg>
      <pc:sldChg chg="modSp new mod">
        <pc:chgData name="Sanmukh Kuppannagari" userId="ad215094-da36-4b66-9c79-369a17aea26b" providerId="ADAL" clId="{11171A05-B6FC-4395-9957-15FB24B3E448}" dt="2024-08-29T13:50:23.094" v="5793" actId="20577"/>
        <pc:sldMkLst>
          <pc:docMk/>
          <pc:sldMk cId="3250158129" sldId="387"/>
        </pc:sldMkLst>
      </pc:sldChg>
      <pc:sldChg chg="modSp add mod">
        <pc:chgData name="Sanmukh Kuppannagari" userId="ad215094-da36-4b66-9c79-369a17aea26b" providerId="ADAL" clId="{11171A05-B6FC-4395-9957-15FB24B3E448}" dt="2024-08-29T14:48:00.793" v="6509" actId="20577"/>
        <pc:sldMkLst>
          <pc:docMk/>
          <pc:sldMk cId="1655728199" sldId="388"/>
        </pc:sldMkLst>
      </pc:sldChg>
      <pc:sldChg chg="modSp new mod">
        <pc:chgData name="Sanmukh Kuppannagari" userId="ad215094-da36-4b66-9c79-369a17aea26b" providerId="ADAL" clId="{11171A05-B6FC-4395-9957-15FB24B3E448}" dt="2024-08-29T13:58:03.672" v="6405" actId="20577"/>
        <pc:sldMkLst>
          <pc:docMk/>
          <pc:sldMk cId="531953894" sldId="38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45402012" sldId="141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95492823" sldId="141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99650778" sldId="141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24960510" sldId="141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842676586" sldId="141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171868693" sldId="142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70763525" sldId="142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65993282" sldId="142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88014077" sldId="142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64992614" sldId="142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900684070" sldId="142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21228576" sldId="142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23560490" sldId="142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20318750" sldId="142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58413754" sldId="1429"/>
        </pc:sldMkLst>
      </pc:sldChg>
    </pc:docChg>
  </pc:docChgLst>
  <pc:docChgLst>
    <pc:chgData name="Sanmukh Kuppannagari" userId="ad215094-da36-4b66-9c79-369a17aea26b" providerId="ADAL" clId="{F807B796-0606-4BF0-9A84-6557326C69B2}"/>
    <pc:docChg chg="undo custSel addSld delSld modSld">
      <pc:chgData name="Sanmukh Kuppannagari" userId="ad215094-da36-4b66-9c79-369a17aea26b" providerId="ADAL" clId="{F807B796-0606-4BF0-9A84-6557326C69B2}" dt="2024-09-03T17:27:21.796" v="6281" actId="20577"/>
      <pc:docMkLst>
        <pc:docMk/>
      </pc:docMkLst>
      <pc:sldChg chg="modSp mod">
        <pc:chgData name="Sanmukh Kuppannagari" userId="ad215094-da36-4b66-9c79-369a17aea26b" providerId="ADAL" clId="{F807B796-0606-4BF0-9A84-6557326C69B2}" dt="2024-09-02T20:54:53.692" v="3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F807B796-0606-4BF0-9A84-6557326C69B2}" dt="2024-09-02T21:00:55.314" v="267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396895355" sldId="28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158303791" sldId="28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737272183" sldId="28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96129851" sldId="29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860245702" sldId="29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873989303" sldId="30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126324089" sldId="30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159033991" sldId="303"/>
        </pc:sldMkLst>
      </pc:sldChg>
      <pc:sldChg chg="modSp add del mod">
        <pc:chgData name="Sanmukh Kuppannagari" userId="ad215094-da36-4b66-9c79-369a17aea26b" providerId="ADAL" clId="{F807B796-0606-4BF0-9A84-6557326C69B2}" dt="2024-09-03T12:45:55.217" v="3724" actId="20577"/>
        <pc:sldMkLst>
          <pc:docMk/>
          <pc:sldMk cId="276729432" sldId="309"/>
        </pc:sldMkLst>
      </pc:sldChg>
      <pc:sldChg chg="addSp delSp modSp add mod">
        <pc:chgData name="Sanmukh Kuppannagari" userId="ad215094-da36-4b66-9c79-369a17aea26b" providerId="ADAL" clId="{F807B796-0606-4BF0-9A84-6557326C69B2}" dt="2024-09-03T02:17:35.441" v="1671" actId="20577"/>
        <pc:sldMkLst>
          <pc:docMk/>
          <pc:sldMk cId="2950079441" sldId="328"/>
        </pc:sldMkLst>
      </pc:sldChg>
      <pc:sldChg chg="modSp add mod">
        <pc:chgData name="Sanmukh Kuppannagari" userId="ad215094-da36-4b66-9c79-369a17aea26b" providerId="ADAL" clId="{F807B796-0606-4BF0-9A84-6557326C69B2}" dt="2024-09-03T02:40:17.050" v="2520" actId="20577"/>
        <pc:sldMkLst>
          <pc:docMk/>
          <pc:sldMk cId="607569566" sldId="335"/>
        </pc:sldMkLst>
      </pc:sldChg>
      <pc:sldChg chg="add">
        <pc:chgData name="Sanmukh Kuppannagari" userId="ad215094-da36-4b66-9c79-369a17aea26b" providerId="ADAL" clId="{F807B796-0606-4BF0-9A84-6557326C69B2}" dt="2024-09-03T13:08:49.519" v="3811"/>
        <pc:sldMkLst>
          <pc:docMk/>
          <pc:sldMk cId="2522483144" sldId="34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479581269" sldId="34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462781511" sldId="34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801581427" sldId="34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770539502" sldId="34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297479372" sldId="34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920574792" sldId="34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56780983" sldId="35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451997251" sldId="35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895847466" sldId="35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14243733" sldId="35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86218002" sldId="35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053306255" sldId="35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022701561" sldId="35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78876639" sldId="35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491075983" sldId="35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439461653" sldId="35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297561959" sldId="36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929262316" sldId="36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945245978" sldId="36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68452387" sldId="36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42950900" sldId="36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48262078" sldId="36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214549395" sldId="36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38699627" sldId="36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321776317" sldId="36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870490" sldId="36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57585788" sldId="37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998747380" sldId="37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379148958" sldId="37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16672496" sldId="37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93747627" sldId="37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9392883" sldId="37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69227808" sldId="37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476898497" sldId="37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635117112" sldId="37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1816131" sldId="37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126930210" sldId="38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509516140" sldId="38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793354200" sldId="38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98484828" sldId="38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68428153" sldId="38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53143955" sldId="38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50158129" sldId="38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655728199" sldId="38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31953894" sldId="389"/>
        </pc:sldMkLst>
      </pc:sldChg>
      <pc:sldChg chg="modSp add mod">
        <pc:chgData name="Sanmukh Kuppannagari" userId="ad215094-da36-4b66-9c79-369a17aea26b" providerId="ADAL" clId="{F807B796-0606-4BF0-9A84-6557326C69B2}" dt="2024-09-02T20:55:49.175" v="65" actId="20577"/>
        <pc:sldMkLst>
          <pc:docMk/>
          <pc:sldMk cId="3837875043" sldId="390"/>
        </pc:sldMkLst>
      </pc:sldChg>
      <pc:sldChg chg="add">
        <pc:chgData name="Sanmukh Kuppannagari" userId="ad215094-da36-4b66-9c79-369a17aea26b" providerId="ADAL" clId="{F807B796-0606-4BF0-9A84-6557326C69B2}" dt="2024-09-02T20:55:16.300" v="4"/>
        <pc:sldMkLst>
          <pc:docMk/>
          <pc:sldMk cId="4141662449" sldId="391"/>
        </pc:sldMkLst>
      </pc:sldChg>
      <pc:sldChg chg="add">
        <pc:chgData name="Sanmukh Kuppannagari" userId="ad215094-da36-4b66-9c79-369a17aea26b" providerId="ADAL" clId="{F807B796-0606-4BF0-9A84-6557326C69B2}" dt="2024-09-02T20:59:42.685" v="220"/>
        <pc:sldMkLst>
          <pc:docMk/>
          <pc:sldMk cId="2314761624" sldId="392"/>
        </pc:sldMkLst>
      </pc:sldChg>
      <pc:sldChg chg="add del">
        <pc:chgData name="Sanmukh Kuppannagari" userId="ad215094-da36-4b66-9c79-369a17aea26b" providerId="ADAL" clId="{F807B796-0606-4BF0-9A84-6557326C69B2}" dt="2024-09-03T12:45:51.099" v="3716" actId="47"/>
        <pc:sldMkLst>
          <pc:docMk/>
          <pc:sldMk cId="3854406681" sldId="393"/>
        </pc:sldMkLst>
      </pc:sldChg>
      <pc:sldChg chg="modSp add mod">
        <pc:chgData name="Sanmukh Kuppannagari" userId="ad215094-da36-4b66-9c79-369a17aea26b" providerId="ADAL" clId="{F807B796-0606-4BF0-9A84-6557326C69B2}" dt="2024-09-03T12:46:30.391" v="3736" actId="20577"/>
        <pc:sldMkLst>
          <pc:docMk/>
          <pc:sldMk cId="4158598040" sldId="394"/>
        </pc:sldMkLst>
      </pc:sldChg>
      <pc:sldChg chg="add">
        <pc:chgData name="Sanmukh Kuppannagari" userId="ad215094-da36-4b66-9c79-369a17aea26b" providerId="ADAL" clId="{F807B796-0606-4BF0-9A84-6557326C69B2}" dt="2024-09-02T20:59:56.248" v="221"/>
        <pc:sldMkLst>
          <pc:docMk/>
          <pc:sldMk cId="854907447" sldId="395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3473456708" sldId="1344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3462074433" sldId="1345"/>
        </pc:sldMkLst>
      </pc:sldChg>
      <pc:sldChg chg="addSp modSp add mod">
        <pc:chgData name="Sanmukh Kuppannagari" userId="ad215094-da36-4b66-9c79-369a17aea26b" providerId="ADAL" clId="{F807B796-0606-4BF0-9A84-6557326C69B2}" dt="2024-09-02T21:02:28.358" v="358" actId="20577"/>
        <pc:sldMkLst>
          <pc:docMk/>
          <pc:sldMk cId="3585318733" sldId="1346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3890367929" sldId="1347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1799099576" sldId="1348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4227676260" sldId="1349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2262656913" sldId="1352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167355194" sldId="1353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2804131373" sldId="1354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3834269155" sldId="1355"/>
        </pc:sldMkLst>
      </pc:sldChg>
      <pc:sldChg chg="modSp add mod">
        <pc:chgData name="Sanmukh Kuppannagari" userId="ad215094-da36-4b66-9c79-369a17aea26b" providerId="ADAL" clId="{F807B796-0606-4BF0-9A84-6557326C69B2}" dt="2024-09-02T21:08:32.777" v="697" actId="15"/>
        <pc:sldMkLst>
          <pc:docMk/>
          <pc:sldMk cId="1967107891" sldId="1356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794884751" sldId="1358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1315821937" sldId="1359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2463516898" sldId="1361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1886344154" sldId="1362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2856732028" sldId="1363"/>
        </pc:sldMkLst>
      </pc:sldChg>
      <pc:sldChg chg="modSp add mod">
        <pc:chgData name="Sanmukh Kuppannagari" userId="ad215094-da36-4b66-9c79-369a17aea26b" providerId="ADAL" clId="{F807B796-0606-4BF0-9A84-6557326C69B2}" dt="2024-09-03T13:12:03.900" v="3832" actId="20577"/>
        <pc:sldMkLst>
          <pc:docMk/>
          <pc:sldMk cId="603735269" sldId="1365"/>
        </pc:sldMkLst>
      </pc:sldChg>
      <pc:sldChg chg="modSp add mod">
        <pc:chgData name="Sanmukh Kuppannagari" userId="ad215094-da36-4b66-9c79-369a17aea26b" providerId="ADAL" clId="{F807B796-0606-4BF0-9A84-6557326C69B2}" dt="2024-09-03T13:13:47.455" v="3844" actId="20577"/>
        <pc:sldMkLst>
          <pc:docMk/>
          <pc:sldMk cId="3326920156" sldId="1366"/>
        </pc:sldMkLst>
      </pc:sldChg>
      <pc:sldChg chg="delSp modSp add mod">
        <pc:chgData name="Sanmukh Kuppannagari" userId="ad215094-da36-4b66-9c79-369a17aea26b" providerId="ADAL" clId="{F807B796-0606-4BF0-9A84-6557326C69B2}" dt="2024-09-03T13:49:28.301" v="5270" actId="1076"/>
        <pc:sldMkLst>
          <pc:docMk/>
          <pc:sldMk cId="3859140757" sldId="1367"/>
        </pc:sldMkLst>
      </pc:sldChg>
      <pc:sldChg chg="add">
        <pc:chgData name="Sanmukh Kuppannagari" userId="ad215094-da36-4b66-9c79-369a17aea26b" providerId="ADAL" clId="{F807B796-0606-4BF0-9A84-6557326C69B2}" dt="2024-09-03T02:55:12.122" v="3067"/>
        <pc:sldMkLst>
          <pc:docMk/>
          <pc:sldMk cId="4078040195" sldId="1369"/>
        </pc:sldMkLst>
      </pc:sldChg>
      <pc:sldChg chg="addSp modSp add mod">
        <pc:chgData name="Sanmukh Kuppannagari" userId="ad215094-da36-4b66-9c79-369a17aea26b" providerId="ADAL" clId="{F807B796-0606-4BF0-9A84-6557326C69B2}" dt="2024-09-03T13:52:40.634" v="5308" actId="1076"/>
        <pc:sldMkLst>
          <pc:docMk/>
          <pc:sldMk cId="284771599" sldId="1370"/>
        </pc:sldMkLst>
      </pc:sldChg>
      <pc:sldChg chg="modSp add mod">
        <pc:chgData name="Sanmukh Kuppannagari" userId="ad215094-da36-4b66-9c79-369a17aea26b" providerId="ADAL" clId="{F807B796-0606-4BF0-9A84-6557326C69B2}" dt="2024-09-03T13:54:59.046" v="5421" actId="20577"/>
        <pc:sldMkLst>
          <pc:docMk/>
          <pc:sldMk cId="906755194" sldId="1371"/>
        </pc:sldMkLst>
      </pc:sldChg>
      <pc:sldChg chg="modSp add mod">
        <pc:chgData name="Sanmukh Kuppannagari" userId="ad215094-da36-4b66-9c79-369a17aea26b" providerId="ADAL" clId="{F807B796-0606-4BF0-9A84-6557326C69B2}" dt="2024-09-03T02:37:21.221" v="2435" actId="20577"/>
        <pc:sldMkLst>
          <pc:docMk/>
          <pc:sldMk cId="518010934" sldId="1373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2532106449" sldId="1374"/>
        </pc:sldMkLst>
      </pc:sldChg>
      <pc:sldChg chg="modSp new mod">
        <pc:chgData name="Sanmukh Kuppannagari" userId="ad215094-da36-4b66-9c79-369a17aea26b" providerId="ADAL" clId="{F807B796-0606-4BF0-9A84-6557326C69B2}" dt="2024-09-02T21:42:29.989" v="1380" actId="20577"/>
        <pc:sldMkLst>
          <pc:docMk/>
          <pc:sldMk cId="63097358" sldId="1375"/>
        </pc:sldMkLst>
      </pc:sldChg>
      <pc:sldChg chg="delSp modSp add mod">
        <pc:chgData name="Sanmukh Kuppannagari" userId="ad215094-da36-4b66-9c79-369a17aea26b" providerId="ADAL" clId="{F807B796-0606-4BF0-9A84-6557326C69B2}" dt="2024-09-03T02:12:19.131" v="1602" actId="20577"/>
        <pc:sldMkLst>
          <pc:docMk/>
          <pc:sldMk cId="2155445605" sldId="1376"/>
        </pc:sldMkLst>
      </pc:sldChg>
      <pc:sldChg chg="addSp delSp modSp add mod">
        <pc:chgData name="Sanmukh Kuppannagari" userId="ad215094-da36-4b66-9c79-369a17aea26b" providerId="ADAL" clId="{F807B796-0606-4BF0-9A84-6557326C69B2}" dt="2024-09-03T02:15:33.103" v="1646" actId="20577"/>
        <pc:sldMkLst>
          <pc:docMk/>
          <pc:sldMk cId="2373852911" sldId="1377"/>
        </pc:sldMkLst>
      </pc:sldChg>
      <pc:sldChg chg="addSp delSp modSp add mod">
        <pc:chgData name="Sanmukh Kuppannagari" userId="ad215094-da36-4b66-9c79-369a17aea26b" providerId="ADAL" clId="{F807B796-0606-4BF0-9A84-6557326C69B2}" dt="2024-09-03T02:18:53.201" v="1704" actId="1076"/>
        <pc:sldMkLst>
          <pc:docMk/>
          <pc:sldMk cId="2785090204" sldId="1378"/>
        </pc:sldMkLst>
      </pc:sldChg>
      <pc:sldChg chg="modSp new mod">
        <pc:chgData name="Sanmukh Kuppannagari" userId="ad215094-da36-4b66-9c79-369a17aea26b" providerId="ADAL" clId="{F807B796-0606-4BF0-9A84-6557326C69B2}" dt="2024-09-03T02:19:58.369" v="1758" actId="207"/>
        <pc:sldMkLst>
          <pc:docMk/>
          <pc:sldMk cId="1578956546" sldId="1379"/>
        </pc:sldMkLst>
      </pc:sldChg>
      <pc:sldChg chg="modSp add mod">
        <pc:chgData name="Sanmukh Kuppannagari" userId="ad215094-da36-4b66-9c79-369a17aea26b" providerId="ADAL" clId="{F807B796-0606-4BF0-9A84-6557326C69B2}" dt="2024-09-03T02:26:15.664" v="2061" actId="20577"/>
        <pc:sldMkLst>
          <pc:docMk/>
          <pc:sldMk cId="1387291192" sldId="1380"/>
        </pc:sldMkLst>
      </pc:sldChg>
      <pc:sldChg chg="modSp new mod">
        <pc:chgData name="Sanmukh Kuppannagari" userId="ad215094-da36-4b66-9c79-369a17aea26b" providerId="ADAL" clId="{F807B796-0606-4BF0-9A84-6557326C69B2}" dt="2024-09-03T02:26:24.889" v="2064" actId="207"/>
        <pc:sldMkLst>
          <pc:docMk/>
          <pc:sldMk cId="3729273499" sldId="1381"/>
        </pc:sldMkLst>
      </pc:sldChg>
      <pc:sldChg chg="modSp add mod">
        <pc:chgData name="Sanmukh Kuppannagari" userId="ad215094-da36-4b66-9c79-369a17aea26b" providerId="ADAL" clId="{F807B796-0606-4BF0-9A84-6557326C69B2}" dt="2024-09-03T02:27:58.737" v="2084" actId="20577"/>
        <pc:sldMkLst>
          <pc:docMk/>
          <pc:sldMk cId="1604865990" sldId="1382"/>
        </pc:sldMkLst>
      </pc:sldChg>
      <pc:sldChg chg="add">
        <pc:chgData name="Sanmukh Kuppannagari" userId="ad215094-da36-4b66-9c79-369a17aea26b" providerId="ADAL" clId="{F807B796-0606-4BF0-9A84-6557326C69B2}" dt="2024-09-03T02:28:04.789" v="2085"/>
        <pc:sldMkLst>
          <pc:docMk/>
          <pc:sldMk cId="3140536196" sldId="1383"/>
        </pc:sldMkLst>
      </pc:sldChg>
      <pc:sldChg chg="modSp add mod">
        <pc:chgData name="Sanmukh Kuppannagari" userId="ad215094-da36-4b66-9c79-369a17aea26b" providerId="ADAL" clId="{F807B796-0606-4BF0-9A84-6557326C69B2}" dt="2024-09-03T02:28:44.396" v="2099" actId="20577"/>
        <pc:sldMkLst>
          <pc:docMk/>
          <pc:sldMk cId="4028848195" sldId="1384"/>
        </pc:sldMkLst>
      </pc:sldChg>
      <pc:sldChg chg="modSp new mod">
        <pc:chgData name="Sanmukh Kuppannagari" userId="ad215094-da36-4b66-9c79-369a17aea26b" providerId="ADAL" clId="{F807B796-0606-4BF0-9A84-6557326C69B2}" dt="2024-09-03T02:32:27.269" v="2432" actId="20577"/>
        <pc:sldMkLst>
          <pc:docMk/>
          <pc:sldMk cId="855061855" sldId="1385"/>
        </pc:sldMkLst>
      </pc:sldChg>
      <pc:sldChg chg="add">
        <pc:chgData name="Sanmukh Kuppannagari" userId="ad215094-da36-4b66-9c79-369a17aea26b" providerId="ADAL" clId="{F807B796-0606-4BF0-9A84-6557326C69B2}" dt="2024-09-03T02:38:51.879" v="2436"/>
        <pc:sldMkLst>
          <pc:docMk/>
          <pc:sldMk cId="3507384733" sldId="1386"/>
        </pc:sldMkLst>
      </pc:sldChg>
      <pc:sldChg chg="modSp new del mod">
        <pc:chgData name="Sanmukh Kuppannagari" userId="ad215094-da36-4b66-9c79-369a17aea26b" providerId="ADAL" clId="{F807B796-0606-4BF0-9A84-6557326C69B2}" dt="2024-09-03T13:20:40.100" v="4051" actId="47"/>
        <pc:sldMkLst>
          <pc:docMk/>
          <pc:sldMk cId="1227237758" sldId="1387"/>
        </pc:sldMkLst>
      </pc:sldChg>
      <pc:sldChg chg="modSp add mod">
        <pc:chgData name="Sanmukh Kuppannagari" userId="ad215094-da36-4b66-9c79-369a17aea26b" providerId="ADAL" clId="{F807B796-0606-4BF0-9A84-6557326C69B2}" dt="2024-09-03T02:45:20.826" v="2547" actId="207"/>
        <pc:sldMkLst>
          <pc:docMk/>
          <pc:sldMk cId="1406617072" sldId="1388"/>
        </pc:sldMkLst>
      </pc:sldChg>
      <pc:sldChg chg="modSp new mod">
        <pc:chgData name="Sanmukh Kuppannagari" userId="ad215094-da36-4b66-9c79-369a17aea26b" providerId="ADAL" clId="{F807B796-0606-4BF0-9A84-6557326C69B2}" dt="2024-09-03T12:43:53.169" v="3714" actId="20577"/>
        <pc:sldMkLst>
          <pc:docMk/>
          <pc:sldMk cId="15178750" sldId="1389"/>
        </pc:sldMkLst>
      </pc:sldChg>
      <pc:sldChg chg="addSp delSp modSp add mod">
        <pc:chgData name="Sanmukh Kuppannagari" userId="ad215094-da36-4b66-9c79-369a17aea26b" providerId="ADAL" clId="{F807B796-0606-4BF0-9A84-6557326C69B2}" dt="2024-09-03T13:47:41.899" v="5236" actId="14100"/>
        <pc:sldMkLst>
          <pc:docMk/>
          <pc:sldMk cId="3904397812" sldId="1390"/>
        </pc:sldMkLst>
      </pc:sldChg>
      <pc:sldChg chg="modSp new mod">
        <pc:chgData name="Sanmukh Kuppannagari" userId="ad215094-da36-4b66-9c79-369a17aea26b" providerId="ADAL" clId="{F807B796-0606-4BF0-9A84-6557326C69B2}" dt="2024-09-03T13:21:58.025" v="4299" actId="20577"/>
        <pc:sldMkLst>
          <pc:docMk/>
          <pc:sldMk cId="1115784977" sldId="1391"/>
        </pc:sldMkLst>
      </pc:sldChg>
      <pc:sldChg chg="addSp delSp modSp add mod">
        <pc:chgData name="Sanmukh Kuppannagari" userId="ad215094-da36-4b66-9c79-369a17aea26b" providerId="ADAL" clId="{F807B796-0606-4BF0-9A84-6557326C69B2}" dt="2024-09-03T12:51:33.052" v="3745" actId="20577"/>
        <pc:sldMkLst>
          <pc:docMk/>
          <pc:sldMk cId="3579675671" sldId="1392"/>
        </pc:sldMkLst>
      </pc:sldChg>
      <pc:sldChg chg="addSp modSp add mod">
        <pc:chgData name="Sanmukh Kuppannagari" userId="ad215094-da36-4b66-9c79-369a17aea26b" providerId="ADAL" clId="{F807B796-0606-4BF0-9A84-6557326C69B2}" dt="2024-09-03T12:51:38.226" v="3752" actId="20577"/>
        <pc:sldMkLst>
          <pc:docMk/>
          <pc:sldMk cId="3848896675" sldId="1393"/>
        </pc:sldMkLst>
      </pc:sldChg>
      <pc:sldChg chg="modSp add mod">
        <pc:chgData name="Sanmukh Kuppannagari" userId="ad215094-da36-4b66-9c79-369a17aea26b" providerId="ADAL" clId="{F807B796-0606-4BF0-9A84-6557326C69B2}" dt="2024-09-03T12:51:44.050" v="3753"/>
        <pc:sldMkLst>
          <pc:docMk/>
          <pc:sldMk cId="1213479204" sldId="1394"/>
        </pc:sldMkLst>
      </pc:sldChg>
      <pc:sldChg chg="modSp add mod">
        <pc:chgData name="Sanmukh Kuppannagari" userId="ad215094-da36-4b66-9c79-369a17aea26b" providerId="ADAL" clId="{F807B796-0606-4BF0-9A84-6557326C69B2}" dt="2024-09-03T12:51:47.861" v="3754"/>
        <pc:sldMkLst>
          <pc:docMk/>
          <pc:sldMk cId="3698062718" sldId="1395"/>
        </pc:sldMkLst>
      </pc:sldChg>
      <pc:sldChg chg="modSp add mod">
        <pc:chgData name="Sanmukh Kuppannagari" userId="ad215094-da36-4b66-9c79-369a17aea26b" providerId="ADAL" clId="{F807B796-0606-4BF0-9A84-6557326C69B2}" dt="2024-09-03T12:51:51.477" v="3755"/>
        <pc:sldMkLst>
          <pc:docMk/>
          <pc:sldMk cId="2428240830" sldId="1396"/>
        </pc:sldMkLst>
      </pc:sldChg>
      <pc:sldChg chg="addSp delSp modSp add mod">
        <pc:chgData name="Sanmukh Kuppannagari" userId="ad215094-da36-4b66-9c79-369a17aea26b" providerId="ADAL" clId="{F807B796-0606-4BF0-9A84-6557326C69B2}" dt="2024-09-03T12:38:02.576" v="3536" actId="207"/>
        <pc:sldMkLst>
          <pc:docMk/>
          <pc:sldMk cId="1577004698" sldId="1397"/>
        </pc:sldMkLst>
      </pc:sldChg>
      <pc:sldChg chg="modSp add mod">
        <pc:chgData name="Sanmukh Kuppannagari" userId="ad215094-da36-4b66-9c79-369a17aea26b" providerId="ADAL" clId="{F807B796-0606-4BF0-9A84-6557326C69B2}" dt="2024-09-03T12:52:00.900" v="3762" actId="20577"/>
        <pc:sldMkLst>
          <pc:docMk/>
          <pc:sldMk cId="3187165335" sldId="1398"/>
        </pc:sldMkLst>
      </pc:sldChg>
      <pc:sldChg chg="modSp add mod">
        <pc:chgData name="Sanmukh Kuppannagari" userId="ad215094-da36-4b66-9c79-369a17aea26b" providerId="ADAL" clId="{F807B796-0606-4BF0-9A84-6557326C69B2}" dt="2024-09-03T12:52:07.589" v="3763"/>
        <pc:sldMkLst>
          <pc:docMk/>
          <pc:sldMk cId="3448802495" sldId="1399"/>
        </pc:sldMkLst>
      </pc:sldChg>
      <pc:sldChg chg="modSp add mod">
        <pc:chgData name="Sanmukh Kuppannagari" userId="ad215094-da36-4b66-9c79-369a17aea26b" providerId="ADAL" clId="{F807B796-0606-4BF0-9A84-6557326C69B2}" dt="2024-09-03T12:52:11.223" v="3764"/>
        <pc:sldMkLst>
          <pc:docMk/>
          <pc:sldMk cId="1426423657" sldId="1400"/>
        </pc:sldMkLst>
      </pc:sldChg>
      <pc:sldChg chg="modSp add mod">
        <pc:chgData name="Sanmukh Kuppannagari" userId="ad215094-da36-4b66-9c79-369a17aea26b" providerId="ADAL" clId="{F807B796-0606-4BF0-9A84-6557326C69B2}" dt="2024-09-03T12:52:15.594" v="3765"/>
        <pc:sldMkLst>
          <pc:docMk/>
          <pc:sldMk cId="1876721923" sldId="1401"/>
        </pc:sldMkLst>
      </pc:sldChg>
      <pc:sldChg chg="modSp add mod">
        <pc:chgData name="Sanmukh Kuppannagari" userId="ad215094-da36-4b66-9c79-369a17aea26b" providerId="ADAL" clId="{F807B796-0606-4BF0-9A84-6557326C69B2}" dt="2024-09-03T12:52:19.348" v="3766"/>
        <pc:sldMkLst>
          <pc:docMk/>
          <pc:sldMk cId="4100405277" sldId="1402"/>
        </pc:sldMkLst>
      </pc:sldChg>
      <pc:sldChg chg="modSp add mod">
        <pc:chgData name="Sanmukh Kuppannagari" userId="ad215094-da36-4b66-9c79-369a17aea26b" providerId="ADAL" clId="{F807B796-0606-4BF0-9A84-6557326C69B2}" dt="2024-09-03T12:47:06.300" v="3738" actId="207"/>
        <pc:sldMkLst>
          <pc:docMk/>
          <pc:sldMk cId="2967499912" sldId="1403"/>
        </pc:sldMkLst>
      </pc:sldChg>
      <pc:sldChg chg="addSp modSp new mod">
        <pc:chgData name="Sanmukh Kuppannagari" userId="ad215094-da36-4b66-9c79-369a17aea26b" providerId="ADAL" clId="{F807B796-0606-4BF0-9A84-6557326C69B2}" dt="2024-09-03T13:09:42.209" v="3826" actId="1076"/>
        <pc:sldMkLst>
          <pc:docMk/>
          <pc:sldMk cId="3881972497" sldId="1404"/>
        </pc:sldMkLst>
      </pc:sldChg>
      <pc:sldChg chg="modSp add mod">
        <pc:chgData name="Sanmukh Kuppannagari" userId="ad215094-da36-4b66-9c79-369a17aea26b" providerId="ADAL" clId="{F807B796-0606-4BF0-9A84-6557326C69B2}" dt="2024-09-03T13:13:53.902" v="3850" actId="20577"/>
        <pc:sldMkLst>
          <pc:docMk/>
          <pc:sldMk cId="3154475222" sldId="1405"/>
        </pc:sldMkLst>
      </pc:sldChg>
      <pc:sldChg chg="addSp delSp modSp new mod">
        <pc:chgData name="Sanmukh Kuppannagari" userId="ad215094-da36-4b66-9c79-369a17aea26b" providerId="ADAL" clId="{F807B796-0606-4BF0-9A84-6557326C69B2}" dt="2024-09-03T13:23:06.940" v="4304" actId="20577"/>
        <pc:sldMkLst>
          <pc:docMk/>
          <pc:sldMk cId="1657037968" sldId="1406"/>
        </pc:sldMkLst>
      </pc:sldChg>
      <pc:sldChg chg="modSp add mod">
        <pc:chgData name="Sanmukh Kuppannagari" userId="ad215094-da36-4b66-9c79-369a17aea26b" providerId="ADAL" clId="{F807B796-0606-4BF0-9A84-6557326C69B2}" dt="2024-09-03T13:23:33.807" v="4333" actId="207"/>
        <pc:sldMkLst>
          <pc:docMk/>
          <pc:sldMk cId="808826284" sldId="1407"/>
        </pc:sldMkLst>
      </pc:sldChg>
      <pc:sldChg chg="modSp add mod">
        <pc:chgData name="Sanmukh Kuppannagari" userId="ad215094-da36-4b66-9c79-369a17aea26b" providerId="ADAL" clId="{F807B796-0606-4BF0-9A84-6557326C69B2}" dt="2024-09-03T13:26:30.186" v="4500" actId="20577"/>
        <pc:sldMkLst>
          <pc:docMk/>
          <pc:sldMk cId="2415060599" sldId="1408"/>
        </pc:sldMkLst>
      </pc:sldChg>
      <pc:sldChg chg="modSp add mod">
        <pc:chgData name="Sanmukh Kuppannagari" userId="ad215094-da36-4b66-9c79-369a17aea26b" providerId="ADAL" clId="{F807B796-0606-4BF0-9A84-6557326C69B2}" dt="2024-09-03T13:27:44.971" v="4531" actId="20577"/>
        <pc:sldMkLst>
          <pc:docMk/>
          <pc:sldMk cId="119380334" sldId="1409"/>
        </pc:sldMkLst>
      </pc:sldChg>
      <pc:sldChg chg="modSp new mod">
        <pc:chgData name="Sanmukh Kuppannagari" userId="ad215094-da36-4b66-9c79-369a17aea26b" providerId="ADAL" clId="{F807B796-0606-4BF0-9A84-6557326C69B2}" dt="2024-09-03T13:32:52.648" v="4947" actId="20577"/>
        <pc:sldMkLst>
          <pc:docMk/>
          <pc:sldMk cId="69742158" sldId="1410"/>
        </pc:sldMkLst>
      </pc:sldChg>
      <pc:sldChg chg="modSp new mod">
        <pc:chgData name="Sanmukh Kuppannagari" userId="ad215094-da36-4b66-9c79-369a17aea26b" providerId="ADAL" clId="{F807B796-0606-4BF0-9A84-6557326C69B2}" dt="2024-09-03T13:35:10.197" v="5167" actId="20577"/>
        <pc:sldMkLst>
          <pc:docMk/>
          <pc:sldMk cId="1450716392" sldId="1411"/>
        </pc:sldMkLst>
      </pc:sldChg>
      <pc:sldChg chg="add del">
        <pc:chgData name="Sanmukh Kuppannagari" userId="ad215094-da36-4b66-9c79-369a17aea26b" providerId="ADAL" clId="{F807B796-0606-4BF0-9A84-6557326C69B2}" dt="2024-09-03T13:48:45.238" v="5247" actId="47"/>
        <pc:sldMkLst>
          <pc:docMk/>
          <pc:sldMk cId="2820047232" sldId="1412"/>
        </pc:sldMkLst>
      </pc:sldChg>
      <pc:sldChg chg="modSp add mod">
        <pc:chgData name="Sanmukh Kuppannagari" userId="ad215094-da36-4b66-9c79-369a17aea26b" providerId="ADAL" clId="{F807B796-0606-4BF0-9A84-6557326C69B2}" dt="2024-09-03T13:48:02.122" v="5240" actId="14100"/>
        <pc:sldMkLst>
          <pc:docMk/>
          <pc:sldMk cId="393658469" sldId="1413"/>
        </pc:sldMkLst>
      </pc:sldChg>
      <pc:sldChg chg="modSp add">
        <pc:chgData name="Sanmukh Kuppannagari" userId="ad215094-da36-4b66-9c79-369a17aea26b" providerId="ADAL" clId="{F807B796-0606-4BF0-9A84-6557326C69B2}" dt="2024-09-03T13:48:24.868" v="5243" actId="1076"/>
        <pc:sldMkLst>
          <pc:docMk/>
          <pc:sldMk cId="2454853527" sldId="1414"/>
        </pc:sldMkLst>
      </pc:sldChg>
      <pc:sldChg chg="modSp add">
        <pc:chgData name="Sanmukh Kuppannagari" userId="ad215094-da36-4b66-9c79-369a17aea26b" providerId="ADAL" clId="{F807B796-0606-4BF0-9A84-6557326C69B2}" dt="2024-09-03T13:48:36.753" v="5246" actId="1076"/>
        <pc:sldMkLst>
          <pc:docMk/>
          <pc:sldMk cId="458868704" sldId="1415"/>
        </pc:sldMkLst>
      </pc:sldChg>
      <pc:sldChg chg="modSp add mod">
        <pc:chgData name="Sanmukh Kuppannagari" userId="ad215094-da36-4b66-9c79-369a17aea26b" providerId="ADAL" clId="{F807B796-0606-4BF0-9A84-6557326C69B2}" dt="2024-09-03T13:53:12.550" v="5332" actId="20577"/>
        <pc:sldMkLst>
          <pc:docMk/>
          <pc:sldMk cId="1712966043" sldId="1416"/>
        </pc:sldMkLst>
      </pc:sldChg>
      <pc:sldChg chg="modSp add mod">
        <pc:chgData name="Sanmukh Kuppannagari" userId="ad215094-da36-4b66-9c79-369a17aea26b" providerId="ADAL" clId="{F807B796-0606-4BF0-9A84-6557326C69B2}" dt="2024-09-03T13:54:02.045" v="5365" actId="1076"/>
        <pc:sldMkLst>
          <pc:docMk/>
          <pc:sldMk cId="2077281943" sldId="1417"/>
        </pc:sldMkLst>
      </pc:sldChg>
      <pc:sldChg chg="modSp new mod">
        <pc:chgData name="Sanmukh Kuppannagari" userId="ad215094-da36-4b66-9c79-369a17aea26b" providerId="ADAL" clId="{F807B796-0606-4BF0-9A84-6557326C69B2}" dt="2024-09-03T17:18:57.431" v="5611" actId="20577"/>
        <pc:sldMkLst>
          <pc:docMk/>
          <pc:sldMk cId="2646681002" sldId="1418"/>
        </pc:sldMkLst>
      </pc:sldChg>
      <pc:sldChg chg="modSp new mod">
        <pc:chgData name="Sanmukh Kuppannagari" userId="ad215094-da36-4b66-9c79-369a17aea26b" providerId="ADAL" clId="{F807B796-0606-4BF0-9A84-6557326C69B2}" dt="2024-09-03T17:20:30.540" v="5941" actId="20577"/>
        <pc:sldMkLst>
          <pc:docMk/>
          <pc:sldMk cId="2756067693" sldId="1419"/>
        </pc:sldMkLst>
      </pc:sldChg>
      <pc:sldChg chg="addSp modSp new mod">
        <pc:chgData name="Sanmukh Kuppannagari" userId="ad215094-da36-4b66-9c79-369a17aea26b" providerId="ADAL" clId="{F807B796-0606-4BF0-9A84-6557326C69B2}" dt="2024-09-03T17:26:17.273" v="6104" actId="27636"/>
        <pc:sldMkLst>
          <pc:docMk/>
          <pc:sldMk cId="519883686" sldId="1420"/>
        </pc:sldMkLst>
      </pc:sldChg>
      <pc:sldChg chg="modSp new mod">
        <pc:chgData name="Sanmukh Kuppannagari" userId="ad215094-da36-4b66-9c79-369a17aea26b" providerId="ADAL" clId="{F807B796-0606-4BF0-9A84-6557326C69B2}" dt="2024-09-03T17:27:21.796" v="6281" actId="20577"/>
        <pc:sldMkLst>
          <pc:docMk/>
          <pc:sldMk cId="3752423486" sldId="1421"/>
        </pc:sldMkLst>
      </pc:sldChg>
    </pc:docChg>
  </pc:docChgLst>
  <pc:docChgLst>
    <pc:chgData name="Sanmukh Kuppannagari" userId="ad215094-da36-4b66-9c79-369a17aea26b" providerId="ADAL" clId="{AFDD13B8-1E7C-41EB-AB20-75C4B6C5C716}"/>
    <pc:docChg chg="undo custSel addSld delSld modSld sldOrd">
      <pc:chgData name="Sanmukh Kuppannagari" userId="ad215094-da36-4b66-9c79-369a17aea26b" providerId="ADAL" clId="{AFDD13B8-1E7C-41EB-AB20-75C4B6C5C716}" dt="2025-10-07T14:06:42.353" v="3632" actId="20577"/>
      <pc:docMkLst>
        <pc:docMk/>
      </pc:docMkLst>
      <pc:sldChg chg="modSp mod">
        <pc:chgData name="Sanmukh Kuppannagari" userId="ad215094-da36-4b66-9c79-369a17aea26b" providerId="ADAL" clId="{AFDD13B8-1E7C-41EB-AB20-75C4B6C5C716}" dt="2025-10-07T14:06:42.353" v="3632" actId="20577"/>
        <pc:sldMkLst>
          <pc:docMk/>
          <pc:sldMk cId="728785357" sldId="256"/>
        </pc:sldMkLst>
        <pc:spChg chg="mod">
          <ac:chgData name="Sanmukh Kuppannagari" userId="ad215094-da36-4b66-9c79-369a17aea26b" providerId="ADAL" clId="{AFDD13B8-1E7C-41EB-AB20-75C4B6C5C716}" dt="2025-10-07T14:06:42.353" v="3632" actId="20577"/>
          <ac:spMkLst>
            <pc:docMk/>
            <pc:sldMk cId="728785357" sldId="256"/>
            <ac:spMk id="3" creationId="{C46BB279-3651-105A-8503-217F67B1FED8}"/>
          </ac:spMkLst>
        </pc:spChg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0" sldId="258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0" sldId="259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0" sldId="260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0" sldId="262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0" sldId="266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3747551071" sldId="966"/>
        </pc:sldMkLst>
      </pc:sldChg>
      <pc:sldChg chg="add">
        <pc:chgData name="Sanmukh Kuppannagari" userId="ad215094-da36-4b66-9c79-369a17aea26b" providerId="ADAL" clId="{AFDD13B8-1E7C-41EB-AB20-75C4B6C5C716}" dt="2025-10-07T13:22:22.638" v="153"/>
        <pc:sldMkLst>
          <pc:docMk/>
          <pc:sldMk cId="1199527142" sldId="1281"/>
        </pc:sldMkLst>
      </pc:sldChg>
      <pc:sldChg chg="add">
        <pc:chgData name="Sanmukh Kuppannagari" userId="ad215094-da36-4b66-9c79-369a17aea26b" providerId="ADAL" clId="{AFDD13B8-1E7C-41EB-AB20-75C4B6C5C716}" dt="2025-10-07T13:22:22.638" v="153"/>
        <pc:sldMkLst>
          <pc:docMk/>
          <pc:sldMk cId="1004796864" sldId="1282"/>
        </pc:sldMkLst>
      </pc:sldChg>
      <pc:sldChg chg="add">
        <pc:chgData name="Sanmukh Kuppannagari" userId="ad215094-da36-4b66-9c79-369a17aea26b" providerId="ADAL" clId="{AFDD13B8-1E7C-41EB-AB20-75C4B6C5C716}" dt="2025-10-07T13:22:22.638" v="153"/>
        <pc:sldMkLst>
          <pc:docMk/>
          <pc:sldMk cId="3902944658" sldId="1309"/>
        </pc:sldMkLst>
      </pc:sldChg>
      <pc:sldChg chg="add">
        <pc:chgData name="Sanmukh Kuppannagari" userId="ad215094-da36-4b66-9c79-369a17aea26b" providerId="ADAL" clId="{AFDD13B8-1E7C-41EB-AB20-75C4B6C5C716}" dt="2025-10-07T13:22:22.638" v="153"/>
        <pc:sldMkLst>
          <pc:docMk/>
          <pc:sldMk cId="2577631310" sldId="1310"/>
        </pc:sldMkLst>
      </pc:sldChg>
      <pc:sldChg chg="add">
        <pc:chgData name="Sanmukh Kuppannagari" userId="ad215094-da36-4b66-9c79-369a17aea26b" providerId="ADAL" clId="{AFDD13B8-1E7C-41EB-AB20-75C4B6C5C716}" dt="2025-10-07T13:22:22.638" v="153"/>
        <pc:sldMkLst>
          <pc:docMk/>
          <pc:sldMk cId="692720287" sldId="1311"/>
        </pc:sldMkLst>
      </pc:sldChg>
      <pc:sldChg chg="add">
        <pc:chgData name="Sanmukh Kuppannagari" userId="ad215094-da36-4b66-9c79-369a17aea26b" providerId="ADAL" clId="{AFDD13B8-1E7C-41EB-AB20-75C4B6C5C716}" dt="2025-10-07T13:22:22.638" v="153"/>
        <pc:sldMkLst>
          <pc:docMk/>
          <pc:sldMk cId="4072723455" sldId="1312"/>
        </pc:sldMkLst>
      </pc:sldChg>
      <pc:sldChg chg="add">
        <pc:chgData name="Sanmukh Kuppannagari" userId="ad215094-da36-4b66-9c79-369a17aea26b" providerId="ADAL" clId="{AFDD13B8-1E7C-41EB-AB20-75C4B6C5C716}" dt="2025-10-07T13:22:22.638" v="153"/>
        <pc:sldMkLst>
          <pc:docMk/>
          <pc:sldMk cId="830590251" sldId="1313"/>
        </pc:sldMkLst>
      </pc:sldChg>
      <pc:sldChg chg="add">
        <pc:chgData name="Sanmukh Kuppannagari" userId="ad215094-da36-4b66-9c79-369a17aea26b" providerId="ADAL" clId="{AFDD13B8-1E7C-41EB-AB20-75C4B6C5C716}" dt="2025-10-07T13:22:22.638" v="153"/>
        <pc:sldMkLst>
          <pc:docMk/>
          <pc:sldMk cId="3979417289" sldId="1314"/>
        </pc:sldMkLst>
      </pc:sldChg>
      <pc:sldChg chg="add">
        <pc:chgData name="Sanmukh Kuppannagari" userId="ad215094-da36-4b66-9c79-369a17aea26b" providerId="ADAL" clId="{AFDD13B8-1E7C-41EB-AB20-75C4B6C5C716}" dt="2025-10-07T13:22:22.638" v="153"/>
        <pc:sldMkLst>
          <pc:docMk/>
          <pc:sldMk cId="2062603384" sldId="1315"/>
        </pc:sldMkLst>
      </pc:sldChg>
      <pc:sldChg chg="add">
        <pc:chgData name="Sanmukh Kuppannagari" userId="ad215094-da36-4b66-9c79-369a17aea26b" providerId="ADAL" clId="{AFDD13B8-1E7C-41EB-AB20-75C4B6C5C716}" dt="2025-10-07T13:22:22.638" v="153"/>
        <pc:sldMkLst>
          <pc:docMk/>
          <pc:sldMk cId="3238687387" sldId="1316"/>
        </pc:sldMkLst>
      </pc:sldChg>
      <pc:sldChg chg="add">
        <pc:chgData name="Sanmukh Kuppannagari" userId="ad215094-da36-4b66-9c79-369a17aea26b" providerId="ADAL" clId="{AFDD13B8-1E7C-41EB-AB20-75C4B6C5C716}" dt="2025-10-07T13:22:22.638" v="153"/>
        <pc:sldMkLst>
          <pc:docMk/>
          <pc:sldMk cId="105581169" sldId="1317"/>
        </pc:sldMkLst>
      </pc:sldChg>
      <pc:sldChg chg="add">
        <pc:chgData name="Sanmukh Kuppannagari" userId="ad215094-da36-4b66-9c79-369a17aea26b" providerId="ADAL" clId="{AFDD13B8-1E7C-41EB-AB20-75C4B6C5C716}" dt="2025-10-07T13:22:22.638" v="153"/>
        <pc:sldMkLst>
          <pc:docMk/>
          <pc:sldMk cId="1626710577" sldId="1318"/>
        </pc:sldMkLst>
      </pc:sldChg>
      <pc:sldChg chg="add">
        <pc:chgData name="Sanmukh Kuppannagari" userId="ad215094-da36-4b66-9c79-369a17aea26b" providerId="ADAL" clId="{AFDD13B8-1E7C-41EB-AB20-75C4B6C5C716}" dt="2025-10-07T13:22:22.638" v="153"/>
        <pc:sldMkLst>
          <pc:docMk/>
          <pc:sldMk cId="2589855805" sldId="1319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2407279723" sldId="1453"/>
        </pc:sldMkLst>
      </pc:sldChg>
      <pc:sldChg chg="modSp mod">
        <pc:chgData name="Sanmukh Kuppannagari" userId="ad215094-da36-4b66-9c79-369a17aea26b" providerId="ADAL" clId="{AFDD13B8-1E7C-41EB-AB20-75C4B6C5C716}" dt="2025-10-07T14:06:31.157" v="3631" actId="20577"/>
        <pc:sldMkLst>
          <pc:docMk/>
          <pc:sldMk cId="1297240811" sldId="1551"/>
        </pc:sldMkLst>
        <pc:spChg chg="mod">
          <ac:chgData name="Sanmukh Kuppannagari" userId="ad215094-da36-4b66-9c79-369a17aea26b" providerId="ADAL" clId="{AFDD13B8-1E7C-41EB-AB20-75C4B6C5C716}" dt="2025-10-07T14:06:31.157" v="3631" actId="20577"/>
          <ac:spMkLst>
            <pc:docMk/>
            <pc:sldMk cId="1297240811" sldId="1551"/>
            <ac:spMk id="3" creationId="{E7FF2391-E8AE-9A93-A4FC-0E02B54BC29C}"/>
          </ac:spMkLst>
        </pc:spChg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2224980005" sldId="1593"/>
        </pc:sldMkLst>
      </pc:sldChg>
      <pc:sldChg chg="add">
        <pc:chgData name="Sanmukh Kuppannagari" userId="ad215094-da36-4b66-9c79-369a17aea26b" providerId="ADAL" clId="{AFDD13B8-1E7C-41EB-AB20-75C4B6C5C716}" dt="2025-10-07T13:22:59.285" v="154"/>
        <pc:sldMkLst>
          <pc:docMk/>
          <pc:sldMk cId="325795403" sldId="1610"/>
        </pc:sldMkLst>
      </pc:sldChg>
      <pc:sldChg chg="modSp mod ord">
        <pc:chgData name="Sanmukh Kuppannagari" userId="ad215094-da36-4b66-9c79-369a17aea26b" providerId="ADAL" clId="{AFDD13B8-1E7C-41EB-AB20-75C4B6C5C716}" dt="2025-10-07T13:26:00.701" v="247"/>
        <pc:sldMkLst>
          <pc:docMk/>
          <pc:sldMk cId="4196385676" sldId="1654"/>
        </pc:sldMkLst>
        <pc:spChg chg="mod">
          <ac:chgData name="Sanmukh Kuppannagari" userId="ad215094-da36-4b66-9c79-369a17aea26b" providerId="ADAL" clId="{AFDD13B8-1E7C-41EB-AB20-75C4B6C5C716}" dt="2025-10-07T13:18:17.524" v="92" actId="20577"/>
          <ac:spMkLst>
            <pc:docMk/>
            <pc:sldMk cId="4196385676" sldId="1654"/>
            <ac:spMk id="3" creationId="{BA686383-F2F5-3E55-940F-988CE19CCA24}"/>
          </ac:spMkLst>
        </pc:spChg>
      </pc:sldChg>
      <pc:sldChg chg="addSp delSp modSp new mod">
        <pc:chgData name="Sanmukh Kuppannagari" userId="ad215094-da36-4b66-9c79-369a17aea26b" providerId="ADAL" clId="{AFDD13B8-1E7C-41EB-AB20-75C4B6C5C716}" dt="2025-10-07T13:25:47.934" v="245" actId="1582"/>
        <pc:sldMkLst>
          <pc:docMk/>
          <pc:sldMk cId="2398009641" sldId="1655"/>
        </pc:sldMkLst>
        <pc:spChg chg="mod">
          <ac:chgData name="Sanmukh Kuppannagari" userId="ad215094-da36-4b66-9c79-369a17aea26b" providerId="ADAL" clId="{AFDD13B8-1E7C-41EB-AB20-75C4B6C5C716}" dt="2025-10-07T13:21:23.419" v="150" actId="5793"/>
          <ac:spMkLst>
            <pc:docMk/>
            <pc:sldMk cId="2398009641" sldId="1655"/>
            <ac:spMk id="2" creationId="{9342D065-DD4D-8114-CE38-927D468962BF}"/>
          </ac:spMkLst>
        </pc:spChg>
        <pc:spChg chg="mod">
          <ac:chgData name="Sanmukh Kuppannagari" userId="ad215094-da36-4b66-9c79-369a17aea26b" providerId="ADAL" clId="{AFDD13B8-1E7C-41EB-AB20-75C4B6C5C716}" dt="2025-10-07T13:21:27.039" v="152"/>
          <ac:spMkLst>
            <pc:docMk/>
            <pc:sldMk cId="2398009641" sldId="1655"/>
            <ac:spMk id="5" creationId="{2EC20FD5-FF43-4837-7CA3-6327D4BF0B30}"/>
          </ac:spMkLst>
        </pc:spChg>
        <pc:spChg chg="mod">
          <ac:chgData name="Sanmukh Kuppannagari" userId="ad215094-da36-4b66-9c79-369a17aea26b" providerId="ADAL" clId="{AFDD13B8-1E7C-41EB-AB20-75C4B6C5C716}" dt="2025-10-07T13:21:27.039" v="152"/>
          <ac:spMkLst>
            <pc:docMk/>
            <pc:sldMk cId="2398009641" sldId="1655"/>
            <ac:spMk id="6" creationId="{13A8D2FC-62E6-07D2-05F3-45F2BA879F5E}"/>
          </ac:spMkLst>
        </pc:spChg>
        <pc:spChg chg="mod">
          <ac:chgData name="Sanmukh Kuppannagari" userId="ad215094-da36-4b66-9c79-369a17aea26b" providerId="ADAL" clId="{AFDD13B8-1E7C-41EB-AB20-75C4B6C5C716}" dt="2025-10-07T13:21:27.039" v="152"/>
          <ac:spMkLst>
            <pc:docMk/>
            <pc:sldMk cId="2398009641" sldId="1655"/>
            <ac:spMk id="7" creationId="{7DB1EA2A-6333-C2C2-DEC7-6BA208F392C3}"/>
          </ac:spMkLst>
        </pc:spChg>
        <pc:spChg chg="mod">
          <ac:chgData name="Sanmukh Kuppannagari" userId="ad215094-da36-4b66-9c79-369a17aea26b" providerId="ADAL" clId="{AFDD13B8-1E7C-41EB-AB20-75C4B6C5C716}" dt="2025-10-07T13:21:27.039" v="152"/>
          <ac:spMkLst>
            <pc:docMk/>
            <pc:sldMk cId="2398009641" sldId="1655"/>
            <ac:spMk id="12" creationId="{D9AF2FD1-B85F-B4CE-4407-B050485E50C1}"/>
          </ac:spMkLst>
        </pc:spChg>
        <pc:spChg chg="add mod">
          <ac:chgData name="Sanmukh Kuppannagari" userId="ad215094-da36-4b66-9c79-369a17aea26b" providerId="ADAL" clId="{AFDD13B8-1E7C-41EB-AB20-75C4B6C5C716}" dt="2025-10-07T13:24:18.166" v="189" actId="1076"/>
          <ac:spMkLst>
            <pc:docMk/>
            <pc:sldMk cId="2398009641" sldId="1655"/>
            <ac:spMk id="15" creationId="{DC916C1F-AE1D-C4F8-95CF-5C3343AF3072}"/>
          </ac:spMkLst>
        </pc:spChg>
        <pc:spChg chg="add mod">
          <ac:chgData name="Sanmukh Kuppannagari" userId="ad215094-da36-4b66-9c79-369a17aea26b" providerId="ADAL" clId="{AFDD13B8-1E7C-41EB-AB20-75C4B6C5C716}" dt="2025-10-07T13:25:39.250" v="242" actId="1076"/>
          <ac:spMkLst>
            <pc:docMk/>
            <pc:sldMk cId="2398009641" sldId="1655"/>
            <ac:spMk id="18" creationId="{503CDAB0-A87D-93A7-09B1-7992DA5F8DE4}"/>
          </ac:spMkLst>
        </pc:spChg>
        <pc:spChg chg="add mod">
          <ac:chgData name="Sanmukh Kuppannagari" userId="ad215094-da36-4b66-9c79-369a17aea26b" providerId="ADAL" clId="{AFDD13B8-1E7C-41EB-AB20-75C4B6C5C716}" dt="2025-10-07T13:25:10.306" v="201" actId="1582"/>
          <ac:spMkLst>
            <pc:docMk/>
            <pc:sldMk cId="2398009641" sldId="1655"/>
            <ac:spMk id="22" creationId="{70D42ADC-48B6-B12E-6343-85ECDA709157}"/>
          </ac:spMkLst>
        </pc:spChg>
        <pc:spChg chg="add mod">
          <ac:chgData name="Sanmukh Kuppannagari" userId="ad215094-da36-4b66-9c79-369a17aea26b" providerId="ADAL" clId="{AFDD13B8-1E7C-41EB-AB20-75C4B6C5C716}" dt="2025-10-07T13:25:31.157" v="240" actId="1076"/>
          <ac:spMkLst>
            <pc:docMk/>
            <pc:sldMk cId="2398009641" sldId="1655"/>
            <ac:spMk id="23" creationId="{854A669B-619A-416F-8639-899062E0B41C}"/>
          </ac:spMkLst>
        </pc:spChg>
        <pc:grpChg chg="add mod">
          <ac:chgData name="Sanmukh Kuppannagari" userId="ad215094-da36-4b66-9c79-369a17aea26b" providerId="ADAL" clId="{AFDD13B8-1E7C-41EB-AB20-75C4B6C5C716}" dt="2025-10-07T13:24:18.166" v="189" actId="1076"/>
          <ac:grpSpMkLst>
            <pc:docMk/>
            <pc:sldMk cId="2398009641" sldId="1655"/>
            <ac:grpSpMk id="4" creationId="{48110483-3208-7B79-A83D-48AEDF579011}"/>
          </ac:grpSpMkLst>
        </pc:grpChg>
        <pc:grpChg chg="mod">
          <ac:chgData name="Sanmukh Kuppannagari" userId="ad215094-da36-4b66-9c79-369a17aea26b" providerId="ADAL" clId="{AFDD13B8-1E7C-41EB-AB20-75C4B6C5C716}" dt="2025-10-07T13:21:27.039" v="152"/>
          <ac:grpSpMkLst>
            <pc:docMk/>
            <pc:sldMk cId="2398009641" sldId="1655"/>
            <ac:grpSpMk id="10" creationId="{F1CCAE76-84E1-F866-1606-68FA318EAE39}"/>
          </ac:grpSpMkLst>
        </pc:grpChg>
        <pc:cxnChg chg="mod">
          <ac:chgData name="Sanmukh Kuppannagari" userId="ad215094-da36-4b66-9c79-369a17aea26b" providerId="ADAL" clId="{AFDD13B8-1E7C-41EB-AB20-75C4B6C5C716}" dt="2025-10-07T13:21:27.039" v="152"/>
          <ac:cxnSpMkLst>
            <pc:docMk/>
            <pc:sldMk cId="2398009641" sldId="1655"/>
            <ac:cxnSpMk id="11" creationId="{C7C6C4CA-DE0C-1411-A13C-171460D4838D}"/>
          </ac:cxnSpMkLst>
        </pc:cxnChg>
        <pc:cxnChg chg="add mod">
          <ac:chgData name="Sanmukh Kuppannagari" userId="ad215094-da36-4b66-9c79-369a17aea26b" providerId="ADAL" clId="{AFDD13B8-1E7C-41EB-AB20-75C4B6C5C716}" dt="2025-10-07T13:24:18.166" v="189" actId="1076"/>
          <ac:cxnSpMkLst>
            <pc:docMk/>
            <pc:sldMk cId="2398009641" sldId="1655"/>
            <ac:cxnSpMk id="16" creationId="{1FF604AB-F258-1117-E0EA-600F02462CB9}"/>
          </ac:cxnSpMkLst>
        </pc:cxnChg>
        <pc:cxnChg chg="add mod">
          <ac:chgData name="Sanmukh Kuppannagari" userId="ad215094-da36-4b66-9c79-369a17aea26b" providerId="ADAL" clId="{AFDD13B8-1E7C-41EB-AB20-75C4B6C5C716}" dt="2025-10-07T13:25:47.934" v="245" actId="1582"/>
          <ac:cxnSpMkLst>
            <pc:docMk/>
            <pc:sldMk cId="2398009641" sldId="1655"/>
            <ac:cxnSpMk id="25" creationId="{CEAABA44-1B81-2C20-3E98-6FF7D8CC4D03}"/>
          </ac:cxnSpMkLst>
        </pc:cxnChg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3827926018" sldId="1655"/>
        </pc:sldMkLst>
      </pc:sldChg>
      <pc:sldChg chg="modSp add mod">
        <pc:chgData name="Sanmukh Kuppannagari" userId="ad215094-da36-4b66-9c79-369a17aea26b" providerId="ADAL" clId="{AFDD13B8-1E7C-41EB-AB20-75C4B6C5C716}" dt="2025-10-07T14:05:52.137" v="3590" actId="20577"/>
        <pc:sldMkLst>
          <pc:docMk/>
          <pc:sldMk cId="3178084316" sldId="1656"/>
        </pc:sldMkLst>
        <pc:spChg chg="mod">
          <ac:chgData name="Sanmukh Kuppannagari" userId="ad215094-da36-4b66-9c79-369a17aea26b" providerId="ADAL" clId="{AFDD13B8-1E7C-41EB-AB20-75C4B6C5C716}" dt="2025-10-07T14:05:52.137" v="3590" actId="20577"/>
          <ac:spMkLst>
            <pc:docMk/>
            <pc:sldMk cId="3178084316" sldId="1656"/>
            <ac:spMk id="3" creationId="{686C2655-067D-1D95-248A-E14979DA0705}"/>
          </ac:spMkLst>
        </pc:spChg>
      </pc:sldChg>
      <pc:sldChg chg="addSp delSp modSp new mod">
        <pc:chgData name="Sanmukh Kuppannagari" userId="ad215094-da36-4b66-9c79-369a17aea26b" providerId="ADAL" clId="{AFDD13B8-1E7C-41EB-AB20-75C4B6C5C716}" dt="2025-10-07T13:28:50.823" v="504" actId="20577"/>
        <pc:sldMkLst>
          <pc:docMk/>
          <pc:sldMk cId="721012684" sldId="1657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1126683211" sldId="1657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0" sldId="1658"/>
        </pc:sldMkLst>
      </pc:sldChg>
      <pc:sldChg chg="modSp new mod">
        <pc:chgData name="Sanmukh Kuppannagari" userId="ad215094-da36-4b66-9c79-369a17aea26b" providerId="ADAL" clId="{AFDD13B8-1E7C-41EB-AB20-75C4B6C5C716}" dt="2025-10-07T13:31:03.517" v="766" actId="20577"/>
        <pc:sldMkLst>
          <pc:docMk/>
          <pc:sldMk cId="3084234140" sldId="1658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178547182" sldId="1659"/>
        </pc:sldMkLst>
      </pc:sldChg>
      <pc:sldChg chg="modSp new mod">
        <pc:chgData name="Sanmukh Kuppannagari" userId="ad215094-da36-4b66-9c79-369a17aea26b" providerId="ADAL" clId="{AFDD13B8-1E7C-41EB-AB20-75C4B6C5C716}" dt="2025-10-07T13:33:04.699" v="921" actId="20577"/>
        <pc:sldMkLst>
          <pc:docMk/>
          <pc:sldMk cId="3688610692" sldId="1659"/>
        </pc:sldMkLst>
      </pc:sldChg>
      <pc:sldChg chg="modSp new mod">
        <pc:chgData name="Sanmukh Kuppannagari" userId="ad215094-da36-4b66-9c79-369a17aea26b" providerId="ADAL" clId="{AFDD13B8-1E7C-41EB-AB20-75C4B6C5C716}" dt="2025-10-07T13:36:55.819" v="1197" actId="20577"/>
        <pc:sldMkLst>
          <pc:docMk/>
          <pc:sldMk cId="820733737" sldId="1660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2565062636" sldId="1660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1339166027" sldId="1661"/>
        </pc:sldMkLst>
      </pc:sldChg>
      <pc:sldChg chg="addSp delSp modSp new mod">
        <pc:chgData name="Sanmukh Kuppannagari" userId="ad215094-da36-4b66-9c79-369a17aea26b" providerId="ADAL" clId="{AFDD13B8-1E7C-41EB-AB20-75C4B6C5C716}" dt="2025-10-07T13:38:39.613" v="1213" actId="207"/>
        <pc:sldMkLst>
          <pc:docMk/>
          <pc:sldMk cId="3529754559" sldId="1661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2624462833" sldId="1662"/>
        </pc:sldMkLst>
      </pc:sldChg>
      <pc:sldChg chg="modSp add mod">
        <pc:chgData name="Sanmukh Kuppannagari" userId="ad215094-da36-4b66-9c79-369a17aea26b" providerId="ADAL" clId="{AFDD13B8-1E7C-41EB-AB20-75C4B6C5C716}" dt="2025-10-07T13:38:31.563" v="1211" actId="207"/>
        <pc:sldMkLst>
          <pc:docMk/>
          <pc:sldMk cId="4048591119" sldId="1662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2149957229" sldId="1663"/>
        </pc:sldMkLst>
      </pc:sldChg>
      <pc:sldChg chg="modSp add mod">
        <pc:chgData name="Sanmukh Kuppannagari" userId="ad215094-da36-4b66-9c79-369a17aea26b" providerId="ADAL" clId="{AFDD13B8-1E7C-41EB-AB20-75C4B6C5C716}" dt="2025-10-07T13:38:51.428" v="1215" actId="207"/>
        <pc:sldMkLst>
          <pc:docMk/>
          <pc:sldMk cId="4291627004" sldId="1663"/>
        </pc:sldMkLst>
      </pc:sldChg>
      <pc:sldChg chg="addSp modSp add mod">
        <pc:chgData name="Sanmukh Kuppannagari" userId="ad215094-da36-4b66-9c79-369a17aea26b" providerId="ADAL" clId="{AFDD13B8-1E7C-41EB-AB20-75C4B6C5C716}" dt="2025-10-07T13:39:40.772" v="1359" actId="20577"/>
        <pc:sldMkLst>
          <pc:docMk/>
          <pc:sldMk cId="575807342" sldId="1664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712084877" sldId="1664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2266587701" sldId="1665"/>
        </pc:sldMkLst>
      </pc:sldChg>
      <pc:sldChg chg="modSp add mod">
        <pc:chgData name="Sanmukh Kuppannagari" userId="ad215094-da36-4b66-9c79-369a17aea26b" providerId="ADAL" clId="{AFDD13B8-1E7C-41EB-AB20-75C4B6C5C716}" dt="2025-10-07T13:39:58.799" v="1361" actId="207"/>
        <pc:sldMkLst>
          <pc:docMk/>
          <pc:sldMk cId="3047999574" sldId="1665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313803335" sldId="1666"/>
        </pc:sldMkLst>
      </pc:sldChg>
      <pc:sldChg chg="modSp add mod">
        <pc:chgData name="Sanmukh Kuppannagari" userId="ad215094-da36-4b66-9c79-369a17aea26b" providerId="ADAL" clId="{AFDD13B8-1E7C-41EB-AB20-75C4B6C5C716}" dt="2025-10-07T13:40:37.382" v="1496" actId="20577"/>
        <pc:sldMkLst>
          <pc:docMk/>
          <pc:sldMk cId="3129444039" sldId="1666"/>
        </pc:sldMkLst>
      </pc:sldChg>
      <pc:sldChg chg="add">
        <pc:chgData name="Sanmukh Kuppannagari" userId="ad215094-da36-4b66-9c79-369a17aea26b" providerId="ADAL" clId="{AFDD13B8-1E7C-41EB-AB20-75C4B6C5C716}" dt="2025-10-07T13:40:45.656" v="1497"/>
        <pc:sldMkLst>
          <pc:docMk/>
          <pc:sldMk cId="1534226262" sldId="1667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2713036896" sldId="1667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501699220" sldId="1668"/>
        </pc:sldMkLst>
      </pc:sldChg>
      <pc:sldChg chg="modSp add mod">
        <pc:chgData name="Sanmukh Kuppannagari" userId="ad215094-da36-4b66-9c79-369a17aea26b" providerId="ADAL" clId="{AFDD13B8-1E7C-41EB-AB20-75C4B6C5C716}" dt="2025-10-07T13:42:01.694" v="1622" actId="20577"/>
        <pc:sldMkLst>
          <pc:docMk/>
          <pc:sldMk cId="1267407034" sldId="1668"/>
        </pc:sldMkLst>
      </pc:sldChg>
      <pc:sldChg chg="modSp new mod">
        <pc:chgData name="Sanmukh Kuppannagari" userId="ad215094-da36-4b66-9c79-369a17aea26b" providerId="ADAL" clId="{AFDD13B8-1E7C-41EB-AB20-75C4B6C5C716}" dt="2025-10-07T13:45:15.542" v="1977" actId="20577"/>
        <pc:sldMkLst>
          <pc:docMk/>
          <pc:sldMk cId="3091879926" sldId="1669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3109609256" sldId="1669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699723536" sldId="1670"/>
        </pc:sldMkLst>
      </pc:sldChg>
      <pc:sldChg chg="modSp new mod">
        <pc:chgData name="Sanmukh Kuppannagari" userId="ad215094-da36-4b66-9c79-369a17aea26b" providerId="ADAL" clId="{AFDD13B8-1E7C-41EB-AB20-75C4B6C5C716}" dt="2025-10-07T13:46:37.784" v="2113" actId="20577"/>
        <pc:sldMkLst>
          <pc:docMk/>
          <pc:sldMk cId="1267707599" sldId="1670"/>
        </pc:sldMkLst>
      </pc:sldChg>
      <pc:sldChg chg="addSp modSp new mod">
        <pc:chgData name="Sanmukh Kuppannagari" userId="ad215094-da36-4b66-9c79-369a17aea26b" providerId="ADAL" clId="{AFDD13B8-1E7C-41EB-AB20-75C4B6C5C716}" dt="2025-10-07T13:48:56.277" v="2376" actId="20577"/>
        <pc:sldMkLst>
          <pc:docMk/>
          <pc:sldMk cId="1007048104" sldId="1671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2977703802" sldId="1671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1025298737" sldId="1672"/>
        </pc:sldMkLst>
      </pc:sldChg>
      <pc:sldChg chg="addSp modSp new mod">
        <pc:chgData name="Sanmukh Kuppannagari" userId="ad215094-da36-4b66-9c79-369a17aea26b" providerId="ADAL" clId="{AFDD13B8-1E7C-41EB-AB20-75C4B6C5C716}" dt="2025-10-07T13:50:53.412" v="2514" actId="1076"/>
        <pc:sldMkLst>
          <pc:docMk/>
          <pc:sldMk cId="2438713998" sldId="1672"/>
        </pc:sldMkLst>
      </pc:sldChg>
      <pc:sldChg chg="addSp modSp new mod">
        <pc:chgData name="Sanmukh Kuppannagari" userId="ad215094-da36-4b66-9c79-369a17aea26b" providerId="ADAL" clId="{AFDD13B8-1E7C-41EB-AB20-75C4B6C5C716}" dt="2025-10-07T13:52:19.840" v="2570" actId="27636"/>
        <pc:sldMkLst>
          <pc:docMk/>
          <pc:sldMk cId="1018421256" sldId="1673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1451224726" sldId="1673"/>
        </pc:sldMkLst>
      </pc:sldChg>
      <pc:sldChg chg="addSp modSp new mod">
        <pc:chgData name="Sanmukh Kuppannagari" userId="ad215094-da36-4b66-9c79-369a17aea26b" providerId="ADAL" clId="{AFDD13B8-1E7C-41EB-AB20-75C4B6C5C716}" dt="2025-10-07T13:53:08.596" v="2577" actId="14100"/>
        <pc:sldMkLst>
          <pc:docMk/>
          <pc:sldMk cId="446159556" sldId="1674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1663435473" sldId="1674"/>
        </pc:sldMkLst>
      </pc:sldChg>
      <pc:sldChg chg="addSp modSp new mod">
        <pc:chgData name="Sanmukh Kuppannagari" userId="ad215094-da36-4b66-9c79-369a17aea26b" providerId="ADAL" clId="{AFDD13B8-1E7C-41EB-AB20-75C4B6C5C716}" dt="2025-10-07T13:54:51.931" v="2672" actId="1076"/>
        <pc:sldMkLst>
          <pc:docMk/>
          <pc:sldMk cId="2560593250" sldId="1675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2929793479" sldId="1675"/>
        </pc:sldMkLst>
      </pc:sldChg>
      <pc:sldChg chg="addSp modSp new mod">
        <pc:chgData name="Sanmukh Kuppannagari" userId="ad215094-da36-4b66-9c79-369a17aea26b" providerId="ADAL" clId="{AFDD13B8-1E7C-41EB-AB20-75C4B6C5C716}" dt="2025-10-07T13:57:00.119" v="2832"/>
        <pc:sldMkLst>
          <pc:docMk/>
          <pc:sldMk cId="2790212108" sldId="1676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3007505505" sldId="1676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1993539528" sldId="1677"/>
        </pc:sldMkLst>
      </pc:sldChg>
      <pc:sldChg chg="addSp modSp new mod">
        <pc:chgData name="Sanmukh Kuppannagari" userId="ad215094-da36-4b66-9c79-369a17aea26b" providerId="ADAL" clId="{AFDD13B8-1E7C-41EB-AB20-75C4B6C5C716}" dt="2025-10-07T13:58:51.897" v="3157" actId="20577"/>
        <pc:sldMkLst>
          <pc:docMk/>
          <pc:sldMk cId="3814563517" sldId="1677"/>
        </pc:sldMkLst>
      </pc:sldChg>
      <pc:sldChg chg="addSp modSp new mod">
        <pc:chgData name="Sanmukh Kuppannagari" userId="ad215094-da36-4b66-9c79-369a17aea26b" providerId="ADAL" clId="{AFDD13B8-1E7C-41EB-AB20-75C4B6C5C716}" dt="2025-10-07T14:00:35.338" v="3390" actId="20577"/>
        <pc:sldMkLst>
          <pc:docMk/>
          <pc:sldMk cId="513746580" sldId="1678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2578221493" sldId="1678"/>
        </pc:sldMkLst>
      </pc:sldChg>
      <pc:sldChg chg="addSp modSp new mod">
        <pc:chgData name="Sanmukh Kuppannagari" userId="ad215094-da36-4b66-9c79-369a17aea26b" providerId="ADAL" clId="{AFDD13B8-1E7C-41EB-AB20-75C4B6C5C716}" dt="2025-10-07T14:01:27.576" v="3517" actId="20577"/>
        <pc:sldMkLst>
          <pc:docMk/>
          <pc:sldMk cId="974985622" sldId="1679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1613053475" sldId="1679"/>
        </pc:sldMkLst>
      </pc:sldChg>
      <pc:sldChg chg="addSp modSp new mod">
        <pc:chgData name="Sanmukh Kuppannagari" userId="ad215094-da36-4b66-9c79-369a17aea26b" providerId="ADAL" clId="{AFDD13B8-1E7C-41EB-AB20-75C4B6C5C716}" dt="2025-10-07T14:02:52.665" v="3577" actId="1076"/>
        <pc:sldMkLst>
          <pc:docMk/>
          <pc:sldMk cId="614950035" sldId="1680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4288821136" sldId="1680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713649291" sldId="1681"/>
        </pc:sldMkLst>
      </pc:sldChg>
      <pc:sldChg chg="addSp modSp new mod">
        <pc:chgData name="Sanmukh Kuppannagari" userId="ad215094-da36-4b66-9c79-369a17aea26b" providerId="ADAL" clId="{AFDD13B8-1E7C-41EB-AB20-75C4B6C5C716}" dt="2025-10-07T14:05:09.986" v="3588" actId="14100"/>
        <pc:sldMkLst>
          <pc:docMk/>
          <pc:sldMk cId="2214364634" sldId="1681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2412292095" sldId="1682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3696165352" sldId="1683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1014672669" sldId="1684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3583205725" sldId="1685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3713100837" sldId="1686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853030918" sldId="1687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2262641461" sldId="1688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2197773020" sldId="1689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2917265767" sldId="1690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47566484" sldId="1691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851025375" sldId="1692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377812208" sldId="1693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876997423" sldId="1694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3023642248" sldId="1695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929941479" sldId="1696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33851575" sldId="1697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2859358629" sldId="1698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4073093418" sldId="1699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753390099" sldId="1700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770804191" sldId="1701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450254930" sldId="1702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1022401565" sldId="1703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4021966975" sldId="1704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4058017049" sldId="1705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2162981770" sldId="1706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1759895860" sldId="1707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4094945271" sldId="1708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1441692069" sldId="1709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1141591355" sldId="1710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889704452" sldId="1711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3032739401" sldId="1712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766108753" sldId="1713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2259130442" sldId="1714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1994918385" sldId="1715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2212776930" sldId="1716"/>
        </pc:sldMkLst>
      </pc:sldChg>
      <pc:sldChg chg="del">
        <pc:chgData name="Sanmukh Kuppannagari" userId="ad215094-da36-4b66-9c79-369a17aea26b" providerId="ADAL" clId="{AFDD13B8-1E7C-41EB-AB20-75C4B6C5C716}" dt="2025-10-07T13:18:50.528" v="93" actId="47"/>
        <pc:sldMkLst>
          <pc:docMk/>
          <pc:sldMk cId="1122677445" sldId="1717"/>
        </pc:sldMkLst>
      </pc:sldChg>
    </pc:docChg>
  </pc:docChgLst>
  <pc:docChgLst>
    <pc:chgData name="Sanmukh Kuppannagari" userId="ad215094-da36-4b66-9c79-369a17aea26b" providerId="ADAL" clId="{81DCEDA7-60EA-499B-B80C-1BDE2D6C1E99}"/>
    <pc:docChg chg="undo custSel addSld delSld modSld sldOrd">
      <pc:chgData name="Sanmukh Kuppannagari" userId="ad215094-da36-4b66-9c79-369a17aea26b" providerId="ADAL" clId="{81DCEDA7-60EA-499B-B80C-1BDE2D6C1E99}" dt="2024-09-12T15:51:00.215" v="2933" actId="478"/>
      <pc:docMkLst>
        <pc:docMk/>
      </pc:docMkLst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818063122" sldId="347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287006485" sldId="348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541016882" sldId="349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430606432" sldId="35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492042211" sldId="354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998572678" sldId="355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590445591" sldId="356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349920142" sldId="357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740634628" sldId="358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82194659" sldId="359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431469683" sldId="373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72326915" sldId="375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598278600" sldId="389"/>
        </pc:sldMkLst>
      </pc:sldChg>
      <pc:sldChg chg="modSp mod">
        <pc:chgData name="Sanmukh Kuppannagari" userId="ad215094-da36-4b66-9c79-369a17aea26b" providerId="ADAL" clId="{81DCEDA7-60EA-499B-B80C-1BDE2D6C1E99}" dt="2024-09-12T15:36:10.680" v="2760" actId="20577"/>
        <pc:sldMkLst>
          <pc:docMk/>
          <pc:sldMk cId="3837875043" sldId="39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83873654" sldId="42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888738288" sldId="42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793507665" sldId="43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87871764" sldId="43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68865837" sldId="43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302553672" sldId="43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361697695" sldId="43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738599002" sldId="444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967081645" sldId="466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829024903" sldId="640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233672176" sldId="1228"/>
        </pc:sldMkLst>
      </pc:sldChg>
      <pc:sldChg chg="modSp add mod">
        <pc:chgData name="Sanmukh Kuppannagari" userId="ad215094-da36-4b66-9c79-369a17aea26b" providerId="ADAL" clId="{81DCEDA7-60EA-499B-B80C-1BDE2D6C1E99}" dt="2024-09-12T12:57:24.938" v="256"/>
        <pc:sldMkLst>
          <pc:docMk/>
          <pc:sldMk cId="4246288794" sldId="1237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692180613" sldId="1239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4095821644" sldId="1240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559763505" sldId="1241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178271313" sldId="1242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505400230" sldId="124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845386772" sldId="125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683670839" sldId="125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018864358" sldId="125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787861397" sldId="125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706379635" sldId="125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188572601" sldId="125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11274223" sldId="125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969816698" sldId="125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375916416" sldId="126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696076742" sldId="126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8347974" sldId="126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163333809" sldId="126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61059533" sldId="126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769872445" sldId="126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1496660" sldId="126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49417311" sldId="126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981443244" sldId="126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87788205" sldId="126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224902270" sldId="127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430267348" sldId="127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564167782" sldId="127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926195366" sldId="127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115725712" sldId="127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712480366" sldId="127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839462493" sldId="128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617399218" sldId="128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155445605" sldId="1376"/>
        </pc:sldMkLst>
      </pc:sldChg>
      <pc:sldChg chg="del">
        <pc:chgData name="Sanmukh Kuppannagari" userId="ad215094-da36-4b66-9c79-369a17aea26b" providerId="ADAL" clId="{81DCEDA7-60EA-499B-B80C-1BDE2D6C1E99}" dt="2024-09-12T12:44:56.821" v="144" actId="47"/>
        <pc:sldMkLst>
          <pc:docMk/>
          <pc:sldMk cId="2646681002" sldId="1418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024660992" sldId="1422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732262" sldId="1423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162645904" sldId="1424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423648906" sldId="1425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061472416" sldId="1426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109825613" sldId="1427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521121717" sldId="1428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988378371" sldId="1429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300145823" sldId="1430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799776817" sldId="1431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670905119" sldId="1432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681725977" sldId="1433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410148444" sldId="1434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2895113626" sldId="1435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1065455456" sldId="1436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4249774978" sldId="1437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3744848553" sldId="1438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3911730472" sldId="1439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806484747" sldId="1440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510140089" sldId="1441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198400876" sldId="1442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310307108" sldId="1443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39455098" sldId="144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435438658" sldId="144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528700108" sldId="144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448580318" sldId="144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596653468" sldId="144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880408666" sldId="144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060134973" sldId="145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02584918" sldId="1452"/>
        </pc:sldMkLst>
      </pc:sldChg>
      <pc:sldChg chg="modSp add del mod">
        <pc:chgData name="Sanmukh Kuppannagari" userId="ad215094-da36-4b66-9c79-369a17aea26b" providerId="ADAL" clId="{81DCEDA7-60EA-499B-B80C-1BDE2D6C1E99}" dt="2024-09-12T13:58:59.660" v="579" actId="20577"/>
        <pc:sldMkLst>
          <pc:docMk/>
          <pc:sldMk cId="166141272" sldId="145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637042343" sldId="145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77584720" sldId="145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601611775" sldId="145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32978893" sldId="145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977200157" sldId="145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026247998" sldId="145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306065322" sldId="146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428985795" sldId="146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519324463" sldId="146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373048709" sldId="146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075436054" sldId="146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872022406" sldId="1465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474961130" sldId="146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693279848" sldId="146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77406003" sldId="146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913176791" sldId="146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190536048" sldId="147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20050802" sldId="147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84454124" sldId="147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095382800" sldId="147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702332589" sldId="147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957084145" sldId="1475"/>
        </pc:sldMkLst>
      </pc:sldChg>
      <pc:sldChg chg="modSp add mod">
        <pc:chgData name="Sanmukh Kuppannagari" userId="ad215094-da36-4b66-9c79-369a17aea26b" providerId="ADAL" clId="{81DCEDA7-60EA-499B-B80C-1BDE2D6C1E99}" dt="2024-09-12T12:58:38.148" v="273" actId="20577"/>
        <pc:sldMkLst>
          <pc:docMk/>
          <pc:sldMk cId="1535296341" sldId="1476"/>
        </pc:sldMkLst>
      </pc:sldChg>
      <pc:sldChg chg="modSp add mod">
        <pc:chgData name="Sanmukh Kuppannagari" userId="ad215094-da36-4b66-9c79-369a17aea26b" providerId="ADAL" clId="{81DCEDA7-60EA-499B-B80C-1BDE2D6C1E99}" dt="2024-09-12T12:59:20.577" v="294"/>
        <pc:sldMkLst>
          <pc:docMk/>
          <pc:sldMk cId="359220519" sldId="1477"/>
        </pc:sldMkLst>
      </pc:sldChg>
      <pc:sldChg chg="modSp add del mod">
        <pc:chgData name="Sanmukh Kuppannagari" userId="ad215094-da36-4b66-9c79-369a17aea26b" providerId="ADAL" clId="{81DCEDA7-60EA-499B-B80C-1BDE2D6C1E99}" dt="2024-09-12T12:59:01.682" v="283" actId="2696"/>
        <pc:sldMkLst>
          <pc:docMk/>
          <pc:sldMk cId="4025197292" sldId="1477"/>
        </pc:sldMkLst>
      </pc:sldChg>
      <pc:sldChg chg="modSp add mod">
        <pc:chgData name="Sanmukh Kuppannagari" userId="ad215094-da36-4b66-9c79-369a17aea26b" providerId="ADAL" clId="{81DCEDA7-60EA-499B-B80C-1BDE2D6C1E99}" dt="2024-09-12T12:58:58.410" v="282" actId="20577"/>
        <pc:sldMkLst>
          <pc:docMk/>
          <pc:sldMk cId="3637780389" sldId="1478"/>
        </pc:sldMkLst>
      </pc:sldChg>
      <pc:sldChg chg="add">
        <pc:chgData name="Sanmukh Kuppannagari" userId="ad215094-da36-4b66-9c79-369a17aea26b" providerId="ADAL" clId="{81DCEDA7-60EA-499B-B80C-1BDE2D6C1E99}" dt="2024-09-12T12:47:09.761" v="153"/>
        <pc:sldMkLst>
          <pc:docMk/>
          <pc:sldMk cId="2565918572" sldId="1479"/>
        </pc:sldMkLst>
      </pc:sldChg>
      <pc:sldChg chg="add">
        <pc:chgData name="Sanmukh Kuppannagari" userId="ad215094-da36-4b66-9c79-369a17aea26b" providerId="ADAL" clId="{81DCEDA7-60EA-499B-B80C-1BDE2D6C1E99}" dt="2024-09-12T12:47:38.985" v="154"/>
        <pc:sldMkLst>
          <pc:docMk/>
          <pc:sldMk cId="1533588936" sldId="1480"/>
        </pc:sldMkLst>
      </pc:sldChg>
      <pc:sldChg chg="add">
        <pc:chgData name="Sanmukh Kuppannagari" userId="ad215094-da36-4b66-9c79-369a17aea26b" providerId="ADAL" clId="{81DCEDA7-60EA-499B-B80C-1BDE2D6C1E99}" dt="2024-09-12T12:47:38.985" v="154"/>
        <pc:sldMkLst>
          <pc:docMk/>
          <pc:sldMk cId="2551489107" sldId="1481"/>
        </pc:sldMkLst>
      </pc:sldChg>
      <pc:sldChg chg="add">
        <pc:chgData name="Sanmukh Kuppannagari" userId="ad215094-da36-4b66-9c79-369a17aea26b" providerId="ADAL" clId="{81DCEDA7-60EA-499B-B80C-1BDE2D6C1E99}" dt="2024-09-12T12:48:03.531" v="155"/>
        <pc:sldMkLst>
          <pc:docMk/>
          <pc:sldMk cId="1137888738" sldId="1482"/>
        </pc:sldMkLst>
      </pc:sldChg>
      <pc:sldChg chg="add">
        <pc:chgData name="Sanmukh Kuppannagari" userId="ad215094-da36-4b66-9c79-369a17aea26b" providerId="ADAL" clId="{81DCEDA7-60EA-499B-B80C-1BDE2D6C1E99}" dt="2024-09-12T12:48:30.050" v="156"/>
        <pc:sldMkLst>
          <pc:docMk/>
          <pc:sldMk cId="1749571042" sldId="1483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073926282" sldId="1484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2951002451" sldId="1485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2093951396" sldId="1486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327016912" sldId="1487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581566112" sldId="1488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895175968" sldId="1489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3883266803" sldId="1490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432030833" sldId="1491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851547733" sldId="1492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2110247357" sldId="1493"/>
        </pc:sldMkLst>
      </pc:sldChg>
      <pc:sldChg chg="modSp new mod">
        <pc:chgData name="Sanmukh Kuppannagari" userId="ad215094-da36-4b66-9c79-369a17aea26b" providerId="ADAL" clId="{81DCEDA7-60EA-499B-B80C-1BDE2D6C1E99}" dt="2024-09-12T14:00:50.976" v="584" actId="207"/>
        <pc:sldMkLst>
          <pc:docMk/>
          <pc:sldMk cId="1048702013" sldId="1494"/>
        </pc:sldMkLst>
      </pc:sldChg>
      <pc:sldChg chg="modSp add mod">
        <pc:chgData name="Sanmukh Kuppannagari" userId="ad215094-da36-4b66-9c79-369a17aea26b" providerId="ADAL" clId="{81DCEDA7-60EA-499B-B80C-1BDE2D6C1E99}" dt="2024-09-12T14:05:25.961" v="700" actId="20577"/>
        <pc:sldMkLst>
          <pc:docMk/>
          <pc:sldMk cId="383901888" sldId="1495"/>
        </pc:sldMkLst>
      </pc:sldChg>
      <pc:sldChg chg="modSp new mod">
        <pc:chgData name="Sanmukh Kuppannagari" userId="ad215094-da36-4b66-9c79-369a17aea26b" providerId="ADAL" clId="{81DCEDA7-60EA-499B-B80C-1BDE2D6C1E99}" dt="2024-09-12T14:08:34.517" v="815" actId="20577"/>
        <pc:sldMkLst>
          <pc:docMk/>
          <pc:sldMk cId="1607590641" sldId="1496"/>
        </pc:sldMkLst>
      </pc:sldChg>
      <pc:sldChg chg="modSp add mod">
        <pc:chgData name="Sanmukh Kuppannagari" userId="ad215094-da36-4b66-9c79-369a17aea26b" providerId="ADAL" clId="{81DCEDA7-60EA-499B-B80C-1BDE2D6C1E99}" dt="2024-09-12T14:09:35.042" v="950" actId="207"/>
        <pc:sldMkLst>
          <pc:docMk/>
          <pc:sldMk cId="3416366971" sldId="1497"/>
        </pc:sldMkLst>
      </pc:sldChg>
      <pc:sldChg chg="addSp modSp new mod">
        <pc:chgData name="Sanmukh Kuppannagari" userId="ad215094-da36-4b66-9c79-369a17aea26b" providerId="ADAL" clId="{81DCEDA7-60EA-499B-B80C-1BDE2D6C1E99}" dt="2024-09-12T14:17:44.139" v="1359" actId="20577"/>
        <pc:sldMkLst>
          <pc:docMk/>
          <pc:sldMk cId="3466822053" sldId="1498"/>
        </pc:sldMkLst>
      </pc:sldChg>
      <pc:sldChg chg="addSp delSp modSp new mod">
        <pc:chgData name="Sanmukh Kuppannagari" userId="ad215094-da36-4b66-9c79-369a17aea26b" providerId="ADAL" clId="{81DCEDA7-60EA-499B-B80C-1BDE2D6C1E99}" dt="2024-09-12T14:57:18.679" v="1742" actId="20577"/>
        <pc:sldMkLst>
          <pc:docMk/>
          <pc:sldMk cId="1318329734" sldId="1499"/>
        </pc:sldMkLst>
      </pc:sldChg>
      <pc:sldChg chg="delSp modSp add del ord">
        <pc:chgData name="Sanmukh Kuppannagari" userId="ad215094-da36-4b66-9c79-369a17aea26b" providerId="ADAL" clId="{81DCEDA7-60EA-499B-B80C-1BDE2D6C1E99}" dt="2024-09-12T14:53:42.299" v="1716" actId="47"/>
        <pc:sldMkLst>
          <pc:docMk/>
          <pc:sldMk cId="838647199" sldId="1500"/>
        </pc:sldMkLst>
      </pc:sldChg>
      <pc:sldChg chg="addSp delSp modSp new mod">
        <pc:chgData name="Sanmukh Kuppannagari" userId="ad215094-da36-4b66-9c79-369a17aea26b" providerId="ADAL" clId="{81DCEDA7-60EA-499B-B80C-1BDE2D6C1E99}" dt="2024-09-12T14:58:26.565" v="1822" actId="207"/>
        <pc:sldMkLst>
          <pc:docMk/>
          <pc:sldMk cId="2356971427" sldId="1500"/>
        </pc:sldMkLst>
      </pc:sldChg>
      <pc:sldChg chg="modSp add mod">
        <pc:chgData name="Sanmukh Kuppannagari" userId="ad215094-da36-4b66-9c79-369a17aea26b" providerId="ADAL" clId="{81DCEDA7-60EA-499B-B80C-1BDE2D6C1E99}" dt="2024-09-12T14:59:46.295" v="1848" actId="207"/>
        <pc:sldMkLst>
          <pc:docMk/>
          <pc:sldMk cId="4018545262" sldId="1501"/>
        </pc:sldMkLst>
      </pc:sldChg>
      <pc:sldChg chg="addSp delSp modSp add mod">
        <pc:chgData name="Sanmukh Kuppannagari" userId="ad215094-da36-4b66-9c79-369a17aea26b" providerId="ADAL" clId="{81DCEDA7-60EA-499B-B80C-1BDE2D6C1E99}" dt="2024-09-12T15:01:27.407" v="1942" actId="207"/>
        <pc:sldMkLst>
          <pc:docMk/>
          <pc:sldMk cId="2635305440" sldId="1502"/>
        </pc:sldMkLst>
      </pc:sldChg>
      <pc:sldChg chg="modSp add mod">
        <pc:chgData name="Sanmukh Kuppannagari" userId="ad215094-da36-4b66-9c79-369a17aea26b" providerId="ADAL" clId="{81DCEDA7-60EA-499B-B80C-1BDE2D6C1E99}" dt="2024-09-12T15:02:55.224" v="1993" actId="20577"/>
        <pc:sldMkLst>
          <pc:docMk/>
          <pc:sldMk cId="1450447005" sldId="1503"/>
        </pc:sldMkLst>
      </pc:sldChg>
      <pc:sldChg chg="modSp add mod">
        <pc:chgData name="Sanmukh Kuppannagari" userId="ad215094-da36-4b66-9c79-369a17aea26b" providerId="ADAL" clId="{81DCEDA7-60EA-499B-B80C-1BDE2D6C1E99}" dt="2024-09-12T15:03:51.608" v="2086" actId="20577"/>
        <pc:sldMkLst>
          <pc:docMk/>
          <pc:sldMk cId="591644866" sldId="1504"/>
        </pc:sldMkLst>
      </pc:sldChg>
      <pc:sldChg chg="modSp add mod">
        <pc:chgData name="Sanmukh Kuppannagari" userId="ad215094-da36-4b66-9c79-369a17aea26b" providerId="ADAL" clId="{81DCEDA7-60EA-499B-B80C-1BDE2D6C1E99}" dt="2024-09-12T15:04:56.785" v="2252" actId="207"/>
        <pc:sldMkLst>
          <pc:docMk/>
          <pc:sldMk cId="4226465458" sldId="1505"/>
        </pc:sldMkLst>
      </pc:sldChg>
      <pc:sldChg chg="addSp modSp add mod">
        <pc:chgData name="Sanmukh Kuppannagari" userId="ad215094-da36-4b66-9c79-369a17aea26b" providerId="ADAL" clId="{81DCEDA7-60EA-499B-B80C-1BDE2D6C1E99}" dt="2024-09-12T15:30:38.888" v="2434" actId="20577"/>
        <pc:sldMkLst>
          <pc:docMk/>
          <pc:sldMk cId="2571495037" sldId="1506"/>
        </pc:sldMkLst>
      </pc:sldChg>
      <pc:sldChg chg="modSp add mod">
        <pc:chgData name="Sanmukh Kuppannagari" userId="ad215094-da36-4b66-9c79-369a17aea26b" providerId="ADAL" clId="{81DCEDA7-60EA-499B-B80C-1BDE2D6C1E99}" dt="2024-09-12T15:32:17.818" v="2477" actId="207"/>
        <pc:sldMkLst>
          <pc:docMk/>
          <pc:sldMk cId="2267279555" sldId="1507"/>
        </pc:sldMkLst>
      </pc:sldChg>
      <pc:sldChg chg="modSp new mod">
        <pc:chgData name="Sanmukh Kuppannagari" userId="ad215094-da36-4b66-9c79-369a17aea26b" providerId="ADAL" clId="{81DCEDA7-60EA-499B-B80C-1BDE2D6C1E99}" dt="2024-09-12T15:35:01.939" v="2561" actId="20577"/>
        <pc:sldMkLst>
          <pc:docMk/>
          <pc:sldMk cId="1753430728" sldId="1508"/>
        </pc:sldMkLst>
      </pc:sldChg>
      <pc:sldChg chg="modSp new mod">
        <pc:chgData name="Sanmukh Kuppannagari" userId="ad215094-da36-4b66-9c79-369a17aea26b" providerId="ADAL" clId="{81DCEDA7-60EA-499B-B80C-1BDE2D6C1E99}" dt="2024-09-12T15:35:55.337" v="2712" actId="20577"/>
        <pc:sldMkLst>
          <pc:docMk/>
          <pc:sldMk cId="1438830724" sldId="1509"/>
        </pc:sldMkLst>
      </pc:sldChg>
      <pc:sldChg chg="addSp delSp modSp new mod">
        <pc:chgData name="Sanmukh Kuppannagari" userId="ad215094-da36-4b66-9c79-369a17aea26b" providerId="ADAL" clId="{81DCEDA7-60EA-499B-B80C-1BDE2D6C1E99}" dt="2024-09-12T15:46:38.329" v="2852" actId="122"/>
        <pc:sldMkLst>
          <pc:docMk/>
          <pc:sldMk cId="1897212904" sldId="1510"/>
        </pc:sldMkLst>
      </pc:sldChg>
      <pc:sldChg chg="addSp modSp add mod">
        <pc:chgData name="Sanmukh Kuppannagari" userId="ad215094-da36-4b66-9c79-369a17aea26b" providerId="ADAL" clId="{81DCEDA7-60EA-499B-B80C-1BDE2D6C1E99}" dt="2024-09-12T15:49:36.633" v="2906" actId="207"/>
        <pc:sldMkLst>
          <pc:docMk/>
          <pc:sldMk cId="2991715139" sldId="1511"/>
        </pc:sldMkLst>
      </pc:sldChg>
      <pc:sldChg chg="addSp delSp modSp add mod">
        <pc:chgData name="Sanmukh Kuppannagari" userId="ad215094-da36-4b66-9c79-369a17aea26b" providerId="ADAL" clId="{81DCEDA7-60EA-499B-B80C-1BDE2D6C1E99}" dt="2024-09-12T15:51:00.215" v="2933" actId="478"/>
        <pc:sldMkLst>
          <pc:docMk/>
          <pc:sldMk cId="1042445932" sldId="1512"/>
        </pc:sldMkLst>
      </pc:sldChg>
    </pc:docChg>
  </pc:docChgLst>
  <pc:docChgLst>
    <pc:chgData name="Sanmukh Kuppannagari" userId="ad215094-da36-4b66-9c79-369a17aea26b" providerId="ADAL" clId="{4AADFD82-FDC5-4959-98F3-0F9C04BB9859}"/>
    <pc:docChg chg="undo custSel addSld delSld modSld sldOrd">
      <pc:chgData name="Sanmukh Kuppannagari" userId="ad215094-da36-4b66-9c79-369a17aea26b" providerId="ADAL" clId="{4AADFD82-FDC5-4959-98F3-0F9C04BB9859}" dt="2025-09-25T03:26:17.211" v="3947" actId="1076"/>
      <pc:docMkLst>
        <pc:docMk/>
      </pc:docMkLst>
      <pc:sldChg chg="add del">
        <pc:chgData name="Sanmukh Kuppannagari" userId="ad215094-da36-4b66-9c79-369a17aea26b" providerId="ADAL" clId="{4AADFD82-FDC5-4959-98F3-0F9C04BB9859}" dt="2025-09-25T02:51:00.425" v="3225" actId="47"/>
        <pc:sldMkLst>
          <pc:docMk/>
          <pc:sldMk cId="882591950" sldId="1237"/>
        </pc:sldMkLst>
      </pc:sldChg>
      <pc:sldChg chg="modSp mod">
        <pc:chgData name="Sanmukh Kuppannagari" userId="ad215094-da36-4b66-9c79-369a17aea26b" providerId="ADAL" clId="{4AADFD82-FDC5-4959-98F3-0F9C04BB9859}" dt="2025-09-25T01:57:00.636" v="436" actId="113"/>
        <pc:sldMkLst>
          <pc:docMk/>
          <pc:sldMk cId="3630924" sldId="1253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4284530624" sldId="1254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413064123" sldId="1255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574746539" sldId="1256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927700788" sldId="1257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1750676043" sldId="1258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329904463" sldId="1259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892195865" sldId="1260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157439954" sldId="1261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769619670" sldId="1262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80733138" sldId="1263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116587120" sldId="1265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205148523" sldId="1266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207822773" sldId="1267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166595346" sldId="1268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888322834" sldId="1269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981461382" sldId="1270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073609131" sldId="1271"/>
        </pc:sldMkLst>
      </pc:sldChg>
      <pc:sldChg chg="add del">
        <pc:chgData name="Sanmukh Kuppannagari" userId="ad215094-da36-4b66-9c79-369a17aea26b" providerId="ADAL" clId="{4AADFD82-FDC5-4959-98F3-0F9C04BB9859}" dt="2025-09-25T02:00:41.573" v="496"/>
        <pc:sldMkLst>
          <pc:docMk/>
          <pc:sldMk cId="2505794832" sldId="1272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899752863" sldId="1280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1199527142" sldId="1281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1004796864" sldId="1282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558271014" sldId="1299"/>
        </pc:sldMkLst>
      </pc:sldChg>
      <pc:sldChg chg="add del">
        <pc:chgData name="Sanmukh Kuppannagari" userId="ad215094-da36-4b66-9c79-369a17aea26b" providerId="ADAL" clId="{4AADFD82-FDC5-4959-98F3-0F9C04BB9859}" dt="2025-09-25T02:50:58.036" v="3224" actId="47"/>
        <pc:sldMkLst>
          <pc:docMk/>
          <pc:sldMk cId="1958832422" sldId="1300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2120621833" sldId="1301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761206213" sldId="1302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902944658" sldId="1309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577631310" sldId="1310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692720287" sldId="1311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4072723455" sldId="1312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830590251" sldId="1313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979417289" sldId="1314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062603384" sldId="1315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238687387" sldId="1316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105581169" sldId="1317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1626710577" sldId="1318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589855805" sldId="1319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870134566" sldId="1320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443015343" sldId="1321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108815486" sldId="1322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927615945" sldId="1323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48302563" sldId="1324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1558153898" sldId="1325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579584412" sldId="1326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1876399712" sldId="1327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577888197" sldId="1328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446468191" sldId="1329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270243835" sldId="1330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580580032" sldId="1331"/>
        </pc:sldMkLst>
      </pc:sldChg>
      <pc:sldChg chg="add del">
        <pc:chgData name="Sanmukh Kuppannagari" userId="ad215094-da36-4b66-9c79-369a17aea26b" providerId="ADAL" clId="{4AADFD82-FDC5-4959-98F3-0F9C04BB9859}" dt="2025-09-24T21:16:27.372" v="300"/>
        <pc:sldMkLst>
          <pc:docMk/>
          <pc:sldMk cId="189707620" sldId="1332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2947096827" sldId="1348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4042243871" sldId="1349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4189498737" sldId="1350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3540455608" sldId="1351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955974285" sldId="1352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190843385" sldId="1353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3949718224" sldId="1354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2944983638" sldId="1355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602010999" sldId="1356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3928916360" sldId="1357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554485064" sldId="1358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1255597569" sldId="1359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255600020" sldId="1360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2091206708" sldId="1361"/>
        </pc:sldMkLst>
      </pc:sldChg>
      <pc:sldChg chg="addSp modSp add mod">
        <pc:chgData name="Sanmukh Kuppannagari" userId="ad215094-da36-4b66-9c79-369a17aea26b" providerId="ADAL" clId="{4AADFD82-FDC5-4959-98F3-0F9C04BB9859}" dt="2025-09-25T02:34:28.362" v="2673" actId="122"/>
        <pc:sldMkLst>
          <pc:docMk/>
          <pc:sldMk cId="1324345654" sldId="1363"/>
        </pc:sldMkLst>
      </pc:sldChg>
      <pc:sldChg chg="addSp modSp add">
        <pc:chgData name="Sanmukh Kuppannagari" userId="ad215094-da36-4b66-9c79-369a17aea26b" providerId="ADAL" clId="{4AADFD82-FDC5-4959-98F3-0F9C04BB9859}" dt="2025-09-25T02:34:32.266" v="2674"/>
        <pc:sldMkLst>
          <pc:docMk/>
          <pc:sldMk cId="1952027562" sldId="1364"/>
        </pc:sldMkLst>
      </pc:sldChg>
      <pc:sldChg chg="addSp modSp add">
        <pc:chgData name="Sanmukh Kuppannagari" userId="ad215094-da36-4b66-9c79-369a17aea26b" providerId="ADAL" clId="{4AADFD82-FDC5-4959-98F3-0F9C04BB9859}" dt="2025-09-25T02:34:33.995" v="2675"/>
        <pc:sldMkLst>
          <pc:docMk/>
          <pc:sldMk cId="2681935685" sldId="1365"/>
        </pc:sldMkLst>
      </pc:sldChg>
      <pc:sldChg chg="addSp delSp modSp add mod">
        <pc:chgData name="Sanmukh Kuppannagari" userId="ad215094-da36-4b66-9c79-369a17aea26b" providerId="ADAL" clId="{4AADFD82-FDC5-4959-98F3-0F9C04BB9859}" dt="2025-09-25T02:35:49.550" v="2685" actId="478"/>
        <pc:sldMkLst>
          <pc:docMk/>
          <pc:sldMk cId="1694987608" sldId="1366"/>
        </pc:sldMkLst>
      </pc:sldChg>
      <pc:sldChg chg="add">
        <pc:chgData name="Sanmukh Kuppannagari" userId="ad215094-da36-4b66-9c79-369a17aea26b" providerId="ADAL" clId="{4AADFD82-FDC5-4959-98F3-0F9C04BB9859}" dt="2025-09-25T02:05:47.787" v="830"/>
        <pc:sldMkLst>
          <pc:docMk/>
          <pc:sldMk cId="906755194" sldId="1371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2289880766" sldId="1393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547436486" sldId="1394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2202618607" sldId="1395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376476748" sldId="1396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326597970" sldId="1397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3317642017" sldId="1398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1917602464" sldId="1399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135936496" sldId="1400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3700221882" sldId="1401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3296018570" sldId="1402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1582163347" sldId="1403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904800431" sldId="1404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3392244592" sldId="1405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697652818" sldId="1406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2455634612" sldId="1407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2839119350" sldId="1408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3080220527" sldId="1409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2247426298" sldId="1410"/>
        </pc:sldMkLst>
      </pc:sldChg>
      <pc:sldChg chg="modSp add mod">
        <pc:chgData name="Sanmukh Kuppannagari" userId="ad215094-da36-4b66-9c79-369a17aea26b" providerId="ADAL" clId="{4AADFD82-FDC5-4959-98F3-0F9C04BB9859}" dt="2025-09-25T02:57:10.714" v="3518" actId="207"/>
        <pc:sldMkLst>
          <pc:docMk/>
          <pc:sldMk cId="4009862055" sldId="1411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3931076547" sldId="1412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2299857702" sldId="1413"/>
        </pc:sldMkLst>
      </pc:sldChg>
      <pc:sldChg chg="modSp add mod">
        <pc:chgData name="Sanmukh Kuppannagari" userId="ad215094-da36-4b66-9c79-369a17aea26b" providerId="ADAL" clId="{4AADFD82-FDC5-4959-98F3-0F9C04BB9859}" dt="2025-09-25T02:57:29.454" v="3522" actId="20577"/>
        <pc:sldMkLst>
          <pc:docMk/>
          <pc:sldMk cId="2715450416" sldId="1414"/>
        </pc:sldMkLst>
      </pc:sldChg>
      <pc:sldChg chg="modSp mod">
        <pc:chgData name="Sanmukh Kuppannagari" userId="ad215094-da36-4b66-9c79-369a17aea26b" providerId="ADAL" clId="{4AADFD82-FDC5-4959-98F3-0F9C04BB9859}" dt="2025-09-24T21:10:18.936" v="150" actId="20577"/>
        <pc:sldMkLst>
          <pc:docMk/>
          <pc:sldMk cId="1297240811" sldId="1551"/>
        </pc:sldMkLst>
        <pc:spChg chg="mod">
          <ac:chgData name="Sanmukh Kuppannagari" userId="ad215094-da36-4b66-9c79-369a17aea26b" providerId="ADAL" clId="{4AADFD82-FDC5-4959-98F3-0F9C04BB9859}" dt="2025-09-24T21:10:18.936" v="150" actId="20577"/>
          <ac:spMkLst>
            <pc:docMk/>
            <pc:sldMk cId="1297240811" sldId="1551"/>
            <ac:spMk id="3" creationId="{E7FF2391-E8AE-9A93-A4FC-0E02B54BC29C}"/>
          </ac:spMkLst>
        </pc:spChg>
      </pc:sldChg>
      <pc:sldChg chg="modSp add del mod">
        <pc:chgData name="Sanmukh Kuppannagari" userId="ad215094-da36-4b66-9c79-369a17aea26b" providerId="ADAL" clId="{4AADFD82-FDC5-4959-98F3-0F9C04BB9859}" dt="2025-09-25T01:59:10.979" v="492" actId="47"/>
        <pc:sldMkLst>
          <pc:docMk/>
          <pc:sldMk cId="1756044707" sldId="1552"/>
        </pc:sldMkLst>
      </pc:sldChg>
      <pc:sldChg chg="modSp add del mod">
        <pc:chgData name="Sanmukh Kuppannagari" userId="ad215094-da36-4b66-9c79-369a17aea26b" providerId="ADAL" clId="{4AADFD82-FDC5-4959-98F3-0F9C04BB9859}" dt="2025-09-25T01:55:04.164" v="424" actId="47"/>
        <pc:sldMkLst>
          <pc:docMk/>
          <pc:sldMk cId="3061376612" sldId="1553"/>
        </pc:sldMkLst>
      </pc:sldChg>
      <pc:sldChg chg="modSp add mod ord">
        <pc:chgData name="Sanmukh Kuppannagari" userId="ad215094-da36-4b66-9c79-369a17aea26b" providerId="ADAL" clId="{4AADFD82-FDC5-4959-98F3-0F9C04BB9859}" dt="2025-09-25T01:59:17.059" v="494"/>
        <pc:sldMkLst>
          <pc:docMk/>
          <pc:sldMk cId="1031082684" sldId="1554"/>
        </pc:sldMkLst>
      </pc:sldChg>
      <pc:sldChg chg="modSp add mod">
        <pc:chgData name="Sanmukh Kuppannagari" userId="ad215094-da36-4b66-9c79-369a17aea26b" providerId="ADAL" clId="{4AADFD82-FDC5-4959-98F3-0F9C04BB9859}" dt="2025-09-25T01:54:52.226" v="422" actId="207"/>
        <pc:sldMkLst>
          <pc:docMk/>
          <pc:sldMk cId="3102655080" sldId="1555"/>
        </pc:sldMkLst>
      </pc:sldChg>
      <pc:sldChg chg="modSp add mod">
        <pc:chgData name="Sanmukh Kuppannagari" userId="ad215094-da36-4b66-9c79-369a17aea26b" providerId="ADAL" clId="{4AADFD82-FDC5-4959-98F3-0F9C04BB9859}" dt="2025-09-25T01:55:08.478" v="425" actId="207"/>
        <pc:sldMkLst>
          <pc:docMk/>
          <pc:sldMk cId="1603436171" sldId="1556"/>
        </pc:sldMkLst>
      </pc:sldChg>
      <pc:sldChg chg="modSp add mod">
        <pc:chgData name="Sanmukh Kuppannagari" userId="ad215094-da36-4b66-9c79-369a17aea26b" providerId="ADAL" clId="{4AADFD82-FDC5-4959-98F3-0F9C04BB9859}" dt="2025-09-25T01:58:48.876" v="487" actId="113"/>
        <pc:sldMkLst>
          <pc:docMk/>
          <pc:sldMk cId="3219012261" sldId="1557"/>
        </pc:sldMkLst>
      </pc:sldChg>
      <pc:sldChg chg="delSp modSp add mod">
        <pc:chgData name="Sanmukh Kuppannagari" userId="ad215094-da36-4b66-9c79-369a17aea26b" providerId="ADAL" clId="{4AADFD82-FDC5-4959-98F3-0F9C04BB9859}" dt="2025-09-25T02:03:41.650" v="829" actId="478"/>
        <pc:sldMkLst>
          <pc:docMk/>
          <pc:sldMk cId="2055355578" sldId="1563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95513352" sldId="1606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1256665225" sldId="1607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4149257190" sldId="1608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25795403" sldId="1610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322584748" sldId="1611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368184345" sldId="1612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660858661" sldId="1613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075019539" sldId="1614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026419143" sldId="1615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32141421" sldId="1616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723772378" sldId="1617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299419835" sldId="1618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4038028448" sldId="1619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184318108" sldId="1620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088901676" sldId="1621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1941417563" sldId="1622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0892369" sldId="1623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754744985" sldId="1624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19091824" sldId="1625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1290179611" sldId="1626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180180404" sldId="1627"/>
        </pc:sldMkLst>
      </pc:sldChg>
      <pc:sldChg chg="add del">
        <pc:chgData name="Sanmukh Kuppannagari" userId="ad215094-da36-4b66-9c79-369a17aea26b" providerId="ADAL" clId="{4AADFD82-FDC5-4959-98F3-0F9C04BB9859}" dt="2025-09-25T02:00:31.916" v="495"/>
        <pc:sldMkLst>
          <pc:docMk/>
          <pc:sldMk cId="1699230104" sldId="1628"/>
        </pc:sldMkLst>
      </pc:sldChg>
      <pc:sldChg chg="modSp new mod">
        <pc:chgData name="Sanmukh Kuppannagari" userId="ad215094-da36-4b66-9c79-369a17aea26b" providerId="ADAL" clId="{4AADFD82-FDC5-4959-98F3-0F9C04BB9859}" dt="2025-09-25T02:02:45.599" v="822" actId="20577"/>
        <pc:sldMkLst>
          <pc:docMk/>
          <pc:sldMk cId="975006680" sldId="1629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4173184227" sldId="1629"/>
        </pc:sldMkLst>
      </pc:sldChg>
      <pc:sldChg chg="modSp new mod">
        <pc:chgData name="Sanmukh Kuppannagari" userId="ad215094-da36-4b66-9c79-369a17aea26b" providerId="ADAL" clId="{4AADFD82-FDC5-4959-98F3-0F9C04BB9859}" dt="2025-09-25T02:08:43.061" v="1057" actId="20577"/>
        <pc:sldMkLst>
          <pc:docMk/>
          <pc:sldMk cId="2528811919" sldId="1630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474780682" sldId="1630"/>
        </pc:sldMkLst>
      </pc:sldChg>
      <pc:sldChg chg="modSp new mod">
        <pc:chgData name="Sanmukh Kuppannagari" userId="ad215094-da36-4b66-9c79-369a17aea26b" providerId="ADAL" clId="{4AADFD82-FDC5-4959-98F3-0F9C04BB9859}" dt="2025-09-25T02:12:50.175" v="1393" actId="20577"/>
        <pc:sldMkLst>
          <pc:docMk/>
          <pc:sldMk cId="2580660460" sldId="1631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692075067" sldId="1631"/>
        </pc:sldMkLst>
      </pc:sldChg>
      <pc:sldChg chg="modSp new mod">
        <pc:chgData name="Sanmukh Kuppannagari" userId="ad215094-da36-4b66-9c79-369a17aea26b" providerId="ADAL" clId="{4AADFD82-FDC5-4959-98F3-0F9C04BB9859}" dt="2025-09-25T02:17:18.487" v="1680" actId="20577"/>
        <pc:sldMkLst>
          <pc:docMk/>
          <pc:sldMk cId="2919249467" sldId="1632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605704340" sldId="1632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421242867" sldId="1633"/>
        </pc:sldMkLst>
      </pc:sldChg>
      <pc:sldChg chg="addSp delSp modSp new mod">
        <pc:chgData name="Sanmukh Kuppannagari" userId="ad215094-da36-4b66-9c79-369a17aea26b" providerId="ADAL" clId="{4AADFD82-FDC5-4959-98F3-0F9C04BB9859}" dt="2025-09-25T02:22:03.504" v="1687" actId="12"/>
        <pc:sldMkLst>
          <pc:docMk/>
          <pc:sldMk cId="2489840245" sldId="1633"/>
        </pc:sldMkLst>
      </pc:sldChg>
      <pc:sldChg chg="addSp modSp add mod">
        <pc:chgData name="Sanmukh Kuppannagari" userId="ad215094-da36-4b66-9c79-369a17aea26b" providerId="ADAL" clId="{4AADFD82-FDC5-4959-98F3-0F9C04BB9859}" dt="2025-09-25T02:24:54.404" v="1871" actId="20577"/>
        <pc:sldMkLst>
          <pc:docMk/>
          <pc:sldMk cId="141087495" sldId="1634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259558617" sldId="1634"/>
        </pc:sldMkLst>
      </pc:sldChg>
      <pc:sldChg chg="addSp modSp add mod">
        <pc:chgData name="Sanmukh Kuppannagari" userId="ad215094-da36-4b66-9c79-369a17aea26b" providerId="ADAL" clId="{4AADFD82-FDC5-4959-98F3-0F9C04BB9859}" dt="2025-09-25T02:25:33.305" v="1904" actId="20577"/>
        <pc:sldMkLst>
          <pc:docMk/>
          <pc:sldMk cId="3909936989" sldId="1635"/>
        </pc:sldMkLst>
      </pc:sldChg>
      <pc:sldChg chg="addSp modSp add mod">
        <pc:chgData name="Sanmukh Kuppannagari" userId="ad215094-da36-4b66-9c79-369a17aea26b" providerId="ADAL" clId="{4AADFD82-FDC5-4959-98F3-0F9C04BB9859}" dt="2025-09-25T02:26:13.114" v="1953" actId="20577"/>
        <pc:sldMkLst>
          <pc:docMk/>
          <pc:sldMk cId="676574781" sldId="1636"/>
        </pc:sldMkLst>
      </pc:sldChg>
      <pc:sldChg chg="addSp modSp add mod">
        <pc:chgData name="Sanmukh Kuppannagari" userId="ad215094-da36-4b66-9c79-369a17aea26b" providerId="ADAL" clId="{4AADFD82-FDC5-4959-98F3-0F9C04BB9859}" dt="2025-09-25T02:28:26.766" v="2099"/>
        <pc:sldMkLst>
          <pc:docMk/>
          <pc:sldMk cId="1637544381" sldId="1637"/>
        </pc:sldMkLst>
      </pc:sldChg>
      <pc:sldChg chg="modSp new mod">
        <pc:chgData name="Sanmukh Kuppannagari" userId="ad215094-da36-4b66-9c79-369a17aea26b" providerId="ADAL" clId="{4AADFD82-FDC5-4959-98F3-0F9C04BB9859}" dt="2025-09-25T02:31:14.164" v="2592" actId="20577"/>
        <pc:sldMkLst>
          <pc:docMk/>
          <pc:sldMk cId="1015862891" sldId="1638"/>
        </pc:sldMkLst>
      </pc:sldChg>
      <pc:sldChg chg="modSp new mod">
        <pc:chgData name="Sanmukh Kuppannagari" userId="ad215094-da36-4b66-9c79-369a17aea26b" providerId="ADAL" clId="{4AADFD82-FDC5-4959-98F3-0F9C04BB9859}" dt="2025-09-25T03:18:30.840" v="3703" actId="20577"/>
        <pc:sldMkLst>
          <pc:docMk/>
          <pc:sldMk cId="2329980675" sldId="1639"/>
        </pc:sldMkLst>
      </pc:sldChg>
      <pc:sldChg chg="add">
        <pc:chgData name="Sanmukh Kuppannagari" userId="ad215094-da36-4b66-9c79-369a17aea26b" providerId="ADAL" clId="{4AADFD82-FDC5-4959-98F3-0F9C04BB9859}" dt="2025-09-25T02:35:27.314" v="2680"/>
        <pc:sldMkLst>
          <pc:docMk/>
          <pc:sldMk cId="945086714" sldId="1640"/>
        </pc:sldMkLst>
      </pc:sldChg>
      <pc:sldChg chg="addSp delSp modSp add mod">
        <pc:chgData name="Sanmukh Kuppannagari" userId="ad215094-da36-4b66-9c79-369a17aea26b" providerId="ADAL" clId="{4AADFD82-FDC5-4959-98F3-0F9C04BB9859}" dt="2025-09-25T02:43:21.798" v="2804" actId="1076"/>
        <pc:sldMkLst>
          <pc:docMk/>
          <pc:sldMk cId="4214249919" sldId="1641"/>
        </pc:sldMkLst>
      </pc:sldChg>
      <pc:sldChg chg="addSp modSp add mod">
        <pc:chgData name="Sanmukh Kuppannagari" userId="ad215094-da36-4b66-9c79-369a17aea26b" providerId="ADAL" clId="{4AADFD82-FDC5-4959-98F3-0F9C04BB9859}" dt="2025-09-25T02:44:19.555" v="2947" actId="20577"/>
        <pc:sldMkLst>
          <pc:docMk/>
          <pc:sldMk cId="718443645" sldId="1642"/>
        </pc:sldMkLst>
      </pc:sldChg>
      <pc:sldChg chg="addSp delSp modSp add mod">
        <pc:chgData name="Sanmukh Kuppannagari" userId="ad215094-da36-4b66-9c79-369a17aea26b" providerId="ADAL" clId="{4AADFD82-FDC5-4959-98F3-0F9C04BB9859}" dt="2025-09-25T02:52:59.568" v="3305" actId="20577"/>
        <pc:sldMkLst>
          <pc:docMk/>
          <pc:sldMk cId="1443863710" sldId="1643"/>
        </pc:sldMkLst>
      </pc:sldChg>
      <pc:sldChg chg="addSp modSp add mod">
        <pc:chgData name="Sanmukh Kuppannagari" userId="ad215094-da36-4b66-9c79-369a17aea26b" providerId="ADAL" clId="{4AADFD82-FDC5-4959-98F3-0F9C04BB9859}" dt="2025-09-25T02:48:20.314" v="3127" actId="207"/>
        <pc:sldMkLst>
          <pc:docMk/>
          <pc:sldMk cId="2123041264" sldId="1644"/>
        </pc:sldMkLst>
      </pc:sldChg>
      <pc:sldChg chg="modSp add mod">
        <pc:chgData name="Sanmukh Kuppannagari" userId="ad215094-da36-4b66-9c79-369a17aea26b" providerId="ADAL" clId="{4AADFD82-FDC5-4959-98F3-0F9C04BB9859}" dt="2025-09-25T02:48:42.262" v="3142" actId="207"/>
        <pc:sldMkLst>
          <pc:docMk/>
          <pc:sldMk cId="3051466868" sldId="1645"/>
        </pc:sldMkLst>
      </pc:sldChg>
      <pc:sldChg chg="addSp modSp add mod">
        <pc:chgData name="Sanmukh Kuppannagari" userId="ad215094-da36-4b66-9c79-369a17aea26b" providerId="ADAL" clId="{4AADFD82-FDC5-4959-98F3-0F9C04BB9859}" dt="2025-09-25T02:49:49.410" v="3210" actId="207"/>
        <pc:sldMkLst>
          <pc:docMk/>
          <pc:sldMk cId="3023684649" sldId="1646"/>
        </pc:sldMkLst>
      </pc:sldChg>
      <pc:sldChg chg="modSp add">
        <pc:chgData name="Sanmukh Kuppannagari" userId="ad215094-da36-4b66-9c79-369a17aea26b" providerId="ADAL" clId="{4AADFD82-FDC5-4959-98F3-0F9C04BB9859}" dt="2025-09-25T02:50:16.156" v="3223" actId="207"/>
        <pc:sldMkLst>
          <pc:docMk/>
          <pc:sldMk cId="3905001171" sldId="1647"/>
        </pc:sldMkLst>
      </pc:sldChg>
      <pc:sldChg chg="addSp delSp modSp add mod">
        <pc:chgData name="Sanmukh Kuppannagari" userId="ad215094-da36-4b66-9c79-369a17aea26b" providerId="ADAL" clId="{4AADFD82-FDC5-4959-98F3-0F9C04BB9859}" dt="2025-09-25T03:23:57.683" v="3881" actId="1076"/>
        <pc:sldMkLst>
          <pc:docMk/>
          <pc:sldMk cId="3868606071" sldId="1648"/>
        </pc:sldMkLst>
      </pc:sldChg>
      <pc:sldChg chg="addSp modSp add mod">
        <pc:chgData name="Sanmukh Kuppannagari" userId="ad215094-da36-4b66-9c79-369a17aea26b" providerId="ADAL" clId="{4AADFD82-FDC5-4959-98F3-0F9C04BB9859}" dt="2025-09-25T03:23:11.234" v="3802" actId="1076"/>
        <pc:sldMkLst>
          <pc:docMk/>
          <pc:sldMk cId="1199362188" sldId="1649"/>
        </pc:sldMkLst>
      </pc:sldChg>
      <pc:sldChg chg="modSp add mod">
        <pc:chgData name="Sanmukh Kuppannagari" userId="ad215094-da36-4b66-9c79-369a17aea26b" providerId="ADAL" clId="{4AADFD82-FDC5-4959-98F3-0F9C04BB9859}" dt="2025-09-25T03:24:26.457" v="3925" actId="1036"/>
        <pc:sldMkLst>
          <pc:docMk/>
          <pc:sldMk cId="1920855987" sldId="1650"/>
        </pc:sldMkLst>
      </pc:sldChg>
      <pc:sldChg chg="modSp add mod">
        <pc:chgData name="Sanmukh Kuppannagari" userId="ad215094-da36-4b66-9c79-369a17aea26b" providerId="ADAL" clId="{4AADFD82-FDC5-4959-98F3-0F9C04BB9859}" dt="2025-09-25T03:26:17.211" v="3947" actId="1076"/>
        <pc:sldMkLst>
          <pc:docMk/>
          <pc:sldMk cId="3598749542" sldId="1651"/>
        </pc:sldMkLst>
      </pc:sldChg>
      <pc:sldChg chg="modSp add mod">
        <pc:chgData name="Sanmukh Kuppannagari" userId="ad215094-da36-4b66-9c79-369a17aea26b" providerId="ADAL" clId="{4AADFD82-FDC5-4959-98F3-0F9C04BB9859}" dt="2025-09-25T03:26:07.824" v="3946" actId="1076"/>
        <pc:sldMkLst>
          <pc:docMk/>
          <pc:sldMk cId="384978215" sldId="1652"/>
        </pc:sldMkLst>
      </pc:sldChg>
    </pc:docChg>
  </pc:docChgLst>
  <pc:docChgLst>
    <pc:chgData name="Sanmukh Kuppannagari" userId="ad215094-da36-4b66-9c79-369a17aea26b" providerId="ADAL" clId="{7FD52C36-B84E-4B14-934F-BB159704DF88}"/>
    <pc:docChg chg="custSel addSld modSld">
      <pc:chgData name="Sanmukh Kuppannagari" userId="ad215094-da36-4b66-9c79-369a17aea26b" providerId="ADAL" clId="{7FD52C36-B84E-4B14-934F-BB159704DF88}" dt="2025-10-07T17:15:10.876" v="570" actId="20577"/>
      <pc:docMkLst>
        <pc:docMk/>
      </pc:docMkLst>
      <pc:sldChg chg="modSp new mod">
        <pc:chgData name="Sanmukh Kuppannagari" userId="ad215094-da36-4b66-9c79-369a17aea26b" providerId="ADAL" clId="{7FD52C36-B84E-4B14-934F-BB159704DF88}" dt="2025-10-07T17:15:10.876" v="570" actId="20577"/>
        <pc:sldMkLst>
          <pc:docMk/>
          <pc:sldMk cId="3751110961" sldId="1682"/>
        </pc:sldMkLst>
      </pc:sldChg>
    </pc:docChg>
  </pc:docChgLst>
  <pc:docChgLst>
    <pc:chgData name="Sanmukh Kuppannagari" userId="ad215094-da36-4b66-9c79-369a17aea26b" providerId="ADAL" clId="{7B61D3EF-15B8-4F04-8033-014CD468CBC4}"/>
    <pc:docChg chg="undo custSel delSld modSld">
      <pc:chgData name="Sanmukh Kuppannagari" userId="ad215094-da36-4b66-9c79-369a17aea26b" providerId="ADAL" clId="{7B61D3EF-15B8-4F04-8033-014CD468CBC4}" dt="2025-09-18T14:57:35.710" v="344" actId="20577"/>
      <pc:docMkLst>
        <pc:docMk/>
      </pc:docMkLst>
      <pc:sldChg chg="addSp modSp mod">
        <pc:chgData name="Sanmukh Kuppannagari" userId="ad215094-da36-4b66-9c79-369a17aea26b" providerId="ADAL" clId="{7B61D3EF-15B8-4F04-8033-014CD468CBC4}" dt="2025-09-18T14:53:04.114" v="197" actId="1076"/>
        <pc:sldMkLst>
          <pc:docMk/>
          <pc:sldMk cId="2120287752" sldId="1310"/>
        </pc:sldMkLst>
      </pc:sldChg>
      <pc:sldChg chg="addSp modSp">
        <pc:chgData name="Sanmukh Kuppannagari" userId="ad215094-da36-4b66-9c79-369a17aea26b" providerId="ADAL" clId="{7B61D3EF-15B8-4F04-8033-014CD468CBC4}" dt="2025-09-18T14:53:07.704" v="198"/>
        <pc:sldMkLst>
          <pc:docMk/>
          <pc:sldMk cId="2652461517" sldId="1311"/>
        </pc:sldMkLst>
      </pc:sldChg>
      <pc:sldChg chg="addSp modSp">
        <pc:chgData name="Sanmukh Kuppannagari" userId="ad215094-da36-4b66-9c79-369a17aea26b" providerId="ADAL" clId="{7B61D3EF-15B8-4F04-8033-014CD468CBC4}" dt="2025-09-18T14:53:11.101" v="199"/>
        <pc:sldMkLst>
          <pc:docMk/>
          <pc:sldMk cId="284065558" sldId="1312"/>
        </pc:sldMkLst>
      </pc:sldChg>
      <pc:sldChg chg="addSp modSp">
        <pc:chgData name="Sanmukh Kuppannagari" userId="ad215094-da36-4b66-9c79-369a17aea26b" providerId="ADAL" clId="{7B61D3EF-15B8-4F04-8033-014CD468CBC4}" dt="2025-09-18T14:53:15.067" v="200"/>
        <pc:sldMkLst>
          <pc:docMk/>
          <pc:sldMk cId="303362016" sldId="1313"/>
        </pc:sldMkLst>
      </pc:sldChg>
      <pc:sldChg chg="addSp delSp modSp mod">
        <pc:chgData name="Sanmukh Kuppannagari" userId="ad215094-da36-4b66-9c79-369a17aea26b" providerId="ADAL" clId="{7B61D3EF-15B8-4F04-8033-014CD468CBC4}" dt="2025-09-18T14:53:57.784" v="210" actId="478"/>
        <pc:sldMkLst>
          <pc:docMk/>
          <pc:sldMk cId="1137941797" sldId="1314"/>
        </pc:sldMkLst>
      </pc:sldChg>
      <pc:sldChg chg="modSp">
        <pc:chgData name="Sanmukh Kuppannagari" userId="ad215094-da36-4b66-9c79-369a17aea26b" providerId="ADAL" clId="{7B61D3EF-15B8-4F04-8033-014CD468CBC4}" dt="2025-09-18T14:38:31.893" v="193" actId="207"/>
        <pc:sldMkLst>
          <pc:docMk/>
          <pc:sldMk cId="3610053994" sldId="1317"/>
        </pc:sldMkLst>
      </pc:sldChg>
      <pc:sldChg chg="modSp mod">
        <pc:chgData name="Sanmukh Kuppannagari" userId="ad215094-da36-4b66-9c79-369a17aea26b" providerId="ADAL" clId="{7B61D3EF-15B8-4F04-8033-014CD468CBC4}" dt="2025-09-18T14:57:35.710" v="344" actId="20577"/>
        <pc:sldMkLst>
          <pc:docMk/>
          <pc:sldMk cId="3204193764" sldId="1320"/>
        </pc:sldMkLst>
      </pc:sldChg>
      <pc:sldChg chg="modSp mod">
        <pc:chgData name="Sanmukh Kuppannagari" userId="ad215094-da36-4b66-9c79-369a17aea26b" providerId="ADAL" clId="{7B61D3EF-15B8-4F04-8033-014CD468CBC4}" dt="2025-09-18T13:48:17.769" v="170" actId="5793"/>
        <pc:sldMkLst>
          <pc:docMk/>
          <pc:sldMk cId="330368493" sldId="1340"/>
        </pc:sldMkLst>
      </pc:sldChg>
      <pc:sldChg chg="modSp mod">
        <pc:chgData name="Sanmukh Kuppannagari" userId="ad215094-da36-4b66-9c79-369a17aea26b" providerId="ADAL" clId="{7B61D3EF-15B8-4F04-8033-014CD468CBC4}" dt="2025-09-18T13:44:41.742" v="58" actId="20577"/>
        <pc:sldMkLst>
          <pc:docMk/>
          <pc:sldMk cId="2091044005" sldId="1513"/>
        </pc:sldMkLst>
      </pc:sldChg>
      <pc:sldChg chg="del">
        <pc:chgData name="Sanmukh Kuppannagari" userId="ad215094-da36-4b66-9c79-369a17aea26b" providerId="ADAL" clId="{7B61D3EF-15B8-4F04-8033-014CD468CBC4}" dt="2025-09-18T13:44:50.370" v="59" actId="47"/>
        <pc:sldMkLst>
          <pc:docMk/>
          <pc:sldMk cId="48973366" sldId="1514"/>
        </pc:sldMkLst>
      </pc:sldChg>
      <pc:sldChg chg="del">
        <pc:chgData name="Sanmukh Kuppannagari" userId="ad215094-da36-4b66-9c79-369a17aea26b" providerId="ADAL" clId="{7B61D3EF-15B8-4F04-8033-014CD468CBC4}" dt="2025-09-18T13:44:54.750" v="60" actId="47"/>
        <pc:sldMkLst>
          <pc:docMk/>
          <pc:sldMk cId="312789784" sldId="1549"/>
        </pc:sldMkLst>
      </pc:sldChg>
      <pc:sldChg chg="modSp mod">
        <pc:chgData name="Sanmukh Kuppannagari" userId="ad215094-da36-4b66-9c79-369a17aea26b" providerId="ADAL" clId="{7B61D3EF-15B8-4F04-8033-014CD468CBC4}" dt="2025-09-18T13:47:34.750" v="133" actId="20577"/>
        <pc:sldMkLst>
          <pc:docMk/>
          <pc:sldMk cId="1297240811" sldId="1551"/>
        </pc:sldMkLst>
        <pc:spChg chg="mod">
          <ac:chgData name="Sanmukh Kuppannagari" userId="ad215094-da36-4b66-9c79-369a17aea26b" providerId="ADAL" clId="{7B61D3EF-15B8-4F04-8033-014CD468CBC4}" dt="2025-09-18T13:47:34.750" v="133" actId="20577"/>
          <ac:spMkLst>
            <pc:docMk/>
            <pc:sldMk cId="1297240811" sldId="1551"/>
            <ac:spMk id="3" creationId="{E7FF2391-E8AE-9A93-A4FC-0E02B54BC29C}"/>
          </ac:spMkLst>
        </pc:spChg>
      </pc:sldChg>
      <pc:sldChg chg="addSp delSp modSp mod">
        <pc:chgData name="Sanmukh Kuppannagari" userId="ad215094-da36-4b66-9c79-369a17aea26b" providerId="ADAL" clId="{7B61D3EF-15B8-4F04-8033-014CD468CBC4}" dt="2025-09-18T14:53:47.982" v="209" actId="478"/>
        <pc:sldMkLst>
          <pc:docMk/>
          <pc:sldMk cId="570117069" sldId="1573"/>
        </pc:sldMkLst>
      </pc:sldChg>
      <pc:sldChg chg="addSp delSp modSp mod">
        <pc:chgData name="Sanmukh Kuppannagari" userId="ad215094-da36-4b66-9c79-369a17aea26b" providerId="ADAL" clId="{7B61D3EF-15B8-4F04-8033-014CD468CBC4}" dt="2025-09-18T14:53:44.767" v="208" actId="478"/>
        <pc:sldMkLst>
          <pc:docMk/>
          <pc:sldMk cId="995901004" sldId="1574"/>
        </pc:sldMkLst>
      </pc:sldChg>
      <pc:sldChg chg="addSp delSp modSp mod">
        <pc:chgData name="Sanmukh Kuppannagari" userId="ad215094-da36-4b66-9c79-369a17aea26b" providerId="ADAL" clId="{7B61D3EF-15B8-4F04-8033-014CD468CBC4}" dt="2025-09-18T14:53:42.215" v="207" actId="478"/>
        <pc:sldMkLst>
          <pc:docMk/>
          <pc:sldMk cId="440498288" sldId="1575"/>
        </pc:sldMkLst>
      </pc:sldChg>
      <pc:sldChg chg="addSp delSp modSp mod">
        <pc:chgData name="Sanmukh Kuppannagari" userId="ad215094-da36-4b66-9c79-369a17aea26b" providerId="ADAL" clId="{7B61D3EF-15B8-4F04-8033-014CD468CBC4}" dt="2025-09-18T14:53:37.119" v="206" actId="478"/>
        <pc:sldMkLst>
          <pc:docMk/>
          <pc:sldMk cId="670652363" sldId="1576"/>
        </pc:sldMkLst>
      </pc:sldChg>
      <pc:sldChg chg="modSp">
        <pc:chgData name="Sanmukh Kuppannagari" userId="ad215094-da36-4b66-9c79-369a17aea26b" providerId="ADAL" clId="{7B61D3EF-15B8-4F04-8033-014CD468CBC4}" dt="2025-09-18T14:38:15.855" v="191" actId="20577"/>
        <pc:sldMkLst>
          <pc:docMk/>
          <pc:sldMk cId="3330804335" sldId="1583"/>
        </pc:sldMkLst>
      </pc:sldChg>
      <pc:sldChg chg="addSp modSp">
        <pc:chgData name="Sanmukh Kuppannagari" userId="ad215094-da36-4b66-9c79-369a17aea26b" providerId="ADAL" clId="{7B61D3EF-15B8-4F04-8033-014CD468CBC4}" dt="2025-09-18T14:57:13.460" v="341" actId="571"/>
        <pc:sldMkLst>
          <pc:docMk/>
          <pc:sldMk cId="936452190" sldId="1584"/>
        </pc:sldMkLst>
      </pc:sldChg>
      <pc:sldChg chg="addSp modSp">
        <pc:chgData name="Sanmukh Kuppannagari" userId="ad215094-da36-4b66-9c79-369a17aea26b" providerId="ADAL" clId="{7B61D3EF-15B8-4F04-8033-014CD468CBC4}" dt="2025-09-18T14:57:22.432" v="342"/>
        <pc:sldMkLst>
          <pc:docMk/>
          <pc:sldMk cId="652014047" sldId="1585"/>
        </pc:sldMkLst>
      </pc:sldChg>
      <pc:sldChg chg="addSp modSp">
        <pc:chgData name="Sanmukh Kuppannagari" userId="ad215094-da36-4b66-9c79-369a17aea26b" providerId="ADAL" clId="{7B61D3EF-15B8-4F04-8033-014CD468CBC4}" dt="2025-09-18T14:57:26.014" v="343"/>
        <pc:sldMkLst>
          <pc:docMk/>
          <pc:sldMk cId="3673118713" sldId="1586"/>
        </pc:sldMkLst>
      </pc:sldChg>
    </pc:docChg>
  </pc:docChgLst>
  <pc:docChgLst>
    <pc:chgData name="Sanmukh Kuppannagari" userId="ad215094-da36-4b66-9c79-369a17aea26b" providerId="ADAL" clId="{613A0AB2-BD56-483A-AC30-AF62202992E8}"/>
    <pc:docChg chg="undo custSel addSld delSld modSld sldOrd">
      <pc:chgData name="Sanmukh Kuppannagari" userId="ad215094-da36-4b66-9c79-369a17aea26b" providerId="ADAL" clId="{613A0AB2-BD56-483A-AC30-AF62202992E8}" dt="2024-09-10T14:08:58.540" v="4073" actId="20577"/>
      <pc:docMkLst>
        <pc:docMk/>
      </pc:docMkLst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76729432" sldId="30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950079441" sldId="32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07569566" sldId="33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522483144" sldId="341"/>
        </pc:sldMkLst>
      </pc:sldChg>
      <pc:sldChg chg="add">
        <pc:chgData name="Sanmukh Kuppannagari" userId="ad215094-da36-4b66-9c79-369a17aea26b" providerId="ADAL" clId="{613A0AB2-BD56-483A-AC30-AF62202992E8}" dt="2024-09-10T01:44:36.823" v="208"/>
        <pc:sldMkLst>
          <pc:docMk/>
          <pc:sldMk cId="2492042211" sldId="354"/>
        </pc:sldMkLst>
      </pc:sldChg>
      <pc:sldChg chg="modSp mod">
        <pc:chgData name="Sanmukh Kuppannagari" userId="ad215094-da36-4b66-9c79-369a17aea26b" providerId="ADAL" clId="{613A0AB2-BD56-483A-AC30-AF62202992E8}" dt="2024-09-10T02:49:54.542" v="3055" actId="15"/>
        <pc:sldMkLst>
          <pc:docMk/>
          <pc:sldMk cId="3837875043" sldId="39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314761624" sldId="39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158598040" sldId="39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854907447" sldId="39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983873654" sldId="42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888738288" sldId="42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793507665" sldId="430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87871764" sldId="43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68865837" sldId="43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302553672" sldId="43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361697695" sldId="43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738599002" sldId="44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845386772" sldId="125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683670839" sldId="125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018864358" sldId="125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787861397" sldId="125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706379635" sldId="1256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188572601" sldId="1257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911274223" sldId="1258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969816698" sldId="1259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375916416" sldId="1260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696076742" sldId="126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8347974" sldId="126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163333809" sldId="126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061059533" sldId="126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769872445" sldId="126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1496660" sldId="1266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949417311" sldId="1267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981443244" sldId="1268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87788205" sldId="1269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224902270" sldId="1270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430267348" sldId="127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564167782" sldId="127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926195366" sldId="127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115725712" sldId="127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712480366" sldId="127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839462493" sldId="128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617399218" sldId="128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473456708" sldId="134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462074433" sldId="134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585318733" sldId="134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90367929" sldId="134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799099576" sldId="134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227676260" sldId="134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262656913" sldId="135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67355194" sldId="135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804131373" sldId="135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34269155" sldId="135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967107891" sldId="135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794884751" sldId="135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315821937" sldId="135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63516898" sldId="136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886344154" sldId="136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856732028" sldId="136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03735269" sldId="136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326920156" sldId="136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59140757" sldId="136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078040195" sldId="136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84771599" sldId="137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906755194" sldId="137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518010934" sldId="137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532106449" sldId="137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3097358" sldId="1375"/>
        </pc:sldMkLst>
      </pc:sldChg>
      <pc:sldChg chg="addSp modSp add del mod">
        <pc:chgData name="Sanmukh Kuppannagari" userId="ad215094-da36-4b66-9c79-369a17aea26b" providerId="ADAL" clId="{613A0AB2-BD56-483A-AC30-AF62202992E8}" dt="2024-09-10T14:04:28.145" v="3383" actId="20577"/>
        <pc:sldMkLst>
          <pc:docMk/>
          <pc:sldMk cId="2155445605" sldId="137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373852911" sldId="137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785090204" sldId="137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578956546" sldId="137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387291192" sldId="138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729273499" sldId="138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604865990" sldId="138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140536196" sldId="138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028848195" sldId="138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855061855" sldId="138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507384733" sldId="138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406617072" sldId="138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5178750" sldId="138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904397812" sldId="139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115784977" sldId="139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579675671" sldId="139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48896675" sldId="139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213479204" sldId="139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698062718" sldId="139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28240830" sldId="139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577004698" sldId="139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187165335" sldId="139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448802495" sldId="139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426423657" sldId="140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876721923" sldId="140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100405277" sldId="1402"/>
        </pc:sldMkLst>
      </pc:sldChg>
      <pc:sldChg chg="del ord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967499912" sldId="140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81972497" sldId="140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154475222" sldId="140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657037968" sldId="140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808826284" sldId="140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15060599" sldId="140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19380334" sldId="140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9742158" sldId="141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450716392" sldId="141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93658469" sldId="141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54853527" sldId="141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58868704" sldId="141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712966043" sldId="141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077281943" sldId="1417"/>
        </pc:sldMkLst>
      </pc:sldChg>
      <pc:sldChg chg="modSp mod">
        <pc:chgData name="Sanmukh Kuppannagari" userId="ad215094-da36-4b66-9c79-369a17aea26b" providerId="ADAL" clId="{613A0AB2-BD56-483A-AC30-AF62202992E8}" dt="2024-09-10T01:28:59.340" v="82" actId="20577"/>
        <pc:sldMkLst>
          <pc:docMk/>
          <pc:sldMk cId="2646681002" sldId="1418"/>
        </pc:sldMkLst>
      </pc:sldChg>
      <pc:sldChg chg="modSp add del mod">
        <pc:chgData name="Sanmukh Kuppannagari" userId="ad215094-da36-4b66-9c79-369a17aea26b" providerId="ADAL" clId="{613A0AB2-BD56-483A-AC30-AF62202992E8}" dt="2024-09-10T02:47:07.772" v="2980" actId="47"/>
        <pc:sldMkLst>
          <pc:docMk/>
          <pc:sldMk cId="1891067080" sldId="1419"/>
        </pc:sldMkLst>
      </pc:sldChg>
      <pc:sldChg chg="del">
        <pc:chgData name="Sanmukh Kuppannagari" userId="ad215094-da36-4b66-9c79-369a17aea26b" providerId="ADAL" clId="{613A0AB2-BD56-483A-AC30-AF62202992E8}" dt="2024-09-10T01:29:07.900" v="83" actId="47"/>
        <pc:sldMkLst>
          <pc:docMk/>
          <pc:sldMk cId="2756067693" sldId="1419"/>
        </pc:sldMkLst>
      </pc:sldChg>
      <pc:sldChg chg="del">
        <pc:chgData name="Sanmukh Kuppannagari" userId="ad215094-da36-4b66-9c79-369a17aea26b" providerId="ADAL" clId="{613A0AB2-BD56-483A-AC30-AF62202992E8}" dt="2024-09-10T01:29:07.900" v="83" actId="47"/>
        <pc:sldMkLst>
          <pc:docMk/>
          <pc:sldMk cId="519883686" sldId="1420"/>
        </pc:sldMkLst>
      </pc:sldChg>
      <pc:sldChg chg="modSp add del mod">
        <pc:chgData name="Sanmukh Kuppannagari" userId="ad215094-da36-4b66-9c79-369a17aea26b" providerId="ADAL" clId="{613A0AB2-BD56-483A-AC30-AF62202992E8}" dt="2024-09-10T02:47:34.895" v="2986" actId="47"/>
        <pc:sldMkLst>
          <pc:docMk/>
          <pc:sldMk cId="3547720413" sldId="1420"/>
        </pc:sldMkLst>
      </pc:sldChg>
      <pc:sldChg chg="modSp add del mod">
        <pc:chgData name="Sanmukh Kuppannagari" userId="ad215094-da36-4b66-9c79-369a17aea26b" providerId="ADAL" clId="{613A0AB2-BD56-483A-AC30-AF62202992E8}" dt="2024-09-10T02:49:59.467" v="3056" actId="47"/>
        <pc:sldMkLst>
          <pc:docMk/>
          <pc:sldMk cId="1861580155" sldId="1421"/>
        </pc:sldMkLst>
      </pc:sldChg>
      <pc:sldChg chg="del">
        <pc:chgData name="Sanmukh Kuppannagari" userId="ad215094-da36-4b66-9c79-369a17aea26b" providerId="ADAL" clId="{613A0AB2-BD56-483A-AC30-AF62202992E8}" dt="2024-09-10T01:29:07.900" v="83" actId="47"/>
        <pc:sldMkLst>
          <pc:docMk/>
          <pc:sldMk cId="3752423486" sldId="1421"/>
        </pc:sldMkLst>
      </pc:sldChg>
      <pc:sldChg chg="modSp add mod">
        <pc:chgData name="Sanmukh Kuppannagari" userId="ad215094-da36-4b66-9c79-369a17aea26b" providerId="ADAL" clId="{613A0AB2-BD56-483A-AC30-AF62202992E8}" dt="2024-09-10T01:45:21.111" v="210" actId="1076"/>
        <pc:sldMkLst>
          <pc:docMk/>
          <pc:sldMk cId="2024660992" sldId="1422"/>
        </pc:sldMkLst>
      </pc:sldChg>
      <pc:sldChg chg="add">
        <pc:chgData name="Sanmukh Kuppannagari" userId="ad215094-da36-4b66-9c79-369a17aea26b" providerId="ADAL" clId="{613A0AB2-BD56-483A-AC30-AF62202992E8}" dt="2024-09-10T01:32:16.478" v="100"/>
        <pc:sldMkLst>
          <pc:docMk/>
          <pc:sldMk cId="2732262" sldId="1423"/>
        </pc:sldMkLst>
      </pc:sldChg>
      <pc:sldChg chg="add">
        <pc:chgData name="Sanmukh Kuppannagari" userId="ad215094-da36-4b66-9c79-369a17aea26b" providerId="ADAL" clId="{613A0AB2-BD56-483A-AC30-AF62202992E8}" dt="2024-09-10T01:32:48.711" v="101"/>
        <pc:sldMkLst>
          <pc:docMk/>
          <pc:sldMk cId="2162645904" sldId="1424"/>
        </pc:sldMkLst>
      </pc:sldChg>
      <pc:sldChg chg="add">
        <pc:chgData name="Sanmukh Kuppannagari" userId="ad215094-da36-4b66-9c79-369a17aea26b" providerId="ADAL" clId="{613A0AB2-BD56-483A-AC30-AF62202992E8}" dt="2024-09-10T01:33:49.182" v="102"/>
        <pc:sldMkLst>
          <pc:docMk/>
          <pc:sldMk cId="3423648906" sldId="1425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061472416" sldId="1426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109825613" sldId="1427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521121717" sldId="1428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988378371" sldId="1429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300145823" sldId="1430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799776817" sldId="1431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670905119" sldId="1432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681725977" sldId="1433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410148444" sldId="1434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2895113626" sldId="1435"/>
        </pc:sldMkLst>
      </pc:sldChg>
      <pc:sldChg chg="addSp modSp add mod">
        <pc:chgData name="Sanmukh Kuppannagari" userId="ad215094-da36-4b66-9c79-369a17aea26b" providerId="ADAL" clId="{613A0AB2-BD56-483A-AC30-AF62202992E8}" dt="2024-09-10T13:56:57.442" v="3070" actId="14100"/>
        <pc:sldMkLst>
          <pc:docMk/>
          <pc:sldMk cId="1065455456" sldId="1436"/>
        </pc:sldMkLst>
      </pc:sldChg>
      <pc:sldChg chg="addSp modSp add mod">
        <pc:chgData name="Sanmukh Kuppannagari" userId="ad215094-da36-4b66-9c79-369a17aea26b" providerId="ADAL" clId="{613A0AB2-BD56-483A-AC30-AF62202992E8}" dt="2024-09-10T13:57:58.634" v="3083" actId="1076"/>
        <pc:sldMkLst>
          <pc:docMk/>
          <pc:sldMk cId="4249774978" sldId="1437"/>
        </pc:sldMkLst>
      </pc:sldChg>
      <pc:sldChg chg="addSp modSp add mod">
        <pc:chgData name="Sanmukh Kuppannagari" userId="ad215094-da36-4b66-9c79-369a17aea26b" providerId="ADAL" clId="{613A0AB2-BD56-483A-AC30-AF62202992E8}" dt="2024-09-10T13:58:06.256" v="3085" actId="1076"/>
        <pc:sldMkLst>
          <pc:docMk/>
          <pc:sldMk cId="3744848553" sldId="1438"/>
        </pc:sldMkLst>
      </pc:sldChg>
      <pc:sldChg chg="addSp modSp add mod">
        <pc:chgData name="Sanmukh Kuppannagari" userId="ad215094-da36-4b66-9c79-369a17aea26b" providerId="ADAL" clId="{613A0AB2-BD56-483A-AC30-AF62202992E8}" dt="2024-09-10T13:58:13.021" v="3087" actId="1076"/>
        <pc:sldMkLst>
          <pc:docMk/>
          <pc:sldMk cId="3911730472" sldId="1439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806484747" sldId="1440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510140089" sldId="1441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198400876" sldId="1442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310307108" sldId="1443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239455098" sldId="1444"/>
        </pc:sldMkLst>
      </pc:sldChg>
      <pc:sldChg chg="addSp delSp modSp new mod">
        <pc:chgData name="Sanmukh Kuppannagari" userId="ad215094-da36-4b66-9c79-369a17aea26b" providerId="ADAL" clId="{613A0AB2-BD56-483A-AC30-AF62202992E8}" dt="2024-09-10T01:50:59.559" v="518" actId="20577"/>
        <pc:sldMkLst>
          <pc:docMk/>
          <pc:sldMk cId="2435438658" sldId="1445"/>
        </pc:sldMkLst>
      </pc:sldChg>
      <pc:sldChg chg="addSp modSp add mod">
        <pc:chgData name="Sanmukh Kuppannagari" userId="ad215094-da36-4b66-9c79-369a17aea26b" providerId="ADAL" clId="{613A0AB2-BD56-483A-AC30-AF62202992E8}" dt="2024-09-10T01:56:07.079" v="824" actId="20577"/>
        <pc:sldMkLst>
          <pc:docMk/>
          <pc:sldMk cId="2528700108" sldId="1446"/>
        </pc:sldMkLst>
      </pc:sldChg>
      <pc:sldChg chg="addSp modSp add mod">
        <pc:chgData name="Sanmukh Kuppannagari" userId="ad215094-da36-4b66-9c79-369a17aea26b" providerId="ADAL" clId="{613A0AB2-BD56-483A-AC30-AF62202992E8}" dt="2024-09-10T02:02:04.139" v="1119" actId="20577"/>
        <pc:sldMkLst>
          <pc:docMk/>
          <pc:sldMk cId="3448580318" sldId="1447"/>
        </pc:sldMkLst>
      </pc:sldChg>
      <pc:sldChg chg="modSp add del mod">
        <pc:chgData name="Sanmukh Kuppannagari" userId="ad215094-da36-4b66-9c79-369a17aea26b" providerId="ADAL" clId="{613A0AB2-BD56-483A-AC30-AF62202992E8}" dt="2024-09-10T01:57:11.036" v="974" actId="47"/>
        <pc:sldMkLst>
          <pc:docMk/>
          <pc:sldMk cId="2249879898" sldId="1448"/>
        </pc:sldMkLst>
      </pc:sldChg>
      <pc:sldChg chg="modSp new mod ord">
        <pc:chgData name="Sanmukh Kuppannagari" userId="ad215094-da36-4b66-9c79-369a17aea26b" providerId="ADAL" clId="{613A0AB2-BD56-483A-AC30-AF62202992E8}" dt="2024-09-10T14:00:41.014" v="3120" actId="20577"/>
        <pc:sldMkLst>
          <pc:docMk/>
          <pc:sldMk cId="3596653468" sldId="1448"/>
        </pc:sldMkLst>
      </pc:sldChg>
      <pc:sldChg chg="addSp delSp modSp add mod">
        <pc:chgData name="Sanmukh Kuppannagari" userId="ad215094-da36-4b66-9c79-369a17aea26b" providerId="ADAL" clId="{613A0AB2-BD56-483A-AC30-AF62202992E8}" dt="2024-09-10T02:08:38.970" v="1516" actId="6549"/>
        <pc:sldMkLst>
          <pc:docMk/>
          <pc:sldMk cId="1880408666" sldId="1449"/>
        </pc:sldMkLst>
      </pc:sldChg>
      <pc:sldChg chg="addSp delSp modSp add mod">
        <pc:chgData name="Sanmukh Kuppannagari" userId="ad215094-da36-4b66-9c79-369a17aea26b" providerId="ADAL" clId="{613A0AB2-BD56-483A-AC30-AF62202992E8}" dt="2024-09-10T02:09:46.167" v="1529" actId="1076"/>
        <pc:sldMkLst>
          <pc:docMk/>
          <pc:sldMk cId="4060134973" sldId="1450"/>
        </pc:sldMkLst>
      </pc:sldChg>
      <pc:sldChg chg="add del">
        <pc:chgData name="Sanmukh Kuppannagari" userId="ad215094-da36-4b66-9c79-369a17aea26b" providerId="ADAL" clId="{613A0AB2-BD56-483A-AC30-AF62202992E8}" dt="2024-09-10T02:12:44.420" v="1601" actId="47"/>
        <pc:sldMkLst>
          <pc:docMk/>
          <pc:sldMk cId="3891841292" sldId="1451"/>
        </pc:sldMkLst>
      </pc:sldChg>
      <pc:sldChg chg="addSp delSp modSp add mod">
        <pc:chgData name="Sanmukh Kuppannagari" userId="ad215094-da36-4b66-9c79-369a17aea26b" providerId="ADAL" clId="{613A0AB2-BD56-483A-AC30-AF62202992E8}" dt="2024-09-10T02:12:32.181" v="1600" actId="1076"/>
        <pc:sldMkLst>
          <pc:docMk/>
          <pc:sldMk cId="2002584918" sldId="1452"/>
        </pc:sldMkLst>
      </pc:sldChg>
      <pc:sldChg chg="addSp delSp modSp add mod">
        <pc:chgData name="Sanmukh Kuppannagari" userId="ad215094-da36-4b66-9c79-369a17aea26b" providerId="ADAL" clId="{613A0AB2-BD56-483A-AC30-AF62202992E8}" dt="2024-09-10T02:17:07.136" v="2022" actId="20577"/>
        <pc:sldMkLst>
          <pc:docMk/>
          <pc:sldMk cId="166141272" sldId="1453"/>
        </pc:sldMkLst>
      </pc:sldChg>
      <pc:sldChg chg="addSp delSp modSp new mod">
        <pc:chgData name="Sanmukh Kuppannagari" userId="ad215094-da36-4b66-9c79-369a17aea26b" providerId="ADAL" clId="{613A0AB2-BD56-483A-AC30-AF62202992E8}" dt="2024-09-10T02:29:06.513" v="2400" actId="1076"/>
        <pc:sldMkLst>
          <pc:docMk/>
          <pc:sldMk cId="1637042343" sldId="1454"/>
        </pc:sldMkLst>
      </pc:sldChg>
      <pc:sldChg chg="modSp add mod">
        <pc:chgData name="Sanmukh Kuppannagari" userId="ad215094-da36-4b66-9c79-369a17aea26b" providerId="ADAL" clId="{613A0AB2-BD56-483A-AC30-AF62202992E8}" dt="2024-09-10T02:29:26.921" v="2405" actId="20577"/>
        <pc:sldMkLst>
          <pc:docMk/>
          <pc:sldMk cId="2077584720" sldId="1455"/>
        </pc:sldMkLst>
      </pc:sldChg>
      <pc:sldChg chg="modSp add mod">
        <pc:chgData name="Sanmukh Kuppannagari" userId="ad215094-da36-4b66-9c79-369a17aea26b" providerId="ADAL" clId="{613A0AB2-BD56-483A-AC30-AF62202992E8}" dt="2024-09-10T02:29:53.701" v="2417" actId="1076"/>
        <pc:sldMkLst>
          <pc:docMk/>
          <pc:sldMk cId="1601611775" sldId="1456"/>
        </pc:sldMkLst>
      </pc:sldChg>
      <pc:sldChg chg="addSp delSp modSp add mod">
        <pc:chgData name="Sanmukh Kuppannagari" userId="ad215094-da36-4b66-9c79-369a17aea26b" providerId="ADAL" clId="{613A0AB2-BD56-483A-AC30-AF62202992E8}" dt="2024-09-10T02:32:55.484" v="2474" actId="207"/>
        <pc:sldMkLst>
          <pc:docMk/>
          <pc:sldMk cId="432978893" sldId="1457"/>
        </pc:sldMkLst>
      </pc:sldChg>
      <pc:sldChg chg="addSp modSp add mod">
        <pc:chgData name="Sanmukh Kuppannagari" userId="ad215094-da36-4b66-9c79-369a17aea26b" providerId="ADAL" clId="{613A0AB2-BD56-483A-AC30-AF62202992E8}" dt="2024-09-10T14:01:30.592" v="3123" actId="1076"/>
        <pc:sldMkLst>
          <pc:docMk/>
          <pc:sldMk cId="3977200157" sldId="1458"/>
        </pc:sldMkLst>
      </pc:sldChg>
      <pc:sldChg chg="addSp modSp add mod">
        <pc:chgData name="Sanmukh Kuppannagari" userId="ad215094-da36-4b66-9c79-369a17aea26b" providerId="ADAL" clId="{613A0AB2-BD56-483A-AC30-AF62202992E8}" dt="2024-09-10T02:33:37.620" v="2486" actId="1076"/>
        <pc:sldMkLst>
          <pc:docMk/>
          <pc:sldMk cId="1026247998" sldId="1459"/>
        </pc:sldMkLst>
      </pc:sldChg>
      <pc:sldChg chg="addSp delSp modSp add mod">
        <pc:chgData name="Sanmukh Kuppannagari" userId="ad215094-da36-4b66-9c79-369a17aea26b" providerId="ADAL" clId="{613A0AB2-BD56-483A-AC30-AF62202992E8}" dt="2024-09-10T02:34:39.581" v="2497" actId="478"/>
        <pc:sldMkLst>
          <pc:docMk/>
          <pc:sldMk cId="2306065322" sldId="1460"/>
        </pc:sldMkLst>
      </pc:sldChg>
      <pc:sldChg chg="delSp modSp add mod">
        <pc:chgData name="Sanmukh Kuppannagari" userId="ad215094-da36-4b66-9c79-369a17aea26b" providerId="ADAL" clId="{613A0AB2-BD56-483A-AC30-AF62202992E8}" dt="2024-09-10T02:35:27.251" v="2511" actId="208"/>
        <pc:sldMkLst>
          <pc:docMk/>
          <pc:sldMk cId="3428985795" sldId="1461"/>
        </pc:sldMkLst>
      </pc:sldChg>
      <pc:sldChg chg="delSp modSp add mod">
        <pc:chgData name="Sanmukh Kuppannagari" userId="ad215094-da36-4b66-9c79-369a17aea26b" providerId="ADAL" clId="{613A0AB2-BD56-483A-AC30-AF62202992E8}" dt="2024-09-10T02:35:30.985" v="2514" actId="208"/>
        <pc:sldMkLst>
          <pc:docMk/>
          <pc:sldMk cId="3519324463" sldId="1462"/>
        </pc:sldMkLst>
      </pc:sldChg>
      <pc:sldChg chg="addSp delSp modSp add mod">
        <pc:chgData name="Sanmukh Kuppannagari" userId="ad215094-da36-4b66-9c79-369a17aea26b" providerId="ADAL" clId="{613A0AB2-BD56-483A-AC30-AF62202992E8}" dt="2024-09-10T02:35:34.634" v="2517" actId="208"/>
        <pc:sldMkLst>
          <pc:docMk/>
          <pc:sldMk cId="1373048709" sldId="1463"/>
        </pc:sldMkLst>
      </pc:sldChg>
      <pc:sldChg chg="modSp add mod">
        <pc:chgData name="Sanmukh Kuppannagari" userId="ad215094-da36-4b66-9c79-369a17aea26b" providerId="ADAL" clId="{613A0AB2-BD56-483A-AC30-AF62202992E8}" dt="2024-09-10T02:35:55.507" v="2546" actId="207"/>
        <pc:sldMkLst>
          <pc:docMk/>
          <pc:sldMk cId="3075436054" sldId="1464"/>
        </pc:sldMkLst>
      </pc:sldChg>
      <pc:sldChg chg="modSp add mod">
        <pc:chgData name="Sanmukh Kuppannagari" userId="ad215094-da36-4b66-9c79-369a17aea26b" providerId="ADAL" clId="{613A0AB2-BD56-483A-AC30-AF62202992E8}" dt="2024-09-10T02:36:50.235" v="2590" actId="207"/>
        <pc:sldMkLst>
          <pc:docMk/>
          <pc:sldMk cId="872022406" sldId="1465"/>
        </pc:sldMkLst>
      </pc:sldChg>
      <pc:sldChg chg="modSp add mod">
        <pc:chgData name="Sanmukh Kuppannagari" userId="ad215094-da36-4b66-9c79-369a17aea26b" providerId="ADAL" clId="{613A0AB2-BD56-483A-AC30-AF62202992E8}" dt="2024-09-10T02:48:35.346" v="2990" actId="6549"/>
        <pc:sldMkLst>
          <pc:docMk/>
          <pc:sldMk cId="3474961130" sldId="1466"/>
        </pc:sldMkLst>
      </pc:sldChg>
      <pc:sldChg chg="modSp add mod">
        <pc:chgData name="Sanmukh Kuppannagari" userId="ad215094-da36-4b66-9c79-369a17aea26b" providerId="ADAL" clId="{613A0AB2-BD56-483A-AC30-AF62202992E8}" dt="2024-09-10T02:48:43.494" v="2991" actId="6549"/>
        <pc:sldMkLst>
          <pc:docMk/>
          <pc:sldMk cId="3693279848" sldId="1467"/>
        </pc:sldMkLst>
      </pc:sldChg>
      <pc:sldChg chg="modSp add mod">
        <pc:chgData name="Sanmukh Kuppannagari" userId="ad215094-da36-4b66-9c79-369a17aea26b" providerId="ADAL" clId="{613A0AB2-BD56-483A-AC30-AF62202992E8}" dt="2024-09-10T02:48:52.479" v="2992" actId="6549"/>
        <pc:sldMkLst>
          <pc:docMk/>
          <pc:sldMk cId="1977406003" sldId="1468"/>
        </pc:sldMkLst>
      </pc:sldChg>
      <pc:sldChg chg="addSp modSp add mod">
        <pc:chgData name="Sanmukh Kuppannagari" userId="ad215094-da36-4b66-9c79-369a17aea26b" providerId="ADAL" clId="{613A0AB2-BD56-483A-AC30-AF62202992E8}" dt="2024-09-10T14:04:35.399" v="3385"/>
        <pc:sldMkLst>
          <pc:docMk/>
          <pc:sldMk cId="913176791" sldId="1469"/>
        </pc:sldMkLst>
      </pc:sldChg>
      <pc:sldChg chg="add del">
        <pc:chgData name="Sanmukh Kuppannagari" userId="ad215094-da36-4b66-9c79-369a17aea26b" providerId="ADAL" clId="{613A0AB2-BD56-483A-AC30-AF62202992E8}" dt="2024-09-10T13:57:19.646" v="3075"/>
        <pc:sldMkLst>
          <pc:docMk/>
          <pc:sldMk cId="2349840647" sldId="1469"/>
        </pc:sldMkLst>
      </pc:sldChg>
      <pc:sldChg chg="modSp add mod">
        <pc:chgData name="Sanmukh Kuppannagari" userId="ad215094-da36-4b66-9c79-369a17aea26b" providerId="ADAL" clId="{613A0AB2-BD56-483A-AC30-AF62202992E8}" dt="2024-09-10T14:04:39.925" v="3387"/>
        <pc:sldMkLst>
          <pc:docMk/>
          <pc:sldMk cId="4190536048" sldId="1470"/>
        </pc:sldMkLst>
      </pc:sldChg>
      <pc:sldChg chg="modSp add mod">
        <pc:chgData name="Sanmukh Kuppannagari" userId="ad215094-da36-4b66-9c79-369a17aea26b" providerId="ADAL" clId="{613A0AB2-BD56-483A-AC30-AF62202992E8}" dt="2024-09-10T14:04:44.899" v="3389"/>
        <pc:sldMkLst>
          <pc:docMk/>
          <pc:sldMk cId="2020050802" sldId="1471"/>
        </pc:sldMkLst>
      </pc:sldChg>
      <pc:sldChg chg="modSp add mod">
        <pc:chgData name="Sanmukh Kuppannagari" userId="ad215094-da36-4b66-9c79-369a17aea26b" providerId="ADAL" clId="{613A0AB2-BD56-483A-AC30-AF62202992E8}" dt="2024-09-10T14:05:25.609" v="3495" actId="20577"/>
        <pc:sldMkLst>
          <pc:docMk/>
          <pc:sldMk cId="184454124" sldId="1472"/>
        </pc:sldMkLst>
      </pc:sldChg>
      <pc:sldChg chg="modSp add mod">
        <pc:chgData name="Sanmukh Kuppannagari" userId="ad215094-da36-4b66-9c79-369a17aea26b" providerId="ADAL" clId="{613A0AB2-BD56-483A-AC30-AF62202992E8}" dt="2024-09-10T14:06:05.107" v="3569" actId="20577"/>
        <pc:sldMkLst>
          <pc:docMk/>
          <pc:sldMk cId="1095382800" sldId="1473"/>
        </pc:sldMkLst>
      </pc:sldChg>
      <pc:sldChg chg="modSp add mod">
        <pc:chgData name="Sanmukh Kuppannagari" userId="ad215094-da36-4b66-9c79-369a17aea26b" providerId="ADAL" clId="{613A0AB2-BD56-483A-AC30-AF62202992E8}" dt="2024-09-10T14:07:07.913" v="3714" actId="14100"/>
        <pc:sldMkLst>
          <pc:docMk/>
          <pc:sldMk cId="702332589" sldId="1474"/>
        </pc:sldMkLst>
      </pc:sldChg>
      <pc:sldChg chg="addSp modSp add mod">
        <pc:chgData name="Sanmukh Kuppannagari" userId="ad215094-da36-4b66-9c79-369a17aea26b" providerId="ADAL" clId="{613A0AB2-BD56-483A-AC30-AF62202992E8}" dt="2024-09-10T14:08:58.540" v="4073" actId="20577"/>
        <pc:sldMkLst>
          <pc:docMk/>
          <pc:sldMk cId="3957084145" sldId="1475"/>
        </pc:sldMkLst>
      </pc:sldChg>
    </pc:docChg>
  </pc:docChgLst>
  <pc:docChgLst>
    <pc:chgData name="Sanmukh Kuppannagari" userId="ad215094-da36-4b66-9c79-369a17aea26b" providerId="ADAL" clId="{3A9911A3-5EE2-4332-AD1B-5A7E26B8A93E}"/>
    <pc:docChg chg="undo custSel addSld delSld modSld">
      <pc:chgData name="Sanmukh Kuppannagari" userId="ad215094-da36-4b66-9c79-369a17aea26b" providerId="ADAL" clId="{3A9911A3-5EE2-4332-AD1B-5A7E26B8A93E}" dt="2025-10-14T14:36:42.012" v="2951" actId="20577"/>
      <pc:docMkLst>
        <pc:docMk/>
      </pc:docMkLst>
      <pc:sldChg chg="add">
        <pc:chgData name="Sanmukh Kuppannagari" userId="ad215094-da36-4b66-9c79-369a17aea26b" providerId="ADAL" clId="{3A9911A3-5EE2-4332-AD1B-5A7E26B8A93E}" dt="2025-10-14T13:31:07.257" v="1436"/>
        <pc:sldMkLst>
          <pc:docMk/>
          <pc:sldMk cId="2918663953" sldId="609"/>
        </pc:sldMkLst>
      </pc:sldChg>
      <pc:sldChg chg="add">
        <pc:chgData name="Sanmukh Kuppannagari" userId="ad215094-da36-4b66-9c79-369a17aea26b" providerId="ADAL" clId="{3A9911A3-5EE2-4332-AD1B-5A7E26B8A93E}" dt="2025-10-14T12:42:20.266" v="511"/>
        <pc:sldMkLst>
          <pc:docMk/>
          <pc:sldMk cId="3900386166" sldId="1333"/>
        </pc:sldMkLst>
      </pc:sldChg>
      <pc:sldChg chg="add">
        <pc:chgData name="Sanmukh Kuppannagari" userId="ad215094-da36-4b66-9c79-369a17aea26b" providerId="ADAL" clId="{3A9911A3-5EE2-4332-AD1B-5A7E26B8A93E}" dt="2025-10-14T12:42:20.266" v="511"/>
        <pc:sldMkLst>
          <pc:docMk/>
          <pc:sldMk cId="466721343" sldId="1336"/>
        </pc:sldMkLst>
      </pc:sldChg>
      <pc:sldChg chg="add">
        <pc:chgData name="Sanmukh Kuppannagari" userId="ad215094-da36-4b66-9c79-369a17aea26b" providerId="ADAL" clId="{3A9911A3-5EE2-4332-AD1B-5A7E26B8A93E}" dt="2025-10-14T12:42:20.266" v="511"/>
        <pc:sldMkLst>
          <pc:docMk/>
          <pc:sldMk cId="2532340766" sldId="1337"/>
        </pc:sldMkLst>
      </pc:sldChg>
      <pc:sldChg chg="add">
        <pc:chgData name="Sanmukh Kuppannagari" userId="ad215094-da36-4b66-9c79-369a17aea26b" providerId="ADAL" clId="{3A9911A3-5EE2-4332-AD1B-5A7E26B8A93E}" dt="2025-10-14T12:42:20.266" v="511"/>
        <pc:sldMkLst>
          <pc:docMk/>
          <pc:sldMk cId="497537133" sldId="1338"/>
        </pc:sldMkLst>
      </pc:sldChg>
      <pc:sldChg chg="add">
        <pc:chgData name="Sanmukh Kuppannagari" userId="ad215094-da36-4b66-9c79-369a17aea26b" providerId="ADAL" clId="{3A9911A3-5EE2-4332-AD1B-5A7E26B8A93E}" dt="2025-10-14T12:42:20.266" v="511"/>
        <pc:sldMkLst>
          <pc:docMk/>
          <pc:sldMk cId="996122636" sldId="1339"/>
        </pc:sldMkLst>
      </pc:sldChg>
      <pc:sldChg chg="add">
        <pc:chgData name="Sanmukh Kuppannagari" userId="ad215094-da36-4b66-9c79-369a17aea26b" providerId="ADAL" clId="{3A9911A3-5EE2-4332-AD1B-5A7E26B8A93E}" dt="2025-10-14T12:42:20.266" v="511"/>
        <pc:sldMkLst>
          <pc:docMk/>
          <pc:sldMk cId="169773503" sldId="1340"/>
        </pc:sldMkLst>
      </pc:sldChg>
      <pc:sldChg chg="add">
        <pc:chgData name="Sanmukh Kuppannagari" userId="ad215094-da36-4b66-9c79-369a17aea26b" providerId="ADAL" clId="{3A9911A3-5EE2-4332-AD1B-5A7E26B8A93E}" dt="2025-10-14T12:42:20.266" v="511"/>
        <pc:sldMkLst>
          <pc:docMk/>
          <pc:sldMk cId="1260582718" sldId="1341"/>
        </pc:sldMkLst>
      </pc:sldChg>
      <pc:sldChg chg="addSp modSp add mod">
        <pc:chgData name="Sanmukh Kuppannagari" userId="ad215094-da36-4b66-9c79-369a17aea26b" providerId="ADAL" clId="{3A9911A3-5EE2-4332-AD1B-5A7E26B8A93E}" dt="2025-10-14T12:44:24.362" v="566" actId="14100"/>
        <pc:sldMkLst>
          <pc:docMk/>
          <pc:sldMk cId="3593875498" sldId="1342"/>
        </pc:sldMkLst>
        <pc:spChg chg="mod">
          <ac:chgData name="Sanmukh Kuppannagari" userId="ad215094-da36-4b66-9c79-369a17aea26b" providerId="ADAL" clId="{3A9911A3-5EE2-4332-AD1B-5A7E26B8A93E}" dt="2025-10-14T12:44:06.599" v="563" actId="207"/>
          <ac:spMkLst>
            <pc:docMk/>
            <pc:sldMk cId="3593875498" sldId="1342"/>
            <ac:spMk id="3" creationId="{27679A98-5531-542B-69BB-EF27976B8F0D}"/>
          </ac:spMkLst>
        </pc:spChg>
        <pc:spChg chg="add mod">
          <ac:chgData name="Sanmukh Kuppannagari" userId="ad215094-da36-4b66-9c79-369a17aea26b" providerId="ADAL" clId="{3A9911A3-5EE2-4332-AD1B-5A7E26B8A93E}" dt="2025-10-14T12:44:24.362" v="566" actId="14100"/>
          <ac:spMkLst>
            <pc:docMk/>
            <pc:sldMk cId="3593875498" sldId="1342"/>
            <ac:spMk id="4" creationId="{27788913-B125-CDA5-8B0D-B30BC36BA57C}"/>
          </ac:spMkLst>
        </pc:spChg>
      </pc:sldChg>
      <pc:sldChg chg="add">
        <pc:chgData name="Sanmukh Kuppannagari" userId="ad215094-da36-4b66-9c79-369a17aea26b" providerId="ADAL" clId="{3A9911A3-5EE2-4332-AD1B-5A7E26B8A93E}" dt="2025-10-14T12:42:20.266" v="511"/>
        <pc:sldMkLst>
          <pc:docMk/>
          <pc:sldMk cId="1708815900" sldId="1343"/>
        </pc:sldMkLst>
      </pc:sldChg>
      <pc:sldChg chg="add">
        <pc:chgData name="Sanmukh Kuppannagari" userId="ad215094-da36-4b66-9c79-369a17aea26b" providerId="ADAL" clId="{3A9911A3-5EE2-4332-AD1B-5A7E26B8A93E}" dt="2025-10-14T12:42:20.266" v="511"/>
        <pc:sldMkLst>
          <pc:docMk/>
          <pc:sldMk cId="140214840" sldId="1344"/>
        </pc:sldMkLst>
      </pc:sldChg>
      <pc:sldChg chg="add">
        <pc:chgData name="Sanmukh Kuppannagari" userId="ad215094-da36-4b66-9c79-369a17aea26b" providerId="ADAL" clId="{3A9911A3-5EE2-4332-AD1B-5A7E26B8A93E}" dt="2025-10-14T12:42:20.266" v="511"/>
        <pc:sldMkLst>
          <pc:docMk/>
          <pc:sldMk cId="1735336091" sldId="1345"/>
        </pc:sldMkLst>
      </pc:sldChg>
      <pc:sldChg chg="add">
        <pc:chgData name="Sanmukh Kuppannagari" userId="ad215094-da36-4b66-9c79-369a17aea26b" providerId="ADAL" clId="{3A9911A3-5EE2-4332-AD1B-5A7E26B8A93E}" dt="2025-10-14T12:42:20.266" v="511"/>
        <pc:sldMkLst>
          <pc:docMk/>
          <pc:sldMk cId="4216633815" sldId="1346"/>
        </pc:sldMkLst>
      </pc:sldChg>
      <pc:sldChg chg="modSp mod">
        <pc:chgData name="Sanmukh Kuppannagari" userId="ad215094-da36-4b66-9c79-369a17aea26b" providerId="ADAL" clId="{3A9911A3-5EE2-4332-AD1B-5A7E26B8A93E}" dt="2025-10-14T14:34:39.054" v="2950" actId="20577"/>
        <pc:sldMkLst>
          <pc:docMk/>
          <pc:sldMk cId="1297240811" sldId="1551"/>
        </pc:sldMkLst>
        <pc:spChg chg="mod">
          <ac:chgData name="Sanmukh Kuppannagari" userId="ad215094-da36-4b66-9c79-369a17aea26b" providerId="ADAL" clId="{3A9911A3-5EE2-4332-AD1B-5A7E26B8A93E}" dt="2025-10-14T14:34:39.054" v="2950" actId="20577"/>
          <ac:spMkLst>
            <pc:docMk/>
            <pc:sldMk cId="1297240811" sldId="1551"/>
            <ac:spMk id="3" creationId="{E7FF2391-E8AE-9A93-A4FC-0E02B54BC29C}"/>
          </ac:spMkLst>
        </pc:spChg>
      </pc:sldChg>
      <pc:sldChg chg="add">
        <pc:chgData name="Sanmukh Kuppannagari" userId="ad215094-da36-4b66-9c79-369a17aea26b" providerId="ADAL" clId="{3A9911A3-5EE2-4332-AD1B-5A7E26B8A93E}" dt="2025-10-14T12:42:20.266" v="511"/>
        <pc:sldMkLst>
          <pc:docMk/>
          <pc:sldMk cId="629571772" sldId="1649"/>
        </pc:sldMkLst>
      </pc:sldChg>
      <pc:sldChg chg="add">
        <pc:chgData name="Sanmukh Kuppannagari" userId="ad215094-da36-4b66-9c79-369a17aea26b" providerId="ADAL" clId="{3A9911A3-5EE2-4332-AD1B-5A7E26B8A93E}" dt="2025-10-14T12:42:20.266" v="511"/>
        <pc:sldMkLst>
          <pc:docMk/>
          <pc:sldMk cId="3509061926" sldId="1650"/>
        </pc:sldMkLst>
      </pc:sldChg>
      <pc:sldChg chg="add">
        <pc:chgData name="Sanmukh Kuppannagari" userId="ad215094-da36-4b66-9c79-369a17aea26b" providerId="ADAL" clId="{3A9911A3-5EE2-4332-AD1B-5A7E26B8A93E}" dt="2025-10-14T12:42:20.266" v="511"/>
        <pc:sldMkLst>
          <pc:docMk/>
          <pc:sldMk cId="3103868854" sldId="1651"/>
        </pc:sldMkLst>
      </pc:sldChg>
      <pc:sldChg chg="add">
        <pc:chgData name="Sanmukh Kuppannagari" userId="ad215094-da36-4b66-9c79-369a17aea26b" providerId="ADAL" clId="{3A9911A3-5EE2-4332-AD1B-5A7E26B8A93E}" dt="2025-10-14T12:42:20.266" v="511"/>
        <pc:sldMkLst>
          <pc:docMk/>
          <pc:sldMk cId="3566608380" sldId="1652"/>
        </pc:sldMkLst>
      </pc:sldChg>
      <pc:sldChg chg="add">
        <pc:chgData name="Sanmukh Kuppannagari" userId="ad215094-da36-4b66-9c79-369a17aea26b" providerId="ADAL" clId="{3A9911A3-5EE2-4332-AD1B-5A7E26B8A93E}" dt="2025-10-14T12:42:20.266" v="511"/>
        <pc:sldMkLst>
          <pc:docMk/>
          <pc:sldMk cId="3410441757" sldId="1653"/>
        </pc:sldMkLst>
      </pc:sldChg>
      <pc:sldChg chg="modSp mod">
        <pc:chgData name="Sanmukh Kuppannagari" userId="ad215094-da36-4b66-9c79-369a17aea26b" providerId="ADAL" clId="{3A9911A3-5EE2-4332-AD1B-5A7E26B8A93E}" dt="2025-10-14T13:02:22.762" v="1278" actId="5793"/>
        <pc:sldMkLst>
          <pc:docMk/>
          <pc:sldMk cId="4196385676" sldId="1654"/>
        </pc:sldMkLst>
        <pc:spChg chg="mod">
          <ac:chgData name="Sanmukh Kuppannagari" userId="ad215094-da36-4b66-9c79-369a17aea26b" providerId="ADAL" clId="{3A9911A3-5EE2-4332-AD1B-5A7E26B8A93E}" dt="2025-10-14T13:02:22.762" v="1278" actId="5793"/>
          <ac:spMkLst>
            <pc:docMk/>
            <pc:sldMk cId="4196385676" sldId="1654"/>
            <ac:spMk id="3" creationId="{BA686383-F2F5-3E55-940F-988CE19CCA24}"/>
          </ac:spMkLst>
        </pc:spChg>
      </pc:sldChg>
      <pc:sldChg chg="modSp mod">
        <pc:chgData name="Sanmukh Kuppannagari" userId="ad215094-da36-4b66-9c79-369a17aea26b" providerId="ADAL" clId="{3A9911A3-5EE2-4332-AD1B-5A7E26B8A93E}" dt="2025-10-14T13:10:36.263" v="1433" actId="207"/>
        <pc:sldMkLst>
          <pc:docMk/>
          <pc:sldMk cId="3178084316" sldId="1656"/>
        </pc:sldMkLst>
        <pc:spChg chg="mod">
          <ac:chgData name="Sanmukh Kuppannagari" userId="ad215094-da36-4b66-9c79-369a17aea26b" providerId="ADAL" clId="{3A9911A3-5EE2-4332-AD1B-5A7E26B8A93E}" dt="2025-10-14T13:10:36.263" v="1433" actId="207"/>
          <ac:spMkLst>
            <pc:docMk/>
            <pc:sldMk cId="3178084316" sldId="1656"/>
            <ac:spMk id="3" creationId="{686C2655-067D-1D95-248A-E14979DA0705}"/>
          </ac:spMkLst>
        </pc:spChg>
      </pc:sldChg>
      <pc:sldChg chg="del">
        <pc:chgData name="Sanmukh Kuppannagari" userId="ad215094-da36-4b66-9c79-369a17aea26b" providerId="ADAL" clId="{3A9911A3-5EE2-4332-AD1B-5A7E26B8A93E}" dt="2025-10-14T12:56:20.694" v="1201" actId="47"/>
        <pc:sldMkLst>
          <pc:docMk/>
          <pc:sldMk cId="721012684" sldId="1657"/>
        </pc:sldMkLst>
      </pc:sldChg>
      <pc:sldChg chg="del">
        <pc:chgData name="Sanmukh Kuppannagari" userId="ad215094-da36-4b66-9c79-369a17aea26b" providerId="ADAL" clId="{3A9911A3-5EE2-4332-AD1B-5A7E26B8A93E}" dt="2025-10-14T12:56:20.694" v="1201" actId="47"/>
        <pc:sldMkLst>
          <pc:docMk/>
          <pc:sldMk cId="3084234140" sldId="1658"/>
        </pc:sldMkLst>
      </pc:sldChg>
      <pc:sldChg chg="del">
        <pc:chgData name="Sanmukh Kuppannagari" userId="ad215094-da36-4b66-9c79-369a17aea26b" providerId="ADAL" clId="{3A9911A3-5EE2-4332-AD1B-5A7E26B8A93E}" dt="2025-10-14T12:56:20.694" v="1201" actId="47"/>
        <pc:sldMkLst>
          <pc:docMk/>
          <pc:sldMk cId="3688610692" sldId="1659"/>
        </pc:sldMkLst>
      </pc:sldChg>
      <pc:sldChg chg="del">
        <pc:chgData name="Sanmukh Kuppannagari" userId="ad215094-da36-4b66-9c79-369a17aea26b" providerId="ADAL" clId="{3A9911A3-5EE2-4332-AD1B-5A7E26B8A93E}" dt="2025-10-14T12:56:20.694" v="1201" actId="47"/>
        <pc:sldMkLst>
          <pc:docMk/>
          <pc:sldMk cId="820733737" sldId="1660"/>
        </pc:sldMkLst>
      </pc:sldChg>
      <pc:sldChg chg="del">
        <pc:chgData name="Sanmukh Kuppannagari" userId="ad215094-da36-4b66-9c79-369a17aea26b" providerId="ADAL" clId="{3A9911A3-5EE2-4332-AD1B-5A7E26B8A93E}" dt="2025-10-14T12:56:20.694" v="1201" actId="47"/>
        <pc:sldMkLst>
          <pc:docMk/>
          <pc:sldMk cId="3529754559" sldId="1661"/>
        </pc:sldMkLst>
      </pc:sldChg>
      <pc:sldChg chg="del">
        <pc:chgData name="Sanmukh Kuppannagari" userId="ad215094-da36-4b66-9c79-369a17aea26b" providerId="ADAL" clId="{3A9911A3-5EE2-4332-AD1B-5A7E26B8A93E}" dt="2025-10-14T12:56:20.694" v="1201" actId="47"/>
        <pc:sldMkLst>
          <pc:docMk/>
          <pc:sldMk cId="4048591119" sldId="1662"/>
        </pc:sldMkLst>
      </pc:sldChg>
      <pc:sldChg chg="del">
        <pc:chgData name="Sanmukh Kuppannagari" userId="ad215094-da36-4b66-9c79-369a17aea26b" providerId="ADAL" clId="{3A9911A3-5EE2-4332-AD1B-5A7E26B8A93E}" dt="2025-10-14T12:56:20.694" v="1201" actId="47"/>
        <pc:sldMkLst>
          <pc:docMk/>
          <pc:sldMk cId="4291627004" sldId="1663"/>
        </pc:sldMkLst>
      </pc:sldChg>
      <pc:sldChg chg="del">
        <pc:chgData name="Sanmukh Kuppannagari" userId="ad215094-da36-4b66-9c79-369a17aea26b" providerId="ADAL" clId="{3A9911A3-5EE2-4332-AD1B-5A7E26B8A93E}" dt="2025-10-14T12:56:20.694" v="1201" actId="47"/>
        <pc:sldMkLst>
          <pc:docMk/>
          <pc:sldMk cId="575807342" sldId="1664"/>
        </pc:sldMkLst>
      </pc:sldChg>
      <pc:sldChg chg="add">
        <pc:chgData name="Sanmukh Kuppannagari" userId="ad215094-da36-4b66-9c79-369a17aea26b" providerId="ADAL" clId="{3A9911A3-5EE2-4332-AD1B-5A7E26B8A93E}" dt="2025-10-14T12:59:19.508" v="1274"/>
        <pc:sldMkLst>
          <pc:docMk/>
          <pc:sldMk cId="3913714320" sldId="1664"/>
        </pc:sldMkLst>
      </pc:sldChg>
      <pc:sldChg chg="add">
        <pc:chgData name="Sanmukh Kuppannagari" userId="ad215094-da36-4b66-9c79-369a17aea26b" providerId="ADAL" clId="{3A9911A3-5EE2-4332-AD1B-5A7E26B8A93E}" dt="2025-10-14T12:59:19.508" v="1274"/>
        <pc:sldMkLst>
          <pc:docMk/>
          <pc:sldMk cId="2280705995" sldId="1665"/>
        </pc:sldMkLst>
      </pc:sldChg>
      <pc:sldChg chg="del">
        <pc:chgData name="Sanmukh Kuppannagari" userId="ad215094-da36-4b66-9c79-369a17aea26b" providerId="ADAL" clId="{3A9911A3-5EE2-4332-AD1B-5A7E26B8A93E}" dt="2025-10-14T12:56:20.694" v="1201" actId="47"/>
        <pc:sldMkLst>
          <pc:docMk/>
          <pc:sldMk cId="3047999574" sldId="1665"/>
        </pc:sldMkLst>
      </pc:sldChg>
      <pc:sldChg chg="add">
        <pc:chgData name="Sanmukh Kuppannagari" userId="ad215094-da36-4b66-9c79-369a17aea26b" providerId="ADAL" clId="{3A9911A3-5EE2-4332-AD1B-5A7E26B8A93E}" dt="2025-10-14T12:59:19.508" v="1274"/>
        <pc:sldMkLst>
          <pc:docMk/>
          <pc:sldMk cId="559113720" sldId="1666"/>
        </pc:sldMkLst>
      </pc:sldChg>
      <pc:sldChg chg="del">
        <pc:chgData name="Sanmukh Kuppannagari" userId="ad215094-da36-4b66-9c79-369a17aea26b" providerId="ADAL" clId="{3A9911A3-5EE2-4332-AD1B-5A7E26B8A93E}" dt="2025-10-14T12:56:20.694" v="1201" actId="47"/>
        <pc:sldMkLst>
          <pc:docMk/>
          <pc:sldMk cId="3129444039" sldId="1666"/>
        </pc:sldMkLst>
      </pc:sldChg>
      <pc:sldChg chg="del">
        <pc:chgData name="Sanmukh Kuppannagari" userId="ad215094-da36-4b66-9c79-369a17aea26b" providerId="ADAL" clId="{3A9911A3-5EE2-4332-AD1B-5A7E26B8A93E}" dt="2025-10-14T12:56:20.694" v="1201" actId="47"/>
        <pc:sldMkLst>
          <pc:docMk/>
          <pc:sldMk cId="1534226262" sldId="1667"/>
        </pc:sldMkLst>
      </pc:sldChg>
      <pc:sldChg chg="add">
        <pc:chgData name="Sanmukh Kuppannagari" userId="ad215094-da36-4b66-9c79-369a17aea26b" providerId="ADAL" clId="{3A9911A3-5EE2-4332-AD1B-5A7E26B8A93E}" dt="2025-10-14T12:59:19.508" v="1274"/>
        <pc:sldMkLst>
          <pc:docMk/>
          <pc:sldMk cId="2893181135" sldId="1667"/>
        </pc:sldMkLst>
      </pc:sldChg>
      <pc:sldChg chg="del">
        <pc:chgData name="Sanmukh Kuppannagari" userId="ad215094-da36-4b66-9c79-369a17aea26b" providerId="ADAL" clId="{3A9911A3-5EE2-4332-AD1B-5A7E26B8A93E}" dt="2025-10-14T12:56:20.694" v="1201" actId="47"/>
        <pc:sldMkLst>
          <pc:docMk/>
          <pc:sldMk cId="1267407034" sldId="1668"/>
        </pc:sldMkLst>
      </pc:sldChg>
      <pc:sldChg chg="add">
        <pc:chgData name="Sanmukh Kuppannagari" userId="ad215094-da36-4b66-9c79-369a17aea26b" providerId="ADAL" clId="{3A9911A3-5EE2-4332-AD1B-5A7E26B8A93E}" dt="2025-10-14T12:59:19.508" v="1274"/>
        <pc:sldMkLst>
          <pc:docMk/>
          <pc:sldMk cId="3413577140" sldId="1668"/>
        </pc:sldMkLst>
      </pc:sldChg>
      <pc:sldChg chg="del">
        <pc:chgData name="Sanmukh Kuppannagari" userId="ad215094-da36-4b66-9c79-369a17aea26b" providerId="ADAL" clId="{3A9911A3-5EE2-4332-AD1B-5A7E26B8A93E}" dt="2025-10-14T12:56:20.694" v="1201" actId="47"/>
        <pc:sldMkLst>
          <pc:docMk/>
          <pc:sldMk cId="3091879926" sldId="1669"/>
        </pc:sldMkLst>
      </pc:sldChg>
      <pc:sldChg chg="del">
        <pc:chgData name="Sanmukh Kuppannagari" userId="ad215094-da36-4b66-9c79-369a17aea26b" providerId="ADAL" clId="{3A9911A3-5EE2-4332-AD1B-5A7E26B8A93E}" dt="2025-10-14T12:56:20.694" v="1201" actId="47"/>
        <pc:sldMkLst>
          <pc:docMk/>
          <pc:sldMk cId="1267707599" sldId="1670"/>
        </pc:sldMkLst>
      </pc:sldChg>
      <pc:sldChg chg="del">
        <pc:chgData name="Sanmukh Kuppannagari" userId="ad215094-da36-4b66-9c79-369a17aea26b" providerId="ADAL" clId="{3A9911A3-5EE2-4332-AD1B-5A7E26B8A93E}" dt="2025-10-14T12:56:20.694" v="1201" actId="47"/>
        <pc:sldMkLst>
          <pc:docMk/>
          <pc:sldMk cId="1007048104" sldId="1671"/>
        </pc:sldMkLst>
      </pc:sldChg>
      <pc:sldChg chg="del">
        <pc:chgData name="Sanmukh Kuppannagari" userId="ad215094-da36-4b66-9c79-369a17aea26b" providerId="ADAL" clId="{3A9911A3-5EE2-4332-AD1B-5A7E26B8A93E}" dt="2025-10-14T12:56:20.694" v="1201" actId="47"/>
        <pc:sldMkLst>
          <pc:docMk/>
          <pc:sldMk cId="2438713998" sldId="1672"/>
        </pc:sldMkLst>
      </pc:sldChg>
      <pc:sldChg chg="del">
        <pc:chgData name="Sanmukh Kuppannagari" userId="ad215094-da36-4b66-9c79-369a17aea26b" providerId="ADAL" clId="{3A9911A3-5EE2-4332-AD1B-5A7E26B8A93E}" dt="2025-10-14T12:56:20.694" v="1201" actId="47"/>
        <pc:sldMkLst>
          <pc:docMk/>
          <pc:sldMk cId="1018421256" sldId="1673"/>
        </pc:sldMkLst>
      </pc:sldChg>
      <pc:sldChg chg="add">
        <pc:chgData name="Sanmukh Kuppannagari" userId="ad215094-da36-4b66-9c79-369a17aea26b" providerId="ADAL" clId="{3A9911A3-5EE2-4332-AD1B-5A7E26B8A93E}" dt="2025-10-14T12:59:19.508" v="1274"/>
        <pc:sldMkLst>
          <pc:docMk/>
          <pc:sldMk cId="2153182924" sldId="1673"/>
        </pc:sldMkLst>
      </pc:sldChg>
      <pc:sldChg chg="del">
        <pc:chgData name="Sanmukh Kuppannagari" userId="ad215094-da36-4b66-9c79-369a17aea26b" providerId="ADAL" clId="{3A9911A3-5EE2-4332-AD1B-5A7E26B8A93E}" dt="2025-10-14T12:56:20.694" v="1201" actId="47"/>
        <pc:sldMkLst>
          <pc:docMk/>
          <pc:sldMk cId="446159556" sldId="1674"/>
        </pc:sldMkLst>
      </pc:sldChg>
      <pc:sldChg chg="add">
        <pc:chgData name="Sanmukh Kuppannagari" userId="ad215094-da36-4b66-9c79-369a17aea26b" providerId="ADAL" clId="{3A9911A3-5EE2-4332-AD1B-5A7E26B8A93E}" dt="2025-10-14T12:59:19.508" v="1274"/>
        <pc:sldMkLst>
          <pc:docMk/>
          <pc:sldMk cId="3684773157" sldId="1674"/>
        </pc:sldMkLst>
      </pc:sldChg>
      <pc:sldChg chg="del">
        <pc:chgData name="Sanmukh Kuppannagari" userId="ad215094-da36-4b66-9c79-369a17aea26b" providerId="ADAL" clId="{3A9911A3-5EE2-4332-AD1B-5A7E26B8A93E}" dt="2025-10-14T12:56:20.694" v="1201" actId="47"/>
        <pc:sldMkLst>
          <pc:docMk/>
          <pc:sldMk cId="2560593250" sldId="1675"/>
        </pc:sldMkLst>
      </pc:sldChg>
      <pc:sldChg chg="add">
        <pc:chgData name="Sanmukh Kuppannagari" userId="ad215094-da36-4b66-9c79-369a17aea26b" providerId="ADAL" clId="{3A9911A3-5EE2-4332-AD1B-5A7E26B8A93E}" dt="2025-10-14T12:59:19.508" v="1274"/>
        <pc:sldMkLst>
          <pc:docMk/>
          <pc:sldMk cId="4035147850" sldId="1675"/>
        </pc:sldMkLst>
      </pc:sldChg>
      <pc:sldChg chg="add">
        <pc:chgData name="Sanmukh Kuppannagari" userId="ad215094-da36-4b66-9c79-369a17aea26b" providerId="ADAL" clId="{3A9911A3-5EE2-4332-AD1B-5A7E26B8A93E}" dt="2025-10-14T12:59:19.508" v="1274"/>
        <pc:sldMkLst>
          <pc:docMk/>
          <pc:sldMk cId="1363122755" sldId="1676"/>
        </pc:sldMkLst>
      </pc:sldChg>
      <pc:sldChg chg="del">
        <pc:chgData name="Sanmukh Kuppannagari" userId="ad215094-da36-4b66-9c79-369a17aea26b" providerId="ADAL" clId="{3A9911A3-5EE2-4332-AD1B-5A7E26B8A93E}" dt="2025-10-14T12:56:20.694" v="1201" actId="47"/>
        <pc:sldMkLst>
          <pc:docMk/>
          <pc:sldMk cId="2790212108" sldId="1676"/>
        </pc:sldMkLst>
      </pc:sldChg>
      <pc:sldChg chg="add">
        <pc:chgData name="Sanmukh Kuppannagari" userId="ad215094-da36-4b66-9c79-369a17aea26b" providerId="ADAL" clId="{3A9911A3-5EE2-4332-AD1B-5A7E26B8A93E}" dt="2025-10-14T12:59:19.508" v="1274"/>
        <pc:sldMkLst>
          <pc:docMk/>
          <pc:sldMk cId="1900301544" sldId="1677"/>
        </pc:sldMkLst>
      </pc:sldChg>
      <pc:sldChg chg="del">
        <pc:chgData name="Sanmukh Kuppannagari" userId="ad215094-da36-4b66-9c79-369a17aea26b" providerId="ADAL" clId="{3A9911A3-5EE2-4332-AD1B-5A7E26B8A93E}" dt="2025-10-14T12:56:20.694" v="1201" actId="47"/>
        <pc:sldMkLst>
          <pc:docMk/>
          <pc:sldMk cId="3814563517" sldId="1677"/>
        </pc:sldMkLst>
      </pc:sldChg>
      <pc:sldChg chg="del">
        <pc:chgData name="Sanmukh Kuppannagari" userId="ad215094-da36-4b66-9c79-369a17aea26b" providerId="ADAL" clId="{3A9911A3-5EE2-4332-AD1B-5A7E26B8A93E}" dt="2025-10-14T12:56:20.694" v="1201" actId="47"/>
        <pc:sldMkLst>
          <pc:docMk/>
          <pc:sldMk cId="513746580" sldId="1678"/>
        </pc:sldMkLst>
      </pc:sldChg>
      <pc:sldChg chg="add">
        <pc:chgData name="Sanmukh Kuppannagari" userId="ad215094-da36-4b66-9c79-369a17aea26b" providerId="ADAL" clId="{3A9911A3-5EE2-4332-AD1B-5A7E26B8A93E}" dt="2025-10-14T12:59:19.508" v="1274"/>
        <pc:sldMkLst>
          <pc:docMk/>
          <pc:sldMk cId="752778944" sldId="1678"/>
        </pc:sldMkLst>
      </pc:sldChg>
      <pc:sldChg chg="del">
        <pc:chgData name="Sanmukh Kuppannagari" userId="ad215094-da36-4b66-9c79-369a17aea26b" providerId="ADAL" clId="{3A9911A3-5EE2-4332-AD1B-5A7E26B8A93E}" dt="2025-10-14T12:56:20.694" v="1201" actId="47"/>
        <pc:sldMkLst>
          <pc:docMk/>
          <pc:sldMk cId="974985622" sldId="1679"/>
        </pc:sldMkLst>
      </pc:sldChg>
      <pc:sldChg chg="add">
        <pc:chgData name="Sanmukh Kuppannagari" userId="ad215094-da36-4b66-9c79-369a17aea26b" providerId="ADAL" clId="{3A9911A3-5EE2-4332-AD1B-5A7E26B8A93E}" dt="2025-10-14T12:59:19.508" v="1274"/>
        <pc:sldMkLst>
          <pc:docMk/>
          <pc:sldMk cId="3679327180" sldId="1679"/>
        </pc:sldMkLst>
      </pc:sldChg>
      <pc:sldChg chg="del">
        <pc:chgData name="Sanmukh Kuppannagari" userId="ad215094-da36-4b66-9c79-369a17aea26b" providerId="ADAL" clId="{3A9911A3-5EE2-4332-AD1B-5A7E26B8A93E}" dt="2025-10-14T12:56:20.694" v="1201" actId="47"/>
        <pc:sldMkLst>
          <pc:docMk/>
          <pc:sldMk cId="614950035" sldId="1680"/>
        </pc:sldMkLst>
      </pc:sldChg>
      <pc:sldChg chg="add">
        <pc:chgData name="Sanmukh Kuppannagari" userId="ad215094-da36-4b66-9c79-369a17aea26b" providerId="ADAL" clId="{3A9911A3-5EE2-4332-AD1B-5A7E26B8A93E}" dt="2025-10-14T12:59:19.508" v="1274"/>
        <pc:sldMkLst>
          <pc:docMk/>
          <pc:sldMk cId="4013768134" sldId="1680"/>
        </pc:sldMkLst>
      </pc:sldChg>
      <pc:sldChg chg="del">
        <pc:chgData name="Sanmukh Kuppannagari" userId="ad215094-da36-4b66-9c79-369a17aea26b" providerId="ADAL" clId="{3A9911A3-5EE2-4332-AD1B-5A7E26B8A93E}" dt="2025-10-14T12:56:20.694" v="1201" actId="47"/>
        <pc:sldMkLst>
          <pc:docMk/>
          <pc:sldMk cId="2214364634" sldId="1681"/>
        </pc:sldMkLst>
      </pc:sldChg>
      <pc:sldChg chg="add">
        <pc:chgData name="Sanmukh Kuppannagari" userId="ad215094-da36-4b66-9c79-369a17aea26b" providerId="ADAL" clId="{3A9911A3-5EE2-4332-AD1B-5A7E26B8A93E}" dt="2025-10-14T12:59:19.508" v="1274"/>
        <pc:sldMkLst>
          <pc:docMk/>
          <pc:sldMk cId="3732570170" sldId="1681"/>
        </pc:sldMkLst>
      </pc:sldChg>
      <pc:sldChg chg="addSp delSp modSp new mod">
        <pc:chgData name="Sanmukh Kuppannagari" userId="ad215094-da36-4b66-9c79-369a17aea26b" providerId="ADAL" clId="{3A9911A3-5EE2-4332-AD1B-5A7E26B8A93E}" dt="2025-10-14T12:41:31.748" v="510" actId="207"/>
        <pc:sldMkLst>
          <pc:docMk/>
          <pc:sldMk cId="1289359737" sldId="1682"/>
        </pc:sldMkLst>
        <pc:spChg chg="mod">
          <ac:chgData name="Sanmukh Kuppannagari" userId="ad215094-da36-4b66-9c79-369a17aea26b" providerId="ADAL" clId="{3A9911A3-5EE2-4332-AD1B-5A7E26B8A93E}" dt="2025-10-14T12:40:06.554" v="320" actId="20577"/>
          <ac:spMkLst>
            <pc:docMk/>
            <pc:sldMk cId="1289359737" sldId="1682"/>
            <ac:spMk id="2" creationId="{0DE25B0C-9D8D-5677-98C7-02ACC44857C3}"/>
          </ac:spMkLst>
        </pc:spChg>
        <pc:spChg chg="del">
          <ac:chgData name="Sanmukh Kuppannagari" userId="ad215094-da36-4b66-9c79-369a17aea26b" providerId="ADAL" clId="{3A9911A3-5EE2-4332-AD1B-5A7E26B8A93E}" dt="2025-10-14T12:40:30.937" v="321" actId="478"/>
          <ac:spMkLst>
            <pc:docMk/>
            <pc:sldMk cId="1289359737" sldId="1682"/>
            <ac:spMk id="3" creationId="{DFEC0B16-B4FE-B51E-FF21-FC9B1BA68294}"/>
          </ac:spMkLst>
        </pc:spChg>
        <pc:spChg chg="mod">
          <ac:chgData name="Sanmukh Kuppannagari" userId="ad215094-da36-4b66-9c79-369a17aea26b" providerId="ADAL" clId="{3A9911A3-5EE2-4332-AD1B-5A7E26B8A93E}" dt="2025-10-14T12:40:31.895" v="322"/>
          <ac:spMkLst>
            <pc:docMk/>
            <pc:sldMk cId="1289359737" sldId="1682"/>
            <ac:spMk id="5" creationId="{E281E264-ABE6-2082-7291-3377EA9359C0}"/>
          </ac:spMkLst>
        </pc:spChg>
        <pc:spChg chg="mod">
          <ac:chgData name="Sanmukh Kuppannagari" userId="ad215094-da36-4b66-9c79-369a17aea26b" providerId="ADAL" clId="{3A9911A3-5EE2-4332-AD1B-5A7E26B8A93E}" dt="2025-10-14T12:40:31.895" v="322"/>
          <ac:spMkLst>
            <pc:docMk/>
            <pc:sldMk cId="1289359737" sldId="1682"/>
            <ac:spMk id="6" creationId="{0C0A3D70-4F11-A9BE-F643-EA848013E0EE}"/>
          </ac:spMkLst>
        </pc:spChg>
        <pc:spChg chg="mod">
          <ac:chgData name="Sanmukh Kuppannagari" userId="ad215094-da36-4b66-9c79-369a17aea26b" providerId="ADAL" clId="{3A9911A3-5EE2-4332-AD1B-5A7E26B8A93E}" dt="2025-10-14T12:40:31.895" v="322"/>
          <ac:spMkLst>
            <pc:docMk/>
            <pc:sldMk cId="1289359737" sldId="1682"/>
            <ac:spMk id="7" creationId="{052FF19C-60D7-E21B-10CB-398A5434229E}"/>
          </ac:spMkLst>
        </pc:spChg>
        <pc:spChg chg="mod">
          <ac:chgData name="Sanmukh Kuppannagari" userId="ad215094-da36-4b66-9c79-369a17aea26b" providerId="ADAL" clId="{3A9911A3-5EE2-4332-AD1B-5A7E26B8A93E}" dt="2025-10-14T12:40:31.895" v="322"/>
          <ac:spMkLst>
            <pc:docMk/>
            <pc:sldMk cId="1289359737" sldId="1682"/>
            <ac:spMk id="12" creationId="{ECB15A49-BD56-8809-E697-4553E35A9726}"/>
          </ac:spMkLst>
        </pc:spChg>
        <pc:spChg chg="add mod">
          <ac:chgData name="Sanmukh Kuppannagari" userId="ad215094-da36-4b66-9c79-369a17aea26b" providerId="ADAL" clId="{3A9911A3-5EE2-4332-AD1B-5A7E26B8A93E}" dt="2025-10-14T12:40:31.895" v="322"/>
          <ac:spMkLst>
            <pc:docMk/>
            <pc:sldMk cId="1289359737" sldId="1682"/>
            <ac:spMk id="15" creationId="{EAB859C0-91E7-C8F3-DB8D-338AAA2CBDBE}"/>
          </ac:spMkLst>
        </pc:spChg>
        <pc:spChg chg="add mod">
          <ac:chgData name="Sanmukh Kuppannagari" userId="ad215094-da36-4b66-9c79-369a17aea26b" providerId="ADAL" clId="{3A9911A3-5EE2-4332-AD1B-5A7E26B8A93E}" dt="2025-10-14T12:40:31.895" v="322"/>
          <ac:spMkLst>
            <pc:docMk/>
            <pc:sldMk cId="1289359737" sldId="1682"/>
            <ac:spMk id="17" creationId="{8F83B377-F9BE-7A3D-E065-2F131FBAB9C2}"/>
          </ac:spMkLst>
        </pc:spChg>
        <pc:spChg chg="add mod">
          <ac:chgData name="Sanmukh Kuppannagari" userId="ad215094-da36-4b66-9c79-369a17aea26b" providerId="ADAL" clId="{3A9911A3-5EE2-4332-AD1B-5A7E26B8A93E}" dt="2025-10-14T12:40:31.895" v="322"/>
          <ac:spMkLst>
            <pc:docMk/>
            <pc:sldMk cId="1289359737" sldId="1682"/>
            <ac:spMk id="18" creationId="{48F68412-996A-C38B-C6B2-F09733883601}"/>
          </ac:spMkLst>
        </pc:spChg>
        <pc:spChg chg="add mod">
          <ac:chgData name="Sanmukh Kuppannagari" userId="ad215094-da36-4b66-9c79-369a17aea26b" providerId="ADAL" clId="{3A9911A3-5EE2-4332-AD1B-5A7E26B8A93E}" dt="2025-10-14T12:40:31.895" v="322"/>
          <ac:spMkLst>
            <pc:docMk/>
            <pc:sldMk cId="1289359737" sldId="1682"/>
            <ac:spMk id="19" creationId="{F5914E50-9A68-280D-B68F-7E71FEDDFBAD}"/>
          </ac:spMkLst>
        </pc:spChg>
        <pc:spChg chg="add mod">
          <ac:chgData name="Sanmukh Kuppannagari" userId="ad215094-da36-4b66-9c79-369a17aea26b" providerId="ADAL" clId="{3A9911A3-5EE2-4332-AD1B-5A7E26B8A93E}" dt="2025-10-14T12:41:31.748" v="510" actId="207"/>
          <ac:spMkLst>
            <pc:docMk/>
            <pc:sldMk cId="1289359737" sldId="1682"/>
            <ac:spMk id="21" creationId="{6D28D488-A277-A077-1A7D-28EFCC705C28}"/>
          </ac:spMkLst>
        </pc:spChg>
        <pc:grpChg chg="add mod">
          <ac:chgData name="Sanmukh Kuppannagari" userId="ad215094-da36-4b66-9c79-369a17aea26b" providerId="ADAL" clId="{3A9911A3-5EE2-4332-AD1B-5A7E26B8A93E}" dt="2025-10-14T12:40:31.895" v="322"/>
          <ac:grpSpMkLst>
            <pc:docMk/>
            <pc:sldMk cId="1289359737" sldId="1682"/>
            <ac:grpSpMk id="4" creationId="{94CE9139-2415-1121-4127-FD0BC5FD4976}"/>
          </ac:grpSpMkLst>
        </pc:grpChg>
        <pc:grpChg chg="mod">
          <ac:chgData name="Sanmukh Kuppannagari" userId="ad215094-da36-4b66-9c79-369a17aea26b" providerId="ADAL" clId="{3A9911A3-5EE2-4332-AD1B-5A7E26B8A93E}" dt="2025-10-14T12:40:31.895" v="322"/>
          <ac:grpSpMkLst>
            <pc:docMk/>
            <pc:sldMk cId="1289359737" sldId="1682"/>
            <ac:grpSpMk id="10" creationId="{C97FF4A9-76A5-78D1-D2DD-5136D3FE59B4}"/>
          </ac:grpSpMkLst>
        </pc:grpChg>
      </pc:sldChg>
      <pc:sldChg chg="del">
        <pc:chgData name="Sanmukh Kuppannagari" userId="ad215094-da36-4b66-9c79-369a17aea26b" providerId="ADAL" clId="{3A9911A3-5EE2-4332-AD1B-5A7E26B8A93E}" dt="2025-10-14T12:38:34.073" v="285" actId="47"/>
        <pc:sldMkLst>
          <pc:docMk/>
          <pc:sldMk cId="3751110961" sldId="1682"/>
        </pc:sldMkLst>
      </pc:sldChg>
      <pc:sldChg chg="add">
        <pc:chgData name="Sanmukh Kuppannagari" userId="ad215094-da36-4b66-9c79-369a17aea26b" providerId="ADAL" clId="{3A9911A3-5EE2-4332-AD1B-5A7E26B8A93E}" dt="2025-10-14T12:42:20.266" v="511"/>
        <pc:sldMkLst>
          <pc:docMk/>
          <pc:sldMk cId="3565801460" sldId="1683"/>
        </pc:sldMkLst>
      </pc:sldChg>
      <pc:sldChg chg="modSp add">
        <pc:chgData name="Sanmukh Kuppannagari" userId="ad215094-da36-4b66-9c79-369a17aea26b" providerId="ADAL" clId="{3A9911A3-5EE2-4332-AD1B-5A7E26B8A93E}" dt="2025-10-14T12:49:39.045" v="959" actId="207"/>
        <pc:sldMkLst>
          <pc:docMk/>
          <pc:sldMk cId="569411649" sldId="1684"/>
        </pc:sldMkLst>
        <pc:spChg chg="mod">
          <ac:chgData name="Sanmukh Kuppannagari" userId="ad215094-da36-4b66-9c79-369a17aea26b" providerId="ADAL" clId="{3A9911A3-5EE2-4332-AD1B-5A7E26B8A93E}" dt="2025-10-14T12:49:33.806" v="957" actId="207"/>
          <ac:spMkLst>
            <pc:docMk/>
            <pc:sldMk cId="569411649" sldId="1684"/>
            <ac:spMk id="13" creationId="{EFD2D7AE-D5FA-1886-F3B2-66CAB0C3A214}"/>
          </ac:spMkLst>
        </pc:spChg>
        <pc:spChg chg="mod">
          <ac:chgData name="Sanmukh Kuppannagari" userId="ad215094-da36-4b66-9c79-369a17aea26b" providerId="ADAL" clId="{3A9911A3-5EE2-4332-AD1B-5A7E26B8A93E}" dt="2025-10-14T12:49:36.432" v="958" actId="207"/>
          <ac:spMkLst>
            <pc:docMk/>
            <pc:sldMk cId="569411649" sldId="1684"/>
            <ac:spMk id="16" creationId="{127F1A78-F4B9-0320-DE1C-4F9791051B9C}"/>
          </ac:spMkLst>
        </pc:spChg>
        <pc:spChg chg="mod">
          <ac:chgData name="Sanmukh Kuppannagari" userId="ad215094-da36-4b66-9c79-369a17aea26b" providerId="ADAL" clId="{3A9911A3-5EE2-4332-AD1B-5A7E26B8A93E}" dt="2025-10-14T12:49:39.045" v="959" actId="207"/>
          <ac:spMkLst>
            <pc:docMk/>
            <pc:sldMk cId="569411649" sldId="1684"/>
            <ac:spMk id="19" creationId="{B14AE6F4-7ECA-B9AB-CB5F-1CD75260B0D7}"/>
          </ac:spMkLst>
        </pc:spChg>
      </pc:sldChg>
      <pc:sldChg chg="add del">
        <pc:chgData name="Sanmukh Kuppannagari" userId="ad215094-da36-4b66-9c79-369a17aea26b" providerId="ADAL" clId="{3A9911A3-5EE2-4332-AD1B-5A7E26B8A93E}" dt="2025-10-14T12:47:29.560" v="805" actId="47"/>
        <pc:sldMkLst>
          <pc:docMk/>
          <pc:sldMk cId="4202834753" sldId="1685"/>
        </pc:sldMkLst>
      </pc:sldChg>
      <pc:sldChg chg="add">
        <pc:chgData name="Sanmukh Kuppannagari" userId="ad215094-da36-4b66-9c79-369a17aea26b" providerId="ADAL" clId="{3A9911A3-5EE2-4332-AD1B-5A7E26B8A93E}" dt="2025-10-14T12:42:20.266" v="511"/>
        <pc:sldMkLst>
          <pc:docMk/>
          <pc:sldMk cId="2757975996" sldId="1686"/>
        </pc:sldMkLst>
      </pc:sldChg>
      <pc:sldChg chg="add">
        <pc:chgData name="Sanmukh Kuppannagari" userId="ad215094-da36-4b66-9c79-369a17aea26b" providerId="ADAL" clId="{3A9911A3-5EE2-4332-AD1B-5A7E26B8A93E}" dt="2025-10-14T12:42:20.266" v="511"/>
        <pc:sldMkLst>
          <pc:docMk/>
          <pc:sldMk cId="90552158" sldId="1687"/>
        </pc:sldMkLst>
      </pc:sldChg>
      <pc:sldChg chg="add">
        <pc:chgData name="Sanmukh Kuppannagari" userId="ad215094-da36-4b66-9c79-369a17aea26b" providerId="ADAL" clId="{3A9911A3-5EE2-4332-AD1B-5A7E26B8A93E}" dt="2025-10-14T12:42:20.266" v="511"/>
        <pc:sldMkLst>
          <pc:docMk/>
          <pc:sldMk cId="634936884" sldId="1688"/>
        </pc:sldMkLst>
      </pc:sldChg>
      <pc:sldChg chg="add">
        <pc:chgData name="Sanmukh Kuppannagari" userId="ad215094-da36-4b66-9c79-369a17aea26b" providerId="ADAL" clId="{3A9911A3-5EE2-4332-AD1B-5A7E26B8A93E}" dt="2025-10-14T12:42:20.266" v="511"/>
        <pc:sldMkLst>
          <pc:docMk/>
          <pc:sldMk cId="844867581" sldId="1689"/>
        </pc:sldMkLst>
      </pc:sldChg>
      <pc:sldChg chg="add">
        <pc:chgData name="Sanmukh Kuppannagari" userId="ad215094-da36-4b66-9c79-369a17aea26b" providerId="ADAL" clId="{3A9911A3-5EE2-4332-AD1B-5A7E26B8A93E}" dt="2025-10-14T12:42:20.266" v="511"/>
        <pc:sldMkLst>
          <pc:docMk/>
          <pc:sldMk cId="115172127" sldId="1690"/>
        </pc:sldMkLst>
      </pc:sldChg>
      <pc:sldChg chg="addSp modSp add mod">
        <pc:chgData name="Sanmukh Kuppannagari" userId="ad215094-da36-4b66-9c79-369a17aea26b" providerId="ADAL" clId="{3A9911A3-5EE2-4332-AD1B-5A7E26B8A93E}" dt="2025-10-14T12:44:03.588" v="562" actId="207"/>
        <pc:sldMkLst>
          <pc:docMk/>
          <pc:sldMk cId="2290710856" sldId="1691"/>
        </pc:sldMkLst>
        <pc:spChg chg="mod">
          <ac:chgData name="Sanmukh Kuppannagari" userId="ad215094-da36-4b66-9c79-369a17aea26b" providerId="ADAL" clId="{3A9911A3-5EE2-4332-AD1B-5A7E26B8A93E}" dt="2025-10-14T12:44:03.588" v="562" actId="207"/>
          <ac:spMkLst>
            <pc:docMk/>
            <pc:sldMk cId="2290710856" sldId="1691"/>
            <ac:spMk id="3" creationId="{DA9445F8-35BB-16BA-C294-09514C69142E}"/>
          </ac:spMkLst>
        </pc:spChg>
        <pc:spChg chg="add mod">
          <ac:chgData name="Sanmukh Kuppannagari" userId="ad215094-da36-4b66-9c79-369a17aea26b" providerId="ADAL" clId="{3A9911A3-5EE2-4332-AD1B-5A7E26B8A93E}" dt="2025-10-14T12:43:48.052" v="518" actId="14100"/>
          <ac:spMkLst>
            <pc:docMk/>
            <pc:sldMk cId="2290710856" sldId="1691"/>
            <ac:spMk id="4" creationId="{42A24F12-9378-2BAD-941D-F628C5441471}"/>
          </ac:spMkLst>
        </pc:spChg>
      </pc:sldChg>
      <pc:sldChg chg="addSp modSp add mod">
        <pc:chgData name="Sanmukh Kuppannagari" userId="ad215094-da36-4b66-9c79-369a17aea26b" providerId="ADAL" clId="{3A9911A3-5EE2-4332-AD1B-5A7E26B8A93E}" dt="2025-10-14T12:46:43.015" v="757" actId="113"/>
        <pc:sldMkLst>
          <pc:docMk/>
          <pc:sldMk cId="2088061378" sldId="1692"/>
        </pc:sldMkLst>
        <pc:spChg chg="add mod">
          <ac:chgData name="Sanmukh Kuppannagari" userId="ad215094-da36-4b66-9c79-369a17aea26b" providerId="ADAL" clId="{3A9911A3-5EE2-4332-AD1B-5A7E26B8A93E}" dt="2025-10-14T12:46:43.015" v="757" actId="113"/>
          <ac:spMkLst>
            <pc:docMk/>
            <pc:sldMk cId="2088061378" sldId="1692"/>
            <ac:spMk id="21" creationId="{F7BE1B35-99D9-F077-B1DB-B558EF8EDD32}"/>
          </ac:spMkLst>
        </pc:spChg>
      </pc:sldChg>
      <pc:sldChg chg="addSp modSp add mod">
        <pc:chgData name="Sanmukh Kuppannagari" userId="ad215094-da36-4b66-9c79-369a17aea26b" providerId="ADAL" clId="{3A9911A3-5EE2-4332-AD1B-5A7E26B8A93E}" dt="2025-10-14T12:47:21.870" v="804" actId="20577"/>
        <pc:sldMkLst>
          <pc:docMk/>
          <pc:sldMk cId="3004613133" sldId="1693"/>
        </pc:sldMkLst>
        <pc:spChg chg="add mod">
          <ac:chgData name="Sanmukh Kuppannagari" userId="ad215094-da36-4b66-9c79-369a17aea26b" providerId="ADAL" clId="{3A9911A3-5EE2-4332-AD1B-5A7E26B8A93E}" dt="2025-10-14T12:47:21.870" v="804" actId="20577"/>
          <ac:spMkLst>
            <pc:docMk/>
            <pc:sldMk cId="3004613133" sldId="1693"/>
            <ac:spMk id="21" creationId="{D0786541-5D98-9522-5CA5-4B650CD6E7E5}"/>
          </ac:spMkLst>
        </pc:spChg>
      </pc:sldChg>
      <pc:sldChg chg="addSp modSp new mod">
        <pc:chgData name="Sanmukh Kuppannagari" userId="ad215094-da36-4b66-9c79-369a17aea26b" providerId="ADAL" clId="{3A9911A3-5EE2-4332-AD1B-5A7E26B8A93E}" dt="2025-10-14T12:51:53.842" v="998" actId="1076"/>
        <pc:sldMkLst>
          <pc:docMk/>
          <pc:sldMk cId="94183942" sldId="1694"/>
        </pc:sldMkLst>
        <pc:spChg chg="mod">
          <ac:chgData name="Sanmukh Kuppannagari" userId="ad215094-da36-4b66-9c79-369a17aea26b" providerId="ADAL" clId="{3A9911A3-5EE2-4332-AD1B-5A7E26B8A93E}" dt="2025-10-14T12:48:44.531" v="826" actId="20577"/>
          <ac:spMkLst>
            <pc:docMk/>
            <pc:sldMk cId="94183942" sldId="1694"/>
            <ac:spMk id="2" creationId="{979D718D-90C1-C272-0AD7-F8CFA104A493}"/>
          </ac:spMkLst>
        </pc:spChg>
        <pc:spChg chg="mod">
          <ac:chgData name="Sanmukh Kuppannagari" userId="ad215094-da36-4b66-9c79-369a17aea26b" providerId="ADAL" clId="{3A9911A3-5EE2-4332-AD1B-5A7E26B8A93E}" dt="2025-10-14T12:49:14.879" v="956" actId="1076"/>
          <ac:spMkLst>
            <pc:docMk/>
            <pc:sldMk cId="94183942" sldId="1694"/>
            <ac:spMk id="3" creationId="{3A37A5BD-879A-07E7-578D-76B69B2E67A9}"/>
          </ac:spMkLst>
        </pc:spChg>
        <pc:spChg chg="add mod">
          <ac:chgData name="Sanmukh Kuppannagari" userId="ad215094-da36-4b66-9c79-369a17aea26b" providerId="ADAL" clId="{3A9911A3-5EE2-4332-AD1B-5A7E26B8A93E}" dt="2025-10-14T12:51:11.359" v="982" actId="1076"/>
          <ac:spMkLst>
            <pc:docMk/>
            <pc:sldMk cId="94183942" sldId="1694"/>
            <ac:spMk id="4" creationId="{964E85C9-B3A3-ECED-1FE3-CC8E94C7B402}"/>
          </ac:spMkLst>
        </pc:spChg>
        <pc:spChg chg="add mod">
          <ac:chgData name="Sanmukh Kuppannagari" userId="ad215094-da36-4b66-9c79-369a17aea26b" providerId="ADAL" clId="{3A9911A3-5EE2-4332-AD1B-5A7E26B8A93E}" dt="2025-10-14T12:51:11.359" v="982" actId="1076"/>
          <ac:spMkLst>
            <pc:docMk/>
            <pc:sldMk cId="94183942" sldId="1694"/>
            <ac:spMk id="5" creationId="{0C78D5A3-FD0B-8E73-B458-EFC64BB8DE74}"/>
          </ac:spMkLst>
        </pc:spChg>
        <pc:spChg chg="add mod">
          <ac:chgData name="Sanmukh Kuppannagari" userId="ad215094-da36-4b66-9c79-369a17aea26b" providerId="ADAL" clId="{3A9911A3-5EE2-4332-AD1B-5A7E26B8A93E}" dt="2025-10-14T12:51:11.359" v="982" actId="1076"/>
          <ac:spMkLst>
            <pc:docMk/>
            <pc:sldMk cId="94183942" sldId="1694"/>
            <ac:spMk id="6" creationId="{F0F58D8D-8FB4-4599-A436-C476509EB2C8}"/>
          </ac:spMkLst>
        </pc:spChg>
        <pc:spChg chg="add mod">
          <ac:chgData name="Sanmukh Kuppannagari" userId="ad215094-da36-4b66-9c79-369a17aea26b" providerId="ADAL" clId="{3A9911A3-5EE2-4332-AD1B-5A7E26B8A93E}" dt="2025-10-14T12:51:11.359" v="982" actId="1076"/>
          <ac:spMkLst>
            <pc:docMk/>
            <pc:sldMk cId="94183942" sldId="1694"/>
            <ac:spMk id="7" creationId="{6DE44ACC-9050-7252-046B-20093EA2CE9A}"/>
          </ac:spMkLst>
        </pc:spChg>
        <pc:spChg chg="add mod">
          <ac:chgData name="Sanmukh Kuppannagari" userId="ad215094-da36-4b66-9c79-369a17aea26b" providerId="ADAL" clId="{3A9911A3-5EE2-4332-AD1B-5A7E26B8A93E}" dt="2025-10-14T12:51:11.359" v="982" actId="1076"/>
          <ac:spMkLst>
            <pc:docMk/>
            <pc:sldMk cId="94183942" sldId="1694"/>
            <ac:spMk id="8" creationId="{09A88378-0FA8-83A2-3253-3AA37CEEB22D}"/>
          </ac:spMkLst>
        </pc:spChg>
        <pc:spChg chg="add mod">
          <ac:chgData name="Sanmukh Kuppannagari" userId="ad215094-da36-4b66-9c79-369a17aea26b" providerId="ADAL" clId="{3A9911A3-5EE2-4332-AD1B-5A7E26B8A93E}" dt="2025-10-14T12:51:11.359" v="982" actId="1076"/>
          <ac:spMkLst>
            <pc:docMk/>
            <pc:sldMk cId="94183942" sldId="1694"/>
            <ac:spMk id="9" creationId="{B10A9B1A-8B7B-3E7B-7AD9-D6BD37297CC6}"/>
          </ac:spMkLst>
        </pc:spChg>
        <pc:spChg chg="add mod">
          <ac:chgData name="Sanmukh Kuppannagari" userId="ad215094-da36-4b66-9c79-369a17aea26b" providerId="ADAL" clId="{3A9911A3-5EE2-4332-AD1B-5A7E26B8A93E}" dt="2025-10-14T12:51:53.842" v="998" actId="1076"/>
          <ac:spMkLst>
            <pc:docMk/>
            <pc:sldMk cId="94183942" sldId="1694"/>
            <ac:spMk id="10" creationId="{5DA88C6C-CCF5-4B8E-ED61-15FE0E2E2AD6}"/>
          </ac:spMkLst>
        </pc:spChg>
      </pc:sldChg>
      <pc:sldChg chg="addSp delSp modSp add mod">
        <pc:chgData name="Sanmukh Kuppannagari" userId="ad215094-da36-4b66-9c79-369a17aea26b" providerId="ADAL" clId="{3A9911A3-5EE2-4332-AD1B-5A7E26B8A93E}" dt="2025-10-14T12:52:40.239" v="1005" actId="1076"/>
        <pc:sldMkLst>
          <pc:docMk/>
          <pc:sldMk cId="2179199829" sldId="1695"/>
        </pc:sldMkLst>
        <pc:spChg chg="mod">
          <ac:chgData name="Sanmukh Kuppannagari" userId="ad215094-da36-4b66-9c79-369a17aea26b" providerId="ADAL" clId="{3A9911A3-5EE2-4332-AD1B-5A7E26B8A93E}" dt="2025-10-14T12:52:40.239" v="1005" actId="1076"/>
          <ac:spMkLst>
            <pc:docMk/>
            <pc:sldMk cId="2179199829" sldId="1695"/>
            <ac:spMk id="7" creationId="{A45D50A9-893F-732B-01EE-27395660C38F}"/>
          </ac:spMkLst>
        </pc:spChg>
        <pc:spChg chg="del">
          <ac:chgData name="Sanmukh Kuppannagari" userId="ad215094-da36-4b66-9c79-369a17aea26b" providerId="ADAL" clId="{3A9911A3-5EE2-4332-AD1B-5A7E26B8A93E}" dt="2025-10-14T12:52:11.941" v="999" actId="478"/>
          <ac:spMkLst>
            <pc:docMk/>
            <pc:sldMk cId="2179199829" sldId="1695"/>
            <ac:spMk id="8" creationId="{0D48E858-15D9-B914-DC11-77680DE0649A}"/>
          </ac:spMkLst>
        </pc:spChg>
        <pc:spChg chg="del">
          <ac:chgData name="Sanmukh Kuppannagari" userId="ad215094-da36-4b66-9c79-369a17aea26b" providerId="ADAL" clId="{3A9911A3-5EE2-4332-AD1B-5A7E26B8A93E}" dt="2025-10-14T12:52:23.619" v="1002" actId="478"/>
          <ac:spMkLst>
            <pc:docMk/>
            <pc:sldMk cId="2179199829" sldId="1695"/>
            <ac:spMk id="9" creationId="{3F3E84C8-32BC-3ADD-EC2C-7289F4166898}"/>
          </ac:spMkLst>
        </pc:spChg>
        <pc:spChg chg="add mod">
          <ac:chgData name="Sanmukh Kuppannagari" userId="ad215094-da36-4b66-9c79-369a17aea26b" providerId="ADAL" clId="{3A9911A3-5EE2-4332-AD1B-5A7E26B8A93E}" dt="2025-10-14T12:52:40.239" v="1005" actId="1076"/>
          <ac:spMkLst>
            <pc:docMk/>
            <pc:sldMk cId="2179199829" sldId="1695"/>
            <ac:spMk id="10" creationId="{0E929386-83C7-945F-567D-5DCAF73D6261}"/>
          </ac:spMkLst>
        </pc:spChg>
        <pc:spChg chg="add mod">
          <ac:chgData name="Sanmukh Kuppannagari" userId="ad215094-da36-4b66-9c79-369a17aea26b" providerId="ADAL" clId="{3A9911A3-5EE2-4332-AD1B-5A7E26B8A93E}" dt="2025-10-14T12:52:40.239" v="1005" actId="1076"/>
          <ac:spMkLst>
            <pc:docMk/>
            <pc:sldMk cId="2179199829" sldId="1695"/>
            <ac:spMk id="11" creationId="{ECEC3A5D-EEA0-E08D-EAFD-574909A05A97}"/>
          </ac:spMkLst>
        </pc:spChg>
        <pc:spChg chg="add mod">
          <ac:chgData name="Sanmukh Kuppannagari" userId="ad215094-da36-4b66-9c79-369a17aea26b" providerId="ADAL" clId="{3A9911A3-5EE2-4332-AD1B-5A7E26B8A93E}" dt="2025-10-14T12:51:41.940" v="994" actId="1076"/>
          <ac:spMkLst>
            <pc:docMk/>
            <pc:sldMk cId="2179199829" sldId="1695"/>
            <ac:spMk id="12" creationId="{C0AA00D4-1496-CAF2-057A-2F02B481EDEA}"/>
          </ac:spMkLst>
        </pc:spChg>
        <pc:spChg chg="add mod">
          <ac:chgData name="Sanmukh Kuppannagari" userId="ad215094-da36-4b66-9c79-369a17aea26b" providerId="ADAL" clId="{3A9911A3-5EE2-4332-AD1B-5A7E26B8A93E}" dt="2025-10-14T12:52:40.239" v="1005" actId="1076"/>
          <ac:spMkLst>
            <pc:docMk/>
            <pc:sldMk cId="2179199829" sldId="1695"/>
            <ac:spMk id="13" creationId="{D7F422E7-223A-7C83-BA53-F3837940F713}"/>
          </ac:spMkLst>
        </pc:spChg>
        <pc:spChg chg="add mod">
          <ac:chgData name="Sanmukh Kuppannagari" userId="ad215094-da36-4b66-9c79-369a17aea26b" providerId="ADAL" clId="{3A9911A3-5EE2-4332-AD1B-5A7E26B8A93E}" dt="2025-10-14T12:52:21.214" v="1001" actId="1076"/>
          <ac:spMkLst>
            <pc:docMk/>
            <pc:sldMk cId="2179199829" sldId="1695"/>
            <ac:spMk id="14" creationId="{D2CA2C51-E632-A983-6B69-1D1A6B83C0A1}"/>
          </ac:spMkLst>
        </pc:spChg>
        <pc:spChg chg="add mod">
          <ac:chgData name="Sanmukh Kuppannagari" userId="ad215094-da36-4b66-9c79-369a17aea26b" providerId="ADAL" clId="{3A9911A3-5EE2-4332-AD1B-5A7E26B8A93E}" dt="2025-10-14T12:52:21.214" v="1001" actId="1076"/>
          <ac:spMkLst>
            <pc:docMk/>
            <pc:sldMk cId="2179199829" sldId="1695"/>
            <ac:spMk id="15" creationId="{1C501EA7-B402-AAFE-C16F-2F90D01D8FBE}"/>
          </ac:spMkLst>
        </pc:spChg>
        <pc:spChg chg="add mod">
          <ac:chgData name="Sanmukh Kuppannagari" userId="ad215094-da36-4b66-9c79-369a17aea26b" providerId="ADAL" clId="{3A9911A3-5EE2-4332-AD1B-5A7E26B8A93E}" dt="2025-10-14T12:52:21.214" v="1001" actId="1076"/>
          <ac:spMkLst>
            <pc:docMk/>
            <pc:sldMk cId="2179199829" sldId="1695"/>
            <ac:spMk id="16" creationId="{FFBF52BE-3ADB-2992-8029-E751C0F43641}"/>
          </ac:spMkLst>
        </pc:spChg>
        <pc:spChg chg="add mod">
          <ac:chgData name="Sanmukh Kuppannagari" userId="ad215094-da36-4b66-9c79-369a17aea26b" providerId="ADAL" clId="{3A9911A3-5EE2-4332-AD1B-5A7E26B8A93E}" dt="2025-10-14T12:52:21.214" v="1001" actId="1076"/>
          <ac:spMkLst>
            <pc:docMk/>
            <pc:sldMk cId="2179199829" sldId="1695"/>
            <ac:spMk id="17" creationId="{2EABDAF6-5A84-D7CE-667E-8AB0C74F090F}"/>
          </ac:spMkLst>
        </pc:spChg>
        <pc:spChg chg="add mod">
          <ac:chgData name="Sanmukh Kuppannagari" userId="ad215094-da36-4b66-9c79-369a17aea26b" providerId="ADAL" clId="{3A9911A3-5EE2-4332-AD1B-5A7E26B8A93E}" dt="2025-10-14T12:52:33.267" v="1004" actId="1076"/>
          <ac:spMkLst>
            <pc:docMk/>
            <pc:sldMk cId="2179199829" sldId="1695"/>
            <ac:spMk id="18" creationId="{32DF0AD5-2FAE-00E4-48FB-3A269E002129}"/>
          </ac:spMkLst>
        </pc:spChg>
        <pc:spChg chg="add mod">
          <ac:chgData name="Sanmukh Kuppannagari" userId="ad215094-da36-4b66-9c79-369a17aea26b" providerId="ADAL" clId="{3A9911A3-5EE2-4332-AD1B-5A7E26B8A93E}" dt="2025-10-14T12:52:33.267" v="1004" actId="1076"/>
          <ac:spMkLst>
            <pc:docMk/>
            <pc:sldMk cId="2179199829" sldId="1695"/>
            <ac:spMk id="19" creationId="{4D7DB1A9-76A7-EBE7-E75F-EC6A9C5CA4CE}"/>
          </ac:spMkLst>
        </pc:spChg>
        <pc:spChg chg="add mod">
          <ac:chgData name="Sanmukh Kuppannagari" userId="ad215094-da36-4b66-9c79-369a17aea26b" providerId="ADAL" clId="{3A9911A3-5EE2-4332-AD1B-5A7E26B8A93E}" dt="2025-10-14T12:52:33.267" v="1004" actId="1076"/>
          <ac:spMkLst>
            <pc:docMk/>
            <pc:sldMk cId="2179199829" sldId="1695"/>
            <ac:spMk id="20" creationId="{536D416F-0B88-F906-B870-0676C3DD31A8}"/>
          </ac:spMkLst>
        </pc:spChg>
        <pc:spChg chg="add mod">
          <ac:chgData name="Sanmukh Kuppannagari" userId="ad215094-da36-4b66-9c79-369a17aea26b" providerId="ADAL" clId="{3A9911A3-5EE2-4332-AD1B-5A7E26B8A93E}" dt="2025-10-14T12:52:33.267" v="1004" actId="1076"/>
          <ac:spMkLst>
            <pc:docMk/>
            <pc:sldMk cId="2179199829" sldId="1695"/>
            <ac:spMk id="21" creationId="{F3CEB1CF-1315-AB60-AF69-08314ABD8BB6}"/>
          </ac:spMkLst>
        </pc:spChg>
      </pc:sldChg>
      <pc:sldChg chg="addSp modSp add mod">
        <pc:chgData name="Sanmukh Kuppannagari" userId="ad215094-da36-4b66-9c79-369a17aea26b" providerId="ADAL" clId="{3A9911A3-5EE2-4332-AD1B-5A7E26B8A93E}" dt="2025-10-14T12:53:36.697" v="1021" actId="1076"/>
        <pc:sldMkLst>
          <pc:docMk/>
          <pc:sldMk cId="2632188793" sldId="1696"/>
        </pc:sldMkLst>
        <pc:spChg chg="add mod">
          <ac:chgData name="Sanmukh Kuppannagari" userId="ad215094-da36-4b66-9c79-369a17aea26b" providerId="ADAL" clId="{3A9911A3-5EE2-4332-AD1B-5A7E26B8A93E}" dt="2025-10-14T12:53:07.367" v="1011" actId="207"/>
          <ac:spMkLst>
            <pc:docMk/>
            <pc:sldMk cId="2632188793" sldId="1696"/>
            <ac:spMk id="8" creationId="{C016255A-E640-FA67-F6F6-14F5F4E8A220}"/>
          </ac:spMkLst>
        </pc:spChg>
        <pc:spChg chg="add mod">
          <ac:chgData name="Sanmukh Kuppannagari" userId="ad215094-da36-4b66-9c79-369a17aea26b" providerId="ADAL" clId="{3A9911A3-5EE2-4332-AD1B-5A7E26B8A93E}" dt="2025-10-14T12:53:11.509" v="1013" actId="1076"/>
          <ac:spMkLst>
            <pc:docMk/>
            <pc:sldMk cId="2632188793" sldId="1696"/>
            <ac:spMk id="9" creationId="{A87ED36A-04F1-C79B-6006-CB491984EC2D}"/>
          </ac:spMkLst>
        </pc:spChg>
        <pc:spChg chg="add mod">
          <ac:chgData name="Sanmukh Kuppannagari" userId="ad215094-da36-4b66-9c79-369a17aea26b" providerId="ADAL" clId="{3A9911A3-5EE2-4332-AD1B-5A7E26B8A93E}" dt="2025-10-14T12:53:20.865" v="1017" actId="1076"/>
          <ac:spMkLst>
            <pc:docMk/>
            <pc:sldMk cId="2632188793" sldId="1696"/>
            <ac:spMk id="22" creationId="{8A066444-62E6-EE6D-F37A-E04064FB75B6}"/>
          </ac:spMkLst>
        </pc:spChg>
        <pc:spChg chg="add mod">
          <ac:chgData name="Sanmukh Kuppannagari" userId="ad215094-da36-4b66-9c79-369a17aea26b" providerId="ADAL" clId="{3A9911A3-5EE2-4332-AD1B-5A7E26B8A93E}" dt="2025-10-14T12:53:27.144" v="1019" actId="1076"/>
          <ac:spMkLst>
            <pc:docMk/>
            <pc:sldMk cId="2632188793" sldId="1696"/>
            <ac:spMk id="23" creationId="{983B1141-F303-8877-ABEA-61CD7BBB5CAD}"/>
          </ac:spMkLst>
        </pc:spChg>
        <pc:spChg chg="add mod">
          <ac:chgData name="Sanmukh Kuppannagari" userId="ad215094-da36-4b66-9c79-369a17aea26b" providerId="ADAL" clId="{3A9911A3-5EE2-4332-AD1B-5A7E26B8A93E}" dt="2025-10-14T12:53:27.144" v="1019" actId="1076"/>
          <ac:spMkLst>
            <pc:docMk/>
            <pc:sldMk cId="2632188793" sldId="1696"/>
            <ac:spMk id="24" creationId="{137C13A3-C9B2-D2C5-9FF1-53969E46F4F8}"/>
          </ac:spMkLst>
        </pc:spChg>
        <pc:spChg chg="add mod">
          <ac:chgData name="Sanmukh Kuppannagari" userId="ad215094-da36-4b66-9c79-369a17aea26b" providerId="ADAL" clId="{3A9911A3-5EE2-4332-AD1B-5A7E26B8A93E}" dt="2025-10-14T12:53:27.144" v="1019" actId="1076"/>
          <ac:spMkLst>
            <pc:docMk/>
            <pc:sldMk cId="2632188793" sldId="1696"/>
            <ac:spMk id="25" creationId="{BBDDF104-6BB0-994C-498E-441BEBC8333A}"/>
          </ac:spMkLst>
        </pc:spChg>
        <pc:spChg chg="add mod">
          <ac:chgData name="Sanmukh Kuppannagari" userId="ad215094-da36-4b66-9c79-369a17aea26b" providerId="ADAL" clId="{3A9911A3-5EE2-4332-AD1B-5A7E26B8A93E}" dt="2025-10-14T12:53:36.697" v="1021" actId="1076"/>
          <ac:spMkLst>
            <pc:docMk/>
            <pc:sldMk cId="2632188793" sldId="1696"/>
            <ac:spMk id="26" creationId="{8635A2B6-13D9-66C2-581B-A27FB3FC2DB9}"/>
          </ac:spMkLst>
        </pc:spChg>
        <pc:spChg chg="add mod">
          <ac:chgData name="Sanmukh Kuppannagari" userId="ad215094-da36-4b66-9c79-369a17aea26b" providerId="ADAL" clId="{3A9911A3-5EE2-4332-AD1B-5A7E26B8A93E}" dt="2025-10-14T12:53:36.697" v="1021" actId="1076"/>
          <ac:spMkLst>
            <pc:docMk/>
            <pc:sldMk cId="2632188793" sldId="1696"/>
            <ac:spMk id="27" creationId="{96C8E0B4-80C1-0B06-488A-D8A1432BE34A}"/>
          </ac:spMkLst>
        </pc:spChg>
        <pc:spChg chg="add mod">
          <ac:chgData name="Sanmukh Kuppannagari" userId="ad215094-da36-4b66-9c79-369a17aea26b" providerId="ADAL" clId="{3A9911A3-5EE2-4332-AD1B-5A7E26B8A93E}" dt="2025-10-14T12:53:36.697" v="1021" actId="1076"/>
          <ac:spMkLst>
            <pc:docMk/>
            <pc:sldMk cId="2632188793" sldId="1696"/>
            <ac:spMk id="28" creationId="{E26C6EC8-A881-25B9-63D1-EE38D5C478D0}"/>
          </ac:spMkLst>
        </pc:spChg>
      </pc:sldChg>
      <pc:sldChg chg="delSp modSp add mod">
        <pc:chgData name="Sanmukh Kuppannagari" userId="ad215094-da36-4b66-9c79-369a17aea26b" providerId="ADAL" clId="{3A9911A3-5EE2-4332-AD1B-5A7E26B8A93E}" dt="2025-10-14T12:54:45.035" v="1168" actId="20577"/>
        <pc:sldMkLst>
          <pc:docMk/>
          <pc:sldMk cId="1935351956" sldId="1697"/>
        </pc:sldMkLst>
        <pc:spChg chg="mod">
          <ac:chgData name="Sanmukh Kuppannagari" userId="ad215094-da36-4b66-9c79-369a17aea26b" providerId="ADAL" clId="{3A9911A3-5EE2-4332-AD1B-5A7E26B8A93E}" dt="2025-10-14T12:54:45.035" v="1168" actId="20577"/>
          <ac:spMkLst>
            <pc:docMk/>
            <pc:sldMk cId="1935351956" sldId="1697"/>
            <ac:spMk id="3" creationId="{F825F3F4-DC1E-2186-71AE-F787721715F3}"/>
          </ac:spMkLst>
        </pc:spChg>
        <pc:spChg chg="mod">
          <ac:chgData name="Sanmukh Kuppannagari" userId="ad215094-da36-4b66-9c79-369a17aea26b" providerId="ADAL" clId="{3A9911A3-5EE2-4332-AD1B-5A7E26B8A93E}" dt="2025-10-14T12:53:48.644" v="1028" actId="20577"/>
          <ac:spMkLst>
            <pc:docMk/>
            <pc:sldMk cId="1935351956" sldId="1697"/>
            <ac:spMk id="7" creationId="{08DB8311-C79A-7495-C390-4BE438DBF148}"/>
          </ac:spMkLst>
        </pc:spChg>
        <pc:spChg chg="del">
          <ac:chgData name="Sanmukh Kuppannagari" userId="ad215094-da36-4b66-9c79-369a17aea26b" providerId="ADAL" clId="{3A9911A3-5EE2-4332-AD1B-5A7E26B8A93E}" dt="2025-10-14T12:54:18.825" v="1059" actId="478"/>
          <ac:spMkLst>
            <pc:docMk/>
            <pc:sldMk cId="1935351956" sldId="1697"/>
            <ac:spMk id="8" creationId="{489F37AD-5A24-7405-2C7F-6729C3EB97F8}"/>
          </ac:spMkLst>
        </pc:spChg>
        <pc:spChg chg="del">
          <ac:chgData name="Sanmukh Kuppannagari" userId="ad215094-da36-4b66-9c79-369a17aea26b" providerId="ADAL" clId="{3A9911A3-5EE2-4332-AD1B-5A7E26B8A93E}" dt="2025-10-14T12:54:16.157" v="1057" actId="478"/>
          <ac:spMkLst>
            <pc:docMk/>
            <pc:sldMk cId="1935351956" sldId="1697"/>
            <ac:spMk id="9" creationId="{899004A8-B7FB-9AF8-03A3-59F0588ED1E5}"/>
          </ac:spMkLst>
        </pc:spChg>
        <pc:spChg chg="del">
          <ac:chgData name="Sanmukh Kuppannagari" userId="ad215094-da36-4b66-9c79-369a17aea26b" providerId="ADAL" clId="{3A9911A3-5EE2-4332-AD1B-5A7E26B8A93E}" dt="2025-10-14T12:54:16.757" v="1058" actId="478"/>
          <ac:spMkLst>
            <pc:docMk/>
            <pc:sldMk cId="1935351956" sldId="1697"/>
            <ac:spMk id="10" creationId="{5E9520C9-D726-46E0-9E9C-0CD936815C8B}"/>
          </ac:spMkLst>
        </pc:spChg>
        <pc:spChg chg="del">
          <ac:chgData name="Sanmukh Kuppannagari" userId="ad215094-da36-4b66-9c79-369a17aea26b" providerId="ADAL" clId="{3A9911A3-5EE2-4332-AD1B-5A7E26B8A93E}" dt="2025-10-14T12:54:04.376" v="1041" actId="478"/>
          <ac:spMkLst>
            <pc:docMk/>
            <pc:sldMk cId="1935351956" sldId="1697"/>
            <ac:spMk id="11" creationId="{292FCCBD-1EE1-CE04-32E7-4E8DCE1ACB0D}"/>
          </ac:spMkLst>
        </pc:spChg>
        <pc:spChg chg="del">
          <ac:chgData name="Sanmukh Kuppannagari" userId="ad215094-da36-4b66-9c79-369a17aea26b" providerId="ADAL" clId="{3A9911A3-5EE2-4332-AD1B-5A7E26B8A93E}" dt="2025-10-14T12:54:09.127" v="1048" actId="478"/>
          <ac:spMkLst>
            <pc:docMk/>
            <pc:sldMk cId="1935351956" sldId="1697"/>
            <ac:spMk id="13" creationId="{DE6ADDAE-174D-C6B9-42CF-D405C7F7E4BF}"/>
          </ac:spMkLst>
        </pc:spChg>
        <pc:spChg chg="mod">
          <ac:chgData name="Sanmukh Kuppannagari" userId="ad215094-da36-4b66-9c79-369a17aea26b" providerId="ADAL" clId="{3A9911A3-5EE2-4332-AD1B-5A7E26B8A93E}" dt="2025-10-14T12:53:55.956" v="1034" actId="20577"/>
          <ac:spMkLst>
            <pc:docMk/>
            <pc:sldMk cId="1935351956" sldId="1697"/>
            <ac:spMk id="14" creationId="{7B07E957-866E-4B88-3867-5FC18A5499E7}"/>
          </ac:spMkLst>
        </pc:spChg>
        <pc:spChg chg="del">
          <ac:chgData name="Sanmukh Kuppannagari" userId="ad215094-da36-4b66-9c79-369a17aea26b" providerId="ADAL" clId="{3A9911A3-5EE2-4332-AD1B-5A7E26B8A93E}" dt="2025-10-14T12:54:13.963" v="1055" actId="478"/>
          <ac:spMkLst>
            <pc:docMk/>
            <pc:sldMk cId="1935351956" sldId="1697"/>
            <ac:spMk id="15" creationId="{84CB6DE3-8B43-58C2-AEB5-E8C1920F9BD7}"/>
          </ac:spMkLst>
        </pc:spChg>
        <pc:spChg chg="del">
          <ac:chgData name="Sanmukh Kuppannagari" userId="ad215094-da36-4b66-9c79-369a17aea26b" providerId="ADAL" clId="{3A9911A3-5EE2-4332-AD1B-5A7E26B8A93E}" dt="2025-10-14T12:54:05.042" v="1042" actId="478"/>
          <ac:spMkLst>
            <pc:docMk/>
            <pc:sldMk cId="1935351956" sldId="1697"/>
            <ac:spMk id="16" creationId="{9DE07DCB-ACA4-B724-1D3C-D97530E7E4C6}"/>
          </ac:spMkLst>
        </pc:spChg>
        <pc:spChg chg="del">
          <ac:chgData name="Sanmukh Kuppannagari" userId="ad215094-da36-4b66-9c79-369a17aea26b" providerId="ADAL" clId="{3A9911A3-5EE2-4332-AD1B-5A7E26B8A93E}" dt="2025-10-14T12:54:10.054" v="1049" actId="478"/>
          <ac:spMkLst>
            <pc:docMk/>
            <pc:sldMk cId="1935351956" sldId="1697"/>
            <ac:spMk id="17" creationId="{6EEA0FE7-A41F-B4C3-D3AD-A7E9F93A0583}"/>
          </ac:spMkLst>
        </pc:spChg>
        <pc:spChg chg="mod">
          <ac:chgData name="Sanmukh Kuppannagari" userId="ad215094-da36-4b66-9c79-369a17aea26b" providerId="ADAL" clId="{3A9911A3-5EE2-4332-AD1B-5A7E26B8A93E}" dt="2025-10-14T12:54:01.307" v="1040" actId="20577"/>
          <ac:spMkLst>
            <pc:docMk/>
            <pc:sldMk cId="1935351956" sldId="1697"/>
            <ac:spMk id="18" creationId="{9A49882E-CA5E-0659-7C7B-9DA979050B59}"/>
          </ac:spMkLst>
        </pc:spChg>
        <pc:spChg chg="del">
          <ac:chgData name="Sanmukh Kuppannagari" userId="ad215094-da36-4b66-9c79-369a17aea26b" providerId="ADAL" clId="{3A9911A3-5EE2-4332-AD1B-5A7E26B8A93E}" dt="2025-10-14T12:54:12.897" v="1052" actId="478"/>
          <ac:spMkLst>
            <pc:docMk/>
            <pc:sldMk cId="1935351956" sldId="1697"/>
            <ac:spMk id="19" creationId="{56366843-0F1F-1CD8-6335-5C1F0B2299F5}"/>
          </ac:spMkLst>
        </pc:spChg>
        <pc:spChg chg="del">
          <ac:chgData name="Sanmukh Kuppannagari" userId="ad215094-da36-4b66-9c79-369a17aea26b" providerId="ADAL" clId="{3A9911A3-5EE2-4332-AD1B-5A7E26B8A93E}" dt="2025-10-14T12:54:05.975" v="1043" actId="478"/>
          <ac:spMkLst>
            <pc:docMk/>
            <pc:sldMk cId="1935351956" sldId="1697"/>
            <ac:spMk id="20" creationId="{4EDFE911-E5A1-EA93-077F-D672E719BE69}"/>
          </ac:spMkLst>
        </pc:spChg>
        <pc:spChg chg="del">
          <ac:chgData name="Sanmukh Kuppannagari" userId="ad215094-da36-4b66-9c79-369a17aea26b" providerId="ADAL" clId="{3A9911A3-5EE2-4332-AD1B-5A7E26B8A93E}" dt="2025-10-14T12:54:10.910" v="1050" actId="478"/>
          <ac:spMkLst>
            <pc:docMk/>
            <pc:sldMk cId="1935351956" sldId="1697"/>
            <ac:spMk id="21" creationId="{D8E0DBE9-CDEC-7D05-4911-3A60657BA262}"/>
          </ac:spMkLst>
        </pc:spChg>
        <pc:spChg chg="del mod">
          <ac:chgData name="Sanmukh Kuppannagari" userId="ad215094-da36-4b66-9c79-369a17aea26b" providerId="ADAL" clId="{3A9911A3-5EE2-4332-AD1B-5A7E26B8A93E}" dt="2025-10-14T12:54:08.430" v="1047" actId="478"/>
          <ac:spMkLst>
            <pc:docMk/>
            <pc:sldMk cId="1935351956" sldId="1697"/>
            <ac:spMk id="22" creationId="{4CC3C315-6FC2-466D-87A2-C5418155D711}"/>
          </ac:spMkLst>
        </pc:spChg>
        <pc:spChg chg="del">
          <ac:chgData name="Sanmukh Kuppannagari" userId="ad215094-da36-4b66-9c79-369a17aea26b" providerId="ADAL" clId="{3A9911A3-5EE2-4332-AD1B-5A7E26B8A93E}" dt="2025-10-14T12:54:19.816" v="1060" actId="478"/>
          <ac:spMkLst>
            <pc:docMk/>
            <pc:sldMk cId="1935351956" sldId="1697"/>
            <ac:spMk id="23" creationId="{03DF9685-2E02-1D18-AA1F-AAE18B1409E9}"/>
          </ac:spMkLst>
        </pc:spChg>
        <pc:spChg chg="del">
          <ac:chgData name="Sanmukh Kuppannagari" userId="ad215094-da36-4b66-9c79-369a17aea26b" providerId="ADAL" clId="{3A9911A3-5EE2-4332-AD1B-5A7E26B8A93E}" dt="2025-10-14T12:54:14.856" v="1056" actId="478"/>
          <ac:spMkLst>
            <pc:docMk/>
            <pc:sldMk cId="1935351956" sldId="1697"/>
            <ac:spMk id="24" creationId="{4CEFCAD1-47EE-3564-572E-DC49E24435A0}"/>
          </ac:spMkLst>
        </pc:spChg>
        <pc:spChg chg="del">
          <ac:chgData name="Sanmukh Kuppannagari" userId="ad215094-da36-4b66-9c79-369a17aea26b" providerId="ADAL" clId="{3A9911A3-5EE2-4332-AD1B-5A7E26B8A93E}" dt="2025-10-14T12:54:07.643" v="1045" actId="478"/>
          <ac:spMkLst>
            <pc:docMk/>
            <pc:sldMk cId="1935351956" sldId="1697"/>
            <ac:spMk id="25" creationId="{780DA01A-777F-BB8E-5C8E-6C0FDF7CB6E3}"/>
          </ac:spMkLst>
        </pc:spChg>
        <pc:spChg chg="del">
          <ac:chgData name="Sanmukh Kuppannagari" userId="ad215094-da36-4b66-9c79-369a17aea26b" providerId="ADAL" clId="{3A9911A3-5EE2-4332-AD1B-5A7E26B8A93E}" dt="2025-10-14T12:54:20.741" v="1061" actId="478"/>
          <ac:spMkLst>
            <pc:docMk/>
            <pc:sldMk cId="1935351956" sldId="1697"/>
            <ac:spMk id="26" creationId="{6B3A3807-6CF7-B9E7-9003-88A6D3592901}"/>
          </ac:spMkLst>
        </pc:spChg>
        <pc:spChg chg="del mod">
          <ac:chgData name="Sanmukh Kuppannagari" userId="ad215094-da36-4b66-9c79-369a17aea26b" providerId="ADAL" clId="{3A9911A3-5EE2-4332-AD1B-5A7E26B8A93E}" dt="2025-10-14T12:54:12.900" v="1054"/>
          <ac:spMkLst>
            <pc:docMk/>
            <pc:sldMk cId="1935351956" sldId="1697"/>
            <ac:spMk id="27" creationId="{1C06C6C0-7968-3AD4-F3C7-F94CFFABF994}"/>
          </ac:spMkLst>
        </pc:spChg>
        <pc:spChg chg="del">
          <ac:chgData name="Sanmukh Kuppannagari" userId="ad215094-da36-4b66-9c79-369a17aea26b" providerId="ADAL" clId="{3A9911A3-5EE2-4332-AD1B-5A7E26B8A93E}" dt="2025-10-14T12:54:06.478" v="1044" actId="478"/>
          <ac:spMkLst>
            <pc:docMk/>
            <pc:sldMk cId="1935351956" sldId="1697"/>
            <ac:spMk id="28" creationId="{FA28CB75-0AFF-5A9B-83B8-EC58F4D4AFC9}"/>
          </ac:spMkLst>
        </pc:spChg>
      </pc:sldChg>
      <pc:sldChg chg="modSp add">
        <pc:chgData name="Sanmukh Kuppannagari" userId="ad215094-da36-4b66-9c79-369a17aea26b" providerId="ADAL" clId="{3A9911A3-5EE2-4332-AD1B-5A7E26B8A93E}" dt="2025-10-14T12:56:04.149" v="1200" actId="20577"/>
        <pc:sldMkLst>
          <pc:docMk/>
          <pc:sldMk cId="2002126800" sldId="1698"/>
        </pc:sldMkLst>
        <pc:spChg chg="mod">
          <ac:chgData name="Sanmukh Kuppannagari" userId="ad215094-da36-4b66-9c79-369a17aea26b" providerId="ADAL" clId="{3A9911A3-5EE2-4332-AD1B-5A7E26B8A93E}" dt="2025-10-14T12:55:46.844" v="1175" actId="20577"/>
          <ac:spMkLst>
            <pc:docMk/>
            <pc:sldMk cId="2002126800" sldId="1698"/>
            <ac:spMk id="22" creationId="{83A6FA8C-F107-B830-3824-50F81D0B5477}"/>
          </ac:spMkLst>
        </pc:spChg>
        <pc:spChg chg="mod">
          <ac:chgData name="Sanmukh Kuppannagari" userId="ad215094-da36-4b66-9c79-369a17aea26b" providerId="ADAL" clId="{3A9911A3-5EE2-4332-AD1B-5A7E26B8A93E}" dt="2025-10-14T12:55:46.844" v="1175" actId="20577"/>
          <ac:spMkLst>
            <pc:docMk/>
            <pc:sldMk cId="2002126800" sldId="1698"/>
            <ac:spMk id="24" creationId="{C6243F8F-5AF5-C3B3-F5AE-CAD0AE9954FF}"/>
          </ac:spMkLst>
        </pc:spChg>
        <pc:spChg chg="mod">
          <ac:chgData name="Sanmukh Kuppannagari" userId="ad215094-da36-4b66-9c79-369a17aea26b" providerId="ADAL" clId="{3A9911A3-5EE2-4332-AD1B-5A7E26B8A93E}" dt="2025-10-14T12:55:53.098" v="1183" actId="20577"/>
          <ac:spMkLst>
            <pc:docMk/>
            <pc:sldMk cId="2002126800" sldId="1698"/>
            <ac:spMk id="26" creationId="{B37EB433-1553-54C5-D4AE-C465A38B69DA}"/>
          </ac:spMkLst>
        </pc:spChg>
        <pc:spChg chg="mod">
          <ac:chgData name="Sanmukh Kuppannagari" userId="ad215094-da36-4b66-9c79-369a17aea26b" providerId="ADAL" clId="{3A9911A3-5EE2-4332-AD1B-5A7E26B8A93E}" dt="2025-10-14T12:55:53.098" v="1183" actId="20577"/>
          <ac:spMkLst>
            <pc:docMk/>
            <pc:sldMk cId="2002126800" sldId="1698"/>
            <ac:spMk id="32" creationId="{9491430D-3010-8316-B1F9-D73EAC28F573}"/>
          </ac:spMkLst>
        </pc:spChg>
        <pc:spChg chg="mod">
          <ac:chgData name="Sanmukh Kuppannagari" userId="ad215094-da36-4b66-9c79-369a17aea26b" providerId="ADAL" clId="{3A9911A3-5EE2-4332-AD1B-5A7E26B8A93E}" dt="2025-10-14T12:56:03.324" v="1199" actId="20577"/>
          <ac:spMkLst>
            <pc:docMk/>
            <pc:sldMk cId="2002126800" sldId="1698"/>
            <ac:spMk id="34" creationId="{76A00AFA-A278-804D-B3FF-1FE9F2217E62}"/>
          </ac:spMkLst>
        </pc:spChg>
        <pc:spChg chg="mod">
          <ac:chgData name="Sanmukh Kuppannagari" userId="ad215094-da36-4b66-9c79-369a17aea26b" providerId="ADAL" clId="{3A9911A3-5EE2-4332-AD1B-5A7E26B8A93E}" dt="2025-10-14T12:56:04.149" v="1200" actId="20577"/>
          <ac:spMkLst>
            <pc:docMk/>
            <pc:sldMk cId="2002126800" sldId="1698"/>
            <ac:spMk id="35" creationId="{C4E2C5B7-C561-2ACF-B524-9511BBB38FA9}"/>
          </ac:spMkLst>
        </pc:spChg>
        <pc:grpChg chg="mod">
          <ac:chgData name="Sanmukh Kuppannagari" userId="ad215094-da36-4b66-9c79-369a17aea26b" providerId="ADAL" clId="{3A9911A3-5EE2-4332-AD1B-5A7E26B8A93E}" dt="2025-10-14T12:55:46.844" v="1175" actId="20577"/>
          <ac:grpSpMkLst>
            <pc:docMk/>
            <pc:sldMk cId="2002126800" sldId="1698"/>
            <ac:grpSpMk id="20" creationId="{83FE84D1-51A8-7712-7DF2-9FB15C984F64}"/>
          </ac:grpSpMkLst>
        </pc:grpChg>
        <pc:grpChg chg="mod">
          <ac:chgData name="Sanmukh Kuppannagari" userId="ad215094-da36-4b66-9c79-369a17aea26b" providerId="ADAL" clId="{3A9911A3-5EE2-4332-AD1B-5A7E26B8A93E}" dt="2025-10-14T12:55:53.098" v="1183" actId="20577"/>
          <ac:grpSpMkLst>
            <pc:docMk/>
            <pc:sldMk cId="2002126800" sldId="1698"/>
            <ac:grpSpMk id="25" creationId="{15E5A2E1-B2D9-FBFC-8713-6EC2827E88B1}"/>
          </ac:grpSpMkLst>
        </pc:grpChg>
        <pc:grpChg chg="mod">
          <ac:chgData name="Sanmukh Kuppannagari" userId="ad215094-da36-4b66-9c79-369a17aea26b" providerId="ADAL" clId="{3A9911A3-5EE2-4332-AD1B-5A7E26B8A93E}" dt="2025-10-14T12:56:03.324" v="1199" actId="20577"/>
          <ac:grpSpMkLst>
            <pc:docMk/>
            <pc:sldMk cId="2002126800" sldId="1698"/>
            <ac:grpSpMk id="33" creationId="{091DDE7C-51B0-9EE2-F2CB-008A4A752FBE}"/>
          </ac:grpSpMkLst>
        </pc:grpChg>
      </pc:sldChg>
      <pc:sldChg chg="modSp new del mod">
        <pc:chgData name="Sanmukh Kuppannagari" userId="ad215094-da36-4b66-9c79-369a17aea26b" providerId="ADAL" clId="{3A9911A3-5EE2-4332-AD1B-5A7E26B8A93E}" dt="2025-10-14T12:58:30.421" v="1273" actId="47"/>
        <pc:sldMkLst>
          <pc:docMk/>
          <pc:sldMk cId="617891749" sldId="1699"/>
        </pc:sldMkLst>
        <pc:spChg chg="mod">
          <ac:chgData name="Sanmukh Kuppannagari" userId="ad215094-da36-4b66-9c79-369a17aea26b" providerId="ADAL" clId="{3A9911A3-5EE2-4332-AD1B-5A7E26B8A93E}" dt="2025-10-14T12:58:21.144" v="1253" actId="20577"/>
          <ac:spMkLst>
            <pc:docMk/>
            <pc:sldMk cId="617891749" sldId="1699"/>
            <ac:spMk id="2" creationId="{54B71A27-2842-BB36-3FF7-7EA602A58313}"/>
          </ac:spMkLst>
        </pc:spChg>
        <pc:spChg chg="mod">
          <ac:chgData name="Sanmukh Kuppannagari" userId="ad215094-da36-4b66-9c79-369a17aea26b" providerId="ADAL" clId="{3A9911A3-5EE2-4332-AD1B-5A7E26B8A93E}" dt="2025-10-14T12:58:27.781" v="1272" actId="20577"/>
          <ac:spMkLst>
            <pc:docMk/>
            <pc:sldMk cId="617891749" sldId="1699"/>
            <ac:spMk id="3" creationId="{F69AC36F-C9B3-1D69-4D16-6327FB0A064D}"/>
          </ac:spMkLst>
        </pc:spChg>
      </pc:sldChg>
      <pc:sldChg chg="add">
        <pc:chgData name="Sanmukh Kuppannagari" userId="ad215094-da36-4b66-9c79-369a17aea26b" providerId="ADAL" clId="{3A9911A3-5EE2-4332-AD1B-5A7E26B8A93E}" dt="2025-10-14T12:59:19.508" v="1274"/>
        <pc:sldMkLst>
          <pc:docMk/>
          <pc:sldMk cId="3067607777" sldId="1699"/>
        </pc:sldMkLst>
      </pc:sldChg>
      <pc:sldChg chg="modSp add mod">
        <pc:chgData name="Sanmukh Kuppannagari" userId="ad215094-da36-4b66-9c79-369a17aea26b" providerId="ADAL" clId="{3A9911A3-5EE2-4332-AD1B-5A7E26B8A93E}" dt="2025-10-14T13:07:25.012" v="1431" actId="20577"/>
        <pc:sldMkLst>
          <pc:docMk/>
          <pc:sldMk cId="2822009777" sldId="1700"/>
        </pc:sldMkLst>
        <pc:spChg chg="mod">
          <ac:chgData name="Sanmukh Kuppannagari" userId="ad215094-da36-4b66-9c79-369a17aea26b" providerId="ADAL" clId="{3A9911A3-5EE2-4332-AD1B-5A7E26B8A93E}" dt="2025-10-14T13:07:25.012" v="1431" actId="20577"/>
          <ac:spMkLst>
            <pc:docMk/>
            <pc:sldMk cId="2822009777" sldId="1700"/>
            <ac:spMk id="3" creationId="{ED046DF7-BCC7-C9D5-C278-3EF424EDFA93}"/>
          </ac:spMkLst>
        </pc:spChg>
      </pc:sldChg>
      <pc:sldChg chg="addSp modSp add mod">
        <pc:chgData name="Sanmukh Kuppannagari" userId="ad215094-da36-4b66-9c79-369a17aea26b" providerId="ADAL" clId="{3A9911A3-5EE2-4332-AD1B-5A7E26B8A93E}" dt="2025-10-14T13:05:57.242" v="1430" actId="1582"/>
        <pc:sldMkLst>
          <pc:docMk/>
          <pc:sldMk cId="1389487618" sldId="1701"/>
        </pc:sldMkLst>
        <pc:spChg chg="mod">
          <ac:chgData name="Sanmukh Kuppannagari" userId="ad215094-da36-4b66-9c79-369a17aea26b" providerId="ADAL" clId="{3A9911A3-5EE2-4332-AD1B-5A7E26B8A93E}" dt="2025-10-14T13:05:45.628" v="1427" actId="14100"/>
          <ac:spMkLst>
            <pc:docMk/>
            <pc:sldMk cId="1389487618" sldId="1701"/>
            <ac:spMk id="21" creationId="{1F236289-B5D8-EBA6-A484-EB1D6530E46D}"/>
          </ac:spMkLst>
        </pc:spChg>
        <pc:cxnChg chg="add mod">
          <ac:chgData name="Sanmukh Kuppannagari" userId="ad215094-da36-4b66-9c79-369a17aea26b" providerId="ADAL" clId="{3A9911A3-5EE2-4332-AD1B-5A7E26B8A93E}" dt="2025-10-14T13:05:57.242" v="1430" actId="1582"/>
          <ac:cxnSpMkLst>
            <pc:docMk/>
            <pc:sldMk cId="1389487618" sldId="1701"/>
            <ac:cxnSpMk id="22" creationId="{A6160D5E-5100-E765-3217-C53C477D7CF2}"/>
          </ac:cxnSpMkLst>
        </pc:cxnChg>
      </pc:sldChg>
      <pc:sldChg chg="modSp add mod">
        <pc:chgData name="Sanmukh Kuppannagari" userId="ad215094-da36-4b66-9c79-369a17aea26b" providerId="ADAL" clId="{3A9911A3-5EE2-4332-AD1B-5A7E26B8A93E}" dt="2025-10-14T13:10:45.670" v="1435" actId="207"/>
        <pc:sldMkLst>
          <pc:docMk/>
          <pc:sldMk cId="1315060056" sldId="1702"/>
        </pc:sldMkLst>
        <pc:spChg chg="mod">
          <ac:chgData name="Sanmukh Kuppannagari" userId="ad215094-da36-4b66-9c79-369a17aea26b" providerId="ADAL" clId="{3A9911A3-5EE2-4332-AD1B-5A7E26B8A93E}" dt="2025-10-14T13:10:45.670" v="1435" actId="207"/>
          <ac:spMkLst>
            <pc:docMk/>
            <pc:sldMk cId="1315060056" sldId="1702"/>
            <ac:spMk id="3" creationId="{B576000A-13C6-25D7-36CC-59DDF42DB93A}"/>
          </ac:spMkLst>
        </pc:spChg>
      </pc:sldChg>
      <pc:sldChg chg="addSp delSp modSp new mod modClrScheme chgLayout">
        <pc:chgData name="Sanmukh Kuppannagari" userId="ad215094-da36-4b66-9c79-369a17aea26b" providerId="ADAL" clId="{3A9911A3-5EE2-4332-AD1B-5A7E26B8A93E}" dt="2025-10-14T13:50:00.103" v="1825" actId="20577"/>
        <pc:sldMkLst>
          <pc:docMk/>
          <pc:sldMk cId="2634458345" sldId="1703"/>
        </pc:sldMkLst>
        <pc:spChg chg="mod ord">
          <ac:chgData name="Sanmukh Kuppannagari" userId="ad215094-da36-4b66-9c79-369a17aea26b" providerId="ADAL" clId="{3A9911A3-5EE2-4332-AD1B-5A7E26B8A93E}" dt="2025-10-14T13:35:12.099" v="1438" actId="700"/>
          <ac:spMkLst>
            <pc:docMk/>
            <pc:sldMk cId="2634458345" sldId="1703"/>
            <ac:spMk id="2" creationId="{67BC41E8-24E9-15BB-AD8E-FEA93196746C}"/>
          </ac:spMkLst>
        </pc:spChg>
        <pc:spChg chg="del">
          <ac:chgData name="Sanmukh Kuppannagari" userId="ad215094-da36-4b66-9c79-369a17aea26b" providerId="ADAL" clId="{3A9911A3-5EE2-4332-AD1B-5A7E26B8A93E}" dt="2025-10-14T13:35:12.099" v="1438" actId="700"/>
          <ac:spMkLst>
            <pc:docMk/>
            <pc:sldMk cId="2634458345" sldId="1703"/>
            <ac:spMk id="3" creationId="{BD3B07ED-0A2E-CC59-4193-1BB25A85070C}"/>
          </ac:spMkLst>
        </pc:spChg>
        <pc:spChg chg="del mod ord">
          <ac:chgData name="Sanmukh Kuppannagari" userId="ad215094-da36-4b66-9c79-369a17aea26b" providerId="ADAL" clId="{3A9911A3-5EE2-4332-AD1B-5A7E26B8A93E}" dt="2025-10-14T13:35:12.099" v="1438" actId="700"/>
          <ac:spMkLst>
            <pc:docMk/>
            <pc:sldMk cId="2634458345" sldId="1703"/>
            <ac:spMk id="4" creationId="{343B13F8-4A4A-2E64-F253-89A6EA373364}"/>
          </ac:spMkLst>
        </pc:spChg>
        <pc:spChg chg="del mod ord">
          <ac:chgData name="Sanmukh Kuppannagari" userId="ad215094-da36-4b66-9c79-369a17aea26b" providerId="ADAL" clId="{3A9911A3-5EE2-4332-AD1B-5A7E26B8A93E}" dt="2025-10-14T13:35:12.099" v="1438" actId="700"/>
          <ac:spMkLst>
            <pc:docMk/>
            <pc:sldMk cId="2634458345" sldId="1703"/>
            <ac:spMk id="5" creationId="{14F0EF58-DFAD-F50E-D138-30E38E3B7047}"/>
          </ac:spMkLst>
        </pc:spChg>
        <pc:spChg chg="add mod ord">
          <ac:chgData name="Sanmukh Kuppannagari" userId="ad215094-da36-4b66-9c79-369a17aea26b" providerId="ADAL" clId="{3A9911A3-5EE2-4332-AD1B-5A7E26B8A93E}" dt="2025-10-14T13:35:19.596" v="1481" actId="20577"/>
          <ac:spMkLst>
            <pc:docMk/>
            <pc:sldMk cId="2634458345" sldId="1703"/>
            <ac:spMk id="6" creationId="{5023F54E-041A-BC52-21F3-E454F2F63110}"/>
          </ac:spMkLst>
        </pc:spChg>
        <pc:spChg chg="add mod ord">
          <ac:chgData name="Sanmukh Kuppannagari" userId="ad215094-da36-4b66-9c79-369a17aea26b" providerId="ADAL" clId="{3A9911A3-5EE2-4332-AD1B-5A7E26B8A93E}" dt="2025-10-14T13:50:00.103" v="1825" actId="20577"/>
          <ac:spMkLst>
            <pc:docMk/>
            <pc:sldMk cId="2634458345" sldId="1703"/>
            <ac:spMk id="7" creationId="{69A742A9-F657-9C10-2681-8A93A0DBECEE}"/>
          </ac:spMkLst>
        </pc:spChg>
        <pc:spChg chg="add mod">
          <ac:chgData name="Sanmukh Kuppannagari" userId="ad215094-da36-4b66-9c79-369a17aea26b" providerId="ADAL" clId="{3A9911A3-5EE2-4332-AD1B-5A7E26B8A93E}" dt="2025-10-14T13:39:23.442" v="1628" actId="1076"/>
          <ac:spMkLst>
            <pc:docMk/>
            <pc:sldMk cId="2634458345" sldId="1703"/>
            <ac:spMk id="10" creationId="{83A84C9F-6829-EC77-CFF6-C0C007963949}"/>
          </ac:spMkLst>
        </pc:spChg>
        <pc:spChg chg="add mod">
          <ac:chgData name="Sanmukh Kuppannagari" userId="ad215094-da36-4b66-9c79-369a17aea26b" providerId="ADAL" clId="{3A9911A3-5EE2-4332-AD1B-5A7E26B8A93E}" dt="2025-10-14T13:39:23.442" v="1628" actId="1076"/>
          <ac:spMkLst>
            <pc:docMk/>
            <pc:sldMk cId="2634458345" sldId="1703"/>
            <ac:spMk id="11" creationId="{A86FCD33-554B-9C38-751A-AC3CB90EA1D4}"/>
          </ac:spMkLst>
        </pc:spChg>
        <pc:spChg chg="add mod">
          <ac:chgData name="Sanmukh Kuppannagari" userId="ad215094-da36-4b66-9c79-369a17aea26b" providerId="ADAL" clId="{3A9911A3-5EE2-4332-AD1B-5A7E26B8A93E}" dt="2025-10-14T13:39:23.442" v="1628" actId="1076"/>
          <ac:spMkLst>
            <pc:docMk/>
            <pc:sldMk cId="2634458345" sldId="1703"/>
            <ac:spMk id="26" creationId="{201C60ED-4CD7-3FED-5D7F-09DCF2BD65A9}"/>
          </ac:spMkLst>
        </pc:spChg>
        <pc:spChg chg="add mod">
          <ac:chgData name="Sanmukh Kuppannagari" userId="ad215094-da36-4b66-9c79-369a17aea26b" providerId="ADAL" clId="{3A9911A3-5EE2-4332-AD1B-5A7E26B8A93E}" dt="2025-10-14T13:39:23.442" v="1628" actId="1076"/>
          <ac:spMkLst>
            <pc:docMk/>
            <pc:sldMk cId="2634458345" sldId="1703"/>
            <ac:spMk id="27" creationId="{598D3204-8612-ED71-7167-4FB7F1A55B76}"/>
          </ac:spMkLst>
        </pc:spChg>
        <pc:spChg chg="add mod">
          <ac:chgData name="Sanmukh Kuppannagari" userId="ad215094-da36-4b66-9c79-369a17aea26b" providerId="ADAL" clId="{3A9911A3-5EE2-4332-AD1B-5A7E26B8A93E}" dt="2025-10-14T13:39:23.442" v="1628" actId="1076"/>
          <ac:spMkLst>
            <pc:docMk/>
            <pc:sldMk cId="2634458345" sldId="1703"/>
            <ac:spMk id="28" creationId="{AE5D344D-C174-AB11-A11E-440EC31F58E5}"/>
          </ac:spMkLst>
        </pc:spChg>
        <pc:picChg chg="add mod">
          <ac:chgData name="Sanmukh Kuppannagari" userId="ad215094-da36-4b66-9c79-369a17aea26b" providerId="ADAL" clId="{3A9911A3-5EE2-4332-AD1B-5A7E26B8A93E}" dt="2025-10-14T13:39:23.442" v="1628" actId="1076"/>
          <ac:picMkLst>
            <pc:docMk/>
            <pc:sldMk cId="2634458345" sldId="1703"/>
            <ac:picMk id="8" creationId="{8EEAAADC-CF66-CD91-DBA6-5A0FF226F54E}"/>
          </ac:picMkLst>
        </pc:picChg>
        <pc:picChg chg="add mod">
          <ac:chgData name="Sanmukh Kuppannagari" userId="ad215094-da36-4b66-9c79-369a17aea26b" providerId="ADAL" clId="{3A9911A3-5EE2-4332-AD1B-5A7E26B8A93E}" dt="2025-10-14T13:39:23.442" v="1628" actId="1076"/>
          <ac:picMkLst>
            <pc:docMk/>
            <pc:sldMk cId="2634458345" sldId="1703"/>
            <ac:picMk id="12" creationId="{BEDE0B60-37CC-6F96-9C15-F573276FE8F1}"/>
          </ac:picMkLst>
        </pc:picChg>
        <pc:picChg chg="add mod">
          <ac:chgData name="Sanmukh Kuppannagari" userId="ad215094-da36-4b66-9c79-369a17aea26b" providerId="ADAL" clId="{3A9911A3-5EE2-4332-AD1B-5A7E26B8A93E}" dt="2025-10-14T13:39:23.442" v="1628" actId="1076"/>
          <ac:picMkLst>
            <pc:docMk/>
            <pc:sldMk cId="2634458345" sldId="1703"/>
            <ac:picMk id="23" creationId="{FFC6D7AE-E89F-4124-EB9D-CEDD9CF241E1}"/>
          </ac:picMkLst>
        </pc:picChg>
        <pc:picChg chg="add mod">
          <ac:chgData name="Sanmukh Kuppannagari" userId="ad215094-da36-4b66-9c79-369a17aea26b" providerId="ADAL" clId="{3A9911A3-5EE2-4332-AD1B-5A7E26B8A93E}" dt="2025-10-14T13:39:23.442" v="1628" actId="1076"/>
          <ac:picMkLst>
            <pc:docMk/>
            <pc:sldMk cId="2634458345" sldId="1703"/>
            <ac:picMk id="24" creationId="{DE9A316C-EAFF-1E8A-0FEB-D3D42A0F0624}"/>
          </ac:picMkLst>
        </pc:picChg>
        <pc:picChg chg="add mod">
          <ac:chgData name="Sanmukh Kuppannagari" userId="ad215094-da36-4b66-9c79-369a17aea26b" providerId="ADAL" clId="{3A9911A3-5EE2-4332-AD1B-5A7E26B8A93E}" dt="2025-10-14T13:39:23.442" v="1628" actId="1076"/>
          <ac:picMkLst>
            <pc:docMk/>
            <pc:sldMk cId="2634458345" sldId="1703"/>
            <ac:picMk id="25" creationId="{FD356395-6853-FC65-5262-E60B6B1F9C13}"/>
          </ac:picMkLst>
        </pc:picChg>
      </pc:sldChg>
      <pc:sldChg chg="modSp new mod">
        <pc:chgData name="Sanmukh Kuppannagari" userId="ad215094-da36-4b66-9c79-369a17aea26b" providerId="ADAL" clId="{3A9911A3-5EE2-4332-AD1B-5A7E26B8A93E}" dt="2025-10-14T13:49:07.508" v="1818" actId="20577"/>
        <pc:sldMkLst>
          <pc:docMk/>
          <pc:sldMk cId="3346439284" sldId="1704"/>
        </pc:sldMkLst>
        <pc:spChg chg="mod">
          <ac:chgData name="Sanmukh Kuppannagari" userId="ad215094-da36-4b66-9c79-369a17aea26b" providerId="ADAL" clId="{3A9911A3-5EE2-4332-AD1B-5A7E26B8A93E}" dt="2025-10-14T13:42:24.250" v="1651" actId="20577"/>
          <ac:spMkLst>
            <pc:docMk/>
            <pc:sldMk cId="3346439284" sldId="1704"/>
            <ac:spMk id="2" creationId="{5D1E06AE-C414-071D-89D4-1583DFDD8712}"/>
          </ac:spMkLst>
        </pc:spChg>
        <pc:spChg chg="mod">
          <ac:chgData name="Sanmukh Kuppannagari" userId="ad215094-da36-4b66-9c79-369a17aea26b" providerId="ADAL" clId="{3A9911A3-5EE2-4332-AD1B-5A7E26B8A93E}" dt="2025-10-14T13:49:07.508" v="1818" actId="20577"/>
          <ac:spMkLst>
            <pc:docMk/>
            <pc:sldMk cId="3346439284" sldId="1704"/>
            <ac:spMk id="3" creationId="{2FEF3D41-901E-5E02-CE02-3D7067F48CA3}"/>
          </ac:spMkLst>
        </pc:spChg>
      </pc:sldChg>
      <pc:sldChg chg="modSp new mod">
        <pc:chgData name="Sanmukh Kuppannagari" userId="ad215094-da36-4b66-9c79-369a17aea26b" providerId="ADAL" clId="{3A9911A3-5EE2-4332-AD1B-5A7E26B8A93E}" dt="2025-10-14T13:58:01.202" v="2362" actId="20577"/>
        <pc:sldMkLst>
          <pc:docMk/>
          <pc:sldMk cId="1656386764" sldId="1705"/>
        </pc:sldMkLst>
        <pc:spChg chg="mod">
          <ac:chgData name="Sanmukh Kuppannagari" userId="ad215094-da36-4b66-9c79-369a17aea26b" providerId="ADAL" clId="{3A9911A3-5EE2-4332-AD1B-5A7E26B8A93E}" dt="2025-10-14T13:52:41.680" v="1827"/>
          <ac:spMkLst>
            <pc:docMk/>
            <pc:sldMk cId="1656386764" sldId="1705"/>
            <ac:spMk id="2" creationId="{D6D3028D-49A2-3686-5D3C-D879A32254A4}"/>
          </ac:spMkLst>
        </pc:spChg>
        <pc:spChg chg="mod">
          <ac:chgData name="Sanmukh Kuppannagari" userId="ad215094-da36-4b66-9c79-369a17aea26b" providerId="ADAL" clId="{3A9911A3-5EE2-4332-AD1B-5A7E26B8A93E}" dt="2025-10-14T13:58:01.202" v="2362" actId="20577"/>
          <ac:spMkLst>
            <pc:docMk/>
            <pc:sldMk cId="1656386764" sldId="1705"/>
            <ac:spMk id="3" creationId="{CB4ABF1C-8308-EC0E-C89C-502698AD001A}"/>
          </ac:spMkLst>
        </pc:spChg>
      </pc:sldChg>
      <pc:sldChg chg="addSp delSp modSp new mod">
        <pc:chgData name="Sanmukh Kuppannagari" userId="ad215094-da36-4b66-9c79-369a17aea26b" providerId="ADAL" clId="{3A9911A3-5EE2-4332-AD1B-5A7E26B8A93E}" dt="2025-10-14T13:59:21.094" v="2419" actId="1076"/>
        <pc:sldMkLst>
          <pc:docMk/>
          <pc:sldMk cId="1113419107" sldId="1706"/>
        </pc:sldMkLst>
        <pc:spChg chg="mod">
          <ac:chgData name="Sanmukh Kuppannagari" userId="ad215094-da36-4b66-9c79-369a17aea26b" providerId="ADAL" clId="{3A9911A3-5EE2-4332-AD1B-5A7E26B8A93E}" dt="2025-10-14T13:56:01.370" v="2157"/>
          <ac:spMkLst>
            <pc:docMk/>
            <pc:sldMk cId="1113419107" sldId="1706"/>
            <ac:spMk id="2" creationId="{E5B0B30E-2154-F16F-C670-9523B15A7D3C}"/>
          </ac:spMkLst>
        </pc:spChg>
        <pc:spChg chg="del">
          <ac:chgData name="Sanmukh Kuppannagari" userId="ad215094-da36-4b66-9c79-369a17aea26b" providerId="ADAL" clId="{3A9911A3-5EE2-4332-AD1B-5A7E26B8A93E}" dt="2025-10-14T13:56:12.626" v="2159" actId="478"/>
          <ac:spMkLst>
            <pc:docMk/>
            <pc:sldMk cId="1113419107" sldId="1706"/>
            <ac:spMk id="3" creationId="{7995A1BC-738C-CE9A-E48C-F7DCCFB37419}"/>
          </ac:spMkLst>
        </pc:spChg>
        <pc:spChg chg="add mod">
          <ac:chgData name="Sanmukh Kuppannagari" userId="ad215094-da36-4b66-9c79-369a17aea26b" providerId="ADAL" clId="{3A9911A3-5EE2-4332-AD1B-5A7E26B8A93E}" dt="2025-10-14T13:58:36.956" v="2364" actId="1076"/>
          <ac:spMkLst>
            <pc:docMk/>
            <pc:sldMk cId="1113419107" sldId="1706"/>
            <ac:spMk id="6" creationId="{A509761F-001E-520E-122E-B2C4F86E7654}"/>
          </ac:spMkLst>
        </pc:spChg>
        <pc:spChg chg="add mod">
          <ac:chgData name="Sanmukh Kuppannagari" userId="ad215094-da36-4b66-9c79-369a17aea26b" providerId="ADAL" clId="{3A9911A3-5EE2-4332-AD1B-5A7E26B8A93E}" dt="2025-10-14T13:58:36.956" v="2364" actId="1076"/>
          <ac:spMkLst>
            <pc:docMk/>
            <pc:sldMk cId="1113419107" sldId="1706"/>
            <ac:spMk id="7" creationId="{7DFBC1B1-E11F-A63B-7599-EE9682088A3D}"/>
          </ac:spMkLst>
        </pc:spChg>
        <pc:spChg chg="add mod">
          <ac:chgData name="Sanmukh Kuppannagari" userId="ad215094-da36-4b66-9c79-369a17aea26b" providerId="ADAL" clId="{3A9911A3-5EE2-4332-AD1B-5A7E26B8A93E}" dt="2025-10-14T13:58:36.956" v="2364" actId="1076"/>
          <ac:spMkLst>
            <pc:docMk/>
            <pc:sldMk cId="1113419107" sldId="1706"/>
            <ac:spMk id="8" creationId="{B5517B2A-E47A-2E29-AB6F-6439DD177B9F}"/>
          </ac:spMkLst>
        </pc:spChg>
        <pc:spChg chg="add mod">
          <ac:chgData name="Sanmukh Kuppannagari" userId="ad215094-da36-4b66-9c79-369a17aea26b" providerId="ADAL" clId="{3A9911A3-5EE2-4332-AD1B-5A7E26B8A93E}" dt="2025-10-14T13:58:51.651" v="2414" actId="20577"/>
          <ac:spMkLst>
            <pc:docMk/>
            <pc:sldMk cId="1113419107" sldId="1706"/>
            <ac:spMk id="9" creationId="{CFF8737A-67EC-EA13-6FAB-77A85E389CD6}"/>
          </ac:spMkLst>
        </pc:spChg>
        <pc:picChg chg="add mod">
          <ac:chgData name="Sanmukh Kuppannagari" userId="ad215094-da36-4b66-9c79-369a17aea26b" providerId="ADAL" clId="{3A9911A3-5EE2-4332-AD1B-5A7E26B8A93E}" dt="2025-10-14T13:56:05.476" v="2158"/>
          <ac:picMkLst>
            <pc:docMk/>
            <pc:sldMk cId="1113419107" sldId="1706"/>
            <ac:picMk id="4" creationId="{406915DC-88D4-7180-0C40-C7DD783D1E81}"/>
          </ac:picMkLst>
        </pc:picChg>
        <pc:picChg chg="add mod">
          <ac:chgData name="Sanmukh Kuppannagari" userId="ad215094-da36-4b66-9c79-369a17aea26b" providerId="ADAL" clId="{3A9911A3-5EE2-4332-AD1B-5A7E26B8A93E}" dt="2025-10-14T13:58:36.956" v="2364" actId="1076"/>
          <ac:picMkLst>
            <pc:docMk/>
            <pc:sldMk cId="1113419107" sldId="1706"/>
            <ac:picMk id="5" creationId="{C24C3866-94FF-CBEA-B085-351C484D7509}"/>
          </ac:picMkLst>
        </pc:picChg>
        <pc:picChg chg="add mod modCrop">
          <ac:chgData name="Sanmukh Kuppannagari" userId="ad215094-da36-4b66-9c79-369a17aea26b" providerId="ADAL" clId="{3A9911A3-5EE2-4332-AD1B-5A7E26B8A93E}" dt="2025-10-14T13:59:21.094" v="2419" actId="1076"/>
          <ac:picMkLst>
            <pc:docMk/>
            <pc:sldMk cId="1113419107" sldId="1706"/>
            <ac:picMk id="11" creationId="{C5BE0160-F3C6-F02D-83BC-2EC3C9FF19A3}"/>
          </ac:picMkLst>
        </pc:picChg>
      </pc:sldChg>
      <pc:sldChg chg="addSp modSp new mod">
        <pc:chgData name="Sanmukh Kuppannagari" userId="ad215094-da36-4b66-9c79-369a17aea26b" providerId="ADAL" clId="{3A9911A3-5EE2-4332-AD1B-5A7E26B8A93E}" dt="2025-10-14T14:32:26.018" v="2773" actId="1076"/>
        <pc:sldMkLst>
          <pc:docMk/>
          <pc:sldMk cId="495784027" sldId="1707"/>
        </pc:sldMkLst>
        <pc:spChg chg="mod">
          <ac:chgData name="Sanmukh Kuppannagari" userId="ad215094-da36-4b66-9c79-369a17aea26b" providerId="ADAL" clId="{3A9911A3-5EE2-4332-AD1B-5A7E26B8A93E}" dt="2025-10-14T14:30:04.414" v="2455" actId="20577"/>
          <ac:spMkLst>
            <pc:docMk/>
            <pc:sldMk cId="495784027" sldId="1707"/>
            <ac:spMk id="2" creationId="{38C9A4E5-46F2-E6DB-928A-467787160758}"/>
          </ac:spMkLst>
        </pc:spChg>
        <pc:spChg chg="mod">
          <ac:chgData name="Sanmukh Kuppannagari" userId="ad215094-da36-4b66-9c79-369a17aea26b" providerId="ADAL" clId="{3A9911A3-5EE2-4332-AD1B-5A7E26B8A93E}" dt="2025-10-14T14:32:20.861" v="2771" actId="20577"/>
          <ac:spMkLst>
            <pc:docMk/>
            <pc:sldMk cId="495784027" sldId="1707"/>
            <ac:spMk id="3" creationId="{38F77E5E-0B01-54EA-2D7D-4D4A5F8839E0}"/>
          </ac:spMkLst>
        </pc:spChg>
        <pc:picChg chg="add mod">
          <ac:chgData name="Sanmukh Kuppannagari" userId="ad215094-da36-4b66-9c79-369a17aea26b" providerId="ADAL" clId="{3A9911A3-5EE2-4332-AD1B-5A7E26B8A93E}" dt="2025-10-14T14:31:25.804" v="2526" actId="14100"/>
          <ac:picMkLst>
            <pc:docMk/>
            <pc:sldMk cId="495784027" sldId="1707"/>
            <ac:picMk id="4" creationId="{7552E67B-A213-F7A5-F0D9-A8A49919AEDC}"/>
          </ac:picMkLst>
        </pc:picChg>
        <pc:picChg chg="add mod">
          <ac:chgData name="Sanmukh Kuppannagari" userId="ad215094-da36-4b66-9c79-369a17aea26b" providerId="ADAL" clId="{3A9911A3-5EE2-4332-AD1B-5A7E26B8A93E}" dt="2025-10-14T14:32:26.018" v="2773" actId="1076"/>
          <ac:picMkLst>
            <pc:docMk/>
            <pc:sldMk cId="495784027" sldId="1707"/>
            <ac:picMk id="5" creationId="{19FE40E9-2078-CB6F-FB47-C1C50824B034}"/>
          </ac:picMkLst>
        </pc:picChg>
      </pc:sldChg>
      <pc:sldChg chg="modSp new mod">
        <pc:chgData name="Sanmukh Kuppannagari" userId="ad215094-da36-4b66-9c79-369a17aea26b" providerId="ADAL" clId="{3A9911A3-5EE2-4332-AD1B-5A7E26B8A93E}" dt="2025-10-14T14:34:10.803" v="2892" actId="20577"/>
        <pc:sldMkLst>
          <pc:docMk/>
          <pc:sldMk cId="1353735592" sldId="1708"/>
        </pc:sldMkLst>
        <pc:spChg chg="mod">
          <ac:chgData name="Sanmukh Kuppannagari" userId="ad215094-da36-4b66-9c79-369a17aea26b" providerId="ADAL" clId="{3A9911A3-5EE2-4332-AD1B-5A7E26B8A93E}" dt="2025-10-14T14:33:10.496" v="2839" actId="20577"/>
          <ac:spMkLst>
            <pc:docMk/>
            <pc:sldMk cId="1353735592" sldId="1708"/>
            <ac:spMk id="2" creationId="{576C9AC9-7803-7CAE-4F87-5577501C4AE2}"/>
          </ac:spMkLst>
        </pc:spChg>
        <pc:spChg chg="mod">
          <ac:chgData name="Sanmukh Kuppannagari" userId="ad215094-da36-4b66-9c79-369a17aea26b" providerId="ADAL" clId="{3A9911A3-5EE2-4332-AD1B-5A7E26B8A93E}" dt="2025-10-14T14:34:10.803" v="2892" actId="20577"/>
          <ac:spMkLst>
            <pc:docMk/>
            <pc:sldMk cId="1353735592" sldId="1708"/>
            <ac:spMk id="3" creationId="{A58D0AD3-8FD2-747F-E4D1-00CB4EDB6B9A}"/>
          </ac:spMkLst>
        </pc:spChg>
      </pc:sldChg>
    </pc:docChg>
  </pc:docChgLst>
  <pc:docChgLst>
    <pc:chgData name="Sanmukh Kuppannagari" userId="ad215094-da36-4b66-9c79-369a17aea26b" providerId="ADAL" clId="{F314163E-0D0E-4B4A-87A3-2D09C5CCF801}"/>
    <pc:docChg chg="custSel addSld delSld modSld">
      <pc:chgData name="Sanmukh Kuppannagari" userId="ad215094-da36-4b66-9c79-369a17aea26b" providerId="ADAL" clId="{F314163E-0D0E-4B4A-87A3-2D09C5CCF801}" dt="2025-09-25T18:09:34.781" v="92" actId="478"/>
      <pc:docMkLst>
        <pc:docMk/>
      </pc:docMkLst>
      <pc:sldChg chg="del">
        <pc:chgData name="Sanmukh Kuppannagari" userId="ad215094-da36-4b66-9c79-369a17aea26b" providerId="ADAL" clId="{F314163E-0D0E-4B4A-87A3-2D09C5CCF801}" dt="2025-09-25T17:23:35.661" v="0" actId="47"/>
        <pc:sldMkLst>
          <pc:docMk/>
          <pc:sldMk cId="558271014" sldId="1299"/>
        </pc:sldMkLst>
      </pc:sldChg>
      <pc:sldChg chg="addSp delSp modSp mod">
        <pc:chgData name="Sanmukh Kuppannagari" userId="ad215094-da36-4b66-9c79-369a17aea26b" providerId="ADAL" clId="{F314163E-0D0E-4B4A-87A3-2D09C5CCF801}" dt="2025-09-25T18:09:22.246" v="86" actId="1076"/>
        <pc:sldMkLst>
          <pc:docMk/>
          <pc:sldMk cId="2202618607" sldId="1395"/>
        </pc:sldMkLst>
      </pc:sldChg>
      <pc:sldChg chg="modSp">
        <pc:chgData name="Sanmukh Kuppannagari" userId="ad215094-da36-4b66-9c79-369a17aea26b" providerId="ADAL" clId="{F314163E-0D0E-4B4A-87A3-2D09C5CCF801}" dt="2025-09-25T18:06:05.956" v="53"/>
        <pc:sldMkLst>
          <pc:docMk/>
          <pc:sldMk cId="3931076547" sldId="1412"/>
        </pc:sldMkLst>
      </pc:sldChg>
      <pc:sldChg chg="modSp">
        <pc:chgData name="Sanmukh Kuppannagari" userId="ad215094-da36-4b66-9c79-369a17aea26b" providerId="ADAL" clId="{F314163E-0D0E-4B4A-87A3-2D09C5CCF801}" dt="2025-09-25T18:05:57.721" v="51" actId="20577"/>
        <pc:sldMkLst>
          <pc:docMk/>
          <pc:sldMk cId="2299857702" sldId="1413"/>
        </pc:sldMkLst>
      </pc:sldChg>
      <pc:sldChg chg="addSp modSp mod">
        <pc:chgData name="Sanmukh Kuppannagari" userId="ad215094-da36-4b66-9c79-369a17aea26b" providerId="ADAL" clId="{F314163E-0D0E-4B4A-87A3-2D09C5CCF801}" dt="2025-09-25T17:28:31.926" v="10" actId="20577"/>
        <pc:sldMkLst>
          <pc:docMk/>
          <pc:sldMk cId="1443863710" sldId="1643"/>
        </pc:sldMkLst>
      </pc:sldChg>
      <pc:sldChg chg="delSp modSp add mod">
        <pc:chgData name="Sanmukh Kuppannagari" userId="ad215094-da36-4b66-9c79-369a17aea26b" providerId="ADAL" clId="{F314163E-0D0E-4B4A-87A3-2D09C5CCF801}" dt="2025-09-25T18:09:34.781" v="92" actId="478"/>
        <pc:sldMkLst>
          <pc:docMk/>
          <pc:sldMk cId="1068987683" sldId="165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D5B98-A868-4A62-8240-BC6283F8264D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0BF98-FCB6-413C-BFCD-EA7011EDE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254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2331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1547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0935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2513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6569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3049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6405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2084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967C0-BE4F-8AE7-59F6-9807CC4871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DC0112-4A5B-EC08-3419-E43BAD3968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E0AE5-C6AA-2469-E616-E3BA37F2B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B13D0-588E-8694-AE05-FA7C88CF4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2596B-98C2-F7F3-D266-5CCF744FB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960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45225-995A-126B-6B4C-634CA83CF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044CB-6CF2-5856-8672-E007A5CAA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AAC6E-6CB1-A687-8E15-1F9F56D21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47D7D-B252-9CD8-F5CB-5AF405C7F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48238-5C64-AA2E-1E80-95CADCB2F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214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D8E93-BCB1-86EE-BC1A-ECF6DE7DF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52C9D-CB98-05E2-417B-A2B715882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99F77-8466-44D2-F17F-D0226B088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1D12D-7B1D-3586-21F6-773DC1C72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B3810-8AC5-E561-1F1E-9439664F7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620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3E534-7DCC-5D20-C63C-3CC09EF70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4C404-D542-2902-0176-4DC041B9D4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888E07-0D8B-1D23-65C4-39397F17E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732F92-264E-190A-EF5F-E11054A95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F1B26-0568-5079-8703-C744E3BFB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4BE1B-F6CC-CD83-FB12-18117CE68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339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67EBB-D050-FDF3-BD8D-D48C1165E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7CC139-24A6-503F-262B-734055E2A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129145-290F-9388-473E-CE3F5E9BE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819950-17C2-B3E8-0B6B-93E95A43D4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E781A2-B576-9E25-0FE6-81A106BCE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C029B0-911C-DF02-4917-028738049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532C4B-FBDA-5956-F1B1-B2D278B05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454948-E0E2-7941-91C8-1589256FF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330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6CE6B-994A-3F68-BB1D-B87E17B40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665E36-017C-51A4-F80D-DEAC76250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E5F8D3-502A-92BF-83B3-888AD29D4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3CB3D-3281-0985-64B8-18FB8FE41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292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0487F7-64B2-4846-0EED-A0A30B3EC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F9DEF9-12C3-A37A-C6FA-D237DA3D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92C04-7DAC-0D99-FB02-59856E6A6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499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14F4A-41FC-C49D-F859-DF8C794DA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A1B68-4B80-736A-15EB-357122DB2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00CE58-ED42-8E81-2883-C3EBD2B6B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1EB4C-49BD-31F6-E5B2-CE7ABF438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FED4FD-7E37-4C4B-4194-984559995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8B4C4B-1BEC-E3ED-D50D-A03278DF1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190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F39F8-0D27-3825-36B9-76F8E9554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40651A-BBB3-7A98-1E35-53AF5E899E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25D3B-06C4-94E7-2232-04F0B8A03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9B5B1-6CBB-E17C-70B1-01B0F0892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4A3B39-01B7-8F18-C3A5-5D04ACAE9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4EB280-1211-D4FD-E01F-2179EB6B8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547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B5F8F-4B41-7CEC-C83C-C89270A93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D0A9D6-6B27-0666-8944-BC3B2775F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B4544-7F79-0F3E-3134-24EFDC3B7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4D4A5-4AA4-2F6F-6311-518B622B6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D4176-7E21-78F5-5774-C3E1B3B19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660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22D407-3181-DDA3-4811-D53ABA8B10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006DA-8227-F4CF-AF74-F3291B9CB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DA4A0-144A-D5DE-6CE7-03E89D1C9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04D66-9C59-92BE-FF17-86811607F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C6B7D-9BE0-FADD-2917-A26A97E6F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0810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ti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8A79926-1E48-441B-9B7A-5850061CF4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7986" y="63740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tx1"/>
                </a:solidFill>
              </a:defRPr>
            </a:lvl1pPr>
          </a:lstStyle>
          <a:p>
            <a:fld id="{768403BB-35EA-4024-B38F-4B7F815A1C8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6755FE4-B6B5-394A-B8D4-9228D31048B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43866" y="940672"/>
            <a:ext cx="10406213" cy="502561"/>
          </a:xfrm>
        </p:spPr>
        <p:txBody>
          <a:bodyPr/>
          <a:lstStyle>
            <a:lvl1pPr marL="0" indent="0" algn="ctr">
              <a:buNone/>
              <a:defRPr b="1"/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0C261D9-2424-244A-B686-C0FA90AA9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284" y="96529"/>
            <a:ext cx="10406214" cy="9931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010E23B-0DAF-9C4A-8B0B-1C3A9911B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283" y="1443233"/>
            <a:ext cx="11234060" cy="46386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16746018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037FEE-FC4D-E1A6-0990-5F671F66F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4CDF9D-BCE3-3DBA-8B46-9FF06CD89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44048-0FF6-EF6B-A6BB-E8B3E1288E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5C041-BBCA-8ACF-388D-689059196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95F26-35FE-972B-D153-140D9A7B5C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B17B2D61-3532-146F-7A4A-B249B49786C7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2735" y="61594"/>
            <a:ext cx="2565400" cy="647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8476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anmukh.github.io/" TargetMode="External"/><Relationship Id="rId2" Type="http://schemas.openxmlformats.org/officeDocument/2006/relationships/hyperlink" Target="mailto:sanmukh.kuppannagari@case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0.png"/><Relationship Id="rId4" Type="http://schemas.openxmlformats.org/officeDocument/2006/relationships/image" Target="../media/image2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7" Type="http://schemas.openxmlformats.org/officeDocument/2006/relationships/image" Target="../media/image6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0.png"/><Relationship Id="rId5" Type="http://schemas.openxmlformats.org/officeDocument/2006/relationships/image" Target="../media/image510.png"/><Relationship Id="rId4" Type="http://schemas.openxmlformats.org/officeDocument/2006/relationships/image" Target="../media/image2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0.png"/><Relationship Id="rId3" Type="http://schemas.openxmlformats.org/officeDocument/2006/relationships/image" Target="../media/image310.png"/><Relationship Id="rId7" Type="http://schemas.openxmlformats.org/officeDocument/2006/relationships/image" Target="../media/image7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0.png"/><Relationship Id="rId5" Type="http://schemas.openxmlformats.org/officeDocument/2006/relationships/image" Target="../media/image510.png"/><Relationship Id="rId4" Type="http://schemas.openxmlformats.org/officeDocument/2006/relationships/image" Target="../media/image210.png"/><Relationship Id="rId9" Type="http://schemas.openxmlformats.org/officeDocument/2006/relationships/image" Target="../media/image6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0.png"/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0.png"/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image" Target="../media/image1010.png"/><Relationship Id="rId4" Type="http://schemas.openxmlformats.org/officeDocument/2006/relationships/image" Target="../media/image71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0.png"/><Relationship Id="rId3" Type="http://schemas.openxmlformats.org/officeDocument/2006/relationships/image" Target="../media/image910.png"/><Relationship Id="rId7" Type="http://schemas.openxmlformats.org/officeDocument/2006/relationships/image" Target="../media/image120.png"/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image" Target="../media/image1010.png"/><Relationship Id="rId4" Type="http://schemas.openxmlformats.org/officeDocument/2006/relationships/image" Target="../media/image710.png"/><Relationship Id="rId9" Type="http://schemas.openxmlformats.org/officeDocument/2006/relationships/image" Target="../media/image61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0.png"/><Relationship Id="rId3" Type="http://schemas.openxmlformats.org/officeDocument/2006/relationships/image" Target="../media/image910.png"/><Relationship Id="rId7" Type="http://schemas.openxmlformats.org/officeDocument/2006/relationships/image" Target="../media/image120.png"/><Relationship Id="rId12" Type="http://schemas.openxmlformats.org/officeDocument/2006/relationships/image" Target="../media/image130.png"/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11" Type="http://schemas.openxmlformats.org/officeDocument/2006/relationships/image" Target="../media/image410.png"/><Relationship Id="rId5" Type="http://schemas.openxmlformats.org/officeDocument/2006/relationships/image" Target="../media/image1010.png"/><Relationship Id="rId10" Type="http://schemas.openxmlformats.org/officeDocument/2006/relationships/image" Target="../media/image310.png"/><Relationship Id="rId4" Type="http://schemas.openxmlformats.org/officeDocument/2006/relationships/image" Target="../media/image710.png"/><Relationship Id="rId9" Type="http://schemas.openxmlformats.org/officeDocument/2006/relationships/image" Target="../media/image61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3" Type="http://schemas.openxmlformats.org/officeDocument/2006/relationships/image" Target="../media/image910.png"/><Relationship Id="rId7" Type="http://schemas.openxmlformats.org/officeDocument/2006/relationships/image" Target="../media/image610.png"/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0.png"/><Relationship Id="rId5" Type="http://schemas.openxmlformats.org/officeDocument/2006/relationships/image" Target="../media/image1010.png"/><Relationship Id="rId10" Type="http://schemas.openxmlformats.org/officeDocument/2006/relationships/image" Target="../media/image140.png"/><Relationship Id="rId4" Type="http://schemas.openxmlformats.org/officeDocument/2006/relationships/image" Target="../media/image710.png"/><Relationship Id="rId9" Type="http://schemas.openxmlformats.org/officeDocument/2006/relationships/image" Target="../media/image41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3" Type="http://schemas.openxmlformats.org/officeDocument/2006/relationships/image" Target="../media/image910.png"/><Relationship Id="rId7" Type="http://schemas.openxmlformats.org/officeDocument/2006/relationships/image" Target="../media/image610.png"/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0.png"/><Relationship Id="rId5" Type="http://schemas.openxmlformats.org/officeDocument/2006/relationships/image" Target="../media/image1010.png"/><Relationship Id="rId10" Type="http://schemas.openxmlformats.org/officeDocument/2006/relationships/image" Target="../media/image150.png"/><Relationship Id="rId4" Type="http://schemas.openxmlformats.org/officeDocument/2006/relationships/image" Target="../media/image710.png"/><Relationship Id="rId9" Type="http://schemas.openxmlformats.org/officeDocument/2006/relationships/image" Target="../media/image41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3" Type="http://schemas.openxmlformats.org/officeDocument/2006/relationships/image" Target="../media/image910.png"/><Relationship Id="rId7" Type="http://schemas.openxmlformats.org/officeDocument/2006/relationships/image" Target="../media/image610.png"/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0.png"/><Relationship Id="rId5" Type="http://schemas.openxmlformats.org/officeDocument/2006/relationships/image" Target="../media/image1010.png"/><Relationship Id="rId10" Type="http://schemas.openxmlformats.org/officeDocument/2006/relationships/image" Target="../media/image16.png"/><Relationship Id="rId4" Type="http://schemas.openxmlformats.org/officeDocument/2006/relationships/image" Target="../media/image710.png"/><Relationship Id="rId9" Type="http://schemas.openxmlformats.org/officeDocument/2006/relationships/image" Target="../media/image4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1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23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24.png"/><Relationship Id="rId4" Type="http://schemas.openxmlformats.org/officeDocument/2006/relationships/image" Target="../media/image13.png"/><Relationship Id="rId9" Type="http://schemas.openxmlformats.org/officeDocument/2006/relationships/image" Target="../media/image23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24.png"/><Relationship Id="rId4" Type="http://schemas.openxmlformats.org/officeDocument/2006/relationships/image" Target="../media/image13.png"/><Relationship Id="rId9" Type="http://schemas.openxmlformats.org/officeDocument/2006/relationships/image" Target="../media/image2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1.png"/><Relationship Id="rId7" Type="http://schemas.openxmlformats.org/officeDocument/2006/relationships/image" Target="../media/image3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1.png"/><Relationship Id="rId7" Type="http://schemas.openxmlformats.org/officeDocument/2006/relationships/image" Target="../media/image3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23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23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12.png"/><Relationship Id="rId7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4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0.png"/><Relationship Id="rId5" Type="http://schemas.openxmlformats.org/officeDocument/2006/relationships/image" Target="../media/image311.png"/><Relationship Id="rId4" Type="http://schemas.openxmlformats.org/officeDocument/2006/relationships/image" Target="../media/image300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2" Type="http://schemas.openxmlformats.org/officeDocument/2006/relationships/image" Target="../media/image33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00.png"/><Relationship Id="rId10" Type="http://schemas.openxmlformats.org/officeDocument/2006/relationships/image" Target="../media/image3100.png"/><Relationship Id="rId4" Type="http://schemas.openxmlformats.org/officeDocument/2006/relationships/image" Target="../media/image70.png"/><Relationship Id="rId9" Type="http://schemas.openxmlformats.org/officeDocument/2006/relationships/image" Target="../media/image6100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00.png"/><Relationship Id="rId10" Type="http://schemas.openxmlformats.org/officeDocument/2006/relationships/image" Target="../media/image3100.png"/><Relationship Id="rId4" Type="http://schemas.openxmlformats.org/officeDocument/2006/relationships/image" Target="../media/image70.png"/><Relationship Id="rId9" Type="http://schemas.openxmlformats.org/officeDocument/2006/relationships/image" Target="../media/image6100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350.png"/><Relationship Id="rId12" Type="http://schemas.openxmlformats.org/officeDocument/2006/relationships/image" Target="../media/image34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00.png"/><Relationship Id="rId10" Type="http://schemas.openxmlformats.org/officeDocument/2006/relationships/image" Target="../media/image3100.png"/><Relationship Id="rId4" Type="http://schemas.openxmlformats.org/officeDocument/2006/relationships/image" Target="../media/image70.png"/><Relationship Id="rId9" Type="http://schemas.openxmlformats.org/officeDocument/2006/relationships/image" Target="../media/image6100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360.png"/><Relationship Id="rId12" Type="http://schemas.openxmlformats.org/officeDocument/2006/relationships/image" Target="../media/image340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39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00.png"/><Relationship Id="rId15" Type="http://schemas.openxmlformats.org/officeDocument/2006/relationships/image" Target="../media/image380.png"/><Relationship Id="rId10" Type="http://schemas.openxmlformats.org/officeDocument/2006/relationships/image" Target="../media/image3100.png"/><Relationship Id="rId4" Type="http://schemas.openxmlformats.org/officeDocument/2006/relationships/image" Target="../media/image70.png"/><Relationship Id="rId9" Type="http://schemas.openxmlformats.org/officeDocument/2006/relationships/image" Target="../media/image6100.png"/><Relationship Id="rId14" Type="http://schemas.openxmlformats.org/officeDocument/2006/relationships/image" Target="../media/image370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411.png"/><Relationship Id="rId12" Type="http://schemas.openxmlformats.org/officeDocument/2006/relationships/image" Target="../media/image340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42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00.png"/><Relationship Id="rId15" Type="http://schemas.openxmlformats.org/officeDocument/2006/relationships/image" Target="../media/image380.png"/><Relationship Id="rId10" Type="http://schemas.openxmlformats.org/officeDocument/2006/relationships/image" Target="../media/image3100.png"/><Relationship Id="rId4" Type="http://schemas.openxmlformats.org/officeDocument/2006/relationships/image" Target="../media/image70.png"/><Relationship Id="rId9" Type="http://schemas.openxmlformats.org/officeDocument/2006/relationships/image" Target="../media/image6100.png"/><Relationship Id="rId14" Type="http://schemas.openxmlformats.org/officeDocument/2006/relationships/image" Target="../media/image370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430.png"/><Relationship Id="rId12" Type="http://schemas.openxmlformats.org/officeDocument/2006/relationships/image" Target="../media/image340.png"/><Relationship Id="rId17" Type="http://schemas.openxmlformats.org/officeDocument/2006/relationships/image" Target="../media/image45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00.png"/><Relationship Id="rId15" Type="http://schemas.openxmlformats.org/officeDocument/2006/relationships/image" Target="../media/image380.png"/><Relationship Id="rId10" Type="http://schemas.openxmlformats.org/officeDocument/2006/relationships/image" Target="../media/image3100.png"/><Relationship Id="rId4" Type="http://schemas.openxmlformats.org/officeDocument/2006/relationships/image" Target="../media/image70.png"/><Relationship Id="rId9" Type="http://schemas.openxmlformats.org/officeDocument/2006/relationships/image" Target="../media/image6100.png"/><Relationship Id="rId14" Type="http://schemas.openxmlformats.org/officeDocument/2006/relationships/image" Target="../media/image370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46.png"/><Relationship Id="rId18" Type="http://schemas.openxmlformats.org/officeDocument/2006/relationships/image" Target="../media/image49.png"/><Relationship Id="rId12" Type="http://schemas.openxmlformats.org/officeDocument/2006/relationships/image" Target="../media/image340.png"/><Relationship Id="rId17" Type="http://schemas.openxmlformats.org/officeDocument/2006/relationships/image" Target="../media/image48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00.png"/><Relationship Id="rId15" Type="http://schemas.openxmlformats.org/officeDocument/2006/relationships/image" Target="../media/image380.png"/><Relationship Id="rId10" Type="http://schemas.openxmlformats.org/officeDocument/2006/relationships/image" Target="../media/image3100.png"/><Relationship Id="rId4" Type="http://schemas.openxmlformats.org/officeDocument/2006/relationships/image" Target="../media/image70.png"/><Relationship Id="rId9" Type="http://schemas.openxmlformats.org/officeDocument/2006/relationships/image" Target="../media/image6100.png"/><Relationship Id="rId14" Type="http://schemas.openxmlformats.org/officeDocument/2006/relationships/image" Target="../media/image370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7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icrosoft/DeepSpeed/tree/master?tab=readme-ov-file" TargetMode="Externa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hyperlink" Target="https://lightning.ai/docs/pytorch/stable/advanced/model_parallel/fsdp.html" TargetMode="External"/><Relationship Id="rId2" Type="http://schemas.openxmlformats.org/officeDocument/2006/relationships/hyperlink" Target="https://lightning.ai/docs/pytorch/stable/accelerators/gpu_intermediate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hyperlink" Target="https://lightning.ai/docs/pytorch/stable/accelerators/gpu_basic.html" TargetMode="External"/><Relationship Id="rId2" Type="http://schemas.openxmlformats.org/officeDocument/2006/relationships/hyperlink" Target="https://lightning.ai/docs/pytorch/stable/model/train_model_basic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ightning.ai/docs/pytorch/stable/levels/advanced_level_21.html" TargetMode="Externa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hyperlink" Target="mailto:sanmukh.Kuppannagari@case.ed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46217-8912-7E06-5B48-9C1AFAEFCD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CSDS 451: Designing High Performant Systems for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6BB279-3651-105A-8503-217F67B1F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600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Lecture 14</a:t>
            </a:r>
            <a:endParaRPr lang="en-US" dirty="0"/>
          </a:p>
          <a:p>
            <a:r>
              <a:rPr lang="en-US" dirty="0"/>
              <a:t>10/14/2025</a:t>
            </a:r>
          </a:p>
          <a:p>
            <a:r>
              <a:rPr lang="en-US" dirty="0"/>
              <a:t>Sanmukh Kuppannagari</a:t>
            </a:r>
          </a:p>
          <a:p>
            <a:r>
              <a:rPr lang="en-US" dirty="0">
                <a:hlinkClick r:id="rId2"/>
              </a:rPr>
              <a:t>sanmukh.kuppannagari@case.edu</a:t>
            </a:r>
            <a:endParaRPr lang="en-US" dirty="0"/>
          </a:p>
          <a:p>
            <a:r>
              <a:rPr lang="en-US" dirty="0">
                <a:hlinkClick r:id="rId3"/>
              </a:rPr>
              <a:t>https://sanmukh.research.st/</a:t>
            </a:r>
            <a:r>
              <a:rPr lang="en-US" dirty="0"/>
              <a:t> </a:t>
            </a:r>
          </a:p>
          <a:p>
            <a:r>
              <a:rPr lang="en-US" dirty="0"/>
              <a:t>Case Western Reserve University</a:t>
            </a:r>
          </a:p>
        </p:txBody>
      </p:sp>
    </p:spTree>
    <p:extLst>
      <p:ext uri="{BB962C8B-B14F-4D97-AF65-F5344CB8AC3E}">
        <p14:creationId xmlns:p14="http://schemas.microsoft.com/office/powerpoint/2010/main" val="728785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11AE3-5129-DFC9-C104-281E9186E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E7643-79A8-EFA8-035B-07E3457DA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Distributed Training Basics</a:t>
            </a:r>
          </a:p>
          <a:p>
            <a:r>
              <a:rPr lang="en-US" dirty="0" err="1"/>
              <a:t>Pytorch</a:t>
            </a:r>
            <a:r>
              <a:rPr lang="en-US" dirty="0"/>
              <a:t> Lightning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305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C6858-D56C-EA2B-B99C-9616E3786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E6DA8-03C8-8FD1-EE02-8DFE98973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C2655-067D-1D95-248A-E14979DA0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Distributed Training Basics</a:t>
            </a:r>
          </a:p>
          <a:p>
            <a:r>
              <a:rPr lang="en-US" dirty="0" err="1">
                <a:solidFill>
                  <a:schemeClr val="bg1">
                    <a:lumMod val="85000"/>
                  </a:schemeClr>
                </a:solidFill>
              </a:rPr>
              <a:t>Pytorch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Lightning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084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C6028-CEB9-3562-461D-51BA0C747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Training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A7CF84-5411-E65C-1BC0-1597281A54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8092440" cy="4351338"/>
              </a:xfrm>
            </p:spPr>
            <p:txBody>
              <a:bodyPr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: </m:t>
                          </m:r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lim>
                          </m:limLow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∑(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))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^2</m:t>
                          </m:r>
                        </m:e>
                      </m:func>
                    </m:oMath>
                  </m:oMathPara>
                </a14:m>
                <a:endParaRPr lang="en-US" b="0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</m:d>
                          </m:e>
                        </m:d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A7CF84-5411-E65C-1BC0-1597281A54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8092440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BE840AF-E7B1-98CA-E9A9-687AFC0D99E3}"/>
              </a:ext>
            </a:extLst>
          </p:cNvPr>
          <p:cNvSpPr txBox="1"/>
          <p:nvPr/>
        </p:nvSpPr>
        <p:spPr>
          <a:xfrm>
            <a:off x="9890759" y="2979420"/>
            <a:ext cx="1120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Iteratively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6E71FC-1F8C-1365-350A-D1EC2075F5B3}"/>
              </a:ext>
            </a:extLst>
          </p:cNvPr>
          <p:cNvSpPr txBox="1"/>
          <p:nvPr/>
        </p:nvSpPr>
        <p:spPr>
          <a:xfrm>
            <a:off x="9890759" y="4239458"/>
            <a:ext cx="20802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For all samples, in each iteration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A533A87-C295-61BB-EFD9-4E52E5D1106A}"/>
              </a:ext>
            </a:extLst>
          </p:cNvPr>
          <p:cNvCxnSpPr>
            <a:stCxn id="4" idx="1"/>
          </p:cNvCxnSpPr>
          <p:nvPr/>
        </p:nvCxnSpPr>
        <p:spPr>
          <a:xfrm flipH="1">
            <a:off x="6964680" y="3164086"/>
            <a:ext cx="2926079" cy="59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D5CA254-9568-A7CD-047D-CAA29B4320B8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7840980" y="4503420"/>
            <a:ext cx="2049779" cy="592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ight Brace 10">
            <a:extLst>
              <a:ext uri="{FF2B5EF4-FFF2-40B4-BE49-F238E27FC236}">
                <a16:creationId xmlns:a16="http://schemas.microsoft.com/office/drawing/2014/main" id="{9F33A2C3-5AFF-AB10-6D90-B16B586375E2}"/>
              </a:ext>
            </a:extLst>
          </p:cNvPr>
          <p:cNvSpPr/>
          <p:nvPr/>
        </p:nvSpPr>
        <p:spPr>
          <a:xfrm rot="5400000">
            <a:off x="4842510" y="4133850"/>
            <a:ext cx="320040" cy="233934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48D5AE-D364-D75B-7139-C405E3A662C1}"/>
              </a:ext>
            </a:extLst>
          </p:cNvPr>
          <p:cNvSpPr txBox="1"/>
          <p:nvPr/>
        </p:nvSpPr>
        <p:spPr>
          <a:xfrm>
            <a:off x="4503419" y="5730240"/>
            <a:ext cx="655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Error</a:t>
            </a:r>
          </a:p>
        </p:txBody>
      </p:sp>
    </p:spTree>
    <p:extLst>
      <p:ext uri="{BB962C8B-B14F-4D97-AF65-F5344CB8AC3E}">
        <p14:creationId xmlns:p14="http://schemas.microsoft.com/office/powerpoint/2010/main" val="1199527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C5E29-110C-D777-1CE5-3ACB88190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Training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94E31C-FE41-7E49-A2FA-8158496311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83058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layers in CNN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…,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…,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94E31C-FE41-7E49-A2FA-8158496311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8305800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998EEC9-53D7-E435-F1E2-287AD83C88CE}"/>
              </a:ext>
            </a:extLst>
          </p:cNvPr>
          <p:cNvSpPr txBox="1"/>
          <p:nvPr/>
        </p:nvSpPr>
        <p:spPr>
          <a:xfrm>
            <a:off x="9441179" y="2040811"/>
            <a:ext cx="2487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Weights (Filters/Kernels)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079E71-750C-CFAF-C3DE-4B650A563775}"/>
              </a:ext>
            </a:extLst>
          </p:cNvPr>
          <p:cNvSpPr txBox="1"/>
          <p:nvPr/>
        </p:nvSpPr>
        <p:spPr>
          <a:xfrm>
            <a:off x="9544049" y="2769671"/>
            <a:ext cx="2080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Output of layer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58EE4EB-03A8-3228-CB1B-FA7D1C15A258}"/>
              </a:ext>
            </a:extLst>
          </p:cNvPr>
          <p:cNvCxnSpPr>
            <a:cxnSpLocks/>
          </p:cNvCxnSpPr>
          <p:nvPr/>
        </p:nvCxnSpPr>
        <p:spPr>
          <a:xfrm flipH="1">
            <a:off x="6477000" y="2374960"/>
            <a:ext cx="2964179" cy="619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7FCF937-8FD5-6870-75FC-17EAA5B6D84E}"/>
              </a:ext>
            </a:extLst>
          </p:cNvPr>
          <p:cNvCxnSpPr>
            <a:cxnSpLocks/>
          </p:cNvCxnSpPr>
          <p:nvPr/>
        </p:nvCxnSpPr>
        <p:spPr>
          <a:xfrm flipH="1">
            <a:off x="6496050" y="2954337"/>
            <a:ext cx="2796540" cy="4746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DD121E8-3B07-E457-3DE1-22E40959189E}"/>
                  </a:ext>
                </a:extLst>
              </p:cNvPr>
              <p:cNvSpPr txBox="1"/>
              <p:nvPr/>
            </p:nvSpPr>
            <p:spPr>
              <a:xfrm>
                <a:off x="0" y="4792940"/>
                <a:ext cx="20802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2∗</m:t>
                      </m:r>
                      <m:r>
                        <a:rPr lang="en-US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𝐸𝑟𝑟𝑜𝑟</m:t>
                      </m:r>
                      <m:r>
                        <a:rPr lang="en-US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∗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DD121E8-3B07-E457-3DE1-22E409591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792940"/>
                <a:ext cx="208026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F8FA6D96-BD70-FE87-C0C0-DF43B330767F}"/>
              </a:ext>
            </a:extLst>
          </p:cNvPr>
          <p:cNvSpPr txBox="1"/>
          <p:nvPr/>
        </p:nvSpPr>
        <p:spPr>
          <a:xfrm>
            <a:off x="9544048" y="4614041"/>
            <a:ext cx="20802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Compute these for all the samples</a:t>
            </a:r>
          </a:p>
        </p:txBody>
      </p:sp>
    </p:spTree>
    <p:extLst>
      <p:ext uri="{BB962C8B-B14F-4D97-AF65-F5344CB8AC3E}">
        <p14:creationId xmlns:p14="http://schemas.microsoft.com/office/powerpoint/2010/main" val="1004796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5AC3-E0F1-5E89-36DB-C0188A7F4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Forward Propagation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E65C9AC-D430-44DE-1324-4301EB6F7DDC}"/>
              </a:ext>
            </a:extLst>
          </p:cNvPr>
          <p:cNvGrpSpPr/>
          <p:nvPr/>
        </p:nvGrpSpPr>
        <p:grpSpPr>
          <a:xfrm>
            <a:off x="99914" y="2699282"/>
            <a:ext cx="1468490" cy="1325563"/>
            <a:chOff x="1792466" y="2749256"/>
            <a:chExt cx="1468490" cy="13255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C769B49-984E-BAC4-4D37-0349D0CD8DD8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E5236CD-AE81-8608-123D-7360A782E00E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3330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E5236CD-AE81-8608-123D-7360A782E0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333040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86FBA23-2003-4EE1-07DA-268B2152623A}"/>
              </a:ext>
            </a:extLst>
          </p:cNvPr>
          <p:cNvSpPr txBox="1"/>
          <p:nvPr/>
        </p:nvSpPr>
        <p:spPr>
          <a:xfrm>
            <a:off x="3233706" y="5286564"/>
            <a:ext cx="3924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a single image</a:t>
            </a:r>
          </a:p>
        </p:txBody>
      </p:sp>
    </p:spTree>
    <p:extLst>
      <p:ext uri="{BB962C8B-B14F-4D97-AF65-F5344CB8AC3E}">
        <p14:creationId xmlns:p14="http://schemas.microsoft.com/office/powerpoint/2010/main" val="3902944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5AC3-E0F1-5E89-36DB-C0188A7F4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Forward Propagation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DC19133-089E-B3A6-6CE4-104B95967771}"/>
              </a:ext>
            </a:extLst>
          </p:cNvPr>
          <p:cNvGrpSpPr/>
          <p:nvPr/>
        </p:nvGrpSpPr>
        <p:grpSpPr>
          <a:xfrm>
            <a:off x="1980958" y="2952087"/>
            <a:ext cx="1059735" cy="896233"/>
            <a:chOff x="1792466" y="2749256"/>
            <a:chExt cx="1059735" cy="89623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783DCC5-CB51-2C73-16D9-37E22FF4190B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63D8A90-C1C2-EE20-F606-CD8D419D6133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63D8A90-C1C2-EE20-F606-CD8D419D61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E65C9AC-D430-44DE-1324-4301EB6F7DDC}"/>
              </a:ext>
            </a:extLst>
          </p:cNvPr>
          <p:cNvGrpSpPr/>
          <p:nvPr/>
        </p:nvGrpSpPr>
        <p:grpSpPr>
          <a:xfrm>
            <a:off x="99914" y="2699282"/>
            <a:ext cx="1468490" cy="1325563"/>
            <a:chOff x="1792466" y="2749256"/>
            <a:chExt cx="1468490" cy="13255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C769B49-984E-BAC4-4D37-0349D0CD8DD8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E5236CD-AE81-8608-123D-7360A782E00E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3330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E5236CD-AE81-8608-123D-7360A782E0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333040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828D1BF-CB54-FDB2-4626-3BC5E3468ECA}"/>
              </a:ext>
            </a:extLst>
          </p:cNvPr>
          <p:cNvGrpSpPr/>
          <p:nvPr/>
        </p:nvGrpSpPr>
        <p:grpSpPr>
          <a:xfrm>
            <a:off x="3439967" y="2699281"/>
            <a:ext cx="1468490" cy="1325563"/>
            <a:chOff x="1792466" y="2749256"/>
            <a:chExt cx="1468490" cy="132556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3E854BB-58A5-2262-F90B-98AFDD0EB9E8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A6A2D74-B179-706B-2B98-CE39CAAA17A0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A6A2D74-B179-706B-2B98-CE39CAAA17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10A5A61-C38C-324B-5C83-1F151F201A13}"/>
              </a:ext>
            </a:extLst>
          </p:cNvPr>
          <p:cNvCxnSpPr/>
          <p:nvPr/>
        </p:nvCxnSpPr>
        <p:spPr>
          <a:xfrm>
            <a:off x="1465462" y="2192138"/>
            <a:ext cx="2373807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5B4AF1A-AAD6-3568-703F-73BE67974CEE}"/>
              </a:ext>
            </a:extLst>
          </p:cNvPr>
          <p:cNvSpPr txBox="1"/>
          <p:nvPr/>
        </p:nvSpPr>
        <p:spPr>
          <a:xfrm>
            <a:off x="3233706" y="5286564"/>
            <a:ext cx="3924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a single image</a:t>
            </a:r>
          </a:p>
        </p:txBody>
      </p:sp>
    </p:spTree>
    <p:extLst>
      <p:ext uri="{BB962C8B-B14F-4D97-AF65-F5344CB8AC3E}">
        <p14:creationId xmlns:p14="http://schemas.microsoft.com/office/powerpoint/2010/main" val="2577631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5AC3-E0F1-5E89-36DB-C0188A7F4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Forward Propagation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DC19133-089E-B3A6-6CE4-104B95967771}"/>
              </a:ext>
            </a:extLst>
          </p:cNvPr>
          <p:cNvGrpSpPr/>
          <p:nvPr/>
        </p:nvGrpSpPr>
        <p:grpSpPr>
          <a:xfrm>
            <a:off x="1980958" y="2952087"/>
            <a:ext cx="1059735" cy="896233"/>
            <a:chOff x="1792466" y="2749256"/>
            <a:chExt cx="1059735" cy="89623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783DCC5-CB51-2C73-16D9-37E22FF4190B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63D8A90-C1C2-EE20-F606-CD8D419D6133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63D8A90-C1C2-EE20-F606-CD8D419D61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E65C9AC-D430-44DE-1324-4301EB6F7DDC}"/>
              </a:ext>
            </a:extLst>
          </p:cNvPr>
          <p:cNvGrpSpPr/>
          <p:nvPr/>
        </p:nvGrpSpPr>
        <p:grpSpPr>
          <a:xfrm>
            <a:off x="99914" y="2699282"/>
            <a:ext cx="1468490" cy="1325563"/>
            <a:chOff x="1792466" y="2749256"/>
            <a:chExt cx="1468490" cy="13255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C769B49-984E-BAC4-4D37-0349D0CD8DD8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E5236CD-AE81-8608-123D-7360A782E00E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3330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E5236CD-AE81-8608-123D-7360A782E0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333040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423638E-A16C-B30A-8FD6-DF47F573CD68}"/>
              </a:ext>
            </a:extLst>
          </p:cNvPr>
          <p:cNvGrpSpPr/>
          <p:nvPr/>
        </p:nvGrpSpPr>
        <p:grpSpPr>
          <a:xfrm>
            <a:off x="5269391" y="2952086"/>
            <a:ext cx="1059735" cy="896233"/>
            <a:chOff x="1792466" y="2749256"/>
            <a:chExt cx="1059735" cy="89623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EA9A3BD-E821-1DEC-DC63-2C31CE16BDD9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54A23C4-B379-35E6-821C-5AE385CF0FEF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54A23C4-B379-35E6-821C-5AE385CF0F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828D1BF-CB54-FDB2-4626-3BC5E3468ECA}"/>
              </a:ext>
            </a:extLst>
          </p:cNvPr>
          <p:cNvGrpSpPr/>
          <p:nvPr/>
        </p:nvGrpSpPr>
        <p:grpSpPr>
          <a:xfrm>
            <a:off x="3439967" y="2699281"/>
            <a:ext cx="1468490" cy="1325563"/>
            <a:chOff x="1792466" y="2749256"/>
            <a:chExt cx="1468490" cy="132556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3E854BB-58A5-2262-F90B-98AFDD0EB9E8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A6A2D74-B179-706B-2B98-CE39CAAA17A0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A6A2D74-B179-706B-2B98-CE39CAAA17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3ED15D5-FEBF-A6CB-7F3D-7B92BF86E5BC}"/>
              </a:ext>
            </a:extLst>
          </p:cNvPr>
          <p:cNvGrpSpPr/>
          <p:nvPr/>
        </p:nvGrpSpPr>
        <p:grpSpPr>
          <a:xfrm>
            <a:off x="6504459" y="2766218"/>
            <a:ext cx="1468490" cy="1325563"/>
            <a:chOff x="1792466" y="2749256"/>
            <a:chExt cx="1468490" cy="1325563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BECF253-FBA8-B9C1-5547-F9CEB5F5287F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F08AC707-5A05-E188-C5B6-1E5974A70045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F08AC707-5A05-E188-C5B6-1E5974A700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7C174B4-C12F-C14D-14D3-932443F0D18C}"/>
              </a:ext>
            </a:extLst>
          </p:cNvPr>
          <p:cNvCxnSpPr/>
          <p:nvPr/>
        </p:nvCxnSpPr>
        <p:spPr>
          <a:xfrm>
            <a:off x="4499332" y="2258750"/>
            <a:ext cx="2373807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7B6926F-61A0-03DF-52B6-4CCABDEE01B1}"/>
              </a:ext>
            </a:extLst>
          </p:cNvPr>
          <p:cNvSpPr txBox="1"/>
          <p:nvPr/>
        </p:nvSpPr>
        <p:spPr>
          <a:xfrm>
            <a:off x="3233706" y="5286564"/>
            <a:ext cx="3924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a single image</a:t>
            </a:r>
          </a:p>
        </p:txBody>
      </p:sp>
    </p:spTree>
    <p:extLst>
      <p:ext uri="{BB962C8B-B14F-4D97-AF65-F5344CB8AC3E}">
        <p14:creationId xmlns:p14="http://schemas.microsoft.com/office/powerpoint/2010/main" val="692720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5AC3-E0F1-5E89-36DB-C0188A7F4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Forward Propagation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DC19133-089E-B3A6-6CE4-104B95967771}"/>
              </a:ext>
            </a:extLst>
          </p:cNvPr>
          <p:cNvGrpSpPr/>
          <p:nvPr/>
        </p:nvGrpSpPr>
        <p:grpSpPr>
          <a:xfrm>
            <a:off x="1980958" y="2952087"/>
            <a:ext cx="1059735" cy="896233"/>
            <a:chOff x="1792466" y="2749256"/>
            <a:chExt cx="1059735" cy="89623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783DCC5-CB51-2C73-16D9-37E22FF4190B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63D8A90-C1C2-EE20-F606-CD8D419D6133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63D8A90-C1C2-EE20-F606-CD8D419D61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E65C9AC-D430-44DE-1324-4301EB6F7DDC}"/>
              </a:ext>
            </a:extLst>
          </p:cNvPr>
          <p:cNvGrpSpPr/>
          <p:nvPr/>
        </p:nvGrpSpPr>
        <p:grpSpPr>
          <a:xfrm>
            <a:off x="99914" y="2699282"/>
            <a:ext cx="1468490" cy="1325563"/>
            <a:chOff x="1792466" y="2749256"/>
            <a:chExt cx="1468490" cy="13255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C769B49-984E-BAC4-4D37-0349D0CD8DD8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E5236CD-AE81-8608-123D-7360A782E00E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3330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E5236CD-AE81-8608-123D-7360A782E0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333040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423638E-A16C-B30A-8FD6-DF47F573CD68}"/>
              </a:ext>
            </a:extLst>
          </p:cNvPr>
          <p:cNvGrpSpPr/>
          <p:nvPr/>
        </p:nvGrpSpPr>
        <p:grpSpPr>
          <a:xfrm>
            <a:off x="5269391" y="2952086"/>
            <a:ext cx="1059735" cy="896233"/>
            <a:chOff x="1792466" y="2749256"/>
            <a:chExt cx="1059735" cy="89623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EA9A3BD-E821-1DEC-DC63-2C31CE16BDD9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54A23C4-B379-35E6-821C-5AE385CF0FEF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54A23C4-B379-35E6-821C-5AE385CF0F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828D1BF-CB54-FDB2-4626-3BC5E3468ECA}"/>
              </a:ext>
            </a:extLst>
          </p:cNvPr>
          <p:cNvGrpSpPr/>
          <p:nvPr/>
        </p:nvGrpSpPr>
        <p:grpSpPr>
          <a:xfrm>
            <a:off x="3439967" y="2699281"/>
            <a:ext cx="1468490" cy="1325563"/>
            <a:chOff x="1792466" y="2749256"/>
            <a:chExt cx="1468490" cy="132556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3E854BB-58A5-2262-F90B-98AFDD0EB9E8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A6A2D74-B179-706B-2B98-CE39CAAA17A0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A6A2D74-B179-706B-2B98-CE39CAAA17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EDFE92B-1AE0-EA40-82C5-F8AA7AE25B24}"/>
              </a:ext>
            </a:extLst>
          </p:cNvPr>
          <p:cNvGrpSpPr/>
          <p:nvPr/>
        </p:nvGrpSpPr>
        <p:grpSpPr>
          <a:xfrm>
            <a:off x="8873285" y="2952087"/>
            <a:ext cx="1059735" cy="896233"/>
            <a:chOff x="1792466" y="2749256"/>
            <a:chExt cx="1059735" cy="89623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33A6D3E-6FB3-4747-8AA6-5BC4AB2B47F0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CCBFA5E-73AC-90A4-F440-0DF73754C84C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CCBFA5E-73AC-90A4-F440-0DF73754C8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AB22FBF-418E-C3AD-CB87-7CAEA2EED639}"/>
              </a:ext>
            </a:extLst>
          </p:cNvPr>
          <p:cNvGrpSpPr/>
          <p:nvPr/>
        </p:nvGrpSpPr>
        <p:grpSpPr>
          <a:xfrm>
            <a:off x="10842926" y="3203425"/>
            <a:ext cx="484941" cy="375327"/>
            <a:chOff x="2303098" y="3253400"/>
            <a:chExt cx="484941" cy="375327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AD82B96-3502-DD06-AA4D-FCFD956373D9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26F213AE-3D30-85B8-2189-443AA4BE082C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26F213AE-3D30-85B8-2189-443AA4BE08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3ED15D5-FEBF-A6CB-7F3D-7B92BF86E5BC}"/>
              </a:ext>
            </a:extLst>
          </p:cNvPr>
          <p:cNvGrpSpPr/>
          <p:nvPr/>
        </p:nvGrpSpPr>
        <p:grpSpPr>
          <a:xfrm>
            <a:off x="6504459" y="2766218"/>
            <a:ext cx="1468490" cy="1325563"/>
            <a:chOff x="1792466" y="2749256"/>
            <a:chExt cx="1468490" cy="1325563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BECF253-FBA8-B9C1-5547-F9CEB5F5287F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F08AC707-5A05-E188-C5B6-1E5974A70045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F08AC707-5A05-E188-C5B6-1E5974A700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2EFC49C9-474E-8286-B890-6FDFE537612D}"/>
              </a:ext>
            </a:extLst>
          </p:cNvPr>
          <p:cNvSpPr txBox="1"/>
          <p:nvPr/>
        </p:nvSpPr>
        <p:spPr>
          <a:xfrm>
            <a:off x="8274605" y="317739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4D02B99-C623-47A3-5A46-9A892B49861F}"/>
              </a:ext>
            </a:extLst>
          </p:cNvPr>
          <p:cNvCxnSpPr/>
          <p:nvPr/>
        </p:nvCxnSpPr>
        <p:spPr>
          <a:xfrm>
            <a:off x="8617969" y="2234527"/>
            <a:ext cx="2373807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CF4A2A7-5587-81D0-891D-DFDCF2B697EE}"/>
              </a:ext>
            </a:extLst>
          </p:cNvPr>
          <p:cNvSpPr txBox="1"/>
          <p:nvPr/>
        </p:nvSpPr>
        <p:spPr>
          <a:xfrm>
            <a:off x="3233706" y="5286564"/>
            <a:ext cx="3924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a single image</a:t>
            </a:r>
          </a:p>
        </p:txBody>
      </p:sp>
    </p:spTree>
    <p:extLst>
      <p:ext uri="{BB962C8B-B14F-4D97-AF65-F5344CB8AC3E}">
        <p14:creationId xmlns:p14="http://schemas.microsoft.com/office/powerpoint/2010/main" val="4072723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ACA6B-DF08-5492-41ED-6FA0C1FF7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Error Calculation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13B1C8-2CEF-BC6D-6992-7F8B4F139EB4}"/>
              </a:ext>
            </a:extLst>
          </p:cNvPr>
          <p:cNvGrpSpPr/>
          <p:nvPr/>
        </p:nvGrpSpPr>
        <p:grpSpPr>
          <a:xfrm>
            <a:off x="10842926" y="3203425"/>
            <a:ext cx="484941" cy="375327"/>
            <a:chOff x="2303098" y="3253400"/>
            <a:chExt cx="484941" cy="37532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A46AD5B-3FE0-613F-3C02-C7DA91B23FFD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C895420-A6DC-7827-38A4-B10E425DDF1C}"/>
              </a:ext>
            </a:extLst>
          </p:cNvPr>
          <p:cNvGrpSpPr/>
          <p:nvPr/>
        </p:nvGrpSpPr>
        <p:grpSpPr>
          <a:xfrm>
            <a:off x="10913954" y="4137001"/>
            <a:ext cx="439846" cy="375327"/>
            <a:chOff x="2348193" y="3253400"/>
            <a:chExt cx="439846" cy="37532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68BBC7A-EC13-1438-9868-CB7847040BFC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/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9F91710-C6CA-8505-A430-0ACBDCFD8CBB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>
            <a:off x="11085397" y="3578752"/>
            <a:ext cx="22547" cy="564244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/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blipFill>
                <a:blip r:embed="rId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951751F4-57D2-C367-0796-6A69559EBD5F}"/>
              </a:ext>
            </a:extLst>
          </p:cNvPr>
          <p:cNvSpPr txBox="1"/>
          <p:nvPr/>
        </p:nvSpPr>
        <p:spPr>
          <a:xfrm>
            <a:off x="3233706" y="5286564"/>
            <a:ext cx="3924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a single image</a:t>
            </a:r>
          </a:p>
        </p:txBody>
      </p:sp>
    </p:spTree>
    <p:extLst>
      <p:ext uri="{BB962C8B-B14F-4D97-AF65-F5344CB8AC3E}">
        <p14:creationId xmlns:p14="http://schemas.microsoft.com/office/powerpoint/2010/main" val="3979417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ACA6B-DF08-5492-41ED-6FA0C1FF7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Backward Propagation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13B1C8-2CEF-BC6D-6992-7F8B4F139EB4}"/>
              </a:ext>
            </a:extLst>
          </p:cNvPr>
          <p:cNvGrpSpPr/>
          <p:nvPr/>
        </p:nvGrpSpPr>
        <p:grpSpPr>
          <a:xfrm>
            <a:off x="10842926" y="3203425"/>
            <a:ext cx="484941" cy="375327"/>
            <a:chOff x="2303098" y="3253400"/>
            <a:chExt cx="484941" cy="37532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A46AD5B-3FE0-613F-3C02-C7DA91B23FFD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C895420-A6DC-7827-38A4-B10E425DDF1C}"/>
              </a:ext>
            </a:extLst>
          </p:cNvPr>
          <p:cNvGrpSpPr/>
          <p:nvPr/>
        </p:nvGrpSpPr>
        <p:grpSpPr>
          <a:xfrm>
            <a:off x="10913954" y="4137001"/>
            <a:ext cx="439846" cy="375327"/>
            <a:chOff x="2348193" y="3253400"/>
            <a:chExt cx="439846" cy="37532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68BBC7A-EC13-1438-9868-CB7847040BFC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/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9F91710-C6CA-8505-A430-0ACBDCFD8CBB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>
            <a:off x="11085397" y="3578752"/>
            <a:ext cx="22547" cy="564244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210434B-B1FA-15C1-5980-8B8EF99365E9}"/>
              </a:ext>
            </a:extLst>
          </p:cNvPr>
          <p:cNvGrpSpPr/>
          <p:nvPr/>
        </p:nvGrpSpPr>
        <p:grpSpPr>
          <a:xfrm>
            <a:off x="8873285" y="2952087"/>
            <a:ext cx="1059735" cy="896233"/>
            <a:chOff x="1792466" y="2749256"/>
            <a:chExt cx="1059735" cy="89623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0E4AE11-F0A9-0B59-3C1D-1A00A235996B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/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CC86B32-5C84-3493-2580-3C273D7D15C3}"/>
                  </a:ext>
                </a:extLst>
              </p:cNvPr>
              <p:cNvSpPr txBox="1"/>
              <p:nvPr/>
            </p:nvSpPr>
            <p:spPr>
              <a:xfrm>
                <a:off x="8997207" y="4321667"/>
                <a:ext cx="934550" cy="6751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CC86B32-5C84-3493-2580-3C273D7D1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7207" y="4321667"/>
                <a:ext cx="934550" cy="6751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44BA7C0-7D97-9443-B1BA-34ECC57469BB}"/>
              </a:ext>
            </a:extLst>
          </p:cNvPr>
          <p:cNvCxnSpPr/>
          <p:nvPr/>
        </p:nvCxnSpPr>
        <p:spPr>
          <a:xfrm flipH="1">
            <a:off x="9307502" y="5637791"/>
            <a:ext cx="1963587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89310D4-0685-9199-8532-769F35552AAD}"/>
              </a:ext>
            </a:extLst>
          </p:cNvPr>
          <p:cNvSpPr txBox="1"/>
          <p:nvPr/>
        </p:nvSpPr>
        <p:spPr>
          <a:xfrm>
            <a:off x="3233706" y="5286564"/>
            <a:ext cx="3924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a single image</a:t>
            </a:r>
          </a:p>
        </p:txBody>
      </p:sp>
    </p:spTree>
    <p:extLst>
      <p:ext uri="{BB962C8B-B14F-4D97-AF65-F5344CB8AC3E}">
        <p14:creationId xmlns:p14="http://schemas.microsoft.com/office/powerpoint/2010/main" val="830590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ACA6B-DF08-5492-41ED-6FA0C1FF7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Backward Propagation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13B1C8-2CEF-BC6D-6992-7F8B4F139EB4}"/>
              </a:ext>
            </a:extLst>
          </p:cNvPr>
          <p:cNvGrpSpPr/>
          <p:nvPr/>
        </p:nvGrpSpPr>
        <p:grpSpPr>
          <a:xfrm>
            <a:off x="10842926" y="3203425"/>
            <a:ext cx="484941" cy="375327"/>
            <a:chOff x="2303098" y="3253400"/>
            <a:chExt cx="484941" cy="37532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A46AD5B-3FE0-613F-3C02-C7DA91B23FFD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C895420-A6DC-7827-38A4-B10E425DDF1C}"/>
              </a:ext>
            </a:extLst>
          </p:cNvPr>
          <p:cNvGrpSpPr/>
          <p:nvPr/>
        </p:nvGrpSpPr>
        <p:grpSpPr>
          <a:xfrm>
            <a:off x="10913954" y="4137001"/>
            <a:ext cx="439846" cy="375327"/>
            <a:chOff x="2348193" y="3253400"/>
            <a:chExt cx="439846" cy="37532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68BBC7A-EC13-1438-9868-CB7847040BFC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/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9F91710-C6CA-8505-A430-0ACBDCFD8CBB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>
            <a:off x="11085397" y="3578752"/>
            <a:ext cx="22547" cy="564244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210434B-B1FA-15C1-5980-8B8EF99365E9}"/>
              </a:ext>
            </a:extLst>
          </p:cNvPr>
          <p:cNvGrpSpPr/>
          <p:nvPr/>
        </p:nvGrpSpPr>
        <p:grpSpPr>
          <a:xfrm>
            <a:off x="8873285" y="2952087"/>
            <a:ext cx="1059735" cy="896233"/>
            <a:chOff x="1792466" y="2749256"/>
            <a:chExt cx="1059735" cy="89623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0E4AE11-F0A9-0B59-3C1D-1A00A235996B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/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CC86B32-5C84-3493-2580-3C273D7D15C3}"/>
                  </a:ext>
                </a:extLst>
              </p:cNvPr>
              <p:cNvSpPr txBox="1"/>
              <p:nvPr/>
            </p:nvSpPr>
            <p:spPr>
              <a:xfrm>
                <a:off x="8997207" y="4321667"/>
                <a:ext cx="934550" cy="6751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CC86B32-5C84-3493-2580-3C273D7D1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7207" y="4321667"/>
                <a:ext cx="934550" cy="6751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B37DB35-F939-A380-6EC3-8CEFF9D659EE}"/>
                  </a:ext>
                </a:extLst>
              </p:cNvPr>
              <p:cNvSpPr txBox="1"/>
              <p:nvPr/>
            </p:nvSpPr>
            <p:spPr>
              <a:xfrm>
                <a:off x="5161124" y="4321667"/>
                <a:ext cx="934550" cy="6751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B37DB35-F939-A380-6EC3-8CEFF9D659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1124" y="4321667"/>
                <a:ext cx="934550" cy="67518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5ECDC39-4E3F-C9A2-0554-9913DC809B0E}"/>
              </a:ext>
            </a:extLst>
          </p:cNvPr>
          <p:cNvCxnSpPr/>
          <p:nvPr/>
        </p:nvCxnSpPr>
        <p:spPr>
          <a:xfrm flipH="1">
            <a:off x="5471419" y="5637791"/>
            <a:ext cx="1963587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83FB645-CDEE-348F-F701-F4CEBE511E57}"/>
              </a:ext>
            </a:extLst>
          </p:cNvPr>
          <p:cNvGrpSpPr/>
          <p:nvPr/>
        </p:nvGrpSpPr>
        <p:grpSpPr>
          <a:xfrm>
            <a:off x="5269391" y="2952086"/>
            <a:ext cx="1059735" cy="896233"/>
            <a:chOff x="1792466" y="2749256"/>
            <a:chExt cx="1059735" cy="896233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BAA7EA4-6C55-1566-123E-772C0EEB2682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73C16B2-761E-5F92-848C-15FF130750DE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73C16B2-761E-5F92-848C-15FF130750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7DE798B-8A8B-C38F-49D9-96E3A1CCB6D6}"/>
              </a:ext>
            </a:extLst>
          </p:cNvPr>
          <p:cNvGrpSpPr/>
          <p:nvPr/>
        </p:nvGrpSpPr>
        <p:grpSpPr>
          <a:xfrm>
            <a:off x="6504459" y="2766218"/>
            <a:ext cx="1468490" cy="1325563"/>
            <a:chOff x="1792466" y="2749256"/>
            <a:chExt cx="1468490" cy="1325563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DFD82B5-B918-78DD-179D-EA17B8F6632A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8F02ED-5DB1-1EF3-2C9C-27C4B49C8099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8F02ED-5DB1-1EF3-2C9C-27C4B49C80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43369C77-5CF1-366E-7ACA-7A1C78F54262}"/>
              </a:ext>
            </a:extLst>
          </p:cNvPr>
          <p:cNvSpPr txBox="1"/>
          <p:nvPr/>
        </p:nvSpPr>
        <p:spPr>
          <a:xfrm>
            <a:off x="8274605" y="317739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0DAB0E-D9D5-D393-4B47-6C4B22D4F60A}"/>
              </a:ext>
            </a:extLst>
          </p:cNvPr>
          <p:cNvSpPr txBox="1"/>
          <p:nvPr/>
        </p:nvSpPr>
        <p:spPr>
          <a:xfrm>
            <a:off x="3307367" y="6019070"/>
            <a:ext cx="3924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a single image</a:t>
            </a:r>
          </a:p>
        </p:txBody>
      </p:sp>
    </p:spTree>
    <p:extLst>
      <p:ext uri="{BB962C8B-B14F-4D97-AF65-F5344CB8AC3E}">
        <p14:creationId xmlns:p14="http://schemas.microsoft.com/office/powerpoint/2010/main" val="20626033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ACA6B-DF08-5492-41ED-6FA0C1FF7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Backward Propagation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13B1C8-2CEF-BC6D-6992-7F8B4F139EB4}"/>
              </a:ext>
            </a:extLst>
          </p:cNvPr>
          <p:cNvGrpSpPr/>
          <p:nvPr/>
        </p:nvGrpSpPr>
        <p:grpSpPr>
          <a:xfrm>
            <a:off x="10842926" y="3203425"/>
            <a:ext cx="484941" cy="375327"/>
            <a:chOff x="2303098" y="3253400"/>
            <a:chExt cx="484941" cy="37532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A46AD5B-3FE0-613F-3C02-C7DA91B23FFD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C895420-A6DC-7827-38A4-B10E425DDF1C}"/>
              </a:ext>
            </a:extLst>
          </p:cNvPr>
          <p:cNvGrpSpPr/>
          <p:nvPr/>
        </p:nvGrpSpPr>
        <p:grpSpPr>
          <a:xfrm>
            <a:off x="10913954" y="4137001"/>
            <a:ext cx="439846" cy="375327"/>
            <a:chOff x="2348193" y="3253400"/>
            <a:chExt cx="439846" cy="37532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68BBC7A-EC13-1438-9868-CB7847040BFC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/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9F91710-C6CA-8505-A430-0ACBDCFD8CBB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>
            <a:off x="11085397" y="3578752"/>
            <a:ext cx="22547" cy="564244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210434B-B1FA-15C1-5980-8B8EF99365E9}"/>
              </a:ext>
            </a:extLst>
          </p:cNvPr>
          <p:cNvGrpSpPr/>
          <p:nvPr/>
        </p:nvGrpSpPr>
        <p:grpSpPr>
          <a:xfrm>
            <a:off x="8873285" y="2952087"/>
            <a:ext cx="1059735" cy="896233"/>
            <a:chOff x="1792466" y="2749256"/>
            <a:chExt cx="1059735" cy="89623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0E4AE11-F0A9-0B59-3C1D-1A00A235996B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/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CC86B32-5C84-3493-2580-3C273D7D15C3}"/>
                  </a:ext>
                </a:extLst>
              </p:cNvPr>
              <p:cNvSpPr txBox="1"/>
              <p:nvPr/>
            </p:nvSpPr>
            <p:spPr>
              <a:xfrm>
                <a:off x="8997207" y="4321667"/>
                <a:ext cx="934550" cy="6751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CC86B32-5C84-3493-2580-3C273D7D1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7207" y="4321667"/>
                <a:ext cx="934550" cy="6751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B37DB35-F939-A380-6EC3-8CEFF9D659EE}"/>
                  </a:ext>
                </a:extLst>
              </p:cNvPr>
              <p:cNvSpPr txBox="1"/>
              <p:nvPr/>
            </p:nvSpPr>
            <p:spPr>
              <a:xfrm>
                <a:off x="5161124" y="4321667"/>
                <a:ext cx="934550" cy="6751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B37DB35-F939-A380-6EC3-8CEFF9D659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1124" y="4321667"/>
                <a:ext cx="934550" cy="67518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383FB645-CDEE-348F-F701-F4CEBE511E57}"/>
              </a:ext>
            </a:extLst>
          </p:cNvPr>
          <p:cNvGrpSpPr/>
          <p:nvPr/>
        </p:nvGrpSpPr>
        <p:grpSpPr>
          <a:xfrm>
            <a:off x="5269391" y="2952086"/>
            <a:ext cx="1059735" cy="896233"/>
            <a:chOff x="1792466" y="2749256"/>
            <a:chExt cx="1059735" cy="896233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BAA7EA4-6C55-1566-123E-772C0EEB2682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73C16B2-761E-5F92-848C-15FF130750DE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73C16B2-761E-5F92-848C-15FF130750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7DE798B-8A8B-C38F-49D9-96E3A1CCB6D6}"/>
              </a:ext>
            </a:extLst>
          </p:cNvPr>
          <p:cNvGrpSpPr/>
          <p:nvPr/>
        </p:nvGrpSpPr>
        <p:grpSpPr>
          <a:xfrm>
            <a:off x="6504459" y="2766218"/>
            <a:ext cx="1468490" cy="1325563"/>
            <a:chOff x="1792466" y="2749256"/>
            <a:chExt cx="1468490" cy="1325563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DFD82B5-B918-78DD-179D-EA17B8F6632A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8F02ED-5DB1-1EF3-2C9C-27C4B49C8099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8F02ED-5DB1-1EF3-2C9C-27C4B49C80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43369C77-5CF1-366E-7ACA-7A1C78F54262}"/>
              </a:ext>
            </a:extLst>
          </p:cNvPr>
          <p:cNvSpPr txBox="1"/>
          <p:nvPr/>
        </p:nvSpPr>
        <p:spPr>
          <a:xfrm>
            <a:off x="8274605" y="317739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942541C-99F8-0B6C-3E96-B2666EF75EB0}"/>
              </a:ext>
            </a:extLst>
          </p:cNvPr>
          <p:cNvGrpSpPr/>
          <p:nvPr/>
        </p:nvGrpSpPr>
        <p:grpSpPr>
          <a:xfrm>
            <a:off x="1980958" y="2952087"/>
            <a:ext cx="1059735" cy="896233"/>
            <a:chOff x="1792466" y="2749256"/>
            <a:chExt cx="1059735" cy="89623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B4CDE-0024-4DAC-7B16-F193A5A71B2C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D40CEA3-D405-602A-BC8E-B8E34A2A30ED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D40CEA3-D405-602A-BC8E-B8E34A2A30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CD9388A-166F-1A0B-53DD-32B054ADBF78}"/>
              </a:ext>
            </a:extLst>
          </p:cNvPr>
          <p:cNvGrpSpPr/>
          <p:nvPr/>
        </p:nvGrpSpPr>
        <p:grpSpPr>
          <a:xfrm>
            <a:off x="3439967" y="2699281"/>
            <a:ext cx="1468490" cy="1325563"/>
            <a:chOff x="1792466" y="2749256"/>
            <a:chExt cx="1468490" cy="13255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B136D1B-5CEC-8D64-9718-38634590F7F7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77CFDF3-DFD9-9E64-34DF-397FD716C0EC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77CFDF3-DFD9-9E64-34DF-397FD716C0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D2F360-F22E-6DF5-CA23-89B55533C7F7}"/>
                  </a:ext>
                </a:extLst>
              </p:cNvPr>
              <p:cNvSpPr txBox="1"/>
              <p:nvPr/>
            </p:nvSpPr>
            <p:spPr>
              <a:xfrm>
                <a:off x="2106143" y="4321667"/>
                <a:ext cx="934550" cy="6751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D2F360-F22E-6DF5-CA23-89B55533C7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143" y="4321667"/>
                <a:ext cx="934550" cy="67518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FD3A392-B5E9-1A51-1B91-1F6D94376EA4}"/>
              </a:ext>
            </a:extLst>
          </p:cNvPr>
          <p:cNvCxnSpPr/>
          <p:nvPr/>
        </p:nvCxnSpPr>
        <p:spPr>
          <a:xfrm flipH="1">
            <a:off x="2282888" y="5637791"/>
            <a:ext cx="1963587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04C0201-011B-F5FD-9402-0DFF290A140B}"/>
              </a:ext>
            </a:extLst>
          </p:cNvPr>
          <p:cNvSpPr txBox="1"/>
          <p:nvPr/>
        </p:nvSpPr>
        <p:spPr>
          <a:xfrm>
            <a:off x="3397208" y="6353428"/>
            <a:ext cx="3924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a single image</a:t>
            </a:r>
          </a:p>
        </p:txBody>
      </p:sp>
    </p:spTree>
    <p:extLst>
      <p:ext uri="{BB962C8B-B14F-4D97-AF65-F5344CB8AC3E}">
        <p14:creationId xmlns:p14="http://schemas.microsoft.com/office/powerpoint/2010/main" val="32386873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ACA6B-DF08-5492-41ED-6FA0C1FF7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Backward Propagation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13B1C8-2CEF-BC6D-6992-7F8B4F139EB4}"/>
              </a:ext>
            </a:extLst>
          </p:cNvPr>
          <p:cNvGrpSpPr/>
          <p:nvPr/>
        </p:nvGrpSpPr>
        <p:grpSpPr>
          <a:xfrm>
            <a:off x="10842926" y="3203425"/>
            <a:ext cx="484941" cy="375327"/>
            <a:chOff x="2303098" y="3253400"/>
            <a:chExt cx="484941" cy="37532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A46AD5B-3FE0-613F-3C02-C7DA91B23FFD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C895420-A6DC-7827-38A4-B10E425DDF1C}"/>
              </a:ext>
            </a:extLst>
          </p:cNvPr>
          <p:cNvGrpSpPr/>
          <p:nvPr/>
        </p:nvGrpSpPr>
        <p:grpSpPr>
          <a:xfrm>
            <a:off x="10913954" y="4137001"/>
            <a:ext cx="439846" cy="375327"/>
            <a:chOff x="2348193" y="3253400"/>
            <a:chExt cx="439846" cy="37532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68BBC7A-EC13-1438-9868-CB7847040BFC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/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9F91710-C6CA-8505-A430-0ACBDCFD8CBB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>
            <a:off x="11085397" y="3578752"/>
            <a:ext cx="22547" cy="564244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210434B-B1FA-15C1-5980-8B8EF99365E9}"/>
              </a:ext>
            </a:extLst>
          </p:cNvPr>
          <p:cNvGrpSpPr/>
          <p:nvPr/>
        </p:nvGrpSpPr>
        <p:grpSpPr>
          <a:xfrm>
            <a:off x="8873285" y="2952087"/>
            <a:ext cx="1059735" cy="896233"/>
            <a:chOff x="1792466" y="2749256"/>
            <a:chExt cx="1059735" cy="89623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0E4AE11-F0A9-0B59-3C1D-1A00A235996B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/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383FB645-CDEE-348F-F701-F4CEBE511E57}"/>
              </a:ext>
            </a:extLst>
          </p:cNvPr>
          <p:cNvGrpSpPr/>
          <p:nvPr/>
        </p:nvGrpSpPr>
        <p:grpSpPr>
          <a:xfrm>
            <a:off x="5269391" y="2952086"/>
            <a:ext cx="1059735" cy="896233"/>
            <a:chOff x="1792466" y="2749256"/>
            <a:chExt cx="1059735" cy="896233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BAA7EA4-6C55-1566-123E-772C0EEB2682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73C16B2-761E-5F92-848C-15FF130750DE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73C16B2-761E-5F92-848C-15FF130750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7DE798B-8A8B-C38F-49D9-96E3A1CCB6D6}"/>
              </a:ext>
            </a:extLst>
          </p:cNvPr>
          <p:cNvGrpSpPr/>
          <p:nvPr/>
        </p:nvGrpSpPr>
        <p:grpSpPr>
          <a:xfrm>
            <a:off x="6504459" y="2766218"/>
            <a:ext cx="1468490" cy="1325563"/>
            <a:chOff x="1792466" y="2749256"/>
            <a:chExt cx="1468490" cy="1325563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DFD82B5-B918-78DD-179D-EA17B8F6632A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8F02ED-5DB1-1EF3-2C9C-27C4B49C8099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8F02ED-5DB1-1EF3-2C9C-27C4B49C80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43369C77-5CF1-366E-7ACA-7A1C78F54262}"/>
              </a:ext>
            </a:extLst>
          </p:cNvPr>
          <p:cNvSpPr txBox="1"/>
          <p:nvPr/>
        </p:nvSpPr>
        <p:spPr>
          <a:xfrm>
            <a:off x="8274605" y="317739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942541C-99F8-0B6C-3E96-B2666EF75EB0}"/>
              </a:ext>
            </a:extLst>
          </p:cNvPr>
          <p:cNvGrpSpPr/>
          <p:nvPr/>
        </p:nvGrpSpPr>
        <p:grpSpPr>
          <a:xfrm>
            <a:off x="1980958" y="2952087"/>
            <a:ext cx="1059735" cy="896233"/>
            <a:chOff x="1792466" y="2749256"/>
            <a:chExt cx="1059735" cy="89623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B4CDE-0024-4DAC-7B16-F193A5A71B2C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D40CEA3-D405-602A-BC8E-B8E34A2A30ED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D40CEA3-D405-602A-BC8E-B8E34A2A30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CD9388A-166F-1A0B-53DD-32B054ADBF78}"/>
              </a:ext>
            </a:extLst>
          </p:cNvPr>
          <p:cNvGrpSpPr/>
          <p:nvPr/>
        </p:nvGrpSpPr>
        <p:grpSpPr>
          <a:xfrm>
            <a:off x="3439967" y="2699281"/>
            <a:ext cx="1468490" cy="1325563"/>
            <a:chOff x="1792466" y="2749256"/>
            <a:chExt cx="1468490" cy="13255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B136D1B-5CEC-8D64-9718-38634590F7F7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77CFDF3-DFD9-9E64-34DF-397FD716C0EC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77CFDF3-DFD9-9E64-34DF-397FD716C0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D2F360-F22E-6DF5-CA23-89B55533C7F7}"/>
                  </a:ext>
                </a:extLst>
              </p:cNvPr>
              <p:cNvSpPr txBox="1"/>
              <p:nvPr/>
            </p:nvSpPr>
            <p:spPr>
              <a:xfrm>
                <a:off x="2573418" y="5490404"/>
                <a:ext cx="2624052" cy="6751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D2F360-F22E-6DF5-CA23-89B55533C7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3418" y="5490404"/>
                <a:ext cx="2624052" cy="67518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AB0E072C-CA49-3EC1-273D-B2B0E86E4998}"/>
              </a:ext>
            </a:extLst>
          </p:cNvPr>
          <p:cNvCxnSpPr>
            <a:stCxn id="7" idx="0"/>
            <a:endCxn id="4" idx="0"/>
          </p:cNvCxnSpPr>
          <p:nvPr/>
        </p:nvCxnSpPr>
        <p:spPr>
          <a:xfrm rot="16200000" flipH="1" flipV="1">
            <a:off x="3216116" y="1993991"/>
            <a:ext cx="252806" cy="1663386"/>
          </a:xfrm>
          <a:prstGeom prst="curvedConnector3">
            <a:avLst>
              <a:gd name="adj1" fmla="val -90425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08E0E1E6-62DA-6C18-1AD9-8A4C55EA6E63}"/>
              </a:ext>
            </a:extLst>
          </p:cNvPr>
          <p:cNvCxnSpPr>
            <a:cxnSpLocks/>
            <a:endCxn id="7" idx="0"/>
          </p:cNvCxnSpPr>
          <p:nvPr/>
        </p:nvCxnSpPr>
        <p:spPr>
          <a:xfrm rot="10800000">
            <a:off x="4174213" y="2699282"/>
            <a:ext cx="6845819" cy="98619"/>
          </a:xfrm>
          <a:prstGeom prst="curvedConnector4">
            <a:avLst>
              <a:gd name="adj1" fmla="val 673"/>
              <a:gd name="adj2" fmla="val 1111635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0CF989E-407E-BFC2-2C23-A99AF4381220}"/>
              </a:ext>
            </a:extLst>
          </p:cNvPr>
          <p:cNvSpPr txBox="1"/>
          <p:nvPr/>
        </p:nvSpPr>
        <p:spPr>
          <a:xfrm>
            <a:off x="3439967" y="6308209"/>
            <a:ext cx="3924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a single image</a:t>
            </a:r>
          </a:p>
        </p:txBody>
      </p:sp>
    </p:spTree>
    <p:extLst>
      <p:ext uri="{BB962C8B-B14F-4D97-AF65-F5344CB8AC3E}">
        <p14:creationId xmlns:p14="http://schemas.microsoft.com/office/powerpoint/2010/main" val="1055811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ACA6B-DF08-5492-41ED-6FA0C1FF7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Backward Propagation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13B1C8-2CEF-BC6D-6992-7F8B4F139EB4}"/>
              </a:ext>
            </a:extLst>
          </p:cNvPr>
          <p:cNvGrpSpPr/>
          <p:nvPr/>
        </p:nvGrpSpPr>
        <p:grpSpPr>
          <a:xfrm>
            <a:off x="10842926" y="3203425"/>
            <a:ext cx="484941" cy="375327"/>
            <a:chOff x="2303098" y="3253400"/>
            <a:chExt cx="484941" cy="37532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A46AD5B-3FE0-613F-3C02-C7DA91B23FFD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C895420-A6DC-7827-38A4-B10E425DDF1C}"/>
              </a:ext>
            </a:extLst>
          </p:cNvPr>
          <p:cNvGrpSpPr/>
          <p:nvPr/>
        </p:nvGrpSpPr>
        <p:grpSpPr>
          <a:xfrm>
            <a:off x="10913954" y="4137001"/>
            <a:ext cx="439846" cy="375327"/>
            <a:chOff x="2348193" y="3253400"/>
            <a:chExt cx="439846" cy="37532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68BBC7A-EC13-1438-9868-CB7847040BFC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/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9F91710-C6CA-8505-A430-0ACBDCFD8CBB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>
            <a:off x="11085397" y="3578752"/>
            <a:ext cx="22547" cy="564244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210434B-B1FA-15C1-5980-8B8EF99365E9}"/>
              </a:ext>
            </a:extLst>
          </p:cNvPr>
          <p:cNvGrpSpPr/>
          <p:nvPr/>
        </p:nvGrpSpPr>
        <p:grpSpPr>
          <a:xfrm>
            <a:off x="8873285" y="2952087"/>
            <a:ext cx="1059735" cy="896233"/>
            <a:chOff x="1792466" y="2749256"/>
            <a:chExt cx="1059735" cy="89623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0E4AE11-F0A9-0B59-3C1D-1A00A235996B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/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383FB645-CDEE-348F-F701-F4CEBE511E57}"/>
              </a:ext>
            </a:extLst>
          </p:cNvPr>
          <p:cNvGrpSpPr/>
          <p:nvPr/>
        </p:nvGrpSpPr>
        <p:grpSpPr>
          <a:xfrm>
            <a:off x="5269391" y="2952086"/>
            <a:ext cx="1059735" cy="896233"/>
            <a:chOff x="1792466" y="2749256"/>
            <a:chExt cx="1059735" cy="896233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BAA7EA4-6C55-1566-123E-772C0EEB2682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73C16B2-761E-5F92-848C-15FF130750DE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73C16B2-761E-5F92-848C-15FF130750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7DE798B-8A8B-C38F-49D9-96E3A1CCB6D6}"/>
              </a:ext>
            </a:extLst>
          </p:cNvPr>
          <p:cNvGrpSpPr/>
          <p:nvPr/>
        </p:nvGrpSpPr>
        <p:grpSpPr>
          <a:xfrm>
            <a:off x="6504459" y="2766218"/>
            <a:ext cx="1468490" cy="1325563"/>
            <a:chOff x="1792466" y="2749256"/>
            <a:chExt cx="1468490" cy="1325563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DFD82B5-B918-78DD-179D-EA17B8F6632A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8F02ED-5DB1-1EF3-2C9C-27C4B49C8099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8F02ED-5DB1-1EF3-2C9C-27C4B49C80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43369C77-5CF1-366E-7ACA-7A1C78F54262}"/>
              </a:ext>
            </a:extLst>
          </p:cNvPr>
          <p:cNvSpPr txBox="1"/>
          <p:nvPr/>
        </p:nvSpPr>
        <p:spPr>
          <a:xfrm>
            <a:off x="8274605" y="317739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942541C-99F8-0B6C-3E96-B2666EF75EB0}"/>
              </a:ext>
            </a:extLst>
          </p:cNvPr>
          <p:cNvGrpSpPr/>
          <p:nvPr/>
        </p:nvGrpSpPr>
        <p:grpSpPr>
          <a:xfrm>
            <a:off x="1980958" y="2952087"/>
            <a:ext cx="1059735" cy="896233"/>
            <a:chOff x="1792466" y="2749256"/>
            <a:chExt cx="1059735" cy="89623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B4CDE-0024-4DAC-7B16-F193A5A71B2C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D40CEA3-D405-602A-BC8E-B8E34A2A30ED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D40CEA3-D405-602A-BC8E-B8E34A2A30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CD9388A-166F-1A0B-53DD-32B054ADBF78}"/>
              </a:ext>
            </a:extLst>
          </p:cNvPr>
          <p:cNvGrpSpPr/>
          <p:nvPr/>
        </p:nvGrpSpPr>
        <p:grpSpPr>
          <a:xfrm>
            <a:off x="3439967" y="2699281"/>
            <a:ext cx="1468490" cy="1325563"/>
            <a:chOff x="1792466" y="2749256"/>
            <a:chExt cx="1468490" cy="13255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B136D1B-5CEC-8D64-9718-38634590F7F7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77CFDF3-DFD9-9E64-34DF-397FD716C0EC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77CFDF3-DFD9-9E64-34DF-397FD716C0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D2F360-F22E-6DF5-CA23-89B55533C7F7}"/>
                  </a:ext>
                </a:extLst>
              </p:cNvPr>
              <p:cNvSpPr txBox="1"/>
              <p:nvPr/>
            </p:nvSpPr>
            <p:spPr>
              <a:xfrm>
                <a:off x="2573418" y="5490404"/>
                <a:ext cx="3389518" cy="6751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D2F360-F22E-6DF5-CA23-89B55533C7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3418" y="5490404"/>
                <a:ext cx="3389518" cy="67518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AB0E072C-CA49-3EC1-273D-B2B0E86E4998}"/>
              </a:ext>
            </a:extLst>
          </p:cNvPr>
          <p:cNvCxnSpPr>
            <a:stCxn id="7" idx="0"/>
            <a:endCxn id="4" idx="0"/>
          </p:cNvCxnSpPr>
          <p:nvPr/>
        </p:nvCxnSpPr>
        <p:spPr>
          <a:xfrm rot="16200000" flipH="1" flipV="1">
            <a:off x="3216116" y="1993991"/>
            <a:ext cx="252806" cy="1663386"/>
          </a:xfrm>
          <a:prstGeom prst="curvedConnector3">
            <a:avLst>
              <a:gd name="adj1" fmla="val -90425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8EB59367-CB53-8A52-B1A2-FAA80A68D07D}"/>
              </a:ext>
            </a:extLst>
          </p:cNvPr>
          <p:cNvCxnSpPr>
            <a:cxnSpLocks/>
            <a:stCxn id="35" idx="0"/>
            <a:endCxn id="7" idx="0"/>
          </p:cNvCxnSpPr>
          <p:nvPr/>
        </p:nvCxnSpPr>
        <p:spPr>
          <a:xfrm rot="16200000" flipV="1">
            <a:off x="5672990" y="1200504"/>
            <a:ext cx="66937" cy="3064492"/>
          </a:xfrm>
          <a:prstGeom prst="curvedConnector3">
            <a:avLst>
              <a:gd name="adj1" fmla="val 911944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1EFACCE4-B67D-7D53-3EDE-9249854A1CE3}"/>
              </a:ext>
            </a:extLst>
          </p:cNvPr>
          <p:cNvCxnSpPr>
            <a:cxnSpLocks/>
            <a:endCxn id="35" idx="0"/>
          </p:cNvCxnSpPr>
          <p:nvPr/>
        </p:nvCxnSpPr>
        <p:spPr>
          <a:xfrm rot="10800000">
            <a:off x="7238705" y="2766218"/>
            <a:ext cx="4418061" cy="146802"/>
          </a:xfrm>
          <a:prstGeom prst="curvedConnector4">
            <a:avLst>
              <a:gd name="adj1" fmla="val -1348"/>
              <a:gd name="adj2" fmla="val 680598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F59D660-B6BA-50E3-5D23-9CCC302ED5CE}"/>
              </a:ext>
            </a:extLst>
          </p:cNvPr>
          <p:cNvSpPr txBox="1"/>
          <p:nvPr/>
        </p:nvSpPr>
        <p:spPr>
          <a:xfrm>
            <a:off x="3422513" y="6369874"/>
            <a:ext cx="3924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a single image</a:t>
            </a:r>
          </a:p>
        </p:txBody>
      </p:sp>
    </p:spTree>
    <p:extLst>
      <p:ext uri="{BB962C8B-B14F-4D97-AF65-F5344CB8AC3E}">
        <p14:creationId xmlns:p14="http://schemas.microsoft.com/office/powerpoint/2010/main" val="16267105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ACA6B-DF08-5492-41ED-6FA0C1FF7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Backward Propagation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13B1C8-2CEF-BC6D-6992-7F8B4F139EB4}"/>
              </a:ext>
            </a:extLst>
          </p:cNvPr>
          <p:cNvGrpSpPr/>
          <p:nvPr/>
        </p:nvGrpSpPr>
        <p:grpSpPr>
          <a:xfrm>
            <a:off x="10842926" y="3203425"/>
            <a:ext cx="484941" cy="375327"/>
            <a:chOff x="2303098" y="3253400"/>
            <a:chExt cx="484941" cy="37532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A46AD5B-3FE0-613F-3C02-C7DA91B23FFD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C895420-A6DC-7827-38A4-B10E425DDF1C}"/>
              </a:ext>
            </a:extLst>
          </p:cNvPr>
          <p:cNvGrpSpPr/>
          <p:nvPr/>
        </p:nvGrpSpPr>
        <p:grpSpPr>
          <a:xfrm>
            <a:off x="10913954" y="4137001"/>
            <a:ext cx="439846" cy="375327"/>
            <a:chOff x="2348193" y="3253400"/>
            <a:chExt cx="439846" cy="37532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68BBC7A-EC13-1438-9868-CB7847040BFC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/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9F91710-C6CA-8505-A430-0ACBDCFD8CBB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>
            <a:off x="11085397" y="3578752"/>
            <a:ext cx="22547" cy="564244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210434B-B1FA-15C1-5980-8B8EF99365E9}"/>
              </a:ext>
            </a:extLst>
          </p:cNvPr>
          <p:cNvGrpSpPr/>
          <p:nvPr/>
        </p:nvGrpSpPr>
        <p:grpSpPr>
          <a:xfrm>
            <a:off x="8873285" y="2952087"/>
            <a:ext cx="1059735" cy="896233"/>
            <a:chOff x="1792466" y="2749256"/>
            <a:chExt cx="1059735" cy="89623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0E4AE11-F0A9-0B59-3C1D-1A00A235996B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/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383FB645-CDEE-348F-F701-F4CEBE511E57}"/>
              </a:ext>
            </a:extLst>
          </p:cNvPr>
          <p:cNvGrpSpPr/>
          <p:nvPr/>
        </p:nvGrpSpPr>
        <p:grpSpPr>
          <a:xfrm>
            <a:off x="5269391" y="2952086"/>
            <a:ext cx="1059735" cy="896233"/>
            <a:chOff x="1792466" y="2749256"/>
            <a:chExt cx="1059735" cy="896233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BAA7EA4-6C55-1566-123E-772C0EEB2682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73C16B2-761E-5F92-848C-15FF130750DE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73C16B2-761E-5F92-848C-15FF130750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7DE798B-8A8B-C38F-49D9-96E3A1CCB6D6}"/>
              </a:ext>
            </a:extLst>
          </p:cNvPr>
          <p:cNvGrpSpPr/>
          <p:nvPr/>
        </p:nvGrpSpPr>
        <p:grpSpPr>
          <a:xfrm>
            <a:off x="6504459" y="2766218"/>
            <a:ext cx="1468490" cy="1325563"/>
            <a:chOff x="1792466" y="2749256"/>
            <a:chExt cx="1468490" cy="1325563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DFD82B5-B918-78DD-179D-EA17B8F6632A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8F02ED-5DB1-1EF3-2C9C-27C4B49C8099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8F02ED-5DB1-1EF3-2C9C-27C4B49C80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43369C77-5CF1-366E-7ACA-7A1C78F54262}"/>
              </a:ext>
            </a:extLst>
          </p:cNvPr>
          <p:cNvSpPr txBox="1"/>
          <p:nvPr/>
        </p:nvSpPr>
        <p:spPr>
          <a:xfrm>
            <a:off x="8274605" y="317739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942541C-99F8-0B6C-3E96-B2666EF75EB0}"/>
              </a:ext>
            </a:extLst>
          </p:cNvPr>
          <p:cNvGrpSpPr/>
          <p:nvPr/>
        </p:nvGrpSpPr>
        <p:grpSpPr>
          <a:xfrm>
            <a:off x="1980958" y="2952087"/>
            <a:ext cx="1059735" cy="896233"/>
            <a:chOff x="1792466" y="2749256"/>
            <a:chExt cx="1059735" cy="89623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B4CDE-0024-4DAC-7B16-F193A5A71B2C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D40CEA3-D405-602A-BC8E-B8E34A2A30ED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D40CEA3-D405-602A-BC8E-B8E34A2A30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CD9388A-166F-1A0B-53DD-32B054ADBF78}"/>
              </a:ext>
            </a:extLst>
          </p:cNvPr>
          <p:cNvGrpSpPr/>
          <p:nvPr/>
        </p:nvGrpSpPr>
        <p:grpSpPr>
          <a:xfrm>
            <a:off x="3439967" y="2699281"/>
            <a:ext cx="1468490" cy="1325563"/>
            <a:chOff x="1792466" y="2749256"/>
            <a:chExt cx="1468490" cy="13255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B136D1B-5CEC-8D64-9718-38634590F7F7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77CFDF3-DFD9-9E64-34DF-397FD716C0EC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77CFDF3-DFD9-9E64-34DF-397FD716C0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D2F360-F22E-6DF5-CA23-89B55533C7F7}"/>
                  </a:ext>
                </a:extLst>
              </p:cNvPr>
              <p:cNvSpPr txBox="1"/>
              <p:nvPr/>
            </p:nvSpPr>
            <p:spPr>
              <a:xfrm>
                <a:off x="2573418" y="5490404"/>
                <a:ext cx="5320239" cy="6765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×…×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D2F360-F22E-6DF5-CA23-89B55533C7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3418" y="5490404"/>
                <a:ext cx="5320239" cy="67659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AB0E072C-CA49-3EC1-273D-B2B0E86E4998}"/>
              </a:ext>
            </a:extLst>
          </p:cNvPr>
          <p:cNvCxnSpPr>
            <a:stCxn id="7" idx="0"/>
            <a:endCxn id="4" idx="0"/>
          </p:cNvCxnSpPr>
          <p:nvPr/>
        </p:nvCxnSpPr>
        <p:spPr>
          <a:xfrm rot="16200000" flipH="1" flipV="1">
            <a:off x="3216116" y="1993991"/>
            <a:ext cx="252806" cy="1663386"/>
          </a:xfrm>
          <a:prstGeom prst="curvedConnector3">
            <a:avLst>
              <a:gd name="adj1" fmla="val -90425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8EB59367-CB53-8A52-B1A2-FAA80A68D07D}"/>
              </a:ext>
            </a:extLst>
          </p:cNvPr>
          <p:cNvCxnSpPr>
            <a:cxnSpLocks/>
            <a:stCxn id="35" idx="0"/>
            <a:endCxn id="7" idx="0"/>
          </p:cNvCxnSpPr>
          <p:nvPr/>
        </p:nvCxnSpPr>
        <p:spPr>
          <a:xfrm rot="16200000" flipV="1">
            <a:off x="5672990" y="1200504"/>
            <a:ext cx="66937" cy="3064492"/>
          </a:xfrm>
          <a:prstGeom prst="curvedConnector3">
            <a:avLst>
              <a:gd name="adj1" fmla="val 911944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1EFACCE4-B67D-7D53-3EDE-9249854A1CE3}"/>
              </a:ext>
            </a:extLst>
          </p:cNvPr>
          <p:cNvCxnSpPr>
            <a:cxnSpLocks/>
            <a:endCxn id="35" idx="0"/>
          </p:cNvCxnSpPr>
          <p:nvPr/>
        </p:nvCxnSpPr>
        <p:spPr>
          <a:xfrm rot="10800000">
            <a:off x="7238705" y="2766218"/>
            <a:ext cx="4418061" cy="146802"/>
          </a:xfrm>
          <a:prstGeom prst="curvedConnector4">
            <a:avLst>
              <a:gd name="adj1" fmla="val -1348"/>
              <a:gd name="adj2" fmla="val 680598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3E14D97-3626-389C-5CC9-54C9336C89F1}"/>
              </a:ext>
            </a:extLst>
          </p:cNvPr>
          <p:cNvSpPr txBox="1"/>
          <p:nvPr/>
        </p:nvSpPr>
        <p:spPr>
          <a:xfrm>
            <a:off x="3271513" y="6446634"/>
            <a:ext cx="3924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a single image</a:t>
            </a:r>
          </a:p>
        </p:txBody>
      </p:sp>
    </p:spTree>
    <p:extLst>
      <p:ext uri="{BB962C8B-B14F-4D97-AF65-F5344CB8AC3E}">
        <p14:creationId xmlns:p14="http://schemas.microsoft.com/office/powerpoint/2010/main" val="25898558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C6028-CEB9-3562-461D-51BA0C747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Training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A7CF84-5411-E65C-1BC0-1597281A54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8092440" cy="4351338"/>
              </a:xfrm>
            </p:spPr>
            <p:txBody>
              <a:bodyPr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: </m:t>
                          </m:r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lim>
                          </m:limLow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∑(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))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^2</m:t>
                          </m:r>
                        </m:e>
                      </m:func>
                    </m:oMath>
                  </m:oMathPara>
                </a14:m>
                <a:endParaRPr lang="en-US" b="0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=2∑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A7CF84-5411-E65C-1BC0-1597281A54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8092440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BE840AF-E7B1-98CA-E9A9-687AFC0D99E3}"/>
              </a:ext>
            </a:extLst>
          </p:cNvPr>
          <p:cNvSpPr txBox="1"/>
          <p:nvPr/>
        </p:nvSpPr>
        <p:spPr>
          <a:xfrm>
            <a:off x="9890759" y="2979420"/>
            <a:ext cx="1120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Iteratively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6E71FC-1F8C-1365-350A-D1EC2075F5B3}"/>
              </a:ext>
            </a:extLst>
          </p:cNvPr>
          <p:cNvSpPr txBox="1"/>
          <p:nvPr/>
        </p:nvSpPr>
        <p:spPr>
          <a:xfrm>
            <a:off x="9890759" y="4239458"/>
            <a:ext cx="20802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For all samples, in each iteration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A533A87-C295-61BB-EFD9-4E52E5D1106A}"/>
              </a:ext>
            </a:extLst>
          </p:cNvPr>
          <p:cNvCxnSpPr>
            <a:stCxn id="4" idx="1"/>
          </p:cNvCxnSpPr>
          <p:nvPr/>
        </p:nvCxnSpPr>
        <p:spPr>
          <a:xfrm flipH="1">
            <a:off x="6964680" y="3164086"/>
            <a:ext cx="2926079" cy="59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D5CA254-9568-A7CD-047D-CAA29B4320B8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7840980" y="4503420"/>
            <a:ext cx="2049779" cy="592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ight Brace 10">
            <a:extLst>
              <a:ext uri="{FF2B5EF4-FFF2-40B4-BE49-F238E27FC236}">
                <a16:creationId xmlns:a16="http://schemas.microsoft.com/office/drawing/2014/main" id="{9F33A2C3-5AFF-AB10-6D90-B16B586375E2}"/>
              </a:ext>
            </a:extLst>
          </p:cNvPr>
          <p:cNvSpPr/>
          <p:nvPr/>
        </p:nvSpPr>
        <p:spPr>
          <a:xfrm rot="5400000">
            <a:off x="4842510" y="3841490"/>
            <a:ext cx="320040" cy="233934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48D5AE-D364-D75B-7139-C405E3A662C1}"/>
              </a:ext>
            </a:extLst>
          </p:cNvPr>
          <p:cNvSpPr txBox="1"/>
          <p:nvPr/>
        </p:nvSpPr>
        <p:spPr>
          <a:xfrm>
            <a:off x="4751700" y="5345966"/>
            <a:ext cx="655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Error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17C574-3787-5992-305D-B055F42DDF3A}"/>
              </a:ext>
            </a:extLst>
          </p:cNvPr>
          <p:cNvSpPr txBox="1"/>
          <p:nvPr/>
        </p:nvSpPr>
        <p:spPr>
          <a:xfrm>
            <a:off x="619228" y="5961344"/>
            <a:ext cx="47476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multiple images in a batch: Simply sum up the gradients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C4A0CD-FFCB-A3DD-AF6E-7471A01DC48C}"/>
                  </a:ext>
                </a:extLst>
              </p:cNvPr>
              <p:cNvSpPr txBox="1"/>
              <p:nvPr/>
            </p:nvSpPr>
            <p:spPr>
              <a:xfrm>
                <a:off x="5585813" y="5890606"/>
                <a:ext cx="5598840" cy="676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×…×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C4A0CD-FFCB-A3DD-AF6E-7471A01DC4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5813" y="5890606"/>
                <a:ext cx="5598840" cy="6766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E2E45D52-B2FC-EBA3-BB67-9D3738BABDD8}"/>
              </a:ext>
            </a:extLst>
          </p:cNvPr>
          <p:cNvSpPr/>
          <p:nvPr/>
        </p:nvSpPr>
        <p:spPr>
          <a:xfrm>
            <a:off x="6689148" y="5771998"/>
            <a:ext cx="3429807" cy="83567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6A297D9-1C50-5553-B23F-E9B533591D42}"/>
              </a:ext>
            </a:extLst>
          </p:cNvPr>
          <p:cNvCxnSpPr>
            <a:stCxn id="9" idx="0"/>
          </p:cNvCxnSpPr>
          <p:nvPr/>
        </p:nvCxnSpPr>
        <p:spPr>
          <a:xfrm flipH="1" flipV="1">
            <a:off x="7333367" y="4885789"/>
            <a:ext cx="1070685" cy="88620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5F948623-9A2E-2B47-3E74-9E43CF900A44}"/>
              </a:ext>
            </a:extLst>
          </p:cNvPr>
          <p:cNvSpPr/>
          <p:nvPr/>
        </p:nvSpPr>
        <p:spPr>
          <a:xfrm>
            <a:off x="10337927" y="5807314"/>
            <a:ext cx="787676" cy="83567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0EF53A9-D971-E01B-26C3-BEF77052392F}"/>
              </a:ext>
            </a:extLst>
          </p:cNvPr>
          <p:cNvCxnSpPr>
            <a:cxnSpLocks/>
            <a:endCxn id="13" idx="3"/>
          </p:cNvCxnSpPr>
          <p:nvPr/>
        </p:nvCxnSpPr>
        <p:spPr>
          <a:xfrm flipH="1" flipV="1">
            <a:off x="5407136" y="5530632"/>
            <a:ext cx="5276687" cy="30067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954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2D065-DD4D-8114-CE38-927D46896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a Machine Learning Model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8110483-3208-7B79-A83D-48AEDF579011}"/>
              </a:ext>
            </a:extLst>
          </p:cNvPr>
          <p:cNvGrpSpPr/>
          <p:nvPr/>
        </p:nvGrpSpPr>
        <p:grpSpPr>
          <a:xfrm>
            <a:off x="4327305" y="2928886"/>
            <a:ext cx="2651564" cy="3395808"/>
            <a:chOff x="8117542" y="3245746"/>
            <a:chExt cx="2651564" cy="3395808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EC20FD5-FF43-4837-7CA3-6327D4BF0B30}"/>
                </a:ext>
              </a:extLst>
            </p:cNvPr>
            <p:cNvSpPr/>
            <p:nvPr/>
          </p:nvSpPr>
          <p:spPr>
            <a:xfrm>
              <a:off x="9103866" y="3245746"/>
              <a:ext cx="1665240" cy="615291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Read a batch from memory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13A8D2FC-62E6-07D2-05F3-45F2BA879F5E}"/>
                </a:ext>
              </a:extLst>
            </p:cNvPr>
            <p:cNvSpPr/>
            <p:nvPr/>
          </p:nvSpPr>
          <p:spPr>
            <a:xfrm>
              <a:off x="9057185" y="4231695"/>
              <a:ext cx="1665239" cy="615291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Forward Propagation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DB1EA2A-6333-C2C2-DEC7-6BA208F392C3}"/>
                </a:ext>
              </a:extLst>
            </p:cNvPr>
            <p:cNvSpPr/>
            <p:nvPr/>
          </p:nvSpPr>
          <p:spPr>
            <a:xfrm>
              <a:off x="9057185" y="5282802"/>
              <a:ext cx="1665239" cy="615291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Error Calculation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9A29822A-6F40-98D3-F2BE-C60D09E82028}"/>
                </a:ext>
              </a:extLst>
            </p:cNvPr>
            <p:cNvCxnSpPr>
              <a:cxnSpLocks/>
              <a:endCxn id="6" idx="0"/>
            </p:cNvCxnSpPr>
            <p:nvPr/>
          </p:nvCxnSpPr>
          <p:spPr>
            <a:xfrm>
              <a:off x="9889804" y="3873997"/>
              <a:ext cx="1" cy="357698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6F2B191-E61E-64E1-85D9-6F58BC50EE41}"/>
                </a:ext>
              </a:extLst>
            </p:cNvPr>
            <p:cNvCxnSpPr>
              <a:cxnSpLocks/>
              <a:endCxn id="7" idx="0"/>
            </p:cNvCxnSpPr>
            <p:nvPr/>
          </p:nvCxnSpPr>
          <p:spPr>
            <a:xfrm>
              <a:off x="9889804" y="4845002"/>
              <a:ext cx="1" cy="437800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1CCAE76-84E1-F866-1606-68FA318EAE39}"/>
                </a:ext>
              </a:extLst>
            </p:cNvPr>
            <p:cNvGrpSpPr/>
            <p:nvPr/>
          </p:nvGrpSpPr>
          <p:grpSpPr>
            <a:xfrm>
              <a:off x="8201780" y="3553391"/>
              <a:ext cx="918482" cy="3088163"/>
              <a:chOff x="7892626" y="3575163"/>
              <a:chExt cx="918482" cy="3088163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E4AE48FD-3A56-CFB7-0FCD-FCEF621BD8E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92626" y="6663326"/>
                <a:ext cx="918482" cy="0"/>
              </a:xfrm>
              <a:prstGeom prst="straightConnector1">
                <a:avLst/>
              </a:prstGeom>
              <a:ln w="15875">
                <a:solidFill>
                  <a:srgbClr val="7030A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89D70D25-5F43-5E9C-5DCE-A5C1EEE6E17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892626" y="3575163"/>
                <a:ext cx="0" cy="3088163"/>
              </a:xfrm>
              <a:prstGeom prst="straightConnector1">
                <a:avLst/>
              </a:prstGeom>
              <a:ln w="15875">
                <a:solidFill>
                  <a:srgbClr val="7030A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7C6C4CA-DE0C-1411-A13C-171460D4838D}"/>
                </a:ext>
              </a:extLst>
            </p:cNvPr>
            <p:cNvCxnSpPr>
              <a:cxnSpLocks/>
              <a:endCxn id="5" idx="1"/>
            </p:cNvCxnSpPr>
            <p:nvPr/>
          </p:nvCxnSpPr>
          <p:spPr>
            <a:xfrm>
              <a:off x="8201780" y="3553391"/>
              <a:ext cx="902086" cy="1"/>
            </a:xfrm>
            <a:prstGeom prst="straightConnector1">
              <a:avLst/>
            </a:prstGeom>
            <a:ln w="15875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9AF2FD1-B85F-B4CE-4407-B050485E50C1}"/>
                </a:ext>
              </a:extLst>
            </p:cNvPr>
            <p:cNvSpPr txBox="1"/>
            <p:nvPr/>
          </p:nvSpPr>
          <p:spPr>
            <a:xfrm>
              <a:off x="8117542" y="4352072"/>
              <a:ext cx="10238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iteration</a:t>
              </a:r>
            </a:p>
          </p:txBody>
        </p:sp>
      </p:grp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C916C1F-AE1D-C4F8-95CF-5C3343AF3072}"/>
              </a:ext>
            </a:extLst>
          </p:cNvPr>
          <p:cNvSpPr/>
          <p:nvPr/>
        </p:nvSpPr>
        <p:spPr>
          <a:xfrm>
            <a:off x="5226598" y="6017049"/>
            <a:ext cx="1665239" cy="61529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Backward Propagation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FF604AB-F258-1117-E0EA-600F02462CB9}"/>
              </a:ext>
            </a:extLst>
          </p:cNvPr>
          <p:cNvCxnSpPr>
            <a:cxnSpLocks/>
          </p:cNvCxnSpPr>
          <p:nvPr/>
        </p:nvCxnSpPr>
        <p:spPr>
          <a:xfrm>
            <a:off x="6041795" y="5607153"/>
            <a:ext cx="1" cy="437800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03CDAB0-A87D-93A7-09B1-7992DA5F8DE4}"/>
              </a:ext>
            </a:extLst>
          </p:cNvPr>
          <p:cNvSpPr/>
          <p:nvPr/>
        </p:nvSpPr>
        <p:spPr>
          <a:xfrm>
            <a:off x="4342680" y="1451882"/>
            <a:ext cx="1848536" cy="81231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Partition dataset into batches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0D42ADC-48B6-B12E-6343-85ECDA709157}"/>
              </a:ext>
            </a:extLst>
          </p:cNvPr>
          <p:cNvSpPr/>
          <p:nvPr/>
        </p:nvSpPr>
        <p:spPr>
          <a:xfrm>
            <a:off x="3321269" y="2532993"/>
            <a:ext cx="3946465" cy="423566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4A669B-619A-416F-8639-899062E0B41C}"/>
              </a:ext>
            </a:extLst>
          </p:cNvPr>
          <p:cNvSpPr txBox="1"/>
          <p:nvPr/>
        </p:nvSpPr>
        <p:spPr>
          <a:xfrm>
            <a:off x="3321269" y="2542032"/>
            <a:ext cx="2097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Epoch: Until all batches are covered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EAABA44-1B81-2C20-3E98-6FF7D8CC4D03}"/>
              </a:ext>
            </a:extLst>
          </p:cNvPr>
          <p:cNvCxnSpPr>
            <a:stCxn id="18" idx="2"/>
          </p:cNvCxnSpPr>
          <p:nvPr/>
        </p:nvCxnSpPr>
        <p:spPr>
          <a:xfrm>
            <a:off x="5266948" y="2264196"/>
            <a:ext cx="0" cy="26879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80096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25B0C-9D8D-5677-98C7-02ACC4485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Parallel Distributed Training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4CE9139-2415-1121-4127-FD0BC5FD4976}"/>
              </a:ext>
            </a:extLst>
          </p:cNvPr>
          <p:cNvGrpSpPr/>
          <p:nvPr/>
        </p:nvGrpSpPr>
        <p:grpSpPr>
          <a:xfrm>
            <a:off x="4327305" y="2928886"/>
            <a:ext cx="2651564" cy="3395808"/>
            <a:chOff x="8117542" y="3245746"/>
            <a:chExt cx="2651564" cy="3395808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E281E264-ABE6-2082-7291-3377EA9359C0}"/>
                </a:ext>
              </a:extLst>
            </p:cNvPr>
            <p:cNvSpPr/>
            <p:nvPr/>
          </p:nvSpPr>
          <p:spPr>
            <a:xfrm>
              <a:off x="9103866" y="3245746"/>
              <a:ext cx="1665240" cy="615291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Read a batch from memory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0C0A3D70-4F11-A9BE-F643-EA848013E0EE}"/>
                </a:ext>
              </a:extLst>
            </p:cNvPr>
            <p:cNvSpPr/>
            <p:nvPr/>
          </p:nvSpPr>
          <p:spPr>
            <a:xfrm>
              <a:off x="9057185" y="4231695"/>
              <a:ext cx="1665239" cy="615291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Forward Propagation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52FF19C-60D7-E21B-10CB-398A5434229E}"/>
                </a:ext>
              </a:extLst>
            </p:cNvPr>
            <p:cNvSpPr/>
            <p:nvPr/>
          </p:nvSpPr>
          <p:spPr>
            <a:xfrm>
              <a:off x="9057185" y="5282802"/>
              <a:ext cx="1665239" cy="615291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Error Calculation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5CF1464-61BB-DAEB-0F03-0DF9734BB173}"/>
                </a:ext>
              </a:extLst>
            </p:cNvPr>
            <p:cNvCxnSpPr>
              <a:cxnSpLocks/>
              <a:endCxn id="6" idx="0"/>
            </p:cNvCxnSpPr>
            <p:nvPr/>
          </p:nvCxnSpPr>
          <p:spPr>
            <a:xfrm>
              <a:off x="9889804" y="3873997"/>
              <a:ext cx="1" cy="357698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9EDFC10-2CA5-DBA0-6909-7A598743B49B}"/>
                </a:ext>
              </a:extLst>
            </p:cNvPr>
            <p:cNvCxnSpPr>
              <a:cxnSpLocks/>
              <a:endCxn id="7" idx="0"/>
            </p:cNvCxnSpPr>
            <p:nvPr/>
          </p:nvCxnSpPr>
          <p:spPr>
            <a:xfrm>
              <a:off x="9889804" y="4845002"/>
              <a:ext cx="1" cy="437800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97FF4A9-76A5-78D1-D2DD-5136D3FE59B4}"/>
                </a:ext>
              </a:extLst>
            </p:cNvPr>
            <p:cNvGrpSpPr/>
            <p:nvPr/>
          </p:nvGrpSpPr>
          <p:grpSpPr>
            <a:xfrm>
              <a:off x="8201780" y="3553391"/>
              <a:ext cx="918482" cy="3088163"/>
              <a:chOff x="7892626" y="3575163"/>
              <a:chExt cx="918482" cy="3088163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0E8A2E22-DAA8-B79C-AD31-F2A374083DD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92626" y="6663326"/>
                <a:ext cx="918482" cy="0"/>
              </a:xfrm>
              <a:prstGeom prst="straightConnector1">
                <a:avLst/>
              </a:prstGeom>
              <a:ln w="15875">
                <a:solidFill>
                  <a:srgbClr val="7030A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7957FD6F-FDBC-3ABA-C3BF-BD657C72757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892626" y="3575163"/>
                <a:ext cx="0" cy="3088163"/>
              </a:xfrm>
              <a:prstGeom prst="straightConnector1">
                <a:avLst/>
              </a:prstGeom>
              <a:ln w="15875">
                <a:solidFill>
                  <a:srgbClr val="7030A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A964B2E-F443-DC9A-3405-C497813743C9}"/>
                </a:ext>
              </a:extLst>
            </p:cNvPr>
            <p:cNvCxnSpPr>
              <a:cxnSpLocks/>
              <a:endCxn id="5" idx="1"/>
            </p:cNvCxnSpPr>
            <p:nvPr/>
          </p:nvCxnSpPr>
          <p:spPr>
            <a:xfrm>
              <a:off x="8201780" y="3553391"/>
              <a:ext cx="902086" cy="1"/>
            </a:xfrm>
            <a:prstGeom prst="straightConnector1">
              <a:avLst/>
            </a:prstGeom>
            <a:ln w="15875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CB15A49-BD56-8809-E697-4553E35A9726}"/>
                </a:ext>
              </a:extLst>
            </p:cNvPr>
            <p:cNvSpPr txBox="1"/>
            <p:nvPr/>
          </p:nvSpPr>
          <p:spPr>
            <a:xfrm>
              <a:off x="8117542" y="4352072"/>
              <a:ext cx="10238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iteration</a:t>
              </a:r>
            </a:p>
          </p:txBody>
        </p:sp>
      </p:grp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AB859C0-91E7-C8F3-DB8D-338AAA2CBDBE}"/>
              </a:ext>
            </a:extLst>
          </p:cNvPr>
          <p:cNvSpPr/>
          <p:nvPr/>
        </p:nvSpPr>
        <p:spPr>
          <a:xfrm>
            <a:off x="5226598" y="6017049"/>
            <a:ext cx="1665239" cy="61529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Backward Propagation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0E7F1B0-B0F1-76C5-2149-FF9FA6DA35FF}"/>
              </a:ext>
            </a:extLst>
          </p:cNvPr>
          <p:cNvCxnSpPr>
            <a:cxnSpLocks/>
          </p:cNvCxnSpPr>
          <p:nvPr/>
        </p:nvCxnSpPr>
        <p:spPr>
          <a:xfrm>
            <a:off x="6041795" y="5607153"/>
            <a:ext cx="1" cy="437800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F83B377-F9BE-7A3D-E065-2F131FBAB9C2}"/>
              </a:ext>
            </a:extLst>
          </p:cNvPr>
          <p:cNvSpPr/>
          <p:nvPr/>
        </p:nvSpPr>
        <p:spPr>
          <a:xfrm>
            <a:off x="4342680" y="1451882"/>
            <a:ext cx="1848536" cy="81231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Partition dataset into batches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8F68412-996A-C38B-C6B2-F09733883601}"/>
              </a:ext>
            </a:extLst>
          </p:cNvPr>
          <p:cNvSpPr/>
          <p:nvPr/>
        </p:nvSpPr>
        <p:spPr>
          <a:xfrm>
            <a:off x="3321269" y="2532993"/>
            <a:ext cx="3946465" cy="423566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914E50-9A68-280D-B68F-7E71FEDDFBAD}"/>
              </a:ext>
            </a:extLst>
          </p:cNvPr>
          <p:cNvSpPr txBox="1"/>
          <p:nvPr/>
        </p:nvSpPr>
        <p:spPr>
          <a:xfrm>
            <a:off x="3321269" y="2542032"/>
            <a:ext cx="2097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Epoch: Until all batches are covered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61D4BCE-B798-537D-7367-EDCAAA2C9EEC}"/>
              </a:ext>
            </a:extLst>
          </p:cNvPr>
          <p:cNvCxnSpPr>
            <a:stCxn id="17" idx="2"/>
          </p:cNvCxnSpPr>
          <p:nvPr/>
        </p:nvCxnSpPr>
        <p:spPr>
          <a:xfrm>
            <a:off x="5266948" y="2264196"/>
            <a:ext cx="0" cy="26879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D28D488-A277-A077-1A7D-28EFCC705C28}"/>
              </a:ext>
            </a:extLst>
          </p:cNvPr>
          <p:cNvSpPr txBox="1"/>
          <p:nvPr/>
        </p:nvSpPr>
        <p:spPr>
          <a:xfrm>
            <a:off x="8175099" y="2428307"/>
            <a:ext cx="30096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Mini batches further partitioned in independent subsets.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subset performs the iteration in parallel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Need synchronization???</a:t>
            </a:r>
          </a:p>
        </p:txBody>
      </p:sp>
    </p:spTree>
    <p:extLst>
      <p:ext uri="{BB962C8B-B14F-4D97-AF65-F5344CB8AC3E}">
        <p14:creationId xmlns:p14="http://schemas.microsoft.com/office/powerpoint/2010/main" val="12893597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497A2-5CDF-D9FA-DF34-3E14499E7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Update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AA52FE-2777-5D0B-B608-3DFC6BD315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Lets dig deeper into Gradient Update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AA52FE-2777-5D0B-B608-3DFC6BD315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03861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8547C-595A-D49C-3197-FF042AE2F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Update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BD9722-7901-E8B4-885E-03F78C4694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45590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For a mini-batch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samples and mean squared error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b="0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O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Li</m:t>
                                </m:r>
                              </m:sub>
                            </m:sSub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</m:d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den>
                        </m:f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BD9722-7901-E8B4-885E-03F78C4694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455905"/>
              </a:xfrm>
              <a:blipFill>
                <a:blip r:embed="rId2"/>
                <a:stretch>
                  <a:fillRect l="-1043" t="-21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67213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F6319-911E-CAA5-DEC1-0BC1CA897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Update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93AE7C-1188-466E-35FC-A7D13F53E4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2237492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…+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…+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93AE7C-1188-466E-35FC-A7D13F53E4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223749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5F61FBE-FDCD-6088-9361-01A7106F2716}"/>
              </a:ext>
            </a:extLst>
          </p:cNvPr>
          <p:cNvSpPr txBox="1"/>
          <p:nvPr/>
        </p:nvSpPr>
        <p:spPr>
          <a:xfrm>
            <a:off x="4579952" y="6123543"/>
            <a:ext cx="3474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Can be calculated in parallel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9B0C1A0-0D01-7FD5-1735-32DB7E49E3ED}"/>
              </a:ext>
            </a:extLst>
          </p:cNvPr>
          <p:cNvCxnSpPr>
            <a:cxnSpLocks/>
            <a:stCxn id="4" idx="0"/>
            <a:endCxn id="10" idx="1"/>
          </p:cNvCxnSpPr>
          <p:nvPr/>
        </p:nvCxnSpPr>
        <p:spPr>
          <a:xfrm flipH="1" flipV="1">
            <a:off x="2669417" y="4357316"/>
            <a:ext cx="3647895" cy="17662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DB091BC-A192-328B-5ED1-C2E399CA94C0}"/>
              </a:ext>
            </a:extLst>
          </p:cNvPr>
          <p:cNvCxnSpPr>
            <a:cxnSpLocks/>
            <a:stCxn id="4" idx="0"/>
          </p:cNvCxnSpPr>
          <p:nvPr/>
        </p:nvCxnSpPr>
        <p:spPr>
          <a:xfrm flipH="1" flipV="1">
            <a:off x="5852160" y="4478430"/>
            <a:ext cx="465152" cy="16451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Left Brace 9">
            <a:extLst>
              <a:ext uri="{FF2B5EF4-FFF2-40B4-BE49-F238E27FC236}">
                <a16:creationId xmlns:a16="http://schemas.microsoft.com/office/drawing/2014/main" id="{65F7E826-896E-F79B-8560-6984FF2DF4AE}"/>
              </a:ext>
            </a:extLst>
          </p:cNvPr>
          <p:cNvSpPr/>
          <p:nvPr/>
        </p:nvSpPr>
        <p:spPr>
          <a:xfrm rot="16200000">
            <a:off x="2410999" y="2820725"/>
            <a:ext cx="516835" cy="2556346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5F744EC8-5741-E4F0-CC0D-6036C267FC3F}"/>
              </a:ext>
            </a:extLst>
          </p:cNvPr>
          <p:cNvSpPr/>
          <p:nvPr/>
        </p:nvSpPr>
        <p:spPr>
          <a:xfrm rot="16200000">
            <a:off x="5487161" y="2820725"/>
            <a:ext cx="516835" cy="2556346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CF4C8823-1FDF-3C34-388F-3E8CE8D6833B}"/>
              </a:ext>
            </a:extLst>
          </p:cNvPr>
          <p:cNvSpPr/>
          <p:nvPr/>
        </p:nvSpPr>
        <p:spPr>
          <a:xfrm rot="16200000">
            <a:off x="9407717" y="2820726"/>
            <a:ext cx="516835" cy="2556346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2837AC0-2A2A-20B0-91EC-59B47E00AC6E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6317312" y="4293880"/>
            <a:ext cx="3348822" cy="18296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23407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F6319-911E-CAA5-DEC1-0BC1CA897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Update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93AE7C-1188-466E-35FC-A7D13F53E4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2237492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…+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…+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93AE7C-1188-466E-35FC-A7D13F53E4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223749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5F61FBE-FDCD-6088-9361-01A7106F2716}"/>
              </a:ext>
            </a:extLst>
          </p:cNvPr>
          <p:cNvSpPr txBox="1"/>
          <p:nvPr/>
        </p:nvSpPr>
        <p:spPr>
          <a:xfrm>
            <a:off x="4579951" y="6123543"/>
            <a:ext cx="4548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Forward propagation in parallel – Need multiple copies of model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65D4517-9910-1A87-67D3-630C7788CEB5}"/>
              </a:ext>
            </a:extLst>
          </p:cNvPr>
          <p:cNvCxnSpPr>
            <a:cxnSpLocks/>
            <a:stCxn id="4" idx="0"/>
          </p:cNvCxnSpPr>
          <p:nvPr/>
        </p:nvCxnSpPr>
        <p:spPr>
          <a:xfrm flipH="1" flipV="1">
            <a:off x="2075290" y="3784821"/>
            <a:ext cx="4778734" cy="23387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527601A-F2A3-1E5B-4E86-A7EF06A1CBE2}"/>
              </a:ext>
            </a:extLst>
          </p:cNvPr>
          <p:cNvCxnSpPr>
            <a:cxnSpLocks/>
            <a:stCxn id="4" idx="0"/>
          </p:cNvCxnSpPr>
          <p:nvPr/>
        </p:nvCxnSpPr>
        <p:spPr>
          <a:xfrm flipH="1" flipV="1">
            <a:off x="5160397" y="3745064"/>
            <a:ext cx="1693627" cy="23784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9AE86D9-FF86-23EF-CD2C-C0BAB877C5D5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6854024" y="3649649"/>
            <a:ext cx="1948070" cy="2473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75371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F6319-911E-CAA5-DEC1-0BC1CA897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Update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93AE7C-1188-466E-35FC-A7D13F53E4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2237492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…+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…+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93AE7C-1188-466E-35FC-A7D13F53E4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223749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5F61FBE-FDCD-6088-9361-01A7106F2716}"/>
              </a:ext>
            </a:extLst>
          </p:cNvPr>
          <p:cNvSpPr txBox="1"/>
          <p:nvPr/>
        </p:nvSpPr>
        <p:spPr>
          <a:xfrm>
            <a:off x="4579952" y="6123543"/>
            <a:ext cx="3474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Error Calculation in parallel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65D4517-9910-1A87-67D3-630C7788CEB5}"/>
              </a:ext>
            </a:extLst>
          </p:cNvPr>
          <p:cNvCxnSpPr>
            <a:cxnSpLocks/>
            <a:stCxn id="4" idx="0"/>
            <a:endCxn id="6" idx="1"/>
          </p:cNvCxnSpPr>
          <p:nvPr/>
        </p:nvCxnSpPr>
        <p:spPr>
          <a:xfrm flipH="1" flipV="1">
            <a:off x="2420842" y="4087865"/>
            <a:ext cx="3896470" cy="20356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527601A-F2A3-1E5B-4E86-A7EF06A1CBE2}"/>
              </a:ext>
            </a:extLst>
          </p:cNvPr>
          <p:cNvCxnSpPr>
            <a:cxnSpLocks/>
            <a:stCxn id="4" idx="0"/>
            <a:endCxn id="10" idx="1"/>
          </p:cNvCxnSpPr>
          <p:nvPr/>
        </p:nvCxnSpPr>
        <p:spPr>
          <a:xfrm flipH="1" flipV="1">
            <a:off x="5429072" y="4087865"/>
            <a:ext cx="888240" cy="20356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9AE86D9-FF86-23EF-CD2C-C0BAB877C5D5}"/>
              </a:ext>
            </a:extLst>
          </p:cNvPr>
          <p:cNvCxnSpPr>
            <a:cxnSpLocks/>
            <a:stCxn id="4" idx="0"/>
            <a:endCxn id="14" idx="1"/>
          </p:cNvCxnSpPr>
          <p:nvPr/>
        </p:nvCxnSpPr>
        <p:spPr>
          <a:xfrm flipV="1">
            <a:off x="6317312" y="4163803"/>
            <a:ext cx="3128495" cy="1959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Left Brace 5">
            <a:extLst>
              <a:ext uri="{FF2B5EF4-FFF2-40B4-BE49-F238E27FC236}">
                <a16:creationId xmlns:a16="http://schemas.microsoft.com/office/drawing/2014/main" id="{827544EB-C202-2268-A440-52EF5C70B6F1}"/>
              </a:ext>
            </a:extLst>
          </p:cNvPr>
          <p:cNvSpPr/>
          <p:nvPr/>
        </p:nvSpPr>
        <p:spPr>
          <a:xfrm rot="16200000">
            <a:off x="2260923" y="3078827"/>
            <a:ext cx="319837" cy="169823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16A23D8B-D6A8-824D-18FD-9F2763826D98}"/>
              </a:ext>
            </a:extLst>
          </p:cNvPr>
          <p:cNvSpPr/>
          <p:nvPr/>
        </p:nvSpPr>
        <p:spPr>
          <a:xfrm rot="16200000">
            <a:off x="5269153" y="3078827"/>
            <a:ext cx="319837" cy="169823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FA0A12BD-AD97-F36C-6BD7-81E26480B32A}"/>
              </a:ext>
            </a:extLst>
          </p:cNvPr>
          <p:cNvSpPr/>
          <p:nvPr/>
        </p:nvSpPr>
        <p:spPr>
          <a:xfrm rot="16200000">
            <a:off x="9285888" y="3154765"/>
            <a:ext cx="319837" cy="169823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1226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F6319-911E-CAA5-DEC1-0BC1CA897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Update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93AE7C-1188-466E-35FC-A7D13F53E4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2237492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…+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…+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93AE7C-1188-466E-35FC-A7D13F53E4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223749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5F61FBE-FDCD-6088-9361-01A7106F2716}"/>
              </a:ext>
            </a:extLst>
          </p:cNvPr>
          <p:cNvSpPr txBox="1"/>
          <p:nvPr/>
        </p:nvSpPr>
        <p:spPr>
          <a:xfrm>
            <a:off x="4579952" y="6123543"/>
            <a:ext cx="3474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Backward Propagation in parallel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65D4517-9910-1A87-67D3-630C7788CEB5}"/>
              </a:ext>
            </a:extLst>
          </p:cNvPr>
          <p:cNvCxnSpPr>
            <a:cxnSpLocks/>
            <a:stCxn id="4" idx="0"/>
          </p:cNvCxnSpPr>
          <p:nvPr/>
        </p:nvCxnSpPr>
        <p:spPr>
          <a:xfrm flipH="1" flipV="1">
            <a:off x="3657600" y="3975652"/>
            <a:ext cx="2659712" cy="21478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527601A-F2A3-1E5B-4E86-A7EF06A1CBE2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6317312" y="3975652"/>
            <a:ext cx="441297" cy="21478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9AE86D9-FF86-23EF-CD2C-C0BAB877C5D5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6317312" y="3975652"/>
            <a:ext cx="4377192" cy="21478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7735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CA542-36B0-AEE8-26CB-E4157F3BF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Update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9FC272-3589-EDA4-4114-54C3E5E72A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If using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processes (or GPUs) for a mini-batch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Each process (or GPU) keeps a copy of the model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Each process performs the computations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samples independently using its own model</a:t>
                </a:r>
              </a:p>
              <a:p>
                <a:endParaRPr lang="en-US" dirty="0"/>
              </a:p>
              <a:p>
                <a:r>
                  <a:rPr lang="en-US" dirty="0"/>
                  <a:t>Note: No synchronization was needed till now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9FC272-3589-EDA4-4114-54C3E5E72A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05827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98001-4F66-F468-CE46-868A99790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C6118-6318-4D72-23EB-60F09B5F2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Update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9445F8-35BB-16BA-C294-09514C6914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Weight Update Step:</a:t>
                </a:r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No synchronization needed till now.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9445F8-35BB-16BA-C294-09514C6914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42A24F12-9378-2BAD-941D-F628C5441471}"/>
              </a:ext>
            </a:extLst>
          </p:cNvPr>
          <p:cNvSpPr/>
          <p:nvPr/>
        </p:nvSpPr>
        <p:spPr>
          <a:xfrm>
            <a:off x="6437134" y="1968080"/>
            <a:ext cx="1435184" cy="1308016"/>
          </a:xfrm>
          <a:prstGeom prst="ellipse">
            <a:avLst/>
          </a:prstGeom>
          <a:noFill/>
          <a:ln w="28575">
            <a:solidFill>
              <a:srgbClr val="A907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7108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9CF04-67C4-83BF-7134-F2BC823A5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Update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679A98-5531-542B-69BB-EF27976B8F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Weight Update Step:</a:t>
                </a:r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 Do we need synchronization now???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679A98-5531-542B-69BB-EF27976B8F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27788913-B125-CDA5-8B0D-B30BC36BA57C}"/>
              </a:ext>
            </a:extLst>
          </p:cNvPr>
          <p:cNvSpPr/>
          <p:nvPr/>
        </p:nvSpPr>
        <p:spPr>
          <a:xfrm>
            <a:off x="4281330" y="1968080"/>
            <a:ext cx="3687878" cy="1308016"/>
          </a:xfrm>
          <a:prstGeom prst="ellipse">
            <a:avLst/>
          </a:prstGeom>
          <a:noFill/>
          <a:ln w="28575">
            <a:solidFill>
              <a:srgbClr val="A907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8754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9CF04-67C4-83BF-7134-F2BC823A5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Update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679A98-5531-542B-69BB-EF27976B8F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Weight Update Step:</a:t>
                </a:r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 Do we need synchronization now??? Yes.</a:t>
                </a:r>
              </a:p>
              <a:p>
                <a:endParaRPr lang="en-US" dirty="0"/>
              </a:p>
              <a:p>
                <a:r>
                  <a:rPr lang="en-US" dirty="0"/>
                  <a:t>Need to make sure that all GPUs have the same weights before they start processing the next mini-batch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679A98-5531-542B-69BB-EF27976B8F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88159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BB91B-217F-DEDE-8EE8-B088FCFF7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E800F-A099-FE3F-AA18-0EE97BD7B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Parallel Distributed Training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FD55698-4482-AF2B-446A-1367CCD62C92}"/>
              </a:ext>
            </a:extLst>
          </p:cNvPr>
          <p:cNvGrpSpPr/>
          <p:nvPr/>
        </p:nvGrpSpPr>
        <p:grpSpPr>
          <a:xfrm>
            <a:off x="4327305" y="2928886"/>
            <a:ext cx="2651564" cy="3395808"/>
            <a:chOff x="8117542" y="3245746"/>
            <a:chExt cx="2651564" cy="3395808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0BC8099E-56B2-4BB3-90B5-C28D6A2AEB78}"/>
                </a:ext>
              </a:extLst>
            </p:cNvPr>
            <p:cNvSpPr/>
            <p:nvPr/>
          </p:nvSpPr>
          <p:spPr>
            <a:xfrm>
              <a:off x="9103866" y="3245746"/>
              <a:ext cx="1665240" cy="615291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Read a batch from memory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F3F5C7E3-6718-CFC6-226A-ED3C88854D96}"/>
                </a:ext>
              </a:extLst>
            </p:cNvPr>
            <p:cNvSpPr/>
            <p:nvPr/>
          </p:nvSpPr>
          <p:spPr>
            <a:xfrm>
              <a:off x="9057185" y="4231695"/>
              <a:ext cx="1665239" cy="615291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Forward Propagation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40BAF7A-88F7-20CA-D3D5-1920289A1C42}"/>
                </a:ext>
              </a:extLst>
            </p:cNvPr>
            <p:cNvSpPr/>
            <p:nvPr/>
          </p:nvSpPr>
          <p:spPr>
            <a:xfrm>
              <a:off x="9057185" y="5282802"/>
              <a:ext cx="1665239" cy="615291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Error Calculation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CB99133E-3CA5-AD49-9645-2059D2C78F51}"/>
                </a:ext>
              </a:extLst>
            </p:cNvPr>
            <p:cNvCxnSpPr>
              <a:cxnSpLocks/>
              <a:endCxn id="6" idx="0"/>
            </p:cNvCxnSpPr>
            <p:nvPr/>
          </p:nvCxnSpPr>
          <p:spPr>
            <a:xfrm>
              <a:off x="9889804" y="3873997"/>
              <a:ext cx="1" cy="357698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B441C4D-F22D-B49E-35A1-09A4D6664915}"/>
                </a:ext>
              </a:extLst>
            </p:cNvPr>
            <p:cNvCxnSpPr>
              <a:cxnSpLocks/>
              <a:endCxn id="7" idx="0"/>
            </p:cNvCxnSpPr>
            <p:nvPr/>
          </p:nvCxnSpPr>
          <p:spPr>
            <a:xfrm>
              <a:off x="9889804" y="4845002"/>
              <a:ext cx="1" cy="437800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7E49C0C-C686-7015-5B9E-ECC9CC8EC208}"/>
                </a:ext>
              </a:extLst>
            </p:cNvPr>
            <p:cNvGrpSpPr/>
            <p:nvPr/>
          </p:nvGrpSpPr>
          <p:grpSpPr>
            <a:xfrm>
              <a:off x="8201780" y="3553391"/>
              <a:ext cx="918482" cy="3088163"/>
              <a:chOff x="7892626" y="3575163"/>
              <a:chExt cx="918482" cy="3088163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15CDA73B-A916-08CE-2223-44148916080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92626" y="6663326"/>
                <a:ext cx="918482" cy="0"/>
              </a:xfrm>
              <a:prstGeom prst="straightConnector1">
                <a:avLst/>
              </a:prstGeom>
              <a:ln w="15875">
                <a:solidFill>
                  <a:srgbClr val="7030A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900FBD2F-A234-5AF9-BB9A-A91F6512815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892626" y="3575163"/>
                <a:ext cx="0" cy="3088163"/>
              </a:xfrm>
              <a:prstGeom prst="straightConnector1">
                <a:avLst/>
              </a:prstGeom>
              <a:ln w="15875">
                <a:solidFill>
                  <a:srgbClr val="7030A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25EFDA3F-9110-E5B6-DDC0-E634491CF5BC}"/>
                </a:ext>
              </a:extLst>
            </p:cNvPr>
            <p:cNvCxnSpPr>
              <a:cxnSpLocks/>
              <a:endCxn id="5" idx="1"/>
            </p:cNvCxnSpPr>
            <p:nvPr/>
          </p:nvCxnSpPr>
          <p:spPr>
            <a:xfrm>
              <a:off x="8201780" y="3553391"/>
              <a:ext cx="902086" cy="1"/>
            </a:xfrm>
            <a:prstGeom prst="straightConnector1">
              <a:avLst/>
            </a:prstGeom>
            <a:ln w="15875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A092105-46DE-47B3-BA39-182E9274CA3D}"/>
                </a:ext>
              </a:extLst>
            </p:cNvPr>
            <p:cNvSpPr txBox="1"/>
            <p:nvPr/>
          </p:nvSpPr>
          <p:spPr>
            <a:xfrm>
              <a:off x="8117542" y="4352072"/>
              <a:ext cx="10238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iteration</a:t>
              </a:r>
            </a:p>
          </p:txBody>
        </p:sp>
      </p:grp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353E740-7F05-7963-4BC2-9780066D2434}"/>
              </a:ext>
            </a:extLst>
          </p:cNvPr>
          <p:cNvSpPr/>
          <p:nvPr/>
        </p:nvSpPr>
        <p:spPr>
          <a:xfrm>
            <a:off x="5226598" y="6017049"/>
            <a:ext cx="1665239" cy="61529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Backward Propagation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413B4A5-4284-687D-A657-C2F16019DD2C}"/>
              </a:ext>
            </a:extLst>
          </p:cNvPr>
          <p:cNvCxnSpPr>
            <a:cxnSpLocks/>
          </p:cNvCxnSpPr>
          <p:nvPr/>
        </p:nvCxnSpPr>
        <p:spPr>
          <a:xfrm>
            <a:off x="6041795" y="5607153"/>
            <a:ext cx="1" cy="437800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EA295F8-C310-4923-B9EB-AD7C96076E52}"/>
              </a:ext>
            </a:extLst>
          </p:cNvPr>
          <p:cNvSpPr/>
          <p:nvPr/>
        </p:nvSpPr>
        <p:spPr>
          <a:xfrm>
            <a:off x="4342680" y="1451882"/>
            <a:ext cx="1848536" cy="81231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Partition dataset into batches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8AD92A-2459-D557-3B68-6066D6ECBBF3}"/>
              </a:ext>
            </a:extLst>
          </p:cNvPr>
          <p:cNvSpPr/>
          <p:nvPr/>
        </p:nvSpPr>
        <p:spPr>
          <a:xfrm>
            <a:off x="3321269" y="2532993"/>
            <a:ext cx="3946465" cy="423566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3FB74C-8DE6-26D8-8084-B441F4B3D7D9}"/>
              </a:ext>
            </a:extLst>
          </p:cNvPr>
          <p:cNvSpPr txBox="1"/>
          <p:nvPr/>
        </p:nvSpPr>
        <p:spPr>
          <a:xfrm>
            <a:off x="3321269" y="2542032"/>
            <a:ext cx="2097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Epoch: Until all batches are covered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AE18D0C-5CF3-1066-8B3F-C5BBD3F8578D}"/>
              </a:ext>
            </a:extLst>
          </p:cNvPr>
          <p:cNvCxnSpPr>
            <a:stCxn id="17" idx="2"/>
          </p:cNvCxnSpPr>
          <p:nvPr/>
        </p:nvCxnSpPr>
        <p:spPr>
          <a:xfrm>
            <a:off x="5266948" y="2264196"/>
            <a:ext cx="0" cy="26879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F236289-B5D8-EBA6-A484-EB1D6530E46D}"/>
              </a:ext>
            </a:extLst>
          </p:cNvPr>
          <p:cNvSpPr txBox="1"/>
          <p:nvPr/>
        </p:nvSpPr>
        <p:spPr>
          <a:xfrm>
            <a:off x="8358008" y="3094426"/>
            <a:ext cx="330513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each iteration, all parallel processors should use the same model weights to do the forward propagation on their portion of mini-batch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6160D5E-5100-E765-3217-C53C477D7CF2}"/>
              </a:ext>
            </a:extLst>
          </p:cNvPr>
          <p:cNvCxnSpPr>
            <a:stCxn id="21" idx="1"/>
          </p:cNvCxnSpPr>
          <p:nvPr/>
        </p:nvCxnSpPr>
        <p:spPr>
          <a:xfrm flipH="1">
            <a:off x="6978869" y="3833090"/>
            <a:ext cx="1379139" cy="202122"/>
          </a:xfrm>
          <a:prstGeom prst="straightConnector1">
            <a:avLst/>
          </a:prstGeom>
          <a:ln w="28575">
            <a:solidFill>
              <a:srgbClr val="A9071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94876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E57EE-BA2E-925D-C603-8300DBC9A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Parallel Training of Neural Networks</a:t>
            </a:r>
          </a:p>
        </p:txBody>
      </p:sp>
      <p:pic>
        <p:nvPicPr>
          <p:cNvPr id="4" name="Picture 3" descr="Chart&#10;&#10;Description automatically generated">
            <a:extLst>
              <a:ext uri="{FF2B5EF4-FFF2-40B4-BE49-F238E27FC236}">
                <a16:creationId xmlns:a16="http://schemas.microsoft.com/office/drawing/2014/main" id="{6347F093-8645-1376-F933-CF8B7F178BA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11"/>
          <a:stretch/>
        </p:blipFill>
        <p:spPr>
          <a:xfrm>
            <a:off x="1297578" y="2397777"/>
            <a:ext cx="2268914" cy="902145"/>
          </a:xfrm>
          <a:prstGeom prst="rect">
            <a:avLst/>
          </a:prstGeom>
        </p:spPr>
      </p:pic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713603AD-B0D6-7BCA-18A4-A17DB1171D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11"/>
          <a:stretch/>
        </p:blipFill>
        <p:spPr>
          <a:xfrm>
            <a:off x="4193178" y="2329883"/>
            <a:ext cx="2268914" cy="902145"/>
          </a:xfrm>
          <a:prstGeom prst="rect">
            <a:avLst/>
          </a:prstGeom>
        </p:spPr>
      </p:pic>
      <p:pic>
        <p:nvPicPr>
          <p:cNvPr id="6" name="Picture 5" descr="Chart&#10;&#10;Description automatically generated">
            <a:extLst>
              <a:ext uri="{FF2B5EF4-FFF2-40B4-BE49-F238E27FC236}">
                <a16:creationId xmlns:a16="http://schemas.microsoft.com/office/drawing/2014/main" id="{9AC4165D-6B19-9F2D-EAF3-DC36EA379EC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11"/>
          <a:stretch/>
        </p:blipFill>
        <p:spPr>
          <a:xfrm>
            <a:off x="8775899" y="2329882"/>
            <a:ext cx="2268914" cy="902145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29327AE-AC7B-FAE2-E482-23006D5116F5}"/>
              </a:ext>
            </a:extLst>
          </p:cNvPr>
          <p:cNvSpPr/>
          <p:nvPr/>
        </p:nvSpPr>
        <p:spPr>
          <a:xfrm>
            <a:off x="1674933" y="4609010"/>
            <a:ext cx="1514203" cy="63572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Accelerator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BF64AC0-EF45-B6E5-C606-C9589422F411}"/>
              </a:ext>
            </a:extLst>
          </p:cNvPr>
          <p:cNvSpPr/>
          <p:nvPr/>
        </p:nvSpPr>
        <p:spPr>
          <a:xfrm>
            <a:off x="4826724" y="4570911"/>
            <a:ext cx="1514203" cy="63572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Accelerator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AF5FDAD-174C-FFCD-7E83-E5D5ED94568A}"/>
              </a:ext>
            </a:extLst>
          </p:cNvPr>
          <p:cNvSpPr/>
          <p:nvPr/>
        </p:nvSpPr>
        <p:spPr>
          <a:xfrm>
            <a:off x="9412876" y="4570911"/>
            <a:ext cx="1514203" cy="63572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Accelerator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2A42D65-921F-0BC1-9E20-5F4F18DAF2D3}"/>
              </a:ext>
            </a:extLst>
          </p:cNvPr>
          <p:cNvCxnSpPr>
            <a:stCxn id="4" idx="2"/>
            <a:endCxn id="7" idx="0"/>
          </p:cNvCxnSpPr>
          <p:nvPr/>
        </p:nvCxnSpPr>
        <p:spPr>
          <a:xfrm>
            <a:off x="2432035" y="3299922"/>
            <a:ext cx="0" cy="1309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33A78ED-6AA1-B586-0E12-38271D9C7D7D}"/>
              </a:ext>
            </a:extLst>
          </p:cNvPr>
          <p:cNvCxnSpPr/>
          <p:nvPr/>
        </p:nvCxnSpPr>
        <p:spPr>
          <a:xfrm>
            <a:off x="5531740" y="3261823"/>
            <a:ext cx="0" cy="1309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E9EED50-D437-0498-17E8-D67FA11837C4}"/>
              </a:ext>
            </a:extLst>
          </p:cNvPr>
          <p:cNvCxnSpPr/>
          <p:nvPr/>
        </p:nvCxnSpPr>
        <p:spPr>
          <a:xfrm>
            <a:off x="10163612" y="3261823"/>
            <a:ext cx="0" cy="1309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Cylinder 12">
            <a:extLst>
              <a:ext uri="{FF2B5EF4-FFF2-40B4-BE49-F238E27FC236}">
                <a16:creationId xmlns:a16="http://schemas.microsoft.com/office/drawing/2014/main" id="{A7DAF020-AEA4-AACB-A09B-B8587F840FA4}"/>
              </a:ext>
            </a:extLst>
          </p:cNvPr>
          <p:cNvSpPr/>
          <p:nvPr/>
        </p:nvSpPr>
        <p:spPr>
          <a:xfrm>
            <a:off x="1924572" y="6028448"/>
            <a:ext cx="1014926" cy="635726"/>
          </a:xfrm>
          <a:prstGeom prst="can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14" name="Cylinder 13">
            <a:extLst>
              <a:ext uri="{FF2B5EF4-FFF2-40B4-BE49-F238E27FC236}">
                <a16:creationId xmlns:a16="http://schemas.microsoft.com/office/drawing/2014/main" id="{EC127220-0CC0-A1AA-A986-51EBF91050B9}"/>
              </a:ext>
            </a:extLst>
          </p:cNvPr>
          <p:cNvSpPr/>
          <p:nvPr/>
        </p:nvSpPr>
        <p:spPr>
          <a:xfrm>
            <a:off x="5076362" y="6028448"/>
            <a:ext cx="1014926" cy="635726"/>
          </a:xfrm>
          <a:prstGeom prst="can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15" name="Cylinder 14">
            <a:extLst>
              <a:ext uri="{FF2B5EF4-FFF2-40B4-BE49-F238E27FC236}">
                <a16:creationId xmlns:a16="http://schemas.microsoft.com/office/drawing/2014/main" id="{1C72BD20-587B-8C69-89FD-833237C0FDA6}"/>
              </a:ext>
            </a:extLst>
          </p:cNvPr>
          <p:cNvSpPr/>
          <p:nvPr/>
        </p:nvSpPr>
        <p:spPr>
          <a:xfrm>
            <a:off x="9662514" y="6028448"/>
            <a:ext cx="1014926" cy="635726"/>
          </a:xfrm>
          <a:prstGeom prst="can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991FD01-69B3-9A5E-D617-5471A107363D}"/>
              </a:ext>
            </a:extLst>
          </p:cNvPr>
          <p:cNvCxnSpPr>
            <a:stCxn id="7" idx="2"/>
            <a:endCxn id="13" idx="1"/>
          </p:cNvCxnSpPr>
          <p:nvPr/>
        </p:nvCxnSpPr>
        <p:spPr>
          <a:xfrm>
            <a:off x="2432035" y="5244736"/>
            <a:ext cx="0" cy="7837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048D893-8439-4C49-DE8F-72E96E79D360}"/>
              </a:ext>
            </a:extLst>
          </p:cNvPr>
          <p:cNvCxnSpPr>
            <a:stCxn id="8" idx="2"/>
            <a:endCxn id="14" idx="1"/>
          </p:cNvCxnSpPr>
          <p:nvPr/>
        </p:nvCxnSpPr>
        <p:spPr>
          <a:xfrm flipH="1">
            <a:off x="5583825" y="5206637"/>
            <a:ext cx="1" cy="8218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807F714-9B7D-941F-E4FD-9CA64C632049}"/>
              </a:ext>
            </a:extLst>
          </p:cNvPr>
          <p:cNvCxnSpPr>
            <a:stCxn id="9" idx="2"/>
            <a:endCxn id="15" idx="1"/>
          </p:cNvCxnSpPr>
          <p:nvPr/>
        </p:nvCxnSpPr>
        <p:spPr>
          <a:xfrm flipH="1">
            <a:off x="10169977" y="5206637"/>
            <a:ext cx="1" cy="8218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E8BEA7A-0AE2-0A2A-1BCC-E78D51016CDE}"/>
              </a:ext>
            </a:extLst>
          </p:cNvPr>
          <p:cNvCxnSpPr>
            <a:cxnSpLocks/>
          </p:cNvCxnSpPr>
          <p:nvPr/>
        </p:nvCxnSpPr>
        <p:spPr>
          <a:xfrm>
            <a:off x="2583180" y="2118360"/>
            <a:ext cx="619271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9E47AF4-200F-F2F6-54FB-B981D8A7EA9B}"/>
              </a:ext>
            </a:extLst>
          </p:cNvPr>
          <p:cNvSpPr txBox="1"/>
          <p:nvPr/>
        </p:nvSpPr>
        <p:spPr>
          <a:xfrm>
            <a:off x="4826724" y="1704071"/>
            <a:ext cx="2882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Synchronization of Gradients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BB9F216-6A7F-037B-CFFF-BA19F2A69F9E}"/>
                  </a:ext>
                </a:extLst>
              </p:cNvPr>
              <p:cNvSpPr txBox="1"/>
              <p:nvPr/>
            </p:nvSpPr>
            <p:spPr>
              <a:xfrm>
                <a:off x="436122" y="6234920"/>
                <a:ext cx="12674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Minibatch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BB9F216-6A7F-037B-CFFF-BA19F2A69F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122" y="6234920"/>
                <a:ext cx="1267463" cy="369332"/>
              </a:xfrm>
              <a:prstGeom prst="rect">
                <a:avLst/>
              </a:prstGeom>
              <a:blipFill>
                <a:blip r:embed="rId3"/>
                <a:stretch>
                  <a:fillRect l="-4348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FFBFED87-6E40-73CB-9473-770A3D5BEAA1}"/>
              </a:ext>
            </a:extLst>
          </p:cNvPr>
          <p:cNvSpPr/>
          <p:nvPr/>
        </p:nvSpPr>
        <p:spPr>
          <a:xfrm>
            <a:off x="1674933" y="6346311"/>
            <a:ext cx="9154740" cy="14655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148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05B6B-8ED0-8258-28B8-123282B95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Parallel Training of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B33FE-D071-984D-27E1-2A5C61DAF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19650" cy="472051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How do we synchronize?</a:t>
            </a:r>
          </a:p>
          <a:p>
            <a:endParaRPr lang="en-US" dirty="0"/>
          </a:p>
          <a:p>
            <a:r>
              <a:rPr lang="en-US" dirty="0"/>
              <a:t>Model #1: Parameter Server Model</a:t>
            </a:r>
          </a:p>
          <a:p>
            <a:endParaRPr lang="en-US" dirty="0"/>
          </a:p>
          <a:p>
            <a:r>
              <a:rPr lang="en-US" dirty="0"/>
              <a:t>A dedicated server performs the weight updates and distributes the models to all the workers</a:t>
            </a:r>
          </a:p>
          <a:p>
            <a:endParaRPr lang="en-US" dirty="0"/>
          </a:p>
          <a:p>
            <a:r>
              <a:rPr lang="en-US" dirty="0"/>
              <a:t>Resource: Li, Mu, et al. "Scaling distributed machine learning with the parameter server." </a:t>
            </a:r>
            <a:r>
              <a:rPr lang="en-US" i="1" dirty="0"/>
              <a:t>11th USENIX Symposium on operating systems design and implementation (OSDI 14)</a:t>
            </a:r>
            <a:r>
              <a:rPr lang="en-US" dirty="0"/>
              <a:t>. 2014.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96ECA9-7CD8-7086-F5B9-71903FFD8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2960" y="2153898"/>
            <a:ext cx="6044892" cy="20861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1CE9CD-892D-5044-EBF3-B7FA65F84493}"/>
              </a:ext>
            </a:extLst>
          </p:cNvPr>
          <p:cNvSpPr txBox="1"/>
          <p:nvPr/>
        </p:nvSpPr>
        <p:spPr>
          <a:xfrm>
            <a:off x="6715125" y="4505325"/>
            <a:ext cx="51027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Cui, H., Zhang, H., Ganger, G. R., Gibbons, P. B., &amp; Xing, E. P. (2016, April). </a:t>
            </a:r>
            <a:r>
              <a:rPr lang="en-US" sz="1600" dirty="0" err="1"/>
              <a:t>Geeps</a:t>
            </a:r>
            <a:r>
              <a:rPr lang="en-US" sz="1600" dirty="0"/>
              <a:t>: Scalable deep learning on distributed </a:t>
            </a:r>
            <a:r>
              <a:rPr lang="en-US" sz="1600" dirty="0" err="1"/>
              <a:t>gpus</a:t>
            </a:r>
            <a:r>
              <a:rPr lang="en-US" sz="1600" dirty="0"/>
              <a:t> with a </a:t>
            </a:r>
            <a:r>
              <a:rPr lang="en-US" sz="1600" dirty="0" err="1"/>
              <a:t>gpu</a:t>
            </a:r>
            <a:r>
              <a:rPr lang="en-US" sz="1600" dirty="0"/>
              <a:t>-specialized parameter server. In </a:t>
            </a:r>
            <a:r>
              <a:rPr lang="en-US" sz="1600" i="1" dirty="0"/>
              <a:t>Proceedings of the eleventh </a:t>
            </a:r>
            <a:r>
              <a:rPr lang="en-US" sz="1600" i="1" dirty="0" err="1"/>
              <a:t>european</a:t>
            </a:r>
            <a:r>
              <a:rPr lang="en-US" sz="1600" i="1" dirty="0"/>
              <a:t> conference on computer systems</a:t>
            </a:r>
            <a:r>
              <a:rPr lang="en-US" sz="1600" dirty="0"/>
              <a:t> (pp. 1-16).</a:t>
            </a:r>
          </a:p>
        </p:txBody>
      </p:sp>
    </p:spTree>
    <p:extLst>
      <p:ext uri="{BB962C8B-B14F-4D97-AF65-F5344CB8AC3E}">
        <p14:creationId xmlns:p14="http://schemas.microsoft.com/office/powerpoint/2010/main" val="17353360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09954-05DC-26DB-2061-019EF5E87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Server Model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D7CACAD-17A3-88CB-8E53-5F5AB4C65B6F}"/>
              </a:ext>
            </a:extLst>
          </p:cNvPr>
          <p:cNvGrpSpPr/>
          <p:nvPr/>
        </p:nvGrpSpPr>
        <p:grpSpPr>
          <a:xfrm>
            <a:off x="7325292" y="2031630"/>
            <a:ext cx="1059735" cy="896233"/>
            <a:chOff x="1792466" y="2749256"/>
            <a:chExt cx="1059735" cy="89623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4F8109C-6AEB-26C9-1CEE-181FA2C67BDA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7C5618C-942D-46F6-2C0D-3D6766BD9F2C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7C5618C-942D-46F6-2C0D-3D6766BD9F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EF84180-D729-84AF-A172-C3F8C5F2FE0D}"/>
              </a:ext>
            </a:extLst>
          </p:cNvPr>
          <p:cNvSpPr txBox="1"/>
          <p:nvPr/>
        </p:nvSpPr>
        <p:spPr>
          <a:xfrm>
            <a:off x="908344" y="2361695"/>
            <a:ext cx="233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Parameter Server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C1CF46-811F-A1E7-2C90-6B2DBE9A7B23}"/>
              </a:ext>
            </a:extLst>
          </p:cNvPr>
          <p:cNvSpPr txBox="1"/>
          <p:nvPr/>
        </p:nvSpPr>
        <p:spPr>
          <a:xfrm>
            <a:off x="908344" y="4948458"/>
            <a:ext cx="233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Parallel GPUs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7603711-9512-3794-C82C-027FC57BA40A}"/>
              </a:ext>
            </a:extLst>
          </p:cNvPr>
          <p:cNvSpPr/>
          <p:nvPr/>
        </p:nvSpPr>
        <p:spPr>
          <a:xfrm>
            <a:off x="5117007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5F5F0F3-B6E2-2FEA-B67E-46EEDE265937}"/>
              </a:ext>
            </a:extLst>
          </p:cNvPr>
          <p:cNvSpPr/>
          <p:nvPr/>
        </p:nvSpPr>
        <p:spPr>
          <a:xfrm>
            <a:off x="6983150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98AF31B-959B-A6FA-1F51-961E795BD387}"/>
                  </a:ext>
                </a:extLst>
              </p:cNvPr>
              <p:cNvSpPr/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98AF31B-959B-A6FA-1F51-961E795BD3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95717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09954-05DC-26DB-2061-019EF5E87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Server Model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D7CACAD-17A3-88CB-8E53-5F5AB4C65B6F}"/>
              </a:ext>
            </a:extLst>
          </p:cNvPr>
          <p:cNvGrpSpPr/>
          <p:nvPr/>
        </p:nvGrpSpPr>
        <p:grpSpPr>
          <a:xfrm>
            <a:off x="7325292" y="2031630"/>
            <a:ext cx="1059735" cy="896233"/>
            <a:chOff x="1792466" y="2749256"/>
            <a:chExt cx="1059735" cy="89623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4F8109C-6AEB-26C9-1CEE-181FA2C67BDA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7C5618C-942D-46F6-2C0D-3D6766BD9F2C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7C5618C-942D-46F6-2C0D-3D6766BD9F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EF84180-D729-84AF-A172-C3F8C5F2FE0D}"/>
              </a:ext>
            </a:extLst>
          </p:cNvPr>
          <p:cNvSpPr txBox="1"/>
          <p:nvPr/>
        </p:nvSpPr>
        <p:spPr>
          <a:xfrm>
            <a:off x="908344" y="2361695"/>
            <a:ext cx="233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Parameter Server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C1CF46-811F-A1E7-2C90-6B2DBE9A7B23}"/>
              </a:ext>
            </a:extLst>
          </p:cNvPr>
          <p:cNvSpPr txBox="1"/>
          <p:nvPr/>
        </p:nvSpPr>
        <p:spPr>
          <a:xfrm>
            <a:off x="908344" y="4948458"/>
            <a:ext cx="233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Parallel GPUs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7603711-9512-3794-C82C-027FC57BA40A}"/>
              </a:ext>
            </a:extLst>
          </p:cNvPr>
          <p:cNvSpPr/>
          <p:nvPr/>
        </p:nvSpPr>
        <p:spPr>
          <a:xfrm>
            <a:off x="5117007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5F5F0F3-B6E2-2FEA-B67E-46EEDE265937}"/>
              </a:ext>
            </a:extLst>
          </p:cNvPr>
          <p:cNvSpPr/>
          <p:nvPr/>
        </p:nvSpPr>
        <p:spPr>
          <a:xfrm>
            <a:off x="6983150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98AF31B-959B-A6FA-1F51-961E795BD387}"/>
                  </a:ext>
                </a:extLst>
              </p:cNvPr>
              <p:cNvSpPr/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98AF31B-959B-A6FA-1F51-961E795BD3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49939192-5FFA-8B89-38A6-F3636EB77909}"/>
              </a:ext>
            </a:extLst>
          </p:cNvPr>
          <p:cNvGrpSpPr/>
          <p:nvPr/>
        </p:nvGrpSpPr>
        <p:grpSpPr>
          <a:xfrm>
            <a:off x="5036265" y="4421557"/>
            <a:ext cx="1059735" cy="896233"/>
            <a:chOff x="1792466" y="2749256"/>
            <a:chExt cx="1059735" cy="89623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5BC2ECD-31AC-C903-7828-70B124DEEEE4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FD2D7AE-D5FA-1886-F3B2-66CAB0C3A214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FD2D7AE-D5FA-1886-F3B2-66CAB0C3A2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147DF70-8E91-C50F-D7B7-B276579DB39D}"/>
              </a:ext>
            </a:extLst>
          </p:cNvPr>
          <p:cNvGrpSpPr/>
          <p:nvPr/>
        </p:nvGrpSpPr>
        <p:grpSpPr>
          <a:xfrm>
            <a:off x="6938742" y="4421556"/>
            <a:ext cx="1059735" cy="896233"/>
            <a:chOff x="1792466" y="2749256"/>
            <a:chExt cx="1059735" cy="89623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CDB6ED0-EFBB-963F-37B3-4D32377F0F0C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27F1A78-F4B9-0320-DE1C-4F9791051B9C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27F1A78-F4B9-0320-DE1C-4F9791051B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25F41C9-A0E8-0067-DC64-6121B334C7C9}"/>
              </a:ext>
            </a:extLst>
          </p:cNvPr>
          <p:cNvGrpSpPr/>
          <p:nvPr/>
        </p:nvGrpSpPr>
        <p:grpSpPr>
          <a:xfrm>
            <a:off x="9840398" y="4421556"/>
            <a:ext cx="1059735" cy="896233"/>
            <a:chOff x="1792466" y="2749256"/>
            <a:chExt cx="1059735" cy="89623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7A9CB2E-9D9B-C93F-A30E-C482153A2034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4AE6F4-7ECA-B9AB-CB5F-1CD75260B0D7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4AE6F4-7ECA-B9AB-CB5F-1CD75260B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400C04F-DDC4-9A95-D73D-E7C622E1623B}"/>
              </a:ext>
            </a:extLst>
          </p:cNvPr>
          <p:cNvCxnSpPr>
            <a:stCxn id="5" idx="2"/>
            <a:endCxn id="12" idx="0"/>
          </p:cNvCxnSpPr>
          <p:nvPr/>
        </p:nvCxnSpPr>
        <p:spPr>
          <a:xfrm flipH="1">
            <a:off x="5566133" y="2927863"/>
            <a:ext cx="2289027" cy="149369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996A771-33EE-6AC5-7648-30179F69C74F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7419155" y="2927863"/>
            <a:ext cx="436005" cy="149369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216E687-E758-31FA-1ED9-084056D0D5D4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7855160" y="2927863"/>
            <a:ext cx="2515105" cy="149369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90619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09954-05DC-26DB-2061-019EF5E87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Server Model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D7CACAD-17A3-88CB-8E53-5F5AB4C65B6F}"/>
              </a:ext>
            </a:extLst>
          </p:cNvPr>
          <p:cNvGrpSpPr/>
          <p:nvPr/>
        </p:nvGrpSpPr>
        <p:grpSpPr>
          <a:xfrm>
            <a:off x="7325292" y="2031630"/>
            <a:ext cx="1059735" cy="896233"/>
            <a:chOff x="1792466" y="2749256"/>
            <a:chExt cx="1059735" cy="89623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4F8109C-6AEB-26C9-1CEE-181FA2C67BDA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7C5618C-942D-46F6-2C0D-3D6766BD9F2C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7C5618C-942D-46F6-2C0D-3D6766BD9F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EF84180-D729-84AF-A172-C3F8C5F2FE0D}"/>
              </a:ext>
            </a:extLst>
          </p:cNvPr>
          <p:cNvSpPr txBox="1"/>
          <p:nvPr/>
        </p:nvSpPr>
        <p:spPr>
          <a:xfrm>
            <a:off x="908344" y="2361695"/>
            <a:ext cx="233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Parameter Server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C1CF46-811F-A1E7-2C90-6B2DBE9A7B23}"/>
              </a:ext>
            </a:extLst>
          </p:cNvPr>
          <p:cNvSpPr txBox="1"/>
          <p:nvPr/>
        </p:nvSpPr>
        <p:spPr>
          <a:xfrm>
            <a:off x="908344" y="4948458"/>
            <a:ext cx="233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Parallel GPUs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7603711-9512-3794-C82C-027FC57BA40A}"/>
              </a:ext>
            </a:extLst>
          </p:cNvPr>
          <p:cNvSpPr/>
          <p:nvPr/>
        </p:nvSpPr>
        <p:spPr>
          <a:xfrm>
            <a:off x="5117007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5F5F0F3-B6E2-2FEA-B67E-46EEDE265937}"/>
              </a:ext>
            </a:extLst>
          </p:cNvPr>
          <p:cNvSpPr/>
          <p:nvPr/>
        </p:nvSpPr>
        <p:spPr>
          <a:xfrm>
            <a:off x="6983150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98AF31B-959B-A6FA-1F51-961E795BD387}"/>
                  </a:ext>
                </a:extLst>
              </p:cNvPr>
              <p:cNvSpPr/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98AF31B-959B-A6FA-1F51-961E795BD3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49939192-5FFA-8B89-38A6-F3636EB77909}"/>
              </a:ext>
            </a:extLst>
          </p:cNvPr>
          <p:cNvGrpSpPr/>
          <p:nvPr/>
        </p:nvGrpSpPr>
        <p:grpSpPr>
          <a:xfrm>
            <a:off x="5036265" y="4421557"/>
            <a:ext cx="1059735" cy="896233"/>
            <a:chOff x="1792466" y="2749256"/>
            <a:chExt cx="1059735" cy="89623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5BC2ECD-31AC-C903-7828-70B124DEEEE4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FD2D7AE-D5FA-1886-F3B2-66CAB0C3A214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FD2D7AE-D5FA-1886-F3B2-66CAB0C3A2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147DF70-8E91-C50F-D7B7-B276579DB39D}"/>
              </a:ext>
            </a:extLst>
          </p:cNvPr>
          <p:cNvGrpSpPr/>
          <p:nvPr/>
        </p:nvGrpSpPr>
        <p:grpSpPr>
          <a:xfrm>
            <a:off x="6938742" y="4421556"/>
            <a:ext cx="1059735" cy="896233"/>
            <a:chOff x="1792466" y="2749256"/>
            <a:chExt cx="1059735" cy="89623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CDB6ED0-EFBB-963F-37B3-4D32377F0F0C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27F1A78-F4B9-0320-DE1C-4F9791051B9C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27F1A78-F4B9-0320-DE1C-4F9791051B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25F41C9-A0E8-0067-DC64-6121B334C7C9}"/>
              </a:ext>
            </a:extLst>
          </p:cNvPr>
          <p:cNvGrpSpPr/>
          <p:nvPr/>
        </p:nvGrpSpPr>
        <p:grpSpPr>
          <a:xfrm>
            <a:off x="9840398" y="4421556"/>
            <a:ext cx="1059735" cy="896233"/>
            <a:chOff x="1792466" y="2749256"/>
            <a:chExt cx="1059735" cy="89623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7A9CB2E-9D9B-C93F-A30E-C482153A2034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4AE6F4-7ECA-B9AB-CB5F-1CD75260B0D7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4AE6F4-7ECA-B9AB-CB5F-1CD75260B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400C04F-DDC4-9A95-D73D-E7C622E1623B}"/>
              </a:ext>
            </a:extLst>
          </p:cNvPr>
          <p:cNvCxnSpPr>
            <a:cxnSpLocks/>
          </p:cNvCxnSpPr>
          <p:nvPr/>
        </p:nvCxnSpPr>
        <p:spPr>
          <a:xfrm>
            <a:off x="4742567" y="5773314"/>
            <a:ext cx="0" cy="38901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92BB0B5-1F8B-E89C-F8E8-6D70F68FEF34}"/>
              </a:ext>
            </a:extLst>
          </p:cNvPr>
          <p:cNvCxnSpPr>
            <a:cxnSpLocks/>
          </p:cNvCxnSpPr>
          <p:nvPr/>
        </p:nvCxnSpPr>
        <p:spPr>
          <a:xfrm flipV="1">
            <a:off x="4913133" y="5788998"/>
            <a:ext cx="0" cy="35764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0B11B83-5965-F73E-A59D-65C65AB18C14}"/>
              </a:ext>
            </a:extLst>
          </p:cNvPr>
          <p:cNvCxnSpPr>
            <a:cxnSpLocks/>
          </p:cNvCxnSpPr>
          <p:nvPr/>
        </p:nvCxnSpPr>
        <p:spPr>
          <a:xfrm>
            <a:off x="6705600" y="5757630"/>
            <a:ext cx="0" cy="38901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765875E-E9BE-BDB2-BA0B-2FB349239DF0}"/>
              </a:ext>
            </a:extLst>
          </p:cNvPr>
          <p:cNvCxnSpPr>
            <a:cxnSpLocks/>
          </p:cNvCxnSpPr>
          <p:nvPr/>
        </p:nvCxnSpPr>
        <p:spPr>
          <a:xfrm flipV="1">
            <a:off x="6876166" y="5773314"/>
            <a:ext cx="0" cy="35764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D3D4601-AD80-3890-75BA-4E5B068A7423}"/>
              </a:ext>
            </a:extLst>
          </p:cNvPr>
          <p:cNvCxnSpPr>
            <a:cxnSpLocks/>
          </p:cNvCxnSpPr>
          <p:nvPr/>
        </p:nvCxnSpPr>
        <p:spPr>
          <a:xfrm>
            <a:off x="9401364" y="5755609"/>
            <a:ext cx="0" cy="38901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C17468E-B12A-B62E-F648-FD1F844B3B9C}"/>
              </a:ext>
            </a:extLst>
          </p:cNvPr>
          <p:cNvCxnSpPr>
            <a:cxnSpLocks/>
          </p:cNvCxnSpPr>
          <p:nvPr/>
        </p:nvCxnSpPr>
        <p:spPr>
          <a:xfrm flipV="1">
            <a:off x="9571930" y="5771293"/>
            <a:ext cx="0" cy="35764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1C61774-CB3D-D7C4-158D-80209B08E60E}"/>
              </a:ext>
            </a:extLst>
          </p:cNvPr>
          <p:cNvSpPr txBox="1"/>
          <p:nvPr/>
        </p:nvSpPr>
        <p:spPr>
          <a:xfrm>
            <a:off x="2147518" y="5644654"/>
            <a:ext cx="20976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Forward/Backward/</a:t>
            </a:r>
          </a:p>
          <a:p>
            <a:r>
              <a:rPr lang="en-US" dirty="0"/>
              <a:t>Gradient Calculation</a:t>
            </a:r>
          </a:p>
        </p:txBody>
      </p:sp>
    </p:spTree>
    <p:extLst>
      <p:ext uri="{BB962C8B-B14F-4D97-AF65-F5344CB8AC3E}">
        <p14:creationId xmlns:p14="http://schemas.microsoft.com/office/powerpoint/2010/main" val="31038688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09954-05DC-26DB-2061-019EF5E87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Server Model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D7CACAD-17A3-88CB-8E53-5F5AB4C65B6F}"/>
              </a:ext>
            </a:extLst>
          </p:cNvPr>
          <p:cNvGrpSpPr/>
          <p:nvPr/>
        </p:nvGrpSpPr>
        <p:grpSpPr>
          <a:xfrm>
            <a:off x="7325292" y="2031630"/>
            <a:ext cx="1059735" cy="896233"/>
            <a:chOff x="1792466" y="2749256"/>
            <a:chExt cx="1059735" cy="89623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4F8109C-6AEB-26C9-1CEE-181FA2C67BDA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7C5618C-942D-46F6-2C0D-3D6766BD9F2C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7C5618C-942D-46F6-2C0D-3D6766BD9F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EF84180-D729-84AF-A172-C3F8C5F2FE0D}"/>
              </a:ext>
            </a:extLst>
          </p:cNvPr>
          <p:cNvSpPr txBox="1"/>
          <p:nvPr/>
        </p:nvSpPr>
        <p:spPr>
          <a:xfrm>
            <a:off x="908344" y="2361695"/>
            <a:ext cx="233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Parameter Server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C1CF46-811F-A1E7-2C90-6B2DBE9A7B23}"/>
              </a:ext>
            </a:extLst>
          </p:cNvPr>
          <p:cNvSpPr txBox="1"/>
          <p:nvPr/>
        </p:nvSpPr>
        <p:spPr>
          <a:xfrm>
            <a:off x="908344" y="4948458"/>
            <a:ext cx="233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Parallel GPUs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7603711-9512-3794-C82C-027FC57BA40A}"/>
              </a:ext>
            </a:extLst>
          </p:cNvPr>
          <p:cNvSpPr/>
          <p:nvPr/>
        </p:nvSpPr>
        <p:spPr>
          <a:xfrm>
            <a:off x="5117007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5F5F0F3-B6E2-2FEA-B67E-46EEDE265937}"/>
              </a:ext>
            </a:extLst>
          </p:cNvPr>
          <p:cNvSpPr/>
          <p:nvPr/>
        </p:nvSpPr>
        <p:spPr>
          <a:xfrm>
            <a:off x="6983150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98AF31B-959B-A6FA-1F51-961E795BD387}"/>
                  </a:ext>
                </a:extLst>
              </p:cNvPr>
              <p:cNvSpPr/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98AF31B-959B-A6FA-1F51-961E795BD3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49939192-5FFA-8B89-38A6-F3636EB77909}"/>
              </a:ext>
            </a:extLst>
          </p:cNvPr>
          <p:cNvGrpSpPr/>
          <p:nvPr/>
        </p:nvGrpSpPr>
        <p:grpSpPr>
          <a:xfrm>
            <a:off x="5036265" y="4421557"/>
            <a:ext cx="1059735" cy="896233"/>
            <a:chOff x="1792466" y="2749256"/>
            <a:chExt cx="1059735" cy="89623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5BC2ECD-31AC-C903-7828-70B124DEEEE4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FD2D7AE-D5FA-1886-F3B2-66CAB0C3A214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FD2D7AE-D5FA-1886-F3B2-66CAB0C3A2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147DF70-8E91-C50F-D7B7-B276579DB39D}"/>
              </a:ext>
            </a:extLst>
          </p:cNvPr>
          <p:cNvGrpSpPr/>
          <p:nvPr/>
        </p:nvGrpSpPr>
        <p:grpSpPr>
          <a:xfrm>
            <a:off x="6938742" y="4421556"/>
            <a:ext cx="1059735" cy="896233"/>
            <a:chOff x="1792466" y="2749256"/>
            <a:chExt cx="1059735" cy="89623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CDB6ED0-EFBB-963F-37B3-4D32377F0F0C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27F1A78-F4B9-0320-DE1C-4F9791051B9C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27F1A78-F4B9-0320-DE1C-4F9791051B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25F41C9-A0E8-0067-DC64-6121B334C7C9}"/>
              </a:ext>
            </a:extLst>
          </p:cNvPr>
          <p:cNvGrpSpPr/>
          <p:nvPr/>
        </p:nvGrpSpPr>
        <p:grpSpPr>
          <a:xfrm>
            <a:off x="9840398" y="4421556"/>
            <a:ext cx="1059735" cy="896233"/>
            <a:chOff x="1792466" y="2749256"/>
            <a:chExt cx="1059735" cy="89623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7A9CB2E-9D9B-C93F-A30E-C482153A2034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4AE6F4-7ECA-B9AB-CB5F-1CD75260B0D7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4AE6F4-7ECA-B9AB-CB5F-1CD75260B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B78419B-2A6C-4F3B-2E32-DD817A28CDFB}"/>
              </a:ext>
            </a:extLst>
          </p:cNvPr>
          <p:cNvGrpSpPr/>
          <p:nvPr/>
        </p:nvGrpSpPr>
        <p:grpSpPr>
          <a:xfrm>
            <a:off x="4312775" y="4421556"/>
            <a:ext cx="1059735" cy="896233"/>
            <a:chOff x="1792466" y="2749256"/>
            <a:chExt cx="1059735" cy="896233"/>
          </a:xfrm>
          <a:solidFill>
            <a:schemeClr val="bg1"/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8695F72-087A-2182-F2CE-9F141CB65A7C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03A335D-A16C-9362-5193-84AA2C5925FF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11412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03A335D-A16C-9362-5193-84AA2C5925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1141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D1DDC59-2C24-98C8-F303-626917ED6C40}"/>
              </a:ext>
            </a:extLst>
          </p:cNvPr>
          <p:cNvGrpSpPr/>
          <p:nvPr/>
        </p:nvGrpSpPr>
        <p:grpSpPr>
          <a:xfrm>
            <a:off x="6647154" y="4421556"/>
            <a:ext cx="1059735" cy="896233"/>
            <a:chOff x="1792466" y="2749256"/>
            <a:chExt cx="1059735" cy="896233"/>
          </a:xfrm>
          <a:solidFill>
            <a:schemeClr val="bg1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FC6B92D-7252-5FD2-B964-1FB2A6241075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E99B1839-D581-CCBC-3655-8DF9B0C32A18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06475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E99B1839-D581-CCBC-3655-8DF9B0C32A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06475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BEC839A-0C84-6273-1BF0-7B4064A8743D}"/>
              </a:ext>
            </a:extLst>
          </p:cNvPr>
          <p:cNvGrpSpPr/>
          <p:nvPr/>
        </p:nvGrpSpPr>
        <p:grpSpPr>
          <a:xfrm>
            <a:off x="9380654" y="4421555"/>
            <a:ext cx="1059735" cy="896233"/>
            <a:chOff x="1792466" y="2749256"/>
            <a:chExt cx="1059735" cy="896233"/>
          </a:xfrm>
          <a:solidFill>
            <a:schemeClr val="bg1"/>
          </a:solidFill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79C7672-888B-06A1-574C-A346152FAF31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5B6361B6-2A36-080D-DA6B-0B6C77C03CBF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57805" cy="338554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5B6361B6-2A36-080D-DA6B-0B6C77C03C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57805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666083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09954-05DC-26DB-2061-019EF5E87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Server Model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D7CACAD-17A3-88CB-8E53-5F5AB4C65B6F}"/>
              </a:ext>
            </a:extLst>
          </p:cNvPr>
          <p:cNvGrpSpPr/>
          <p:nvPr/>
        </p:nvGrpSpPr>
        <p:grpSpPr>
          <a:xfrm>
            <a:off x="7325292" y="2031630"/>
            <a:ext cx="1059735" cy="896233"/>
            <a:chOff x="1792466" y="2749256"/>
            <a:chExt cx="1059735" cy="89623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4F8109C-6AEB-26C9-1CEE-181FA2C67BDA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7C5618C-942D-46F6-2C0D-3D6766BD9F2C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7C5618C-942D-46F6-2C0D-3D6766BD9F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EF84180-D729-84AF-A172-C3F8C5F2FE0D}"/>
              </a:ext>
            </a:extLst>
          </p:cNvPr>
          <p:cNvSpPr txBox="1"/>
          <p:nvPr/>
        </p:nvSpPr>
        <p:spPr>
          <a:xfrm>
            <a:off x="908344" y="2361695"/>
            <a:ext cx="233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Parameter Server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C1CF46-811F-A1E7-2C90-6B2DBE9A7B23}"/>
              </a:ext>
            </a:extLst>
          </p:cNvPr>
          <p:cNvSpPr txBox="1"/>
          <p:nvPr/>
        </p:nvSpPr>
        <p:spPr>
          <a:xfrm>
            <a:off x="908344" y="4948458"/>
            <a:ext cx="233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Parallel GPUs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7603711-9512-3794-C82C-027FC57BA40A}"/>
              </a:ext>
            </a:extLst>
          </p:cNvPr>
          <p:cNvSpPr/>
          <p:nvPr/>
        </p:nvSpPr>
        <p:spPr>
          <a:xfrm>
            <a:off x="5117007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5F5F0F3-B6E2-2FEA-B67E-46EEDE265937}"/>
              </a:ext>
            </a:extLst>
          </p:cNvPr>
          <p:cNvSpPr/>
          <p:nvPr/>
        </p:nvSpPr>
        <p:spPr>
          <a:xfrm>
            <a:off x="6983150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98AF31B-959B-A6FA-1F51-961E795BD387}"/>
                  </a:ext>
                </a:extLst>
              </p:cNvPr>
              <p:cNvSpPr/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98AF31B-959B-A6FA-1F51-961E795BD3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49939192-5FFA-8B89-38A6-F3636EB77909}"/>
              </a:ext>
            </a:extLst>
          </p:cNvPr>
          <p:cNvGrpSpPr/>
          <p:nvPr/>
        </p:nvGrpSpPr>
        <p:grpSpPr>
          <a:xfrm>
            <a:off x="5036265" y="4421557"/>
            <a:ext cx="1059735" cy="896233"/>
            <a:chOff x="1792466" y="2749256"/>
            <a:chExt cx="1059735" cy="89623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5BC2ECD-31AC-C903-7828-70B124DEEEE4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FD2D7AE-D5FA-1886-F3B2-66CAB0C3A214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FD2D7AE-D5FA-1886-F3B2-66CAB0C3A2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147DF70-8E91-C50F-D7B7-B276579DB39D}"/>
              </a:ext>
            </a:extLst>
          </p:cNvPr>
          <p:cNvGrpSpPr/>
          <p:nvPr/>
        </p:nvGrpSpPr>
        <p:grpSpPr>
          <a:xfrm>
            <a:off x="6938742" y="4421556"/>
            <a:ext cx="1059735" cy="896233"/>
            <a:chOff x="1792466" y="2749256"/>
            <a:chExt cx="1059735" cy="89623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CDB6ED0-EFBB-963F-37B3-4D32377F0F0C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27F1A78-F4B9-0320-DE1C-4F9791051B9C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27F1A78-F4B9-0320-DE1C-4F9791051B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25F41C9-A0E8-0067-DC64-6121B334C7C9}"/>
              </a:ext>
            </a:extLst>
          </p:cNvPr>
          <p:cNvGrpSpPr/>
          <p:nvPr/>
        </p:nvGrpSpPr>
        <p:grpSpPr>
          <a:xfrm>
            <a:off x="9840398" y="4421556"/>
            <a:ext cx="1059735" cy="896233"/>
            <a:chOff x="1792466" y="2749256"/>
            <a:chExt cx="1059735" cy="89623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7A9CB2E-9D9B-C93F-A30E-C482153A2034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4AE6F4-7ECA-B9AB-CB5F-1CD75260B0D7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4AE6F4-7ECA-B9AB-CB5F-1CD75260B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B78419B-2A6C-4F3B-2E32-DD817A28CDFB}"/>
              </a:ext>
            </a:extLst>
          </p:cNvPr>
          <p:cNvGrpSpPr/>
          <p:nvPr/>
        </p:nvGrpSpPr>
        <p:grpSpPr>
          <a:xfrm>
            <a:off x="4312775" y="4421556"/>
            <a:ext cx="1059735" cy="896233"/>
            <a:chOff x="1792466" y="2749256"/>
            <a:chExt cx="1059735" cy="896233"/>
          </a:xfrm>
          <a:solidFill>
            <a:schemeClr val="bg1"/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8695F72-087A-2182-F2CE-9F141CB65A7C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03A335D-A16C-9362-5193-84AA2C5925FF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11412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03A335D-A16C-9362-5193-84AA2C5925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1141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D1DDC59-2C24-98C8-F303-626917ED6C40}"/>
              </a:ext>
            </a:extLst>
          </p:cNvPr>
          <p:cNvGrpSpPr/>
          <p:nvPr/>
        </p:nvGrpSpPr>
        <p:grpSpPr>
          <a:xfrm>
            <a:off x="6647154" y="4421556"/>
            <a:ext cx="1059735" cy="896233"/>
            <a:chOff x="1792466" y="2749256"/>
            <a:chExt cx="1059735" cy="896233"/>
          </a:xfrm>
          <a:solidFill>
            <a:schemeClr val="bg1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FC6B92D-7252-5FD2-B964-1FB2A6241075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E99B1839-D581-CCBC-3655-8DF9B0C32A18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06475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E99B1839-D581-CCBC-3655-8DF9B0C32A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06475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BEC839A-0C84-6273-1BF0-7B4064A8743D}"/>
              </a:ext>
            </a:extLst>
          </p:cNvPr>
          <p:cNvGrpSpPr/>
          <p:nvPr/>
        </p:nvGrpSpPr>
        <p:grpSpPr>
          <a:xfrm>
            <a:off x="9380654" y="4421555"/>
            <a:ext cx="1059735" cy="896233"/>
            <a:chOff x="1792466" y="2749256"/>
            <a:chExt cx="1059735" cy="896233"/>
          </a:xfrm>
          <a:solidFill>
            <a:schemeClr val="bg1"/>
          </a:solidFill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79C7672-888B-06A1-574C-A346152FAF31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5B6361B6-2A36-080D-DA6B-0B6C77C03CBF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57805" cy="338554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5B6361B6-2A36-080D-DA6B-0B6C77C03C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57805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E345606-D992-E1F8-D32C-EB31D590A849}"/>
              </a:ext>
            </a:extLst>
          </p:cNvPr>
          <p:cNvCxnSpPr>
            <a:cxnSpLocks/>
          </p:cNvCxnSpPr>
          <p:nvPr/>
        </p:nvCxnSpPr>
        <p:spPr>
          <a:xfrm flipV="1">
            <a:off x="4922336" y="2652301"/>
            <a:ext cx="1001169" cy="176925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BB9CF74-CC48-BB2A-C80A-47F838EAB06F}"/>
              </a:ext>
            </a:extLst>
          </p:cNvPr>
          <p:cNvCxnSpPr>
            <a:cxnSpLocks/>
          </p:cNvCxnSpPr>
          <p:nvPr/>
        </p:nvCxnSpPr>
        <p:spPr>
          <a:xfrm flipH="1" flipV="1">
            <a:off x="5982071" y="2652301"/>
            <a:ext cx="1224233" cy="176925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7C9730C-A4FE-56C6-F158-6C38B263FBDB}"/>
              </a:ext>
            </a:extLst>
          </p:cNvPr>
          <p:cNvCxnSpPr>
            <a:cxnSpLocks/>
          </p:cNvCxnSpPr>
          <p:nvPr/>
        </p:nvCxnSpPr>
        <p:spPr>
          <a:xfrm flipH="1" flipV="1">
            <a:off x="6154566" y="2731027"/>
            <a:ext cx="3848414" cy="169052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8421950-5039-0D63-7325-0E930374E85A}"/>
                  </a:ext>
                </a:extLst>
              </p:cNvPr>
              <p:cNvSpPr txBox="1"/>
              <p:nvPr/>
            </p:nvSpPr>
            <p:spPr>
              <a:xfrm>
                <a:off x="5481486" y="2236026"/>
                <a:ext cx="9435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8421950-5039-0D63-7325-0E930374E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1486" y="2236026"/>
                <a:ext cx="943537" cy="369332"/>
              </a:xfrm>
              <a:prstGeom prst="rect">
                <a:avLst/>
              </a:prstGeom>
              <a:blipFill>
                <a:blip r:embed="rId10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04417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260EB-84B0-0E3D-B2D7-BC7302D89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E693F-1466-0106-A05A-7F3D6FF70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Server Model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3988631-E942-7453-F5D2-C538685BAAB2}"/>
              </a:ext>
            </a:extLst>
          </p:cNvPr>
          <p:cNvGrpSpPr/>
          <p:nvPr/>
        </p:nvGrpSpPr>
        <p:grpSpPr>
          <a:xfrm>
            <a:off x="7325292" y="2031630"/>
            <a:ext cx="1059735" cy="896233"/>
            <a:chOff x="1792466" y="2749256"/>
            <a:chExt cx="1059735" cy="89623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7BEA102-FE4E-8C49-5C36-077455827EA3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2B99C302-9BD7-1A9C-3102-D5E370235587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7C5618C-942D-46F6-2C0D-3D6766BD9F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F2648C3-F82E-E813-4C4D-6FFF93329F50}"/>
              </a:ext>
            </a:extLst>
          </p:cNvPr>
          <p:cNvSpPr txBox="1"/>
          <p:nvPr/>
        </p:nvSpPr>
        <p:spPr>
          <a:xfrm>
            <a:off x="908344" y="2361695"/>
            <a:ext cx="233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Parameter Server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3A7E31-92CF-91DD-9CA4-0454C21F0A11}"/>
              </a:ext>
            </a:extLst>
          </p:cNvPr>
          <p:cNvSpPr txBox="1"/>
          <p:nvPr/>
        </p:nvSpPr>
        <p:spPr>
          <a:xfrm>
            <a:off x="908344" y="4948458"/>
            <a:ext cx="233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Parallel GPUs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EB8AD83-C3EE-B486-786C-1096F9992F9D}"/>
              </a:ext>
            </a:extLst>
          </p:cNvPr>
          <p:cNvSpPr/>
          <p:nvPr/>
        </p:nvSpPr>
        <p:spPr>
          <a:xfrm>
            <a:off x="5117007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73D2496-D921-EEF8-9A8E-B004C1D5D516}"/>
              </a:ext>
            </a:extLst>
          </p:cNvPr>
          <p:cNvSpPr/>
          <p:nvPr/>
        </p:nvSpPr>
        <p:spPr>
          <a:xfrm>
            <a:off x="6983150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1F5D5CFA-1618-8650-73FE-90AF25ECF99A}"/>
                  </a:ext>
                </a:extLst>
              </p:cNvPr>
              <p:cNvSpPr/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98AF31B-959B-A6FA-1F51-961E795BD3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148DC80A-03B1-C1F3-486A-C695E5E2A46E}"/>
              </a:ext>
            </a:extLst>
          </p:cNvPr>
          <p:cNvGrpSpPr/>
          <p:nvPr/>
        </p:nvGrpSpPr>
        <p:grpSpPr>
          <a:xfrm>
            <a:off x="5036265" y="4421557"/>
            <a:ext cx="1059735" cy="896233"/>
            <a:chOff x="1792466" y="2749256"/>
            <a:chExt cx="1059735" cy="89623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76AED7F-6C37-BC58-4928-13A08E2D4AF1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DD8BDF22-670C-B37F-17DC-186B73E7D9B6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FD2D7AE-D5FA-1886-F3B2-66CAB0C3A2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4C9A5BB-FE6C-7BC0-991D-5B0FC5A87506}"/>
              </a:ext>
            </a:extLst>
          </p:cNvPr>
          <p:cNvGrpSpPr/>
          <p:nvPr/>
        </p:nvGrpSpPr>
        <p:grpSpPr>
          <a:xfrm>
            <a:off x="6938742" y="4421556"/>
            <a:ext cx="1059735" cy="896233"/>
            <a:chOff x="1792466" y="2749256"/>
            <a:chExt cx="1059735" cy="89623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66B2D13-3F41-CA2A-9951-50BD3FF98AE7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0D836680-D4C1-8332-4F76-CCC40818BD73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27F1A78-F4B9-0320-DE1C-4F9791051B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98E5906-FB21-3661-FBD5-1CC556842378}"/>
              </a:ext>
            </a:extLst>
          </p:cNvPr>
          <p:cNvGrpSpPr/>
          <p:nvPr/>
        </p:nvGrpSpPr>
        <p:grpSpPr>
          <a:xfrm>
            <a:off x="9840398" y="4421556"/>
            <a:ext cx="1059735" cy="896233"/>
            <a:chOff x="1792466" y="2749256"/>
            <a:chExt cx="1059735" cy="89623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6E15D0B-B22A-69A8-5468-200693A7698C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F1E33EB0-0401-A243-6EF4-2BDA5B4F4CD5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4AE6F4-7ECA-B9AB-CB5F-1CD75260B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0B8E42B-3E78-4775-0476-F467CBA32F39}"/>
              </a:ext>
            </a:extLst>
          </p:cNvPr>
          <p:cNvGrpSpPr/>
          <p:nvPr/>
        </p:nvGrpSpPr>
        <p:grpSpPr>
          <a:xfrm>
            <a:off x="4312775" y="4421556"/>
            <a:ext cx="1059735" cy="896233"/>
            <a:chOff x="1792466" y="2749256"/>
            <a:chExt cx="1059735" cy="896233"/>
          </a:xfrm>
          <a:solidFill>
            <a:schemeClr val="bg1"/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7DC4AB8-522B-9EA2-D9A1-7ECB6D7D4FC0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EBF9A69-9727-D460-6241-7E3499671DA4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11412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03A335D-A16C-9362-5193-84AA2C5925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1141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4B3279B-24DD-9F36-977D-5FEA53A7314B}"/>
              </a:ext>
            </a:extLst>
          </p:cNvPr>
          <p:cNvGrpSpPr/>
          <p:nvPr/>
        </p:nvGrpSpPr>
        <p:grpSpPr>
          <a:xfrm>
            <a:off x="6647154" y="4421556"/>
            <a:ext cx="1059735" cy="896233"/>
            <a:chOff x="1792466" y="2749256"/>
            <a:chExt cx="1059735" cy="896233"/>
          </a:xfrm>
          <a:solidFill>
            <a:schemeClr val="bg1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6CF4FB2-B662-4074-65D8-5429387D5439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7394A261-B9E9-069C-E908-AE77015EF95B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06475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E99B1839-D581-CCBC-3655-8DF9B0C32A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06475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6158A6A-3D24-0BC3-943A-48F19C8B89CB}"/>
              </a:ext>
            </a:extLst>
          </p:cNvPr>
          <p:cNvGrpSpPr/>
          <p:nvPr/>
        </p:nvGrpSpPr>
        <p:grpSpPr>
          <a:xfrm>
            <a:off x="9380654" y="4421555"/>
            <a:ext cx="1059735" cy="896233"/>
            <a:chOff x="1792466" y="2749256"/>
            <a:chExt cx="1059735" cy="896233"/>
          </a:xfrm>
          <a:solidFill>
            <a:schemeClr val="bg1"/>
          </a:solidFill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DAC1B5E-912C-68A9-0A6F-7CDD33926BDA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4B21BFF7-E84F-09A8-74F2-99888AF5C51A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57805" cy="338554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5B6361B6-2A36-080D-DA6B-0B6C77C03C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57805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CF026CA-7D26-E1E2-F874-39B2B986A0B2}"/>
              </a:ext>
            </a:extLst>
          </p:cNvPr>
          <p:cNvCxnSpPr>
            <a:cxnSpLocks/>
          </p:cNvCxnSpPr>
          <p:nvPr/>
        </p:nvCxnSpPr>
        <p:spPr>
          <a:xfrm flipV="1">
            <a:off x="4922336" y="2652301"/>
            <a:ext cx="1001169" cy="176925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00C1F3B-E2B6-56D3-4454-1AE3AA2C2952}"/>
              </a:ext>
            </a:extLst>
          </p:cNvPr>
          <p:cNvCxnSpPr>
            <a:cxnSpLocks/>
          </p:cNvCxnSpPr>
          <p:nvPr/>
        </p:nvCxnSpPr>
        <p:spPr>
          <a:xfrm flipH="1" flipV="1">
            <a:off x="5982071" y="2652301"/>
            <a:ext cx="1224233" cy="176925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5BB09DB-2C12-F26E-3320-6CE45E6272E9}"/>
              </a:ext>
            </a:extLst>
          </p:cNvPr>
          <p:cNvCxnSpPr>
            <a:cxnSpLocks/>
          </p:cNvCxnSpPr>
          <p:nvPr/>
        </p:nvCxnSpPr>
        <p:spPr>
          <a:xfrm flipH="1" flipV="1">
            <a:off x="6154566" y="2731027"/>
            <a:ext cx="3848414" cy="169052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930B905-9B8B-8DF8-4E98-2184F9F314A1}"/>
                  </a:ext>
                </a:extLst>
              </p:cNvPr>
              <p:cNvSpPr txBox="1"/>
              <p:nvPr/>
            </p:nvSpPr>
            <p:spPr>
              <a:xfrm>
                <a:off x="5481486" y="2236026"/>
                <a:ext cx="9435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8421950-5039-0D63-7325-0E930374E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1486" y="2236026"/>
                <a:ext cx="943537" cy="369332"/>
              </a:xfrm>
              <a:prstGeom prst="rect">
                <a:avLst/>
              </a:prstGeom>
              <a:blipFill>
                <a:blip r:embed="rId10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F7BE1B35-99D9-F077-B1DB-B558EF8EDD32}"/>
              </a:ext>
            </a:extLst>
          </p:cNvPr>
          <p:cNvSpPr txBox="1"/>
          <p:nvPr/>
        </p:nvSpPr>
        <p:spPr>
          <a:xfrm>
            <a:off x="854795" y="2944227"/>
            <a:ext cx="383766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operation of collecting data from different processors and aggregating them is called </a:t>
            </a:r>
            <a:r>
              <a:rPr lang="en-US" b="1" dirty="0"/>
              <a:t>Reduce</a:t>
            </a:r>
            <a:r>
              <a:rPr lang="en-US" dirty="0"/>
              <a:t> – We will discuss more when we discuss cluster of accelerators</a:t>
            </a:r>
          </a:p>
        </p:txBody>
      </p:sp>
    </p:spTree>
    <p:extLst>
      <p:ext uri="{BB962C8B-B14F-4D97-AF65-F5344CB8AC3E}">
        <p14:creationId xmlns:p14="http://schemas.microsoft.com/office/powerpoint/2010/main" val="20880613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09954-05DC-26DB-2061-019EF5E87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Server Model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D7CACAD-17A3-88CB-8E53-5F5AB4C65B6F}"/>
              </a:ext>
            </a:extLst>
          </p:cNvPr>
          <p:cNvGrpSpPr/>
          <p:nvPr/>
        </p:nvGrpSpPr>
        <p:grpSpPr>
          <a:xfrm>
            <a:off x="7325292" y="2031630"/>
            <a:ext cx="1059735" cy="896233"/>
            <a:chOff x="1792466" y="2749256"/>
            <a:chExt cx="1059735" cy="89623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4F8109C-6AEB-26C9-1CEE-181FA2C67BDA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7C5618C-942D-46F6-2C0D-3D6766BD9F2C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164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7C5618C-942D-46F6-2C0D-3D6766BD9F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16488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EF84180-D729-84AF-A172-C3F8C5F2FE0D}"/>
              </a:ext>
            </a:extLst>
          </p:cNvPr>
          <p:cNvSpPr txBox="1"/>
          <p:nvPr/>
        </p:nvSpPr>
        <p:spPr>
          <a:xfrm>
            <a:off x="908344" y="2361695"/>
            <a:ext cx="233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Parameter Server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C1CF46-811F-A1E7-2C90-6B2DBE9A7B23}"/>
              </a:ext>
            </a:extLst>
          </p:cNvPr>
          <p:cNvSpPr txBox="1"/>
          <p:nvPr/>
        </p:nvSpPr>
        <p:spPr>
          <a:xfrm>
            <a:off x="908344" y="4948458"/>
            <a:ext cx="233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Parallel GPUs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7603711-9512-3794-C82C-027FC57BA40A}"/>
              </a:ext>
            </a:extLst>
          </p:cNvPr>
          <p:cNvSpPr/>
          <p:nvPr/>
        </p:nvSpPr>
        <p:spPr>
          <a:xfrm>
            <a:off x="5117007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5F5F0F3-B6E2-2FEA-B67E-46EEDE265937}"/>
              </a:ext>
            </a:extLst>
          </p:cNvPr>
          <p:cNvSpPr/>
          <p:nvPr/>
        </p:nvSpPr>
        <p:spPr>
          <a:xfrm>
            <a:off x="6983150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98AF31B-959B-A6FA-1F51-961E795BD387}"/>
                  </a:ext>
                </a:extLst>
              </p:cNvPr>
              <p:cNvSpPr/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98AF31B-959B-A6FA-1F51-961E795BD3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49939192-5FFA-8B89-38A6-F3636EB77909}"/>
              </a:ext>
            </a:extLst>
          </p:cNvPr>
          <p:cNvGrpSpPr/>
          <p:nvPr/>
        </p:nvGrpSpPr>
        <p:grpSpPr>
          <a:xfrm>
            <a:off x="5036265" y="4421557"/>
            <a:ext cx="1059735" cy="896233"/>
            <a:chOff x="1792466" y="2749256"/>
            <a:chExt cx="1059735" cy="89623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5BC2ECD-31AC-C903-7828-70B124DEEEE4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FD2D7AE-D5FA-1886-F3B2-66CAB0C3A214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FD2D7AE-D5FA-1886-F3B2-66CAB0C3A2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147DF70-8E91-C50F-D7B7-B276579DB39D}"/>
              </a:ext>
            </a:extLst>
          </p:cNvPr>
          <p:cNvGrpSpPr/>
          <p:nvPr/>
        </p:nvGrpSpPr>
        <p:grpSpPr>
          <a:xfrm>
            <a:off x="6938742" y="4421556"/>
            <a:ext cx="1059735" cy="896233"/>
            <a:chOff x="1792466" y="2749256"/>
            <a:chExt cx="1059735" cy="89623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CDB6ED0-EFBB-963F-37B3-4D32377F0F0C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27F1A78-F4B9-0320-DE1C-4F9791051B9C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27F1A78-F4B9-0320-DE1C-4F9791051B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25F41C9-A0E8-0067-DC64-6121B334C7C9}"/>
              </a:ext>
            </a:extLst>
          </p:cNvPr>
          <p:cNvGrpSpPr/>
          <p:nvPr/>
        </p:nvGrpSpPr>
        <p:grpSpPr>
          <a:xfrm>
            <a:off x="9840398" y="4421556"/>
            <a:ext cx="1059735" cy="896233"/>
            <a:chOff x="1792466" y="2749256"/>
            <a:chExt cx="1059735" cy="89623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7A9CB2E-9D9B-C93F-A30E-C482153A2034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4AE6F4-7ECA-B9AB-CB5F-1CD75260B0D7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4AE6F4-7ECA-B9AB-CB5F-1CD75260B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658014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09954-05DC-26DB-2061-019EF5E87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Server Model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D7CACAD-17A3-88CB-8E53-5F5AB4C65B6F}"/>
              </a:ext>
            </a:extLst>
          </p:cNvPr>
          <p:cNvGrpSpPr/>
          <p:nvPr/>
        </p:nvGrpSpPr>
        <p:grpSpPr>
          <a:xfrm>
            <a:off x="7325292" y="2031630"/>
            <a:ext cx="1059735" cy="896233"/>
            <a:chOff x="1792466" y="2749256"/>
            <a:chExt cx="1059735" cy="89623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4F8109C-6AEB-26C9-1CEE-181FA2C67BDA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7C5618C-942D-46F6-2C0D-3D6766BD9F2C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164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7C5618C-942D-46F6-2C0D-3D6766BD9F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16488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EF84180-D729-84AF-A172-C3F8C5F2FE0D}"/>
              </a:ext>
            </a:extLst>
          </p:cNvPr>
          <p:cNvSpPr txBox="1"/>
          <p:nvPr/>
        </p:nvSpPr>
        <p:spPr>
          <a:xfrm>
            <a:off x="908344" y="2361695"/>
            <a:ext cx="233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Parameter Server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C1CF46-811F-A1E7-2C90-6B2DBE9A7B23}"/>
              </a:ext>
            </a:extLst>
          </p:cNvPr>
          <p:cNvSpPr txBox="1"/>
          <p:nvPr/>
        </p:nvSpPr>
        <p:spPr>
          <a:xfrm>
            <a:off x="908344" y="4948458"/>
            <a:ext cx="233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Parallel GPUs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7603711-9512-3794-C82C-027FC57BA40A}"/>
              </a:ext>
            </a:extLst>
          </p:cNvPr>
          <p:cNvSpPr/>
          <p:nvPr/>
        </p:nvSpPr>
        <p:spPr>
          <a:xfrm>
            <a:off x="5117007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5F5F0F3-B6E2-2FEA-B67E-46EEDE265937}"/>
              </a:ext>
            </a:extLst>
          </p:cNvPr>
          <p:cNvSpPr/>
          <p:nvPr/>
        </p:nvSpPr>
        <p:spPr>
          <a:xfrm>
            <a:off x="6983150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98AF31B-959B-A6FA-1F51-961E795BD387}"/>
                  </a:ext>
                </a:extLst>
              </p:cNvPr>
              <p:cNvSpPr/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98AF31B-959B-A6FA-1F51-961E795BD3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49939192-5FFA-8B89-38A6-F3636EB77909}"/>
              </a:ext>
            </a:extLst>
          </p:cNvPr>
          <p:cNvGrpSpPr/>
          <p:nvPr/>
        </p:nvGrpSpPr>
        <p:grpSpPr>
          <a:xfrm>
            <a:off x="5036265" y="4421557"/>
            <a:ext cx="1059735" cy="896233"/>
            <a:chOff x="1792466" y="2749256"/>
            <a:chExt cx="1059735" cy="89623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5BC2ECD-31AC-C903-7828-70B124DEEEE4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FD2D7AE-D5FA-1886-F3B2-66CAB0C3A214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164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FD2D7AE-D5FA-1886-F3B2-66CAB0C3A2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16488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147DF70-8E91-C50F-D7B7-B276579DB39D}"/>
              </a:ext>
            </a:extLst>
          </p:cNvPr>
          <p:cNvGrpSpPr/>
          <p:nvPr/>
        </p:nvGrpSpPr>
        <p:grpSpPr>
          <a:xfrm>
            <a:off x="6938742" y="4421556"/>
            <a:ext cx="1059735" cy="896233"/>
            <a:chOff x="1792466" y="2749256"/>
            <a:chExt cx="1059735" cy="89623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CDB6ED0-EFBB-963F-37B3-4D32377F0F0C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27F1A78-F4B9-0320-DE1C-4F9791051B9C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164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27F1A78-F4B9-0320-DE1C-4F9791051B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16488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25F41C9-A0E8-0067-DC64-6121B334C7C9}"/>
              </a:ext>
            </a:extLst>
          </p:cNvPr>
          <p:cNvGrpSpPr/>
          <p:nvPr/>
        </p:nvGrpSpPr>
        <p:grpSpPr>
          <a:xfrm>
            <a:off x="9840398" y="4421556"/>
            <a:ext cx="1059735" cy="896233"/>
            <a:chOff x="1792466" y="2749256"/>
            <a:chExt cx="1059735" cy="89623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7A9CB2E-9D9B-C93F-A30E-C482153A2034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4AE6F4-7ECA-B9AB-CB5F-1CD75260B0D7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164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4AE6F4-7ECA-B9AB-CB5F-1CD75260B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16488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C387B47-3C69-2C1A-F66E-CA0DD33A80A5}"/>
              </a:ext>
            </a:extLst>
          </p:cNvPr>
          <p:cNvCxnSpPr/>
          <p:nvPr/>
        </p:nvCxnSpPr>
        <p:spPr>
          <a:xfrm flipH="1">
            <a:off x="5566133" y="2927863"/>
            <a:ext cx="2289027" cy="149369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3B82212-EB93-AFB1-B9EB-C499BDE1A9FE}"/>
              </a:ext>
            </a:extLst>
          </p:cNvPr>
          <p:cNvCxnSpPr>
            <a:cxnSpLocks/>
          </p:cNvCxnSpPr>
          <p:nvPr/>
        </p:nvCxnSpPr>
        <p:spPr>
          <a:xfrm flipH="1">
            <a:off x="7419155" y="2927863"/>
            <a:ext cx="436005" cy="149369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70C5EFD-97B3-AC0C-D270-730886F7AA08}"/>
              </a:ext>
            </a:extLst>
          </p:cNvPr>
          <p:cNvCxnSpPr>
            <a:cxnSpLocks/>
          </p:cNvCxnSpPr>
          <p:nvPr/>
        </p:nvCxnSpPr>
        <p:spPr>
          <a:xfrm>
            <a:off x="7855160" y="2927863"/>
            <a:ext cx="2515105" cy="149369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94116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6F43F-8C53-8985-6858-E26103476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764BA-A1D0-0056-B410-C5B80641B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Server Model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67F08D1-8859-BEAE-6BDB-00C0D61A1E84}"/>
              </a:ext>
            </a:extLst>
          </p:cNvPr>
          <p:cNvGrpSpPr/>
          <p:nvPr/>
        </p:nvGrpSpPr>
        <p:grpSpPr>
          <a:xfrm>
            <a:off x="7325292" y="2031630"/>
            <a:ext cx="1059735" cy="896233"/>
            <a:chOff x="1792466" y="2749256"/>
            <a:chExt cx="1059735" cy="89623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AEB1FBE-32FD-3170-B07B-B3E080EA9666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2543F3AD-B946-9CE5-EB30-0C62C9E8EE3A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164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7C5618C-942D-46F6-2C0D-3D6766BD9F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16488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F4E6281-E4A1-8592-B7DC-314A233C3112}"/>
              </a:ext>
            </a:extLst>
          </p:cNvPr>
          <p:cNvSpPr txBox="1"/>
          <p:nvPr/>
        </p:nvSpPr>
        <p:spPr>
          <a:xfrm>
            <a:off x="908344" y="2361695"/>
            <a:ext cx="233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Parameter Server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EF904D-5085-2FE0-A006-734EC5EB1CB2}"/>
              </a:ext>
            </a:extLst>
          </p:cNvPr>
          <p:cNvSpPr txBox="1"/>
          <p:nvPr/>
        </p:nvSpPr>
        <p:spPr>
          <a:xfrm>
            <a:off x="908344" y="4948458"/>
            <a:ext cx="233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Parallel GPUs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DE56529-3A04-DE67-CD11-A2416C9FC773}"/>
              </a:ext>
            </a:extLst>
          </p:cNvPr>
          <p:cNvSpPr/>
          <p:nvPr/>
        </p:nvSpPr>
        <p:spPr>
          <a:xfrm>
            <a:off x="5117007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E47964F-2E74-0D6F-7CF0-0A5382EB704D}"/>
              </a:ext>
            </a:extLst>
          </p:cNvPr>
          <p:cNvSpPr/>
          <p:nvPr/>
        </p:nvSpPr>
        <p:spPr>
          <a:xfrm>
            <a:off x="6983150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FC7EAEDA-6F44-D092-F31B-53FC60275476}"/>
                  </a:ext>
                </a:extLst>
              </p:cNvPr>
              <p:cNvSpPr/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98AF31B-959B-A6FA-1F51-961E795BD3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9C069215-0FC9-6CD3-B525-6B585F4B7F57}"/>
              </a:ext>
            </a:extLst>
          </p:cNvPr>
          <p:cNvGrpSpPr/>
          <p:nvPr/>
        </p:nvGrpSpPr>
        <p:grpSpPr>
          <a:xfrm>
            <a:off x="5036265" y="4421557"/>
            <a:ext cx="1059735" cy="896233"/>
            <a:chOff x="1792466" y="2749256"/>
            <a:chExt cx="1059735" cy="89623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E16BCE4-B05F-ED9E-8493-25854ED414A2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296DFF0-6554-2B00-99BA-44FA3E48A57A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164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FD2D7AE-D5FA-1886-F3B2-66CAB0C3A2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16488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43BEF00-CDDC-41D7-7BB3-6CCD95450379}"/>
              </a:ext>
            </a:extLst>
          </p:cNvPr>
          <p:cNvGrpSpPr/>
          <p:nvPr/>
        </p:nvGrpSpPr>
        <p:grpSpPr>
          <a:xfrm>
            <a:off x="6938742" y="4421556"/>
            <a:ext cx="1059735" cy="896233"/>
            <a:chOff x="1792466" y="2749256"/>
            <a:chExt cx="1059735" cy="89623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C41669F-567E-0952-C578-C7AB9FE9AB9F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A4C563BD-7115-8186-603F-AE59FA9C40A4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164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27F1A78-F4B9-0320-DE1C-4F9791051B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16488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01036A9-5A43-13A4-3223-AB2D8F6FAB98}"/>
              </a:ext>
            </a:extLst>
          </p:cNvPr>
          <p:cNvGrpSpPr/>
          <p:nvPr/>
        </p:nvGrpSpPr>
        <p:grpSpPr>
          <a:xfrm>
            <a:off x="9840398" y="4421556"/>
            <a:ext cx="1059735" cy="896233"/>
            <a:chOff x="1792466" y="2749256"/>
            <a:chExt cx="1059735" cy="89623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E972BF2-334B-C8A5-6254-E7CF5C7BBF2F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D3025BC8-B8BC-D648-6CFE-448C4F8FDBD6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164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4AE6F4-7ECA-B9AB-CB5F-1CD75260B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16488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FB3F82E-6B41-0EBE-BD0E-935FA5ADA935}"/>
              </a:ext>
            </a:extLst>
          </p:cNvPr>
          <p:cNvCxnSpPr/>
          <p:nvPr/>
        </p:nvCxnSpPr>
        <p:spPr>
          <a:xfrm flipH="1">
            <a:off x="5566133" y="2927863"/>
            <a:ext cx="2289027" cy="149369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123EC06-33CE-9CC0-D75B-21D148BDDEFF}"/>
              </a:ext>
            </a:extLst>
          </p:cNvPr>
          <p:cNvCxnSpPr>
            <a:cxnSpLocks/>
          </p:cNvCxnSpPr>
          <p:nvPr/>
        </p:nvCxnSpPr>
        <p:spPr>
          <a:xfrm flipH="1">
            <a:off x="7419155" y="2927863"/>
            <a:ext cx="436005" cy="149369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372C0B2-E5DD-5364-A763-7DE33CE4F66D}"/>
              </a:ext>
            </a:extLst>
          </p:cNvPr>
          <p:cNvCxnSpPr>
            <a:cxnSpLocks/>
          </p:cNvCxnSpPr>
          <p:nvPr/>
        </p:nvCxnSpPr>
        <p:spPr>
          <a:xfrm>
            <a:off x="7855160" y="2927863"/>
            <a:ext cx="2515105" cy="149369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0786541-5D98-9522-5CA5-4B650CD6E7E5}"/>
              </a:ext>
            </a:extLst>
          </p:cNvPr>
          <p:cNvSpPr txBox="1"/>
          <p:nvPr/>
        </p:nvSpPr>
        <p:spPr>
          <a:xfrm>
            <a:off x="854795" y="2944227"/>
            <a:ext cx="383766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operation of sending the same data from a single source to different processors is called </a:t>
            </a:r>
            <a:r>
              <a:rPr lang="en-US" b="1" dirty="0"/>
              <a:t>Broadcast</a:t>
            </a:r>
            <a:r>
              <a:rPr lang="en-US" dirty="0"/>
              <a:t> – We will discuss more when we discuss cluster of accelerators</a:t>
            </a:r>
          </a:p>
        </p:txBody>
      </p:sp>
    </p:spTree>
    <p:extLst>
      <p:ext uri="{BB962C8B-B14F-4D97-AF65-F5344CB8AC3E}">
        <p14:creationId xmlns:p14="http://schemas.microsoft.com/office/powerpoint/2010/main" val="30046131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05B6B-8ED0-8258-28B8-123282B95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Parallel Training of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B33FE-D071-984D-27E1-2A5C61DAF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10845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How do we synchronize?</a:t>
            </a:r>
          </a:p>
          <a:p>
            <a:endParaRPr lang="en-US" dirty="0"/>
          </a:p>
          <a:p>
            <a:r>
              <a:rPr lang="en-US" dirty="0"/>
              <a:t>Model #2: All-reduce based Synchronization</a:t>
            </a:r>
          </a:p>
          <a:p>
            <a:endParaRPr lang="en-US" dirty="0"/>
          </a:p>
          <a:p>
            <a:r>
              <a:rPr lang="en-US" dirty="0"/>
              <a:t>No dedicated parameter server. Each worker calculates the gradients and broadcasts it to all other workers</a:t>
            </a:r>
          </a:p>
          <a:p>
            <a:r>
              <a:rPr lang="en-US" dirty="0"/>
              <a:t>Each worker aggregates the gradients collected by all other workers and performs the update step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1CE9CD-892D-5044-EBF3-B7FA65F84493}"/>
              </a:ext>
            </a:extLst>
          </p:cNvPr>
          <p:cNvSpPr txBox="1"/>
          <p:nvPr/>
        </p:nvSpPr>
        <p:spPr>
          <a:xfrm>
            <a:off x="6715125" y="4505325"/>
            <a:ext cx="51027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Iandola</a:t>
            </a:r>
            <a:r>
              <a:rPr lang="en-US" sz="1600" dirty="0"/>
              <a:t>, F. N., </a:t>
            </a:r>
            <a:r>
              <a:rPr lang="en-US" sz="1600" dirty="0" err="1"/>
              <a:t>Moskewicz</a:t>
            </a:r>
            <a:r>
              <a:rPr lang="en-US" sz="1600" dirty="0"/>
              <a:t>, M. W., Ashraf, K., &amp; </a:t>
            </a:r>
            <a:r>
              <a:rPr lang="en-US" sz="1600" dirty="0" err="1"/>
              <a:t>Keutzer</a:t>
            </a:r>
            <a:r>
              <a:rPr lang="en-US" sz="1600" dirty="0"/>
              <a:t>, K. (2016). </a:t>
            </a:r>
            <a:r>
              <a:rPr lang="en-US" sz="1600" dirty="0" err="1"/>
              <a:t>Firecaffe</a:t>
            </a:r>
            <a:r>
              <a:rPr lang="en-US" sz="1600" dirty="0"/>
              <a:t>: near-linear acceleration of deep neural network training on compute clusters. In </a:t>
            </a:r>
            <a:r>
              <a:rPr lang="en-US" sz="1600" i="1" dirty="0"/>
              <a:t>Proceedings of the IEEE conference on computer vision and pattern recognition</a:t>
            </a:r>
            <a:r>
              <a:rPr lang="en-US" sz="1600" dirty="0"/>
              <a:t> (pp. 2592-2600).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6DBC8A-3524-B17C-4385-48BCB4A8D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25" y="1569395"/>
            <a:ext cx="4793790" cy="2621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6338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D718D-90C1-C272-0AD7-F8CFA104A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Reduce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7A5BD-879A-07E7-578D-76B69B2E6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810" y="1619734"/>
            <a:ext cx="10515600" cy="869130"/>
          </a:xfrm>
        </p:spPr>
        <p:txBody>
          <a:bodyPr/>
          <a:lstStyle/>
          <a:p>
            <a:r>
              <a:rPr lang="en-US" dirty="0"/>
              <a:t>Each processor collects data from all the other processors and performs a reduce operation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64E85C9-B3A3-ECED-1FE3-CC8E94C7B402}"/>
              </a:ext>
            </a:extLst>
          </p:cNvPr>
          <p:cNvSpPr/>
          <p:nvPr/>
        </p:nvSpPr>
        <p:spPr>
          <a:xfrm>
            <a:off x="2809812" y="499286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C78D5A3-FD0B-8E73-B458-EFC64BB8DE74}"/>
              </a:ext>
            </a:extLst>
          </p:cNvPr>
          <p:cNvSpPr/>
          <p:nvPr/>
        </p:nvSpPr>
        <p:spPr>
          <a:xfrm>
            <a:off x="4675955" y="499286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F0F58D8D-8FB4-4599-A436-C476509EB2C8}"/>
                  </a:ext>
                </a:extLst>
              </p:cNvPr>
              <p:cNvSpPr/>
              <p:nvPr/>
            </p:nvSpPr>
            <p:spPr>
              <a:xfrm>
                <a:off x="7383829" y="4992866"/>
                <a:ext cx="1027439" cy="73273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F0F58D8D-8FB4-4599-A436-C476509EB2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3829" y="4992866"/>
                <a:ext cx="1027439" cy="7327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DE44ACC-9050-7252-046B-20093EA2CE9A}"/>
                  </a:ext>
                </a:extLst>
              </p:cNvPr>
              <p:cNvSpPr/>
              <p:nvPr/>
            </p:nvSpPr>
            <p:spPr>
              <a:xfrm>
                <a:off x="2918813" y="4369137"/>
                <a:ext cx="563174" cy="46628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DE44ACC-9050-7252-046B-20093EA2CE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8813" y="4369137"/>
                <a:ext cx="563174" cy="4662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9A88378-0FA8-83A2-3253-3AA37CEEB22D}"/>
                  </a:ext>
                </a:extLst>
              </p:cNvPr>
              <p:cNvSpPr/>
              <p:nvPr/>
            </p:nvSpPr>
            <p:spPr>
              <a:xfrm>
                <a:off x="4793534" y="4369137"/>
                <a:ext cx="563174" cy="46628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9A88378-0FA8-83A2-3253-3AA37CEEB2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3534" y="4369137"/>
                <a:ext cx="563174" cy="4662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10A9B1A-8B7B-3E7B-7AD9-D6BD37297CC6}"/>
                  </a:ext>
                </a:extLst>
              </p:cNvPr>
              <p:cNvSpPr/>
              <p:nvPr/>
            </p:nvSpPr>
            <p:spPr>
              <a:xfrm>
                <a:off x="7615961" y="4369137"/>
                <a:ext cx="563174" cy="46628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10A9B1A-8B7B-3E7B-7AD9-D6BD37297C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5961" y="4369137"/>
                <a:ext cx="563174" cy="466284"/>
              </a:xfrm>
              <a:prstGeom prst="rect">
                <a:avLst/>
              </a:prstGeom>
              <a:blipFill>
                <a:blip r:embed="rId5"/>
                <a:stretch>
                  <a:fillRect l="-526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5DA88C6C-CCF5-4B8E-ED61-15FE0E2E2AD6}"/>
              </a:ext>
            </a:extLst>
          </p:cNvPr>
          <p:cNvSpPr txBox="1"/>
          <p:nvPr/>
        </p:nvSpPr>
        <p:spPr>
          <a:xfrm>
            <a:off x="6213075" y="5096600"/>
            <a:ext cx="749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41839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BE9D0-1AC8-669E-0D61-BA8A2B603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83E69-95B3-7991-6805-C9EE0D6E7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Reduce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F6B68-AC5C-E8EF-B8DB-6AFB3B537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810" y="1619734"/>
            <a:ext cx="10515600" cy="869130"/>
          </a:xfrm>
        </p:spPr>
        <p:txBody>
          <a:bodyPr/>
          <a:lstStyle/>
          <a:p>
            <a:r>
              <a:rPr lang="en-US" dirty="0"/>
              <a:t>Each processor collects data from all the other processors and performs a reduce operation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2F90A66-A549-13B0-914A-8159E0153387}"/>
              </a:ext>
            </a:extLst>
          </p:cNvPr>
          <p:cNvSpPr/>
          <p:nvPr/>
        </p:nvSpPr>
        <p:spPr>
          <a:xfrm>
            <a:off x="2809812" y="499286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ACA7582-4D28-B2CE-68E6-F0DB111FE532}"/>
              </a:ext>
            </a:extLst>
          </p:cNvPr>
          <p:cNvSpPr/>
          <p:nvPr/>
        </p:nvSpPr>
        <p:spPr>
          <a:xfrm>
            <a:off x="4675955" y="499286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43AF6F13-785E-D421-A225-F786610CB12D}"/>
                  </a:ext>
                </a:extLst>
              </p:cNvPr>
              <p:cNvSpPr/>
              <p:nvPr/>
            </p:nvSpPr>
            <p:spPr>
              <a:xfrm>
                <a:off x="7383829" y="4992866"/>
                <a:ext cx="1027439" cy="73273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43AF6F13-785E-D421-A225-F786610CB1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3829" y="4992866"/>
                <a:ext cx="1027439" cy="7327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45D50A9-893F-732B-01EE-27395660C38F}"/>
                  </a:ext>
                </a:extLst>
              </p:cNvPr>
              <p:cNvSpPr/>
              <p:nvPr/>
            </p:nvSpPr>
            <p:spPr>
              <a:xfrm>
                <a:off x="2918813" y="4422156"/>
                <a:ext cx="563174" cy="46628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45D50A9-893F-732B-01EE-27395660C3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8813" y="4422156"/>
                <a:ext cx="563174" cy="4662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E929386-83C7-945F-567D-5DCAF73D6261}"/>
                  </a:ext>
                </a:extLst>
              </p:cNvPr>
              <p:cNvSpPr/>
              <p:nvPr/>
            </p:nvSpPr>
            <p:spPr>
              <a:xfrm>
                <a:off x="2918813" y="3955872"/>
                <a:ext cx="563174" cy="46628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E929386-83C7-945F-567D-5DCAF73D62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8813" y="3955872"/>
                <a:ext cx="563174" cy="4662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CEC3A5D-EEA0-E08D-EAFD-574909A05A97}"/>
                  </a:ext>
                </a:extLst>
              </p:cNvPr>
              <p:cNvSpPr/>
              <p:nvPr/>
            </p:nvSpPr>
            <p:spPr>
              <a:xfrm>
                <a:off x="2918813" y="2703871"/>
                <a:ext cx="563174" cy="46628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CEC3A5D-EEA0-E08D-EAFD-574909A05A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8813" y="2703871"/>
                <a:ext cx="563174" cy="466284"/>
              </a:xfrm>
              <a:prstGeom prst="rect">
                <a:avLst/>
              </a:prstGeom>
              <a:blipFill>
                <a:blip r:embed="rId5"/>
                <a:stretch>
                  <a:fillRect l="-531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C0AA00D4-1496-CAF2-057A-2F02B481EDEA}"/>
              </a:ext>
            </a:extLst>
          </p:cNvPr>
          <p:cNvSpPr txBox="1"/>
          <p:nvPr/>
        </p:nvSpPr>
        <p:spPr>
          <a:xfrm>
            <a:off x="6091206" y="5174565"/>
            <a:ext cx="749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F422E7-223A-7C83-BA53-F3837940F713}"/>
              </a:ext>
            </a:extLst>
          </p:cNvPr>
          <p:cNvSpPr txBox="1"/>
          <p:nvPr/>
        </p:nvSpPr>
        <p:spPr>
          <a:xfrm>
            <a:off x="2809812" y="3375319"/>
            <a:ext cx="749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2CA2C51-E632-A983-6B69-1D1A6B83C0A1}"/>
                  </a:ext>
                </a:extLst>
              </p:cNvPr>
              <p:cNvSpPr/>
              <p:nvPr/>
            </p:nvSpPr>
            <p:spPr>
              <a:xfrm>
                <a:off x="4784956" y="4424410"/>
                <a:ext cx="563174" cy="46628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2CA2C51-E632-A983-6B69-1D1A6B83C0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4956" y="4424410"/>
                <a:ext cx="563174" cy="46628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C501EA7-B402-AAFE-C16F-2F90D01D8FBE}"/>
                  </a:ext>
                </a:extLst>
              </p:cNvPr>
              <p:cNvSpPr/>
              <p:nvPr/>
            </p:nvSpPr>
            <p:spPr>
              <a:xfrm>
                <a:off x="4784956" y="3958126"/>
                <a:ext cx="563174" cy="46628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C501EA7-B402-AAFE-C16F-2F90D01D8F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4956" y="3958126"/>
                <a:ext cx="563174" cy="46628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FBF52BE-3ADB-2992-8029-E751C0F43641}"/>
                  </a:ext>
                </a:extLst>
              </p:cNvPr>
              <p:cNvSpPr/>
              <p:nvPr/>
            </p:nvSpPr>
            <p:spPr>
              <a:xfrm>
                <a:off x="4784956" y="2706125"/>
                <a:ext cx="563174" cy="46628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FBF52BE-3ADB-2992-8029-E751C0F436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4956" y="2706125"/>
                <a:ext cx="563174" cy="466284"/>
              </a:xfrm>
              <a:prstGeom prst="rect">
                <a:avLst/>
              </a:prstGeom>
              <a:blipFill>
                <a:blip r:embed="rId8"/>
                <a:stretch>
                  <a:fillRect l="-531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2EABDAF6-5A84-D7CE-667E-8AB0C74F090F}"/>
              </a:ext>
            </a:extLst>
          </p:cNvPr>
          <p:cNvSpPr txBox="1"/>
          <p:nvPr/>
        </p:nvSpPr>
        <p:spPr>
          <a:xfrm>
            <a:off x="4675955" y="3377573"/>
            <a:ext cx="749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2DF0AD5-2FAE-00E4-48FB-3A269E002129}"/>
                  </a:ext>
                </a:extLst>
              </p:cNvPr>
              <p:cNvSpPr/>
              <p:nvPr/>
            </p:nvSpPr>
            <p:spPr>
              <a:xfrm>
                <a:off x="7612935" y="4422156"/>
                <a:ext cx="563174" cy="46628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2DF0AD5-2FAE-00E4-48FB-3A269E0021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2935" y="4422156"/>
                <a:ext cx="563174" cy="46628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D7DB1A9-76A7-EBE7-E75F-EC6A9C5CA4CE}"/>
                  </a:ext>
                </a:extLst>
              </p:cNvPr>
              <p:cNvSpPr/>
              <p:nvPr/>
            </p:nvSpPr>
            <p:spPr>
              <a:xfrm>
                <a:off x="7612935" y="3955872"/>
                <a:ext cx="563174" cy="46628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D7DB1A9-76A7-EBE7-E75F-EC6A9C5CA4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2935" y="3955872"/>
                <a:ext cx="563174" cy="46628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36D416F-0B88-F906-B870-0676C3DD31A8}"/>
                  </a:ext>
                </a:extLst>
              </p:cNvPr>
              <p:cNvSpPr/>
              <p:nvPr/>
            </p:nvSpPr>
            <p:spPr>
              <a:xfrm>
                <a:off x="7612935" y="2703871"/>
                <a:ext cx="563174" cy="46628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36D416F-0B88-F906-B870-0676C3DD31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2935" y="2703871"/>
                <a:ext cx="563174" cy="466284"/>
              </a:xfrm>
              <a:prstGeom prst="rect">
                <a:avLst/>
              </a:prstGeom>
              <a:blipFill>
                <a:blip r:embed="rId11"/>
                <a:stretch>
                  <a:fillRect l="-531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F3CEB1CF-1315-AB60-AF69-08314ABD8BB6}"/>
              </a:ext>
            </a:extLst>
          </p:cNvPr>
          <p:cNvSpPr txBox="1"/>
          <p:nvPr/>
        </p:nvSpPr>
        <p:spPr>
          <a:xfrm>
            <a:off x="7503934" y="3375319"/>
            <a:ext cx="749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1791998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53A44-F109-BAD4-555C-595C15416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AD479-8022-2C1D-7DE7-F88605FD4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Reduce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90D9F-FE2F-20B1-5090-EED4528E1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810" y="1619734"/>
            <a:ext cx="10515600" cy="869130"/>
          </a:xfrm>
        </p:spPr>
        <p:txBody>
          <a:bodyPr/>
          <a:lstStyle/>
          <a:p>
            <a:r>
              <a:rPr lang="en-US" dirty="0"/>
              <a:t>Each processor collects data from all the other processors and performs a reduce operation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5FC266A-802B-E2E6-2F58-F5D508BF3394}"/>
              </a:ext>
            </a:extLst>
          </p:cNvPr>
          <p:cNvSpPr/>
          <p:nvPr/>
        </p:nvSpPr>
        <p:spPr>
          <a:xfrm>
            <a:off x="2809812" y="499286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2F1F3C1-4D19-5419-F609-0BE285E81DEB}"/>
              </a:ext>
            </a:extLst>
          </p:cNvPr>
          <p:cNvSpPr/>
          <p:nvPr/>
        </p:nvSpPr>
        <p:spPr>
          <a:xfrm>
            <a:off x="4675955" y="499286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452A8E24-06D0-6883-8BD5-196880A79FA0}"/>
                  </a:ext>
                </a:extLst>
              </p:cNvPr>
              <p:cNvSpPr/>
              <p:nvPr/>
            </p:nvSpPr>
            <p:spPr>
              <a:xfrm>
                <a:off x="7383829" y="4992866"/>
                <a:ext cx="1027439" cy="73273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452A8E24-06D0-6883-8BD5-196880A79F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3829" y="4992866"/>
                <a:ext cx="1027439" cy="7327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FCBE288-A8E7-6335-FB3A-A391C72F0BB8}"/>
                  </a:ext>
                </a:extLst>
              </p:cNvPr>
              <p:cNvSpPr/>
              <p:nvPr/>
            </p:nvSpPr>
            <p:spPr>
              <a:xfrm>
                <a:off x="2918813" y="4422156"/>
                <a:ext cx="563174" cy="46628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FCBE288-A8E7-6335-FB3A-A391C72F0B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8813" y="4422156"/>
                <a:ext cx="563174" cy="4662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FFF807A1-D077-2A6D-A3D1-4CA723E90A28}"/>
                  </a:ext>
                </a:extLst>
              </p:cNvPr>
              <p:cNvSpPr/>
              <p:nvPr/>
            </p:nvSpPr>
            <p:spPr>
              <a:xfrm>
                <a:off x="2918813" y="3955872"/>
                <a:ext cx="563174" cy="46628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FFF807A1-D077-2A6D-A3D1-4CA723E90A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8813" y="3955872"/>
                <a:ext cx="563174" cy="4662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7E81F28-89F0-FE60-936F-1FC4ADB19D24}"/>
                  </a:ext>
                </a:extLst>
              </p:cNvPr>
              <p:cNvSpPr/>
              <p:nvPr/>
            </p:nvSpPr>
            <p:spPr>
              <a:xfrm>
                <a:off x="2918813" y="2703871"/>
                <a:ext cx="563174" cy="46628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7E81F28-89F0-FE60-936F-1FC4ADB19D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8813" y="2703871"/>
                <a:ext cx="563174" cy="466284"/>
              </a:xfrm>
              <a:prstGeom prst="rect">
                <a:avLst/>
              </a:prstGeom>
              <a:blipFill>
                <a:blip r:embed="rId5"/>
                <a:stretch>
                  <a:fillRect l="-531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9303528A-9E89-8FD6-D543-D05AC78D8244}"/>
              </a:ext>
            </a:extLst>
          </p:cNvPr>
          <p:cNvSpPr txBox="1"/>
          <p:nvPr/>
        </p:nvSpPr>
        <p:spPr>
          <a:xfrm>
            <a:off x="6091206" y="5174565"/>
            <a:ext cx="749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F9C6DC-BF62-6D32-A7C5-58F3D622AEAB}"/>
              </a:ext>
            </a:extLst>
          </p:cNvPr>
          <p:cNvSpPr txBox="1"/>
          <p:nvPr/>
        </p:nvSpPr>
        <p:spPr>
          <a:xfrm>
            <a:off x="2809812" y="3375319"/>
            <a:ext cx="749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A00BC6F-E204-2A08-5512-AC1E39338C91}"/>
                  </a:ext>
                </a:extLst>
              </p:cNvPr>
              <p:cNvSpPr/>
              <p:nvPr/>
            </p:nvSpPr>
            <p:spPr>
              <a:xfrm>
                <a:off x="4784956" y="4424410"/>
                <a:ext cx="563174" cy="46628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A00BC6F-E204-2A08-5512-AC1E39338C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4956" y="4424410"/>
                <a:ext cx="563174" cy="46628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49F88B8-8937-7D01-49B5-19BAF3201E8E}"/>
                  </a:ext>
                </a:extLst>
              </p:cNvPr>
              <p:cNvSpPr/>
              <p:nvPr/>
            </p:nvSpPr>
            <p:spPr>
              <a:xfrm>
                <a:off x="4784956" y="3958126"/>
                <a:ext cx="563174" cy="46628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49F88B8-8937-7D01-49B5-19BAF3201E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4956" y="3958126"/>
                <a:ext cx="563174" cy="46628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A7E3AFF-D705-F258-EC56-3CBDD70F366A}"/>
                  </a:ext>
                </a:extLst>
              </p:cNvPr>
              <p:cNvSpPr/>
              <p:nvPr/>
            </p:nvSpPr>
            <p:spPr>
              <a:xfrm>
                <a:off x="4784956" y="2706125"/>
                <a:ext cx="563174" cy="46628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A7E3AFF-D705-F258-EC56-3CBDD70F36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4956" y="2706125"/>
                <a:ext cx="563174" cy="466284"/>
              </a:xfrm>
              <a:prstGeom prst="rect">
                <a:avLst/>
              </a:prstGeom>
              <a:blipFill>
                <a:blip r:embed="rId8"/>
                <a:stretch>
                  <a:fillRect l="-531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698E4B79-4530-E2A9-C3D7-9265C4F3F1C7}"/>
              </a:ext>
            </a:extLst>
          </p:cNvPr>
          <p:cNvSpPr txBox="1"/>
          <p:nvPr/>
        </p:nvSpPr>
        <p:spPr>
          <a:xfrm>
            <a:off x="4675955" y="3377573"/>
            <a:ext cx="749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32ACE0F-4630-BF82-F12A-7DC6812BF713}"/>
                  </a:ext>
                </a:extLst>
              </p:cNvPr>
              <p:cNvSpPr/>
              <p:nvPr/>
            </p:nvSpPr>
            <p:spPr>
              <a:xfrm>
                <a:off x="7612935" y="4422156"/>
                <a:ext cx="563174" cy="46628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32ACE0F-4630-BF82-F12A-7DC6812BF7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2935" y="4422156"/>
                <a:ext cx="563174" cy="46628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25439C9-5C27-35EE-E1AC-2D3ED4FF2795}"/>
                  </a:ext>
                </a:extLst>
              </p:cNvPr>
              <p:cNvSpPr/>
              <p:nvPr/>
            </p:nvSpPr>
            <p:spPr>
              <a:xfrm>
                <a:off x="7612935" y="3955872"/>
                <a:ext cx="563174" cy="46628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25439C9-5C27-35EE-E1AC-2D3ED4FF27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2935" y="3955872"/>
                <a:ext cx="563174" cy="46628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068FF87B-B4DC-88B8-26EF-FAF7CA54D0AE}"/>
                  </a:ext>
                </a:extLst>
              </p:cNvPr>
              <p:cNvSpPr/>
              <p:nvPr/>
            </p:nvSpPr>
            <p:spPr>
              <a:xfrm>
                <a:off x="7612935" y="2703871"/>
                <a:ext cx="563174" cy="46628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068FF87B-B4DC-88B8-26EF-FAF7CA54D0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2935" y="2703871"/>
                <a:ext cx="563174" cy="466284"/>
              </a:xfrm>
              <a:prstGeom prst="rect">
                <a:avLst/>
              </a:prstGeom>
              <a:blipFill>
                <a:blip r:embed="rId11"/>
                <a:stretch>
                  <a:fillRect l="-531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93A0BAD0-ACFF-FB63-7864-048A1CB3F6B3}"/>
              </a:ext>
            </a:extLst>
          </p:cNvPr>
          <p:cNvSpPr txBox="1"/>
          <p:nvPr/>
        </p:nvSpPr>
        <p:spPr>
          <a:xfrm>
            <a:off x="7503934" y="3375319"/>
            <a:ext cx="749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16255A-E640-FA67-F6F6-14F5F4E8A220}"/>
              </a:ext>
            </a:extLst>
          </p:cNvPr>
          <p:cNvSpPr txBox="1"/>
          <p:nvPr/>
        </p:nvSpPr>
        <p:spPr>
          <a:xfrm>
            <a:off x="2519141" y="4237490"/>
            <a:ext cx="236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A90716"/>
                </a:solidFill>
              </a:rPr>
              <a:t>+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7ED36A-04F1-C79B-6006-CB491984EC2D}"/>
              </a:ext>
            </a:extLst>
          </p:cNvPr>
          <p:cNvSpPr txBox="1"/>
          <p:nvPr/>
        </p:nvSpPr>
        <p:spPr>
          <a:xfrm>
            <a:off x="2519140" y="3743473"/>
            <a:ext cx="236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A90716"/>
                </a:solidFill>
              </a:rPr>
              <a:t>+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066444-62E6-EE6D-F37A-E04064FB75B6}"/>
              </a:ext>
            </a:extLst>
          </p:cNvPr>
          <p:cNvSpPr txBox="1"/>
          <p:nvPr/>
        </p:nvSpPr>
        <p:spPr>
          <a:xfrm>
            <a:off x="2519140" y="3035448"/>
            <a:ext cx="236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A90716"/>
                </a:solidFill>
              </a:rPr>
              <a:t>+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3B1141-F303-8877-ABEA-61CD7BBB5CAD}"/>
              </a:ext>
            </a:extLst>
          </p:cNvPr>
          <p:cNvSpPr txBox="1"/>
          <p:nvPr/>
        </p:nvSpPr>
        <p:spPr>
          <a:xfrm>
            <a:off x="4496304" y="4237490"/>
            <a:ext cx="236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A90716"/>
                </a:solidFill>
              </a:rPr>
              <a:t>+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7C13A3-C9B2-D2C5-9FF1-53969E46F4F8}"/>
              </a:ext>
            </a:extLst>
          </p:cNvPr>
          <p:cNvSpPr txBox="1"/>
          <p:nvPr/>
        </p:nvSpPr>
        <p:spPr>
          <a:xfrm>
            <a:off x="4496303" y="3743473"/>
            <a:ext cx="236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A90716"/>
                </a:solidFill>
              </a:rPr>
              <a:t>+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BDDF104-6BB0-994C-498E-441BEBC8333A}"/>
              </a:ext>
            </a:extLst>
          </p:cNvPr>
          <p:cNvSpPr txBox="1"/>
          <p:nvPr/>
        </p:nvSpPr>
        <p:spPr>
          <a:xfrm>
            <a:off x="4496303" y="3035448"/>
            <a:ext cx="236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A90716"/>
                </a:solidFill>
              </a:rPr>
              <a:t>+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35A2B6-13D9-66C2-581B-A27FB3FC2DB9}"/>
              </a:ext>
            </a:extLst>
          </p:cNvPr>
          <p:cNvSpPr txBox="1"/>
          <p:nvPr/>
        </p:nvSpPr>
        <p:spPr>
          <a:xfrm>
            <a:off x="7265744" y="4237490"/>
            <a:ext cx="236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A90716"/>
                </a:solidFill>
              </a:rPr>
              <a:t>+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6C8E0B4-80C1-0B06-488A-D8A1432BE34A}"/>
              </a:ext>
            </a:extLst>
          </p:cNvPr>
          <p:cNvSpPr txBox="1"/>
          <p:nvPr/>
        </p:nvSpPr>
        <p:spPr>
          <a:xfrm>
            <a:off x="7265743" y="3743473"/>
            <a:ext cx="236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A90716"/>
                </a:solidFill>
              </a:rPr>
              <a:t>+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6C6EC8-A881-25B9-63D1-EE38D5C478D0}"/>
              </a:ext>
            </a:extLst>
          </p:cNvPr>
          <p:cNvSpPr txBox="1"/>
          <p:nvPr/>
        </p:nvSpPr>
        <p:spPr>
          <a:xfrm>
            <a:off x="7265743" y="3035448"/>
            <a:ext cx="236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A90716"/>
                </a:solidFill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26321887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BDB19-2DDF-7C06-3371-A021E2B3C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430EF-B90E-6761-BF94-DD0198DBA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Reduce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5F3F4-DC1E-2186-71AE-F78772171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810" y="1619733"/>
            <a:ext cx="10515600" cy="2116589"/>
          </a:xfrm>
        </p:spPr>
        <p:txBody>
          <a:bodyPr/>
          <a:lstStyle/>
          <a:p>
            <a:r>
              <a:rPr lang="en-US" dirty="0"/>
              <a:t>Each processor collects data from all the other processors and performs a reduce operation </a:t>
            </a:r>
          </a:p>
          <a:p>
            <a:r>
              <a:rPr lang="en-US" dirty="0"/>
              <a:t>We will discuss how to efficiently implement this on a cluster of accelerators later in the class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9B6C367-C1CC-630C-1157-4B558F2E508A}"/>
              </a:ext>
            </a:extLst>
          </p:cNvPr>
          <p:cNvSpPr/>
          <p:nvPr/>
        </p:nvSpPr>
        <p:spPr>
          <a:xfrm>
            <a:off x="2809812" y="499286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23090F2-6F4B-5953-7374-B10D2D98E5F8}"/>
              </a:ext>
            </a:extLst>
          </p:cNvPr>
          <p:cNvSpPr/>
          <p:nvPr/>
        </p:nvSpPr>
        <p:spPr>
          <a:xfrm>
            <a:off x="4675955" y="499286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026AF47E-C61C-34BC-7DAE-30D17A03FCCF}"/>
                  </a:ext>
                </a:extLst>
              </p:cNvPr>
              <p:cNvSpPr/>
              <p:nvPr/>
            </p:nvSpPr>
            <p:spPr>
              <a:xfrm>
                <a:off x="7383829" y="4992866"/>
                <a:ext cx="1027439" cy="73273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026AF47E-C61C-34BC-7DAE-30D17A03FC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3829" y="4992866"/>
                <a:ext cx="1027439" cy="7327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8DB8311-C79A-7495-C390-4BE438DBF148}"/>
                  </a:ext>
                </a:extLst>
              </p:cNvPr>
              <p:cNvSpPr/>
              <p:nvPr/>
            </p:nvSpPr>
            <p:spPr>
              <a:xfrm>
                <a:off x="2918813" y="4422156"/>
                <a:ext cx="563174" cy="46628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8DB8311-C79A-7495-C390-4BE438DBF1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8813" y="4422156"/>
                <a:ext cx="563174" cy="466284"/>
              </a:xfrm>
              <a:prstGeom prst="rect">
                <a:avLst/>
              </a:prstGeom>
              <a:blipFill>
                <a:blip r:embed="rId3"/>
                <a:stretch>
                  <a:fillRect l="-531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86791060-0241-3DA6-C437-3CC69CC4B15C}"/>
              </a:ext>
            </a:extLst>
          </p:cNvPr>
          <p:cNvSpPr txBox="1"/>
          <p:nvPr/>
        </p:nvSpPr>
        <p:spPr>
          <a:xfrm>
            <a:off x="6091206" y="5174565"/>
            <a:ext cx="749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B07E957-866E-4B88-3867-5FC18A5499E7}"/>
                  </a:ext>
                </a:extLst>
              </p:cNvPr>
              <p:cNvSpPr/>
              <p:nvPr/>
            </p:nvSpPr>
            <p:spPr>
              <a:xfrm>
                <a:off x="4784956" y="4424410"/>
                <a:ext cx="563174" cy="46628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B07E957-866E-4B88-3867-5FC18A5499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4956" y="4424410"/>
                <a:ext cx="563174" cy="466284"/>
              </a:xfrm>
              <a:prstGeom prst="rect">
                <a:avLst/>
              </a:prstGeom>
              <a:blipFill>
                <a:blip r:embed="rId4"/>
                <a:stretch>
                  <a:fillRect l="-531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A49882E-CA5E-0659-7C7B-9DA979050B59}"/>
                  </a:ext>
                </a:extLst>
              </p:cNvPr>
              <p:cNvSpPr/>
              <p:nvPr/>
            </p:nvSpPr>
            <p:spPr>
              <a:xfrm>
                <a:off x="7612935" y="4422156"/>
                <a:ext cx="563174" cy="46628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A49882E-CA5E-0659-7C7B-9DA979050B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2935" y="4422156"/>
                <a:ext cx="563174" cy="466284"/>
              </a:xfrm>
              <a:prstGeom prst="rect">
                <a:avLst/>
              </a:prstGeom>
              <a:blipFill>
                <a:blip r:embed="rId5"/>
                <a:stretch>
                  <a:fillRect l="-531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53519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09954-05DC-26DB-2061-019EF5E87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Reduce Model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D7CACAD-17A3-88CB-8E53-5F5AB4C65B6F}"/>
              </a:ext>
            </a:extLst>
          </p:cNvPr>
          <p:cNvGrpSpPr/>
          <p:nvPr/>
        </p:nvGrpSpPr>
        <p:grpSpPr>
          <a:xfrm>
            <a:off x="4872762" y="4421557"/>
            <a:ext cx="1059735" cy="896233"/>
            <a:chOff x="1792466" y="2749256"/>
            <a:chExt cx="1059735" cy="89623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4F8109C-6AEB-26C9-1CEE-181FA2C67BDA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7C5618C-942D-46F6-2C0D-3D6766BD9F2C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7C5618C-942D-46F6-2C0D-3D6766BD9F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BCC1CF46-811F-A1E7-2C90-6B2DBE9A7B23}"/>
              </a:ext>
            </a:extLst>
          </p:cNvPr>
          <p:cNvSpPr txBox="1"/>
          <p:nvPr/>
        </p:nvSpPr>
        <p:spPr>
          <a:xfrm>
            <a:off x="908344" y="4948458"/>
            <a:ext cx="233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Parallel GPUs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7603711-9512-3794-C82C-027FC57BA40A}"/>
              </a:ext>
            </a:extLst>
          </p:cNvPr>
          <p:cNvSpPr/>
          <p:nvPr/>
        </p:nvSpPr>
        <p:spPr>
          <a:xfrm>
            <a:off x="5117007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5F5F0F3-B6E2-2FEA-B67E-46EEDE265937}"/>
              </a:ext>
            </a:extLst>
          </p:cNvPr>
          <p:cNvSpPr/>
          <p:nvPr/>
        </p:nvSpPr>
        <p:spPr>
          <a:xfrm>
            <a:off x="6983150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98AF31B-959B-A6FA-1F51-961E795BD387}"/>
                  </a:ext>
                </a:extLst>
              </p:cNvPr>
              <p:cNvSpPr/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98AF31B-959B-A6FA-1F51-961E795BD3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3DD830BD-D428-BA40-4038-039F426972D0}"/>
              </a:ext>
            </a:extLst>
          </p:cNvPr>
          <p:cNvGrpSpPr/>
          <p:nvPr/>
        </p:nvGrpSpPr>
        <p:grpSpPr>
          <a:xfrm>
            <a:off x="7029574" y="4409445"/>
            <a:ext cx="1059735" cy="896233"/>
            <a:chOff x="1792466" y="2749256"/>
            <a:chExt cx="1059735" cy="89623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308236B-8FD7-45BC-7692-1DF159BE146D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89CEC0F-EBC1-2178-98F1-2858EADFA4FC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7C5618C-942D-46F6-2C0D-3D6766BD9F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F92AA4-8566-E654-5D3D-686909349371}"/>
              </a:ext>
            </a:extLst>
          </p:cNvPr>
          <p:cNvGrpSpPr/>
          <p:nvPr/>
        </p:nvGrpSpPr>
        <p:grpSpPr>
          <a:xfrm>
            <a:off x="9798006" y="4397333"/>
            <a:ext cx="1059735" cy="896233"/>
            <a:chOff x="1792466" y="2749256"/>
            <a:chExt cx="1059735" cy="89623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38CAB0C-9992-D147-DC85-A245356DF3DD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39AE201B-E3DA-AB8F-3C49-D60A4CEC7758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7C5618C-942D-46F6-2C0D-3D6766BD9F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5797599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09954-05DC-26DB-2061-019EF5E87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Reduce 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C1CF46-811F-A1E7-2C90-6B2DBE9A7B23}"/>
              </a:ext>
            </a:extLst>
          </p:cNvPr>
          <p:cNvSpPr txBox="1"/>
          <p:nvPr/>
        </p:nvSpPr>
        <p:spPr>
          <a:xfrm>
            <a:off x="908344" y="4948458"/>
            <a:ext cx="233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Parallel GPUs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7603711-9512-3794-C82C-027FC57BA40A}"/>
              </a:ext>
            </a:extLst>
          </p:cNvPr>
          <p:cNvSpPr/>
          <p:nvPr/>
        </p:nvSpPr>
        <p:spPr>
          <a:xfrm>
            <a:off x="5117007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5F5F0F3-B6E2-2FEA-B67E-46EEDE265937}"/>
              </a:ext>
            </a:extLst>
          </p:cNvPr>
          <p:cNvSpPr/>
          <p:nvPr/>
        </p:nvSpPr>
        <p:spPr>
          <a:xfrm>
            <a:off x="6983150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98AF31B-959B-A6FA-1F51-961E795BD387}"/>
                  </a:ext>
                </a:extLst>
              </p:cNvPr>
              <p:cNvSpPr/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98AF31B-959B-A6FA-1F51-961E795BD3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49939192-5FFA-8B89-38A6-F3636EB77909}"/>
              </a:ext>
            </a:extLst>
          </p:cNvPr>
          <p:cNvGrpSpPr/>
          <p:nvPr/>
        </p:nvGrpSpPr>
        <p:grpSpPr>
          <a:xfrm>
            <a:off x="5036265" y="4421557"/>
            <a:ext cx="1059735" cy="896233"/>
            <a:chOff x="1792466" y="2749256"/>
            <a:chExt cx="1059735" cy="89623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5BC2ECD-31AC-C903-7828-70B124DEEEE4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FD2D7AE-D5FA-1886-F3B2-66CAB0C3A214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FD2D7AE-D5FA-1886-F3B2-66CAB0C3A2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147DF70-8E91-C50F-D7B7-B276579DB39D}"/>
              </a:ext>
            </a:extLst>
          </p:cNvPr>
          <p:cNvGrpSpPr/>
          <p:nvPr/>
        </p:nvGrpSpPr>
        <p:grpSpPr>
          <a:xfrm>
            <a:off x="6938742" y="4421556"/>
            <a:ext cx="1059735" cy="896233"/>
            <a:chOff x="1792466" y="2749256"/>
            <a:chExt cx="1059735" cy="89623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CDB6ED0-EFBB-963F-37B3-4D32377F0F0C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27F1A78-F4B9-0320-DE1C-4F9791051B9C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27F1A78-F4B9-0320-DE1C-4F9791051B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25F41C9-A0E8-0067-DC64-6121B334C7C9}"/>
              </a:ext>
            </a:extLst>
          </p:cNvPr>
          <p:cNvGrpSpPr/>
          <p:nvPr/>
        </p:nvGrpSpPr>
        <p:grpSpPr>
          <a:xfrm>
            <a:off x="9840398" y="4421556"/>
            <a:ext cx="1059735" cy="896233"/>
            <a:chOff x="1792466" y="2749256"/>
            <a:chExt cx="1059735" cy="89623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7A9CB2E-9D9B-C93F-A30E-C482153A2034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4AE6F4-7ECA-B9AB-CB5F-1CD75260B0D7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4AE6F4-7ECA-B9AB-CB5F-1CD75260B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400C04F-DDC4-9A95-D73D-E7C622E1623B}"/>
              </a:ext>
            </a:extLst>
          </p:cNvPr>
          <p:cNvCxnSpPr>
            <a:cxnSpLocks/>
          </p:cNvCxnSpPr>
          <p:nvPr/>
        </p:nvCxnSpPr>
        <p:spPr>
          <a:xfrm>
            <a:off x="4742567" y="5773314"/>
            <a:ext cx="0" cy="38901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92BB0B5-1F8B-E89C-F8E8-6D70F68FEF34}"/>
              </a:ext>
            </a:extLst>
          </p:cNvPr>
          <p:cNvCxnSpPr>
            <a:cxnSpLocks/>
          </p:cNvCxnSpPr>
          <p:nvPr/>
        </p:nvCxnSpPr>
        <p:spPr>
          <a:xfrm flipV="1">
            <a:off x="4913133" y="5788998"/>
            <a:ext cx="0" cy="35764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0B11B83-5965-F73E-A59D-65C65AB18C14}"/>
              </a:ext>
            </a:extLst>
          </p:cNvPr>
          <p:cNvCxnSpPr>
            <a:cxnSpLocks/>
          </p:cNvCxnSpPr>
          <p:nvPr/>
        </p:nvCxnSpPr>
        <p:spPr>
          <a:xfrm>
            <a:off x="6705600" y="5757630"/>
            <a:ext cx="0" cy="38901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765875E-E9BE-BDB2-BA0B-2FB349239DF0}"/>
              </a:ext>
            </a:extLst>
          </p:cNvPr>
          <p:cNvCxnSpPr>
            <a:cxnSpLocks/>
          </p:cNvCxnSpPr>
          <p:nvPr/>
        </p:nvCxnSpPr>
        <p:spPr>
          <a:xfrm flipV="1">
            <a:off x="6876166" y="5773314"/>
            <a:ext cx="0" cy="35764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D3D4601-AD80-3890-75BA-4E5B068A7423}"/>
              </a:ext>
            </a:extLst>
          </p:cNvPr>
          <p:cNvCxnSpPr>
            <a:cxnSpLocks/>
          </p:cNvCxnSpPr>
          <p:nvPr/>
        </p:nvCxnSpPr>
        <p:spPr>
          <a:xfrm>
            <a:off x="9401364" y="5755609"/>
            <a:ext cx="0" cy="38901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C17468E-B12A-B62E-F648-FD1F844B3B9C}"/>
              </a:ext>
            </a:extLst>
          </p:cNvPr>
          <p:cNvCxnSpPr>
            <a:cxnSpLocks/>
          </p:cNvCxnSpPr>
          <p:nvPr/>
        </p:nvCxnSpPr>
        <p:spPr>
          <a:xfrm flipV="1">
            <a:off x="9571930" y="5771293"/>
            <a:ext cx="0" cy="35764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1C61774-CB3D-D7C4-158D-80209B08E60E}"/>
              </a:ext>
            </a:extLst>
          </p:cNvPr>
          <p:cNvSpPr txBox="1"/>
          <p:nvPr/>
        </p:nvSpPr>
        <p:spPr>
          <a:xfrm>
            <a:off x="2147518" y="5644654"/>
            <a:ext cx="20976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Forward/Backward/</a:t>
            </a:r>
          </a:p>
          <a:p>
            <a:r>
              <a:rPr lang="en-US" dirty="0"/>
              <a:t>Gradient Calculation</a:t>
            </a:r>
          </a:p>
        </p:txBody>
      </p:sp>
    </p:spTree>
    <p:extLst>
      <p:ext uri="{BB962C8B-B14F-4D97-AF65-F5344CB8AC3E}">
        <p14:creationId xmlns:p14="http://schemas.microsoft.com/office/powerpoint/2010/main" val="905521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09954-05DC-26DB-2061-019EF5E87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Reduce 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C1CF46-811F-A1E7-2C90-6B2DBE9A7B23}"/>
              </a:ext>
            </a:extLst>
          </p:cNvPr>
          <p:cNvSpPr txBox="1"/>
          <p:nvPr/>
        </p:nvSpPr>
        <p:spPr>
          <a:xfrm>
            <a:off x="908344" y="4948458"/>
            <a:ext cx="233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Parallel GPUs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7603711-9512-3794-C82C-027FC57BA40A}"/>
              </a:ext>
            </a:extLst>
          </p:cNvPr>
          <p:cNvSpPr/>
          <p:nvPr/>
        </p:nvSpPr>
        <p:spPr>
          <a:xfrm>
            <a:off x="5117007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5F5F0F3-B6E2-2FEA-B67E-46EEDE265937}"/>
              </a:ext>
            </a:extLst>
          </p:cNvPr>
          <p:cNvSpPr/>
          <p:nvPr/>
        </p:nvSpPr>
        <p:spPr>
          <a:xfrm>
            <a:off x="6983150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98AF31B-959B-A6FA-1F51-961E795BD387}"/>
                  </a:ext>
                </a:extLst>
              </p:cNvPr>
              <p:cNvSpPr/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98AF31B-959B-A6FA-1F51-961E795BD3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49939192-5FFA-8B89-38A6-F3636EB77909}"/>
              </a:ext>
            </a:extLst>
          </p:cNvPr>
          <p:cNvGrpSpPr/>
          <p:nvPr/>
        </p:nvGrpSpPr>
        <p:grpSpPr>
          <a:xfrm>
            <a:off x="5036265" y="4421557"/>
            <a:ext cx="1059735" cy="896233"/>
            <a:chOff x="1792466" y="2749256"/>
            <a:chExt cx="1059735" cy="89623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5BC2ECD-31AC-C903-7828-70B124DEEEE4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FD2D7AE-D5FA-1886-F3B2-66CAB0C3A214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FD2D7AE-D5FA-1886-F3B2-66CAB0C3A2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147DF70-8E91-C50F-D7B7-B276579DB39D}"/>
              </a:ext>
            </a:extLst>
          </p:cNvPr>
          <p:cNvGrpSpPr/>
          <p:nvPr/>
        </p:nvGrpSpPr>
        <p:grpSpPr>
          <a:xfrm>
            <a:off x="6938742" y="4421556"/>
            <a:ext cx="1059735" cy="896233"/>
            <a:chOff x="1792466" y="2749256"/>
            <a:chExt cx="1059735" cy="89623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CDB6ED0-EFBB-963F-37B3-4D32377F0F0C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27F1A78-F4B9-0320-DE1C-4F9791051B9C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27F1A78-F4B9-0320-DE1C-4F9791051B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25F41C9-A0E8-0067-DC64-6121B334C7C9}"/>
              </a:ext>
            </a:extLst>
          </p:cNvPr>
          <p:cNvGrpSpPr/>
          <p:nvPr/>
        </p:nvGrpSpPr>
        <p:grpSpPr>
          <a:xfrm>
            <a:off x="9840398" y="4421556"/>
            <a:ext cx="1059735" cy="896233"/>
            <a:chOff x="1792466" y="2749256"/>
            <a:chExt cx="1059735" cy="89623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7A9CB2E-9D9B-C93F-A30E-C482153A2034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4AE6F4-7ECA-B9AB-CB5F-1CD75260B0D7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4AE6F4-7ECA-B9AB-CB5F-1CD75260B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B78419B-2A6C-4F3B-2E32-DD817A28CDFB}"/>
              </a:ext>
            </a:extLst>
          </p:cNvPr>
          <p:cNvGrpSpPr/>
          <p:nvPr/>
        </p:nvGrpSpPr>
        <p:grpSpPr>
          <a:xfrm>
            <a:off x="4312775" y="4421556"/>
            <a:ext cx="1059735" cy="896233"/>
            <a:chOff x="1792466" y="2749256"/>
            <a:chExt cx="1059735" cy="896233"/>
          </a:xfrm>
          <a:solidFill>
            <a:schemeClr val="bg1"/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8695F72-087A-2182-F2CE-9F141CB65A7C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03A335D-A16C-9362-5193-84AA2C5925FF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11412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03A335D-A16C-9362-5193-84AA2C5925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1141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D1DDC59-2C24-98C8-F303-626917ED6C40}"/>
              </a:ext>
            </a:extLst>
          </p:cNvPr>
          <p:cNvGrpSpPr/>
          <p:nvPr/>
        </p:nvGrpSpPr>
        <p:grpSpPr>
          <a:xfrm>
            <a:off x="6647154" y="4421556"/>
            <a:ext cx="1059735" cy="896233"/>
            <a:chOff x="1792466" y="2749256"/>
            <a:chExt cx="1059735" cy="896233"/>
          </a:xfrm>
          <a:solidFill>
            <a:schemeClr val="bg1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FC6B92D-7252-5FD2-B964-1FB2A6241075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E99B1839-D581-CCBC-3655-8DF9B0C32A18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06475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E99B1839-D581-CCBC-3655-8DF9B0C32A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06475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BEC839A-0C84-6273-1BF0-7B4064A8743D}"/>
              </a:ext>
            </a:extLst>
          </p:cNvPr>
          <p:cNvGrpSpPr/>
          <p:nvPr/>
        </p:nvGrpSpPr>
        <p:grpSpPr>
          <a:xfrm>
            <a:off x="9380654" y="4421555"/>
            <a:ext cx="1059735" cy="896233"/>
            <a:chOff x="1792466" y="2749256"/>
            <a:chExt cx="1059735" cy="896233"/>
          </a:xfrm>
          <a:solidFill>
            <a:schemeClr val="bg1"/>
          </a:solidFill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79C7672-888B-06A1-574C-A346152FAF31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5B6361B6-2A36-080D-DA6B-0B6C77C03CBF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57805" cy="338554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5B6361B6-2A36-080D-DA6B-0B6C77C03C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57805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63493688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09954-05DC-26DB-2061-019EF5E87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Reduce 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C1CF46-811F-A1E7-2C90-6B2DBE9A7B23}"/>
              </a:ext>
            </a:extLst>
          </p:cNvPr>
          <p:cNvSpPr txBox="1"/>
          <p:nvPr/>
        </p:nvSpPr>
        <p:spPr>
          <a:xfrm>
            <a:off x="908344" y="4948458"/>
            <a:ext cx="233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Parallel GPUs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7603711-9512-3794-C82C-027FC57BA40A}"/>
              </a:ext>
            </a:extLst>
          </p:cNvPr>
          <p:cNvSpPr/>
          <p:nvPr/>
        </p:nvSpPr>
        <p:spPr>
          <a:xfrm>
            <a:off x="5117007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5F5F0F3-B6E2-2FEA-B67E-46EEDE265937}"/>
              </a:ext>
            </a:extLst>
          </p:cNvPr>
          <p:cNvSpPr/>
          <p:nvPr/>
        </p:nvSpPr>
        <p:spPr>
          <a:xfrm>
            <a:off x="6983150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98AF31B-959B-A6FA-1F51-961E795BD387}"/>
                  </a:ext>
                </a:extLst>
              </p:cNvPr>
              <p:cNvSpPr/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98AF31B-959B-A6FA-1F51-961E795BD3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49939192-5FFA-8B89-38A6-F3636EB77909}"/>
              </a:ext>
            </a:extLst>
          </p:cNvPr>
          <p:cNvGrpSpPr/>
          <p:nvPr/>
        </p:nvGrpSpPr>
        <p:grpSpPr>
          <a:xfrm>
            <a:off x="5036265" y="4421557"/>
            <a:ext cx="1059735" cy="896233"/>
            <a:chOff x="1792466" y="2749256"/>
            <a:chExt cx="1059735" cy="89623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5BC2ECD-31AC-C903-7828-70B124DEEEE4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FD2D7AE-D5FA-1886-F3B2-66CAB0C3A214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FD2D7AE-D5FA-1886-F3B2-66CAB0C3A2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147DF70-8E91-C50F-D7B7-B276579DB39D}"/>
              </a:ext>
            </a:extLst>
          </p:cNvPr>
          <p:cNvGrpSpPr/>
          <p:nvPr/>
        </p:nvGrpSpPr>
        <p:grpSpPr>
          <a:xfrm>
            <a:off x="6938742" y="4421556"/>
            <a:ext cx="1059735" cy="896233"/>
            <a:chOff x="1792466" y="2749256"/>
            <a:chExt cx="1059735" cy="89623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CDB6ED0-EFBB-963F-37B3-4D32377F0F0C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27F1A78-F4B9-0320-DE1C-4F9791051B9C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27F1A78-F4B9-0320-DE1C-4F9791051B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25F41C9-A0E8-0067-DC64-6121B334C7C9}"/>
              </a:ext>
            </a:extLst>
          </p:cNvPr>
          <p:cNvGrpSpPr/>
          <p:nvPr/>
        </p:nvGrpSpPr>
        <p:grpSpPr>
          <a:xfrm>
            <a:off x="9840398" y="4421556"/>
            <a:ext cx="1059735" cy="896233"/>
            <a:chOff x="1792466" y="2749256"/>
            <a:chExt cx="1059735" cy="89623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7A9CB2E-9D9B-C93F-A30E-C482153A2034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4AE6F4-7ECA-B9AB-CB5F-1CD75260B0D7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4AE6F4-7ECA-B9AB-CB5F-1CD75260B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B78419B-2A6C-4F3B-2E32-DD817A28CDFB}"/>
              </a:ext>
            </a:extLst>
          </p:cNvPr>
          <p:cNvGrpSpPr/>
          <p:nvPr/>
        </p:nvGrpSpPr>
        <p:grpSpPr>
          <a:xfrm>
            <a:off x="4312775" y="4421556"/>
            <a:ext cx="1059735" cy="896233"/>
            <a:chOff x="1792466" y="2749256"/>
            <a:chExt cx="1059735" cy="896233"/>
          </a:xfrm>
          <a:solidFill>
            <a:schemeClr val="bg1"/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8695F72-087A-2182-F2CE-9F141CB65A7C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03A335D-A16C-9362-5193-84AA2C5925FF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11412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03A335D-A16C-9362-5193-84AA2C5925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1141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D1DDC59-2C24-98C8-F303-626917ED6C40}"/>
              </a:ext>
            </a:extLst>
          </p:cNvPr>
          <p:cNvGrpSpPr/>
          <p:nvPr/>
        </p:nvGrpSpPr>
        <p:grpSpPr>
          <a:xfrm>
            <a:off x="6647154" y="4421556"/>
            <a:ext cx="1059735" cy="896233"/>
            <a:chOff x="1792466" y="2749256"/>
            <a:chExt cx="1059735" cy="896233"/>
          </a:xfrm>
          <a:solidFill>
            <a:schemeClr val="bg1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FC6B92D-7252-5FD2-B964-1FB2A6241075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E99B1839-D581-CCBC-3655-8DF9B0C32A18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06475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E99B1839-D581-CCBC-3655-8DF9B0C32A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06475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BEC839A-0C84-6273-1BF0-7B4064A8743D}"/>
              </a:ext>
            </a:extLst>
          </p:cNvPr>
          <p:cNvGrpSpPr/>
          <p:nvPr/>
        </p:nvGrpSpPr>
        <p:grpSpPr>
          <a:xfrm>
            <a:off x="9380654" y="4421555"/>
            <a:ext cx="1059735" cy="896233"/>
            <a:chOff x="1792466" y="2749256"/>
            <a:chExt cx="1059735" cy="896233"/>
          </a:xfrm>
          <a:solidFill>
            <a:schemeClr val="bg1"/>
          </a:solidFill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79C7672-888B-06A1-574C-A346152FAF31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5B6361B6-2A36-080D-DA6B-0B6C77C03CBF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57805" cy="338554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5B6361B6-2A36-080D-DA6B-0B6C77C03C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57805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E091855-7D17-5F77-F765-A2DD87215AE5}"/>
              </a:ext>
            </a:extLst>
          </p:cNvPr>
          <p:cNvCxnSpPr>
            <a:cxnSpLocks/>
          </p:cNvCxnSpPr>
          <p:nvPr/>
        </p:nvCxnSpPr>
        <p:spPr>
          <a:xfrm>
            <a:off x="5989017" y="5973878"/>
            <a:ext cx="994133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8FB649F-852F-EE33-005C-467332395CA9}"/>
              </a:ext>
            </a:extLst>
          </p:cNvPr>
          <p:cNvCxnSpPr>
            <a:cxnSpLocks/>
          </p:cNvCxnSpPr>
          <p:nvPr/>
        </p:nvCxnSpPr>
        <p:spPr>
          <a:xfrm>
            <a:off x="8696891" y="5973878"/>
            <a:ext cx="994133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34195ED-1FC4-CB59-AD68-042227219889}"/>
              </a:ext>
            </a:extLst>
          </p:cNvPr>
          <p:cNvCxnSpPr>
            <a:cxnSpLocks/>
          </p:cNvCxnSpPr>
          <p:nvPr/>
        </p:nvCxnSpPr>
        <p:spPr>
          <a:xfrm>
            <a:off x="5598933" y="6334187"/>
            <a:ext cx="4332299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880D477-A7AC-CAF2-FF82-0B0543053B29}"/>
              </a:ext>
            </a:extLst>
          </p:cNvPr>
          <p:cNvSpPr txBox="1"/>
          <p:nvPr/>
        </p:nvSpPr>
        <p:spPr>
          <a:xfrm>
            <a:off x="6596345" y="6471742"/>
            <a:ext cx="233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All Reduce Gradients</a:t>
            </a:r>
          </a:p>
        </p:txBody>
      </p:sp>
    </p:spTree>
    <p:extLst>
      <p:ext uri="{BB962C8B-B14F-4D97-AF65-F5344CB8AC3E}">
        <p14:creationId xmlns:p14="http://schemas.microsoft.com/office/powerpoint/2010/main" val="84486758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E9280-4F1A-E9F1-0627-E035043B3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738F7-5563-66AB-D2C1-BFD97265C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Reduce 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63DA44-10C9-DD3D-424C-BBEE19FB8574}"/>
              </a:ext>
            </a:extLst>
          </p:cNvPr>
          <p:cNvSpPr txBox="1"/>
          <p:nvPr/>
        </p:nvSpPr>
        <p:spPr>
          <a:xfrm>
            <a:off x="908344" y="4948458"/>
            <a:ext cx="233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Parallel GPUs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39659F8-F1FC-609A-7214-F968EBC517D0}"/>
              </a:ext>
            </a:extLst>
          </p:cNvPr>
          <p:cNvSpPr/>
          <p:nvPr/>
        </p:nvSpPr>
        <p:spPr>
          <a:xfrm>
            <a:off x="5117007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6FC6EB0-DB7F-9E6B-E363-B3134F1D0595}"/>
              </a:ext>
            </a:extLst>
          </p:cNvPr>
          <p:cNvSpPr/>
          <p:nvPr/>
        </p:nvSpPr>
        <p:spPr>
          <a:xfrm>
            <a:off x="6983150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E89185D8-6B59-CCF9-3059-D31A316E4112}"/>
                  </a:ext>
                </a:extLst>
              </p:cNvPr>
              <p:cNvSpPr/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98AF31B-959B-A6FA-1F51-961E795BD3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D89E6ECE-0EA8-F710-C5FB-0FC2529D670C}"/>
              </a:ext>
            </a:extLst>
          </p:cNvPr>
          <p:cNvGrpSpPr/>
          <p:nvPr/>
        </p:nvGrpSpPr>
        <p:grpSpPr>
          <a:xfrm>
            <a:off x="5036265" y="4421557"/>
            <a:ext cx="1059735" cy="896233"/>
            <a:chOff x="1792466" y="2749256"/>
            <a:chExt cx="1059735" cy="89623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BEC00DE-6524-D010-7036-FEBEE7A19498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99A8639-E190-8C8A-840D-84E1D516E945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FD2D7AE-D5FA-1886-F3B2-66CAB0C3A2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AD0E2A5-15C0-4263-5D24-56D74EFB8B05}"/>
              </a:ext>
            </a:extLst>
          </p:cNvPr>
          <p:cNvGrpSpPr/>
          <p:nvPr/>
        </p:nvGrpSpPr>
        <p:grpSpPr>
          <a:xfrm>
            <a:off x="6938742" y="4421556"/>
            <a:ext cx="1059735" cy="896233"/>
            <a:chOff x="1792466" y="2749256"/>
            <a:chExt cx="1059735" cy="89623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9255AAB-161D-0884-88CD-CFD8737ACADE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B6D2E133-2FAF-1B26-99BF-88D6C56F6297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27F1A78-F4B9-0320-DE1C-4F9791051B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866700B-D3FB-9203-C0F1-0A82FB9B3B0B}"/>
              </a:ext>
            </a:extLst>
          </p:cNvPr>
          <p:cNvGrpSpPr/>
          <p:nvPr/>
        </p:nvGrpSpPr>
        <p:grpSpPr>
          <a:xfrm>
            <a:off x="9840398" y="4421556"/>
            <a:ext cx="1059735" cy="896233"/>
            <a:chOff x="1792466" y="2749256"/>
            <a:chExt cx="1059735" cy="89623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E5116CA-527F-6B45-7532-232AA2CA3EAE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214EF1B5-757D-2201-89EB-E37B9A61BEF2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4AE6F4-7ECA-B9AB-CB5F-1CD75260B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46621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3FE84D1-51A8-7712-7DF2-9FB15C984F64}"/>
              </a:ext>
            </a:extLst>
          </p:cNvPr>
          <p:cNvGrpSpPr/>
          <p:nvPr/>
        </p:nvGrpSpPr>
        <p:grpSpPr>
          <a:xfrm>
            <a:off x="4312775" y="4421556"/>
            <a:ext cx="1144148" cy="896233"/>
            <a:chOff x="1792466" y="2749256"/>
            <a:chExt cx="1144148" cy="896233"/>
          </a:xfrm>
          <a:solidFill>
            <a:schemeClr val="bg1"/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3A6FA8C-F107-B830-3824-50F81D0B5477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6243F8F-5AF5-C3B3-F5AE-CAD0AE9954FF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842218" cy="378245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6243F8F-5AF5-C3B3-F5AE-CAD0AE9954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842218" cy="378245"/>
                </a:xfrm>
                <a:prstGeom prst="rect">
                  <a:avLst/>
                </a:prstGeom>
                <a:blipFill>
                  <a:blip r:embed="rId7"/>
                  <a:stretch>
                    <a:fillRect b="-1290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5E5A2E1-B2D9-FBFC-8713-6EC2827E88B1}"/>
              </a:ext>
            </a:extLst>
          </p:cNvPr>
          <p:cNvGrpSpPr/>
          <p:nvPr/>
        </p:nvGrpSpPr>
        <p:grpSpPr>
          <a:xfrm>
            <a:off x="6647154" y="4421556"/>
            <a:ext cx="1144147" cy="896233"/>
            <a:chOff x="1792466" y="2749256"/>
            <a:chExt cx="1144147" cy="896233"/>
          </a:xfrm>
          <a:solidFill>
            <a:schemeClr val="bg1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37EB433-1553-54C5-D4AE-C465A38B69DA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9491430D-3010-8316-B1F9-D73EAC28F573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842217" cy="378245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9491430D-3010-8316-B1F9-D73EAC28F5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842217" cy="378245"/>
                </a:xfrm>
                <a:prstGeom prst="rect">
                  <a:avLst/>
                </a:prstGeom>
                <a:blipFill>
                  <a:blip r:embed="rId8"/>
                  <a:stretch>
                    <a:fillRect b="-1290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91DDE7C-51B0-9EE2-F2CB-008A4A752FBE}"/>
              </a:ext>
            </a:extLst>
          </p:cNvPr>
          <p:cNvGrpSpPr/>
          <p:nvPr/>
        </p:nvGrpSpPr>
        <p:grpSpPr>
          <a:xfrm>
            <a:off x="9380654" y="4421555"/>
            <a:ext cx="1059735" cy="896233"/>
            <a:chOff x="1792466" y="2749256"/>
            <a:chExt cx="1059735" cy="896233"/>
          </a:xfrm>
          <a:solidFill>
            <a:schemeClr val="bg1"/>
          </a:solidFill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6A00AFA-A278-804D-B3FF-1FE9F2217E62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C4E2C5B7-C561-2ACF-B524-9511BBB38FA9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57805" cy="346570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∑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C4E2C5B7-C561-2ACF-B524-9511BBB38F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57805" cy="346570"/>
                </a:xfrm>
                <a:prstGeom prst="rect">
                  <a:avLst/>
                </a:prstGeom>
                <a:blipFill>
                  <a:blip r:embed="rId9"/>
                  <a:stretch>
                    <a:fillRect b="-125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028707A-8AEE-3681-87DD-319EDE6DF1B6}"/>
              </a:ext>
            </a:extLst>
          </p:cNvPr>
          <p:cNvCxnSpPr>
            <a:cxnSpLocks/>
          </p:cNvCxnSpPr>
          <p:nvPr/>
        </p:nvCxnSpPr>
        <p:spPr>
          <a:xfrm>
            <a:off x="5989017" y="5973878"/>
            <a:ext cx="994133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9A92C49-639F-D35B-8416-96C7C39FD5F3}"/>
              </a:ext>
            </a:extLst>
          </p:cNvPr>
          <p:cNvCxnSpPr>
            <a:cxnSpLocks/>
          </p:cNvCxnSpPr>
          <p:nvPr/>
        </p:nvCxnSpPr>
        <p:spPr>
          <a:xfrm>
            <a:off x="8696891" y="5973878"/>
            <a:ext cx="994133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31D8580-7FD8-1F35-40AF-5B97EF6EA7C5}"/>
              </a:ext>
            </a:extLst>
          </p:cNvPr>
          <p:cNvCxnSpPr>
            <a:cxnSpLocks/>
          </p:cNvCxnSpPr>
          <p:nvPr/>
        </p:nvCxnSpPr>
        <p:spPr>
          <a:xfrm>
            <a:off x="5598933" y="6334187"/>
            <a:ext cx="4332299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0837F80-2CE9-006A-2937-2DA16B2FEBF8}"/>
              </a:ext>
            </a:extLst>
          </p:cNvPr>
          <p:cNvSpPr txBox="1"/>
          <p:nvPr/>
        </p:nvSpPr>
        <p:spPr>
          <a:xfrm>
            <a:off x="6596345" y="6471742"/>
            <a:ext cx="233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All Reduce Gradients</a:t>
            </a:r>
          </a:p>
        </p:txBody>
      </p:sp>
    </p:spTree>
    <p:extLst>
      <p:ext uri="{BB962C8B-B14F-4D97-AF65-F5344CB8AC3E}">
        <p14:creationId xmlns:p14="http://schemas.microsoft.com/office/powerpoint/2010/main" val="20021268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09954-05DC-26DB-2061-019EF5E87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Reduce 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C1CF46-811F-A1E7-2C90-6B2DBE9A7B23}"/>
              </a:ext>
            </a:extLst>
          </p:cNvPr>
          <p:cNvSpPr txBox="1"/>
          <p:nvPr/>
        </p:nvSpPr>
        <p:spPr>
          <a:xfrm>
            <a:off x="908344" y="4948458"/>
            <a:ext cx="233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Parallel GPUs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7603711-9512-3794-C82C-027FC57BA40A}"/>
              </a:ext>
            </a:extLst>
          </p:cNvPr>
          <p:cNvSpPr/>
          <p:nvPr/>
        </p:nvSpPr>
        <p:spPr>
          <a:xfrm>
            <a:off x="5117007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5F5F0F3-B6E2-2FEA-B67E-46EEDE265937}"/>
              </a:ext>
            </a:extLst>
          </p:cNvPr>
          <p:cNvSpPr/>
          <p:nvPr/>
        </p:nvSpPr>
        <p:spPr>
          <a:xfrm>
            <a:off x="6983150" y="5601457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98AF31B-959B-A6FA-1F51-961E795BD387}"/>
                  </a:ext>
                </a:extLst>
              </p:cNvPr>
              <p:cNvSpPr/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98AF31B-959B-A6FA-1F51-961E795BD3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1024" y="5601456"/>
                <a:ext cx="1027439" cy="7327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49939192-5FFA-8B89-38A6-F3636EB77909}"/>
              </a:ext>
            </a:extLst>
          </p:cNvPr>
          <p:cNvGrpSpPr/>
          <p:nvPr/>
        </p:nvGrpSpPr>
        <p:grpSpPr>
          <a:xfrm>
            <a:off x="5036265" y="4421557"/>
            <a:ext cx="1059735" cy="896233"/>
            <a:chOff x="1792466" y="2749256"/>
            <a:chExt cx="1059735" cy="89623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5BC2ECD-31AC-C903-7828-70B124DEEEE4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FD2D7AE-D5FA-1886-F3B2-66CAB0C3A214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164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FD2D7AE-D5FA-1886-F3B2-66CAB0C3A2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16488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147DF70-8E91-C50F-D7B7-B276579DB39D}"/>
              </a:ext>
            </a:extLst>
          </p:cNvPr>
          <p:cNvGrpSpPr/>
          <p:nvPr/>
        </p:nvGrpSpPr>
        <p:grpSpPr>
          <a:xfrm>
            <a:off x="6938742" y="4421556"/>
            <a:ext cx="1059735" cy="896233"/>
            <a:chOff x="1792466" y="2749256"/>
            <a:chExt cx="1059735" cy="89623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CDB6ED0-EFBB-963F-37B3-4D32377F0F0C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27F1A78-F4B9-0320-DE1C-4F9791051B9C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164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27F1A78-F4B9-0320-DE1C-4F9791051B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16488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25F41C9-A0E8-0067-DC64-6121B334C7C9}"/>
              </a:ext>
            </a:extLst>
          </p:cNvPr>
          <p:cNvGrpSpPr/>
          <p:nvPr/>
        </p:nvGrpSpPr>
        <p:grpSpPr>
          <a:xfrm>
            <a:off x="9840398" y="4421556"/>
            <a:ext cx="1059735" cy="896233"/>
            <a:chOff x="1792466" y="2749256"/>
            <a:chExt cx="1059735" cy="89623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7A9CB2E-9D9B-C93F-A30E-C482153A2034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4AE6F4-7ECA-B9AB-CB5F-1CD75260B0D7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164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4AE6F4-7ECA-B9AB-CB5F-1CD75260B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16488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151721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30EA2-D943-4779-B257-30CACF698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Parallel Distributed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7624B-EB56-B1EB-6891-FAD7B0E31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Parallelism </a:t>
            </a:r>
          </a:p>
          <a:p>
            <a:pPr lvl="1"/>
            <a:r>
              <a:rPr lang="en-US" dirty="0"/>
              <a:t>Weights are replicated on each GPU</a:t>
            </a:r>
          </a:p>
          <a:p>
            <a:endParaRPr lang="en-US" dirty="0"/>
          </a:p>
          <a:p>
            <a:r>
              <a:rPr lang="en-US" dirty="0"/>
              <a:t>What if the model is too big for a single GPU?</a:t>
            </a:r>
          </a:p>
          <a:p>
            <a:endParaRPr lang="en-US" dirty="0"/>
          </a:p>
          <a:p>
            <a:r>
              <a:rPr lang="en-US" dirty="0"/>
              <a:t>Model Parallelism: Split the model across GPUs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71432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5CEC3-36EF-8982-02E4-6ECD18D56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Parallel Distributed Training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10B1E79-6691-28B2-52D7-36892B270FB3}"/>
              </a:ext>
            </a:extLst>
          </p:cNvPr>
          <p:cNvGrpSpPr/>
          <p:nvPr/>
        </p:nvGrpSpPr>
        <p:grpSpPr>
          <a:xfrm>
            <a:off x="8885397" y="2003335"/>
            <a:ext cx="1059735" cy="896233"/>
            <a:chOff x="1792466" y="2749256"/>
            <a:chExt cx="1059735" cy="89623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682489C-94D7-966C-AD86-4E1A2EAC48AA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C20E4A93-BCE6-0622-0FBC-855CD0824151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D604A03-43EC-E0D6-FA88-B345BA7E7DA8}"/>
              </a:ext>
            </a:extLst>
          </p:cNvPr>
          <p:cNvGrpSpPr/>
          <p:nvPr/>
        </p:nvGrpSpPr>
        <p:grpSpPr>
          <a:xfrm>
            <a:off x="5281503" y="2003334"/>
            <a:ext cx="1059735" cy="896233"/>
            <a:chOff x="1792466" y="2749256"/>
            <a:chExt cx="1059735" cy="89623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BBCF533-9250-DED6-5355-E2CC097B74F8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A61317E-87DC-ECEE-6A44-587F96C19AE7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73C16B2-761E-5F92-848C-15FF130750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6142920-55DD-BE18-9D8E-75A02085F4DA}"/>
              </a:ext>
            </a:extLst>
          </p:cNvPr>
          <p:cNvGrpSpPr/>
          <p:nvPr/>
        </p:nvGrpSpPr>
        <p:grpSpPr>
          <a:xfrm>
            <a:off x="6516571" y="1817466"/>
            <a:ext cx="1468490" cy="1325563"/>
            <a:chOff x="1792466" y="2749256"/>
            <a:chExt cx="1468490" cy="13255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E9B3013-533D-F1F6-6634-B4F3034BA27A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D696B12E-591F-F9F4-A876-13B9FBAA45B3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8F02ED-5DB1-1EF3-2C9C-27C4B49C80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07C8F8A-540D-7007-112D-742AE8476F5D}"/>
              </a:ext>
            </a:extLst>
          </p:cNvPr>
          <p:cNvSpPr txBox="1"/>
          <p:nvPr/>
        </p:nvSpPr>
        <p:spPr>
          <a:xfrm>
            <a:off x="8286717" y="222864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345627D-D87F-80FE-F2EC-0AF88B562D7F}"/>
              </a:ext>
            </a:extLst>
          </p:cNvPr>
          <p:cNvGrpSpPr/>
          <p:nvPr/>
        </p:nvGrpSpPr>
        <p:grpSpPr>
          <a:xfrm>
            <a:off x="1993070" y="2003335"/>
            <a:ext cx="1059735" cy="896233"/>
            <a:chOff x="1792466" y="2749256"/>
            <a:chExt cx="1059735" cy="89623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4A05CA7-DED4-410D-472F-CF37A4AAF757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5B86AD9B-FD2E-5A7A-B44A-3491C84CD6B1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D40CEA3-D405-602A-BC8E-B8E34A2A30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2FE1291-CDE3-33AA-BA96-BF8A7BD57CD1}"/>
              </a:ext>
            </a:extLst>
          </p:cNvPr>
          <p:cNvGrpSpPr/>
          <p:nvPr/>
        </p:nvGrpSpPr>
        <p:grpSpPr>
          <a:xfrm>
            <a:off x="3452079" y="1750529"/>
            <a:ext cx="1468490" cy="1325563"/>
            <a:chOff x="1792466" y="2749256"/>
            <a:chExt cx="1468490" cy="132556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AE616DC-7BD5-07D6-2750-B6549EC41970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C39845E5-A4B0-3247-A05F-F61CEB9E69BC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77CFDF3-DFD9-9E64-34DF-397FD716C0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F76FAC7-7898-DF5A-DA58-EF34DC556D8D}"/>
              </a:ext>
            </a:extLst>
          </p:cNvPr>
          <p:cNvGrpSpPr/>
          <p:nvPr/>
        </p:nvGrpSpPr>
        <p:grpSpPr>
          <a:xfrm>
            <a:off x="8887726" y="3925707"/>
            <a:ext cx="1059735" cy="896233"/>
            <a:chOff x="1792466" y="2749256"/>
            <a:chExt cx="1059735" cy="89623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264F5E7-66BE-698B-2DCF-3FC3FBAF733C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409A0E51-A152-39D1-59E7-4B9F45E42C28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3A3EC94-FA97-76A6-6846-63F92E8D195F}"/>
              </a:ext>
            </a:extLst>
          </p:cNvPr>
          <p:cNvGrpSpPr/>
          <p:nvPr/>
        </p:nvGrpSpPr>
        <p:grpSpPr>
          <a:xfrm>
            <a:off x="5283832" y="3925706"/>
            <a:ext cx="1059735" cy="896233"/>
            <a:chOff x="1792466" y="2749256"/>
            <a:chExt cx="1059735" cy="896233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7A5E445-675B-44F7-5304-4420F81F0403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3246CFB-D458-3B66-D0C7-26DD9527F235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73C16B2-761E-5F92-848C-15FF130750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FD605F4-705E-87D4-B98F-38FB2785EDAE}"/>
              </a:ext>
            </a:extLst>
          </p:cNvPr>
          <p:cNvGrpSpPr/>
          <p:nvPr/>
        </p:nvGrpSpPr>
        <p:grpSpPr>
          <a:xfrm>
            <a:off x="6518900" y="3739838"/>
            <a:ext cx="1468490" cy="1325563"/>
            <a:chOff x="1792466" y="2749256"/>
            <a:chExt cx="1468490" cy="1325563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2C74D42-82CD-0A68-5DD2-FE9E293E8B55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0ADB8323-69CA-9DF5-E9D9-6723FE3DE443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8F02ED-5DB1-1EF3-2C9C-27C4B49C80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C6A37847-CF5F-C4E1-7304-C357B5E3B2E6}"/>
              </a:ext>
            </a:extLst>
          </p:cNvPr>
          <p:cNvSpPr txBox="1"/>
          <p:nvPr/>
        </p:nvSpPr>
        <p:spPr>
          <a:xfrm>
            <a:off x="8289046" y="415101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C75D50D-74B0-9F81-EB6B-FC1488255DC2}"/>
              </a:ext>
            </a:extLst>
          </p:cNvPr>
          <p:cNvGrpSpPr/>
          <p:nvPr/>
        </p:nvGrpSpPr>
        <p:grpSpPr>
          <a:xfrm>
            <a:off x="1995399" y="3925707"/>
            <a:ext cx="1059735" cy="896233"/>
            <a:chOff x="1792466" y="2749256"/>
            <a:chExt cx="1059735" cy="896233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E1DE995-B3BE-DC6F-8F42-18EBA330B7B5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B94A872B-36DA-9DA8-C7FE-584DB0EBF41E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D40CEA3-D405-602A-BC8E-B8E34A2A30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E33654D-107B-F6F5-F2DC-BBCFEA5F024B}"/>
              </a:ext>
            </a:extLst>
          </p:cNvPr>
          <p:cNvGrpSpPr/>
          <p:nvPr/>
        </p:nvGrpSpPr>
        <p:grpSpPr>
          <a:xfrm>
            <a:off x="3454408" y="3672901"/>
            <a:ext cx="1468490" cy="1325563"/>
            <a:chOff x="1792466" y="2749256"/>
            <a:chExt cx="1468490" cy="1325563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82450F1-DD5A-196D-D361-5DD5D751A088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01A773E2-8266-ABAE-CF3B-8EE8AE41A3A8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77CFDF3-DFD9-9E64-34DF-397FD716C0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E3AB300-932A-8986-3CDD-6920090967FF}"/>
              </a:ext>
            </a:extLst>
          </p:cNvPr>
          <p:cNvGrpSpPr/>
          <p:nvPr/>
        </p:nvGrpSpPr>
        <p:grpSpPr>
          <a:xfrm>
            <a:off x="9046182" y="5655271"/>
            <a:ext cx="1059735" cy="896233"/>
            <a:chOff x="1792466" y="2749256"/>
            <a:chExt cx="1059735" cy="896233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AD81D6C-76DD-544F-8A25-5023D6790ABA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F633D931-CB4C-DFC7-6F13-0DF656FA0525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238DFC2-E064-A912-7EDB-81EE4A796056}"/>
              </a:ext>
            </a:extLst>
          </p:cNvPr>
          <p:cNvGrpSpPr/>
          <p:nvPr/>
        </p:nvGrpSpPr>
        <p:grpSpPr>
          <a:xfrm>
            <a:off x="5442288" y="5655270"/>
            <a:ext cx="1059735" cy="896233"/>
            <a:chOff x="1792466" y="2749256"/>
            <a:chExt cx="1059735" cy="896233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DBA2225-E487-0EEF-A679-DE6B36D81EB0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B7628A58-08AA-86AA-C132-39A4A765977E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73C16B2-761E-5F92-848C-15FF130750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04B74CF-5420-A5CA-79B6-0C62F210BC20}"/>
              </a:ext>
            </a:extLst>
          </p:cNvPr>
          <p:cNvGrpSpPr/>
          <p:nvPr/>
        </p:nvGrpSpPr>
        <p:grpSpPr>
          <a:xfrm>
            <a:off x="6677356" y="5469402"/>
            <a:ext cx="1468490" cy="1325563"/>
            <a:chOff x="1792466" y="2749256"/>
            <a:chExt cx="1468490" cy="1325563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8AF83A0-A5C0-FC69-A028-F2173D31AAC4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F89C5C7B-89A1-E5A2-E0F6-826925925172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8F02ED-5DB1-1EF3-2C9C-27C4B49C80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2018FA7C-2DAC-6DA3-65B4-04083C578D13}"/>
              </a:ext>
            </a:extLst>
          </p:cNvPr>
          <p:cNvSpPr txBox="1"/>
          <p:nvPr/>
        </p:nvSpPr>
        <p:spPr>
          <a:xfrm>
            <a:off x="8447502" y="5880580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40DA7A0-5E20-A71F-26BB-9E37F5C6639B}"/>
              </a:ext>
            </a:extLst>
          </p:cNvPr>
          <p:cNvGrpSpPr/>
          <p:nvPr/>
        </p:nvGrpSpPr>
        <p:grpSpPr>
          <a:xfrm>
            <a:off x="2153855" y="5655271"/>
            <a:ext cx="1059735" cy="896233"/>
            <a:chOff x="1792466" y="2749256"/>
            <a:chExt cx="1059735" cy="896233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A049039-BD78-645C-1E3C-083F3392ED92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927AFA93-F045-C774-DEA8-95B72767FDD7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D40CEA3-D405-602A-BC8E-B8E34A2A30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3DDA374-BB2D-BE6B-57AD-6B92D8D16AA2}"/>
              </a:ext>
            </a:extLst>
          </p:cNvPr>
          <p:cNvGrpSpPr/>
          <p:nvPr/>
        </p:nvGrpSpPr>
        <p:grpSpPr>
          <a:xfrm>
            <a:off x="3612864" y="5402465"/>
            <a:ext cx="1468490" cy="1325563"/>
            <a:chOff x="1792466" y="2749256"/>
            <a:chExt cx="1468490" cy="1325563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4314848-0A2C-3237-D6D0-456941876700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6ACE3C1A-6D2A-8032-AD11-10FBEA6FF06E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77CFDF3-DFD9-9E64-34DF-397FD716C0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2" name="Oval 51">
            <a:extLst>
              <a:ext uri="{FF2B5EF4-FFF2-40B4-BE49-F238E27FC236}">
                <a16:creationId xmlns:a16="http://schemas.microsoft.com/office/drawing/2014/main" id="{F4CB675B-5D89-666A-80D6-F02B42B7A3DD}"/>
              </a:ext>
            </a:extLst>
          </p:cNvPr>
          <p:cNvSpPr/>
          <p:nvPr/>
        </p:nvSpPr>
        <p:spPr>
          <a:xfrm>
            <a:off x="268647" y="2085084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30FCDE1-1B9B-60A2-D314-6851B28637EA}"/>
              </a:ext>
            </a:extLst>
          </p:cNvPr>
          <p:cNvSpPr/>
          <p:nvPr/>
        </p:nvSpPr>
        <p:spPr>
          <a:xfrm>
            <a:off x="268647" y="3891946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F9A1651E-2E7D-3BEF-FC47-3BBB83B684C9}"/>
                  </a:ext>
                </a:extLst>
              </p:cNvPr>
              <p:cNvSpPr/>
              <p:nvPr/>
            </p:nvSpPr>
            <p:spPr>
              <a:xfrm>
                <a:off x="190932" y="5869588"/>
                <a:ext cx="1027439" cy="73273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F9A1651E-2E7D-3BEF-FC47-3BBB83B684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932" y="5869588"/>
                <a:ext cx="1027439" cy="732731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820F5A6-B3F3-457B-AD51-E779A6DF2208}"/>
              </a:ext>
            </a:extLst>
          </p:cNvPr>
          <p:cNvCxnSpPr/>
          <p:nvPr/>
        </p:nvCxnSpPr>
        <p:spPr>
          <a:xfrm>
            <a:off x="1898539" y="3306613"/>
            <a:ext cx="8638256" cy="60317"/>
          </a:xfrm>
          <a:prstGeom prst="line">
            <a:avLst/>
          </a:prstGeom>
          <a:ln w="28575">
            <a:solidFill>
              <a:srgbClr val="C0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3181B2DA-CFE9-C874-2C7E-B81A04D80B22}"/>
              </a:ext>
            </a:extLst>
          </p:cNvPr>
          <p:cNvCxnSpPr/>
          <p:nvPr/>
        </p:nvCxnSpPr>
        <p:spPr>
          <a:xfrm>
            <a:off x="1898539" y="5191258"/>
            <a:ext cx="8638256" cy="60317"/>
          </a:xfrm>
          <a:prstGeom prst="line">
            <a:avLst/>
          </a:prstGeom>
          <a:ln w="28575">
            <a:solidFill>
              <a:srgbClr val="C0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B1F93822-2CDC-D8DC-AAF0-EF9E95806F80}"/>
              </a:ext>
            </a:extLst>
          </p:cNvPr>
          <p:cNvSpPr txBox="1"/>
          <p:nvPr/>
        </p:nvSpPr>
        <p:spPr>
          <a:xfrm>
            <a:off x="-136108" y="1367522"/>
            <a:ext cx="17682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 Parallel </a:t>
            </a:r>
          </a:p>
          <a:p>
            <a:pPr algn="ctr"/>
            <a:r>
              <a:rPr lang="en-US" dirty="0"/>
              <a:t>GPUs</a:t>
            </a:r>
          </a:p>
        </p:txBody>
      </p:sp>
    </p:spTree>
    <p:extLst>
      <p:ext uri="{BB962C8B-B14F-4D97-AF65-F5344CB8AC3E}">
        <p14:creationId xmlns:p14="http://schemas.microsoft.com/office/powerpoint/2010/main" val="228070599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0431A-6802-952F-5811-FDD877C04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Parallel Distributed Training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C8850BA-DC9D-C04A-2367-4C2472642F3D}"/>
              </a:ext>
            </a:extLst>
          </p:cNvPr>
          <p:cNvGrpSpPr/>
          <p:nvPr/>
        </p:nvGrpSpPr>
        <p:grpSpPr>
          <a:xfrm>
            <a:off x="9042843" y="3299240"/>
            <a:ext cx="1059735" cy="896233"/>
            <a:chOff x="1792466" y="2749256"/>
            <a:chExt cx="1059735" cy="89623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30D6420-5A82-8F80-5AFD-F875F6876A04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80F98E2C-CDCE-2854-A0DE-B93D901D60CF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1393F27-1BC2-FD06-1320-0AC5DF9064CD}"/>
              </a:ext>
            </a:extLst>
          </p:cNvPr>
          <p:cNvGrpSpPr/>
          <p:nvPr/>
        </p:nvGrpSpPr>
        <p:grpSpPr>
          <a:xfrm>
            <a:off x="5438949" y="3299239"/>
            <a:ext cx="1059735" cy="896233"/>
            <a:chOff x="1792466" y="2749256"/>
            <a:chExt cx="1059735" cy="89623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4B568BD-BE7E-5DFA-0240-39616C710B0F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2B56481E-14A6-3AFF-8CE8-351D7A6A67B8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73C16B2-761E-5F92-848C-15FF130750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1159E9C-89FB-B0D3-2F6A-BFFBDC4CF872}"/>
              </a:ext>
            </a:extLst>
          </p:cNvPr>
          <p:cNvGrpSpPr/>
          <p:nvPr/>
        </p:nvGrpSpPr>
        <p:grpSpPr>
          <a:xfrm>
            <a:off x="6674017" y="3113371"/>
            <a:ext cx="1468490" cy="1325563"/>
            <a:chOff x="1792466" y="2749256"/>
            <a:chExt cx="1468490" cy="13255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CD19A27-DBBF-980B-38FE-C51C2DB96158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6BE7C37-39C5-798F-62B9-6A8788DF1634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8F02ED-5DB1-1EF3-2C9C-27C4B49C80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7172469-C601-1D53-A731-07DCA22CD7DD}"/>
              </a:ext>
            </a:extLst>
          </p:cNvPr>
          <p:cNvSpPr txBox="1"/>
          <p:nvPr/>
        </p:nvSpPr>
        <p:spPr>
          <a:xfrm>
            <a:off x="8444163" y="3524549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CC65686-BD05-6E4D-90AD-8DFFC5C75C5D}"/>
              </a:ext>
            </a:extLst>
          </p:cNvPr>
          <p:cNvGrpSpPr/>
          <p:nvPr/>
        </p:nvGrpSpPr>
        <p:grpSpPr>
          <a:xfrm>
            <a:off x="2150516" y="3299240"/>
            <a:ext cx="1059735" cy="896233"/>
            <a:chOff x="1792466" y="2749256"/>
            <a:chExt cx="1059735" cy="89623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08C67B7-2E4F-F7E6-7AF0-6A51F7B28E21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D94A20E-614F-6707-483D-1AA55920DDF3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D40CEA3-D405-602A-BC8E-B8E34A2A30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2030276-B898-E248-6391-9E49271332BE}"/>
              </a:ext>
            </a:extLst>
          </p:cNvPr>
          <p:cNvGrpSpPr/>
          <p:nvPr/>
        </p:nvGrpSpPr>
        <p:grpSpPr>
          <a:xfrm>
            <a:off x="3609525" y="3046434"/>
            <a:ext cx="1468490" cy="1325563"/>
            <a:chOff x="1792466" y="2749256"/>
            <a:chExt cx="1468490" cy="132556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C7F1924-7F5B-B550-3C93-D2AA84A1839C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ED18AA9-DB97-3C88-E113-3705FE941B2A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77CFDF3-DFD9-9E64-34DF-397FD716C0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F428391-3C4A-6FDD-B1E6-677248A01727}"/>
              </a:ext>
            </a:extLst>
          </p:cNvPr>
          <p:cNvCxnSpPr/>
          <p:nvPr/>
        </p:nvCxnSpPr>
        <p:spPr>
          <a:xfrm>
            <a:off x="1776872" y="3742851"/>
            <a:ext cx="8638256" cy="60317"/>
          </a:xfrm>
          <a:prstGeom prst="line">
            <a:avLst/>
          </a:prstGeom>
          <a:ln w="28575">
            <a:solidFill>
              <a:srgbClr val="C0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72FA133-BF7F-C2ED-8462-6CEA18C350BA}"/>
              </a:ext>
            </a:extLst>
          </p:cNvPr>
          <p:cNvCxnSpPr>
            <a:cxnSpLocks/>
          </p:cNvCxnSpPr>
          <p:nvPr/>
        </p:nvCxnSpPr>
        <p:spPr>
          <a:xfrm flipH="1">
            <a:off x="2680383" y="2827979"/>
            <a:ext cx="28806" cy="1816689"/>
          </a:xfrm>
          <a:prstGeom prst="line">
            <a:avLst/>
          </a:prstGeom>
          <a:ln w="28575">
            <a:solidFill>
              <a:srgbClr val="C0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000912D-0DF5-ED6C-CB72-C11DD1FFE229}"/>
              </a:ext>
            </a:extLst>
          </p:cNvPr>
          <p:cNvCxnSpPr>
            <a:cxnSpLocks/>
          </p:cNvCxnSpPr>
          <p:nvPr/>
        </p:nvCxnSpPr>
        <p:spPr>
          <a:xfrm flipH="1">
            <a:off x="5977180" y="2894823"/>
            <a:ext cx="28806" cy="1816689"/>
          </a:xfrm>
          <a:prstGeom prst="line">
            <a:avLst/>
          </a:prstGeom>
          <a:ln w="28575">
            <a:solidFill>
              <a:srgbClr val="C0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8317B39-77C1-D41E-83B8-FE6F54599F18}"/>
              </a:ext>
            </a:extLst>
          </p:cNvPr>
          <p:cNvCxnSpPr>
            <a:cxnSpLocks/>
          </p:cNvCxnSpPr>
          <p:nvPr/>
        </p:nvCxnSpPr>
        <p:spPr>
          <a:xfrm flipH="1">
            <a:off x="9543904" y="2985536"/>
            <a:ext cx="28806" cy="1816689"/>
          </a:xfrm>
          <a:prstGeom prst="line">
            <a:avLst/>
          </a:prstGeom>
          <a:ln w="28575">
            <a:solidFill>
              <a:srgbClr val="C0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8EE656F-D961-D992-79D4-FD3B37BC2536}"/>
              </a:ext>
            </a:extLst>
          </p:cNvPr>
          <p:cNvSpPr txBox="1"/>
          <p:nvPr/>
        </p:nvSpPr>
        <p:spPr>
          <a:xfrm>
            <a:off x="2694786" y="5183992"/>
            <a:ext cx="6329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Partition the model across GPUs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8274DCC-9B2A-F9B7-3C11-A3BC9366177C}"/>
              </a:ext>
            </a:extLst>
          </p:cNvPr>
          <p:cNvSpPr/>
          <p:nvPr/>
        </p:nvSpPr>
        <p:spPr>
          <a:xfrm>
            <a:off x="1213449" y="2740719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179816C-EBC5-DE17-36FC-4DFE0CBC0223}"/>
              </a:ext>
            </a:extLst>
          </p:cNvPr>
          <p:cNvSpPr/>
          <p:nvPr/>
        </p:nvSpPr>
        <p:spPr>
          <a:xfrm>
            <a:off x="1192949" y="4195472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992E5A1-F8B5-7330-6879-6D332217285E}"/>
              </a:ext>
            </a:extLst>
          </p:cNvPr>
          <p:cNvSpPr/>
          <p:nvPr/>
        </p:nvSpPr>
        <p:spPr>
          <a:xfrm>
            <a:off x="4917445" y="2290946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6A5D6A5-7CED-3C9B-CFD5-8480A98646FB}"/>
              </a:ext>
            </a:extLst>
          </p:cNvPr>
          <p:cNvSpPr/>
          <p:nvPr/>
        </p:nvSpPr>
        <p:spPr>
          <a:xfrm>
            <a:off x="4959527" y="4449242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5911372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A4AA8-AD3E-0A87-4AB1-DA4F22CDA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Parallel Distributed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785F9-5658-8A91-EC16-BF151D00C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Different ways to partition the model</a:t>
            </a:r>
          </a:p>
          <a:p>
            <a:endParaRPr lang="en-US" dirty="0"/>
          </a:p>
          <a:p>
            <a:r>
              <a:rPr lang="en-US" dirty="0" err="1"/>
              <a:t>Layerwise</a:t>
            </a:r>
            <a:r>
              <a:rPr lang="en-US" dirty="0"/>
              <a:t> Partitioning – Pipeline Parallelism</a:t>
            </a:r>
          </a:p>
          <a:p>
            <a:endParaRPr lang="en-US" dirty="0"/>
          </a:p>
          <a:p>
            <a:r>
              <a:rPr lang="en-US" dirty="0"/>
              <a:t>Intra-Layer Partitioning – Tensor Parallelism</a:t>
            </a:r>
          </a:p>
        </p:txBody>
      </p:sp>
    </p:spTree>
    <p:extLst>
      <p:ext uri="{BB962C8B-B14F-4D97-AF65-F5344CB8AC3E}">
        <p14:creationId xmlns:p14="http://schemas.microsoft.com/office/powerpoint/2010/main" val="289318113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067C5-5E79-21AC-82B0-B67EBF4C7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Parallelism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13A7827-C561-48D2-557E-6705CAFFBC17}"/>
              </a:ext>
            </a:extLst>
          </p:cNvPr>
          <p:cNvGrpSpPr/>
          <p:nvPr/>
        </p:nvGrpSpPr>
        <p:grpSpPr>
          <a:xfrm>
            <a:off x="9042843" y="3299240"/>
            <a:ext cx="1059735" cy="896233"/>
            <a:chOff x="1792466" y="2749256"/>
            <a:chExt cx="1059735" cy="89623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2F690CB-C776-10C9-A32D-B5C8BF0D9ABC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51D2C70-06AF-F94F-1EB3-E03C747010F3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490E5F0-E2AD-0C3C-00C7-47BA6E1EE5EF}"/>
              </a:ext>
            </a:extLst>
          </p:cNvPr>
          <p:cNvGrpSpPr/>
          <p:nvPr/>
        </p:nvGrpSpPr>
        <p:grpSpPr>
          <a:xfrm>
            <a:off x="5438949" y="3299239"/>
            <a:ext cx="1059735" cy="896233"/>
            <a:chOff x="1792466" y="2749256"/>
            <a:chExt cx="1059735" cy="89623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0199999-DDBA-29CA-C99B-23FD87254F61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A4F5280-A4C9-90C2-9A83-76818F8BB734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73C16B2-761E-5F92-848C-15FF130750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D784A57-54F1-34F0-7155-B2F0C980758C}"/>
              </a:ext>
            </a:extLst>
          </p:cNvPr>
          <p:cNvGrpSpPr/>
          <p:nvPr/>
        </p:nvGrpSpPr>
        <p:grpSpPr>
          <a:xfrm>
            <a:off x="6674017" y="3113371"/>
            <a:ext cx="1468490" cy="1325563"/>
            <a:chOff x="1792466" y="2749256"/>
            <a:chExt cx="1468490" cy="13255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DEA1854-A4EE-F85D-B16F-F603522EB35B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5E505AD-D9F8-F7B1-4305-84B4939D22CB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8F02ED-5DB1-1EF3-2C9C-27C4B49C80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2DDB0FC-050F-F418-79A5-D3D1794F22EC}"/>
              </a:ext>
            </a:extLst>
          </p:cNvPr>
          <p:cNvGrpSpPr/>
          <p:nvPr/>
        </p:nvGrpSpPr>
        <p:grpSpPr>
          <a:xfrm>
            <a:off x="1399618" y="3386112"/>
            <a:ext cx="1059735" cy="896233"/>
            <a:chOff x="1792466" y="2749256"/>
            <a:chExt cx="1059735" cy="89623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2AB8520-61CC-FC83-A093-7398BD0F060F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88B3BD59-35EB-8B7C-D5F9-C99EAA83292E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D40CEA3-D405-602A-BC8E-B8E34A2A30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CD087F4-71E7-EE4E-20BA-960283A395CA}"/>
              </a:ext>
            </a:extLst>
          </p:cNvPr>
          <p:cNvGrpSpPr/>
          <p:nvPr/>
        </p:nvGrpSpPr>
        <p:grpSpPr>
          <a:xfrm>
            <a:off x="2858627" y="3133306"/>
            <a:ext cx="1468490" cy="1325563"/>
            <a:chOff x="1792466" y="2749256"/>
            <a:chExt cx="1468490" cy="13255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DCE6E53-0011-AA72-A23B-3548654C8896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C5A66FA-B026-2497-033D-46963C994B79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77CFDF3-DFD9-9E64-34DF-397FD716C0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DDCBB47-68EE-16C2-E5C1-BE09F703F6FC}"/>
              </a:ext>
            </a:extLst>
          </p:cNvPr>
          <p:cNvCxnSpPr>
            <a:cxnSpLocks/>
          </p:cNvCxnSpPr>
          <p:nvPr/>
        </p:nvCxnSpPr>
        <p:spPr>
          <a:xfrm>
            <a:off x="4657853" y="2581499"/>
            <a:ext cx="27342" cy="2541851"/>
          </a:xfrm>
          <a:prstGeom prst="line">
            <a:avLst/>
          </a:prstGeom>
          <a:ln w="28575">
            <a:solidFill>
              <a:srgbClr val="C0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9E403A1-24EA-AC18-9F0B-B37984F886DF}"/>
              </a:ext>
            </a:extLst>
          </p:cNvPr>
          <p:cNvCxnSpPr>
            <a:cxnSpLocks/>
          </p:cNvCxnSpPr>
          <p:nvPr/>
        </p:nvCxnSpPr>
        <p:spPr>
          <a:xfrm>
            <a:off x="8444437" y="2520655"/>
            <a:ext cx="27342" cy="2541851"/>
          </a:xfrm>
          <a:prstGeom prst="line">
            <a:avLst/>
          </a:prstGeom>
          <a:ln w="28575">
            <a:solidFill>
              <a:srgbClr val="C0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C25CC248-A103-815D-56D6-10A537A6E2C3}"/>
              </a:ext>
            </a:extLst>
          </p:cNvPr>
          <p:cNvSpPr/>
          <p:nvPr/>
        </p:nvSpPr>
        <p:spPr>
          <a:xfrm>
            <a:off x="2230090" y="5184194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BF57B11-BA08-B6F8-3BB7-D84A325D8CFB}"/>
              </a:ext>
            </a:extLst>
          </p:cNvPr>
          <p:cNvSpPr/>
          <p:nvPr/>
        </p:nvSpPr>
        <p:spPr>
          <a:xfrm>
            <a:off x="6993775" y="5123350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B6CF4E40-1501-115D-2153-9D144E2D4D31}"/>
                  </a:ext>
                </a:extLst>
              </p:cNvPr>
              <p:cNvSpPr/>
              <p:nvPr/>
            </p:nvSpPr>
            <p:spPr>
              <a:xfrm>
                <a:off x="10361714" y="5123350"/>
                <a:ext cx="1095536" cy="73273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B6CF4E40-1501-115D-2153-9D144E2D4D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1714" y="5123350"/>
                <a:ext cx="1095536" cy="732731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04D223CF-5171-8098-B7FB-D180C7F04FA0}"/>
                  </a:ext>
                </a:extLst>
              </p:cNvPr>
              <p:cNvSpPr/>
              <p:nvPr/>
            </p:nvSpPr>
            <p:spPr>
              <a:xfrm>
                <a:off x="212640" y="2493809"/>
                <a:ext cx="802251" cy="285220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04D223CF-5171-8098-B7FB-D180C7F04F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640" y="2493809"/>
                <a:ext cx="802251" cy="285220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91FE488C-A455-6B24-8D25-C0836C9C3401}"/>
              </a:ext>
            </a:extLst>
          </p:cNvPr>
          <p:cNvSpPr txBox="1"/>
          <p:nvPr/>
        </p:nvSpPr>
        <p:spPr>
          <a:xfrm>
            <a:off x="171176" y="1713289"/>
            <a:ext cx="2058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Batch of inputs: e.g., 64 images</a:t>
            </a:r>
          </a:p>
        </p:txBody>
      </p:sp>
    </p:spTree>
    <p:extLst>
      <p:ext uri="{BB962C8B-B14F-4D97-AF65-F5344CB8AC3E}">
        <p14:creationId xmlns:p14="http://schemas.microsoft.com/office/powerpoint/2010/main" val="341357714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067C5-5E79-21AC-82B0-B67EBF4C7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Parallelism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13A7827-C561-48D2-557E-6705CAFFBC17}"/>
              </a:ext>
            </a:extLst>
          </p:cNvPr>
          <p:cNvGrpSpPr/>
          <p:nvPr/>
        </p:nvGrpSpPr>
        <p:grpSpPr>
          <a:xfrm>
            <a:off x="9042843" y="3299240"/>
            <a:ext cx="1059735" cy="896233"/>
            <a:chOff x="1792466" y="2749256"/>
            <a:chExt cx="1059735" cy="89623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2F690CB-C776-10C9-A32D-B5C8BF0D9ABC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51D2C70-06AF-F94F-1EB3-E03C747010F3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490E5F0-E2AD-0C3C-00C7-47BA6E1EE5EF}"/>
              </a:ext>
            </a:extLst>
          </p:cNvPr>
          <p:cNvGrpSpPr/>
          <p:nvPr/>
        </p:nvGrpSpPr>
        <p:grpSpPr>
          <a:xfrm>
            <a:off x="5438949" y="3299239"/>
            <a:ext cx="1059735" cy="896233"/>
            <a:chOff x="1792466" y="2749256"/>
            <a:chExt cx="1059735" cy="89623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0199999-DDBA-29CA-C99B-23FD87254F61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A4F5280-A4C9-90C2-9A83-76818F8BB734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73C16B2-761E-5F92-848C-15FF130750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D784A57-54F1-34F0-7155-B2F0C980758C}"/>
              </a:ext>
            </a:extLst>
          </p:cNvPr>
          <p:cNvGrpSpPr/>
          <p:nvPr/>
        </p:nvGrpSpPr>
        <p:grpSpPr>
          <a:xfrm>
            <a:off x="6674017" y="3113371"/>
            <a:ext cx="1468490" cy="1325563"/>
            <a:chOff x="1792466" y="2749256"/>
            <a:chExt cx="1468490" cy="13255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DEA1854-A4EE-F85D-B16F-F603522EB35B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5E505AD-D9F8-F7B1-4305-84B4939D22CB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8F02ED-5DB1-1EF3-2C9C-27C4B49C80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2DDB0FC-050F-F418-79A5-D3D1794F22EC}"/>
              </a:ext>
            </a:extLst>
          </p:cNvPr>
          <p:cNvGrpSpPr/>
          <p:nvPr/>
        </p:nvGrpSpPr>
        <p:grpSpPr>
          <a:xfrm>
            <a:off x="1399618" y="3386112"/>
            <a:ext cx="1059735" cy="896233"/>
            <a:chOff x="1792466" y="2749256"/>
            <a:chExt cx="1059735" cy="89623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2AB8520-61CC-FC83-A093-7398BD0F060F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88B3BD59-35EB-8B7C-D5F9-C99EAA83292E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D40CEA3-D405-602A-BC8E-B8E34A2A30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CD087F4-71E7-EE4E-20BA-960283A395CA}"/>
              </a:ext>
            </a:extLst>
          </p:cNvPr>
          <p:cNvGrpSpPr/>
          <p:nvPr/>
        </p:nvGrpSpPr>
        <p:grpSpPr>
          <a:xfrm>
            <a:off x="2858627" y="3133306"/>
            <a:ext cx="1468490" cy="1325563"/>
            <a:chOff x="1792466" y="2749256"/>
            <a:chExt cx="1468490" cy="13255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DCE6E53-0011-AA72-A23B-3548654C8896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C5A66FA-B026-2497-033D-46963C994B79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77CFDF3-DFD9-9E64-34DF-397FD716C0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DDCBB47-68EE-16C2-E5C1-BE09F703F6FC}"/>
              </a:ext>
            </a:extLst>
          </p:cNvPr>
          <p:cNvCxnSpPr>
            <a:cxnSpLocks/>
          </p:cNvCxnSpPr>
          <p:nvPr/>
        </p:nvCxnSpPr>
        <p:spPr>
          <a:xfrm>
            <a:off x="4657853" y="2581499"/>
            <a:ext cx="27342" cy="2541851"/>
          </a:xfrm>
          <a:prstGeom prst="line">
            <a:avLst/>
          </a:prstGeom>
          <a:ln w="28575">
            <a:solidFill>
              <a:srgbClr val="C0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9E403A1-24EA-AC18-9F0B-B37984F886DF}"/>
              </a:ext>
            </a:extLst>
          </p:cNvPr>
          <p:cNvCxnSpPr>
            <a:cxnSpLocks/>
          </p:cNvCxnSpPr>
          <p:nvPr/>
        </p:nvCxnSpPr>
        <p:spPr>
          <a:xfrm>
            <a:off x="8444437" y="2520655"/>
            <a:ext cx="27342" cy="2541851"/>
          </a:xfrm>
          <a:prstGeom prst="line">
            <a:avLst/>
          </a:prstGeom>
          <a:ln w="28575">
            <a:solidFill>
              <a:srgbClr val="C0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C25CC248-A103-815D-56D6-10A537A6E2C3}"/>
              </a:ext>
            </a:extLst>
          </p:cNvPr>
          <p:cNvSpPr/>
          <p:nvPr/>
        </p:nvSpPr>
        <p:spPr>
          <a:xfrm>
            <a:off x="2230090" y="5184194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BF57B11-BA08-B6F8-3BB7-D84A325D8CFB}"/>
              </a:ext>
            </a:extLst>
          </p:cNvPr>
          <p:cNvSpPr/>
          <p:nvPr/>
        </p:nvSpPr>
        <p:spPr>
          <a:xfrm>
            <a:off x="6993775" y="5123350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B6CF4E40-1501-115D-2153-9D144E2D4D31}"/>
                  </a:ext>
                </a:extLst>
              </p:cNvPr>
              <p:cNvSpPr/>
              <p:nvPr/>
            </p:nvSpPr>
            <p:spPr>
              <a:xfrm>
                <a:off x="10361714" y="5123350"/>
                <a:ext cx="1095536" cy="73273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B6CF4E40-1501-115D-2153-9D144E2D4D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1714" y="5123350"/>
                <a:ext cx="1095536" cy="732731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E98A34E-1178-3577-AA95-4EBB920E6DDB}"/>
                  </a:ext>
                </a:extLst>
              </p:cNvPr>
              <p:cNvSpPr/>
              <p:nvPr/>
            </p:nvSpPr>
            <p:spPr>
              <a:xfrm>
                <a:off x="211947" y="2476753"/>
                <a:ext cx="802251" cy="72667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E98A34E-1178-3577-AA95-4EBB920E6D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947" y="2476753"/>
                <a:ext cx="802251" cy="72667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4A628E5-8F98-F6BF-EACB-8B55F7BF7EE1}"/>
                  </a:ext>
                </a:extLst>
              </p:cNvPr>
              <p:cNvSpPr/>
              <p:nvPr/>
            </p:nvSpPr>
            <p:spPr>
              <a:xfrm>
                <a:off x="211947" y="3274113"/>
                <a:ext cx="802251" cy="72667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4A628E5-8F98-F6BF-EACB-8B55F7BF7E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947" y="3274113"/>
                <a:ext cx="802251" cy="72667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800894F-F2FC-E4B3-DB51-F4CBD0B973C4}"/>
                  </a:ext>
                </a:extLst>
              </p:cNvPr>
              <p:cNvSpPr/>
              <p:nvPr/>
            </p:nvSpPr>
            <p:spPr>
              <a:xfrm>
                <a:off x="211947" y="4458869"/>
                <a:ext cx="802251" cy="72667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800894F-F2FC-E4B3-DB51-F4CBD0B973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947" y="4458869"/>
                <a:ext cx="802251" cy="72667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21CF4C2-24A4-322E-484A-E2A602499470}"/>
                  </a:ext>
                </a:extLst>
              </p:cNvPr>
              <p:cNvSpPr txBox="1"/>
              <p:nvPr/>
            </p:nvSpPr>
            <p:spPr>
              <a:xfrm>
                <a:off x="142769" y="1685668"/>
                <a:ext cx="271585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Split input batch into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smaller mini-batches 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21CF4C2-24A4-322E-484A-E2A602499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69" y="1685668"/>
                <a:ext cx="2715858" cy="646331"/>
              </a:xfrm>
              <a:prstGeom prst="rect">
                <a:avLst/>
              </a:prstGeom>
              <a:blipFill>
                <a:blip r:embed="rId16"/>
                <a:stretch>
                  <a:fillRect l="-1794"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318292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067C5-5E79-21AC-82B0-B67EBF4C7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Parallelism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13A7827-C561-48D2-557E-6705CAFFBC17}"/>
              </a:ext>
            </a:extLst>
          </p:cNvPr>
          <p:cNvGrpSpPr/>
          <p:nvPr/>
        </p:nvGrpSpPr>
        <p:grpSpPr>
          <a:xfrm>
            <a:off x="9042843" y="3299240"/>
            <a:ext cx="1059735" cy="896233"/>
            <a:chOff x="1792466" y="2749256"/>
            <a:chExt cx="1059735" cy="89623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2F690CB-C776-10C9-A32D-B5C8BF0D9ABC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51D2C70-06AF-F94F-1EB3-E03C747010F3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490E5F0-E2AD-0C3C-00C7-47BA6E1EE5EF}"/>
              </a:ext>
            </a:extLst>
          </p:cNvPr>
          <p:cNvGrpSpPr/>
          <p:nvPr/>
        </p:nvGrpSpPr>
        <p:grpSpPr>
          <a:xfrm>
            <a:off x="5438949" y="3299239"/>
            <a:ext cx="1059735" cy="896233"/>
            <a:chOff x="1792466" y="2749256"/>
            <a:chExt cx="1059735" cy="89623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0199999-DDBA-29CA-C99B-23FD87254F61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A4F5280-A4C9-90C2-9A83-76818F8BB734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73C16B2-761E-5F92-848C-15FF130750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D784A57-54F1-34F0-7155-B2F0C980758C}"/>
              </a:ext>
            </a:extLst>
          </p:cNvPr>
          <p:cNvGrpSpPr/>
          <p:nvPr/>
        </p:nvGrpSpPr>
        <p:grpSpPr>
          <a:xfrm>
            <a:off x="6674017" y="3113371"/>
            <a:ext cx="1468490" cy="1325563"/>
            <a:chOff x="1792466" y="2749256"/>
            <a:chExt cx="1468490" cy="13255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DEA1854-A4EE-F85D-B16F-F603522EB35B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5E505AD-D9F8-F7B1-4305-84B4939D22CB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8F02ED-5DB1-1EF3-2C9C-27C4B49C80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2DDB0FC-050F-F418-79A5-D3D1794F22EC}"/>
              </a:ext>
            </a:extLst>
          </p:cNvPr>
          <p:cNvGrpSpPr/>
          <p:nvPr/>
        </p:nvGrpSpPr>
        <p:grpSpPr>
          <a:xfrm>
            <a:off x="1399618" y="3386112"/>
            <a:ext cx="1059735" cy="896233"/>
            <a:chOff x="1792466" y="2749256"/>
            <a:chExt cx="1059735" cy="89623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2AB8520-61CC-FC83-A093-7398BD0F060F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88B3BD59-35EB-8B7C-D5F9-C99EAA83292E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D40CEA3-D405-602A-BC8E-B8E34A2A30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CD087F4-71E7-EE4E-20BA-960283A395CA}"/>
              </a:ext>
            </a:extLst>
          </p:cNvPr>
          <p:cNvGrpSpPr/>
          <p:nvPr/>
        </p:nvGrpSpPr>
        <p:grpSpPr>
          <a:xfrm>
            <a:off x="2858627" y="3133306"/>
            <a:ext cx="1468490" cy="1325563"/>
            <a:chOff x="1792466" y="2749256"/>
            <a:chExt cx="1468490" cy="13255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DCE6E53-0011-AA72-A23B-3548654C8896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C5A66FA-B026-2497-033D-46963C994B79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77CFDF3-DFD9-9E64-34DF-397FD716C0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DDCBB47-68EE-16C2-E5C1-BE09F703F6FC}"/>
              </a:ext>
            </a:extLst>
          </p:cNvPr>
          <p:cNvCxnSpPr>
            <a:cxnSpLocks/>
          </p:cNvCxnSpPr>
          <p:nvPr/>
        </p:nvCxnSpPr>
        <p:spPr>
          <a:xfrm>
            <a:off x="4657853" y="2581499"/>
            <a:ext cx="27342" cy="2541851"/>
          </a:xfrm>
          <a:prstGeom prst="line">
            <a:avLst/>
          </a:prstGeom>
          <a:ln w="28575">
            <a:solidFill>
              <a:srgbClr val="C0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9E403A1-24EA-AC18-9F0B-B37984F886DF}"/>
              </a:ext>
            </a:extLst>
          </p:cNvPr>
          <p:cNvCxnSpPr>
            <a:cxnSpLocks/>
          </p:cNvCxnSpPr>
          <p:nvPr/>
        </p:nvCxnSpPr>
        <p:spPr>
          <a:xfrm>
            <a:off x="8444437" y="2520655"/>
            <a:ext cx="27342" cy="2541851"/>
          </a:xfrm>
          <a:prstGeom prst="line">
            <a:avLst/>
          </a:prstGeom>
          <a:ln w="28575">
            <a:solidFill>
              <a:srgbClr val="C0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C25CC248-A103-815D-56D6-10A537A6E2C3}"/>
              </a:ext>
            </a:extLst>
          </p:cNvPr>
          <p:cNvSpPr/>
          <p:nvPr/>
        </p:nvSpPr>
        <p:spPr>
          <a:xfrm>
            <a:off x="2230090" y="5184194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BF57B11-BA08-B6F8-3BB7-D84A325D8CFB}"/>
              </a:ext>
            </a:extLst>
          </p:cNvPr>
          <p:cNvSpPr/>
          <p:nvPr/>
        </p:nvSpPr>
        <p:spPr>
          <a:xfrm>
            <a:off x="6993775" y="5123350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B6CF4E40-1501-115D-2153-9D144E2D4D31}"/>
                  </a:ext>
                </a:extLst>
              </p:cNvPr>
              <p:cNvSpPr/>
              <p:nvPr/>
            </p:nvSpPr>
            <p:spPr>
              <a:xfrm>
                <a:off x="10361714" y="5123350"/>
                <a:ext cx="1095536" cy="73273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B6CF4E40-1501-115D-2153-9D144E2D4D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1714" y="5123350"/>
                <a:ext cx="1095536" cy="732731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E98A34E-1178-3577-AA95-4EBB920E6DDB}"/>
                  </a:ext>
                </a:extLst>
              </p:cNvPr>
              <p:cNvSpPr/>
              <p:nvPr/>
            </p:nvSpPr>
            <p:spPr>
              <a:xfrm>
                <a:off x="2173971" y="1768287"/>
                <a:ext cx="802251" cy="72667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E98A34E-1178-3577-AA95-4EBB920E6D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3971" y="1768287"/>
                <a:ext cx="802251" cy="72667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4A628E5-8F98-F6BF-EACB-8B55F7BF7EE1}"/>
                  </a:ext>
                </a:extLst>
              </p:cNvPr>
              <p:cNvSpPr/>
              <p:nvPr/>
            </p:nvSpPr>
            <p:spPr>
              <a:xfrm>
                <a:off x="211947" y="3274113"/>
                <a:ext cx="802251" cy="72667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4A628E5-8F98-F6BF-EACB-8B55F7BF7E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947" y="3274113"/>
                <a:ext cx="802251" cy="72667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800894F-F2FC-E4B3-DB51-F4CBD0B973C4}"/>
                  </a:ext>
                </a:extLst>
              </p:cNvPr>
              <p:cNvSpPr/>
              <p:nvPr/>
            </p:nvSpPr>
            <p:spPr>
              <a:xfrm>
                <a:off x="211947" y="4458869"/>
                <a:ext cx="802251" cy="72667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800894F-F2FC-E4B3-DB51-F4CBD0B973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947" y="4458869"/>
                <a:ext cx="802251" cy="72667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DF612B5-3F81-A2B5-EE73-1CB6A19FBF49}"/>
              </a:ext>
            </a:extLst>
          </p:cNvPr>
          <p:cNvCxnSpPr/>
          <p:nvPr/>
        </p:nvCxnSpPr>
        <p:spPr>
          <a:xfrm>
            <a:off x="1750077" y="2791645"/>
            <a:ext cx="1713743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9D7B79C-5F99-BFE0-0034-2143E675B312}"/>
                  </a:ext>
                </a:extLst>
              </p:cNvPr>
              <p:cNvSpPr txBox="1"/>
              <p:nvPr/>
            </p:nvSpPr>
            <p:spPr>
              <a:xfrm>
                <a:off x="3651544" y="6176742"/>
                <a:ext cx="36060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Process Layer 1 for Batch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in GPU 0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9D7B79C-5F99-BFE0-0034-2143E675B3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1544" y="6176742"/>
                <a:ext cx="3606036" cy="369332"/>
              </a:xfrm>
              <a:prstGeom prst="rect">
                <a:avLst/>
              </a:prstGeom>
              <a:blipFill>
                <a:blip r:embed="rId16"/>
                <a:stretch>
                  <a:fillRect l="-1351" t="-8197" r="-84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477315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067C5-5E79-21AC-82B0-B67EBF4C7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Parallelism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13A7827-C561-48D2-557E-6705CAFFBC17}"/>
              </a:ext>
            </a:extLst>
          </p:cNvPr>
          <p:cNvGrpSpPr/>
          <p:nvPr/>
        </p:nvGrpSpPr>
        <p:grpSpPr>
          <a:xfrm>
            <a:off x="9042843" y="3299240"/>
            <a:ext cx="1059735" cy="896233"/>
            <a:chOff x="1792466" y="2749256"/>
            <a:chExt cx="1059735" cy="89623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2F690CB-C776-10C9-A32D-B5C8BF0D9ABC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51D2C70-06AF-F94F-1EB3-E03C747010F3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490E5F0-E2AD-0C3C-00C7-47BA6E1EE5EF}"/>
              </a:ext>
            </a:extLst>
          </p:cNvPr>
          <p:cNvGrpSpPr/>
          <p:nvPr/>
        </p:nvGrpSpPr>
        <p:grpSpPr>
          <a:xfrm>
            <a:off x="5438949" y="3299239"/>
            <a:ext cx="1059735" cy="896233"/>
            <a:chOff x="1792466" y="2749256"/>
            <a:chExt cx="1059735" cy="89623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0199999-DDBA-29CA-C99B-23FD87254F61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A4F5280-A4C9-90C2-9A83-76818F8BB734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73C16B2-761E-5F92-848C-15FF130750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D784A57-54F1-34F0-7155-B2F0C980758C}"/>
              </a:ext>
            </a:extLst>
          </p:cNvPr>
          <p:cNvGrpSpPr/>
          <p:nvPr/>
        </p:nvGrpSpPr>
        <p:grpSpPr>
          <a:xfrm>
            <a:off x="6674017" y="3113371"/>
            <a:ext cx="1468490" cy="1325563"/>
            <a:chOff x="1792466" y="2749256"/>
            <a:chExt cx="1468490" cy="13255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DEA1854-A4EE-F85D-B16F-F603522EB35B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5E505AD-D9F8-F7B1-4305-84B4939D22CB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8F02ED-5DB1-1EF3-2C9C-27C4B49C80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2DDB0FC-050F-F418-79A5-D3D1794F22EC}"/>
              </a:ext>
            </a:extLst>
          </p:cNvPr>
          <p:cNvGrpSpPr/>
          <p:nvPr/>
        </p:nvGrpSpPr>
        <p:grpSpPr>
          <a:xfrm>
            <a:off x="1399618" y="3386112"/>
            <a:ext cx="1059735" cy="896233"/>
            <a:chOff x="1792466" y="2749256"/>
            <a:chExt cx="1059735" cy="89623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2AB8520-61CC-FC83-A093-7398BD0F060F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88B3BD59-35EB-8B7C-D5F9-C99EAA83292E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D40CEA3-D405-602A-BC8E-B8E34A2A30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CD087F4-71E7-EE4E-20BA-960283A395CA}"/>
              </a:ext>
            </a:extLst>
          </p:cNvPr>
          <p:cNvGrpSpPr/>
          <p:nvPr/>
        </p:nvGrpSpPr>
        <p:grpSpPr>
          <a:xfrm>
            <a:off x="2858627" y="3133306"/>
            <a:ext cx="1468490" cy="1325563"/>
            <a:chOff x="1792466" y="2749256"/>
            <a:chExt cx="1468490" cy="13255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DCE6E53-0011-AA72-A23B-3548654C8896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C5A66FA-B026-2497-033D-46963C994B79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77CFDF3-DFD9-9E64-34DF-397FD716C0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DDCBB47-68EE-16C2-E5C1-BE09F703F6FC}"/>
              </a:ext>
            </a:extLst>
          </p:cNvPr>
          <p:cNvCxnSpPr>
            <a:cxnSpLocks/>
          </p:cNvCxnSpPr>
          <p:nvPr/>
        </p:nvCxnSpPr>
        <p:spPr>
          <a:xfrm>
            <a:off x="4657853" y="2581499"/>
            <a:ext cx="27342" cy="2541851"/>
          </a:xfrm>
          <a:prstGeom prst="line">
            <a:avLst/>
          </a:prstGeom>
          <a:ln w="28575">
            <a:solidFill>
              <a:srgbClr val="C0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9E403A1-24EA-AC18-9F0B-B37984F886DF}"/>
              </a:ext>
            </a:extLst>
          </p:cNvPr>
          <p:cNvCxnSpPr>
            <a:cxnSpLocks/>
          </p:cNvCxnSpPr>
          <p:nvPr/>
        </p:nvCxnSpPr>
        <p:spPr>
          <a:xfrm>
            <a:off x="8444437" y="2520655"/>
            <a:ext cx="27342" cy="2541851"/>
          </a:xfrm>
          <a:prstGeom prst="line">
            <a:avLst/>
          </a:prstGeom>
          <a:ln w="28575">
            <a:solidFill>
              <a:srgbClr val="C0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C25CC248-A103-815D-56D6-10A537A6E2C3}"/>
              </a:ext>
            </a:extLst>
          </p:cNvPr>
          <p:cNvSpPr/>
          <p:nvPr/>
        </p:nvSpPr>
        <p:spPr>
          <a:xfrm>
            <a:off x="2230090" y="5184194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BF57B11-BA08-B6F8-3BB7-D84A325D8CFB}"/>
              </a:ext>
            </a:extLst>
          </p:cNvPr>
          <p:cNvSpPr/>
          <p:nvPr/>
        </p:nvSpPr>
        <p:spPr>
          <a:xfrm>
            <a:off x="6993775" y="5123350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B6CF4E40-1501-115D-2153-9D144E2D4D31}"/>
                  </a:ext>
                </a:extLst>
              </p:cNvPr>
              <p:cNvSpPr/>
              <p:nvPr/>
            </p:nvSpPr>
            <p:spPr>
              <a:xfrm>
                <a:off x="10361714" y="5123350"/>
                <a:ext cx="1095536" cy="73273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B6CF4E40-1501-115D-2153-9D144E2D4D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1714" y="5123350"/>
                <a:ext cx="1095536" cy="732731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E98A34E-1178-3577-AA95-4EBB920E6DDB}"/>
                  </a:ext>
                </a:extLst>
              </p:cNvPr>
              <p:cNvSpPr/>
              <p:nvPr/>
            </p:nvSpPr>
            <p:spPr>
              <a:xfrm>
                <a:off x="6274743" y="1690688"/>
                <a:ext cx="802251" cy="72667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E98A34E-1178-3577-AA95-4EBB920E6D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743" y="1690688"/>
                <a:ext cx="802251" cy="72667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4A628E5-8F98-F6BF-EACB-8B55F7BF7EE1}"/>
                  </a:ext>
                </a:extLst>
              </p:cNvPr>
              <p:cNvSpPr/>
              <p:nvPr/>
            </p:nvSpPr>
            <p:spPr>
              <a:xfrm>
                <a:off x="211947" y="3274113"/>
                <a:ext cx="802251" cy="72667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4A628E5-8F98-F6BF-EACB-8B55F7BF7E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947" y="3274113"/>
                <a:ext cx="802251" cy="72667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800894F-F2FC-E4B3-DB51-F4CBD0B973C4}"/>
                  </a:ext>
                </a:extLst>
              </p:cNvPr>
              <p:cNvSpPr/>
              <p:nvPr/>
            </p:nvSpPr>
            <p:spPr>
              <a:xfrm>
                <a:off x="211947" y="4458869"/>
                <a:ext cx="802251" cy="72667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800894F-F2FC-E4B3-DB51-F4CBD0B973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947" y="4458869"/>
                <a:ext cx="802251" cy="72667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DF612B5-3F81-A2B5-EE73-1CB6A19FBF49}"/>
              </a:ext>
            </a:extLst>
          </p:cNvPr>
          <p:cNvCxnSpPr/>
          <p:nvPr/>
        </p:nvCxnSpPr>
        <p:spPr>
          <a:xfrm>
            <a:off x="5850849" y="2714046"/>
            <a:ext cx="1713743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9D7B79C-5F99-BFE0-0034-2143E675B312}"/>
                  </a:ext>
                </a:extLst>
              </p:cNvPr>
              <p:cNvSpPr txBox="1"/>
              <p:nvPr/>
            </p:nvSpPr>
            <p:spPr>
              <a:xfrm>
                <a:off x="3651544" y="6176742"/>
                <a:ext cx="360603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Process Layer 2 for Batch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in GPU 1</a:t>
                </a:r>
              </a:p>
              <a:p>
                <a:r>
                  <a:rPr lang="en-US" dirty="0"/>
                  <a:t>Process Layer 1 for Batch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in GPU 0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9D7B79C-5F99-BFE0-0034-2143E675B3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1544" y="6176742"/>
                <a:ext cx="3606036" cy="923330"/>
              </a:xfrm>
              <a:prstGeom prst="rect">
                <a:avLst/>
              </a:prstGeom>
              <a:blipFill>
                <a:blip r:embed="rId16"/>
                <a:stretch>
                  <a:fillRect l="-1351" t="-3289" r="-8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B167A5FD-7CFA-C734-58F6-7009064A7E2E}"/>
                  </a:ext>
                </a:extLst>
              </p:cNvPr>
              <p:cNvSpPr/>
              <p:nvPr/>
            </p:nvSpPr>
            <p:spPr>
              <a:xfrm>
                <a:off x="2079410" y="1663409"/>
                <a:ext cx="802251" cy="72667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B167A5FD-7CFA-C734-58F6-7009064A7E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9410" y="1663409"/>
                <a:ext cx="802251" cy="72667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91EA9AC-7A74-55F6-9C60-3E09730E685F}"/>
              </a:ext>
            </a:extLst>
          </p:cNvPr>
          <p:cNvCxnSpPr/>
          <p:nvPr/>
        </p:nvCxnSpPr>
        <p:spPr>
          <a:xfrm>
            <a:off x="1655516" y="2686767"/>
            <a:ext cx="1713743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514785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067C5-5E79-21AC-82B0-B67EBF4C7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Parallelism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13A7827-C561-48D2-557E-6705CAFFBC17}"/>
              </a:ext>
            </a:extLst>
          </p:cNvPr>
          <p:cNvGrpSpPr/>
          <p:nvPr/>
        </p:nvGrpSpPr>
        <p:grpSpPr>
          <a:xfrm>
            <a:off x="9042843" y="3299240"/>
            <a:ext cx="1059735" cy="896233"/>
            <a:chOff x="1792466" y="2749256"/>
            <a:chExt cx="1059735" cy="89623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2F690CB-C776-10C9-A32D-B5C8BF0D9ABC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51D2C70-06AF-F94F-1EB3-E03C747010F3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490E5F0-E2AD-0C3C-00C7-47BA6E1EE5EF}"/>
              </a:ext>
            </a:extLst>
          </p:cNvPr>
          <p:cNvGrpSpPr/>
          <p:nvPr/>
        </p:nvGrpSpPr>
        <p:grpSpPr>
          <a:xfrm>
            <a:off x="5438949" y="3299239"/>
            <a:ext cx="1059735" cy="896233"/>
            <a:chOff x="1792466" y="2749256"/>
            <a:chExt cx="1059735" cy="89623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0199999-DDBA-29CA-C99B-23FD87254F61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A4F5280-A4C9-90C2-9A83-76818F8BB734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73C16B2-761E-5F92-848C-15FF130750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D784A57-54F1-34F0-7155-B2F0C980758C}"/>
              </a:ext>
            </a:extLst>
          </p:cNvPr>
          <p:cNvGrpSpPr/>
          <p:nvPr/>
        </p:nvGrpSpPr>
        <p:grpSpPr>
          <a:xfrm>
            <a:off x="6674017" y="3113371"/>
            <a:ext cx="1468490" cy="1325563"/>
            <a:chOff x="1792466" y="2749256"/>
            <a:chExt cx="1468490" cy="13255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DEA1854-A4EE-F85D-B16F-F603522EB35B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5E505AD-D9F8-F7B1-4305-84B4939D22CB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8F02ED-5DB1-1EF3-2C9C-27C4B49C80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2DDB0FC-050F-F418-79A5-D3D1794F22EC}"/>
              </a:ext>
            </a:extLst>
          </p:cNvPr>
          <p:cNvGrpSpPr/>
          <p:nvPr/>
        </p:nvGrpSpPr>
        <p:grpSpPr>
          <a:xfrm>
            <a:off x="1399618" y="3386112"/>
            <a:ext cx="1059735" cy="896233"/>
            <a:chOff x="1792466" y="2749256"/>
            <a:chExt cx="1059735" cy="89623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2AB8520-61CC-FC83-A093-7398BD0F060F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88B3BD59-35EB-8B7C-D5F9-C99EAA83292E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D40CEA3-D405-602A-BC8E-B8E34A2A30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CD087F4-71E7-EE4E-20BA-960283A395CA}"/>
              </a:ext>
            </a:extLst>
          </p:cNvPr>
          <p:cNvGrpSpPr/>
          <p:nvPr/>
        </p:nvGrpSpPr>
        <p:grpSpPr>
          <a:xfrm>
            <a:off x="2858627" y="3133306"/>
            <a:ext cx="1468490" cy="1325563"/>
            <a:chOff x="1792466" y="2749256"/>
            <a:chExt cx="1468490" cy="13255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DCE6E53-0011-AA72-A23B-3548654C8896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C5A66FA-B026-2497-033D-46963C994B79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77CFDF3-DFD9-9E64-34DF-397FD716C0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DDCBB47-68EE-16C2-E5C1-BE09F703F6FC}"/>
              </a:ext>
            </a:extLst>
          </p:cNvPr>
          <p:cNvCxnSpPr>
            <a:cxnSpLocks/>
          </p:cNvCxnSpPr>
          <p:nvPr/>
        </p:nvCxnSpPr>
        <p:spPr>
          <a:xfrm>
            <a:off x="4657853" y="2581499"/>
            <a:ext cx="27342" cy="2541851"/>
          </a:xfrm>
          <a:prstGeom prst="line">
            <a:avLst/>
          </a:prstGeom>
          <a:ln w="28575">
            <a:solidFill>
              <a:srgbClr val="C0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9E403A1-24EA-AC18-9F0B-B37984F886DF}"/>
              </a:ext>
            </a:extLst>
          </p:cNvPr>
          <p:cNvCxnSpPr>
            <a:cxnSpLocks/>
          </p:cNvCxnSpPr>
          <p:nvPr/>
        </p:nvCxnSpPr>
        <p:spPr>
          <a:xfrm>
            <a:off x="8444437" y="2520655"/>
            <a:ext cx="27342" cy="2541851"/>
          </a:xfrm>
          <a:prstGeom prst="line">
            <a:avLst/>
          </a:prstGeom>
          <a:ln w="28575">
            <a:solidFill>
              <a:srgbClr val="C0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C25CC248-A103-815D-56D6-10A537A6E2C3}"/>
              </a:ext>
            </a:extLst>
          </p:cNvPr>
          <p:cNvSpPr/>
          <p:nvPr/>
        </p:nvSpPr>
        <p:spPr>
          <a:xfrm>
            <a:off x="2230090" y="5184194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BF57B11-BA08-B6F8-3BB7-D84A325D8CFB}"/>
              </a:ext>
            </a:extLst>
          </p:cNvPr>
          <p:cNvSpPr/>
          <p:nvPr/>
        </p:nvSpPr>
        <p:spPr>
          <a:xfrm>
            <a:off x="6993775" y="5123350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B6CF4E40-1501-115D-2153-9D144E2D4D31}"/>
                  </a:ext>
                </a:extLst>
              </p:cNvPr>
              <p:cNvSpPr/>
              <p:nvPr/>
            </p:nvSpPr>
            <p:spPr>
              <a:xfrm>
                <a:off x="10361714" y="5123350"/>
                <a:ext cx="1095536" cy="73273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B6CF4E40-1501-115D-2153-9D144E2D4D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1714" y="5123350"/>
                <a:ext cx="1095536" cy="732731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E98A34E-1178-3577-AA95-4EBB920E6DDB}"/>
                  </a:ext>
                </a:extLst>
              </p:cNvPr>
              <p:cNvSpPr/>
              <p:nvPr/>
            </p:nvSpPr>
            <p:spPr>
              <a:xfrm>
                <a:off x="6274743" y="1690688"/>
                <a:ext cx="802251" cy="72667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E98A34E-1178-3577-AA95-4EBB920E6D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743" y="1690688"/>
                <a:ext cx="802251" cy="72667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4A628E5-8F98-F6BF-EACB-8B55F7BF7EE1}"/>
                  </a:ext>
                </a:extLst>
              </p:cNvPr>
              <p:cNvSpPr/>
              <p:nvPr/>
            </p:nvSpPr>
            <p:spPr>
              <a:xfrm>
                <a:off x="211947" y="3274113"/>
                <a:ext cx="802251" cy="72667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4A628E5-8F98-F6BF-EACB-8B55F7BF7E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947" y="3274113"/>
                <a:ext cx="802251" cy="72667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800894F-F2FC-E4B3-DB51-F4CBD0B973C4}"/>
                  </a:ext>
                </a:extLst>
              </p:cNvPr>
              <p:cNvSpPr/>
              <p:nvPr/>
            </p:nvSpPr>
            <p:spPr>
              <a:xfrm>
                <a:off x="211947" y="4458869"/>
                <a:ext cx="802251" cy="72667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800894F-F2FC-E4B3-DB51-F4CBD0B973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947" y="4458869"/>
                <a:ext cx="802251" cy="72667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DF612B5-3F81-A2B5-EE73-1CB6A19FBF49}"/>
              </a:ext>
            </a:extLst>
          </p:cNvPr>
          <p:cNvCxnSpPr/>
          <p:nvPr/>
        </p:nvCxnSpPr>
        <p:spPr>
          <a:xfrm>
            <a:off x="5850849" y="2714046"/>
            <a:ext cx="1713743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9D7B79C-5F99-BFE0-0034-2143E675B312}"/>
                  </a:ext>
                </a:extLst>
              </p:cNvPr>
              <p:cNvSpPr txBox="1"/>
              <p:nvPr/>
            </p:nvSpPr>
            <p:spPr>
              <a:xfrm>
                <a:off x="3042839" y="5638014"/>
                <a:ext cx="4492586" cy="1520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Process Layer 2 for Batch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in GPU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/>
              </a:p>
              <a:p>
                <a:pPr algn="ctr"/>
                <a:r>
                  <a:rPr lang="en-US" dirty="0"/>
                  <a:t>…</a:t>
                </a:r>
              </a:p>
              <a:p>
                <a:r>
                  <a:rPr lang="en-US" dirty="0"/>
                  <a:t>Process Layer 2 for Batch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</m:oMath>
                </a14:m>
                <a:r>
                  <a:rPr lang="en-US" dirty="0"/>
                  <a:t> in GPU 1</a:t>
                </a:r>
              </a:p>
              <a:p>
                <a:r>
                  <a:rPr lang="en-US" dirty="0"/>
                  <a:t>Process Layer 1 for Batch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 in GPU 0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9D7B79C-5F99-BFE0-0034-2143E675B3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839" y="5638014"/>
                <a:ext cx="4492586" cy="1520160"/>
              </a:xfrm>
              <a:prstGeom prst="rect">
                <a:avLst/>
              </a:prstGeom>
              <a:blipFill>
                <a:blip r:embed="rId16"/>
                <a:stretch>
                  <a:fillRect l="-1085" t="-24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B167A5FD-7CFA-C734-58F6-7009064A7E2E}"/>
                  </a:ext>
                </a:extLst>
              </p:cNvPr>
              <p:cNvSpPr/>
              <p:nvPr/>
            </p:nvSpPr>
            <p:spPr>
              <a:xfrm>
                <a:off x="2079410" y="1663409"/>
                <a:ext cx="802251" cy="72667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B167A5FD-7CFA-C734-58F6-7009064A7E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9410" y="1663409"/>
                <a:ext cx="802251" cy="72667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91EA9AC-7A74-55F6-9C60-3E09730E685F}"/>
              </a:ext>
            </a:extLst>
          </p:cNvPr>
          <p:cNvCxnSpPr/>
          <p:nvPr/>
        </p:nvCxnSpPr>
        <p:spPr>
          <a:xfrm>
            <a:off x="1655516" y="2686767"/>
            <a:ext cx="1713743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DC4822B2-2EF8-9280-7862-D643E5483BCF}"/>
                  </a:ext>
                </a:extLst>
              </p:cNvPr>
              <p:cNvSpPr/>
              <p:nvPr/>
            </p:nvSpPr>
            <p:spPr>
              <a:xfrm>
                <a:off x="9509458" y="1663409"/>
                <a:ext cx="802251" cy="72667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DC4822B2-2EF8-9280-7862-D643E5483B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9458" y="1663409"/>
                <a:ext cx="802251" cy="72667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CD833D6-37F6-3BA1-8E15-36B66F252883}"/>
              </a:ext>
            </a:extLst>
          </p:cNvPr>
          <p:cNvCxnSpPr/>
          <p:nvPr/>
        </p:nvCxnSpPr>
        <p:spPr>
          <a:xfrm>
            <a:off x="9085564" y="2686767"/>
            <a:ext cx="1713743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312275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A805F-6CAA-1EC2-6C2E-6C7648F0E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Parallelism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484F3-F794-73FC-B689-32089B737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When and what communications are needed?</a:t>
            </a:r>
          </a:p>
        </p:txBody>
      </p:sp>
    </p:spTree>
    <p:extLst>
      <p:ext uri="{BB962C8B-B14F-4D97-AF65-F5344CB8AC3E}">
        <p14:creationId xmlns:p14="http://schemas.microsoft.com/office/powerpoint/2010/main" val="190030154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A805F-6CAA-1EC2-6C2E-6C7648F0E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Parallelism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484F3-F794-73FC-B689-32089B737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and what communications are needed?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Need to communicate the activations after each layer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In backward propagation, need to communicate gradients.</a:t>
            </a:r>
          </a:p>
        </p:txBody>
      </p:sp>
    </p:spTree>
    <p:extLst>
      <p:ext uri="{BB962C8B-B14F-4D97-AF65-F5344CB8AC3E}">
        <p14:creationId xmlns:p14="http://schemas.microsoft.com/office/powerpoint/2010/main" val="75277894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DD346-4B64-A233-88BF-2A1F38924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Tensor Parallelism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54E203-062D-AE5F-B9C9-C26756A93E9C}"/>
              </a:ext>
            </a:extLst>
          </p:cNvPr>
          <p:cNvSpPr/>
          <p:nvPr/>
        </p:nvSpPr>
        <p:spPr>
          <a:xfrm>
            <a:off x="1999977" y="2532767"/>
            <a:ext cx="3056473" cy="2813236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1075BDD-E85B-936C-A0A3-ABAB403679C3}"/>
              </a:ext>
            </a:extLst>
          </p:cNvPr>
          <p:cNvSpPr/>
          <p:nvPr/>
        </p:nvSpPr>
        <p:spPr>
          <a:xfrm>
            <a:off x="6837072" y="2166401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11D17B6-972D-7C7E-3D46-5EFB519C66FD}"/>
              </a:ext>
            </a:extLst>
          </p:cNvPr>
          <p:cNvSpPr/>
          <p:nvPr/>
        </p:nvSpPr>
        <p:spPr>
          <a:xfrm>
            <a:off x="6837072" y="3206654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4254E31-D6B8-16D3-A10A-B732E60DABC0}"/>
                  </a:ext>
                </a:extLst>
              </p:cNvPr>
              <p:cNvSpPr/>
              <p:nvPr/>
            </p:nvSpPr>
            <p:spPr>
              <a:xfrm>
                <a:off x="6725309" y="4765320"/>
                <a:ext cx="1095536" cy="73273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4254E31-D6B8-16D3-A10A-B732E60DAB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5309" y="4765320"/>
                <a:ext cx="1095536" cy="7327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6FD2C5B-4CFB-460F-C958-92FFCABCE2FB}"/>
                  </a:ext>
                </a:extLst>
              </p:cNvPr>
              <p:cNvSpPr/>
              <p:nvPr/>
            </p:nvSpPr>
            <p:spPr>
              <a:xfrm>
                <a:off x="212640" y="2493809"/>
                <a:ext cx="1022708" cy="285220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6FD2C5B-4CFB-460F-C958-92FFCABCE2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640" y="2493809"/>
                <a:ext cx="1022708" cy="28522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FB6D675B-0DD5-67AB-4D83-7578A84B0D4F}"/>
              </a:ext>
            </a:extLst>
          </p:cNvPr>
          <p:cNvSpPr txBox="1"/>
          <p:nvPr/>
        </p:nvSpPr>
        <p:spPr>
          <a:xfrm>
            <a:off x="171176" y="1713289"/>
            <a:ext cx="2058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Batch of inputs: e.g., 64 images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C8D34BB-5A41-69A8-43CB-005FA71A1DA3}"/>
              </a:ext>
            </a:extLst>
          </p:cNvPr>
          <p:cNvCxnSpPr>
            <a:cxnSpLocks/>
          </p:cNvCxnSpPr>
          <p:nvPr/>
        </p:nvCxnSpPr>
        <p:spPr>
          <a:xfrm>
            <a:off x="1380683" y="3093973"/>
            <a:ext cx="9325669" cy="0"/>
          </a:xfrm>
          <a:prstGeom prst="line">
            <a:avLst/>
          </a:prstGeom>
          <a:ln w="28575">
            <a:solidFill>
              <a:srgbClr val="C0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A3F372A-2783-0DF2-D5FC-13E0730AB34B}"/>
              </a:ext>
            </a:extLst>
          </p:cNvPr>
          <p:cNvCxnSpPr>
            <a:cxnSpLocks/>
          </p:cNvCxnSpPr>
          <p:nvPr/>
        </p:nvCxnSpPr>
        <p:spPr>
          <a:xfrm>
            <a:off x="1380683" y="3875603"/>
            <a:ext cx="9354938" cy="44306"/>
          </a:xfrm>
          <a:prstGeom prst="line">
            <a:avLst/>
          </a:prstGeom>
          <a:ln w="28575">
            <a:solidFill>
              <a:srgbClr val="C0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E5ADF47-9376-8DBB-C1B7-0671DEC63243}"/>
              </a:ext>
            </a:extLst>
          </p:cNvPr>
          <p:cNvCxnSpPr>
            <a:cxnSpLocks/>
          </p:cNvCxnSpPr>
          <p:nvPr/>
        </p:nvCxnSpPr>
        <p:spPr>
          <a:xfrm>
            <a:off x="1380683" y="4596223"/>
            <a:ext cx="9358775" cy="73222"/>
          </a:xfrm>
          <a:prstGeom prst="line">
            <a:avLst/>
          </a:prstGeom>
          <a:ln w="28575">
            <a:solidFill>
              <a:srgbClr val="C0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42A0562-DD4B-50E7-51BD-15F5ADA4C4F6}"/>
              </a:ext>
            </a:extLst>
          </p:cNvPr>
          <p:cNvCxnSpPr>
            <a:cxnSpLocks/>
          </p:cNvCxnSpPr>
          <p:nvPr/>
        </p:nvCxnSpPr>
        <p:spPr>
          <a:xfrm>
            <a:off x="472339" y="2422252"/>
            <a:ext cx="0" cy="3282151"/>
          </a:xfrm>
          <a:prstGeom prst="line">
            <a:avLst/>
          </a:prstGeom>
          <a:ln w="28575">
            <a:solidFill>
              <a:srgbClr val="C0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6901D47-8B89-3E35-458F-477E6D76C167}"/>
              </a:ext>
            </a:extLst>
          </p:cNvPr>
          <p:cNvCxnSpPr>
            <a:cxnSpLocks/>
          </p:cNvCxnSpPr>
          <p:nvPr/>
        </p:nvCxnSpPr>
        <p:spPr>
          <a:xfrm>
            <a:off x="893710" y="2359620"/>
            <a:ext cx="0" cy="3282151"/>
          </a:xfrm>
          <a:prstGeom prst="line">
            <a:avLst/>
          </a:prstGeom>
          <a:ln w="28575">
            <a:solidFill>
              <a:srgbClr val="C0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A3F6AFE1-A603-E29A-1CE8-38266B1A8CB6}"/>
              </a:ext>
            </a:extLst>
          </p:cNvPr>
          <p:cNvSpPr txBox="1"/>
          <p:nvPr/>
        </p:nvSpPr>
        <p:spPr>
          <a:xfrm>
            <a:off x="3554654" y="6061685"/>
            <a:ext cx="31706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Partition across the embedding dimension of the inputs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274CDCE-F082-558C-CA21-E69A8BA4B5EE}"/>
                  </a:ext>
                </a:extLst>
              </p:cNvPr>
              <p:cNvSpPr txBox="1"/>
              <p:nvPr/>
            </p:nvSpPr>
            <p:spPr>
              <a:xfrm>
                <a:off x="3243397" y="3684384"/>
                <a:ext cx="5285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274CDCE-F082-558C-CA21-E69A8BA4B5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397" y="3684384"/>
                <a:ext cx="52854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932718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DD346-4B64-A233-88BF-2A1F38924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Tensor Parallelism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54E203-062D-AE5F-B9C9-C26756A93E9C}"/>
              </a:ext>
            </a:extLst>
          </p:cNvPr>
          <p:cNvSpPr/>
          <p:nvPr/>
        </p:nvSpPr>
        <p:spPr>
          <a:xfrm>
            <a:off x="1999977" y="2532767"/>
            <a:ext cx="3056473" cy="2813236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1075BDD-E85B-936C-A0A3-ABAB403679C3}"/>
              </a:ext>
            </a:extLst>
          </p:cNvPr>
          <p:cNvSpPr/>
          <p:nvPr/>
        </p:nvSpPr>
        <p:spPr>
          <a:xfrm>
            <a:off x="6837072" y="2166401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11D17B6-972D-7C7E-3D46-5EFB519C66FD}"/>
              </a:ext>
            </a:extLst>
          </p:cNvPr>
          <p:cNvSpPr/>
          <p:nvPr/>
        </p:nvSpPr>
        <p:spPr>
          <a:xfrm>
            <a:off x="6837072" y="3206654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4254E31-D6B8-16D3-A10A-B732E60DABC0}"/>
                  </a:ext>
                </a:extLst>
              </p:cNvPr>
              <p:cNvSpPr/>
              <p:nvPr/>
            </p:nvSpPr>
            <p:spPr>
              <a:xfrm>
                <a:off x="6725309" y="4765320"/>
                <a:ext cx="1095536" cy="73273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4254E31-D6B8-16D3-A10A-B732E60DAB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5309" y="4765320"/>
                <a:ext cx="1095536" cy="7327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6FD2C5B-4CFB-460F-C958-92FFCABCE2FB}"/>
                  </a:ext>
                </a:extLst>
              </p:cNvPr>
              <p:cNvSpPr/>
              <p:nvPr/>
            </p:nvSpPr>
            <p:spPr>
              <a:xfrm>
                <a:off x="212640" y="2493809"/>
                <a:ext cx="1022708" cy="285220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6FD2C5B-4CFB-460F-C958-92FFCABCE2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640" y="2493809"/>
                <a:ext cx="1022708" cy="28522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FB6D675B-0DD5-67AB-4D83-7578A84B0D4F}"/>
              </a:ext>
            </a:extLst>
          </p:cNvPr>
          <p:cNvSpPr txBox="1"/>
          <p:nvPr/>
        </p:nvSpPr>
        <p:spPr>
          <a:xfrm>
            <a:off x="171176" y="1713289"/>
            <a:ext cx="2058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Batch of inputs: e.g., 64 images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C8D34BB-5A41-69A8-43CB-005FA71A1DA3}"/>
              </a:ext>
            </a:extLst>
          </p:cNvPr>
          <p:cNvCxnSpPr>
            <a:cxnSpLocks/>
          </p:cNvCxnSpPr>
          <p:nvPr/>
        </p:nvCxnSpPr>
        <p:spPr>
          <a:xfrm flipV="1">
            <a:off x="1380683" y="3045981"/>
            <a:ext cx="6540080" cy="47992"/>
          </a:xfrm>
          <a:prstGeom prst="line">
            <a:avLst/>
          </a:prstGeom>
          <a:ln w="28575">
            <a:solidFill>
              <a:srgbClr val="C0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A3F372A-2783-0DF2-D5FC-13E0730AB34B}"/>
              </a:ext>
            </a:extLst>
          </p:cNvPr>
          <p:cNvCxnSpPr>
            <a:cxnSpLocks/>
          </p:cNvCxnSpPr>
          <p:nvPr/>
        </p:nvCxnSpPr>
        <p:spPr>
          <a:xfrm>
            <a:off x="1380683" y="3875603"/>
            <a:ext cx="6540080" cy="63782"/>
          </a:xfrm>
          <a:prstGeom prst="line">
            <a:avLst/>
          </a:prstGeom>
          <a:ln w="28575">
            <a:solidFill>
              <a:srgbClr val="C0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E5ADF47-9376-8DBB-C1B7-0671DEC63243}"/>
              </a:ext>
            </a:extLst>
          </p:cNvPr>
          <p:cNvCxnSpPr>
            <a:cxnSpLocks/>
          </p:cNvCxnSpPr>
          <p:nvPr/>
        </p:nvCxnSpPr>
        <p:spPr>
          <a:xfrm>
            <a:off x="1380683" y="4596223"/>
            <a:ext cx="6440162" cy="0"/>
          </a:xfrm>
          <a:prstGeom prst="line">
            <a:avLst/>
          </a:prstGeom>
          <a:ln w="28575">
            <a:solidFill>
              <a:srgbClr val="C0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42A0562-DD4B-50E7-51BD-15F5ADA4C4F6}"/>
              </a:ext>
            </a:extLst>
          </p:cNvPr>
          <p:cNvCxnSpPr>
            <a:cxnSpLocks/>
          </p:cNvCxnSpPr>
          <p:nvPr/>
        </p:nvCxnSpPr>
        <p:spPr>
          <a:xfrm>
            <a:off x="472339" y="2422252"/>
            <a:ext cx="0" cy="3282151"/>
          </a:xfrm>
          <a:prstGeom prst="line">
            <a:avLst/>
          </a:prstGeom>
          <a:ln w="28575">
            <a:solidFill>
              <a:srgbClr val="C0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6901D47-8B89-3E35-458F-477E6D76C167}"/>
              </a:ext>
            </a:extLst>
          </p:cNvPr>
          <p:cNvCxnSpPr>
            <a:cxnSpLocks/>
          </p:cNvCxnSpPr>
          <p:nvPr/>
        </p:nvCxnSpPr>
        <p:spPr>
          <a:xfrm>
            <a:off x="893710" y="2359620"/>
            <a:ext cx="0" cy="3282151"/>
          </a:xfrm>
          <a:prstGeom prst="line">
            <a:avLst/>
          </a:prstGeom>
          <a:ln w="28575">
            <a:solidFill>
              <a:srgbClr val="C0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A3F6AFE1-A603-E29A-1CE8-38266B1A8CB6}"/>
              </a:ext>
            </a:extLst>
          </p:cNvPr>
          <p:cNvSpPr txBox="1"/>
          <p:nvPr/>
        </p:nvSpPr>
        <p:spPr>
          <a:xfrm>
            <a:off x="3528213" y="5825958"/>
            <a:ext cx="31706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each layer, each GPU applies a portion of the weights to its portion of the input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D08EB50-20A0-CC5F-E8BE-8387BE8D2247}"/>
                  </a:ext>
                </a:extLst>
              </p:cNvPr>
              <p:cNvSpPr txBox="1"/>
              <p:nvPr/>
            </p:nvSpPr>
            <p:spPr>
              <a:xfrm>
                <a:off x="3243397" y="3693995"/>
                <a:ext cx="5285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D08EB50-20A0-CC5F-E8BE-8387BE8D22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397" y="3693995"/>
                <a:ext cx="52854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376813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DD346-4B64-A233-88BF-2A1F38924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Tensor Parallelism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54E203-062D-AE5F-B9C9-C26756A93E9C}"/>
              </a:ext>
            </a:extLst>
          </p:cNvPr>
          <p:cNvSpPr/>
          <p:nvPr/>
        </p:nvSpPr>
        <p:spPr>
          <a:xfrm>
            <a:off x="1999977" y="2532767"/>
            <a:ext cx="3056473" cy="2813236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1075BDD-E85B-936C-A0A3-ABAB403679C3}"/>
              </a:ext>
            </a:extLst>
          </p:cNvPr>
          <p:cNvSpPr/>
          <p:nvPr/>
        </p:nvSpPr>
        <p:spPr>
          <a:xfrm>
            <a:off x="6837072" y="2166401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11D17B6-972D-7C7E-3D46-5EFB519C66FD}"/>
              </a:ext>
            </a:extLst>
          </p:cNvPr>
          <p:cNvSpPr/>
          <p:nvPr/>
        </p:nvSpPr>
        <p:spPr>
          <a:xfrm>
            <a:off x="6837072" y="3206654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4254E31-D6B8-16D3-A10A-B732E60DABC0}"/>
                  </a:ext>
                </a:extLst>
              </p:cNvPr>
              <p:cNvSpPr/>
              <p:nvPr/>
            </p:nvSpPr>
            <p:spPr>
              <a:xfrm>
                <a:off x="6725309" y="4765320"/>
                <a:ext cx="1095536" cy="73273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4254E31-D6B8-16D3-A10A-B732E60DAB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5309" y="4765320"/>
                <a:ext cx="1095536" cy="7327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6FD2C5B-4CFB-460F-C958-92FFCABCE2FB}"/>
                  </a:ext>
                </a:extLst>
              </p:cNvPr>
              <p:cNvSpPr/>
              <p:nvPr/>
            </p:nvSpPr>
            <p:spPr>
              <a:xfrm>
                <a:off x="212640" y="2493809"/>
                <a:ext cx="1022708" cy="285220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6FD2C5B-4CFB-460F-C958-92FFCABCE2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640" y="2493809"/>
                <a:ext cx="1022708" cy="28522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FB6D675B-0DD5-67AB-4D83-7578A84B0D4F}"/>
              </a:ext>
            </a:extLst>
          </p:cNvPr>
          <p:cNvSpPr txBox="1"/>
          <p:nvPr/>
        </p:nvSpPr>
        <p:spPr>
          <a:xfrm>
            <a:off x="171176" y="1713289"/>
            <a:ext cx="2058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Batch of inputs: e.g., 64 images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C8D34BB-5A41-69A8-43CB-005FA71A1DA3}"/>
              </a:ext>
            </a:extLst>
          </p:cNvPr>
          <p:cNvCxnSpPr>
            <a:cxnSpLocks/>
          </p:cNvCxnSpPr>
          <p:nvPr/>
        </p:nvCxnSpPr>
        <p:spPr>
          <a:xfrm>
            <a:off x="1380683" y="3093973"/>
            <a:ext cx="4715317" cy="70032"/>
          </a:xfrm>
          <a:prstGeom prst="line">
            <a:avLst/>
          </a:prstGeom>
          <a:ln w="28575">
            <a:solidFill>
              <a:srgbClr val="C0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A3F372A-2783-0DF2-D5FC-13E0730AB34B}"/>
              </a:ext>
            </a:extLst>
          </p:cNvPr>
          <p:cNvCxnSpPr>
            <a:cxnSpLocks/>
          </p:cNvCxnSpPr>
          <p:nvPr/>
        </p:nvCxnSpPr>
        <p:spPr>
          <a:xfrm>
            <a:off x="1380683" y="3875603"/>
            <a:ext cx="4715317" cy="0"/>
          </a:xfrm>
          <a:prstGeom prst="line">
            <a:avLst/>
          </a:prstGeom>
          <a:ln w="28575">
            <a:solidFill>
              <a:srgbClr val="C0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E5ADF47-9376-8DBB-C1B7-0671DEC63243}"/>
              </a:ext>
            </a:extLst>
          </p:cNvPr>
          <p:cNvCxnSpPr>
            <a:cxnSpLocks/>
          </p:cNvCxnSpPr>
          <p:nvPr/>
        </p:nvCxnSpPr>
        <p:spPr>
          <a:xfrm flipV="1">
            <a:off x="1380683" y="4547777"/>
            <a:ext cx="4608334" cy="48446"/>
          </a:xfrm>
          <a:prstGeom prst="line">
            <a:avLst/>
          </a:prstGeom>
          <a:ln w="28575">
            <a:solidFill>
              <a:srgbClr val="C0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42A0562-DD4B-50E7-51BD-15F5ADA4C4F6}"/>
              </a:ext>
            </a:extLst>
          </p:cNvPr>
          <p:cNvCxnSpPr>
            <a:cxnSpLocks/>
          </p:cNvCxnSpPr>
          <p:nvPr/>
        </p:nvCxnSpPr>
        <p:spPr>
          <a:xfrm>
            <a:off x="472339" y="2422252"/>
            <a:ext cx="0" cy="3282151"/>
          </a:xfrm>
          <a:prstGeom prst="line">
            <a:avLst/>
          </a:prstGeom>
          <a:ln w="28575">
            <a:solidFill>
              <a:srgbClr val="C0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6901D47-8B89-3E35-458F-477E6D76C167}"/>
              </a:ext>
            </a:extLst>
          </p:cNvPr>
          <p:cNvCxnSpPr>
            <a:cxnSpLocks/>
          </p:cNvCxnSpPr>
          <p:nvPr/>
        </p:nvCxnSpPr>
        <p:spPr>
          <a:xfrm>
            <a:off x="893710" y="2359620"/>
            <a:ext cx="0" cy="3282151"/>
          </a:xfrm>
          <a:prstGeom prst="line">
            <a:avLst/>
          </a:prstGeom>
          <a:ln w="28575">
            <a:solidFill>
              <a:srgbClr val="C0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A3F6AFE1-A603-E29A-1CE8-38266B1A8CB6}"/>
              </a:ext>
            </a:extLst>
          </p:cNvPr>
          <p:cNvSpPr txBox="1"/>
          <p:nvPr/>
        </p:nvSpPr>
        <p:spPr>
          <a:xfrm>
            <a:off x="3136816" y="5825958"/>
            <a:ext cx="40693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GPU communicate to collective produce output of the layer – Each GPU will get a copy of the output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D08EB50-20A0-CC5F-E8BE-8387BE8D2247}"/>
                  </a:ext>
                </a:extLst>
              </p:cNvPr>
              <p:cNvSpPr txBox="1"/>
              <p:nvPr/>
            </p:nvSpPr>
            <p:spPr>
              <a:xfrm>
                <a:off x="3243397" y="3693995"/>
                <a:ext cx="5285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D08EB50-20A0-CC5F-E8BE-8387BE8D22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397" y="3693995"/>
                <a:ext cx="52854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518EC57-46C8-7481-CE4D-7257CCFA2A43}"/>
              </a:ext>
            </a:extLst>
          </p:cNvPr>
          <p:cNvCxnSpPr>
            <a:cxnSpLocks/>
          </p:cNvCxnSpPr>
          <p:nvPr/>
        </p:nvCxnSpPr>
        <p:spPr>
          <a:xfrm flipV="1">
            <a:off x="7484758" y="3939385"/>
            <a:ext cx="0" cy="865296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C45959E-91D6-58C8-57AB-B567263F2E5A}"/>
              </a:ext>
            </a:extLst>
          </p:cNvPr>
          <p:cNvCxnSpPr>
            <a:cxnSpLocks/>
            <a:endCxn id="22" idx="7"/>
          </p:cNvCxnSpPr>
          <p:nvPr/>
        </p:nvCxnSpPr>
        <p:spPr>
          <a:xfrm flipH="1">
            <a:off x="7581379" y="2715950"/>
            <a:ext cx="86055" cy="59801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850D01C-57F2-B8A2-896E-7700B0BC4804}"/>
              </a:ext>
            </a:extLst>
          </p:cNvPr>
          <p:cNvCxnSpPr>
            <a:cxnSpLocks/>
            <a:endCxn id="23" idx="0"/>
          </p:cNvCxnSpPr>
          <p:nvPr/>
        </p:nvCxnSpPr>
        <p:spPr>
          <a:xfrm flipH="1">
            <a:off x="7273077" y="2899132"/>
            <a:ext cx="33544" cy="1866188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621AF398-8EB3-E617-4FF4-ADA91ECF8C0C}"/>
              </a:ext>
            </a:extLst>
          </p:cNvPr>
          <p:cNvSpPr/>
          <p:nvPr/>
        </p:nvSpPr>
        <p:spPr>
          <a:xfrm>
            <a:off x="8483698" y="1902441"/>
            <a:ext cx="751136" cy="64633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C12FC42-6A82-D4EA-4872-AEC12C61936A}"/>
                  </a:ext>
                </a:extLst>
              </p:cNvPr>
              <p:cNvSpPr txBox="1"/>
              <p:nvPr/>
            </p:nvSpPr>
            <p:spPr>
              <a:xfrm>
                <a:off x="8702246" y="2053070"/>
                <a:ext cx="314040" cy="2266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C12FC42-6A82-D4EA-4872-AEC12C6193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2246" y="2053070"/>
                <a:ext cx="314040" cy="226662"/>
              </a:xfrm>
              <a:prstGeom prst="rect">
                <a:avLst/>
              </a:prstGeom>
              <a:blipFill>
                <a:blip r:embed="rId5"/>
                <a:stretch>
                  <a:fillRect r="-23529" b="-621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3F1CF969-723C-2CC6-081B-BD10A2230E5A}"/>
              </a:ext>
            </a:extLst>
          </p:cNvPr>
          <p:cNvSpPr/>
          <p:nvPr/>
        </p:nvSpPr>
        <p:spPr>
          <a:xfrm>
            <a:off x="8510591" y="3252085"/>
            <a:ext cx="751136" cy="64633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A2B601A-9933-4A6B-51C8-EA684F4A1EC4}"/>
                  </a:ext>
                </a:extLst>
              </p:cNvPr>
              <p:cNvSpPr txBox="1"/>
              <p:nvPr/>
            </p:nvSpPr>
            <p:spPr>
              <a:xfrm>
                <a:off x="8729139" y="3402714"/>
                <a:ext cx="314040" cy="2266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A2B601A-9933-4A6B-51C8-EA684F4A1E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9139" y="3402714"/>
                <a:ext cx="314040" cy="226662"/>
              </a:xfrm>
              <a:prstGeom prst="rect">
                <a:avLst/>
              </a:prstGeom>
              <a:blipFill>
                <a:blip r:embed="rId6"/>
                <a:stretch>
                  <a:fillRect r="-23529" b="-621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27EAC2DC-4A53-F1B3-2756-0B9F0636D34D}"/>
              </a:ext>
            </a:extLst>
          </p:cNvPr>
          <p:cNvSpPr/>
          <p:nvPr/>
        </p:nvSpPr>
        <p:spPr>
          <a:xfrm>
            <a:off x="8483698" y="4900986"/>
            <a:ext cx="751136" cy="64633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17EBAE5-5361-5D11-2926-948E29BFD05B}"/>
                  </a:ext>
                </a:extLst>
              </p:cNvPr>
              <p:cNvSpPr txBox="1"/>
              <p:nvPr/>
            </p:nvSpPr>
            <p:spPr>
              <a:xfrm>
                <a:off x="8702246" y="5051615"/>
                <a:ext cx="314040" cy="2266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17EBAE5-5361-5D11-2926-948E29BFD0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2246" y="5051615"/>
                <a:ext cx="314040" cy="226662"/>
              </a:xfrm>
              <a:prstGeom prst="rect">
                <a:avLst/>
              </a:prstGeom>
              <a:blipFill>
                <a:blip r:embed="rId7"/>
                <a:stretch>
                  <a:fillRect r="-23529" b="-621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257017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DD346-4B64-A233-88BF-2A1F38924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Tensor Parallelism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54E203-062D-AE5F-B9C9-C26756A93E9C}"/>
              </a:ext>
            </a:extLst>
          </p:cNvPr>
          <p:cNvSpPr/>
          <p:nvPr/>
        </p:nvSpPr>
        <p:spPr>
          <a:xfrm>
            <a:off x="1999977" y="2532767"/>
            <a:ext cx="3056473" cy="2813236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1075BDD-E85B-936C-A0A3-ABAB403679C3}"/>
              </a:ext>
            </a:extLst>
          </p:cNvPr>
          <p:cNvSpPr/>
          <p:nvPr/>
        </p:nvSpPr>
        <p:spPr>
          <a:xfrm>
            <a:off x="6837072" y="2166401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11D17B6-972D-7C7E-3D46-5EFB519C66FD}"/>
              </a:ext>
            </a:extLst>
          </p:cNvPr>
          <p:cNvSpPr/>
          <p:nvPr/>
        </p:nvSpPr>
        <p:spPr>
          <a:xfrm>
            <a:off x="6837072" y="3206654"/>
            <a:ext cx="872010" cy="7327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4254E31-D6B8-16D3-A10A-B732E60DABC0}"/>
                  </a:ext>
                </a:extLst>
              </p:cNvPr>
              <p:cNvSpPr/>
              <p:nvPr/>
            </p:nvSpPr>
            <p:spPr>
              <a:xfrm>
                <a:off x="6725309" y="4765320"/>
                <a:ext cx="1095536" cy="73273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4254E31-D6B8-16D3-A10A-B732E60DAB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5309" y="4765320"/>
                <a:ext cx="1095536" cy="7327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6FD2C5B-4CFB-460F-C958-92FFCABCE2FB}"/>
                  </a:ext>
                </a:extLst>
              </p:cNvPr>
              <p:cNvSpPr/>
              <p:nvPr/>
            </p:nvSpPr>
            <p:spPr>
              <a:xfrm>
                <a:off x="212640" y="2493809"/>
                <a:ext cx="1022708" cy="285220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6FD2C5B-4CFB-460F-C958-92FFCABCE2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640" y="2493809"/>
                <a:ext cx="1022708" cy="28522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FB6D675B-0DD5-67AB-4D83-7578A84B0D4F}"/>
              </a:ext>
            </a:extLst>
          </p:cNvPr>
          <p:cNvSpPr txBox="1"/>
          <p:nvPr/>
        </p:nvSpPr>
        <p:spPr>
          <a:xfrm>
            <a:off x="171176" y="1713289"/>
            <a:ext cx="2058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Batch of inputs: e.g., 64 images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C8D34BB-5A41-69A8-43CB-005FA71A1DA3}"/>
              </a:ext>
            </a:extLst>
          </p:cNvPr>
          <p:cNvCxnSpPr>
            <a:cxnSpLocks/>
          </p:cNvCxnSpPr>
          <p:nvPr/>
        </p:nvCxnSpPr>
        <p:spPr>
          <a:xfrm>
            <a:off x="1380683" y="3093973"/>
            <a:ext cx="4715317" cy="70032"/>
          </a:xfrm>
          <a:prstGeom prst="line">
            <a:avLst/>
          </a:prstGeom>
          <a:ln w="28575">
            <a:solidFill>
              <a:srgbClr val="C0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A3F372A-2783-0DF2-D5FC-13E0730AB34B}"/>
              </a:ext>
            </a:extLst>
          </p:cNvPr>
          <p:cNvCxnSpPr>
            <a:cxnSpLocks/>
          </p:cNvCxnSpPr>
          <p:nvPr/>
        </p:nvCxnSpPr>
        <p:spPr>
          <a:xfrm>
            <a:off x="1380683" y="3875603"/>
            <a:ext cx="4715317" cy="0"/>
          </a:xfrm>
          <a:prstGeom prst="line">
            <a:avLst/>
          </a:prstGeom>
          <a:ln w="28575">
            <a:solidFill>
              <a:srgbClr val="C0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E5ADF47-9376-8DBB-C1B7-0671DEC63243}"/>
              </a:ext>
            </a:extLst>
          </p:cNvPr>
          <p:cNvCxnSpPr>
            <a:cxnSpLocks/>
          </p:cNvCxnSpPr>
          <p:nvPr/>
        </p:nvCxnSpPr>
        <p:spPr>
          <a:xfrm flipV="1">
            <a:off x="1380683" y="4547777"/>
            <a:ext cx="4608334" cy="48446"/>
          </a:xfrm>
          <a:prstGeom prst="line">
            <a:avLst/>
          </a:prstGeom>
          <a:ln w="28575">
            <a:solidFill>
              <a:srgbClr val="C0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42A0562-DD4B-50E7-51BD-15F5ADA4C4F6}"/>
              </a:ext>
            </a:extLst>
          </p:cNvPr>
          <p:cNvCxnSpPr>
            <a:cxnSpLocks/>
          </p:cNvCxnSpPr>
          <p:nvPr/>
        </p:nvCxnSpPr>
        <p:spPr>
          <a:xfrm>
            <a:off x="472339" y="2422252"/>
            <a:ext cx="0" cy="3282151"/>
          </a:xfrm>
          <a:prstGeom prst="line">
            <a:avLst/>
          </a:prstGeom>
          <a:ln w="28575">
            <a:solidFill>
              <a:srgbClr val="C0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6901D47-8B89-3E35-458F-477E6D76C167}"/>
              </a:ext>
            </a:extLst>
          </p:cNvPr>
          <p:cNvCxnSpPr>
            <a:cxnSpLocks/>
          </p:cNvCxnSpPr>
          <p:nvPr/>
        </p:nvCxnSpPr>
        <p:spPr>
          <a:xfrm>
            <a:off x="893710" y="2359620"/>
            <a:ext cx="0" cy="3282151"/>
          </a:xfrm>
          <a:prstGeom prst="line">
            <a:avLst/>
          </a:prstGeom>
          <a:ln w="28575">
            <a:solidFill>
              <a:srgbClr val="C0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A3F6AFE1-A603-E29A-1CE8-38266B1A8CB6}"/>
              </a:ext>
            </a:extLst>
          </p:cNvPr>
          <p:cNvSpPr txBox="1"/>
          <p:nvPr/>
        </p:nvSpPr>
        <p:spPr>
          <a:xfrm>
            <a:off x="3136816" y="5825958"/>
            <a:ext cx="40693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 is again partitioned across the embedding dimension to serve as input to the next layer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D08EB50-20A0-CC5F-E8BE-8387BE8D2247}"/>
                  </a:ext>
                </a:extLst>
              </p:cNvPr>
              <p:cNvSpPr txBox="1"/>
              <p:nvPr/>
            </p:nvSpPr>
            <p:spPr>
              <a:xfrm>
                <a:off x="3243397" y="3693995"/>
                <a:ext cx="5338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D08EB50-20A0-CC5F-E8BE-8387BE8D22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397" y="3693995"/>
                <a:ext cx="53386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760777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F9191-0F1E-B42D-2D56-F7AF86CB3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Parallelism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46DF7-BCC7-C9D5-C278-3EF424EDF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practice, all three parallelisms are combined</a:t>
            </a:r>
          </a:p>
          <a:p>
            <a:endParaRPr lang="en-US" dirty="0"/>
          </a:p>
          <a:p>
            <a:r>
              <a:rPr lang="en-US" dirty="0"/>
              <a:t>Data + Pipeline + Tensor = 3D parallelism</a:t>
            </a:r>
          </a:p>
          <a:p>
            <a:endParaRPr lang="en-US" dirty="0"/>
          </a:p>
          <a:p>
            <a:r>
              <a:rPr lang="en-US" dirty="0" err="1"/>
              <a:t>DeepSpeed</a:t>
            </a:r>
            <a:r>
              <a:rPr lang="en-US" dirty="0"/>
              <a:t>: </a:t>
            </a:r>
            <a:r>
              <a:rPr lang="en-US" dirty="0">
                <a:hlinkClick r:id="rId2"/>
              </a:rPr>
              <a:t>https://github.com/microsoft/DeepSpeed/tree/master?tab=readme-ov-file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00977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E06AE-C414-071D-89D4-1583DFDD8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Parallelism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F3D41-901E-5E02-CE02-3D7067F48C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discuss the communication and computation optimizations for distributed training in detail when we are looking into cluster of accelerators</a:t>
            </a:r>
          </a:p>
        </p:txBody>
      </p:sp>
    </p:spTree>
    <p:extLst>
      <p:ext uri="{BB962C8B-B14F-4D97-AF65-F5344CB8AC3E}">
        <p14:creationId xmlns:p14="http://schemas.microsoft.com/office/powerpoint/2010/main" val="334643928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7123E-7A35-9995-D58B-A43FD3C72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3336D-BBBB-7DE5-4286-D04D136AB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6000A-13C6-25D7-36CC-59DDF42DB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Distributed Training Basics</a:t>
            </a:r>
          </a:p>
          <a:p>
            <a:r>
              <a:rPr lang="en-US" dirty="0" err="1"/>
              <a:t>Pytorch</a:t>
            </a:r>
            <a:r>
              <a:rPr lang="en-US" dirty="0"/>
              <a:t> Lightning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06005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B9642F-F471-CE19-9D04-432510B3EB0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68403BB-35EA-4024-B38F-4B7F815A1C86}" type="slidenum">
              <a:rPr lang="en-US" smtClean="0"/>
              <a:pPr/>
              <a:t>71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CF7ED-3750-A419-8F66-9B0F15D12A5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Calibri"/>
              </a:rPr>
              <a:t>Facilitating Deep Learning</a:t>
            </a:r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960F21F-4C37-2B80-E734-196461982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cs typeface="Calibri Light"/>
              </a:rPr>
              <a:t>PyTorch</a:t>
            </a:r>
            <a:r>
              <a:rPr lang="en-US">
                <a:cs typeface="Calibri Light"/>
              </a:rPr>
              <a:t> Lightning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045DDA0-239D-219A-296D-AA574FF87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283" y="1439552"/>
            <a:ext cx="6452234" cy="46423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Calibri"/>
              </a:rPr>
              <a:t>An open source Python library created in 2019.</a:t>
            </a:r>
          </a:p>
          <a:p>
            <a:pPr lvl="1"/>
            <a:r>
              <a:rPr lang="en-US">
                <a:cs typeface="Calibri"/>
              </a:rPr>
              <a:t>Offers high-level wrappers for </a:t>
            </a:r>
            <a:r>
              <a:rPr lang="en-US" err="1">
                <a:cs typeface="Calibri"/>
              </a:rPr>
              <a:t>PyTorch</a:t>
            </a:r>
            <a:r>
              <a:rPr lang="en-US">
                <a:cs typeface="Calibri"/>
              </a:rPr>
              <a:t>.</a:t>
            </a:r>
          </a:p>
          <a:p>
            <a:pPr lvl="1"/>
            <a:r>
              <a:rPr lang="en-US">
                <a:cs typeface="Calibri"/>
              </a:rPr>
              <a:t>Aims to </a:t>
            </a:r>
            <a:r>
              <a:rPr lang="en-US" b="1" u="sng">
                <a:cs typeface="Calibri"/>
              </a:rPr>
              <a:t>decouple research from engineering</a:t>
            </a:r>
            <a:r>
              <a:rPr lang="en-US">
                <a:cs typeface="Calibri"/>
              </a:rPr>
              <a:t>.</a:t>
            </a:r>
          </a:p>
          <a:p>
            <a:pPr lvl="1"/>
            <a:endParaRPr lang="en-US">
              <a:cs typeface="Calibri"/>
            </a:endParaRPr>
          </a:p>
        </p:txBody>
      </p:sp>
      <p:pic>
        <p:nvPicPr>
          <p:cNvPr id="8" name="Picture 7" descr="Getting Started with PyTorch Lightning | LearnOpenCV">
            <a:extLst>
              <a:ext uri="{FF2B5EF4-FFF2-40B4-BE49-F238E27FC236}">
                <a16:creationId xmlns:a16="http://schemas.microsoft.com/office/drawing/2014/main" id="{80263927-7C96-458F-F57E-A0A5B298F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241" y="2477887"/>
            <a:ext cx="4638996" cy="184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663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23F54E-041A-BC52-21F3-E454F2F63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Pytorch</a:t>
            </a:r>
            <a:r>
              <a:rPr lang="en-US" dirty="0"/>
              <a:t> Lightning – Distributed Training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9A742A9-F657-9C10-2681-8A93A0DBE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Supports Distributed Data Parallel and variants </a:t>
            </a:r>
            <a:r>
              <a:rPr lang="en-US" dirty="0">
                <a:hlinkClick r:id="rId2"/>
              </a:rPr>
              <a:t>https://lightning.ai/docs/pytorch/stable/accelerators/gpu_intermediate.html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Supports </a:t>
            </a:r>
            <a:r>
              <a:rPr lang="en-US" dirty="0" err="1"/>
              <a:t>Data+Model</a:t>
            </a:r>
            <a:r>
              <a:rPr lang="en-US" dirty="0"/>
              <a:t> Parallel – Fully Sharded Data Parallel</a:t>
            </a:r>
          </a:p>
          <a:p>
            <a:pPr lvl="1"/>
            <a:r>
              <a:rPr lang="en-US" dirty="0"/>
              <a:t>Model weights are partitioned</a:t>
            </a:r>
          </a:p>
          <a:p>
            <a:pPr lvl="1"/>
            <a:r>
              <a:rPr lang="en-US" dirty="0">
                <a:hlinkClick r:id="rId3"/>
              </a:rPr>
              <a:t>https://lightning.ai/docs/pytorch/stable/advanced/model_parallel/fsdp.html</a:t>
            </a:r>
            <a:r>
              <a:rPr lang="en-US" dirty="0"/>
              <a:t> </a:t>
            </a:r>
          </a:p>
          <a:p>
            <a:pPr lvl="1"/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BC41E8-24E9-15BB-AD8E-FEA931967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403BB-35EA-4024-B38F-4B7F815A1C86}" type="slidenum">
              <a:rPr lang="en-US" smtClean="0"/>
              <a:pPr/>
              <a:t>72</a:t>
            </a:fld>
            <a:endParaRPr lang="en-US"/>
          </a:p>
        </p:txBody>
      </p:sp>
      <p:pic>
        <p:nvPicPr>
          <p:cNvPr id="8" name="Picture 7" descr="A diagram of different colored ovals&#10;&#10;Description automatically generated">
            <a:extLst>
              <a:ext uri="{FF2B5EF4-FFF2-40B4-BE49-F238E27FC236}">
                <a16:creationId xmlns:a16="http://schemas.microsoft.com/office/drawing/2014/main" id="{8EEAAADC-CF66-CD91-DBA6-5A0FF226F54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1714" r="-305" b="39334"/>
          <a:stretch/>
        </p:blipFill>
        <p:spPr>
          <a:xfrm>
            <a:off x="6905231" y="2909401"/>
            <a:ext cx="1211497" cy="146200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9" name="Picture 8" descr="A diagram of different colored ovals&#10;&#10;Description automatically generated">
            <a:extLst>
              <a:ext uri="{FF2B5EF4-FFF2-40B4-BE49-F238E27FC236}">
                <a16:creationId xmlns:a16="http://schemas.microsoft.com/office/drawing/2014/main" id="{E4418401-4BF2-0DAF-A1A6-9635648705E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305" t="62931" b="123"/>
          <a:stretch/>
        </p:blipFill>
        <p:spPr>
          <a:xfrm>
            <a:off x="6905232" y="4742617"/>
            <a:ext cx="1211496" cy="110343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3A84C9F-6829-EC77-CFF6-C0C007963949}"/>
              </a:ext>
            </a:extLst>
          </p:cNvPr>
          <p:cNvSpPr txBox="1"/>
          <p:nvPr/>
        </p:nvSpPr>
        <p:spPr>
          <a:xfrm>
            <a:off x="6003180" y="3390025"/>
            <a:ext cx="9431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Calibri"/>
                <a:cs typeface="Calibri"/>
              </a:rPr>
              <a:t>GPU #1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6FCD33-554B-9C38-751A-AC3CB90EA1D4}"/>
              </a:ext>
            </a:extLst>
          </p:cNvPr>
          <p:cNvSpPr txBox="1"/>
          <p:nvPr/>
        </p:nvSpPr>
        <p:spPr>
          <a:xfrm>
            <a:off x="6004925" y="5075995"/>
            <a:ext cx="9431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Calibri"/>
                <a:cs typeface="Calibri"/>
              </a:rPr>
              <a:t>GPU #2</a:t>
            </a:r>
            <a:endParaRPr lang="en-US"/>
          </a:p>
        </p:txBody>
      </p:sp>
      <p:pic>
        <p:nvPicPr>
          <p:cNvPr id="12" name="Picture 11" descr="A diagram of different colored ovals&#10;&#10;Description automatically generated">
            <a:extLst>
              <a:ext uri="{FF2B5EF4-FFF2-40B4-BE49-F238E27FC236}">
                <a16:creationId xmlns:a16="http://schemas.microsoft.com/office/drawing/2014/main" id="{BEDE0B60-37CC-6F96-9C15-F573276FE8F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1552" t="584" r="66606" b="90876"/>
          <a:stretch/>
        </p:blipFill>
        <p:spPr>
          <a:xfrm>
            <a:off x="9181956" y="1399714"/>
            <a:ext cx="471095" cy="454844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1EBDB6E-0366-829E-A61D-E82DD2C9D04B}"/>
              </a:ext>
            </a:extLst>
          </p:cNvPr>
          <p:cNvCxnSpPr/>
          <p:nvPr/>
        </p:nvCxnSpPr>
        <p:spPr>
          <a:xfrm>
            <a:off x="9254355" y="1412903"/>
            <a:ext cx="1473" cy="454256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1FE59E3-98A2-F740-F761-A55CE4CC8559}"/>
              </a:ext>
            </a:extLst>
          </p:cNvPr>
          <p:cNvCxnSpPr>
            <a:cxnSpLocks/>
          </p:cNvCxnSpPr>
          <p:nvPr/>
        </p:nvCxnSpPr>
        <p:spPr>
          <a:xfrm>
            <a:off x="9313253" y="1412903"/>
            <a:ext cx="1473" cy="454256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C5EA86C-C8A2-A41B-E3A5-E90C2754FC01}"/>
              </a:ext>
            </a:extLst>
          </p:cNvPr>
          <p:cNvCxnSpPr>
            <a:cxnSpLocks/>
          </p:cNvCxnSpPr>
          <p:nvPr/>
        </p:nvCxnSpPr>
        <p:spPr>
          <a:xfrm>
            <a:off x="9372152" y="1412903"/>
            <a:ext cx="1473" cy="454256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4E1DB8C-3DD1-C012-3C5B-60A655FDE57B}"/>
              </a:ext>
            </a:extLst>
          </p:cNvPr>
          <p:cNvCxnSpPr>
            <a:cxnSpLocks/>
          </p:cNvCxnSpPr>
          <p:nvPr/>
        </p:nvCxnSpPr>
        <p:spPr>
          <a:xfrm>
            <a:off x="9427369" y="1412902"/>
            <a:ext cx="1473" cy="454256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DE7FC1C-837F-396C-5573-33AEFB5C2A25}"/>
              </a:ext>
            </a:extLst>
          </p:cNvPr>
          <p:cNvCxnSpPr>
            <a:cxnSpLocks/>
          </p:cNvCxnSpPr>
          <p:nvPr/>
        </p:nvCxnSpPr>
        <p:spPr>
          <a:xfrm>
            <a:off x="9489949" y="1416583"/>
            <a:ext cx="1473" cy="454256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A4C50AB-EF6C-0986-685C-B3AEAD0D6BA0}"/>
              </a:ext>
            </a:extLst>
          </p:cNvPr>
          <p:cNvCxnSpPr>
            <a:cxnSpLocks/>
          </p:cNvCxnSpPr>
          <p:nvPr/>
        </p:nvCxnSpPr>
        <p:spPr>
          <a:xfrm>
            <a:off x="9556210" y="1420264"/>
            <a:ext cx="1473" cy="454256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BC07112-5795-B754-41A8-E97829C25339}"/>
              </a:ext>
            </a:extLst>
          </p:cNvPr>
          <p:cNvCxnSpPr/>
          <p:nvPr/>
        </p:nvCxnSpPr>
        <p:spPr>
          <a:xfrm flipH="1">
            <a:off x="7609659" y="1853951"/>
            <a:ext cx="1614556" cy="49474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236FDDE-E69F-4A4E-5910-C174981B6F9B}"/>
              </a:ext>
            </a:extLst>
          </p:cNvPr>
          <p:cNvCxnSpPr>
            <a:cxnSpLocks/>
          </p:cNvCxnSpPr>
          <p:nvPr/>
        </p:nvCxnSpPr>
        <p:spPr>
          <a:xfrm flipH="1">
            <a:off x="8971686" y="1846589"/>
            <a:ext cx="315109" cy="50947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D351066-F085-8753-9728-A76720124828}"/>
              </a:ext>
            </a:extLst>
          </p:cNvPr>
          <p:cNvCxnSpPr>
            <a:cxnSpLocks/>
          </p:cNvCxnSpPr>
          <p:nvPr/>
        </p:nvCxnSpPr>
        <p:spPr>
          <a:xfrm>
            <a:off x="9592331" y="1868676"/>
            <a:ext cx="1374544" cy="50579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 descr="A diagram of different colored ovals&#10;&#10;Description automatically generated">
            <a:extLst>
              <a:ext uri="{FF2B5EF4-FFF2-40B4-BE49-F238E27FC236}">
                <a16:creationId xmlns:a16="http://schemas.microsoft.com/office/drawing/2014/main" id="{E38317D0-09CB-47B9-A457-D87E06EBE14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1714" r="-305" b="39334"/>
          <a:stretch/>
        </p:blipFill>
        <p:spPr>
          <a:xfrm>
            <a:off x="8374014" y="2913082"/>
            <a:ext cx="1211497" cy="146200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23" name="Picture 22" descr="A diagram of different colored ovals&#10;&#10;Description automatically generated">
            <a:extLst>
              <a:ext uri="{FF2B5EF4-FFF2-40B4-BE49-F238E27FC236}">
                <a16:creationId xmlns:a16="http://schemas.microsoft.com/office/drawing/2014/main" id="{FFC6D7AE-E89F-4124-EB9D-CEDD9CF241E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305" t="62931" b="123"/>
          <a:stretch/>
        </p:blipFill>
        <p:spPr>
          <a:xfrm>
            <a:off x="8374015" y="4746298"/>
            <a:ext cx="1211496" cy="110343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24" name="Picture 23" descr="A diagram of different colored ovals&#10;&#10;Description automatically generated">
            <a:extLst>
              <a:ext uri="{FF2B5EF4-FFF2-40B4-BE49-F238E27FC236}">
                <a16:creationId xmlns:a16="http://schemas.microsoft.com/office/drawing/2014/main" id="{DE9A316C-EAFF-1E8A-0FEB-D3D42A0F062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1714" r="-305" b="39334"/>
          <a:stretch/>
        </p:blipFill>
        <p:spPr>
          <a:xfrm>
            <a:off x="10498043" y="2927806"/>
            <a:ext cx="1211497" cy="146200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25" name="Picture 24" descr="A diagram of different colored ovals&#10;&#10;Description automatically generated">
            <a:extLst>
              <a:ext uri="{FF2B5EF4-FFF2-40B4-BE49-F238E27FC236}">
                <a16:creationId xmlns:a16="http://schemas.microsoft.com/office/drawing/2014/main" id="{FD356395-6853-FC65-5262-E60B6B1F9C1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305" t="62931" b="123"/>
          <a:stretch/>
        </p:blipFill>
        <p:spPr>
          <a:xfrm>
            <a:off x="10498044" y="4761022"/>
            <a:ext cx="1211496" cy="110343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01C60ED-4CD7-3FED-5D7F-09DCF2BD65A9}"/>
              </a:ext>
            </a:extLst>
          </p:cNvPr>
          <p:cNvSpPr txBox="1"/>
          <p:nvPr/>
        </p:nvSpPr>
        <p:spPr>
          <a:xfrm>
            <a:off x="6139382" y="2304083"/>
            <a:ext cx="223525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latin typeface="Calibri"/>
                <a:cs typeface="Calibri"/>
              </a:rPr>
              <a:t>Sharded Model</a:t>
            </a:r>
            <a:endParaRPr lang="en-US">
              <a:cs typeface="Calibri" panose="020F0502020204030204" pitchFamily="34" charset="0"/>
            </a:endParaRPr>
          </a:p>
          <a:p>
            <a:pPr algn="ctr"/>
            <a:r>
              <a:rPr lang="en-US" b="1">
                <a:latin typeface="Calibri"/>
                <a:cs typeface="Calibri"/>
              </a:rPr>
              <a:t>#1</a:t>
            </a:r>
            <a:endParaRPr lang="en-US">
              <a:cs typeface="Calibri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8D3204-8612-ED71-7167-4FB7F1A55B76}"/>
              </a:ext>
            </a:extLst>
          </p:cNvPr>
          <p:cNvSpPr txBox="1"/>
          <p:nvPr/>
        </p:nvSpPr>
        <p:spPr>
          <a:xfrm>
            <a:off x="7832715" y="2304083"/>
            <a:ext cx="223525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latin typeface="Calibri"/>
                <a:cs typeface="Calibri"/>
              </a:rPr>
              <a:t>Sharded Model</a:t>
            </a:r>
            <a:endParaRPr lang="en-US">
              <a:cs typeface="Calibri" panose="020F0502020204030204" pitchFamily="34" charset="0"/>
            </a:endParaRPr>
          </a:p>
          <a:p>
            <a:pPr algn="ctr"/>
            <a:r>
              <a:rPr lang="en-US" b="1">
                <a:latin typeface="Calibri"/>
                <a:cs typeface="Calibri"/>
              </a:rPr>
              <a:t>#2</a:t>
            </a:r>
            <a:endParaRPr lang="en-US">
              <a:cs typeface="Calibri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E5D344D-C174-AB11-A11E-440EC31F58E5}"/>
              </a:ext>
            </a:extLst>
          </p:cNvPr>
          <p:cNvSpPr txBox="1"/>
          <p:nvPr/>
        </p:nvSpPr>
        <p:spPr>
          <a:xfrm>
            <a:off x="9956744" y="2311445"/>
            <a:ext cx="223525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latin typeface="Calibri"/>
                <a:cs typeface="Calibri"/>
              </a:rPr>
              <a:t>Sharded Model</a:t>
            </a:r>
            <a:endParaRPr lang="en-US">
              <a:cs typeface="Calibri" panose="020F0502020204030204" pitchFamily="34" charset="0"/>
            </a:endParaRPr>
          </a:p>
          <a:p>
            <a:pPr algn="ctr"/>
            <a:r>
              <a:rPr lang="en-US" b="1">
                <a:latin typeface="Calibri"/>
                <a:cs typeface="Calibri"/>
              </a:rPr>
              <a:t>#N</a:t>
            </a:r>
            <a:endParaRPr lang="en-US">
              <a:cs typeface="Calibri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803671D-5125-6731-E4BE-20EFD0D1D38F}"/>
              </a:ext>
            </a:extLst>
          </p:cNvPr>
          <p:cNvCxnSpPr>
            <a:cxnSpLocks/>
          </p:cNvCxnSpPr>
          <p:nvPr/>
        </p:nvCxnSpPr>
        <p:spPr>
          <a:xfrm>
            <a:off x="7162766" y="4375544"/>
            <a:ext cx="1473" cy="35118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2692FF8-2876-5AAD-3F28-3511497163C2}"/>
              </a:ext>
            </a:extLst>
          </p:cNvPr>
          <p:cNvCxnSpPr>
            <a:cxnSpLocks/>
          </p:cNvCxnSpPr>
          <p:nvPr/>
        </p:nvCxnSpPr>
        <p:spPr>
          <a:xfrm>
            <a:off x="8631548" y="4375544"/>
            <a:ext cx="1473" cy="35118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E3585FA-528C-7CF4-77B4-BFA0A7A1FD71}"/>
              </a:ext>
            </a:extLst>
          </p:cNvPr>
          <p:cNvCxnSpPr>
            <a:cxnSpLocks/>
          </p:cNvCxnSpPr>
          <p:nvPr/>
        </p:nvCxnSpPr>
        <p:spPr>
          <a:xfrm>
            <a:off x="10762939" y="4393950"/>
            <a:ext cx="1473" cy="35118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445834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3028D-49A2-3686-5D3C-D879A3225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Pytorch</a:t>
            </a:r>
            <a:r>
              <a:rPr lang="en-US" dirty="0"/>
              <a:t> Lightning – Distributed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ABF1C-8308-EC0E-C89C-502698AD0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of the programming remains similar to </a:t>
            </a:r>
            <a:r>
              <a:rPr lang="en-US" dirty="0" err="1"/>
              <a:t>PyTorch</a:t>
            </a:r>
            <a:endParaRPr lang="en-US" dirty="0"/>
          </a:p>
          <a:p>
            <a:endParaRPr lang="en-US" dirty="0"/>
          </a:p>
          <a:p>
            <a:r>
              <a:rPr lang="en-US" dirty="0"/>
              <a:t>Some additions/modifications include:</a:t>
            </a:r>
          </a:p>
          <a:p>
            <a:pPr lvl="1"/>
            <a:r>
              <a:rPr lang="en-US" dirty="0"/>
              <a:t>Define a sub-class of </a:t>
            </a:r>
            <a:r>
              <a:rPr lang="en-US" dirty="0" err="1"/>
              <a:t>LightningModule</a:t>
            </a:r>
            <a:r>
              <a:rPr lang="en-US" dirty="0"/>
              <a:t> to define interactions between the various layers of your models – </a:t>
            </a:r>
            <a:r>
              <a:rPr lang="en-US" dirty="0" err="1"/>
              <a:t>PyTorch</a:t>
            </a:r>
            <a:r>
              <a:rPr lang="en-US" dirty="0"/>
              <a:t> Lightning uses this information to perform FSDP </a:t>
            </a:r>
          </a:p>
          <a:p>
            <a:pPr lvl="1"/>
            <a:r>
              <a:rPr lang="en-US" dirty="0"/>
              <a:t>Define </a:t>
            </a:r>
            <a:r>
              <a:rPr lang="en-US" dirty="0" err="1"/>
              <a:t>training_step</a:t>
            </a:r>
            <a:r>
              <a:rPr lang="en-US" dirty="0"/>
              <a:t> within this module – enables </a:t>
            </a:r>
            <a:r>
              <a:rPr lang="en-US" dirty="0" err="1"/>
              <a:t>PyTorch</a:t>
            </a:r>
            <a:r>
              <a:rPr lang="en-US" dirty="0"/>
              <a:t> Lightning to optimizing training step</a:t>
            </a:r>
          </a:p>
          <a:p>
            <a:pPr lvl="1"/>
            <a:r>
              <a:rPr lang="en-US" dirty="0"/>
              <a:t>Configure optimizers within this module - enables </a:t>
            </a:r>
            <a:r>
              <a:rPr lang="en-US" dirty="0" err="1"/>
              <a:t>PyTorch</a:t>
            </a:r>
            <a:r>
              <a:rPr lang="en-US" dirty="0"/>
              <a:t> Lightning to apply optimizer specific optimizations</a:t>
            </a:r>
          </a:p>
        </p:txBody>
      </p:sp>
    </p:spTree>
    <p:extLst>
      <p:ext uri="{BB962C8B-B14F-4D97-AF65-F5344CB8AC3E}">
        <p14:creationId xmlns:p14="http://schemas.microsoft.com/office/powerpoint/2010/main" val="165638676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0B30E-2154-F16F-C670-9523B15A7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Pytorch</a:t>
            </a:r>
            <a:r>
              <a:rPr lang="en-US" dirty="0"/>
              <a:t> Lightning – Distributed Training</a:t>
            </a:r>
          </a:p>
        </p:txBody>
      </p:sp>
      <p:pic>
        <p:nvPicPr>
          <p:cNvPr id="5" name="Picture 4" descr="A computer screen shot of a program&#10;&#10;Description automatically generated">
            <a:extLst>
              <a:ext uri="{FF2B5EF4-FFF2-40B4-BE49-F238E27FC236}">
                <a16:creationId xmlns:a16="http://schemas.microsoft.com/office/drawing/2014/main" id="{C24C3866-94FF-CBEA-B085-351C484D7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397" y="1429690"/>
            <a:ext cx="5883683" cy="4966821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509761F-001E-520E-122E-B2C4F86E7654}"/>
              </a:ext>
            </a:extLst>
          </p:cNvPr>
          <p:cNvSpPr/>
          <p:nvPr/>
        </p:nvSpPr>
        <p:spPr>
          <a:xfrm>
            <a:off x="2041874" y="2369662"/>
            <a:ext cx="1434803" cy="22508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DFBC1B1-E11F-A63B-7599-EE9682088A3D}"/>
              </a:ext>
            </a:extLst>
          </p:cNvPr>
          <p:cNvSpPr/>
          <p:nvPr/>
        </p:nvSpPr>
        <p:spPr>
          <a:xfrm>
            <a:off x="1080887" y="3259443"/>
            <a:ext cx="1249273" cy="33515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5517B2A-E47A-2E29-AB6F-6439DD177B9F}"/>
              </a:ext>
            </a:extLst>
          </p:cNvPr>
          <p:cNvSpPr/>
          <p:nvPr/>
        </p:nvSpPr>
        <p:spPr>
          <a:xfrm>
            <a:off x="660064" y="5165333"/>
            <a:ext cx="2500089" cy="33515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F8737A-67EC-EA13-6FAB-77A85E389CD6}"/>
              </a:ext>
            </a:extLst>
          </p:cNvPr>
          <p:cNvSpPr txBox="1"/>
          <p:nvPr/>
        </p:nvSpPr>
        <p:spPr>
          <a:xfrm>
            <a:off x="7490813" y="1834856"/>
            <a:ext cx="365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Instead of Training Loop, we have the following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5BE0160-F3C6-F02D-83BC-2EC3C9FF19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0761"/>
          <a:stretch>
            <a:fillRect/>
          </a:stretch>
        </p:blipFill>
        <p:spPr>
          <a:xfrm>
            <a:off x="6466217" y="2731967"/>
            <a:ext cx="5706791" cy="148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41910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9A4E5-46F2-E6DB-928A-467787160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Pytorch</a:t>
            </a:r>
            <a:r>
              <a:rPr lang="en-US" dirty="0"/>
              <a:t> Lightning – Acceleration and Parallelization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77E5E-0B01-54EA-2D7D-4D4A5F883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72587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You don’t need to explicitly specify the device</a:t>
            </a:r>
          </a:p>
          <a:p>
            <a:endParaRPr lang="en-US" dirty="0"/>
          </a:p>
          <a:p>
            <a:r>
              <a:rPr lang="en-US" dirty="0"/>
              <a:t>You can achieve parallel training by simply setting the number of </a:t>
            </a:r>
            <a:r>
              <a:rPr lang="en-US" dirty="0" err="1"/>
              <a:t>gpus</a:t>
            </a:r>
            <a:r>
              <a:rPr lang="en-US" dirty="0"/>
              <a:t> and policy</a:t>
            </a:r>
          </a:p>
          <a:p>
            <a:r>
              <a:rPr lang="en-US" dirty="0" err="1"/>
              <a:t>ddp</a:t>
            </a:r>
            <a:r>
              <a:rPr lang="en-US" dirty="0"/>
              <a:t> – distributed data parallel</a:t>
            </a:r>
          </a:p>
          <a:p>
            <a:r>
              <a:rPr lang="en-US" dirty="0" err="1"/>
              <a:t>Fsdp</a:t>
            </a:r>
            <a:r>
              <a:rPr lang="en-US" dirty="0"/>
              <a:t> – Fully Sharded Data Parallel</a:t>
            </a:r>
          </a:p>
          <a:p>
            <a:pPr lvl="1"/>
            <a:r>
              <a:rPr lang="en-US" dirty="0"/>
              <a:t>Requires additional information on which layers to shard </a:t>
            </a:r>
          </a:p>
        </p:txBody>
      </p:sp>
      <p:pic>
        <p:nvPicPr>
          <p:cNvPr id="4" name="Picture 3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7552E67B-A213-F7A5-F0D9-A8A49919A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215" y="1344423"/>
            <a:ext cx="2983405" cy="2894877"/>
          </a:xfrm>
          <a:prstGeom prst="rect">
            <a:avLst/>
          </a:prstGeom>
        </p:spPr>
      </p:pic>
      <p:pic>
        <p:nvPicPr>
          <p:cNvPr id="5" name="Picture 4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19FE40E9-2078-CB6F-FB47-C1C50824B0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6678" y="5206779"/>
            <a:ext cx="6346097" cy="142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78402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C9AC9-7803-7CAE-4F87-5577501C4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Pytorch</a:t>
            </a:r>
            <a:r>
              <a:rPr lang="en-US" dirty="0"/>
              <a:t> Lightning – For you to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D0AD3-8FD2-747F-E4D1-00CB4EDB6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Pytorch</a:t>
            </a:r>
            <a:r>
              <a:rPr lang="en-US" dirty="0"/>
              <a:t> Lightning Training Basics - </a:t>
            </a:r>
            <a:r>
              <a:rPr lang="en-US" dirty="0">
                <a:hlinkClick r:id="rId2"/>
              </a:rPr>
              <a:t>https://lightning.ai/docs/pytorch/stable/model/train_model_basic.html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Training on GPU - </a:t>
            </a:r>
            <a:r>
              <a:rPr lang="en-US" dirty="0">
                <a:hlinkClick r:id="rId3"/>
              </a:rPr>
              <a:t>https://lightning.ai/docs/pytorch/stable/accelerators/gpu_basic.html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Distributed Training - </a:t>
            </a:r>
            <a:r>
              <a:rPr lang="en-US" dirty="0">
                <a:hlinkClick r:id="rId4"/>
              </a:rPr>
              <a:t>https://lightning.ai/docs/pytorch/stable/levels/advanced_level_21.html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5373559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9B69F-8B63-B3EC-12B0-9B9A60536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F2391-E8AE-9A93-A4FC-0E02B54BC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10/16 Lecture 15 </a:t>
            </a:r>
          </a:p>
          <a:p>
            <a:pPr lvl="1"/>
            <a:r>
              <a:rPr lang="en-US" dirty="0"/>
              <a:t>Acceleration of Transformer Models: Basics</a:t>
            </a:r>
          </a:p>
        </p:txBody>
      </p:sp>
    </p:spTree>
    <p:extLst>
      <p:ext uri="{BB962C8B-B14F-4D97-AF65-F5344CB8AC3E}">
        <p14:creationId xmlns:p14="http://schemas.microsoft.com/office/powerpoint/2010/main" val="129724081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04DE0-9343-6853-D403-04A484E06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5DCD4-6F74-BBCB-9506-55F298D2E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  <a:p>
            <a:endParaRPr lang="en-US" dirty="0"/>
          </a:p>
          <a:p>
            <a:r>
              <a:rPr lang="en-US" dirty="0"/>
              <a:t>Email: </a:t>
            </a:r>
            <a:r>
              <a:rPr lang="en-US" dirty="0">
                <a:hlinkClick r:id="rId2"/>
              </a:rPr>
              <a:t>sanmukh.kuppannagari@case.edu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662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6087</TotalTime>
  <Words>2385</Words>
  <Application>Microsoft Office PowerPoint</Application>
  <PresentationFormat>Widescreen</PresentationFormat>
  <Paragraphs>720</Paragraphs>
  <Slides>78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3" baseType="lpstr">
      <vt:lpstr>Arial</vt:lpstr>
      <vt:lpstr>Calibri</vt:lpstr>
      <vt:lpstr>Calibri Light</vt:lpstr>
      <vt:lpstr>Cambria Math</vt:lpstr>
      <vt:lpstr>Office Theme</vt:lpstr>
      <vt:lpstr>CSDS 451: Designing High Performant Systems for AI</vt:lpstr>
      <vt:lpstr>Outline</vt:lpstr>
      <vt:lpstr>Outline</vt:lpstr>
      <vt:lpstr>Training</vt:lpstr>
      <vt:lpstr>Training</vt:lpstr>
      <vt:lpstr>CNN Training: Forward Propagation</vt:lpstr>
      <vt:lpstr>CNN Training: Forward Propagation</vt:lpstr>
      <vt:lpstr>CNN Training: Forward Propagation</vt:lpstr>
      <vt:lpstr>CNN Training: Forward Propagation</vt:lpstr>
      <vt:lpstr>CNN Training: Error Calculation</vt:lpstr>
      <vt:lpstr>CNN Training: Backward Propagation</vt:lpstr>
      <vt:lpstr>CNN Training: Backward Propagation</vt:lpstr>
      <vt:lpstr>CNN Training: Backward Propagation</vt:lpstr>
      <vt:lpstr>CNN Training: Backward Propagation</vt:lpstr>
      <vt:lpstr>CNN Training: Backward Propagation</vt:lpstr>
      <vt:lpstr>CNN Training: Backward Propagation</vt:lpstr>
      <vt:lpstr>Training</vt:lpstr>
      <vt:lpstr>Training a Machine Learning Model </vt:lpstr>
      <vt:lpstr>Data Parallel Distributed Training</vt:lpstr>
      <vt:lpstr>Gradient Update</vt:lpstr>
      <vt:lpstr>Gradient Update</vt:lpstr>
      <vt:lpstr>Gradient Update</vt:lpstr>
      <vt:lpstr>Gradient Update</vt:lpstr>
      <vt:lpstr>Gradient Update</vt:lpstr>
      <vt:lpstr>Gradient Update</vt:lpstr>
      <vt:lpstr>Gradient Update</vt:lpstr>
      <vt:lpstr>Gradient Update</vt:lpstr>
      <vt:lpstr>Gradient Update</vt:lpstr>
      <vt:lpstr>Gradient Update</vt:lpstr>
      <vt:lpstr>Data Parallel Distributed Training</vt:lpstr>
      <vt:lpstr>Data Parallel Training of Neural Networks</vt:lpstr>
      <vt:lpstr>Data Parallel Training of Neural Networks</vt:lpstr>
      <vt:lpstr>Parameter Server Model</vt:lpstr>
      <vt:lpstr>Parameter Server Model</vt:lpstr>
      <vt:lpstr>Parameter Server Model</vt:lpstr>
      <vt:lpstr>Parameter Server Model</vt:lpstr>
      <vt:lpstr>Parameter Server Model</vt:lpstr>
      <vt:lpstr>Parameter Server Model</vt:lpstr>
      <vt:lpstr>Parameter Server Model</vt:lpstr>
      <vt:lpstr>Parameter Server Model</vt:lpstr>
      <vt:lpstr>Parameter Server Model</vt:lpstr>
      <vt:lpstr>Data Parallel Training of Neural Networks</vt:lpstr>
      <vt:lpstr>All Reduce Operation</vt:lpstr>
      <vt:lpstr>All Reduce Operation</vt:lpstr>
      <vt:lpstr>All Reduce Operation</vt:lpstr>
      <vt:lpstr>All Reduce Operation</vt:lpstr>
      <vt:lpstr>All Reduce Model</vt:lpstr>
      <vt:lpstr>All Reduce Model</vt:lpstr>
      <vt:lpstr>All Reduce Model</vt:lpstr>
      <vt:lpstr>All Reduce Model</vt:lpstr>
      <vt:lpstr>All Reduce Model</vt:lpstr>
      <vt:lpstr>All Reduce Model</vt:lpstr>
      <vt:lpstr>Model Parallel Distributed Training</vt:lpstr>
      <vt:lpstr>Model Parallel Distributed Training</vt:lpstr>
      <vt:lpstr>Model Parallel Distributed Training</vt:lpstr>
      <vt:lpstr>Model Parallel Distributed Training</vt:lpstr>
      <vt:lpstr>Pipeline Parallelism</vt:lpstr>
      <vt:lpstr>Pipeline Parallelism</vt:lpstr>
      <vt:lpstr>Pipeline Parallelism</vt:lpstr>
      <vt:lpstr>Pipeline Parallelism</vt:lpstr>
      <vt:lpstr>Pipeline Parallelism</vt:lpstr>
      <vt:lpstr>Pipeline Parallelism</vt:lpstr>
      <vt:lpstr>Pipeline Parallelism</vt:lpstr>
      <vt:lpstr>Tensor Parallelism</vt:lpstr>
      <vt:lpstr>Tensor Parallelism</vt:lpstr>
      <vt:lpstr>Tensor Parallelism</vt:lpstr>
      <vt:lpstr>Tensor Parallelism</vt:lpstr>
      <vt:lpstr>3D Parallelism</vt:lpstr>
      <vt:lpstr>3D Parallelism</vt:lpstr>
      <vt:lpstr>Outline</vt:lpstr>
      <vt:lpstr>PyTorch Lightning</vt:lpstr>
      <vt:lpstr>Pytorch Lightning – Distributed Training</vt:lpstr>
      <vt:lpstr>Pytorch Lightning – Distributed Training</vt:lpstr>
      <vt:lpstr>Pytorch Lightning – Distributed Training</vt:lpstr>
      <vt:lpstr>Pytorch Lightning – Acceleration and Parallelization</vt:lpstr>
      <vt:lpstr>Pytorch Lightning – For you to Review</vt:lpstr>
      <vt:lpstr>Next Class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Algorithmic Approach to AI/ML Acceleration</dc:title>
  <dc:creator>Sanmukh Kuppannagari</dc:creator>
  <cp:lastModifiedBy>Sanmukh Kuppannagari</cp:lastModifiedBy>
  <cp:revision>100</cp:revision>
  <dcterms:created xsi:type="dcterms:W3CDTF">2022-08-26T11:47:57Z</dcterms:created>
  <dcterms:modified xsi:type="dcterms:W3CDTF">2026-02-15T20:44:44Z</dcterms:modified>
</cp:coreProperties>
</file>
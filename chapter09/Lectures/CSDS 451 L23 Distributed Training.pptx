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1597" r:id="rId3"/>
    <p:sldId id="374" r:id="rId4"/>
    <p:sldId id="1684" r:id="rId5"/>
    <p:sldId id="966" r:id="rId6"/>
    <p:sldId id="1593" r:id="rId7"/>
    <p:sldId id="1647" r:id="rId8"/>
    <p:sldId id="382" r:id="rId9"/>
    <p:sldId id="1581" r:id="rId10"/>
    <p:sldId id="1598" r:id="rId11"/>
    <p:sldId id="1599" r:id="rId12"/>
    <p:sldId id="1600" r:id="rId13"/>
    <p:sldId id="1601" r:id="rId14"/>
    <p:sldId id="1602" r:id="rId15"/>
    <p:sldId id="307" r:id="rId16"/>
    <p:sldId id="1603" r:id="rId17"/>
    <p:sldId id="1604" r:id="rId18"/>
    <p:sldId id="1610" r:id="rId19"/>
    <p:sldId id="1613" r:id="rId20"/>
    <p:sldId id="1616" r:id="rId21"/>
    <p:sldId id="1623" r:id="rId22"/>
    <p:sldId id="1626" r:id="rId23"/>
    <p:sldId id="1281" r:id="rId24"/>
    <p:sldId id="1282" r:id="rId25"/>
    <p:sldId id="1309" r:id="rId26"/>
    <p:sldId id="1310" r:id="rId27"/>
    <p:sldId id="1311" r:id="rId28"/>
    <p:sldId id="1312" r:id="rId29"/>
    <p:sldId id="1314" r:id="rId30"/>
    <p:sldId id="1313" r:id="rId31"/>
    <p:sldId id="1315" r:id="rId32"/>
    <p:sldId id="1316" r:id="rId33"/>
    <p:sldId id="1320" r:id="rId34"/>
    <p:sldId id="1648" r:id="rId35"/>
    <p:sldId id="1333" r:id="rId36"/>
    <p:sldId id="1336" r:id="rId37"/>
    <p:sldId id="1337" r:id="rId38"/>
    <p:sldId id="1338" r:id="rId39"/>
    <p:sldId id="1339" r:id="rId40"/>
    <p:sldId id="1340" r:id="rId41"/>
    <p:sldId id="1341" r:id="rId42"/>
    <p:sldId id="1342" r:id="rId43"/>
    <p:sldId id="1343" r:id="rId44"/>
    <p:sldId id="1344" r:id="rId45"/>
    <p:sldId id="1345" r:id="rId46"/>
    <p:sldId id="1649" r:id="rId47"/>
    <p:sldId id="1650" r:id="rId48"/>
    <p:sldId id="1651" r:id="rId49"/>
    <p:sldId id="1652" r:id="rId50"/>
    <p:sldId id="1653" r:id="rId51"/>
    <p:sldId id="1654" r:id="rId52"/>
    <p:sldId id="1655" r:id="rId53"/>
    <p:sldId id="1687" r:id="rId54"/>
    <p:sldId id="1685" r:id="rId55"/>
    <p:sldId id="1688" r:id="rId56"/>
    <p:sldId id="1689" r:id="rId57"/>
    <p:sldId id="1690" r:id="rId58"/>
    <p:sldId id="1691" r:id="rId59"/>
    <p:sldId id="1692" r:id="rId60"/>
    <p:sldId id="1703" r:id="rId61"/>
    <p:sldId id="1704" r:id="rId62"/>
    <p:sldId id="1346" r:id="rId63"/>
    <p:sldId id="1659" r:id="rId64"/>
    <p:sldId id="1660" r:id="rId65"/>
    <p:sldId id="1661" r:id="rId66"/>
    <p:sldId id="1705" r:id="rId67"/>
    <p:sldId id="1706" r:id="rId68"/>
    <p:sldId id="1707" r:id="rId69"/>
    <p:sldId id="1708" r:id="rId70"/>
    <p:sldId id="1709" r:id="rId71"/>
    <p:sldId id="1683" r:id="rId72"/>
    <p:sldId id="1551" r:id="rId73"/>
    <p:sldId id="391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C05188-73BB-4C84-B082-9D0976844048}" v="60" dt="2025-11-20T14:22:35.954"/>
    <p1510:client id="{6E2DC943-BE50-4285-9794-C36B858D0EA5}" v="29" dt="2025-11-20T18:12:29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325" autoAdjust="0"/>
  </p:normalViewPr>
  <p:slideViewPr>
    <p:cSldViewPr snapToGrid="0">
      <p:cViewPr varScale="1">
        <p:scale>
          <a:sx n="108" d="100"/>
          <a:sy n="108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EDB5FD90-1BFF-4AEF-BAAE-76D7B38836FE}"/>
    <pc:docChg chg="undo custSel addSld delSld modSld">
      <pc:chgData name="Sanmukh Kuppannagari" userId="ad215094-da36-4b66-9c79-369a17aea26b" providerId="ADAL" clId="{EDB5FD90-1BFF-4AEF-BAAE-76D7B38836FE}" dt="2024-10-29T13:57:50.004" v="3939" actId="20577"/>
      <pc:docMkLst>
        <pc:docMk/>
      </pc:docMkLst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513480161" sldId="380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493727002" sldId="381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987569806" sldId="382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314141646" sldId="383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4166039725" sldId="384"/>
        </pc:sldMkLst>
      </pc:sldChg>
      <pc:sldChg chg="modSp mod">
        <pc:chgData name="Sanmukh Kuppannagari" userId="ad215094-da36-4b66-9c79-369a17aea26b" providerId="ADAL" clId="{EDB5FD90-1BFF-4AEF-BAAE-76D7B38836FE}" dt="2024-10-29T13:33:03.457" v="3615" actId="2057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501429446" sldId="386"/>
        </pc:sldMkLst>
      </pc:sldChg>
      <pc:sldChg chg="del">
        <pc:chgData name="Sanmukh Kuppannagari" userId="ad215094-da36-4b66-9c79-369a17aea26b" providerId="ADAL" clId="{EDB5FD90-1BFF-4AEF-BAAE-76D7B38836FE}" dt="2024-10-29T00:51:21.307" v="26" actId="47"/>
        <pc:sldMkLst>
          <pc:docMk/>
          <pc:sldMk cId="839902624" sldId="39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69510508" sldId="39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810649952" sldId="39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61232548" sldId="39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086022481" sldId="399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635767275" sldId="40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201861459" sldId="401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673632280" sldId="40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29842550" sldId="40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73111426" sldId="40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384020216" sldId="40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893908978" sldId="40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967707079" sldId="407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134846611" sldId="408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105409593" sldId="409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441650656" sldId="41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966939341" sldId="411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630215837" sldId="41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593562061" sldId="41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279492699" sldId="41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180999186" sldId="41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80168295" sldId="41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306970955" sldId="417"/>
        </pc:sldMkLst>
      </pc:sldChg>
      <pc:sldChg chg="modSp mod">
        <pc:chgData name="Sanmukh Kuppannagari" userId="ad215094-da36-4b66-9c79-369a17aea26b" providerId="ADAL" clId="{EDB5FD90-1BFF-4AEF-BAAE-76D7B38836FE}" dt="2024-10-29T00:52:13.297" v="28" actId="113"/>
        <pc:sldMkLst>
          <pc:docMk/>
          <pc:sldMk cId="645276164" sldId="418"/>
        </pc:sldMkLst>
      </pc:sldChg>
      <pc:sldChg chg="addSp delSp modSp add mod">
        <pc:chgData name="Sanmukh Kuppannagari" userId="ad215094-da36-4b66-9c79-369a17aea26b" providerId="ADAL" clId="{EDB5FD90-1BFF-4AEF-BAAE-76D7B38836FE}" dt="2024-10-29T12:55:49.521" v="1249" actId="21"/>
        <pc:sldMkLst>
          <pc:docMk/>
          <pc:sldMk cId="724930187" sldId="421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159658705" sldId="423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629983926" sldId="424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172973371" sldId="425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753733990" sldId="426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1151445815" sldId="427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601899917" sldId="428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944291425" sldId="429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2836978265" sldId="430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311539244" sldId="431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3078570096" sldId="432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3576002580" sldId="433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1763207235" sldId="434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1990935921" sldId="435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2940354538" sldId="436"/>
        </pc:sldMkLst>
      </pc:sldChg>
      <pc:sldChg chg="add">
        <pc:chgData name="Sanmukh Kuppannagari" userId="ad215094-da36-4b66-9c79-369a17aea26b" providerId="ADAL" clId="{EDB5FD90-1BFF-4AEF-BAAE-76D7B38836FE}" dt="2024-10-29T13:16:05.901" v="2622"/>
        <pc:sldMkLst>
          <pc:docMk/>
          <pc:sldMk cId="3976867335" sldId="437"/>
        </pc:sldMkLst>
      </pc:sldChg>
      <pc:sldChg chg="add">
        <pc:chgData name="Sanmukh Kuppannagari" userId="ad215094-da36-4b66-9c79-369a17aea26b" providerId="ADAL" clId="{EDB5FD90-1BFF-4AEF-BAAE-76D7B38836FE}" dt="2024-10-29T13:16:05.901" v="2622"/>
        <pc:sldMkLst>
          <pc:docMk/>
          <pc:sldMk cId="1011520680" sldId="438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1893186507" sldId="439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406261468" sldId="440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2323582431" sldId="441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1565966128" sldId="442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2632519047" sldId="443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554119236" sldId="444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073254755" sldId="445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609819789" sldId="446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1271664296" sldId="447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2100843867" sldId="448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655613574" sldId="449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720382076" sldId="450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4039188923" sldId="451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645858176" sldId="452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454390023" sldId="453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974613922" sldId="454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856037237" sldId="456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924068536" sldId="1431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015219598" sldId="1433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052288365" sldId="1435"/>
        </pc:sldMkLst>
      </pc:sldChg>
      <pc:sldChg chg="modSp mod">
        <pc:chgData name="Sanmukh Kuppannagari" userId="ad215094-da36-4b66-9c79-369a17aea26b" providerId="ADAL" clId="{EDB5FD90-1BFF-4AEF-BAAE-76D7B38836FE}" dt="2024-10-29T13:32:24.710" v="3579" actId="20577"/>
        <pc:sldMkLst>
          <pc:docMk/>
          <pc:sldMk cId="1297240811" sldId="1551"/>
        </pc:sldMkLst>
      </pc:sldChg>
      <pc:sldChg chg="modSp">
        <pc:chgData name="Sanmukh Kuppannagari" userId="ad215094-da36-4b66-9c79-369a17aea26b" providerId="ADAL" clId="{EDB5FD90-1BFF-4AEF-BAAE-76D7B38836FE}" dt="2024-10-29T13:33:26.532" v="3616" actId="20577"/>
        <pc:sldMkLst>
          <pc:docMk/>
          <pc:sldMk cId="3518660825" sldId="155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668494294" sldId="155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501767924" sldId="155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362731012" sldId="155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090303317" sldId="155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429093343" sldId="1557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00322744" sldId="1558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084123303" sldId="1559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891138365" sldId="156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35200732" sldId="1561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84633821" sldId="156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469590337" sldId="156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77277082" sldId="156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326569452" sldId="156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520463495" sldId="156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96759949" sldId="1567"/>
        </pc:sldMkLst>
      </pc:sldChg>
      <pc:sldChg chg="modSp mod">
        <pc:chgData name="Sanmukh Kuppannagari" userId="ad215094-da36-4b66-9c79-369a17aea26b" providerId="ADAL" clId="{EDB5FD90-1BFF-4AEF-BAAE-76D7B38836FE}" dt="2024-10-29T13:38:50.168" v="3652" actId="20577"/>
        <pc:sldMkLst>
          <pc:docMk/>
          <pc:sldMk cId="3183358524" sldId="1568"/>
        </pc:sldMkLst>
      </pc:sldChg>
      <pc:sldChg chg="addSp delSp modSp new mod">
        <pc:chgData name="Sanmukh Kuppannagari" userId="ad215094-da36-4b66-9c79-369a17aea26b" providerId="ADAL" clId="{EDB5FD90-1BFF-4AEF-BAAE-76D7B38836FE}" dt="2024-10-29T00:58:55.319" v="295" actId="1076"/>
        <pc:sldMkLst>
          <pc:docMk/>
          <pc:sldMk cId="1310001645" sldId="1569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292789048" sldId="1569"/>
        </pc:sldMkLst>
      </pc:sldChg>
      <pc:sldChg chg="modSp new mod">
        <pc:chgData name="Sanmukh Kuppannagari" userId="ad215094-da36-4b66-9c79-369a17aea26b" providerId="ADAL" clId="{EDB5FD90-1BFF-4AEF-BAAE-76D7B38836FE}" dt="2024-10-29T01:04:05.646" v="525" actId="20577"/>
        <pc:sldMkLst>
          <pc:docMk/>
          <pc:sldMk cId="3018800808" sldId="1570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123235236" sldId="157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645698628" sldId="1571"/>
        </pc:sldMkLst>
      </pc:sldChg>
      <pc:sldChg chg="add del">
        <pc:chgData name="Sanmukh Kuppannagari" userId="ad215094-da36-4b66-9c79-369a17aea26b" providerId="ADAL" clId="{EDB5FD90-1BFF-4AEF-BAAE-76D7B38836FE}" dt="2024-10-29T13:11:37.149" v="2236" actId="47"/>
        <pc:sldMkLst>
          <pc:docMk/>
          <pc:sldMk cId="3980222076" sldId="1571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878988337" sldId="1572"/>
        </pc:sldMkLst>
      </pc:sldChg>
      <pc:sldChg chg="addSp delSp modSp new mod">
        <pc:chgData name="Sanmukh Kuppannagari" userId="ad215094-da36-4b66-9c79-369a17aea26b" providerId="ADAL" clId="{EDB5FD90-1BFF-4AEF-BAAE-76D7B38836FE}" dt="2024-10-29T12:56:28.002" v="1260"/>
        <pc:sldMkLst>
          <pc:docMk/>
          <pc:sldMk cId="2492548520" sldId="1572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23768210" sldId="1573"/>
        </pc:sldMkLst>
      </pc:sldChg>
      <pc:sldChg chg="addSp delSp modSp new mod">
        <pc:chgData name="Sanmukh Kuppannagari" userId="ad215094-da36-4b66-9c79-369a17aea26b" providerId="ADAL" clId="{EDB5FD90-1BFF-4AEF-BAAE-76D7B38836FE}" dt="2024-10-29T12:56:26.093" v="1259"/>
        <pc:sldMkLst>
          <pc:docMk/>
          <pc:sldMk cId="3044227913" sldId="1573"/>
        </pc:sldMkLst>
      </pc:sldChg>
      <pc:sldChg chg="addSp modSp add mod">
        <pc:chgData name="Sanmukh Kuppannagari" userId="ad215094-da36-4b66-9c79-369a17aea26b" providerId="ADAL" clId="{EDB5FD90-1BFF-4AEF-BAAE-76D7B38836FE}" dt="2024-10-29T12:56:24.046" v="1258"/>
        <pc:sldMkLst>
          <pc:docMk/>
          <pc:sldMk cId="912820729" sldId="1574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278008166" sldId="1574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171121697" sldId="1575"/>
        </pc:sldMkLst>
      </pc:sldChg>
      <pc:sldChg chg="addSp modSp add mod">
        <pc:chgData name="Sanmukh Kuppannagari" userId="ad215094-da36-4b66-9c79-369a17aea26b" providerId="ADAL" clId="{EDB5FD90-1BFF-4AEF-BAAE-76D7B38836FE}" dt="2024-10-29T12:56:09.144" v="1255"/>
        <pc:sldMkLst>
          <pc:docMk/>
          <pc:sldMk cId="2887999413" sldId="1575"/>
        </pc:sldMkLst>
      </pc:sldChg>
      <pc:sldChg chg="addSp delSp modSp add mod">
        <pc:chgData name="Sanmukh Kuppannagari" userId="ad215094-da36-4b66-9c79-369a17aea26b" providerId="ADAL" clId="{EDB5FD90-1BFF-4AEF-BAAE-76D7B38836FE}" dt="2024-10-29T13:02:28.925" v="1484" actId="1076"/>
        <pc:sldMkLst>
          <pc:docMk/>
          <pc:sldMk cId="4161213131" sldId="1576"/>
        </pc:sldMkLst>
      </pc:sldChg>
      <pc:sldChg chg="addSp delSp modSp add mod">
        <pc:chgData name="Sanmukh Kuppannagari" userId="ad215094-da36-4b66-9c79-369a17aea26b" providerId="ADAL" clId="{EDB5FD90-1BFF-4AEF-BAAE-76D7B38836FE}" dt="2024-10-29T13:02:58.846" v="1512" actId="1076"/>
        <pc:sldMkLst>
          <pc:docMk/>
          <pc:sldMk cId="212075645" sldId="1577"/>
        </pc:sldMkLst>
      </pc:sldChg>
      <pc:sldChg chg="addSp delSp modSp new mod">
        <pc:chgData name="Sanmukh Kuppannagari" userId="ad215094-da36-4b66-9c79-369a17aea26b" providerId="ADAL" clId="{EDB5FD90-1BFF-4AEF-BAAE-76D7B38836FE}" dt="2024-10-29T13:04:19.962" v="1520" actId="1076"/>
        <pc:sldMkLst>
          <pc:docMk/>
          <pc:sldMk cId="897900727" sldId="1578"/>
        </pc:sldMkLst>
      </pc:sldChg>
      <pc:sldChg chg="modSp new mod">
        <pc:chgData name="Sanmukh Kuppannagari" userId="ad215094-da36-4b66-9c79-369a17aea26b" providerId="ADAL" clId="{EDB5FD90-1BFF-4AEF-BAAE-76D7B38836FE}" dt="2024-10-29T13:09:40.118" v="1959" actId="20577"/>
        <pc:sldMkLst>
          <pc:docMk/>
          <pc:sldMk cId="3366667923" sldId="1579"/>
        </pc:sldMkLst>
      </pc:sldChg>
      <pc:sldChg chg="modSp new mod">
        <pc:chgData name="Sanmukh Kuppannagari" userId="ad215094-da36-4b66-9c79-369a17aea26b" providerId="ADAL" clId="{EDB5FD90-1BFF-4AEF-BAAE-76D7B38836FE}" dt="2024-10-29T13:10:21.229" v="2156" actId="20577"/>
        <pc:sldMkLst>
          <pc:docMk/>
          <pc:sldMk cId="2418387073" sldId="1580"/>
        </pc:sldMkLst>
      </pc:sldChg>
      <pc:sldChg chg="modSp add mod">
        <pc:chgData name="Sanmukh Kuppannagari" userId="ad215094-da36-4b66-9c79-369a17aea26b" providerId="ADAL" clId="{EDB5FD90-1BFF-4AEF-BAAE-76D7B38836FE}" dt="2024-10-29T13:11:44.804" v="2237" actId="207"/>
        <pc:sldMkLst>
          <pc:docMk/>
          <pc:sldMk cId="687000461" sldId="1581"/>
        </pc:sldMkLst>
      </pc:sldChg>
      <pc:sldChg chg="modSp add mod">
        <pc:chgData name="Sanmukh Kuppannagari" userId="ad215094-da36-4b66-9c79-369a17aea26b" providerId="ADAL" clId="{EDB5FD90-1BFF-4AEF-BAAE-76D7B38836FE}" dt="2024-10-29T13:38:42.855" v="3640" actId="20577"/>
        <pc:sldMkLst>
          <pc:docMk/>
          <pc:sldMk cId="838156000" sldId="1582"/>
        </pc:sldMkLst>
      </pc:sldChg>
      <pc:sldChg chg="modSp new mod">
        <pc:chgData name="Sanmukh Kuppannagari" userId="ad215094-da36-4b66-9c79-369a17aea26b" providerId="ADAL" clId="{EDB5FD90-1BFF-4AEF-BAAE-76D7B38836FE}" dt="2024-10-29T13:13:41.129" v="2619" actId="20577"/>
        <pc:sldMkLst>
          <pc:docMk/>
          <pc:sldMk cId="967358820" sldId="1583"/>
        </pc:sldMkLst>
      </pc:sldChg>
      <pc:sldChg chg="modSp add mod">
        <pc:chgData name="Sanmukh Kuppannagari" userId="ad215094-da36-4b66-9c79-369a17aea26b" providerId="ADAL" clId="{EDB5FD90-1BFF-4AEF-BAAE-76D7B38836FE}" dt="2024-10-29T13:38:30.556" v="3628" actId="20577"/>
        <pc:sldMkLst>
          <pc:docMk/>
          <pc:sldMk cId="514611781" sldId="1584"/>
        </pc:sldMkLst>
      </pc:sldChg>
      <pc:sldChg chg="addSp modSp new mod">
        <pc:chgData name="Sanmukh Kuppannagari" userId="ad215094-da36-4b66-9c79-369a17aea26b" providerId="ADAL" clId="{EDB5FD90-1BFF-4AEF-BAAE-76D7B38836FE}" dt="2024-10-29T13:26:14.941" v="2877" actId="20577"/>
        <pc:sldMkLst>
          <pc:docMk/>
          <pc:sldMk cId="1104593775" sldId="1585"/>
        </pc:sldMkLst>
      </pc:sldChg>
      <pc:sldChg chg="addSp modSp new mod">
        <pc:chgData name="Sanmukh Kuppannagari" userId="ad215094-da36-4b66-9c79-369a17aea26b" providerId="ADAL" clId="{EDB5FD90-1BFF-4AEF-BAAE-76D7B38836FE}" dt="2024-10-29T13:29:12.697" v="3164" actId="20577"/>
        <pc:sldMkLst>
          <pc:docMk/>
          <pc:sldMk cId="1949565610" sldId="1586"/>
        </pc:sldMkLst>
      </pc:sldChg>
      <pc:sldChg chg="addSp delSp modSp new mod">
        <pc:chgData name="Sanmukh Kuppannagari" userId="ad215094-da36-4b66-9c79-369a17aea26b" providerId="ADAL" clId="{EDB5FD90-1BFF-4AEF-BAAE-76D7B38836FE}" dt="2024-10-29T13:30:45.588" v="3243" actId="27636"/>
        <pc:sldMkLst>
          <pc:docMk/>
          <pc:sldMk cId="1737341798" sldId="1587"/>
        </pc:sldMkLst>
      </pc:sldChg>
      <pc:sldChg chg="modSp new mod">
        <pc:chgData name="Sanmukh Kuppannagari" userId="ad215094-da36-4b66-9c79-369a17aea26b" providerId="ADAL" clId="{EDB5FD90-1BFF-4AEF-BAAE-76D7B38836FE}" dt="2024-10-29T13:32:02.103" v="3539" actId="20577"/>
        <pc:sldMkLst>
          <pc:docMk/>
          <pc:sldMk cId="1322974604" sldId="1588"/>
        </pc:sldMkLst>
      </pc:sldChg>
      <pc:sldChg chg="modSp new mod">
        <pc:chgData name="Sanmukh Kuppannagari" userId="ad215094-da36-4b66-9c79-369a17aea26b" providerId="ADAL" clId="{EDB5FD90-1BFF-4AEF-BAAE-76D7B38836FE}" dt="2024-10-29T13:42:31.336" v="3741" actId="20577"/>
        <pc:sldMkLst>
          <pc:docMk/>
          <pc:sldMk cId="2447559563" sldId="1589"/>
        </pc:sldMkLst>
      </pc:sldChg>
      <pc:sldChg chg="modSp add mod">
        <pc:chgData name="Sanmukh Kuppannagari" userId="ad215094-da36-4b66-9c79-369a17aea26b" providerId="ADAL" clId="{EDB5FD90-1BFF-4AEF-BAAE-76D7B38836FE}" dt="2024-10-29T13:48:39.351" v="3775" actId="27636"/>
        <pc:sldMkLst>
          <pc:docMk/>
          <pc:sldMk cId="1942984142" sldId="1590"/>
        </pc:sldMkLst>
      </pc:sldChg>
      <pc:sldChg chg="modSp add mod">
        <pc:chgData name="Sanmukh Kuppannagari" userId="ad215094-da36-4b66-9c79-369a17aea26b" providerId="ADAL" clId="{EDB5FD90-1BFF-4AEF-BAAE-76D7B38836FE}" dt="2024-10-29T13:53:32.956" v="3843" actId="255"/>
        <pc:sldMkLst>
          <pc:docMk/>
          <pc:sldMk cId="562871704" sldId="1591"/>
        </pc:sldMkLst>
      </pc:sldChg>
      <pc:sldChg chg="modSp add mod">
        <pc:chgData name="Sanmukh Kuppannagari" userId="ad215094-da36-4b66-9c79-369a17aea26b" providerId="ADAL" clId="{EDB5FD90-1BFF-4AEF-BAAE-76D7B38836FE}" dt="2024-10-29T13:55:53.978" v="3894" actId="27636"/>
        <pc:sldMkLst>
          <pc:docMk/>
          <pc:sldMk cId="127211946" sldId="1592"/>
        </pc:sldMkLst>
      </pc:sldChg>
      <pc:sldChg chg="modSp new mod">
        <pc:chgData name="Sanmukh Kuppannagari" userId="ad215094-da36-4b66-9c79-369a17aea26b" providerId="ADAL" clId="{EDB5FD90-1BFF-4AEF-BAAE-76D7B38836FE}" dt="2024-10-29T13:57:50.004" v="3939" actId="20577"/>
        <pc:sldMkLst>
          <pc:docMk/>
          <pc:sldMk cId="2765769096" sldId="1593"/>
        </pc:sldMkLst>
      </pc:sldChg>
    </pc:docChg>
  </pc:docChgLst>
  <pc:docChgLst>
    <pc:chgData name="Sanmukh Kuppannagari" userId="ad215094-da36-4b66-9c79-369a17aea26b" providerId="ADAL" clId="{0914D3A7-DA6D-44BA-97C0-A941EAF360CF}"/>
    <pc:docChg chg="undo custSel addSld delSld modSld sldOrd">
      <pc:chgData name="Sanmukh Kuppannagari" userId="ad215094-da36-4b66-9c79-369a17aea26b" providerId="ADAL" clId="{0914D3A7-DA6D-44BA-97C0-A941EAF360CF}" dt="2024-11-14T19:30:42.460" v="5550" actId="20577"/>
      <pc:docMkLst>
        <pc:docMk/>
      </pc:docMkLst>
      <pc:sldChg chg="modSp mod">
        <pc:chgData name="Sanmukh Kuppannagari" userId="ad215094-da36-4b66-9c79-369a17aea26b" providerId="ADAL" clId="{0914D3A7-DA6D-44BA-97C0-A941EAF360CF}" dt="2024-11-14T13:56:56.019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533229006" sldId="268"/>
        </pc:sldMkLst>
      </pc:sldChg>
      <pc:sldChg chg="modSp mod ord">
        <pc:chgData name="Sanmukh Kuppannagari" userId="ad215094-da36-4b66-9c79-369a17aea26b" providerId="ADAL" clId="{0914D3A7-DA6D-44BA-97C0-A941EAF360CF}" dt="2024-11-14T14:02:06.738" v="271" actId="20577"/>
        <pc:sldMkLst>
          <pc:docMk/>
          <pc:sldMk cId="419610907" sldId="26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792377922" sldId="270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680120527" sldId="27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528188491" sldId="29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503363967" sldId="307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467572805" sldId="319"/>
        </pc:sldMkLst>
      </pc:sldChg>
      <pc:sldChg chg="modSp mod">
        <pc:chgData name="Sanmukh Kuppannagari" userId="ad215094-da36-4b66-9c79-369a17aea26b" providerId="ADAL" clId="{0914D3A7-DA6D-44BA-97C0-A941EAF360CF}" dt="2024-11-14T13:57:25.156" v="122" actId="20577"/>
        <pc:sldMkLst>
          <pc:docMk/>
          <pc:sldMk cId="3557461879" sldId="374"/>
        </pc:sldMkLst>
      </pc:sldChg>
      <pc:sldChg chg="del">
        <pc:chgData name="Sanmukh Kuppannagari" userId="ad215094-da36-4b66-9c79-369a17aea26b" providerId="ADAL" clId="{0914D3A7-DA6D-44BA-97C0-A941EAF360CF}" dt="2024-11-14T13:58:55.325" v="260" actId="47"/>
        <pc:sldMkLst>
          <pc:docMk/>
          <pc:sldMk cId="3518218886" sldId="38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765535228" sldId="393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451194251" sldId="394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49010110" sldId="395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366561092" sldId="39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203941809" sldId="397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888183405" sldId="398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759027184" sldId="39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399745747" sldId="400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781257025" sldId="402"/>
        </pc:sldMkLst>
      </pc:sldChg>
      <pc:sldChg chg="modSp mod">
        <pc:chgData name="Sanmukh Kuppannagari" userId="ad215094-da36-4b66-9c79-369a17aea26b" providerId="ADAL" clId="{0914D3A7-DA6D-44BA-97C0-A941EAF360CF}" dt="2024-11-14T14:09:33.392" v="370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0914D3A7-DA6D-44BA-97C0-A941EAF360CF}" dt="2024-11-14T16:50:45.575" v="4117" actId="2057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470486560" sldId="156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74582656" sldId="1570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896380269" sldId="157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951137548" sldId="1572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230120584" sldId="1573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314602696" sldId="1574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064485244" sldId="1575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376933412" sldId="157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674356991" sldId="1577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990319068" sldId="1578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968236297" sldId="157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753347635" sldId="1580"/>
        </pc:sldMkLst>
      </pc:sldChg>
      <pc:sldChg chg="ord">
        <pc:chgData name="Sanmukh Kuppannagari" userId="ad215094-da36-4b66-9c79-369a17aea26b" providerId="ADAL" clId="{0914D3A7-DA6D-44BA-97C0-A941EAF360CF}" dt="2024-11-14T13:59:27.272" v="262"/>
        <pc:sldMkLst>
          <pc:docMk/>
          <pc:sldMk cId="3584237781" sldId="158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4258452458" sldId="1582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757350365" sldId="1583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493925970" sldId="1584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987105228" sldId="1585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153630353" sldId="158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823089004" sldId="1587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868054796" sldId="1588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099178132" sldId="158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460381202" sldId="159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317587595" sldId="1592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219640330" sldId="1593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815170906" sldId="1594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871963494" sldId="1595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362236973" sldId="1596"/>
        </pc:sldMkLst>
      </pc:sldChg>
      <pc:sldChg chg="modSp add mod">
        <pc:chgData name="Sanmukh Kuppannagari" userId="ad215094-da36-4b66-9c79-369a17aea26b" providerId="ADAL" clId="{0914D3A7-DA6D-44BA-97C0-A941EAF360CF}" dt="2024-11-14T16:50:41.492" v="4116" actId="20577"/>
        <pc:sldMkLst>
          <pc:docMk/>
          <pc:sldMk cId="1192058284" sldId="1597"/>
        </pc:sldMkLst>
      </pc:sldChg>
      <pc:sldChg chg="modSp add mod">
        <pc:chgData name="Sanmukh Kuppannagari" userId="ad215094-da36-4b66-9c79-369a17aea26b" providerId="ADAL" clId="{0914D3A7-DA6D-44BA-97C0-A941EAF360CF}" dt="2024-11-14T14:02:13.516" v="275" actId="20577"/>
        <pc:sldMkLst>
          <pc:docMk/>
          <pc:sldMk cId="12375495" sldId="1598"/>
        </pc:sldMkLst>
      </pc:sldChg>
      <pc:sldChg chg="modSp add mod">
        <pc:chgData name="Sanmukh Kuppannagari" userId="ad215094-da36-4b66-9c79-369a17aea26b" providerId="ADAL" clId="{0914D3A7-DA6D-44BA-97C0-A941EAF360CF}" dt="2024-11-14T14:02:19.621" v="279" actId="20577"/>
        <pc:sldMkLst>
          <pc:docMk/>
          <pc:sldMk cId="1090682070" sldId="1599"/>
        </pc:sldMkLst>
      </pc:sldChg>
      <pc:sldChg chg="modSp add mod">
        <pc:chgData name="Sanmukh Kuppannagari" userId="ad215094-da36-4b66-9c79-369a17aea26b" providerId="ADAL" clId="{0914D3A7-DA6D-44BA-97C0-A941EAF360CF}" dt="2024-11-14T14:02:24.092" v="283" actId="20577"/>
        <pc:sldMkLst>
          <pc:docMk/>
          <pc:sldMk cId="475039163" sldId="1600"/>
        </pc:sldMkLst>
      </pc:sldChg>
      <pc:sldChg chg="modSp add mod">
        <pc:chgData name="Sanmukh Kuppannagari" userId="ad215094-da36-4b66-9c79-369a17aea26b" providerId="ADAL" clId="{0914D3A7-DA6D-44BA-97C0-A941EAF360CF}" dt="2024-11-14T19:28:04.294" v="5445" actId="6549"/>
        <pc:sldMkLst>
          <pc:docMk/>
          <pc:sldMk cId="2785231721" sldId="1601"/>
        </pc:sldMkLst>
      </pc:sldChg>
      <pc:sldChg chg="modSp add mod">
        <pc:chgData name="Sanmukh Kuppannagari" userId="ad215094-da36-4b66-9c79-369a17aea26b" providerId="ADAL" clId="{0914D3A7-DA6D-44BA-97C0-A941EAF360CF}" dt="2024-11-14T14:02:32.981" v="291" actId="20577"/>
        <pc:sldMkLst>
          <pc:docMk/>
          <pc:sldMk cId="3192913568" sldId="1602"/>
        </pc:sldMkLst>
      </pc:sldChg>
      <pc:sldChg chg="add">
        <pc:chgData name="Sanmukh Kuppannagari" userId="ad215094-da36-4b66-9c79-369a17aea26b" providerId="ADAL" clId="{0914D3A7-DA6D-44BA-97C0-A941EAF360CF}" dt="2024-11-14T14:01:39.739" v="266"/>
        <pc:sldMkLst>
          <pc:docMk/>
          <pc:sldMk cId="3804253948" sldId="1603"/>
        </pc:sldMkLst>
      </pc:sldChg>
      <pc:sldChg chg="add">
        <pc:chgData name="Sanmukh Kuppannagari" userId="ad215094-da36-4b66-9c79-369a17aea26b" providerId="ADAL" clId="{0914D3A7-DA6D-44BA-97C0-A941EAF360CF}" dt="2024-11-14T14:01:39.739" v="266"/>
        <pc:sldMkLst>
          <pc:docMk/>
          <pc:sldMk cId="421394120" sldId="1604"/>
        </pc:sldMkLst>
      </pc:sldChg>
      <pc:sldChg chg="add">
        <pc:chgData name="Sanmukh Kuppannagari" userId="ad215094-da36-4b66-9c79-369a17aea26b" providerId="ADAL" clId="{0914D3A7-DA6D-44BA-97C0-A941EAF360CF}" dt="2024-11-14T14:01:39.739" v="266"/>
        <pc:sldMkLst>
          <pc:docMk/>
          <pc:sldMk cId="3643544049" sldId="1605"/>
        </pc:sldMkLst>
      </pc:sldChg>
      <pc:sldChg chg="modSp add mod">
        <pc:chgData name="Sanmukh Kuppannagari" userId="ad215094-da36-4b66-9c79-369a17aea26b" providerId="ADAL" clId="{0914D3A7-DA6D-44BA-97C0-A941EAF360CF}" dt="2024-11-14T16:50:33.340" v="4115" actId="20577"/>
        <pc:sldMkLst>
          <pc:docMk/>
          <pc:sldMk cId="3120214722" sldId="1606"/>
        </pc:sldMkLst>
      </pc:sldChg>
      <pc:sldChg chg="modSp add del mod">
        <pc:chgData name="Sanmukh Kuppannagari" userId="ad215094-da36-4b66-9c79-369a17aea26b" providerId="ADAL" clId="{0914D3A7-DA6D-44BA-97C0-A941EAF360CF}" dt="2024-11-14T16:50:26.362" v="4114" actId="47"/>
        <pc:sldMkLst>
          <pc:docMk/>
          <pc:sldMk cId="1055887851" sldId="1607"/>
        </pc:sldMkLst>
      </pc:sldChg>
      <pc:sldChg chg="modSp new mod">
        <pc:chgData name="Sanmukh Kuppannagari" userId="ad215094-da36-4b66-9c79-369a17aea26b" providerId="ADAL" clId="{0914D3A7-DA6D-44BA-97C0-A941EAF360CF}" dt="2024-11-14T15:18:17.992" v="672" actId="20577"/>
        <pc:sldMkLst>
          <pc:docMk/>
          <pc:sldMk cId="3461917726" sldId="1608"/>
        </pc:sldMkLst>
      </pc:sldChg>
      <pc:sldChg chg="modSp new mod">
        <pc:chgData name="Sanmukh Kuppannagari" userId="ad215094-da36-4b66-9c79-369a17aea26b" providerId="ADAL" clId="{0914D3A7-DA6D-44BA-97C0-A941EAF360CF}" dt="2024-11-14T19:30:42.460" v="5550" actId="20577"/>
        <pc:sldMkLst>
          <pc:docMk/>
          <pc:sldMk cId="1379342573" sldId="1609"/>
        </pc:sldMkLst>
      </pc:sldChg>
      <pc:sldChg chg="addSp modSp new mod modNotesTx">
        <pc:chgData name="Sanmukh Kuppannagari" userId="ad215094-da36-4b66-9c79-369a17aea26b" providerId="ADAL" clId="{0914D3A7-DA6D-44BA-97C0-A941EAF360CF}" dt="2024-11-14T15:24:38.942" v="1186"/>
        <pc:sldMkLst>
          <pc:docMk/>
          <pc:sldMk cId="3881179489" sldId="1610"/>
        </pc:sldMkLst>
      </pc:sldChg>
      <pc:sldChg chg="modSp new mod">
        <pc:chgData name="Sanmukh Kuppannagari" userId="ad215094-da36-4b66-9c79-369a17aea26b" providerId="ADAL" clId="{0914D3A7-DA6D-44BA-97C0-A941EAF360CF}" dt="2024-11-14T15:32:33.385" v="1647" actId="20577"/>
        <pc:sldMkLst>
          <pc:docMk/>
          <pc:sldMk cId="2951213884" sldId="1611"/>
        </pc:sldMkLst>
      </pc:sldChg>
      <pc:sldChg chg="modSp new mod">
        <pc:chgData name="Sanmukh Kuppannagari" userId="ad215094-da36-4b66-9c79-369a17aea26b" providerId="ADAL" clId="{0914D3A7-DA6D-44BA-97C0-A941EAF360CF}" dt="2024-11-14T15:35:00.961" v="1938" actId="20577"/>
        <pc:sldMkLst>
          <pc:docMk/>
          <pc:sldMk cId="3316601877" sldId="1612"/>
        </pc:sldMkLst>
      </pc:sldChg>
      <pc:sldChg chg="addSp delSp modSp new mod">
        <pc:chgData name="Sanmukh Kuppannagari" userId="ad215094-da36-4b66-9c79-369a17aea26b" providerId="ADAL" clId="{0914D3A7-DA6D-44BA-97C0-A941EAF360CF}" dt="2024-11-14T15:30:49.474" v="1586" actId="1076"/>
        <pc:sldMkLst>
          <pc:docMk/>
          <pc:sldMk cId="4122529482" sldId="1613"/>
        </pc:sldMkLst>
      </pc:sldChg>
      <pc:sldChg chg="modSp new mod">
        <pc:chgData name="Sanmukh Kuppannagari" userId="ad215094-da36-4b66-9c79-369a17aea26b" providerId="ADAL" clId="{0914D3A7-DA6D-44BA-97C0-A941EAF360CF}" dt="2024-11-14T15:34:22.172" v="1913" actId="20577"/>
        <pc:sldMkLst>
          <pc:docMk/>
          <pc:sldMk cId="3021666502" sldId="1614"/>
        </pc:sldMkLst>
      </pc:sldChg>
      <pc:sldChg chg="modSp new del mod">
        <pc:chgData name="Sanmukh Kuppannagari" userId="ad215094-da36-4b66-9c79-369a17aea26b" providerId="ADAL" clId="{0914D3A7-DA6D-44BA-97C0-A941EAF360CF}" dt="2024-11-14T15:40:56.549" v="1948" actId="47"/>
        <pc:sldMkLst>
          <pc:docMk/>
          <pc:sldMk cId="1363580739" sldId="1615"/>
        </pc:sldMkLst>
      </pc:sldChg>
      <pc:sldChg chg="addSp delSp modSp new mod">
        <pc:chgData name="Sanmukh Kuppannagari" userId="ad215094-da36-4b66-9c79-369a17aea26b" providerId="ADAL" clId="{0914D3A7-DA6D-44BA-97C0-A941EAF360CF}" dt="2024-11-14T15:38:15.546" v="1947"/>
        <pc:sldMkLst>
          <pc:docMk/>
          <pc:sldMk cId="3165523036" sldId="1616"/>
        </pc:sldMkLst>
      </pc:sldChg>
      <pc:sldChg chg="modSp new mod">
        <pc:chgData name="Sanmukh Kuppannagari" userId="ad215094-da36-4b66-9c79-369a17aea26b" providerId="ADAL" clId="{0914D3A7-DA6D-44BA-97C0-A941EAF360CF}" dt="2024-11-14T16:37:05.138" v="3091" actId="20577"/>
        <pc:sldMkLst>
          <pc:docMk/>
          <pc:sldMk cId="899982151" sldId="1617"/>
        </pc:sldMkLst>
      </pc:sldChg>
      <pc:sldChg chg="modSp new mod">
        <pc:chgData name="Sanmukh Kuppannagari" userId="ad215094-da36-4b66-9c79-369a17aea26b" providerId="ADAL" clId="{0914D3A7-DA6D-44BA-97C0-A941EAF360CF}" dt="2024-11-14T16:22:21.384" v="2415" actId="207"/>
        <pc:sldMkLst>
          <pc:docMk/>
          <pc:sldMk cId="2128413778" sldId="1618"/>
        </pc:sldMkLst>
      </pc:sldChg>
      <pc:sldChg chg="modSp add mod">
        <pc:chgData name="Sanmukh Kuppannagari" userId="ad215094-da36-4b66-9c79-369a17aea26b" providerId="ADAL" clId="{0914D3A7-DA6D-44BA-97C0-A941EAF360CF}" dt="2024-11-14T16:23:58.827" v="2482" actId="207"/>
        <pc:sldMkLst>
          <pc:docMk/>
          <pc:sldMk cId="4222402381" sldId="1619"/>
        </pc:sldMkLst>
      </pc:sldChg>
      <pc:sldChg chg="addSp delSp modSp new mod">
        <pc:chgData name="Sanmukh Kuppannagari" userId="ad215094-da36-4b66-9c79-369a17aea26b" providerId="ADAL" clId="{0914D3A7-DA6D-44BA-97C0-A941EAF360CF}" dt="2024-11-14T16:28:06.051" v="2583" actId="1076"/>
        <pc:sldMkLst>
          <pc:docMk/>
          <pc:sldMk cId="3309648639" sldId="1620"/>
        </pc:sldMkLst>
      </pc:sldChg>
      <pc:sldChg chg="addSp modSp add mod">
        <pc:chgData name="Sanmukh Kuppannagari" userId="ad215094-da36-4b66-9c79-369a17aea26b" providerId="ADAL" clId="{0914D3A7-DA6D-44BA-97C0-A941EAF360CF}" dt="2024-11-14T16:28:55.626" v="2596" actId="1076"/>
        <pc:sldMkLst>
          <pc:docMk/>
          <pc:sldMk cId="2942664746" sldId="1621"/>
        </pc:sldMkLst>
      </pc:sldChg>
      <pc:sldChg chg="delSp modSp add mod">
        <pc:chgData name="Sanmukh Kuppannagari" userId="ad215094-da36-4b66-9c79-369a17aea26b" providerId="ADAL" clId="{0914D3A7-DA6D-44BA-97C0-A941EAF360CF}" dt="2024-11-14T16:29:54.041" v="2636" actId="478"/>
        <pc:sldMkLst>
          <pc:docMk/>
          <pc:sldMk cId="647233045" sldId="1622"/>
        </pc:sldMkLst>
      </pc:sldChg>
      <pc:sldChg chg="addSp delSp modSp new mod">
        <pc:chgData name="Sanmukh Kuppannagari" userId="ad215094-da36-4b66-9c79-369a17aea26b" providerId="ADAL" clId="{0914D3A7-DA6D-44BA-97C0-A941EAF360CF}" dt="2024-11-14T16:30:54.999" v="2656" actId="14100"/>
        <pc:sldMkLst>
          <pc:docMk/>
          <pc:sldMk cId="283560415" sldId="1623"/>
        </pc:sldMkLst>
      </pc:sldChg>
      <pc:sldChg chg="modSp new mod">
        <pc:chgData name="Sanmukh Kuppannagari" userId="ad215094-da36-4b66-9c79-369a17aea26b" providerId="ADAL" clId="{0914D3A7-DA6D-44BA-97C0-A941EAF360CF}" dt="2024-11-14T16:32:13.042" v="2826" actId="20577"/>
        <pc:sldMkLst>
          <pc:docMk/>
          <pc:sldMk cId="2489684657" sldId="1624"/>
        </pc:sldMkLst>
      </pc:sldChg>
      <pc:sldChg chg="modSp add mod">
        <pc:chgData name="Sanmukh Kuppannagari" userId="ad215094-da36-4b66-9c79-369a17aea26b" providerId="ADAL" clId="{0914D3A7-DA6D-44BA-97C0-A941EAF360CF}" dt="2024-11-14T16:32:36.917" v="2835" actId="20577"/>
        <pc:sldMkLst>
          <pc:docMk/>
          <pc:sldMk cId="2891983392" sldId="1625"/>
        </pc:sldMkLst>
      </pc:sldChg>
      <pc:sldChg chg="modSp new mod">
        <pc:chgData name="Sanmukh Kuppannagari" userId="ad215094-da36-4b66-9c79-369a17aea26b" providerId="ADAL" clId="{0914D3A7-DA6D-44BA-97C0-A941EAF360CF}" dt="2024-11-14T16:37:50.834" v="3107" actId="20577"/>
        <pc:sldMkLst>
          <pc:docMk/>
          <pc:sldMk cId="3563996213" sldId="1626"/>
        </pc:sldMkLst>
      </pc:sldChg>
      <pc:sldChg chg="modSp new mod">
        <pc:chgData name="Sanmukh Kuppannagari" userId="ad215094-da36-4b66-9c79-369a17aea26b" providerId="ADAL" clId="{0914D3A7-DA6D-44BA-97C0-A941EAF360CF}" dt="2024-11-14T16:46:33.807" v="3670" actId="20577"/>
        <pc:sldMkLst>
          <pc:docMk/>
          <pc:sldMk cId="1427531694" sldId="1627"/>
        </pc:sldMkLst>
      </pc:sldChg>
      <pc:sldChg chg="modSp new mod">
        <pc:chgData name="Sanmukh Kuppannagari" userId="ad215094-da36-4b66-9c79-369a17aea26b" providerId="ADAL" clId="{0914D3A7-DA6D-44BA-97C0-A941EAF360CF}" dt="2024-11-14T19:27:10.377" v="5346" actId="6549"/>
        <pc:sldMkLst>
          <pc:docMk/>
          <pc:sldMk cId="693545577" sldId="1628"/>
        </pc:sldMkLst>
      </pc:sldChg>
      <pc:sldChg chg="addSp delSp modSp new mod">
        <pc:chgData name="Sanmukh Kuppannagari" userId="ad215094-da36-4b66-9c79-369a17aea26b" providerId="ADAL" clId="{0914D3A7-DA6D-44BA-97C0-A941EAF360CF}" dt="2024-11-14T18:11:39.046" v="4526" actId="478"/>
        <pc:sldMkLst>
          <pc:docMk/>
          <pc:sldMk cId="2417902813" sldId="1629"/>
        </pc:sldMkLst>
      </pc:sldChg>
      <pc:sldChg chg="addSp modSp add mod">
        <pc:chgData name="Sanmukh Kuppannagari" userId="ad215094-da36-4b66-9c79-369a17aea26b" providerId="ADAL" clId="{0914D3A7-DA6D-44BA-97C0-A941EAF360CF}" dt="2024-11-14T18:11:54.704" v="4529" actId="1582"/>
        <pc:sldMkLst>
          <pc:docMk/>
          <pc:sldMk cId="2276428753" sldId="1630"/>
        </pc:sldMkLst>
      </pc:sldChg>
      <pc:sldChg chg="addSp modSp add mod">
        <pc:chgData name="Sanmukh Kuppannagari" userId="ad215094-da36-4b66-9c79-369a17aea26b" providerId="ADAL" clId="{0914D3A7-DA6D-44BA-97C0-A941EAF360CF}" dt="2024-11-14T18:12:14.305" v="4535" actId="14100"/>
        <pc:sldMkLst>
          <pc:docMk/>
          <pc:sldMk cId="3837863208" sldId="1631"/>
        </pc:sldMkLst>
      </pc:sldChg>
      <pc:sldChg chg="addSp modSp add mod">
        <pc:chgData name="Sanmukh Kuppannagari" userId="ad215094-da36-4b66-9c79-369a17aea26b" providerId="ADAL" clId="{0914D3A7-DA6D-44BA-97C0-A941EAF360CF}" dt="2024-11-14T18:12:35.678" v="4543" actId="1076"/>
        <pc:sldMkLst>
          <pc:docMk/>
          <pc:sldMk cId="2449203635" sldId="1632"/>
        </pc:sldMkLst>
      </pc:sldChg>
      <pc:sldChg chg="addSp modSp new mod">
        <pc:chgData name="Sanmukh Kuppannagari" userId="ad215094-da36-4b66-9c79-369a17aea26b" providerId="ADAL" clId="{0914D3A7-DA6D-44BA-97C0-A941EAF360CF}" dt="2024-11-14T18:11:05.059" v="4524" actId="1076"/>
        <pc:sldMkLst>
          <pc:docMk/>
          <pc:sldMk cId="3709271481" sldId="1633"/>
        </pc:sldMkLst>
      </pc:sldChg>
      <pc:sldChg chg="addSp modSp add mod">
        <pc:chgData name="Sanmukh Kuppannagari" userId="ad215094-da36-4b66-9c79-369a17aea26b" providerId="ADAL" clId="{0914D3A7-DA6D-44BA-97C0-A941EAF360CF}" dt="2024-11-14T18:13:35.560" v="4576" actId="20577"/>
        <pc:sldMkLst>
          <pc:docMk/>
          <pc:sldMk cId="2340671491" sldId="1634"/>
        </pc:sldMkLst>
      </pc:sldChg>
      <pc:sldChg chg="addSp delSp modSp add mod">
        <pc:chgData name="Sanmukh Kuppannagari" userId="ad215094-da36-4b66-9c79-369a17aea26b" providerId="ADAL" clId="{0914D3A7-DA6D-44BA-97C0-A941EAF360CF}" dt="2024-11-14T18:15:15.396" v="4596" actId="20577"/>
        <pc:sldMkLst>
          <pc:docMk/>
          <pc:sldMk cId="2531528105" sldId="1635"/>
        </pc:sldMkLst>
      </pc:sldChg>
      <pc:sldChg chg="addSp delSp modSp add mod">
        <pc:chgData name="Sanmukh Kuppannagari" userId="ad215094-da36-4b66-9c79-369a17aea26b" providerId="ADAL" clId="{0914D3A7-DA6D-44BA-97C0-A941EAF360CF}" dt="2024-11-14T18:15:12.388" v="4595" actId="20577"/>
        <pc:sldMkLst>
          <pc:docMk/>
          <pc:sldMk cId="2048197156" sldId="1636"/>
        </pc:sldMkLst>
      </pc:sldChg>
      <pc:sldChg chg="modSp add mod">
        <pc:chgData name="Sanmukh Kuppannagari" userId="ad215094-da36-4b66-9c79-369a17aea26b" providerId="ADAL" clId="{0914D3A7-DA6D-44BA-97C0-A941EAF360CF}" dt="2024-11-14T18:15:09.516" v="4594" actId="20577"/>
        <pc:sldMkLst>
          <pc:docMk/>
          <pc:sldMk cId="1284896461" sldId="1637"/>
        </pc:sldMkLst>
      </pc:sldChg>
      <pc:sldChg chg="addSp delSp modSp new mod">
        <pc:chgData name="Sanmukh Kuppannagari" userId="ad215094-da36-4b66-9c79-369a17aea26b" providerId="ADAL" clId="{0914D3A7-DA6D-44BA-97C0-A941EAF360CF}" dt="2024-11-14T18:15:55.416" v="4624" actId="20577"/>
        <pc:sldMkLst>
          <pc:docMk/>
          <pc:sldMk cId="3534865378" sldId="1638"/>
        </pc:sldMkLst>
      </pc:sldChg>
      <pc:sldChg chg="addSp modSp add mod">
        <pc:chgData name="Sanmukh Kuppannagari" userId="ad215094-da36-4b66-9c79-369a17aea26b" providerId="ADAL" clId="{0914D3A7-DA6D-44BA-97C0-A941EAF360CF}" dt="2024-11-14T18:16:34.837" v="4642" actId="20577"/>
        <pc:sldMkLst>
          <pc:docMk/>
          <pc:sldMk cId="1202734532" sldId="1639"/>
        </pc:sldMkLst>
      </pc:sldChg>
      <pc:sldChg chg="addSp delSp modSp add mod">
        <pc:chgData name="Sanmukh Kuppannagari" userId="ad215094-da36-4b66-9c79-369a17aea26b" providerId="ADAL" clId="{0914D3A7-DA6D-44BA-97C0-A941EAF360CF}" dt="2024-11-14T18:28:20.669" v="4676" actId="207"/>
        <pc:sldMkLst>
          <pc:docMk/>
          <pc:sldMk cId="1763043479" sldId="1640"/>
        </pc:sldMkLst>
      </pc:sldChg>
      <pc:sldChg chg="addSp modSp add mod">
        <pc:chgData name="Sanmukh Kuppannagari" userId="ad215094-da36-4b66-9c79-369a17aea26b" providerId="ADAL" clId="{0914D3A7-DA6D-44BA-97C0-A941EAF360CF}" dt="2024-11-14T18:28:32.772" v="4677" actId="207"/>
        <pc:sldMkLst>
          <pc:docMk/>
          <pc:sldMk cId="435860006" sldId="1641"/>
        </pc:sldMkLst>
      </pc:sldChg>
      <pc:sldChg chg="delSp modSp add mod">
        <pc:chgData name="Sanmukh Kuppannagari" userId="ad215094-da36-4b66-9c79-369a17aea26b" providerId="ADAL" clId="{0914D3A7-DA6D-44BA-97C0-A941EAF360CF}" dt="2024-11-14T18:28:50.469" v="4682" actId="207"/>
        <pc:sldMkLst>
          <pc:docMk/>
          <pc:sldMk cId="3403037" sldId="1642"/>
        </pc:sldMkLst>
      </pc:sldChg>
      <pc:sldChg chg="addSp modSp add mod">
        <pc:chgData name="Sanmukh Kuppannagari" userId="ad215094-da36-4b66-9c79-369a17aea26b" providerId="ADAL" clId="{0914D3A7-DA6D-44BA-97C0-A941EAF360CF}" dt="2024-11-14T18:29:11.555" v="4687" actId="14100"/>
        <pc:sldMkLst>
          <pc:docMk/>
          <pc:sldMk cId="2495127272" sldId="1643"/>
        </pc:sldMkLst>
      </pc:sldChg>
      <pc:sldChg chg="delSp modSp add mod">
        <pc:chgData name="Sanmukh Kuppannagari" userId="ad215094-da36-4b66-9c79-369a17aea26b" providerId="ADAL" clId="{0914D3A7-DA6D-44BA-97C0-A941EAF360CF}" dt="2024-11-14T18:29:25.394" v="4691" actId="207"/>
        <pc:sldMkLst>
          <pc:docMk/>
          <pc:sldMk cId="3104868761" sldId="1644"/>
        </pc:sldMkLst>
      </pc:sldChg>
      <pc:sldChg chg="modSp new mod">
        <pc:chgData name="Sanmukh Kuppannagari" userId="ad215094-da36-4b66-9c79-369a17aea26b" providerId="ADAL" clId="{0914D3A7-DA6D-44BA-97C0-A941EAF360CF}" dt="2024-11-14T19:24:52.172" v="5119" actId="20577"/>
        <pc:sldMkLst>
          <pc:docMk/>
          <pc:sldMk cId="3256962250" sldId="1645"/>
        </pc:sldMkLst>
      </pc:sldChg>
      <pc:sldChg chg="modSp new mod">
        <pc:chgData name="Sanmukh Kuppannagari" userId="ad215094-da36-4b66-9c79-369a17aea26b" providerId="ADAL" clId="{0914D3A7-DA6D-44BA-97C0-A941EAF360CF}" dt="2024-11-14T19:27:37.014" v="5444" actId="20577"/>
        <pc:sldMkLst>
          <pc:docMk/>
          <pc:sldMk cId="1334941399" sldId="1646"/>
        </pc:sldMkLst>
      </pc:sldChg>
    </pc:docChg>
  </pc:docChgLst>
  <pc:docChgLst>
    <pc:chgData name="Sanmukh Kuppannagari" userId="ad215094-da36-4b66-9c79-369a17aea26b" providerId="ADAL" clId="{C5355D82-D5E0-4131-B258-EC764CF19DC6}"/>
    <pc:docChg chg="undo redo custSel addSld delSld modSld sldOrd">
      <pc:chgData name="Sanmukh Kuppannagari" userId="ad215094-da36-4b66-9c79-369a17aea26b" providerId="ADAL" clId="{C5355D82-D5E0-4131-B258-EC764CF19DC6}" dt="2024-11-05T14:17:38.530" v="6263" actId="1076"/>
      <pc:docMkLst>
        <pc:docMk/>
      </pc:docMkLst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41916898" sldId="45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601988511" sldId="46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481577837" sldId="46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187406926" sldId="46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659536501" sldId="47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515942174" sldId="47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020898153" sldId="479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95937722" sldId="48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928985008" sldId="482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617999572" sldId="48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110268650" sldId="48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120752997" sldId="48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949217274" sldId="486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750096599" sldId="48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902185754" sldId="48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048045561" sldId="489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844141991" sldId="49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00793038" sldId="491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4160602476" sldId="492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476368844" sldId="49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456626189" sldId="49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238860180" sldId="49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081575624" sldId="496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842476258" sldId="49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045889812" sldId="49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123372165" sldId="499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0919993" sldId="50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92526672" sldId="501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638767231" sldId="502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237676536" sldId="506"/>
        </pc:sldMkLst>
      </pc:sldChg>
      <pc:sldChg chg="addSp modSp add mod">
        <pc:chgData name="Sanmukh Kuppannagari" userId="ad215094-da36-4b66-9c79-369a17aea26b" providerId="ADAL" clId="{C5355D82-D5E0-4131-B258-EC764CF19DC6}" dt="2024-11-05T13:41:40.218" v="4643" actId="2057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C5355D82-D5E0-4131-B258-EC764CF19DC6}" dt="2024-11-05T04:02:33.288" v="3716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C5355D82-D5E0-4131-B258-EC764CF19DC6}" dt="2024-11-05T02:16:31.647" v="63" actId="20577"/>
        <pc:sldMkLst>
          <pc:docMk/>
          <pc:sldMk cId="3183358524" sldId="1568"/>
        </pc:sldMkLst>
      </pc:sldChg>
      <pc:sldChg chg="add">
        <pc:chgData name="Sanmukh Kuppannagari" userId="ad215094-da36-4b66-9c79-369a17aea26b" providerId="ADAL" clId="{C5355D82-D5E0-4131-B258-EC764CF19DC6}" dt="2024-11-05T02:22:38.841" v="339"/>
        <pc:sldMkLst>
          <pc:docMk/>
          <pc:sldMk cId="1310001645" sldId="1569"/>
        </pc:sldMkLst>
      </pc:sldChg>
      <pc:sldChg chg="modSp mod">
        <pc:chgData name="Sanmukh Kuppannagari" userId="ad215094-da36-4b66-9c79-369a17aea26b" providerId="ADAL" clId="{C5355D82-D5E0-4131-B258-EC764CF19DC6}" dt="2024-11-05T02:16:59.908" v="144" actId="20577"/>
        <pc:sldMkLst>
          <pc:docMk/>
          <pc:sldMk cId="3018800808" sldId="1570"/>
        </pc:sldMkLst>
      </pc:sldChg>
      <pc:sldChg chg="modSp add">
        <pc:chgData name="Sanmukh Kuppannagari" userId="ad215094-da36-4b66-9c79-369a17aea26b" providerId="ADAL" clId="{C5355D82-D5E0-4131-B258-EC764CF19DC6}" dt="2024-11-05T02:23:46.269" v="384" actId="20577"/>
        <pc:sldMkLst>
          <pc:docMk/>
          <pc:sldMk cId="2887999413" sldId="1575"/>
        </pc:sldMkLst>
      </pc:sldChg>
      <pc:sldChg chg="add">
        <pc:chgData name="Sanmukh Kuppannagari" userId="ad215094-da36-4b66-9c79-369a17aea26b" providerId="ADAL" clId="{C5355D82-D5E0-4131-B258-EC764CF19DC6}" dt="2024-11-05T02:23:14.688" v="340"/>
        <pc:sldMkLst>
          <pc:docMk/>
          <pc:sldMk cId="4161213131" sldId="1576"/>
        </pc:sldMkLst>
      </pc:sldChg>
      <pc:sldChg chg="add">
        <pc:chgData name="Sanmukh Kuppannagari" userId="ad215094-da36-4b66-9c79-369a17aea26b" providerId="ADAL" clId="{C5355D82-D5E0-4131-B258-EC764CF19DC6}" dt="2024-11-05T02:23:14.688" v="340"/>
        <pc:sldMkLst>
          <pc:docMk/>
          <pc:sldMk cId="212075645" sldId="1577"/>
        </pc:sldMkLst>
      </pc:sldChg>
      <pc:sldChg chg="add">
        <pc:chgData name="Sanmukh Kuppannagari" userId="ad215094-da36-4b66-9c79-369a17aea26b" providerId="ADAL" clId="{C5355D82-D5E0-4131-B258-EC764CF19DC6}" dt="2024-11-05T02:23:14.688" v="340"/>
        <pc:sldMkLst>
          <pc:docMk/>
          <pc:sldMk cId="897900727" sldId="1578"/>
        </pc:sldMkLst>
      </pc:sldChg>
      <pc:sldChg chg="modSp mod">
        <pc:chgData name="Sanmukh Kuppannagari" userId="ad215094-da36-4b66-9c79-369a17aea26b" providerId="ADAL" clId="{C5355D82-D5E0-4131-B258-EC764CF19DC6}" dt="2024-11-05T02:18:04.062" v="288"/>
        <pc:sldMkLst>
          <pc:docMk/>
          <pc:sldMk cId="1526805434" sldId="1592"/>
        </pc:sldMkLst>
      </pc:sldChg>
      <pc:sldChg chg="modSp del mod">
        <pc:chgData name="Sanmukh Kuppannagari" userId="ad215094-da36-4b66-9c79-369a17aea26b" providerId="ADAL" clId="{C5355D82-D5E0-4131-B258-EC764CF19DC6}" dt="2024-11-05T02:17:52.778" v="287" actId="47"/>
        <pc:sldMkLst>
          <pc:docMk/>
          <pc:sldMk cId="632576344" sldId="159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563867407" sldId="159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367162041" sldId="159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508594656" sldId="1596"/>
        </pc:sldMkLst>
      </pc:sldChg>
      <pc:sldChg chg="modSp new mod ord">
        <pc:chgData name="Sanmukh Kuppannagari" userId="ad215094-da36-4b66-9c79-369a17aea26b" providerId="ADAL" clId="{C5355D82-D5E0-4131-B258-EC764CF19DC6}" dt="2024-11-05T02:26:18.623" v="637" actId="20577"/>
        <pc:sldMkLst>
          <pc:docMk/>
          <pc:sldMk cId="807402305" sldId="1598"/>
        </pc:sldMkLst>
      </pc:sldChg>
      <pc:sldChg chg="modSp add mod">
        <pc:chgData name="Sanmukh Kuppannagari" userId="ad215094-da36-4b66-9c79-369a17aea26b" providerId="ADAL" clId="{C5355D82-D5E0-4131-B258-EC764CF19DC6}" dt="2024-11-05T02:32:17.824" v="731" actId="113"/>
        <pc:sldMkLst>
          <pc:docMk/>
          <pc:sldMk cId="2466826485" sldId="1599"/>
        </pc:sldMkLst>
      </pc:sldChg>
      <pc:sldChg chg="modSp new mod">
        <pc:chgData name="Sanmukh Kuppannagari" userId="ad215094-da36-4b66-9c79-369a17aea26b" providerId="ADAL" clId="{C5355D82-D5E0-4131-B258-EC764CF19DC6}" dt="2024-11-05T03:27:15.179" v="3071" actId="20577"/>
        <pc:sldMkLst>
          <pc:docMk/>
          <pc:sldMk cId="3797456560" sldId="1600"/>
        </pc:sldMkLst>
      </pc:sldChg>
      <pc:sldChg chg="addSp modSp add mod">
        <pc:chgData name="Sanmukh Kuppannagari" userId="ad215094-da36-4b66-9c79-369a17aea26b" providerId="ADAL" clId="{C5355D82-D5E0-4131-B258-EC764CF19DC6}" dt="2024-11-05T02:44:37.953" v="1194" actId="1076"/>
        <pc:sldMkLst>
          <pc:docMk/>
          <pc:sldMk cId="693005505" sldId="1601"/>
        </pc:sldMkLst>
      </pc:sldChg>
      <pc:sldChg chg="modSp new mod">
        <pc:chgData name="Sanmukh Kuppannagari" userId="ad215094-da36-4b66-9c79-369a17aea26b" providerId="ADAL" clId="{C5355D82-D5E0-4131-B258-EC764CF19DC6}" dt="2024-11-05T03:22:06.453" v="3063" actId="20577"/>
        <pc:sldMkLst>
          <pc:docMk/>
          <pc:sldMk cId="3313563272" sldId="1602"/>
        </pc:sldMkLst>
      </pc:sldChg>
      <pc:sldChg chg="addSp delSp modSp add mod">
        <pc:chgData name="Sanmukh Kuppannagari" userId="ad215094-da36-4b66-9c79-369a17aea26b" providerId="ADAL" clId="{C5355D82-D5E0-4131-B258-EC764CF19DC6}" dt="2024-11-05T02:48:36.821" v="1401" actId="207"/>
        <pc:sldMkLst>
          <pc:docMk/>
          <pc:sldMk cId="3907449202" sldId="1603"/>
        </pc:sldMkLst>
      </pc:sldChg>
      <pc:sldChg chg="modSp add">
        <pc:chgData name="Sanmukh Kuppannagari" userId="ad215094-da36-4b66-9c79-369a17aea26b" providerId="ADAL" clId="{C5355D82-D5E0-4131-B258-EC764CF19DC6}" dt="2024-11-05T02:48:32.622" v="1400" actId="207"/>
        <pc:sldMkLst>
          <pc:docMk/>
          <pc:sldMk cId="1261395334" sldId="1604"/>
        </pc:sldMkLst>
      </pc:sldChg>
      <pc:sldChg chg="modSp add mod ord">
        <pc:chgData name="Sanmukh Kuppannagari" userId="ad215094-da36-4b66-9c79-369a17aea26b" providerId="ADAL" clId="{C5355D82-D5E0-4131-B258-EC764CF19DC6}" dt="2024-11-05T03:10:31.052" v="2519" actId="27636"/>
        <pc:sldMkLst>
          <pc:docMk/>
          <pc:sldMk cId="3986643695" sldId="1605"/>
        </pc:sldMkLst>
      </pc:sldChg>
      <pc:sldChg chg="modSp add mod">
        <pc:chgData name="Sanmukh Kuppannagari" userId="ad215094-da36-4b66-9c79-369a17aea26b" providerId="ADAL" clId="{C5355D82-D5E0-4131-B258-EC764CF19DC6}" dt="2024-11-05T02:49:51.259" v="1481" actId="5793"/>
        <pc:sldMkLst>
          <pc:docMk/>
          <pc:sldMk cId="1680640391" sldId="1606"/>
        </pc:sldMkLst>
      </pc:sldChg>
      <pc:sldChg chg="modSp new mod">
        <pc:chgData name="Sanmukh Kuppannagari" userId="ad215094-da36-4b66-9c79-369a17aea26b" providerId="ADAL" clId="{C5355D82-D5E0-4131-B258-EC764CF19DC6}" dt="2024-11-05T02:57:34.541" v="1722" actId="20577"/>
        <pc:sldMkLst>
          <pc:docMk/>
          <pc:sldMk cId="399252937" sldId="1607"/>
        </pc:sldMkLst>
      </pc:sldChg>
      <pc:sldChg chg="addSp modSp new mod">
        <pc:chgData name="Sanmukh Kuppannagari" userId="ad215094-da36-4b66-9c79-369a17aea26b" providerId="ADAL" clId="{C5355D82-D5E0-4131-B258-EC764CF19DC6}" dt="2024-11-05T02:59:27.170" v="1980" actId="20577"/>
        <pc:sldMkLst>
          <pc:docMk/>
          <pc:sldMk cId="2267267742" sldId="1608"/>
        </pc:sldMkLst>
      </pc:sldChg>
      <pc:sldChg chg="addSp delSp modSp new mod">
        <pc:chgData name="Sanmukh Kuppannagari" userId="ad215094-da36-4b66-9c79-369a17aea26b" providerId="ADAL" clId="{C5355D82-D5E0-4131-B258-EC764CF19DC6}" dt="2024-11-05T03:01:38.365" v="1984"/>
        <pc:sldMkLst>
          <pc:docMk/>
          <pc:sldMk cId="3058626297" sldId="1609"/>
        </pc:sldMkLst>
      </pc:sldChg>
      <pc:sldChg chg="addSp delSp modSp new mod">
        <pc:chgData name="Sanmukh Kuppannagari" userId="ad215094-da36-4b66-9c79-369a17aea26b" providerId="ADAL" clId="{C5355D82-D5E0-4131-B258-EC764CF19DC6}" dt="2024-11-05T03:06:28.790" v="2356" actId="1076"/>
        <pc:sldMkLst>
          <pc:docMk/>
          <pc:sldMk cId="2780095048" sldId="1610"/>
        </pc:sldMkLst>
      </pc:sldChg>
      <pc:sldChg chg="modSp add mod">
        <pc:chgData name="Sanmukh Kuppannagari" userId="ad215094-da36-4b66-9c79-369a17aea26b" providerId="ADAL" clId="{C5355D82-D5E0-4131-B258-EC764CF19DC6}" dt="2024-11-05T03:06:16.301" v="2352" actId="20577"/>
        <pc:sldMkLst>
          <pc:docMk/>
          <pc:sldMk cId="4256113819" sldId="1611"/>
        </pc:sldMkLst>
      </pc:sldChg>
      <pc:sldChg chg="modSp new mod">
        <pc:chgData name="Sanmukh Kuppannagari" userId="ad215094-da36-4b66-9c79-369a17aea26b" providerId="ADAL" clId="{C5355D82-D5E0-4131-B258-EC764CF19DC6}" dt="2024-11-05T03:03:34.555" v="2045" actId="207"/>
        <pc:sldMkLst>
          <pc:docMk/>
          <pc:sldMk cId="2933520038" sldId="1612"/>
        </pc:sldMkLst>
      </pc:sldChg>
      <pc:sldChg chg="modSp add mod">
        <pc:chgData name="Sanmukh Kuppannagari" userId="ad215094-da36-4b66-9c79-369a17aea26b" providerId="ADAL" clId="{C5355D82-D5E0-4131-B258-EC764CF19DC6}" dt="2024-11-05T03:04:03.723" v="2092" actId="207"/>
        <pc:sldMkLst>
          <pc:docMk/>
          <pc:sldMk cId="406680847" sldId="1613"/>
        </pc:sldMkLst>
      </pc:sldChg>
      <pc:sldChg chg="modSp add mod">
        <pc:chgData name="Sanmukh Kuppannagari" userId="ad215094-da36-4b66-9c79-369a17aea26b" providerId="ADAL" clId="{C5355D82-D5E0-4131-B258-EC764CF19DC6}" dt="2024-11-05T03:06:42.176" v="2359" actId="20577"/>
        <pc:sldMkLst>
          <pc:docMk/>
          <pc:sldMk cId="921639447" sldId="1614"/>
        </pc:sldMkLst>
      </pc:sldChg>
      <pc:sldChg chg="modSp add mod">
        <pc:chgData name="Sanmukh Kuppannagari" userId="ad215094-da36-4b66-9c79-369a17aea26b" providerId="ADAL" clId="{C5355D82-D5E0-4131-B258-EC764CF19DC6}" dt="2024-11-05T03:11:05.996" v="2565" actId="20577"/>
        <pc:sldMkLst>
          <pc:docMk/>
          <pc:sldMk cId="905905525" sldId="1615"/>
        </pc:sldMkLst>
      </pc:sldChg>
      <pc:sldChg chg="modSp new mod">
        <pc:chgData name="Sanmukh Kuppannagari" userId="ad215094-da36-4b66-9c79-369a17aea26b" providerId="ADAL" clId="{C5355D82-D5E0-4131-B258-EC764CF19DC6}" dt="2024-11-05T03:13:27.209" v="2837" actId="20577"/>
        <pc:sldMkLst>
          <pc:docMk/>
          <pc:sldMk cId="4182474925" sldId="1616"/>
        </pc:sldMkLst>
      </pc:sldChg>
      <pc:sldChg chg="modSp add mod">
        <pc:chgData name="Sanmukh Kuppannagari" userId="ad215094-da36-4b66-9c79-369a17aea26b" providerId="ADAL" clId="{C5355D82-D5E0-4131-B258-EC764CF19DC6}" dt="2024-11-05T03:26:46.299" v="3065" actId="113"/>
        <pc:sldMkLst>
          <pc:docMk/>
          <pc:sldMk cId="2087289126" sldId="1617"/>
        </pc:sldMkLst>
      </pc:sldChg>
      <pc:sldChg chg="addSp delSp modSp add mod">
        <pc:chgData name="Sanmukh Kuppannagari" userId="ad215094-da36-4b66-9c79-369a17aea26b" providerId="ADAL" clId="{C5355D82-D5E0-4131-B258-EC764CF19DC6}" dt="2024-11-05T03:27:30.514" v="3080" actId="27636"/>
        <pc:sldMkLst>
          <pc:docMk/>
          <pc:sldMk cId="993807214" sldId="1618"/>
        </pc:sldMkLst>
      </pc:sldChg>
      <pc:sldChg chg="modSp new mod">
        <pc:chgData name="Sanmukh Kuppannagari" userId="ad215094-da36-4b66-9c79-369a17aea26b" providerId="ADAL" clId="{C5355D82-D5E0-4131-B258-EC764CF19DC6}" dt="2024-11-05T04:03:30.910" v="3717" actId="20577"/>
        <pc:sldMkLst>
          <pc:docMk/>
          <pc:sldMk cId="414805936" sldId="1619"/>
        </pc:sldMkLst>
      </pc:sldChg>
      <pc:sldChg chg="addSp delSp modSp new mod">
        <pc:chgData name="Sanmukh Kuppannagari" userId="ad215094-da36-4b66-9c79-369a17aea26b" providerId="ADAL" clId="{C5355D82-D5E0-4131-B258-EC764CF19DC6}" dt="2024-11-05T03:46:17.417" v="3344" actId="14100"/>
        <pc:sldMkLst>
          <pc:docMk/>
          <pc:sldMk cId="1714458313" sldId="1620"/>
        </pc:sldMkLst>
      </pc:sldChg>
      <pc:sldChg chg="addSp modSp add mod">
        <pc:chgData name="Sanmukh Kuppannagari" userId="ad215094-da36-4b66-9c79-369a17aea26b" providerId="ADAL" clId="{C5355D82-D5E0-4131-B258-EC764CF19DC6}" dt="2024-11-05T03:47:54.927" v="3441" actId="20577"/>
        <pc:sldMkLst>
          <pc:docMk/>
          <pc:sldMk cId="2562125515" sldId="1621"/>
        </pc:sldMkLst>
      </pc:sldChg>
      <pc:sldChg chg="addSp modSp add mod">
        <pc:chgData name="Sanmukh Kuppannagari" userId="ad215094-da36-4b66-9c79-369a17aea26b" providerId="ADAL" clId="{C5355D82-D5E0-4131-B258-EC764CF19DC6}" dt="2024-11-05T03:48:58.851" v="3528" actId="20577"/>
        <pc:sldMkLst>
          <pc:docMk/>
          <pc:sldMk cId="4214346942" sldId="1622"/>
        </pc:sldMkLst>
      </pc:sldChg>
      <pc:sldChg chg="addSp delSp modSp new mod">
        <pc:chgData name="Sanmukh Kuppannagari" userId="ad215094-da36-4b66-9c79-369a17aea26b" providerId="ADAL" clId="{C5355D82-D5E0-4131-B258-EC764CF19DC6}" dt="2024-11-05T13:33:33.560" v="4056" actId="14100"/>
        <pc:sldMkLst>
          <pc:docMk/>
          <pc:sldMk cId="1160332016" sldId="1623"/>
        </pc:sldMkLst>
      </pc:sldChg>
      <pc:sldChg chg="delSp modSp add mod">
        <pc:chgData name="Sanmukh Kuppannagari" userId="ad215094-da36-4b66-9c79-369a17aea26b" providerId="ADAL" clId="{C5355D82-D5E0-4131-B258-EC764CF19DC6}" dt="2024-11-05T13:37:54.565" v="4615" actId="20577"/>
        <pc:sldMkLst>
          <pc:docMk/>
          <pc:sldMk cId="980671827" sldId="1624"/>
        </pc:sldMkLst>
      </pc:sldChg>
      <pc:sldChg chg="addSp modSp add mod">
        <pc:chgData name="Sanmukh Kuppannagari" userId="ad215094-da36-4b66-9c79-369a17aea26b" providerId="ADAL" clId="{C5355D82-D5E0-4131-B258-EC764CF19DC6}" dt="2024-11-05T13:39:07.965" v="4622" actId="14100"/>
        <pc:sldMkLst>
          <pc:docMk/>
          <pc:sldMk cId="157613999" sldId="1625"/>
        </pc:sldMkLst>
      </pc:sldChg>
      <pc:sldChg chg="addSp delSp modSp add mod">
        <pc:chgData name="Sanmukh Kuppannagari" userId="ad215094-da36-4b66-9c79-369a17aea26b" providerId="ADAL" clId="{C5355D82-D5E0-4131-B258-EC764CF19DC6}" dt="2024-11-05T13:49:18.579" v="4685" actId="478"/>
        <pc:sldMkLst>
          <pc:docMk/>
          <pc:sldMk cId="3294109236" sldId="1626"/>
        </pc:sldMkLst>
      </pc:sldChg>
      <pc:sldChg chg="addSp delSp modSp add mod">
        <pc:chgData name="Sanmukh Kuppannagari" userId="ad215094-da36-4b66-9c79-369a17aea26b" providerId="ADAL" clId="{C5355D82-D5E0-4131-B258-EC764CF19DC6}" dt="2024-11-05T14:00:05.744" v="5129" actId="1036"/>
        <pc:sldMkLst>
          <pc:docMk/>
          <pc:sldMk cId="2829692619" sldId="1627"/>
        </pc:sldMkLst>
      </pc:sldChg>
      <pc:sldChg chg="modSp add mod">
        <pc:chgData name="Sanmukh Kuppannagari" userId="ad215094-da36-4b66-9c79-369a17aea26b" providerId="ADAL" clId="{C5355D82-D5E0-4131-B258-EC764CF19DC6}" dt="2024-11-05T14:01:03.095" v="5237" actId="20577"/>
        <pc:sldMkLst>
          <pc:docMk/>
          <pc:sldMk cId="2811330501" sldId="1628"/>
        </pc:sldMkLst>
      </pc:sldChg>
      <pc:sldChg chg="delSp modSp add mod">
        <pc:chgData name="Sanmukh Kuppannagari" userId="ad215094-da36-4b66-9c79-369a17aea26b" providerId="ADAL" clId="{C5355D82-D5E0-4131-B258-EC764CF19DC6}" dt="2024-11-05T14:04:36.458" v="5452" actId="113"/>
        <pc:sldMkLst>
          <pc:docMk/>
          <pc:sldMk cId="3815602038" sldId="1629"/>
        </pc:sldMkLst>
      </pc:sldChg>
      <pc:sldChg chg="modSp add mod">
        <pc:chgData name="Sanmukh Kuppannagari" userId="ad215094-da36-4b66-9c79-369a17aea26b" providerId="ADAL" clId="{C5355D82-D5E0-4131-B258-EC764CF19DC6}" dt="2024-11-05T14:05:45.120" v="5576" actId="207"/>
        <pc:sldMkLst>
          <pc:docMk/>
          <pc:sldMk cId="2883496550" sldId="1630"/>
        </pc:sldMkLst>
      </pc:sldChg>
      <pc:sldChg chg="addSp modSp add mod">
        <pc:chgData name="Sanmukh Kuppannagari" userId="ad215094-da36-4b66-9c79-369a17aea26b" providerId="ADAL" clId="{C5355D82-D5E0-4131-B258-EC764CF19DC6}" dt="2024-11-05T14:06:54.834" v="5584" actId="207"/>
        <pc:sldMkLst>
          <pc:docMk/>
          <pc:sldMk cId="1288722780" sldId="1631"/>
        </pc:sldMkLst>
      </pc:sldChg>
      <pc:sldChg chg="modSp add mod">
        <pc:chgData name="Sanmukh Kuppannagari" userId="ad215094-da36-4b66-9c79-369a17aea26b" providerId="ADAL" clId="{C5355D82-D5E0-4131-B258-EC764CF19DC6}" dt="2024-11-05T14:16:30.888" v="6223" actId="207"/>
        <pc:sldMkLst>
          <pc:docMk/>
          <pc:sldMk cId="977554441" sldId="1632"/>
        </pc:sldMkLst>
      </pc:sldChg>
      <pc:sldChg chg="modSp add mod">
        <pc:chgData name="Sanmukh Kuppannagari" userId="ad215094-da36-4b66-9c79-369a17aea26b" providerId="ADAL" clId="{C5355D82-D5E0-4131-B258-EC764CF19DC6}" dt="2024-11-05T14:08:50.244" v="5656" actId="1076"/>
        <pc:sldMkLst>
          <pc:docMk/>
          <pc:sldMk cId="436635294" sldId="1633"/>
        </pc:sldMkLst>
      </pc:sldChg>
      <pc:sldChg chg="modSp new mod">
        <pc:chgData name="Sanmukh Kuppannagari" userId="ad215094-da36-4b66-9c79-369a17aea26b" providerId="ADAL" clId="{C5355D82-D5E0-4131-B258-EC764CF19DC6}" dt="2024-11-05T14:12:08.020" v="5984" actId="20577"/>
        <pc:sldMkLst>
          <pc:docMk/>
          <pc:sldMk cId="2916696527" sldId="1634"/>
        </pc:sldMkLst>
      </pc:sldChg>
      <pc:sldChg chg="modSp add mod">
        <pc:chgData name="Sanmukh Kuppannagari" userId="ad215094-da36-4b66-9c79-369a17aea26b" providerId="ADAL" clId="{C5355D82-D5E0-4131-B258-EC764CF19DC6}" dt="2024-11-05T14:13:09.825" v="6105" actId="20577"/>
        <pc:sldMkLst>
          <pc:docMk/>
          <pc:sldMk cId="2093206662" sldId="1635"/>
        </pc:sldMkLst>
      </pc:sldChg>
      <pc:sldChg chg="addSp modSp add mod">
        <pc:chgData name="Sanmukh Kuppannagari" userId="ad215094-da36-4b66-9c79-369a17aea26b" providerId="ADAL" clId="{C5355D82-D5E0-4131-B258-EC764CF19DC6}" dt="2024-11-05T14:17:38.530" v="6263" actId="1076"/>
        <pc:sldMkLst>
          <pc:docMk/>
          <pc:sldMk cId="1357504419" sldId="1636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581B50A9-72F4-4B95-B03A-65D58777032F}"/>
    <pc:docChg chg="undo custSel addSld delSld modSld">
      <pc:chgData name="Sanmukh Kuppannagari" userId="ad215094-da36-4b66-9c79-369a17aea26b" providerId="ADAL" clId="{581B50A9-72F4-4B95-B03A-65D58777032F}" dt="2024-11-12T15:34:15.608" v="5830" actId="20577"/>
      <pc:docMkLst>
        <pc:docMk/>
      </pc:docMkLst>
      <pc:sldChg chg="modSp mod">
        <pc:chgData name="Sanmukh Kuppannagari" userId="ad215094-da36-4b66-9c79-369a17aea26b" providerId="ADAL" clId="{581B50A9-72F4-4B95-B03A-65D58777032F}" dt="2024-11-12T13:32:59.516" v="3" actId="20577"/>
        <pc:sldMkLst>
          <pc:docMk/>
          <pc:sldMk cId="728785357" sldId="256"/>
        </pc:sldMkLst>
      </pc:sldChg>
      <pc:sldChg chg="add">
        <pc:chgData name="Sanmukh Kuppannagari" userId="ad215094-da36-4b66-9c79-369a17aea26b" providerId="ADAL" clId="{581B50A9-72F4-4B95-B03A-65D58777032F}" dt="2024-11-12T13:40:53.401" v="106"/>
        <pc:sldMkLst>
          <pc:docMk/>
          <pc:sldMk cId="3533229006" sldId="268"/>
        </pc:sldMkLst>
      </pc:sldChg>
      <pc:sldChg chg="add">
        <pc:chgData name="Sanmukh Kuppannagari" userId="ad215094-da36-4b66-9c79-369a17aea26b" providerId="ADAL" clId="{581B50A9-72F4-4B95-B03A-65D58777032F}" dt="2024-11-12T13:41:26.545" v="160"/>
        <pc:sldMkLst>
          <pc:docMk/>
          <pc:sldMk cId="419610907" sldId="269"/>
        </pc:sldMkLst>
      </pc:sldChg>
      <pc:sldChg chg="add">
        <pc:chgData name="Sanmukh Kuppannagari" userId="ad215094-da36-4b66-9c79-369a17aea26b" providerId="ADAL" clId="{581B50A9-72F4-4B95-B03A-65D58777032F}" dt="2024-11-12T14:58:37.426" v="3601"/>
        <pc:sldMkLst>
          <pc:docMk/>
          <pc:sldMk cId="2792377922" sldId="270"/>
        </pc:sldMkLst>
      </pc:sldChg>
      <pc:sldChg chg="addSp delSp modSp add mod">
        <pc:chgData name="Sanmukh Kuppannagari" userId="ad215094-da36-4b66-9c79-369a17aea26b" providerId="ADAL" clId="{581B50A9-72F4-4B95-B03A-65D58777032F}" dt="2024-11-12T15:10:45.516" v="4338" actId="14100"/>
        <pc:sldMkLst>
          <pc:docMk/>
          <pc:sldMk cId="1680120527" sldId="271"/>
        </pc:sldMkLst>
      </pc:sldChg>
      <pc:sldChg chg="modSp add mod">
        <pc:chgData name="Sanmukh Kuppannagari" userId="ad215094-da36-4b66-9c79-369a17aea26b" providerId="ADAL" clId="{581B50A9-72F4-4B95-B03A-65D58777032F}" dt="2024-11-12T15:34:15.608" v="5830" actId="20577"/>
        <pc:sldMkLst>
          <pc:docMk/>
          <pc:sldMk cId="2642091756" sldId="272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597565292" sldId="274"/>
        </pc:sldMkLst>
      </pc:sldChg>
      <pc:sldChg chg="addSp delSp modSp add mod">
        <pc:chgData name="Sanmukh Kuppannagari" userId="ad215094-da36-4b66-9c79-369a17aea26b" providerId="ADAL" clId="{581B50A9-72F4-4B95-B03A-65D58777032F}" dt="2024-11-12T14:44:39.302" v="3149" actId="20577"/>
        <pc:sldMkLst>
          <pc:docMk/>
          <pc:sldMk cId="528188491" sldId="296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524082761" sldId="306"/>
        </pc:sldMkLst>
      </pc:sldChg>
      <pc:sldChg chg="addSp delSp modSp add mod">
        <pc:chgData name="Sanmukh Kuppannagari" userId="ad215094-da36-4b66-9c79-369a17aea26b" providerId="ADAL" clId="{581B50A9-72F4-4B95-B03A-65D58777032F}" dt="2024-11-12T14:44:35.089" v="3145" actId="20577"/>
        <pc:sldMkLst>
          <pc:docMk/>
          <pc:sldMk cId="1503363967" sldId="307"/>
        </pc:sldMkLst>
      </pc:sldChg>
      <pc:sldChg chg="addSp delSp modSp add mod">
        <pc:chgData name="Sanmukh Kuppannagari" userId="ad215094-da36-4b66-9c79-369a17aea26b" providerId="ADAL" clId="{581B50A9-72F4-4B95-B03A-65D58777032F}" dt="2024-11-12T15:32:43.909" v="5815" actId="20577"/>
        <pc:sldMkLst>
          <pc:docMk/>
          <pc:sldMk cId="3467572805" sldId="319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583269833" sldId="331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781682477" sldId="332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702116543" sldId="333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009248266" sldId="334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39992507" sldId="335"/>
        </pc:sldMkLst>
      </pc:sldChg>
      <pc:sldChg chg="modSp add mod">
        <pc:chgData name="Sanmukh Kuppannagari" userId="ad215094-da36-4b66-9c79-369a17aea26b" providerId="ADAL" clId="{581B50A9-72F4-4B95-B03A-65D58777032F}" dt="2024-11-12T13:38:31.623" v="105" actId="20577"/>
        <pc:sldMkLst>
          <pc:docMk/>
          <pc:sldMk cId="3557461879" sldId="374"/>
        </pc:sldMkLst>
      </pc:sldChg>
      <pc:sldChg chg="add">
        <pc:chgData name="Sanmukh Kuppannagari" userId="ad215094-da36-4b66-9c79-369a17aea26b" providerId="ADAL" clId="{581B50A9-72F4-4B95-B03A-65D58777032F}" dt="2024-11-12T13:40:53.401" v="106"/>
        <pc:sldMkLst>
          <pc:docMk/>
          <pc:sldMk cId="3518218886" sldId="381"/>
        </pc:sldMkLst>
      </pc:sldChg>
      <pc:sldChg chg="add">
        <pc:chgData name="Sanmukh Kuppannagari" userId="ad215094-da36-4b66-9c79-369a17aea26b" providerId="ADAL" clId="{581B50A9-72F4-4B95-B03A-65D58777032F}" dt="2024-11-12T13:40:53.401" v="106"/>
        <pc:sldMkLst>
          <pc:docMk/>
          <pc:sldMk cId="786365083" sldId="382"/>
        </pc:sldMkLst>
      </pc:sldChg>
      <pc:sldChg chg="addSp delSp modSp add mod">
        <pc:chgData name="Sanmukh Kuppannagari" userId="ad215094-da36-4b66-9c79-369a17aea26b" providerId="ADAL" clId="{581B50A9-72F4-4B95-B03A-65D58777032F}" dt="2024-11-12T15:27:38.664" v="5416" actId="20577"/>
        <pc:sldMkLst>
          <pc:docMk/>
          <pc:sldMk cId="765535228" sldId="393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451194251" sldId="394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49010110" sldId="395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366561092" sldId="396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203941809" sldId="397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888183405" sldId="398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759027184" sldId="399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399745747" sldId="400"/>
        </pc:sldMkLst>
      </pc:sldChg>
      <pc:sldChg chg="modSp add mod">
        <pc:chgData name="Sanmukh Kuppannagari" userId="ad215094-da36-4b66-9c79-369a17aea26b" providerId="ADAL" clId="{581B50A9-72F4-4B95-B03A-65D58777032F}" dt="2024-11-12T15:32:14.713" v="5762" actId="20577"/>
        <pc:sldMkLst>
          <pc:docMk/>
          <pc:sldMk cId="3669932227" sldId="401"/>
        </pc:sldMkLst>
      </pc:sldChg>
      <pc:sldChg chg="modSp add mod">
        <pc:chgData name="Sanmukh Kuppannagari" userId="ad215094-da36-4b66-9c79-369a17aea26b" providerId="ADAL" clId="{581B50A9-72F4-4B95-B03A-65D58777032F}" dt="2024-11-12T15:31:23.531" v="5720" actId="207"/>
        <pc:sldMkLst>
          <pc:docMk/>
          <pc:sldMk cId="3781257025" sldId="402"/>
        </pc:sldMkLst>
      </pc:sldChg>
      <pc:sldChg chg="modSp add mod">
        <pc:chgData name="Sanmukh Kuppannagari" userId="ad215094-da36-4b66-9c79-369a17aea26b" providerId="ADAL" clId="{581B50A9-72F4-4B95-B03A-65D58777032F}" dt="2024-11-12T15:33:29.973" v="5817" actId="20577"/>
        <pc:sldMkLst>
          <pc:docMk/>
          <pc:sldMk cId="2532226765" sldId="403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769614656" sldId="404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404695635" sldId="407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864559443" sldId="408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058244021" sldId="409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64297978" sldId="410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578242728" sldId="411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649591942" sldId="412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127968122" sldId="41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617999572" sldId="48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110268650" sldId="48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120752997" sldId="48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750096599" sldId="48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02185754" sldId="48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48045561" sldId="48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44141991" sldId="49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0793038" sldId="49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60602476" sldId="49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476368844" sldId="49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56626189" sldId="49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38860180" sldId="49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081575624" sldId="49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42476258" sldId="49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45889812" sldId="49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123372165" sldId="499"/>
        </pc:sldMkLst>
      </pc:sldChg>
      <pc:sldChg chg="modSp mod">
        <pc:chgData name="Sanmukh Kuppannagari" userId="ad215094-da36-4b66-9c79-369a17aea26b" providerId="ADAL" clId="{581B50A9-72F4-4B95-B03A-65D58777032F}" dt="2024-11-12T13:34:15.718" v="82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581B50A9-72F4-4B95-B03A-65D58777032F}" dt="2024-11-12T13:33:25.316" v="36" actId="2057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310001645" sldId="1569"/>
        </pc:sldMkLst>
      </pc:sldChg>
      <pc:sldChg chg="modSp new mod">
        <pc:chgData name="Sanmukh Kuppannagari" userId="ad215094-da36-4b66-9c79-369a17aea26b" providerId="ADAL" clId="{581B50A9-72F4-4B95-B03A-65D58777032F}" dt="2024-11-12T13:52:47.877" v="457" actId="20577"/>
        <pc:sldMkLst>
          <pc:docMk/>
          <pc:sldMk cId="3470486560" sldId="1569"/>
        </pc:sldMkLst>
      </pc:sldChg>
      <pc:sldChg chg="addSp modSp new mod">
        <pc:chgData name="Sanmukh Kuppannagari" userId="ad215094-da36-4b66-9c79-369a17aea26b" providerId="ADAL" clId="{581B50A9-72F4-4B95-B03A-65D58777032F}" dt="2024-11-12T13:56:52.276" v="744" actId="20577"/>
        <pc:sldMkLst>
          <pc:docMk/>
          <pc:sldMk cId="74582656" sldId="1570"/>
        </pc:sldMkLst>
      </pc:sldChg>
      <pc:sldChg chg="addSp modSp new mod">
        <pc:chgData name="Sanmukh Kuppannagari" userId="ad215094-da36-4b66-9c79-369a17aea26b" providerId="ADAL" clId="{581B50A9-72F4-4B95-B03A-65D58777032F}" dt="2024-11-12T14:33:42.396" v="2656" actId="14100"/>
        <pc:sldMkLst>
          <pc:docMk/>
          <pc:sldMk cId="2896380269" sldId="1571"/>
        </pc:sldMkLst>
      </pc:sldChg>
      <pc:sldChg chg="addSp delSp modSp new mod">
        <pc:chgData name="Sanmukh Kuppannagari" userId="ad215094-da36-4b66-9c79-369a17aea26b" providerId="ADAL" clId="{581B50A9-72F4-4B95-B03A-65D58777032F}" dt="2024-11-12T14:36:25.832" v="2658" actId="20577"/>
        <pc:sldMkLst>
          <pc:docMk/>
          <pc:sldMk cId="3951137548" sldId="1572"/>
        </pc:sldMkLst>
      </pc:sldChg>
      <pc:sldChg chg="addSp delSp modSp add mod">
        <pc:chgData name="Sanmukh Kuppannagari" userId="ad215094-da36-4b66-9c79-369a17aea26b" providerId="ADAL" clId="{581B50A9-72F4-4B95-B03A-65D58777032F}" dt="2024-11-12T14:36:31.284" v="2660" actId="20577"/>
        <pc:sldMkLst>
          <pc:docMk/>
          <pc:sldMk cId="2230120584" sldId="1573"/>
        </pc:sldMkLst>
      </pc:sldChg>
      <pc:sldChg chg="addSp modSp add mod">
        <pc:chgData name="Sanmukh Kuppannagari" userId="ad215094-da36-4b66-9c79-369a17aea26b" providerId="ADAL" clId="{581B50A9-72F4-4B95-B03A-65D58777032F}" dt="2024-11-12T14:36:36.409" v="2662" actId="20577"/>
        <pc:sldMkLst>
          <pc:docMk/>
          <pc:sldMk cId="3314602696" sldId="157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887999413" sldId="1575"/>
        </pc:sldMkLst>
      </pc:sldChg>
      <pc:sldChg chg="modSp new mod">
        <pc:chgData name="Sanmukh Kuppannagari" userId="ad215094-da36-4b66-9c79-369a17aea26b" providerId="ADAL" clId="{581B50A9-72F4-4B95-B03A-65D58777032F}" dt="2024-11-12T14:15:20.686" v="1371" actId="20577"/>
        <pc:sldMkLst>
          <pc:docMk/>
          <pc:sldMk cId="3064485244" sldId="1575"/>
        </pc:sldMkLst>
      </pc:sldChg>
      <pc:sldChg chg="addSp modSp new mod">
        <pc:chgData name="Sanmukh Kuppannagari" userId="ad215094-da36-4b66-9c79-369a17aea26b" providerId="ADAL" clId="{581B50A9-72F4-4B95-B03A-65D58777032F}" dt="2024-11-12T14:25:42.813" v="2147" actId="20577"/>
        <pc:sldMkLst>
          <pc:docMk/>
          <pc:sldMk cId="1376933412" sldId="157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61213131" sldId="157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12075645" sldId="1577"/>
        </pc:sldMkLst>
      </pc:sldChg>
      <pc:sldChg chg="addSp delSp modSp new mod">
        <pc:chgData name="Sanmukh Kuppannagari" userId="ad215094-da36-4b66-9c79-369a17aea26b" providerId="ADAL" clId="{581B50A9-72F4-4B95-B03A-65D58777032F}" dt="2024-11-12T14:20:58.810" v="1611" actId="478"/>
        <pc:sldMkLst>
          <pc:docMk/>
          <pc:sldMk cId="674356991" sldId="157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97900727" sldId="1578"/>
        </pc:sldMkLst>
      </pc:sldChg>
      <pc:sldChg chg="addSp modSp add mod">
        <pc:chgData name="Sanmukh Kuppannagari" userId="ad215094-da36-4b66-9c79-369a17aea26b" providerId="ADAL" clId="{581B50A9-72F4-4B95-B03A-65D58777032F}" dt="2024-11-12T14:23:09.387" v="1848" actId="20577"/>
        <pc:sldMkLst>
          <pc:docMk/>
          <pc:sldMk cId="2990319068" sldId="1578"/>
        </pc:sldMkLst>
      </pc:sldChg>
      <pc:sldChg chg="addSp delSp modSp add mod">
        <pc:chgData name="Sanmukh Kuppannagari" userId="ad215094-da36-4b66-9c79-369a17aea26b" providerId="ADAL" clId="{581B50A9-72F4-4B95-B03A-65D58777032F}" dt="2024-11-12T14:23:13.494" v="1850" actId="20577"/>
        <pc:sldMkLst>
          <pc:docMk/>
          <pc:sldMk cId="1968236297" sldId="1579"/>
        </pc:sldMkLst>
      </pc:sldChg>
      <pc:sldChg chg="delSp modSp add mod">
        <pc:chgData name="Sanmukh Kuppannagari" userId="ad215094-da36-4b66-9c79-369a17aea26b" providerId="ADAL" clId="{581B50A9-72F4-4B95-B03A-65D58777032F}" dt="2024-11-12T14:23:17.140" v="1852" actId="20577"/>
        <pc:sldMkLst>
          <pc:docMk/>
          <pc:sldMk cId="1753347635" sldId="1580"/>
        </pc:sldMkLst>
      </pc:sldChg>
      <pc:sldChg chg="addSp modSp add mod">
        <pc:chgData name="Sanmukh Kuppannagari" userId="ad215094-da36-4b66-9c79-369a17aea26b" providerId="ADAL" clId="{581B50A9-72F4-4B95-B03A-65D58777032F}" dt="2024-11-12T14:24:04.934" v="1926" actId="20577"/>
        <pc:sldMkLst>
          <pc:docMk/>
          <pc:sldMk cId="3584237781" sldId="1581"/>
        </pc:sldMkLst>
      </pc:sldChg>
      <pc:sldChg chg="modSp add mod">
        <pc:chgData name="Sanmukh Kuppannagari" userId="ad215094-da36-4b66-9c79-369a17aea26b" providerId="ADAL" clId="{581B50A9-72F4-4B95-B03A-65D58777032F}" dt="2024-11-12T14:24:50.141" v="1992" actId="20577"/>
        <pc:sldMkLst>
          <pc:docMk/>
          <pc:sldMk cId="4258452458" sldId="1582"/>
        </pc:sldMkLst>
      </pc:sldChg>
      <pc:sldChg chg="modSp add mod">
        <pc:chgData name="Sanmukh Kuppannagari" userId="ad215094-da36-4b66-9c79-369a17aea26b" providerId="ADAL" clId="{581B50A9-72F4-4B95-B03A-65D58777032F}" dt="2024-11-12T14:26:25.918" v="2191" actId="20577"/>
        <pc:sldMkLst>
          <pc:docMk/>
          <pc:sldMk cId="3757350365" sldId="1583"/>
        </pc:sldMkLst>
      </pc:sldChg>
      <pc:sldChg chg="addSp modSp new mod">
        <pc:chgData name="Sanmukh Kuppannagari" userId="ad215094-da36-4b66-9c79-369a17aea26b" providerId="ADAL" clId="{581B50A9-72F4-4B95-B03A-65D58777032F}" dt="2024-11-12T14:30:56.931" v="2402" actId="1076"/>
        <pc:sldMkLst>
          <pc:docMk/>
          <pc:sldMk cId="2493925970" sldId="1584"/>
        </pc:sldMkLst>
      </pc:sldChg>
      <pc:sldChg chg="new del">
        <pc:chgData name="Sanmukh Kuppannagari" userId="ad215094-da36-4b66-9c79-369a17aea26b" providerId="ADAL" clId="{581B50A9-72F4-4B95-B03A-65D58777032F}" dt="2024-11-12T14:27:10.490" v="2193" actId="47"/>
        <pc:sldMkLst>
          <pc:docMk/>
          <pc:sldMk cId="2618034380" sldId="1584"/>
        </pc:sldMkLst>
      </pc:sldChg>
      <pc:sldChg chg="addSp delSp modSp add mod">
        <pc:chgData name="Sanmukh Kuppannagari" userId="ad215094-da36-4b66-9c79-369a17aea26b" providerId="ADAL" clId="{581B50A9-72F4-4B95-B03A-65D58777032F}" dt="2024-11-12T14:32:16.956" v="2456" actId="20577"/>
        <pc:sldMkLst>
          <pc:docMk/>
          <pc:sldMk cId="2987105228" sldId="1585"/>
        </pc:sldMkLst>
      </pc:sldChg>
      <pc:sldChg chg="modSp add mod">
        <pc:chgData name="Sanmukh Kuppannagari" userId="ad215094-da36-4b66-9c79-369a17aea26b" providerId="ADAL" clId="{581B50A9-72F4-4B95-B03A-65D58777032F}" dt="2024-11-12T14:32:22.238" v="2458" actId="20577"/>
        <pc:sldMkLst>
          <pc:docMk/>
          <pc:sldMk cId="1153630353" sldId="1586"/>
        </pc:sldMkLst>
      </pc:sldChg>
      <pc:sldChg chg="addSp delSp modSp new mod">
        <pc:chgData name="Sanmukh Kuppannagari" userId="ad215094-da36-4b66-9c79-369a17aea26b" providerId="ADAL" clId="{581B50A9-72F4-4B95-B03A-65D58777032F}" dt="2024-11-12T14:40:31.582" v="2960" actId="207"/>
        <pc:sldMkLst>
          <pc:docMk/>
          <pc:sldMk cId="2823089004" sldId="1587"/>
        </pc:sldMkLst>
      </pc:sldChg>
      <pc:sldChg chg="addSp modSp add mod">
        <pc:chgData name="Sanmukh Kuppannagari" userId="ad215094-da36-4b66-9c79-369a17aea26b" providerId="ADAL" clId="{581B50A9-72F4-4B95-B03A-65D58777032F}" dt="2024-11-12T14:42:00.698" v="3078" actId="1076"/>
        <pc:sldMkLst>
          <pc:docMk/>
          <pc:sldMk cId="868054796" sldId="1588"/>
        </pc:sldMkLst>
      </pc:sldChg>
      <pc:sldChg chg="addSp delSp modSp new mod modClrScheme chgLayout">
        <pc:chgData name="Sanmukh Kuppannagari" userId="ad215094-da36-4b66-9c79-369a17aea26b" providerId="ADAL" clId="{581B50A9-72F4-4B95-B03A-65D58777032F}" dt="2024-11-12T14:51:56.632" v="3395"/>
        <pc:sldMkLst>
          <pc:docMk/>
          <pc:sldMk cId="1099178132" sldId="1589"/>
        </pc:sldMkLst>
      </pc:sldChg>
      <pc:sldChg chg="modSp new del mod">
        <pc:chgData name="Sanmukh Kuppannagari" userId="ad215094-da36-4b66-9c79-369a17aea26b" providerId="ADAL" clId="{581B50A9-72F4-4B95-B03A-65D58777032F}" dt="2024-11-12T14:54:22.518" v="3452" actId="47"/>
        <pc:sldMkLst>
          <pc:docMk/>
          <pc:sldMk cId="104261516" sldId="1590"/>
        </pc:sldMkLst>
      </pc:sldChg>
      <pc:sldChg chg="modSp add mod">
        <pc:chgData name="Sanmukh Kuppannagari" userId="ad215094-da36-4b66-9c79-369a17aea26b" providerId="ADAL" clId="{581B50A9-72F4-4B95-B03A-65D58777032F}" dt="2024-11-12T15:16:10.901" v="4391" actId="20577"/>
        <pc:sldMkLst>
          <pc:docMk/>
          <pc:sldMk cId="3460381202" sldId="1591"/>
        </pc:sldMkLst>
      </pc:sldChg>
      <pc:sldChg chg="modSp new mod">
        <pc:chgData name="Sanmukh Kuppannagari" userId="ad215094-da36-4b66-9c79-369a17aea26b" providerId="ADAL" clId="{581B50A9-72F4-4B95-B03A-65D58777032F}" dt="2024-11-12T15:16:53.172" v="4511" actId="20577"/>
        <pc:sldMkLst>
          <pc:docMk/>
          <pc:sldMk cId="2317587595" sldId="1592"/>
        </pc:sldMkLst>
      </pc:sldChg>
      <pc:sldChg chg="modSp add mod">
        <pc:chgData name="Sanmukh Kuppannagari" userId="ad215094-da36-4b66-9c79-369a17aea26b" providerId="ADAL" clId="{581B50A9-72F4-4B95-B03A-65D58777032F}" dt="2024-11-12T15:11:03.767" v="4347" actId="20577"/>
        <pc:sldMkLst>
          <pc:docMk/>
          <pc:sldMk cId="1219640330" sldId="1593"/>
        </pc:sldMkLst>
      </pc:sldChg>
      <pc:sldChg chg="modSp add mod">
        <pc:chgData name="Sanmukh Kuppannagari" userId="ad215094-da36-4b66-9c79-369a17aea26b" providerId="ADAL" clId="{581B50A9-72F4-4B95-B03A-65D58777032F}" dt="2024-11-12T15:21:01.266" v="4909" actId="20577"/>
        <pc:sldMkLst>
          <pc:docMk/>
          <pc:sldMk cId="2815170906" sldId="1594"/>
        </pc:sldMkLst>
      </pc:sldChg>
      <pc:sldChg chg="add">
        <pc:chgData name="Sanmukh Kuppannagari" userId="ad215094-da36-4b66-9c79-369a17aea26b" providerId="ADAL" clId="{581B50A9-72F4-4B95-B03A-65D58777032F}" dt="2024-11-12T15:26:52.720" v="5279"/>
        <pc:sldMkLst>
          <pc:docMk/>
          <pc:sldMk cId="3871963494" sldId="1595"/>
        </pc:sldMkLst>
      </pc:sldChg>
      <pc:sldChg chg="modSp add mod">
        <pc:chgData name="Sanmukh Kuppannagari" userId="ad215094-da36-4b66-9c79-369a17aea26b" providerId="ADAL" clId="{581B50A9-72F4-4B95-B03A-65D58777032F}" dt="2024-11-12T15:29:29.887" v="5659" actId="20577"/>
        <pc:sldMkLst>
          <pc:docMk/>
          <pc:sldMk cId="1362236973" sldId="159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07402305" sldId="159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36635294" sldId="163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16696527" sldId="163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83138431" sldId="163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337974634" sldId="163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32770037" sldId="163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82786581" sldId="163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45155834" sldId="163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44206030" sldId="164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50903322" sldId="164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327684509" sldId="164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765491602" sldId="164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93342492" sldId="164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70409120" sldId="164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639779663" sldId="164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86956841" sldId="164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042585612" sldId="164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275191448" sldId="164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854469762" sldId="165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65947422" sldId="165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80679193" sldId="165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16647267" sldId="165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677622787" sldId="165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198238203" sldId="165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740734978" sldId="165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82505045" sldId="165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701904922" sldId="165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359573420" sldId="166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094260836" sldId="166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23833842" sldId="166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557462687" sldId="166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562102177" sldId="166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37975433" sldId="166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025623174" sldId="166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77085988" sldId="166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6589442" sldId="166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333549580" sldId="166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365070291" sldId="167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84615017" sldId="167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82264176" sldId="167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985731518" sldId="167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35089384" sldId="167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96645940" sldId="167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56943849" sldId="167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986577428" sldId="167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928041951" sldId="167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495840474" sldId="167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5717642" sldId="168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87910746" sldId="168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54890462" sldId="168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436858653" sldId="168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13173445" sldId="168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4376231" sldId="168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60636141" sldId="168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641286764" sldId="168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86889770" sldId="168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784912087" sldId="168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139479645" sldId="1690"/>
        </pc:sldMkLst>
      </pc:sldChg>
    </pc:docChg>
  </pc:docChgLst>
  <pc:docChgLst>
    <pc:chgData name="Sanmukh Kuppannagari" userId="ad215094-da36-4b66-9c79-369a17aea26b" providerId="ADAL" clId="{C8CDBD4B-E4D7-4CA0-A4AD-DF1A5A47F461}"/>
    <pc:docChg chg="undo custSel addSld delSld modSld sldOrd">
      <pc:chgData name="Sanmukh Kuppannagari" userId="ad215094-da36-4b66-9c79-369a17aea26b" providerId="ADAL" clId="{C8CDBD4B-E4D7-4CA0-A4AD-DF1A5A47F461}" dt="2024-10-31T17:40:07.948" v="1046" actId="20577"/>
      <pc:docMkLst>
        <pc:docMk/>
      </pc:docMkLst>
      <pc:sldChg chg="modSp mod">
        <pc:chgData name="Sanmukh Kuppannagari" userId="ad215094-da36-4b66-9c79-369a17aea26b" providerId="ADAL" clId="{C8CDBD4B-E4D7-4CA0-A4AD-DF1A5A47F461}" dt="2024-10-31T02:04:39.867" v="2" actId="20577"/>
        <pc:sldMkLst>
          <pc:docMk/>
          <pc:sldMk cId="728785357" sldId="256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2950079441" sldId="328"/>
        </pc:sldMkLst>
      </pc:sldChg>
      <pc:sldChg chg="modSp add del mod">
        <pc:chgData name="Sanmukh Kuppannagari" userId="ad215094-da36-4b66-9c79-369a17aea26b" providerId="ADAL" clId="{C8CDBD4B-E4D7-4CA0-A4AD-DF1A5A47F461}" dt="2024-10-31T02:23:20.419" v="460" actId="2057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64301062" sldId="387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3600441437" sldId="388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2207470624" sldId="389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1815334288" sldId="390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645276164" sldId="418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724930187" sldId="42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59658705" sldId="42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629983926" sldId="42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72973371" sldId="42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753733990" sldId="42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151445815" sldId="427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601899917" sldId="42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944291425" sldId="42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836978265" sldId="430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311539244" sldId="43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078570096" sldId="43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576002580" sldId="43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763207235" sldId="43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990935921" sldId="43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940354538" sldId="43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976867335" sldId="437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011520680" sldId="43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893186507" sldId="43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406261468" sldId="440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323582431" sldId="44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565966128" sldId="44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632519047" sldId="44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554119236" sldId="44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073254755" sldId="44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609819789" sldId="44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271664296" sldId="447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100843867" sldId="44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655613574" sldId="44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720382076" sldId="450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4039188923" sldId="45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645858176" sldId="45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454390023" sldId="45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974613922" sldId="45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856037237" sldId="456"/>
        </pc:sldMkLst>
      </pc:sldChg>
      <pc:sldChg chg="add ord">
        <pc:chgData name="Sanmukh Kuppannagari" userId="ad215094-da36-4b66-9c79-369a17aea26b" providerId="ADAL" clId="{C8CDBD4B-E4D7-4CA0-A4AD-DF1A5A47F461}" dt="2024-10-31T02:24:13.534" v="463"/>
        <pc:sldMkLst>
          <pc:docMk/>
          <pc:sldMk cId="341916898" sldId="457"/>
        </pc:sldMkLst>
      </pc:sldChg>
      <pc:sldChg chg="addSp delSp modSp add mod">
        <pc:chgData name="Sanmukh Kuppannagari" userId="ad215094-da36-4b66-9c79-369a17aea26b" providerId="ADAL" clId="{C8CDBD4B-E4D7-4CA0-A4AD-DF1A5A47F461}" dt="2024-10-31T16:12:59.963" v="551" actId="20577"/>
        <pc:sldMkLst>
          <pc:docMk/>
          <pc:sldMk cId="2601988511" sldId="460"/>
        </pc:sldMkLst>
      </pc:sldChg>
      <pc:sldChg chg="addSp delSp modSp add del mod">
        <pc:chgData name="Sanmukh Kuppannagari" userId="ad215094-da36-4b66-9c79-369a17aea26b" providerId="ADAL" clId="{C8CDBD4B-E4D7-4CA0-A4AD-DF1A5A47F461}" dt="2024-10-31T02:26:50.639" v="523" actId="47"/>
        <pc:sldMkLst>
          <pc:docMk/>
          <pc:sldMk cId="3907957483" sldId="461"/>
        </pc:sldMkLst>
      </pc:sldChg>
      <pc:sldChg chg="addSp delSp modSp add mod">
        <pc:chgData name="Sanmukh Kuppannagari" userId="ad215094-da36-4b66-9c79-369a17aea26b" providerId="ADAL" clId="{C8CDBD4B-E4D7-4CA0-A4AD-DF1A5A47F461}" dt="2024-10-31T02:27:17.916" v="539" actId="20577"/>
        <pc:sldMkLst>
          <pc:docMk/>
          <pc:sldMk cId="481577837" sldId="463"/>
        </pc:sldMkLst>
      </pc:sldChg>
      <pc:sldChg chg="modSp add">
        <pc:chgData name="Sanmukh Kuppannagari" userId="ad215094-da36-4b66-9c79-369a17aea26b" providerId="ADAL" clId="{C8CDBD4B-E4D7-4CA0-A4AD-DF1A5A47F461}" dt="2024-10-31T02:27:46.531" v="543" actId="20577"/>
        <pc:sldMkLst>
          <pc:docMk/>
          <pc:sldMk cId="1187406926" sldId="464"/>
        </pc:sldMkLst>
      </pc:sldChg>
      <pc:sldChg chg="add">
        <pc:chgData name="Sanmukh Kuppannagari" userId="ad215094-da36-4b66-9c79-369a17aea26b" providerId="ADAL" clId="{C8CDBD4B-E4D7-4CA0-A4AD-DF1A5A47F461}" dt="2024-10-31T02:28:10.778" v="544"/>
        <pc:sldMkLst>
          <pc:docMk/>
          <pc:sldMk cId="1659536501" sldId="477"/>
        </pc:sldMkLst>
      </pc:sldChg>
      <pc:sldChg chg="modSp add">
        <pc:chgData name="Sanmukh Kuppannagari" userId="ad215094-da36-4b66-9c79-369a17aea26b" providerId="ADAL" clId="{C8CDBD4B-E4D7-4CA0-A4AD-DF1A5A47F461}" dt="2024-10-31T16:13:34.143" v="555" actId="20577"/>
        <pc:sldMkLst>
          <pc:docMk/>
          <pc:sldMk cId="1515942174" sldId="478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1020898153" sldId="479"/>
        </pc:sldMkLst>
      </pc:sldChg>
      <pc:sldChg chg="addSp modSp add mod">
        <pc:chgData name="Sanmukh Kuppannagari" userId="ad215094-da36-4b66-9c79-369a17aea26b" providerId="ADAL" clId="{C8CDBD4B-E4D7-4CA0-A4AD-DF1A5A47F461}" dt="2024-10-31T16:16:09.239" v="620" actId="20577"/>
        <pc:sldMkLst>
          <pc:docMk/>
          <pc:sldMk cId="95937722" sldId="480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928985008" sldId="482"/>
        </pc:sldMkLst>
      </pc:sldChg>
      <pc:sldChg chg="addSp modSp add mod">
        <pc:chgData name="Sanmukh Kuppannagari" userId="ad215094-da36-4b66-9c79-369a17aea26b" providerId="ADAL" clId="{C8CDBD4B-E4D7-4CA0-A4AD-DF1A5A47F461}" dt="2024-10-31T16:30:13.085" v="680" actId="207"/>
        <pc:sldMkLst>
          <pc:docMk/>
          <pc:sldMk cId="1617999572" sldId="483"/>
        </pc:sldMkLst>
      </pc:sldChg>
      <pc:sldChg chg="modSp add">
        <pc:chgData name="Sanmukh Kuppannagari" userId="ad215094-da36-4b66-9c79-369a17aea26b" providerId="ADAL" clId="{C8CDBD4B-E4D7-4CA0-A4AD-DF1A5A47F461}" dt="2024-10-31T16:29:23.304" v="638" actId="20577"/>
        <pc:sldMkLst>
          <pc:docMk/>
          <pc:sldMk cId="1110268650" sldId="484"/>
        </pc:sldMkLst>
      </pc:sldChg>
      <pc:sldChg chg="modSp add">
        <pc:chgData name="Sanmukh Kuppannagari" userId="ad215094-da36-4b66-9c79-369a17aea26b" providerId="ADAL" clId="{C8CDBD4B-E4D7-4CA0-A4AD-DF1A5A47F461}" dt="2024-10-31T16:29:44.632" v="646" actId="20577"/>
        <pc:sldMkLst>
          <pc:docMk/>
          <pc:sldMk cId="1120752997" sldId="485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1949217274" sldId="486"/>
        </pc:sldMkLst>
      </pc:sldChg>
      <pc:sldChg chg="modSp add">
        <pc:chgData name="Sanmukh Kuppannagari" userId="ad215094-da36-4b66-9c79-369a17aea26b" providerId="ADAL" clId="{C8CDBD4B-E4D7-4CA0-A4AD-DF1A5A47F461}" dt="2024-10-31T16:34:59.605" v="699" actId="20577"/>
        <pc:sldMkLst>
          <pc:docMk/>
          <pc:sldMk cId="750096599" sldId="487"/>
        </pc:sldMkLst>
      </pc:sldChg>
      <pc:sldChg chg="modSp add">
        <pc:chgData name="Sanmukh Kuppannagari" userId="ad215094-da36-4b66-9c79-369a17aea26b" providerId="ADAL" clId="{C8CDBD4B-E4D7-4CA0-A4AD-DF1A5A47F461}" dt="2024-10-31T16:35:41.035" v="718" actId="20577"/>
        <pc:sldMkLst>
          <pc:docMk/>
          <pc:sldMk cId="2902185754" sldId="488"/>
        </pc:sldMkLst>
      </pc:sldChg>
      <pc:sldChg chg="modSp add">
        <pc:chgData name="Sanmukh Kuppannagari" userId="ad215094-da36-4b66-9c79-369a17aea26b" providerId="ADAL" clId="{C8CDBD4B-E4D7-4CA0-A4AD-DF1A5A47F461}" dt="2024-10-31T16:36:06.645" v="733" actId="20577"/>
        <pc:sldMkLst>
          <pc:docMk/>
          <pc:sldMk cId="3048045561" sldId="489"/>
        </pc:sldMkLst>
      </pc:sldChg>
      <pc:sldChg chg="modSp add">
        <pc:chgData name="Sanmukh Kuppannagari" userId="ad215094-da36-4b66-9c79-369a17aea26b" providerId="ADAL" clId="{C8CDBD4B-E4D7-4CA0-A4AD-DF1A5A47F461}" dt="2024-10-31T16:36:27.365" v="740" actId="20577"/>
        <pc:sldMkLst>
          <pc:docMk/>
          <pc:sldMk cId="1844141991" sldId="490"/>
        </pc:sldMkLst>
      </pc:sldChg>
      <pc:sldChg chg="modSp add">
        <pc:chgData name="Sanmukh Kuppannagari" userId="ad215094-da36-4b66-9c79-369a17aea26b" providerId="ADAL" clId="{C8CDBD4B-E4D7-4CA0-A4AD-DF1A5A47F461}" dt="2024-10-31T16:37:41.075" v="758" actId="20577"/>
        <pc:sldMkLst>
          <pc:docMk/>
          <pc:sldMk cId="300793038" sldId="491"/>
        </pc:sldMkLst>
      </pc:sldChg>
      <pc:sldChg chg="modSp add">
        <pc:chgData name="Sanmukh Kuppannagari" userId="ad215094-da36-4b66-9c79-369a17aea26b" providerId="ADAL" clId="{C8CDBD4B-E4D7-4CA0-A4AD-DF1A5A47F461}" dt="2024-10-31T16:38:09.053" v="775" actId="20577"/>
        <pc:sldMkLst>
          <pc:docMk/>
          <pc:sldMk cId="4160602476" sldId="492"/>
        </pc:sldMkLst>
      </pc:sldChg>
      <pc:sldChg chg="modSp add">
        <pc:chgData name="Sanmukh Kuppannagari" userId="ad215094-da36-4b66-9c79-369a17aea26b" providerId="ADAL" clId="{C8CDBD4B-E4D7-4CA0-A4AD-DF1A5A47F461}" dt="2024-10-31T16:38:24.966" v="783" actId="20577"/>
        <pc:sldMkLst>
          <pc:docMk/>
          <pc:sldMk cId="3476368844" sldId="493"/>
        </pc:sldMkLst>
      </pc:sldChg>
      <pc:sldChg chg="modSp add">
        <pc:chgData name="Sanmukh Kuppannagari" userId="ad215094-da36-4b66-9c79-369a17aea26b" providerId="ADAL" clId="{C8CDBD4B-E4D7-4CA0-A4AD-DF1A5A47F461}" dt="2024-10-31T16:39:08.819" v="806" actId="20577"/>
        <pc:sldMkLst>
          <pc:docMk/>
          <pc:sldMk cId="456626189" sldId="494"/>
        </pc:sldMkLst>
      </pc:sldChg>
      <pc:sldChg chg="modSp add">
        <pc:chgData name="Sanmukh Kuppannagari" userId="ad215094-da36-4b66-9c79-369a17aea26b" providerId="ADAL" clId="{C8CDBD4B-E4D7-4CA0-A4AD-DF1A5A47F461}" dt="2024-10-31T16:39:44.327" v="834" actId="20577"/>
        <pc:sldMkLst>
          <pc:docMk/>
          <pc:sldMk cId="1238860180" sldId="495"/>
        </pc:sldMkLst>
      </pc:sldChg>
      <pc:sldChg chg="modSp add">
        <pc:chgData name="Sanmukh Kuppannagari" userId="ad215094-da36-4b66-9c79-369a17aea26b" providerId="ADAL" clId="{C8CDBD4B-E4D7-4CA0-A4AD-DF1A5A47F461}" dt="2024-10-31T16:40:09.638" v="840" actId="20577"/>
        <pc:sldMkLst>
          <pc:docMk/>
          <pc:sldMk cId="2081575624" sldId="496"/>
        </pc:sldMkLst>
      </pc:sldChg>
      <pc:sldChg chg="modSp add">
        <pc:chgData name="Sanmukh Kuppannagari" userId="ad215094-da36-4b66-9c79-369a17aea26b" providerId="ADAL" clId="{C8CDBD4B-E4D7-4CA0-A4AD-DF1A5A47F461}" dt="2024-10-31T16:40:48.019" v="859" actId="20577"/>
        <pc:sldMkLst>
          <pc:docMk/>
          <pc:sldMk cId="842476258" sldId="497"/>
        </pc:sldMkLst>
      </pc:sldChg>
      <pc:sldChg chg="modSp add mod">
        <pc:chgData name="Sanmukh Kuppannagari" userId="ad215094-da36-4b66-9c79-369a17aea26b" providerId="ADAL" clId="{C8CDBD4B-E4D7-4CA0-A4AD-DF1A5A47F461}" dt="2024-10-31T16:41:41.844" v="884" actId="20577"/>
        <pc:sldMkLst>
          <pc:docMk/>
          <pc:sldMk cId="3045889812" sldId="498"/>
        </pc:sldMkLst>
      </pc:sldChg>
      <pc:sldChg chg="modSp add">
        <pc:chgData name="Sanmukh Kuppannagari" userId="ad215094-da36-4b66-9c79-369a17aea26b" providerId="ADAL" clId="{C8CDBD4B-E4D7-4CA0-A4AD-DF1A5A47F461}" dt="2024-10-31T16:41:55.636" v="890" actId="20577"/>
        <pc:sldMkLst>
          <pc:docMk/>
          <pc:sldMk cId="3123372165" sldId="499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10919993" sldId="500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292526672" sldId="501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3638767231" sldId="502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2237676536" sldId="506"/>
        </pc:sldMkLst>
      </pc:sldChg>
      <pc:sldChg chg="modSp mod">
        <pc:chgData name="Sanmukh Kuppannagari" userId="ad215094-da36-4b66-9c79-369a17aea26b" providerId="ADAL" clId="{C8CDBD4B-E4D7-4CA0-A4AD-DF1A5A47F461}" dt="2024-10-31T02:21:31.775" v="270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3518660825" sldId="1552"/>
        </pc:sldMkLst>
      </pc:sldChg>
      <pc:sldChg chg="modSp mod">
        <pc:chgData name="Sanmukh Kuppannagari" userId="ad215094-da36-4b66-9c79-369a17aea26b" providerId="ADAL" clId="{C8CDBD4B-E4D7-4CA0-A4AD-DF1A5A47F461}" dt="2024-10-31T02:20:53.416" v="264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1310001645" sldId="1569"/>
        </pc:sldMkLst>
      </pc:sldChg>
      <pc:sldChg chg="modSp mod">
        <pc:chgData name="Sanmukh Kuppannagari" userId="ad215094-da36-4b66-9c79-369a17aea26b" providerId="ADAL" clId="{C8CDBD4B-E4D7-4CA0-A4AD-DF1A5A47F461}" dt="2024-10-31T02:05:02.494" v="37" actId="20577"/>
        <pc:sldMkLst>
          <pc:docMk/>
          <pc:sldMk cId="3018800808" sldId="1570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492548520" sldId="1572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3044227913" sldId="1573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912820729" sldId="1574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887999413" sldId="1575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4161213131" sldId="1576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12075645" sldId="1577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897900727" sldId="157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366667923" sldId="157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418387073" sldId="1580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687000461" sldId="158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838156000" sldId="158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967358820" sldId="158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514611781" sldId="158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104593775" sldId="158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949565610" sldId="158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737341798" sldId="1587"/>
        </pc:sldMkLst>
      </pc:sldChg>
      <pc:sldChg chg="del">
        <pc:chgData name="Sanmukh Kuppannagari" userId="ad215094-da36-4b66-9c79-369a17aea26b" providerId="ADAL" clId="{C8CDBD4B-E4D7-4CA0-A4AD-DF1A5A47F461}" dt="2024-10-31T02:06:07.001" v="42" actId="47"/>
        <pc:sldMkLst>
          <pc:docMk/>
          <pc:sldMk cId="1322974604" sldId="1588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2447559563" sldId="1589"/>
        </pc:sldMkLst>
      </pc:sldChg>
      <pc:sldChg chg="add 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450624807" sldId="1589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1942984142" sldId="1590"/>
        </pc:sldMkLst>
      </pc:sldChg>
      <pc:sldChg chg="modSp new del mod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256363865" sldId="1590"/>
        </pc:sldMkLst>
      </pc:sldChg>
      <pc:sldChg chg="modSp new del mod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376289220" sldId="1591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562871704" sldId="1591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127211946" sldId="1592"/>
        </pc:sldMkLst>
      </pc:sldChg>
      <pc:sldChg chg="add">
        <pc:chgData name="Sanmukh Kuppannagari" userId="ad215094-da36-4b66-9c79-369a17aea26b" providerId="ADAL" clId="{C8CDBD4B-E4D7-4CA0-A4AD-DF1A5A47F461}" dt="2024-10-31T02:21:06.825" v="265"/>
        <pc:sldMkLst>
          <pc:docMk/>
          <pc:sldMk cId="1526805434" sldId="1592"/>
        </pc:sldMkLst>
      </pc:sldChg>
      <pc:sldChg chg="modSp new mod">
        <pc:chgData name="Sanmukh Kuppannagari" userId="ad215094-da36-4b66-9c79-369a17aea26b" providerId="ADAL" clId="{C8CDBD4B-E4D7-4CA0-A4AD-DF1A5A47F461}" dt="2024-10-31T02:22:20.157" v="451" actId="20577"/>
        <pc:sldMkLst>
          <pc:docMk/>
          <pc:sldMk cId="632576344" sldId="1593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2765769096" sldId="1593"/>
        </pc:sldMkLst>
      </pc:sldChg>
      <pc:sldChg chg="addSp delSp modSp add mod">
        <pc:chgData name="Sanmukh Kuppannagari" userId="ad215094-da36-4b66-9c79-369a17aea26b" providerId="ADAL" clId="{C8CDBD4B-E4D7-4CA0-A4AD-DF1A5A47F461}" dt="2024-10-31T16:12:43.805" v="547" actId="20577"/>
        <pc:sldMkLst>
          <pc:docMk/>
          <pc:sldMk cId="2563867407" sldId="1594"/>
        </pc:sldMkLst>
      </pc:sldChg>
      <pc:sldChg chg="modSp add">
        <pc:chgData name="Sanmukh Kuppannagari" userId="ad215094-da36-4b66-9c79-369a17aea26b" providerId="ADAL" clId="{C8CDBD4B-E4D7-4CA0-A4AD-DF1A5A47F461}" dt="2024-10-31T16:12:52.610" v="549" actId="20577"/>
        <pc:sldMkLst>
          <pc:docMk/>
          <pc:sldMk cId="1367162041" sldId="1595"/>
        </pc:sldMkLst>
      </pc:sldChg>
      <pc:sldChg chg="addSp delSp modSp add mod">
        <pc:chgData name="Sanmukh Kuppannagari" userId="ad215094-da36-4b66-9c79-369a17aea26b" providerId="ADAL" clId="{C8CDBD4B-E4D7-4CA0-A4AD-DF1A5A47F461}" dt="2024-10-31T16:13:07.117" v="553" actId="20577"/>
        <pc:sldMkLst>
          <pc:docMk/>
          <pc:sldMk cId="3508594656" sldId="1596"/>
        </pc:sldMkLst>
      </pc:sldChg>
      <pc:sldChg chg="modSp new mod">
        <pc:chgData name="Sanmukh Kuppannagari" userId="ad215094-da36-4b66-9c79-369a17aea26b" providerId="ADAL" clId="{C8CDBD4B-E4D7-4CA0-A4AD-DF1A5A47F461}" dt="2024-10-31T17:40:07.948" v="1046" actId="20577"/>
        <pc:sldMkLst>
          <pc:docMk/>
          <pc:sldMk cId="692865834" sldId="1597"/>
        </pc:sldMkLst>
      </pc:sldChg>
    </pc:docChg>
  </pc:docChgLst>
  <pc:docChgLst>
    <pc:chgData name="Sanmukh Kuppannagari" userId="ad215094-da36-4b66-9c79-369a17aea26b" providerId="ADAL" clId="{DC1972DA-D35E-4E93-B58E-F3B37703BD11}"/>
    <pc:docChg chg="custSel addSld delSld modSld">
      <pc:chgData name="Sanmukh Kuppannagari" userId="ad215094-da36-4b66-9c79-369a17aea26b" providerId="ADAL" clId="{DC1972DA-D35E-4E93-B58E-F3B37703BD11}" dt="2025-11-20T18:12:29.793" v="252" actId="207"/>
      <pc:docMkLst>
        <pc:docMk/>
      </pc:docMkLst>
      <pc:sldChg chg="addSp delSp modSp del mod">
        <pc:chgData name="Sanmukh Kuppannagari" userId="ad215094-da36-4b66-9c79-369a17aea26b" providerId="ADAL" clId="{DC1972DA-D35E-4E93-B58E-F3B37703BD11}" dt="2025-11-20T18:07:18.546" v="173" actId="47"/>
        <pc:sldMkLst>
          <pc:docMk/>
          <pc:sldMk cId="2757975996" sldId="1658"/>
        </pc:sldMkLst>
        <pc:spChg chg="add del mod">
          <ac:chgData name="Sanmukh Kuppannagari" userId="ad215094-da36-4b66-9c79-369a17aea26b" providerId="ADAL" clId="{DC1972DA-D35E-4E93-B58E-F3B37703BD11}" dt="2025-11-20T18:05:56.872" v="8" actId="21"/>
          <ac:spMkLst>
            <pc:docMk/>
            <pc:sldMk cId="2757975996" sldId="1658"/>
            <ac:spMk id="7" creationId="{3E2559C4-77FE-9269-F01A-793F17F9EC0A}"/>
          </ac:spMkLst>
        </pc:spChg>
        <pc:spChg chg="add mod">
          <ac:chgData name="Sanmukh Kuppannagari" userId="ad215094-da36-4b66-9c79-369a17aea26b" providerId="ADAL" clId="{DC1972DA-D35E-4E93-B58E-F3B37703BD11}" dt="2025-11-20T18:05:56.872" v="8" actId="21"/>
          <ac:spMkLst>
            <pc:docMk/>
            <pc:sldMk cId="2757975996" sldId="1658"/>
            <ac:spMk id="18" creationId="{3F517505-6DB0-A956-4B14-2D578D245A07}"/>
          </ac:spMkLst>
        </pc:spChg>
      </pc:sldChg>
      <pc:sldChg chg="addSp modSp mod">
        <pc:chgData name="Sanmukh Kuppannagari" userId="ad215094-da36-4b66-9c79-369a17aea26b" providerId="ADAL" clId="{DC1972DA-D35E-4E93-B58E-F3B37703BD11}" dt="2025-11-20T18:06:15.462" v="51" actId="20577"/>
        <pc:sldMkLst>
          <pc:docMk/>
          <pc:sldMk cId="90552158" sldId="1659"/>
        </pc:sldMkLst>
        <pc:spChg chg="add mod">
          <ac:chgData name="Sanmukh Kuppannagari" userId="ad215094-da36-4b66-9c79-369a17aea26b" providerId="ADAL" clId="{DC1972DA-D35E-4E93-B58E-F3B37703BD11}" dt="2025-11-20T18:06:15.462" v="51" actId="20577"/>
          <ac:spMkLst>
            <pc:docMk/>
            <pc:sldMk cId="90552158" sldId="1659"/>
            <ac:spMk id="7" creationId="{3E2559C4-77FE-9269-F01A-793F17F9EC0A}"/>
          </ac:spMkLst>
        </pc:spChg>
      </pc:sldChg>
      <pc:sldChg chg="addSp modSp mod">
        <pc:chgData name="Sanmukh Kuppannagari" userId="ad215094-da36-4b66-9c79-369a17aea26b" providerId="ADAL" clId="{DC1972DA-D35E-4E93-B58E-F3B37703BD11}" dt="2025-11-20T18:06:32.421" v="84" actId="20577"/>
        <pc:sldMkLst>
          <pc:docMk/>
          <pc:sldMk cId="634936884" sldId="1660"/>
        </pc:sldMkLst>
        <pc:spChg chg="add mod">
          <ac:chgData name="Sanmukh Kuppannagari" userId="ad215094-da36-4b66-9c79-369a17aea26b" providerId="ADAL" clId="{DC1972DA-D35E-4E93-B58E-F3B37703BD11}" dt="2025-11-20T18:06:32.421" v="84" actId="20577"/>
          <ac:spMkLst>
            <pc:docMk/>
            <pc:sldMk cId="634936884" sldId="1660"/>
            <ac:spMk id="4" creationId="{4690D3EF-1D0E-038E-2BA1-CE5A3BBE4779}"/>
          </ac:spMkLst>
        </pc:spChg>
      </pc:sldChg>
      <pc:sldChg chg="addSp modSp mod">
        <pc:chgData name="Sanmukh Kuppannagari" userId="ad215094-da36-4b66-9c79-369a17aea26b" providerId="ADAL" clId="{DC1972DA-D35E-4E93-B58E-F3B37703BD11}" dt="2025-11-20T18:07:08.174" v="172" actId="20577"/>
        <pc:sldMkLst>
          <pc:docMk/>
          <pc:sldMk cId="844867581" sldId="1661"/>
        </pc:sldMkLst>
        <pc:spChg chg="add mod">
          <ac:chgData name="Sanmukh Kuppannagari" userId="ad215094-da36-4b66-9c79-369a17aea26b" providerId="ADAL" clId="{DC1972DA-D35E-4E93-B58E-F3B37703BD11}" dt="2025-11-20T18:07:08.174" v="172" actId="20577"/>
          <ac:spMkLst>
            <pc:docMk/>
            <pc:sldMk cId="844867581" sldId="1661"/>
            <ac:spMk id="4" creationId="{E0A97E08-2D29-0403-1E31-3FF6229E6C2C}"/>
          </ac:spMkLst>
        </pc:spChg>
      </pc:sldChg>
      <pc:sldChg chg="del">
        <pc:chgData name="Sanmukh Kuppannagari" userId="ad215094-da36-4b66-9c79-369a17aea26b" providerId="ADAL" clId="{DC1972DA-D35E-4E93-B58E-F3B37703BD11}" dt="2025-11-20T18:10:16.662" v="248" actId="47"/>
        <pc:sldMkLst>
          <pc:docMk/>
          <pc:sldMk cId="115172127" sldId="1662"/>
        </pc:sldMkLst>
      </pc:sldChg>
      <pc:sldChg chg="modSp">
        <pc:chgData name="Sanmukh Kuppannagari" userId="ad215094-da36-4b66-9c79-369a17aea26b" providerId="ADAL" clId="{DC1972DA-D35E-4E93-B58E-F3B37703BD11}" dt="2025-11-20T18:12:29.793" v="252" actId="207"/>
        <pc:sldMkLst>
          <pc:docMk/>
          <pc:sldMk cId="962221390" sldId="1691"/>
        </pc:sldMkLst>
        <pc:spChg chg="mod">
          <ac:chgData name="Sanmukh Kuppannagari" userId="ad215094-da36-4b66-9c79-369a17aea26b" providerId="ADAL" clId="{DC1972DA-D35E-4E93-B58E-F3B37703BD11}" dt="2025-11-20T18:12:29.793" v="252" actId="207"/>
          <ac:spMkLst>
            <pc:docMk/>
            <pc:sldMk cId="962221390" sldId="1691"/>
            <ac:spMk id="3" creationId="{5287D619-8813-D9DF-F81C-67B57F6321BC}"/>
          </ac:spMkLst>
        </pc:spChg>
      </pc:sldChg>
      <pc:sldChg chg="modSp">
        <pc:chgData name="Sanmukh Kuppannagari" userId="ad215094-da36-4b66-9c79-369a17aea26b" providerId="ADAL" clId="{DC1972DA-D35E-4E93-B58E-F3B37703BD11}" dt="2025-11-20T18:12:15.599" v="251" actId="20577"/>
        <pc:sldMkLst>
          <pc:docMk/>
          <pc:sldMk cId="889694262" sldId="1704"/>
        </pc:sldMkLst>
        <pc:spChg chg="mod">
          <ac:chgData name="Sanmukh Kuppannagari" userId="ad215094-da36-4b66-9c79-369a17aea26b" providerId="ADAL" clId="{DC1972DA-D35E-4E93-B58E-F3B37703BD11}" dt="2025-11-20T18:12:15.599" v="251" actId="20577"/>
          <ac:spMkLst>
            <pc:docMk/>
            <pc:sldMk cId="889694262" sldId="1704"/>
            <ac:spMk id="3" creationId="{A0CA5868-2854-146C-00C1-52FC7FF4316A}"/>
          </ac:spMkLst>
        </pc:spChg>
      </pc:sldChg>
      <pc:sldChg chg="modSp add mod">
        <pc:chgData name="Sanmukh Kuppannagari" userId="ad215094-da36-4b66-9c79-369a17aea26b" providerId="ADAL" clId="{DC1972DA-D35E-4E93-B58E-F3B37703BD11}" dt="2025-11-20T18:07:36.370" v="175" actId="207"/>
        <pc:sldMkLst>
          <pc:docMk/>
          <pc:sldMk cId="634036909" sldId="1705"/>
        </pc:sldMkLst>
        <pc:spChg chg="mod">
          <ac:chgData name="Sanmukh Kuppannagari" userId="ad215094-da36-4b66-9c79-369a17aea26b" providerId="ADAL" clId="{DC1972DA-D35E-4E93-B58E-F3B37703BD11}" dt="2025-11-20T18:07:36.370" v="175" actId="207"/>
          <ac:spMkLst>
            <pc:docMk/>
            <pc:sldMk cId="634036909" sldId="1705"/>
            <ac:spMk id="4" creationId="{F5066CD2-B5EF-DA55-656F-063879A04B5B}"/>
          </ac:spMkLst>
        </pc:spChg>
      </pc:sldChg>
      <pc:sldChg chg="modSp add mod">
        <pc:chgData name="Sanmukh Kuppannagari" userId="ad215094-da36-4b66-9c79-369a17aea26b" providerId="ADAL" clId="{DC1972DA-D35E-4E93-B58E-F3B37703BD11}" dt="2025-11-20T18:08:06.251" v="192"/>
        <pc:sldMkLst>
          <pc:docMk/>
          <pc:sldMk cId="1072798027" sldId="1706"/>
        </pc:sldMkLst>
        <pc:spChg chg="mod">
          <ac:chgData name="Sanmukh Kuppannagari" userId="ad215094-da36-4b66-9c79-369a17aea26b" providerId="ADAL" clId="{DC1972DA-D35E-4E93-B58E-F3B37703BD11}" dt="2025-11-20T18:08:06.251" v="192"/>
          <ac:spMkLst>
            <pc:docMk/>
            <pc:sldMk cId="1072798027" sldId="1706"/>
            <ac:spMk id="4" creationId="{2EFAF4CE-AC75-8D2D-67B1-BA555B4C79E6}"/>
          </ac:spMkLst>
        </pc:spChg>
      </pc:sldChg>
      <pc:sldChg chg="modSp add mod">
        <pc:chgData name="Sanmukh Kuppannagari" userId="ad215094-da36-4b66-9c79-369a17aea26b" providerId="ADAL" clId="{DC1972DA-D35E-4E93-B58E-F3B37703BD11}" dt="2025-11-20T18:09:10.652" v="209" actId="20577"/>
        <pc:sldMkLst>
          <pc:docMk/>
          <pc:sldMk cId="1284928459" sldId="1707"/>
        </pc:sldMkLst>
        <pc:spChg chg="mod">
          <ac:chgData name="Sanmukh Kuppannagari" userId="ad215094-da36-4b66-9c79-369a17aea26b" providerId="ADAL" clId="{DC1972DA-D35E-4E93-B58E-F3B37703BD11}" dt="2025-11-20T18:09:10.652" v="209" actId="20577"/>
          <ac:spMkLst>
            <pc:docMk/>
            <pc:sldMk cId="1284928459" sldId="1707"/>
            <ac:spMk id="3" creationId="{97680642-4848-9991-046E-F05A7BE1180F}"/>
          </ac:spMkLst>
        </pc:spChg>
      </pc:sldChg>
      <pc:sldChg chg="modSp add mod">
        <pc:chgData name="Sanmukh Kuppannagari" userId="ad215094-da36-4b66-9c79-369a17aea26b" providerId="ADAL" clId="{DC1972DA-D35E-4E93-B58E-F3B37703BD11}" dt="2025-11-20T18:09:29.799" v="228" actId="207"/>
        <pc:sldMkLst>
          <pc:docMk/>
          <pc:sldMk cId="3798022939" sldId="1708"/>
        </pc:sldMkLst>
        <pc:spChg chg="mod">
          <ac:chgData name="Sanmukh Kuppannagari" userId="ad215094-da36-4b66-9c79-369a17aea26b" providerId="ADAL" clId="{DC1972DA-D35E-4E93-B58E-F3B37703BD11}" dt="2025-11-20T18:09:29.799" v="228" actId="207"/>
          <ac:spMkLst>
            <pc:docMk/>
            <pc:sldMk cId="3798022939" sldId="1708"/>
            <ac:spMk id="4" creationId="{A76CA79F-912A-F3CA-AF79-6492F4C80B0B}"/>
          </ac:spMkLst>
        </pc:spChg>
      </pc:sldChg>
      <pc:sldChg chg="modSp add mod">
        <pc:chgData name="Sanmukh Kuppannagari" userId="ad215094-da36-4b66-9c79-369a17aea26b" providerId="ADAL" clId="{DC1972DA-D35E-4E93-B58E-F3B37703BD11}" dt="2025-11-20T18:10:12.999" v="247" actId="207"/>
        <pc:sldMkLst>
          <pc:docMk/>
          <pc:sldMk cId="3919453360" sldId="1709"/>
        </pc:sldMkLst>
        <pc:spChg chg="mod">
          <ac:chgData name="Sanmukh Kuppannagari" userId="ad215094-da36-4b66-9c79-369a17aea26b" providerId="ADAL" clId="{DC1972DA-D35E-4E93-B58E-F3B37703BD11}" dt="2025-11-20T18:10:12.999" v="247" actId="207"/>
          <ac:spMkLst>
            <pc:docMk/>
            <pc:sldMk cId="3919453360" sldId="1709"/>
            <ac:spMk id="4" creationId="{CC439ED6-841E-6BB2-CC4D-F32B759242F9}"/>
          </ac:spMkLst>
        </pc:spChg>
      </pc:sldChg>
    </pc:docChg>
  </pc:docChgLst>
  <pc:docChgLst>
    <pc:chgData name="Sanmukh Kuppannagari" userId="ad215094-da36-4b66-9c79-369a17aea26b" providerId="ADAL" clId="{5AD0DD8E-94C3-43F5-AB7F-2D8E935C9CFF}"/>
    <pc:docChg chg="undo custSel addSld delSld modSld">
      <pc:chgData name="Sanmukh Kuppannagari" userId="ad215094-da36-4b66-9c79-369a17aea26b" providerId="ADAL" clId="{5AD0DD8E-94C3-43F5-AB7F-2D8E935C9CFF}" dt="2024-10-15T17:05:34.964" v="891" actId="20577"/>
      <pc:docMkLst>
        <pc:docMk/>
      </pc:docMkLst>
      <pc:sldChg chg="modSp mod">
        <pc:chgData name="Sanmukh Kuppannagari" userId="ad215094-da36-4b66-9c79-369a17aea26b" providerId="ADAL" clId="{5AD0DD8E-94C3-43F5-AB7F-2D8E935C9CFF}" dt="2024-10-15T14:03:29.331" v="12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837546598" sldId="96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747551071" sldId="966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630924" sldId="125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4284530624" sldId="125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413064123" sldId="125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574746539" sldId="125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927700788" sldId="125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750676043" sldId="125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329904463" sldId="125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892195865" sldId="126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157439954" sldId="126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769619670" sldId="1262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80733138" sldId="126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938244019" sldId="126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16587120" sldId="126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5148523" sldId="126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7822773" sldId="126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66595346" sldId="126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888322834" sldId="126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981461382" sldId="127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073609131" sldId="127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505794832" sldId="1272"/>
        </pc:sldMkLst>
      </pc:sldChg>
      <pc:sldChg chg="addSp delSp modSp mod">
        <pc:chgData name="Sanmukh Kuppannagari" userId="ad215094-da36-4b66-9c79-369a17aea26b" providerId="ADAL" clId="{5AD0DD8E-94C3-43F5-AB7F-2D8E935C9CFF}" dt="2024-10-15T14:34:28.426" v="617" actId="20577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5AD0DD8E-94C3-43F5-AB7F-2D8E935C9CFF}" dt="2024-10-15T14:36:56.355" v="623"/>
        <pc:sldMkLst>
          <pc:docMk/>
          <pc:sldMk cId="558271014" sldId="1299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8832422" sldId="1300"/>
        </pc:sldMkLst>
      </pc:sldChg>
      <pc:sldChg chg="add">
        <pc:chgData name="Sanmukh Kuppannagari" userId="ad215094-da36-4b66-9c79-369a17aea26b" providerId="ADAL" clId="{5AD0DD8E-94C3-43F5-AB7F-2D8E935C9CFF}" dt="2024-10-15T14:37:31.490" v="624"/>
        <pc:sldMkLst>
          <pc:docMk/>
          <pc:sldMk cId="2120621833" sldId="1301"/>
        </pc:sldMkLst>
      </pc:sldChg>
      <pc:sldChg chg="add del">
        <pc:chgData name="Sanmukh Kuppannagari" userId="ad215094-da36-4b66-9c79-369a17aea26b" providerId="ADAL" clId="{5AD0DD8E-94C3-43F5-AB7F-2D8E935C9CFF}" dt="2024-10-15T14:43:51.572" v="629"/>
        <pc:sldMkLst>
          <pc:docMk/>
          <pc:sldMk cId="761206213" sldId="1302"/>
        </pc:sldMkLst>
      </pc:sldChg>
      <pc:sldChg chg="addSp modSp">
        <pc:chgData name="Sanmukh Kuppannagari" userId="ad215094-da36-4b66-9c79-369a17aea26b" providerId="ADAL" clId="{5AD0DD8E-94C3-43F5-AB7F-2D8E935C9CFF}" dt="2024-10-15T14:20:53.772" v="436"/>
        <pc:sldMkLst>
          <pc:docMk/>
          <pc:sldMk cId="3902944658" sldId="1309"/>
        </pc:sldMkLst>
      </pc:sldChg>
      <pc:sldChg chg="addSp modSp">
        <pc:chgData name="Sanmukh Kuppannagari" userId="ad215094-da36-4b66-9c79-369a17aea26b" providerId="ADAL" clId="{5AD0DD8E-94C3-43F5-AB7F-2D8E935C9CFF}" dt="2024-10-15T14:20:55.611" v="437"/>
        <pc:sldMkLst>
          <pc:docMk/>
          <pc:sldMk cId="2577631310" sldId="1310"/>
        </pc:sldMkLst>
      </pc:sldChg>
      <pc:sldChg chg="addSp modSp">
        <pc:chgData name="Sanmukh Kuppannagari" userId="ad215094-da36-4b66-9c79-369a17aea26b" providerId="ADAL" clId="{5AD0DD8E-94C3-43F5-AB7F-2D8E935C9CFF}" dt="2024-10-15T14:20:57.033" v="438"/>
        <pc:sldMkLst>
          <pc:docMk/>
          <pc:sldMk cId="692720287" sldId="1311"/>
        </pc:sldMkLst>
      </pc:sldChg>
      <pc:sldChg chg="addSp modSp mod">
        <pc:chgData name="Sanmukh Kuppannagari" userId="ad215094-da36-4b66-9c79-369a17aea26b" providerId="ADAL" clId="{5AD0DD8E-94C3-43F5-AB7F-2D8E935C9CFF}" dt="2024-10-15T14:20:46.767" v="435" actId="122"/>
        <pc:sldMkLst>
          <pc:docMk/>
          <pc:sldMk cId="4072723455" sldId="1312"/>
        </pc:sldMkLst>
      </pc:sldChg>
      <pc:sldChg chg="addSp modSp">
        <pc:chgData name="Sanmukh Kuppannagari" userId="ad215094-da36-4b66-9c79-369a17aea26b" providerId="ADAL" clId="{5AD0DD8E-94C3-43F5-AB7F-2D8E935C9CFF}" dt="2024-10-15T14:21:03.744" v="440"/>
        <pc:sldMkLst>
          <pc:docMk/>
          <pc:sldMk cId="830590251" sldId="1313"/>
        </pc:sldMkLst>
      </pc:sldChg>
      <pc:sldChg chg="addSp modSp">
        <pc:chgData name="Sanmukh Kuppannagari" userId="ad215094-da36-4b66-9c79-369a17aea26b" providerId="ADAL" clId="{5AD0DD8E-94C3-43F5-AB7F-2D8E935C9CFF}" dt="2024-10-15T14:21:00.492" v="439"/>
        <pc:sldMkLst>
          <pc:docMk/>
          <pc:sldMk cId="3979417289" sldId="1314"/>
        </pc:sldMkLst>
      </pc:sldChg>
      <pc:sldChg chg="addSp modSp mod">
        <pc:chgData name="Sanmukh Kuppannagari" userId="ad215094-da36-4b66-9c79-369a17aea26b" providerId="ADAL" clId="{5AD0DD8E-94C3-43F5-AB7F-2D8E935C9CFF}" dt="2024-10-15T14:21:09.433" v="442" actId="1076"/>
        <pc:sldMkLst>
          <pc:docMk/>
          <pc:sldMk cId="2062603384" sldId="1315"/>
        </pc:sldMkLst>
      </pc:sldChg>
      <pc:sldChg chg="addSp modSp mod">
        <pc:chgData name="Sanmukh Kuppannagari" userId="ad215094-da36-4b66-9c79-369a17aea26b" providerId="ADAL" clId="{5AD0DD8E-94C3-43F5-AB7F-2D8E935C9CFF}" dt="2024-10-15T14:21:15.186" v="444" actId="1076"/>
        <pc:sldMkLst>
          <pc:docMk/>
          <pc:sldMk cId="3238687387" sldId="1316"/>
        </pc:sldMkLst>
      </pc:sldChg>
      <pc:sldChg chg="addSp modSp mod">
        <pc:chgData name="Sanmukh Kuppannagari" userId="ad215094-da36-4b66-9c79-369a17aea26b" providerId="ADAL" clId="{5AD0DD8E-94C3-43F5-AB7F-2D8E935C9CFF}" dt="2024-10-15T14:21:23.356" v="446" actId="1076"/>
        <pc:sldMkLst>
          <pc:docMk/>
          <pc:sldMk cId="105581169" sldId="1317"/>
        </pc:sldMkLst>
      </pc:sldChg>
      <pc:sldChg chg="addSp modSp mod">
        <pc:chgData name="Sanmukh Kuppannagari" userId="ad215094-da36-4b66-9c79-369a17aea26b" providerId="ADAL" clId="{5AD0DD8E-94C3-43F5-AB7F-2D8E935C9CFF}" dt="2024-10-15T14:21:29.336" v="448" actId="1076"/>
        <pc:sldMkLst>
          <pc:docMk/>
          <pc:sldMk cId="1626710577" sldId="1318"/>
        </pc:sldMkLst>
      </pc:sldChg>
      <pc:sldChg chg="addSp modSp mod">
        <pc:chgData name="Sanmukh Kuppannagari" userId="ad215094-da36-4b66-9c79-369a17aea26b" providerId="ADAL" clId="{5AD0DD8E-94C3-43F5-AB7F-2D8E935C9CFF}" dt="2024-10-15T14:21:37.921" v="450" actId="1076"/>
        <pc:sldMkLst>
          <pc:docMk/>
          <pc:sldMk cId="2589855805" sldId="1319"/>
        </pc:sldMkLst>
      </pc:sldChg>
      <pc:sldChg chg="addSp modSp mod">
        <pc:chgData name="Sanmukh Kuppannagari" userId="ad215094-da36-4b66-9c79-369a17aea26b" providerId="ADAL" clId="{5AD0DD8E-94C3-43F5-AB7F-2D8E935C9CFF}" dt="2024-10-15T14:21:44.233" v="452" actId="1076"/>
        <pc:sldMkLst>
          <pc:docMk/>
          <pc:sldMk cId="3870134566" sldId="132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7096827" sldId="134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042243871" sldId="134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189498737" sldId="135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540455608" sldId="1351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955974285" sldId="1352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90843385" sldId="1353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49718224" sldId="1354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4983638" sldId="1355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602010999" sldId="1356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28916360" sldId="1357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554485064" sldId="135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255597569" sldId="135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55600020" sldId="136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091206708" sldId="1361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324345654" sldId="1363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2027562" sldId="1364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2681935685" sldId="1365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694987608" sldId="1366"/>
        </pc:sldMkLst>
      </pc:sldChg>
      <pc:sldChg chg="modSp mod">
        <pc:chgData name="Sanmukh Kuppannagari" userId="ad215094-da36-4b66-9c79-369a17aea26b" providerId="ADAL" clId="{5AD0DD8E-94C3-43F5-AB7F-2D8E935C9CFF}" dt="2024-10-15T14:04:41.747" v="252" actId="20577"/>
        <pc:sldMkLst>
          <pc:docMk/>
          <pc:sldMk cId="312789784" sldId="1549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15837963" sldId="1592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224980005" sldId="1593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815668378" sldId="1594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715348697" sldId="159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509833866" sldId="1596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616425618" sldId="1597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573490693" sldId="1598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244126963" sldId="1599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09785814" sldId="1600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645901525" sldId="160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5954888" sldId="1602"/>
        </pc:sldMkLst>
      </pc:sldChg>
      <pc:sldChg chg="del">
        <pc:chgData name="Sanmukh Kuppannagari" userId="ad215094-da36-4b66-9c79-369a17aea26b" providerId="ADAL" clId="{5AD0DD8E-94C3-43F5-AB7F-2D8E935C9CFF}" dt="2024-10-15T14:05:06.434" v="256" actId="47"/>
        <pc:sldMkLst>
          <pc:docMk/>
          <pc:sldMk cId="1139153944" sldId="1603"/>
        </pc:sldMkLst>
      </pc:sldChg>
      <pc:sldChg chg="modSp add mod">
        <pc:chgData name="Sanmukh Kuppannagari" userId="ad215094-da36-4b66-9c79-369a17aea26b" providerId="ADAL" clId="{5AD0DD8E-94C3-43F5-AB7F-2D8E935C9CFF}" dt="2024-10-15T14:05:04.491" v="255" actId="207"/>
        <pc:sldMkLst>
          <pc:docMk/>
          <pc:sldMk cId="4030791014" sldId="1604"/>
        </pc:sldMkLst>
      </pc:sldChg>
      <pc:sldChg chg="addSp modSp add mod">
        <pc:chgData name="Sanmukh Kuppannagari" userId="ad215094-da36-4b66-9c79-369a17aea26b" providerId="ADAL" clId="{5AD0DD8E-94C3-43F5-AB7F-2D8E935C9CFF}" dt="2024-10-15T14:21:55.214" v="454" actId="1076"/>
        <pc:sldMkLst>
          <pc:docMk/>
          <pc:sldMk cId="1460223335" sldId="1605"/>
        </pc:sldMkLst>
      </pc:sldChg>
      <pc:sldChg chg="modSp new mod">
        <pc:chgData name="Sanmukh Kuppannagari" userId="ad215094-da36-4b66-9c79-369a17aea26b" providerId="ADAL" clId="{5AD0DD8E-94C3-43F5-AB7F-2D8E935C9CFF}" dt="2024-10-15T14:15:03.705" v="334" actId="207"/>
        <pc:sldMkLst>
          <pc:docMk/>
          <pc:sldMk cId="95513352" sldId="1606"/>
        </pc:sldMkLst>
      </pc:sldChg>
      <pc:sldChg chg="modSp add">
        <pc:chgData name="Sanmukh Kuppannagari" userId="ad215094-da36-4b66-9c79-369a17aea26b" providerId="ADAL" clId="{5AD0DD8E-94C3-43F5-AB7F-2D8E935C9CFF}" dt="2024-10-15T14:35:10.724" v="620" actId="20577"/>
        <pc:sldMkLst>
          <pc:docMk/>
          <pc:sldMk cId="1256665225" sldId="1607"/>
        </pc:sldMkLst>
      </pc:sldChg>
      <pc:sldChg chg="modSp add mod">
        <pc:chgData name="Sanmukh Kuppannagari" userId="ad215094-da36-4b66-9c79-369a17aea26b" providerId="ADAL" clId="{5AD0DD8E-94C3-43F5-AB7F-2D8E935C9CFF}" dt="2024-10-15T14:22:24.084" v="519" actId="207"/>
        <pc:sldMkLst>
          <pc:docMk/>
          <pc:sldMk cId="4149257190" sldId="1608"/>
        </pc:sldMkLst>
      </pc:sldChg>
      <pc:sldChg chg="modSp add mod">
        <pc:chgData name="Sanmukh Kuppannagari" userId="ad215094-da36-4b66-9c79-369a17aea26b" providerId="ADAL" clId="{5AD0DD8E-94C3-43F5-AB7F-2D8E935C9CFF}" dt="2024-10-15T14:23:16.805" v="521" actId="208"/>
        <pc:sldMkLst>
          <pc:docMk/>
          <pc:sldMk cId="455736369" sldId="1609"/>
        </pc:sldMkLst>
      </pc:sldChg>
      <pc:sldChg chg="addSp delSp modSp add mod">
        <pc:chgData name="Sanmukh Kuppannagari" userId="ad215094-da36-4b66-9c79-369a17aea26b" providerId="ADAL" clId="{5AD0DD8E-94C3-43F5-AB7F-2D8E935C9CFF}" dt="2024-10-15T14:33:43.174" v="613" actId="1076"/>
        <pc:sldMkLst>
          <pc:docMk/>
          <pc:sldMk cId="325795403" sldId="1610"/>
        </pc:sldMkLst>
      </pc:sldChg>
      <pc:sldChg chg="add">
        <pc:chgData name="Sanmukh Kuppannagari" userId="ad215094-da36-4b66-9c79-369a17aea26b" providerId="ADAL" clId="{5AD0DD8E-94C3-43F5-AB7F-2D8E935C9CFF}" dt="2024-10-15T14:30:39.725" v="522"/>
        <pc:sldMkLst>
          <pc:docMk/>
          <pc:sldMk cId="3322584748" sldId="1611"/>
        </pc:sldMkLst>
      </pc:sldChg>
      <pc:sldChg chg="modSp add mod">
        <pc:chgData name="Sanmukh Kuppannagari" userId="ad215094-da36-4b66-9c79-369a17aea26b" providerId="ADAL" clId="{5AD0DD8E-94C3-43F5-AB7F-2D8E935C9CFF}" dt="2024-10-15T14:36:21.806" v="622" actId="207"/>
        <pc:sldMkLst>
          <pc:docMk/>
          <pc:sldMk cId="3968471985" sldId="1612"/>
        </pc:sldMkLst>
      </pc:sldChg>
      <pc:sldChg chg="modSp new mod">
        <pc:chgData name="Sanmukh Kuppannagari" userId="ad215094-da36-4b66-9c79-369a17aea26b" providerId="ADAL" clId="{5AD0DD8E-94C3-43F5-AB7F-2D8E935C9CFF}" dt="2024-10-15T17:05:34.964" v="891" actId="20577"/>
        <pc:sldMkLst>
          <pc:docMk/>
          <pc:sldMk cId="1500153295" sldId="1613"/>
        </pc:sldMkLst>
      </pc:sldChg>
      <pc:sldChg chg="new del">
        <pc:chgData name="Sanmukh Kuppannagari" userId="ad215094-da36-4b66-9c79-369a17aea26b" providerId="ADAL" clId="{5AD0DD8E-94C3-43F5-AB7F-2D8E935C9CFF}" dt="2024-10-15T14:43:09.131" v="628" actId="2696"/>
        <pc:sldMkLst>
          <pc:docMk/>
          <pc:sldMk cId="3394277621" sldId="1613"/>
        </pc:sldMkLst>
      </pc:sldChg>
    </pc:docChg>
  </pc:docChgLst>
  <pc:docChgLst>
    <pc:chgData name="Sanmukh Kuppannagari" userId="ad215094-da36-4b66-9c79-369a17aea26b" providerId="ADAL" clId="{57CFD692-4744-46EE-BC36-4B4ADFBE76FB}"/>
    <pc:docChg chg="undo custSel addSld delSld modSld">
      <pc:chgData name="Sanmukh Kuppannagari" userId="ad215094-da36-4b66-9c79-369a17aea26b" providerId="ADAL" clId="{57CFD692-4744-46EE-BC36-4B4ADFBE76FB}" dt="2024-09-17T17:25:16.114" v="6207" actId="14100"/>
      <pc:docMkLst>
        <pc:docMk/>
      </pc:docMkLst>
      <pc:sldChg chg="modSp mod">
        <pc:chgData name="Sanmukh Kuppannagari" userId="ad215094-da36-4b66-9c79-369a17aea26b" providerId="ADAL" clId="{57CFD692-4744-46EE-BC36-4B4ADFBE76FB}" dt="2024-09-17T15:18:46.245" v="3476" actId="20577"/>
        <pc:sldMkLst>
          <pc:docMk/>
          <pc:sldMk cId="2017305151" sldId="261"/>
        </pc:sldMkLst>
      </pc:sldChg>
      <pc:sldChg chg="modSp add mod">
        <pc:chgData name="Sanmukh Kuppannagari" userId="ad215094-da36-4b66-9c79-369a17aea26b" providerId="ADAL" clId="{57CFD692-4744-46EE-BC36-4B4ADFBE76FB}" dt="2024-09-17T14:30:17.188" v="519" actId="20577"/>
        <pc:sldMkLst>
          <pc:docMk/>
          <pc:sldMk cId="3934877374" sldId="311"/>
        </pc:sldMkLst>
      </pc:sldChg>
      <pc:sldChg chg="modSp add mod">
        <pc:chgData name="Sanmukh Kuppannagari" userId="ad215094-da36-4b66-9c79-369a17aea26b" providerId="ADAL" clId="{57CFD692-4744-46EE-BC36-4B4ADFBE76FB}" dt="2024-09-17T14:30:13.222" v="516" actId="2763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18063122" sldId="34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287006485" sldId="34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41016882" sldId="34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98572678" sldId="35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0445591" sldId="35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349920142" sldId="35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740634628" sldId="35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2194659" sldId="359"/>
        </pc:sldMkLst>
      </pc:sldChg>
      <pc:sldChg chg="modSp add mod">
        <pc:chgData name="Sanmukh Kuppannagari" userId="ad215094-da36-4b66-9c79-369a17aea26b" providerId="ADAL" clId="{57CFD692-4744-46EE-BC36-4B4ADFBE76FB}" dt="2024-09-17T14:30:20.712" v="522" actId="20577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086263254" sldId="371"/>
        </pc:sldMkLst>
      </pc:sldChg>
      <pc:sldChg chg="modSp add mod">
        <pc:chgData name="Sanmukh Kuppannagari" userId="ad215094-da36-4b66-9c79-369a17aea26b" providerId="ADAL" clId="{57CFD692-4744-46EE-BC36-4B4ADFBE76FB}" dt="2024-09-17T14:33:11.060" v="566" actId="2057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1469683" sldId="37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72326915" sldId="375"/>
        </pc:sldMkLst>
      </pc:sldChg>
      <pc:sldChg chg="modSp add mod">
        <pc:chgData name="Sanmukh Kuppannagari" userId="ad215094-da36-4b66-9c79-369a17aea26b" providerId="ADAL" clId="{57CFD692-4744-46EE-BC36-4B4ADFBE76FB}" dt="2024-09-17T14:39:45.023" v="570" actId="113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771660" sldId="3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57CFD692-4744-46EE-BC36-4B4ADFBE76FB}" dt="2024-09-17T14:40:31.818" v="621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19194896" sldId="41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736426824" sldId="43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967081645" sldId="46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29024903" sldId="6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33672176" sldId="122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699708138" sldId="122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57CFD692-4744-46EE-BC36-4B4ADFBE76FB}" dt="2024-09-17T14:37:27.956" v="567"/>
        <pc:sldMkLst>
          <pc:docMk/>
          <pc:sldMk cId="1479534324" sldId="123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124545071" sldId="12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692180613" sldId="123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95821644" sldId="12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59763505" sldId="124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178271313" sldId="124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95113626" sldId="143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65455456" sldId="143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9774978" sldId="143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744848553" sldId="14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11730472" sldId="1439"/>
        </pc:sldMkLst>
      </pc:sldChg>
      <pc:sldChg chg="addSp delSp modSp add del mod">
        <pc:chgData name="Sanmukh Kuppannagari" userId="ad215094-da36-4b66-9c79-369a17aea26b" providerId="ADAL" clId="{57CFD692-4744-46EE-BC36-4B4ADFBE76FB}" dt="2024-09-17T15:55:41.974" v="3822" actId="21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5296341" sldId="147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220519" sldId="147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637780389" sldId="147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65918572" sldId="147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3588936" sldId="148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51489107" sldId="148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137888738" sldId="148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49571042" sldId="148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73926282" sldId="148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51002451" sldId="14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093951396" sldId="148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7016912" sldId="148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81566112" sldId="148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895175968" sldId="148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83266803" sldId="149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2030833" sldId="149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51547733" sldId="149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110247357" sldId="149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8702013" sldId="149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3901888" sldId="149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607590641" sldId="149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16366971" sldId="149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66822053" sldId="149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318329734" sldId="149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356971427" sldId="150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18545262" sldId="150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635305440" sldId="150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50447005" sldId="150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91644866" sldId="150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26465458" sldId="150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71495037" sldId="150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267279555" sldId="150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53430728" sldId="150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8830724" sldId="150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97212904" sldId="151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91715139" sldId="151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2445932" sldId="1512"/>
        </pc:sldMkLst>
      </pc:sldChg>
      <pc:sldChg chg="modSp new mod">
        <pc:chgData name="Sanmukh Kuppannagari" userId="ad215094-da36-4b66-9c79-369a17aea26b" providerId="ADAL" clId="{57CFD692-4744-46EE-BC36-4B4ADFBE76FB}" dt="2024-09-17T14:19:49.941" v="229" actId="20577"/>
        <pc:sldMkLst>
          <pc:docMk/>
          <pc:sldMk cId="2091044005" sldId="1513"/>
        </pc:sldMkLst>
      </pc:sldChg>
      <pc:sldChg chg="modSp new mod">
        <pc:chgData name="Sanmukh Kuppannagari" userId="ad215094-da36-4b66-9c79-369a17aea26b" providerId="ADAL" clId="{57CFD692-4744-46EE-BC36-4B4ADFBE76FB}" dt="2024-09-17T14:21:09.571" v="413" actId="20577"/>
        <pc:sldMkLst>
          <pc:docMk/>
          <pc:sldMk cId="48973366" sldId="1514"/>
        </pc:sldMkLst>
      </pc:sldChg>
      <pc:sldChg chg="modSp new del mod">
        <pc:chgData name="Sanmukh Kuppannagari" userId="ad215094-da36-4b66-9c79-369a17aea26b" providerId="ADAL" clId="{57CFD692-4744-46EE-BC36-4B4ADFBE76FB}" dt="2024-09-17T15:06:44.715" v="1416" actId="47"/>
        <pc:sldMkLst>
          <pc:docMk/>
          <pc:sldMk cId="877053149" sldId="1515"/>
        </pc:sldMkLst>
      </pc:sldChg>
      <pc:sldChg chg="modSp add mod">
        <pc:chgData name="Sanmukh Kuppannagari" userId="ad215094-da36-4b66-9c79-369a17aea26b" providerId="ADAL" clId="{57CFD692-4744-46EE-BC36-4B4ADFBE76FB}" dt="2024-09-17T15:18:38.206" v="3463" actId="20577"/>
        <pc:sldMkLst>
          <pc:docMk/>
          <pc:sldMk cId="202113540" sldId="1516"/>
        </pc:sldMkLst>
      </pc:sldChg>
      <pc:sldChg chg="modSp add mod">
        <pc:chgData name="Sanmukh Kuppannagari" userId="ad215094-da36-4b66-9c79-369a17aea26b" providerId="ADAL" clId="{57CFD692-4744-46EE-BC36-4B4ADFBE76FB}" dt="2024-09-17T15:18:59.063" v="3489" actId="20577"/>
        <pc:sldMkLst>
          <pc:docMk/>
          <pc:sldMk cId="2851048179" sldId="1517"/>
        </pc:sldMkLst>
      </pc:sldChg>
      <pc:sldChg chg="add">
        <pc:chgData name="Sanmukh Kuppannagari" userId="ad215094-da36-4b66-9c79-369a17aea26b" providerId="ADAL" clId="{57CFD692-4744-46EE-BC36-4B4ADFBE76FB}" dt="2024-09-17T14:39:54.780" v="571"/>
        <pc:sldMkLst>
          <pc:docMk/>
          <pc:sldMk cId="2170564833" sldId="1518"/>
        </pc:sldMkLst>
      </pc:sldChg>
      <pc:sldChg chg="modSp new mod">
        <pc:chgData name="Sanmukh Kuppannagari" userId="ad215094-da36-4b66-9c79-369a17aea26b" providerId="ADAL" clId="{57CFD692-4744-46EE-BC36-4B4ADFBE76FB}" dt="2024-09-17T14:52:17.795" v="1015" actId="20577"/>
        <pc:sldMkLst>
          <pc:docMk/>
          <pc:sldMk cId="1223128325" sldId="1519"/>
        </pc:sldMkLst>
      </pc:sldChg>
      <pc:sldChg chg="modSp new mod">
        <pc:chgData name="Sanmukh Kuppannagari" userId="ad215094-da36-4b66-9c79-369a17aea26b" providerId="ADAL" clId="{57CFD692-4744-46EE-BC36-4B4ADFBE76FB}" dt="2024-09-17T15:50:27.077" v="3662" actId="20577"/>
        <pc:sldMkLst>
          <pc:docMk/>
          <pc:sldMk cId="1363376498" sldId="1520"/>
        </pc:sldMkLst>
      </pc:sldChg>
      <pc:sldChg chg="modSp new mod">
        <pc:chgData name="Sanmukh Kuppannagari" userId="ad215094-da36-4b66-9c79-369a17aea26b" providerId="ADAL" clId="{57CFD692-4744-46EE-BC36-4B4ADFBE76FB}" dt="2024-09-17T15:50:00.221" v="3615" actId="20577"/>
        <pc:sldMkLst>
          <pc:docMk/>
          <pc:sldMk cId="2829791837" sldId="1521"/>
        </pc:sldMkLst>
      </pc:sldChg>
      <pc:sldChg chg="modSp new mod">
        <pc:chgData name="Sanmukh Kuppannagari" userId="ad215094-da36-4b66-9c79-369a17aea26b" providerId="ADAL" clId="{57CFD692-4744-46EE-BC36-4B4ADFBE76FB}" dt="2024-09-17T15:10:08.920" v="1852" actId="20577"/>
        <pc:sldMkLst>
          <pc:docMk/>
          <pc:sldMk cId="3893234935" sldId="1522"/>
        </pc:sldMkLst>
      </pc:sldChg>
      <pc:sldChg chg="modSp new mod">
        <pc:chgData name="Sanmukh Kuppannagari" userId="ad215094-da36-4b66-9c79-369a17aea26b" providerId="ADAL" clId="{57CFD692-4744-46EE-BC36-4B4ADFBE76FB}" dt="2024-09-17T15:11:33.231" v="2175" actId="20577"/>
        <pc:sldMkLst>
          <pc:docMk/>
          <pc:sldMk cId="3481763059" sldId="1523"/>
        </pc:sldMkLst>
      </pc:sldChg>
      <pc:sldChg chg="modSp new mod">
        <pc:chgData name="Sanmukh Kuppannagari" userId="ad215094-da36-4b66-9c79-369a17aea26b" providerId="ADAL" clId="{57CFD692-4744-46EE-BC36-4B4ADFBE76FB}" dt="2024-09-17T15:14:34.208" v="2893" actId="20577"/>
        <pc:sldMkLst>
          <pc:docMk/>
          <pc:sldMk cId="2617663034" sldId="1524"/>
        </pc:sldMkLst>
      </pc:sldChg>
      <pc:sldChg chg="modSp new mod">
        <pc:chgData name="Sanmukh Kuppannagari" userId="ad215094-da36-4b66-9c79-369a17aea26b" providerId="ADAL" clId="{57CFD692-4744-46EE-BC36-4B4ADFBE76FB}" dt="2024-09-17T15:18:21.833" v="3452" actId="20577"/>
        <pc:sldMkLst>
          <pc:docMk/>
          <pc:sldMk cId="939595551" sldId="1525"/>
        </pc:sldMkLst>
      </pc:sldChg>
      <pc:sldChg chg="addSp delSp modSp new mod">
        <pc:chgData name="Sanmukh Kuppannagari" userId="ad215094-da36-4b66-9c79-369a17aea26b" providerId="ADAL" clId="{57CFD692-4744-46EE-BC36-4B4ADFBE76FB}" dt="2024-09-17T15:57:35.506" v="3887" actId="14100"/>
        <pc:sldMkLst>
          <pc:docMk/>
          <pc:sldMk cId="878398838" sldId="1526"/>
        </pc:sldMkLst>
      </pc:sldChg>
      <pc:sldChg chg="modSp new del mod">
        <pc:chgData name="Sanmukh Kuppannagari" userId="ad215094-da36-4b66-9c79-369a17aea26b" providerId="ADAL" clId="{57CFD692-4744-46EE-BC36-4B4ADFBE76FB}" dt="2024-09-17T15:26:03.633" v="3599" actId="47"/>
        <pc:sldMkLst>
          <pc:docMk/>
          <pc:sldMk cId="3481160692" sldId="1526"/>
        </pc:sldMkLst>
      </pc:sldChg>
      <pc:sldChg chg="addSp delSp modSp add mod">
        <pc:chgData name="Sanmukh Kuppannagari" userId="ad215094-da36-4b66-9c79-369a17aea26b" providerId="ADAL" clId="{57CFD692-4744-46EE-BC36-4B4ADFBE76FB}" dt="2024-09-17T16:00:17.033" v="3942" actId="1076"/>
        <pc:sldMkLst>
          <pc:docMk/>
          <pc:sldMk cId="827224132" sldId="1527"/>
        </pc:sldMkLst>
      </pc:sldChg>
      <pc:sldChg chg="addSp delSp modSp add mod">
        <pc:chgData name="Sanmukh Kuppannagari" userId="ad215094-da36-4b66-9c79-369a17aea26b" providerId="ADAL" clId="{57CFD692-4744-46EE-BC36-4B4ADFBE76FB}" dt="2024-09-17T16:03:26.446" v="4105" actId="14100"/>
        <pc:sldMkLst>
          <pc:docMk/>
          <pc:sldMk cId="297830899" sldId="1528"/>
        </pc:sldMkLst>
      </pc:sldChg>
      <pc:sldChg chg="modSp add mod">
        <pc:chgData name="Sanmukh Kuppannagari" userId="ad215094-da36-4b66-9c79-369a17aea26b" providerId="ADAL" clId="{57CFD692-4744-46EE-BC36-4B4ADFBE76FB}" dt="2024-09-17T16:00:57.279" v="3987" actId="207"/>
        <pc:sldMkLst>
          <pc:docMk/>
          <pc:sldMk cId="1863297826" sldId="1529"/>
        </pc:sldMkLst>
      </pc:sldChg>
      <pc:sldChg chg="modSp add mod">
        <pc:chgData name="Sanmukh Kuppannagari" userId="ad215094-da36-4b66-9c79-369a17aea26b" providerId="ADAL" clId="{57CFD692-4744-46EE-BC36-4B4ADFBE76FB}" dt="2024-09-17T16:01:16.796" v="3993" actId="207"/>
        <pc:sldMkLst>
          <pc:docMk/>
          <pc:sldMk cId="3983326334" sldId="1530"/>
        </pc:sldMkLst>
      </pc:sldChg>
      <pc:sldChg chg="modSp new mod">
        <pc:chgData name="Sanmukh Kuppannagari" userId="ad215094-da36-4b66-9c79-369a17aea26b" providerId="ADAL" clId="{57CFD692-4744-46EE-BC36-4B4ADFBE76FB}" dt="2024-09-17T16:05:32.807" v="4277" actId="20577"/>
        <pc:sldMkLst>
          <pc:docMk/>
          <pc:sldMk cId="3897297747" sldId="1531"/>
        </pc:sldMkLst>
      </pc:sldChg>
      <pc:sldChg chg="addSp delSp modSp new mod">
        <pc:chgData name="Sanmukh Kuppannagari" userId="ad215094-da36-4b66-9c79-369a17aea26b" providerId="ADAL" clId="{57CFD692-4744-46EE-BC36-4B4ADFBE76FB}" dt="2024-09-17T16:32:52.796" v="4804" actId="20577"/>
        <pc:sldMkLst>
          <pc:docMk/>
          <pc:sldMk cId="172806902" sldId="1532"/>
        </pc:sldMkLst>
      </pc:sldChg>
      <pc:sldChg chg="addSp modSp add del mod">
        <pc:chgData name="Sanmukh Kuppannagari" userId="ad215094-da36-4b66-9c79-369a17aea26b" providerId="ADAL" clId="{57CFD692-4744-46EE-BC36-4B4ADFBE76FB}" dt="2024-09-17T16:29:14.144" v="4682" actId="47"/>
        <pc:sldMkLst>
          <pc:docMk/>
          <pc:sldMk cId="600423300" sldId="1533"/>
        </pc:sldMkLst>
      </pc:sldChg>
      <pc:sldChg chg="addSp delSp modSp add mod">
        <pc:chgData name="Sanmukh Kuppannagari" userId="ad215094-da36-4b66-9c79-369a17aea26b" providerId="ADAL" clId="{57CFD692-4744-46EE-BC36-4B4ADFBE76FB}" dt="2024-09-17T16:33:10.745" v="4806"/>
        <pc:sldMkLst>
          <pc:docMk/>
          <pc:sldMk cId="4249077636" sldId="1534"/>
        </pc:sldMkLst>
      </pc:sldChg>
      <pc:sldChg chg="addSp delSp modSp add mod">
        <pc:chgData name="Sanmukh Kuppannagari" userId="ad215094-da36-4b66-9c79-369a17aea26b" providerId="ADAL" clId="{57CFD692-4744-46EE-BC36-4B4ADFBE76FB}" dt="2024-09-17T16:33:16.361" v="4808"/>
        <pc:sldMkLst>
          <pc:docMk/>
          <pc:sldMk cId="335340187" sldId="1535"/>
        </pc:sldMkLst>
      </pc:sldChg>
      <pc:sldChg chg="addSp delSp modSp add mod">
        <pc:chgData name="Sanmukh Kuppannagari" userId="ad215094-da36-4b66-9c79-369a17aea26b" providerId="ADAL" clId="{57CFD692-4744-46EE-BC36-4B4ADFBE76FB}" dt="2024-09-17T16:33:22.104" v="4810"/>
        <pc:sldMkLst>
          <pc:docMk/>
          <pc:sldMk cId="2563148363" sldId="1536"/>
        </pc:sldMkLst>
      </pc:sldChg>
      <pc:sldChg chg="addSp delSp modSp add mod">
        <pc:chgData name="Sanmukh Kuppannagari" userId="ad215094-da36-4b66-9c79-369a17aea26b" providerId="ADAL" clId="{57CFD692-4744-46EE-BC36-4B4ADFBE76FB}" dt="2024-09-17T16:36:38.349" v="4866" actId="1076"/>
        <pc:sldMkLst>
          <pc:docMk/>
          <pc:sldMk cId="4060344090" sldId="1537"/>
        </pc:sldMkLst>
      </pc:sldChg>
      <pc:sldChg chg="addSp delSp modSp add mod">
        <pc:chgData name="Sanmukh Kuppannagari" userId="ad215094-da36-4b66-9c79-369a17aea26b" providerId="ADAL" clId="{57CFD692-4744-46EE-BC36-4B4ADFBE76FB}" dt="2024-09-17T16:34:47.230" v="4830" actId="207"/>
        <pc:sldMkLst>
          <pc:docMk/>
          <pc:sldMk cId="1917529413" sldId="1538"/>
        </pc:sldMkLst>
      </pc:sldChg>
      <pc:sldChg chg="modSp add mod">
        <pc:chgData name="Sanmukh Kuppannagari" userId="ad215094-da36-4b66-9c79-369a17aea26b" providerId="ADAL" clId="{57CFD692-4744-46EE-BC36-4B4ADFBE76FB}" dt="2024-09-17T16:35:38.286" v="4841" actId="207"/>
        <pc:sldMkLst>
          <pc:docMk/>
          <pc:sldMk cId="2364603884" sldId="1539"/>
        </pc:sldMkLst>
      </pc:sldChg>
      <pc:sldChg chg="modSp add">
        <pc:chgData name="Sanmukh Kuppannagari" userId="ad215094-da36-4b66-9c79-369a17aea26b" providerId="ADAL" clId="{57CFD692-4744-46EE-BC36-4B4ADFBE76FB}" dt="2024-09-17T16:36:08.447" v="4858" actId="207"/>
        <pc:sldMkLst>
          <pc:docMk/>
          <pc:sldMk cId="2896873436" sldId="1540"/>
        </pc:sldMkLst>
      </pc:sldChg>
      <pc:sldChg chg="addSp delSp modSp add mod">
        <pc:chgData name="Sanmukh Kuppannagari" userId="ad215094-da36-4b66-9c79-369a17aea26b" providerId="ADAL" clId="{57CFD692-4744-46EE-BC36-4B4ADFBE76FB}" dt="2024-09-17T16:37:32.517" v="4880" actId="207"/>
        <pc:sldMkLst>
          <pc:docMk/>
          <pc:sldMk cId="2873707918" sldId="1541"/>
        </pc:sldMkLst>
      </pc:sldChg>
      <pc:sldChg chg="delSp modSp add mod">
        <pc:chgData name="Sanmukh Kuppannagari" userId="ad215094-da36-4b66-9c79-369a17aea26b" providerId="ADAL" clId="{57CFD692-4744-46EE-BC36-4B4ADFBE76FB}" dt="2024-09-17T16:38:43.291" v="4909" actId="207"/>
        <pc:sldMkLst>
          <pc:docMk/>
          <pc:sldMk cId="2634998908" sldId="1542"/>
        </pc:sldMkLst>
      </pc:sldChg>
      <pc:sldChg chg="modSp add mod">
        <pc:chgData name="Sanmukh Kuppannagari" userId="ad215094-da36-4b66-9c79-369a17aea26b" providerId="ADAL" clId="{57CFD692-4744-46EE-BC36-4B4ADFBE76FB}" dt="2024-09-17T16:39:58.305" v="4918" actId="207"/>
        <pc:sldMkLst>
          <pc:docMk/>
          <pc:sldMk cId="1327029584" sldId="1543"/>
        </pc:sldMkLst>
      </pc:sldChg>
      <pc:sldChg chg="modSp add">
        <pc:chgData name="Sanmukh Kuppannagari" userId="ad215094-da36-4b66-9c79-369a17aea26b" providerId="ADAL" clId="{57CFD692-4744-46EE-BC36-4B4ADFBE76FB}" dt="2024-09-17T16:40:21.164" v="4935" actId="207"/>
        <pc:sldMkLst>
          <pc:docMk/>
          <pc:sldMk cId="2963799951" sldId="1544"/>
        </pc:sldMkLst>
      </pc:sldChg>
      <pc:sldChg chg="addSp modSp add mod">
        <pc:chgData name="Sanmukh Kuppannagari" userId="ad215094-da36-4b66-9c79-369a17aea26b" providerId="ADAL" clId="{57CFD692-4744-46EE-BC36-4B4ADFBE76FB}" dt="2024-09-17T16:40:48.746" v="4941" actId="14100"/>
        <pc:sldMkLst>
          <pc:docMk/>
          <pc:sldMk cId="64679798" sldId="1545"/>
        </pc:sldMkLst>
      </pc:sldChg>
      <pc:sldChg chg="modSp new mod">
        <pc:chgData name="Sanmukh Kuppannagari" userId="ad215094-da36-4b66-9c79-369a17aea26b" providerId="ADAL" clId="{57CFD692-4744-46EE-BC36-4B4ADFBE76FB}" dt="2024-09-17T17:22:57.522" v="6126" actId="20577"/>
        <pc:sldMkLst>
          <pc:docMk/>
          <pc:sldMk cId="1378971665" sldId="1546"/>
        </pc:sldMkLst>
      </pc:sldChg>
      <pc:sldChg chg="addSp modSp new mod">
        <pc:chgData name="Sanmukh Kuppannagari" userId="ad215094-da36-4b66-9c79-369a17aea26b" providerId="ADAL" clId="{57CFD692-4744-46EE-BC36-4B4ADFBE76FB}" dt="2024-09-17T17:25:16.114" v="6207" actId="14100"/>
        <pc:sldMkLst>
          <pc:docMk/>
          <pc:sldMk cId="2055355578" sldId="1547"/>
        </pc:sldMkLst>
      </pc:sldChg>
      <pc:sldChg chg="modSp add mod">
        <pc:chgData name="Sanmukh Kuppannagari" userId="ad215094-da36-4b66-9c79-369a17aea26b" providerId="ADAL" clId="{57CFD692-4744-46EE-BC36-4B4ADFBE76FB}" dt="2024-09-17T17:20:59.089" v="5991" actId="20577"/>
        <pc:sldMkLst>
          <pc:docMk/>
          <pc:sldMk cId="3972000199" sldId="1548"/>
        </pc:sldMkLst>
      </pc:sld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81DCEDA7-60EA-499B-B80C-1BDE2D6C1E99}"/>
    <pc:docChg chg="undo custSel addSld delSld modSld sldOrd">
      <pc:chgData name="Sanmukh Kuppannagari" userId="ad215094-da36-4b66-9c79-369a17aea26b" providerId="ADAL" clId="{81DCEDA7-60EA-499B-B80C-1BDE2D6C1E99}" dt="2024-09-12T15:51:00.215" v="2933" actId="478"/>
      <pc:docMkLst>
        <pc:docMk/>
      </pc:docMkLst>
      <pc:sldChg chg="modSp mod">
        <pc:chgData name="Sanmukh Kuppannagari" userId="ad215094-da36-4b66-9c79-369a17aea26b" providerId="ADAL" clId="{81DCEDA7-60EA-499B-B80C-1BDE2D6C1E99}" dt="2024-09-12T12:59:35.358" v="296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81DCEDA7-60EA-499B-B80C-1BDE2D6C1E99}" dt="2024-09-12T12:58:23.147" v="262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2194659" sldId="35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72326915" sldId="37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81DCEDA7-60EA-499B-B80C-1BDE2D6C1E99}" dt="2024-09-12T15:36:10.680" v="2760" actId="2057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83873654" sldId="42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88738288" sldId="42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93507665" sldId="43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7871764" sldId="43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8865837" sldId="43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2553672" sldId="43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61697695" sldId="43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233672176" sldId="1228"/>
        </pc:sldMkLst>
      </pc:sldChg>
      <pc:sldChg chg="modSp add mod">
        <pc:chgData name="Sanmukh Kuppannagari" userId="ad215094-da36-4b66-9c79-369a17aea26b" providerId="ADAL" clId="{81DCEDA7-60EA-499B-B80C-1BDE2D6C1E99}" dt="2024-09-12T12:57:24.938" v="256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4095821644" sldId="12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45386772" sldId="125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83670839" sldId="12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87861397" sldId="12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706379635" sldId="12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88572601" sldId="12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11274223" sldId="12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69816698" sldId="12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375916416" sldId="12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96076742" sldId="12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347974" sldId="12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63333809" sldId="12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61059533" sldId="12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1496660" sldId="12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49417311" sldId="12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87788205" sldId="12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224902270" sldId="12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64167782" sldId="12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26195366" sldId="12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15725712" sldId="12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39462493" sldId="128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81DCEDA7-60EA-499B-B80C-1BDE2D6C1E99}" dt="2024-09-12T12:44:56.821" v="144" actId="47"/>
        <pc:sldMkLst>
          <pc:docMk/>
          <pc:sldMk cId="2646681002" sldId="141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024660992" sldId="142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732262" sldId="142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162645904" sldId="1424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23648906" sldId="142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061472416" sldId="1426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09825613" sldId="1427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521121717" sldId="142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988378371" sldId="142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300145823" sldId="143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799776817" sldId="143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670905119" sldId="143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681725977" sldId="143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10148444" sldId="1434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2895113626" sldId="1435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1065455456" sldId="1436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4249774978" sldId="1437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744848553" sldId="1438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806484747" sldId="144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510140089" sldId="144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98400876" sldId="144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310307108" sldId="144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39455098" sldId="144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48580318" sldId="144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02584918" sldId="1452"/>
        </pc:sldMkLst>
      </pc:sldChg>
      <pc:sldChg chg="modSp add del mod">
        <pc:chgData name="Sanmukh Kuppannagari" userId="ad215094-da36-4b66-9c79-369a17aea26b" providerId="ADAL" clId="{81DCEDA7-60EA-499B-B80C-1BDE2D6C1E99}" dt="2024-09-12T13:58:59.660" v="579" actId="2057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37042343" sldId="14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01611775" sldId="14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32978893" sldId="14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26247998" sldId="14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28985795" sldId="14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373048709" sldId="14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72022406" sldId="146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74961130" sldId="14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693279848" sldId="14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77406003" sldId="14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13176791" sldId="14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90536048" sldId="14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4454124" sldId="14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95382800" sldId="14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02332589" sldId="14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81DCEDA7-60EA-499B-B80C-1BDE2D6C1E99}" dt="2024-09-12T12:58:38.148" v="273" actId="20577"/>
        <pc:sldMkLst>
          <pc:docMk/>
          <pc:sldMk cId="1535296341" sldId="1476"/>
        </pc:sldMkLst>
      </pc:sldChg>
      <pc:sldChg chg="modSp add mod">
        <pc:chgData name="Sanmukh Kuppannagari" userId="ad215094-da36-4b66-9c79-369a17aea26b" providerId="ADAL" clId="{81DCEDA7-60EA-499B-B80C-1BDE2D6C1E99}" dt="2024-09-12T12:59:20.577" v="294"/>
        <pc:sldMkLst>
          <pc:docMk/>
          <pc:sldMk cId="359220519" sldId="1477"/>
        </pc:sldMkLst>
      </pc:sldChg>
      <pc:sldChg chg="modSp add del mod">
        <pc:chgData name="Sanmukh Kuppannagari" userId="ad215094-da36-4b66-9c79-369a17aea26b" providerId="ADAL" clId="{81DCEDA7-60EA-499B-B80C-1BDE2D6C1E99}" dt="2024-09-12T12:59:01.682" v="283" actId="2696"/>
        <pc:sldMkLst>
          <pc:docMk/>
          <pc:sldMk cId="4025197292" sldId="1477"/>
        </pc:sldMkLst>
      </pc:sldChg>
      <pc:sldChg chg="modSp add mod">
        <pc:chgData name="Sanmukh Kuppannagari" userId="ad215094-da36-4b66-9c79-369a17aea26b" providerId="ADAL" clId="{81DCEDA7-60EA-499B-B80C-1BDE2D6C1E99}" dt="2024-09-12T12:58:58.410" v="282" actId="20577"/>
        <pc:sldMkLst>
          <pc:docMk/>
          <pc:sldMk cId="3637780389" sldId="1478"/>
        </pc:sldMkLst>
      </pc:sldChg>
      <pc:sldChg chg="add">
        <pc:chgData name="Sanmukh Kuppannagari" userId="ad215094-da36-4b66-9c79-369a17aea26b" providerId="ADAL" clId="{81DCEDA7-60EA-499B-B80C-1BDE2D6C1E99}" dt="2024-09-12T12:47:09.761" v="153"/>
        <pc:sldMkLst>
          <pc:docMk/>
          <pc:sldMk cId="2565918572" sldId="1479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1533588936" sldId="1480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2551489107" sldId="1481"/>
        </pc:sldMkLst>
      </pc:sldChg>
      <pc:sldChg chg="add">
        <pc:chgData name="Sanmukh Kuppannagari" userId="ad215094-da36-4b66-9c79-369a17aea26b" providerId="ADAL" clId="{81DCEDA7-60EA-499B-B80C-1BDE2D6C1E99}" dt="2024-09-12T12:48:03.531" v="155"/>
        <pc:sldMkLst>
          <pc:docMk/>
          <pc:sldMk cId="1137888738" sldId="1482"/>
        </pc:sldMkLst>
      </pc:sldChg>
      <pc:sldChg chg="add">
        <pc:chgData name="Sanmukh Kuppannagari" userId="ad215094-da36-4b66-9c79-369a17aea26b" providerId="ADAL" clId="{81DCEDA7-60EA-499B-B80C-1BDE2D6C1E99}" dt="2024-09-12T12:48:30.050" v="156"/>
        <pc:sldMkLst>
          <pc:docMk/>
          <pc:sldMk cId="1749571042" sldId="1483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073926282" sldId="1484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951002451" sldId="1485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093951396" sldId="1486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27016912" sldId="1487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581566112" sldId="1488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895175968" sldId="1489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883266803" sldId="1490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432030833" sldId="1491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851547733" sldId="1492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110247357" sldId="1493"/>
        </pc:sldMkLst>
      </pc:sldChg>
      <pc:sldChg chg="modSp new mod">
        <pc:chgData name="Sanmukh Kuppannagari" userId="ad215094-da36-4b66-9c79-369a17aea26b" providerId="ADAL" clId="{81DCEDA7-60EA-499B-B80C-1BDE2D6C1E99}" dt="2024-09-12T14:00:50.976" v="584" actId="207"/>
        <pc:sldMkLst>
          <pc:docMk/>
          <pc:sldMk cId="1048702013" sldId="1494"/>
        </pc:sldMkLst>
      </pc:sldChg>
      <pc:sldChg chg="modSp add mod">
        <pc:chgData name="Sanmukh Kuppannagari" userId="ad215094-da36-4b66-9c79-369a17aea26b" providerId="ADAL" clId="{81DCEDA7-60EA-499B-B80C-1BDE2D6C1E99}" dt="2024-09-12T14:05:25.961" v="700" actId="20577"/>
        <pc:sldMkLst>
          <pc:docMk/>
          <pc:sldMk cId="383901888" sldId="1495"/>
        </pc:sldMkLst>
      </pc:sldChg>
      <pc:sldChg chg="modSp new mod">
        <pc:chgData name="Sanmukh Kuppannagari" userId="ad215094-da36-4b66-9c79-369a17aea26b" providerId="ADAL" clId="{81DCEDA7-60EA-499B-B80C-1BDE2D6C1E99}" dt="2024-09-12T14:08:34.517" v="815" actId="20577"/>
        <pc:sldMkLst>
          <pc:docMk/>
          <pc:sldMk cId="1607590641" sldId="1496"/>
        </pc:sldMkLst>
      </pc:sldChg>
      <pc:sldChg chg="modSp add mod">
        <pc:chgData name="Sanmukh Kuppannagari" userId="ad215094-da36-4b66-9c79-369a17aea26b" providerId="ADAL" clId="{81DCEDA7-60EA-499B-B80C-1BDE2D6C1E99}" dt="2024-09-12T14:09:35.042" v="950" actId="207"/>
        <pc:sldMkLst>
          <pc:docMk/>
          <pc:sldMk cId="3416366971" sldId="1497"/>
        </pc:sldMkLst>
      </pc:sldChg>
      <pc:sldChg chg="addSp modSp new mod">
        <pc:chgData name="Sanmukh Kuppannagari" userId="ad215094-da36-4b66-9c79-369a17aea26b" providerId="ADAL" clId="{81DCEDA7-60EA-499B-B80C-1BDE2D6C1E99}" dt="2024-09-12T14:17:44.139" v="1359" actId="20577"/>
        <pc:sldMkLst>
          <pc:docMk/>
          <pc:sldMk cId="3466822053" sldId="1498"/>
        </pc:sldMkLst>
      </pc:sldChg>
      <pc:sldChg chg="addSp delSp modSp new mod">
        <pc:chgData name="Sanmukh Kuppannagari" userId="ad215094-da36-4b66-9c79-369a17aea26b" providerId="ADAL" clId="{81DCEDA7-60EA-499B-B80C-1BDE2D6C1E99}" dt="2024-09-12T14:57:18.679" v="1742" actId="20577"/>
        <pc:sldMkLst>
          <pc:docMk/>
          <pc:sldMk cId="1318329734" sldId="1499"/>
        </pc:sldMkLst>
      </pc:sldChg>
      <pc:sldChg chg="delSp modSp add del ord">
        <pc:chgData name="Sanmukh Kuppannagari" userId="ad215094-da36-4b66-9c79-369a17aea26b" providerId="ADAL" clId="{81DCEDA7-60EA-499B-B80C-1BDE2D6C1E99}" dt="2024-09-12T14:53:42.299" v="1716" actId="47"/>
        <pc:sldMkLst>
          <pc:docMk/>
          <pc:sldMk cId="838647199" sldId="1500"/>
        </pc:sldMkLst>
      </pc:sldChg>
      <pc:sldChg chg="addSp delSp modSp new mod">
        <pc:chgData name="Sanmukh Kuppannagari" userId="ad215094-da36-4b66-9c79-369a17aea26b" providerId="ADAL" clId="{81DCEDA7-60EA-499B-B80C-1BDE2D6C1E99}" dt="2024-09-12T14:58:26.565" v="1822" actId="207"/>
        <pc:sldMkLst>
          <pc:docMk/>
          <pc:sldMk cId="2356971427" sldId="1500"/>
        </pc:sldMkLst>
      </pc:sldChg>
      <pc:sldChg chg="modSp add mod">
        <pc:chgData name="Sanmukh Kuppannagari" userId="ad215094-da36-4b66-9c79-369a17aea26b" providerId="ADAL" clId="{81DCEDA7-60EA-499B-B80C-1BDE2D6C1E99}" dt="2024-09-12T14:59:46.295" v="1848" actId="207"/>
        <pc:sldMkLst>
          <pc:docMk/>
          <pc:sldMk cId="4018545262" sldId="1501"/>
        </pc:sldMkLst>
      </pc:sldChg>
      <pc:sldChg chg="addSp delSp modSp add mod">
        <pc:chgData name="Sanmukh Kuppannagari" userId="ad215094-da36-4b66-9c79-369a17aea26b" providerId="ADAL" clId="{81DCEDA7-60EA-499B-B80C-1BDE2D6C1E99}" dt="2024-09-12T15:01:27.407" v="1942" actId="207"/>
        <pc:sldMkLst>
          <pc:docMk/>
          <pc:sldMk cId="2635305440" sldId="1502"/>
        </pc:sldMkLst>
      </pc:sldChg>
      <pc:sldChg chg="modSp add mod">
        <pc:chgData name="Sanmukh Kuppannagari" userId="ad215094-da36-4b66-9c79-369a17aea26b" providerId="ADAL" clId="{81DCEDA7-60EA-499B-B80C-1BDE2D6C1E99}" dt="2024-09-12T15:02:55.224" v="1993" actId="20577"/>
        <pc:sldMkLst>
          <pc:docMk/>
          <pc:sldMk cId="1450447005" sldId="1503"/>
        </pc:sldMkLst>
      </pc:sldChg>
      <pc:sldChg chg="modSp add mod">
        <pc:chgData name="Sanmukh Kuppannagari" userId="ad215094-da36-4b66-9c79-369a17aea26b" providerId="ADAL" clId="{81DCEDA7-60EA-499B-B80C-1BDE2D6C1E99}" dt="2024-09-12T15:03:51.608" v="2086" actId="20577"/>
        <pc:sldMkLst>
          <pc:docMk/>
          <pc:sldMk cId="591644866" sldId="1504"/>
        </pc:sldMkLst>
      </pc:sldChg>
      <pc:sldChg chg="modSp add mod">
        <pc:chgData name="Sanmukh Kuppannagari" userId="ad215094-da36-4b66-9c79-369a17aea26b" providerId="ADAL" clId="{81DCEDA7-60EA-499B-B80C-1BDE2D6C1E99}" dt="2024-09-12T15:04:56.785" v="2252" actId="207"/>
        <pc:sldMkLst>
          <pc:docMk/>
          <pc:sldMk cId="4226465458" sldId="1505"/>
        </pc:sldMkLst>
      </pc:sldChg>
      <pc:sldChg chg="addSp modSp add mod">
        <pc:chgData name="Sanmukh Kuppannagari" userId="ad215094-da36-4b66-9c79-369a17aea26b" providerId="ADAL" clId="{81DCEDA7-60EA-499B-B80C-1BDE2D6C1E99}" dt="2024-09-12T15:30:38.888" v="2434" actId="20577"/>
        <pc:sldMkLst>
          <pc:docMk/>
          <pc:sldMk cId="2571495037" sldId="1506"/>
        </pc:sldMkLst>
      </pc:sldChg>
      <pc:sldChg chg="modSp add mod">
        <pc:chgData name="Sanmukh Kuppannagari" userId="ad215094-da36-4b66-9c79-369a17aea26b" providerId="ADAL" clId="{81DCEDA7-60EA-499B-B80C-1BDE2D6C1E99}" dt="2024-09-12T15:32:17.818" v="2477" actId="207"/>
        <pc:sldMkLst>
          <pc:docMk/>
          <pc:sldMk cId="2267279555" sldId="1507"/>
        </pc:sldMkLst>
      </pc:sldChg>
      <pc:sldChg chg="modSp new mod">
        <pc:chgData name="Sanmukh Kuppannagari" userId="ad215094-da36-4b66-9c79-369a17aea26b" providerId="ADAL" clId="{81DCEDA7-60EA-499B-B80C-1BDE2D6C1E99}" dt="2024-09-12T15:35:01.939" v="2561" actId="20577"/>
        <pc:sldMkLst>
          <pc:docMk/>
          <pc:sldMk cId="1753430728" sldId="1508"/>
        </pc:sldMkLst>
      </pc:sldChg>
      <pc:sldChg chg="modSp new mod">
        <pc:chgData name="Sanmukh Kuppannagari" userId="ad215094-da36-4b66-9c79-369a17aea26b" providerId="ADAL" clId="{81DCEDA7-60EA-499B-B80C-1BDE2D6C1E99}" dt="2024-09-12T15:35:55.337" v="2712" actId="20577"/>
        <pc:sldMkLst>
          <pc:docMk/>
          <pc:sldMk cId="1438830724" sldId="1509"/>
        </pc:sldMkLst>
      </pc:sldChg>
      <pc:sldChg chg="addSp delSp modSp new mod">
        <pc:chgData name="Sanmukh Kuppannagari" userId="ad215094-da36-4b66-9c79-369a17aea26b" providerId="ADAL" clId="{81DCEDA7-60EA-499B-B80C-1BDE2D6C1E99}" dt="2024-09-12T15:46:38.329" v="2852" actId="122"/>
        <pc:sldMkLst>
          <pc:docMk/>
          <pc:sldMk cId="1897212904" sldId="1510"/>
        </pc:sldMkLst>
      </pc:sldChg>
      <pc:sldChg chg="addSp modSp add mod">
        <pc:chgData name="Sanmukh Kuppannagari" userId="ad215094-da36-4b66-9c79-369a17aea26b" providerId="ADAL" clId="{81DCEDA7-60EA-499B-B80C-1BDE2D6C1E99}" dt="2024-09-12T15:49:36.633" v="2906" actId="207"/>
        <pc:sldMkLst>
          <pc:docMk/>
          <pc:sldMk cId="2991715139" sldId="1511"/>
        </pc:sldMkLst>
      </pc:sldChg>
      <pc:sldChg chg="addSp delSp modSp add mod">
        <pc:chgData name="Sanmukh Kuppannagari" userId="ad215094-da36-4b66-9c79-369a17aea26b" providerId="ADAL" clId="{81DCEDA7-60EA-499B-B80C-1BDE2D6C1E99}" dt="2024-09-12T15:51:00.215" v="2933" actId="478"/>
        <pc:sldMkLst>
          <pc:docMk/>
          <pc:sldMk cId="1042445932" sldId="1512"/>
        </pc:sldMkLst>
      </pc:sldChg>
    </pc:docChg>
  </pc:docChgLst>
  <pc:docChgLst>
    <pc:chgData name="Sanmukh Kuppannagari" userId="ad215094-da36-4b66-9c79-369a17aea26b" providerId="ADAL" clId="{2282FFC7-29A6-4174-8285-4717AC3C90CE}"/>
    <pc:docChg chg="undo custSel addSld delSld modSld">
      <pc:chgData name="Sanmukh Kuppannagari" userId="ad215094-da36-4b66-9c79-369a17aea26b" providerId="ADAL" clId="{2282FFC7-29A6-4174-8285-4717AC3C90CE}" dt="2024-10-24T19:29:55.223" v="2576" actId="6549"/>
      <pc:docMkLst>
        <pc:docMk/>
      </pc:docMkLst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17305151" sldId="261"/>
        </pc:sldMkLst>
      </pc:sldChg>
      <pc:sldChg chg="add del">
        <pc:chgData name="Sanmukh Kuppannagari" userId="ad215094-da36-4b66-9c79-369a17aea26b" providerId="ADAL" clId="{2282FFC7-29A6-4174-8285-4717AC3C90CE}" dt="2024-10-24T14:46:44.195" v="2194" actId="47"/>
        <pc:sldMkLst>
          <pc:docMk/>
          <pc:sldMk cId="1227806320" sldId="37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3480161" sldId="380"/>
        </pc:sldMkLst>
      </pc:sldChg>
      <pc:sldChg chg="modSp add">
        <pc:chgData name="Sanmukh Kuppannagari" userId="ad215094-da36-4b66-9c79-369a17aea26b" providerId="ADAL" clId="{2282FFC7-29A6-4174-8285-4717AC3C90CE}" dt="2024-10-24T13:03:10.198" v="329" actId="20577"/>
        <pc:sldMkLst>
          <pc:docMk/>
          <pc:sldMk cId="493727002" sldId="38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987569806" sldId="382"/>
        </pc:sldMkLst>
      </pc:sldChg>
      <pc:sldChg chg="modSp add">
        <pc:chgData name="Sanmukh Kuppannagari" userId="ad215094-da36-4b66-9c79-369a17aea26b" providerId="ADAL" clId="{2282FFC7-29A6-4174-8285-4717AC3C90CE}" dt="2024-10-24T13:04:51.711" v="435" actId="207"/>
        <pc:sldMkLst>
          <pc:docMk/>
          <pc:sldMk cId="2314141646" sldId="38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66039725" sldId="384"/>
        </pc:sldMkLst>
      </pc:sldChg>
      <pc:sldChg chg="addSp modSp add mod">
        <pc:chgData name="Sanmukh Kuppannagari" userId="ad215094-da36-4b66-9c79-369a17aea26b" providerId="ADAL" clId="{2282FFC7-29A6-4174-8285-4717AC3C90CE}" dt="2024-10-24T13:26:41.186" v="711" actId="1076"/>
        <pc:sldMkLst>
          <pc:docMk/>
          <pc:sldMk cId="3918348740" sldId="385"/>
        </pc:sldMkLst>
      </pc:sldChg>
      <pc:sldChg chg="modSp add mod">
        <pc:chgData name="Sanmukh Kuppannagari" userId="ad215094-da36-4b66-9c79-369a17aea26b" providerId="ADAL" clId="{2282FFC7-29A6-4174-8285-4717AC3C90CE}" dt="2024-10-24T13:03:43.074" v="431" actId="20577"/>
        <pc:sldMkLst>
          <pc:docMk/>
          <pc:sldMk cId="2501429446" sldId="38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64301062" sldId="387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00441437" sldId="38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207470624" sldId="38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815334288" sldId="390"/>
        </pc:sldMkLst>
      </pc:sldChg>
      <pc:sldChg chg="modSp add">
        <pc:chgData name="Sanmukh Kuppannagari" userId="ad215094-da36-4b66-9c79-369a17aea26b" providerId="ADAL" clId="{2282FFC7-29A6-4174-8285-4717AC3C90CE}" dt="2024-10-24T13:09:32.411" v="464" actId="20577"/>
        <pc:sldMkLst>
          <pc:docMk/>
          <pc:sldMk cId="839902624" sldId="392"/>
        </pc:sldMkLst>
      </pc:sldChg>
      <pc:sldChg chg="add del">
        <pc:chgData name="Sanmukh Kuppannagari" userId="ad215094-da36-4b66-9c79-369a17aea26b" providerId="ADAL" clId="{2282FFC7-29A6-4174-8285-4717AC3C90CE}" dt="2024-10-24T13:09:36.238" v="465" actId="47"/>
        <pc:sldMkLst>
          <pc:docMk/>
          <pc:sldMk cId="1019069846" sldId="393"/>
        </pc:sldMkLst>
      </pc:sldChg>
      <pc:sldChg chg="modSp add">
        <pc:chgData name="Sanmukh Kuppannagari" userId="ad215094-da36-4b66-9c79-369a17aea26b" providerId="ADAL" clId="{2282FFC7-29A6-4174-8285-4717AC3C90CE}" dt="2024-10-24T14:22:30.648" v="1145" actId="20577"/>
        <pc:sldMkLst>
          <pc:docMk/>
          <pc:sldMk cId="769510508" sldId="39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810649952" sldId="39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61232548" sldId="396"/>
        </pc:sldMkLst>
      </pc:sldChg>
      <pc:sldChg chg="add del">
        <pc:chgData name="Sanmukh Kuppannagari" userId="ad215094-da36-4b66-9c79-369a17aea26b" providerId="ADAL" clId="{2282FFC7-29A6-4174-8285-4717AC3C90CE}" dt="2024-10-24T14:47:06.182" v="2199" actId="47"/>
        <pc:sldMkLst>
          <pc:docMk/>
          <pc:sldMk cId="3467862507" sldId="39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086022481" sldId="399"/>
        </pc:sldMkLst>
      </pc:sldChg>
      <pc:sldChg chg="modSp add">
        <pc:chgData name="Sanmukh Kuppannagari" userId="ad215094-da36-4b66-9c79-369a17aea26b" providerId="ADAL" clId="{2282FFC7-29A6-4174-8285-4717AC3C90CE}" dt="2024-10-24T14:31:51.119" v="1277" actId="20577"/>
        <pc:sldMkLst>
          <pc:docMk/>
          <pc:sldMk cId="635767275" sldId="40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01861459" sldId="40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73632280" sldId="402"/>
        </pc:sldMkLst>
      </pc:sldChg>
      <pc:sldChg chg="modSp add mod">
        <pc:chgData name="Sanmukh Kuppannagari" userId="ad215094-da36-4b66-9c79-369a17aea26b" providerId="ADAL" clId="{2282FFC7-29A6-4174-8285-4717AC3C90CE}" dt="2024-10-24T14:32:08.878" v="1280" actId="20577"/>
        <pc:sldMkLst>
          <pc:docMk/>
          <pc:sldMk cId="729842550" sldId="403"/>
        </pc:sldMkLst>
      </pc:sldChg>
      <pc:sldChg chg="modSp add">
        <pc:chgData name="Sanmukh Kuppannagari" userId="ad215094-da36-4b66-9c79-369a17aea26b" providerId="ADAL" clId="{2282FFC7-29A6-4174-8285-4717AC3C90CE}" dt="2024-10-24T14:32:16.513" v="1281" actId="20577"/>
        <pc:sldMkLst>
          <pc:docMk/>
          <pc:sldMk cId="173111426" sldId="40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384020216" sldId="40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893908978" sldId="406"/>
        </pc:sldMkLst>
      </pc:sldChg>
      <pc:sldChg chg="modSp add">
        <pc:chgData name="Sanmukh Kuppannagari" userId="ad215094-da36-4b66-9c79-369a17aea26b" providerId="ADAL" clId="{2282FFC7-29A6-4174-8285-4717AC3C90CE}" dt="2024-10-24T14:32:42.022" v="1283" actId="20577"/>
        <pc:sldMkLst>
          <pc:docMk/>
          <pc:sldMk cId="3967707079" sldId="407"/>
        </pc:sldMkLst>
      </pc:sldChg>
      <pc:sldChg chg="modSp add">
        <pc:chgData name="Sanmukh Kuppannagari" userId="ad215094-da36-4b66-9c79-369a17aea26b" providerId="ADAL" clId="{2282FFC7-29A6-4174-8285-4717AC3C90CE}" dt="2024-10-24T14:32:53.787" v="1285" actId="20577"/>
        <pc:sldMkLst>
          <pc:docMk/>
          <pc:sldMk cId="2134846611" sldId="40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05409593" sldId="40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441650656" sldId="41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966939341" sldId="41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630215837" sldId="412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593562061" sldId="41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79492699" sldId="41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180999186" sldId="41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80168295" sldId="41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306970955" sldId="417"/>
        </pc:sldMkLst>
      </pc:sldChg>
      <pc:sldChg chg="modSp add mod">
        <pc:chgData name="Sanmukh Kuppannagari" userId="ad215094-da36-4b66-9c79-369a17aea26b" providerId="ADAL" clId="{2282FFC7-29A6-4174-8285-4717AC3C90CE}" dt="2024-10-24T14:42:05.704" v="1923"/>
        <pc:sldMkLst>
          <pc:docMk/>
          <pc:sldMk cId="645276164" sldId="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58832422" sldId="13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91206708" sldId="136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60047259" sldId="138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90091177" sldId="138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98029583" sldId="139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89880766" sldId="139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47436486" sldId="139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02618607" sldId="139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6476748" sldId="139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6597970" sldId="139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17642017" sldId="139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17602464" sldId="139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35936496" sldId="14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00221882" sldId="14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96018570" sldId="14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82163347" sldId="140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904800431" sldId="140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92244592" sldId="140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697652818" sldId="140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55634612" sldId="140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9119350" sldId="140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80220527" sldId="140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47426298" sldId="141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09862055" sldId="141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31076547" sldId="141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99857702" sldId="14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15450416" sldId="14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96868375" sldId="141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85597991" sldId="1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51372455" sldId="141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65169132" sldId="142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52650841" sldId="142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77539220" sldId="142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1660177" sldId="142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59762428" sldId="142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18266416" sldId="142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64869930" sldId="142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29075924" sldId="142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88611062" sldId="142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98700407" sldId="142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1585255" sldId="1430"/>
        </pc:sldMkLst>
      </pc:sldChg>
      <pc:sldChg chg="modSp add mod">
        <pc:chgData name="Sanmukh Kuppannagari" userId="ad215094-da36-4b66-9c79-369a17aea26b" providerId="ADAL" clId="{2282FFC7-29A6-4174-8285-4717AC3C90CE}" dt="2024-10-24T18:04:46.781" v="2355" actId="2057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20575543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3924068536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263179583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015219598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2052288365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65562540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868073248" sldId="143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46537403" sldId="143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8532588" sldId="143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606166730" sldId="143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32541632" sldId="144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39492477" sldId="144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63061003" sldId="144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2282FFC7-29A6-4174-8285-4717AC3C90CE}" dt="2024-10-24T13:02:01.872" v="272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8660825" sldId="1552"/>
        </pc:sldMkLst>
      </pc:sldChg>
      <pc:sldChg chg="addSp delSp modSp new mod">
        <pc:chgData name="Sanmukh Kuppannagari" userId="ad215094-da36-4b66-9c79-369a17aea26b" providerId="ADAL" clId="{2282FFC7-29A6-4174-8285-4717AC3C90CE}" dt="2024-10-24T14:21:54.808" v="1141" actId="1076"/>
        <pc:sldMkLst>
          <pc:docMk/>
          <pc:sldMk cId="1668494294" sldId="1553"/>
        </pc:sldMkLst>
      </pc:sldChg>
      <pc:sldChg chg="addSp modSp add mod">
        <pc:chgData name="Sanmukh Kuppannagari" userId="ad215094-da36-4b66-9c79-369a17aea26b" providerId="ADAL" clId="{2282FFC7-29A6-4174-8285-4717AC3C90CE}" dt="2024-10-24T14:22:04.314" v="1142"/>
        <pc:sldMkLst>
          <pc:docMk/>
          <pc:sldMk cId="2501767924" sldId="1554"/>
        </pc:sldMkLst>
      </pc:sldChg>
      <pc:sldChg chg="addSp delSp modSp add mod">
        <pc:chgData name="Sanmukh Kuppannagari" userId="ad215094-da36-4b66-9c79-369a17aea26b" providerId="ADAL" clId="{2282FFC7-29A6-4174-8285-4717AC3C90CE}" dt="2024-10-24T14:23:04.472" v="1150" actId="20577"/>
        <pc:sldMkLst>
          <pc:docMk/>
          <pc:sldMk cId="1362731012" sldId="1555"/>
        </pc:sldMkLst>
      </pc:sldChg>
      <pc:sldChg chg="delSp modSp add mod">
        <pc:chgData name="Sanmukh Kuppannagari" userId="ad215094-da36-4b66-9c79-369a17aea26b" providerId="ADAL" clId="{2282FFC7-29A6-4174-8285-4717AC3C90CE}" dt="2024-10-24T14:14:35.836" v="918" actId="20577"/>
        <pc:sldMkLst>
          <pc:docMk/>
          <pc:sldMk cId="4090303317" sldId="1556"/>
        </pc:sldMkLst>
      </pc:sldChg>
      <pc:sldChg chg="modSp add">
        <pc:chgData name="Sanmukh Kuppannagari" userId="ad215094-da36-4b66-9c79-369a17aea26b" providerId="ADAL" clId="{2282FFC7-29A6-4174-8285-4717AC3C90CE}" dt="2024-10-24T14:22:49.686" v="1148" actId="20577"/>
        <pc:sldMkLst>
          <pc:docMk/>
          <pc:sldMk cId="3429093343" sldId="1557"/>
        </pc:sldMkLst>
      </pc:sldChg>
      <pc:sldChg chg="modSp add">
        <pc:chgData name="Sanmukh Kuppannagari" userId="ad215094-da36-4b66-9c79-369a17aea26b" providerId="ADAL" clId="{2282FFC7-29A6-4174-8285-4717AC3C90CE}" dt="2024-10-24T14:23:16.961" v="1152" actId="20577"/>
        <pc:sldMkLst>
          <pc:docMk/>
          <pc:sldMk cId="400322744" sldId="1558"/>
        </pc:sldMkLst>
      </pc:sldChg>
      <pc:sldChg chg="delSp modSp add mod">
        <pc:chgData name="Sanmukh Kuppannagari" userId="ad215094-da36-4b66-9c79-369a17aea26b" providerId="ADAL" clId="{2282FFC7-29A6-4174-8285-4717AC3C90CE}" dt="2024-10-24T14:23:28.852" v="1153" actId="20577"/>
        <pc:sldMkLst>
          <pc:docMk/>
          <pc:sldMk cId="2084123303" sldId="1559"/>
        </pc:sldMkLst>
      </pc:sldChg>
      <pc:sldChg chg="addSp delSp modSp add mod">
        <pc:chgData name="Sanmukh Kuppannagari" userId="ad215094-da36-4b66-9c79-369a17aea26b" providerId="ADAL" clId="{2282FFC7-29A6-4174-8285-4717AC3C90CE}" dt="2024-10-24T14:23:38.892" v="1155" actId="20577"/>
        <pc:sldMkLst>
          <pc:docMk/>
          <pc:sldMk cId="2891138365" sldId="1560"/>
        </pc:sldMkLst>
      </pc:sldChg>
      <pc:sldChg chg="modSp add">
        <pc:chgData name="Sanmukh Kuppannagari" userId="ad215094-da36-4b66-9c79-369a17aea26b" providerId="ADAL" clId="{2282FFC7-29A6-4174-8285-4717AC3C90CE}" dt="2024-10-24T14:23:48.804" v="1157" actId="20577"/>
        <pc:sldMkLst>
          <pc:docMk/>
          <pc:sldMk cId="735200732" sldId="1561"/>
        </pc:sldMkLst>
      </pc:sldChg>
      <pc:sldChg chg="addSp delSp modSp add mod">
        <pc:chgData name="Sanmukh Kuppannagari" userId="ad215094-da36-4b66-9c79-369a17aea26b" providerId="ADAL" clId="{2282FFC7-29A6-4174-8285-4717AC3C90CE}" dt="2024-10-24T14:24:04.998" v="1160" actId="20577"/>
        <pc:sldMkLst>
          <pc:docMk/>
          <pc:sldMk cId="184633821" sldId="1562"/>
        </pc:sldMkLst>
      </pc:sldChg>
      <pc:sldChg chg="delSp modSp add mod">
        <pc:chgData name="Sanmukh Kuppannagari" userId="ad215094-da36-4b66-9c79-369a17aea26b" providerId="ADAL" clId="{2282FFC7-29A6-4174-8285-4717AC3C90CE}" dt="2024-10-24T14:25:11.973" v="1266" actId="478"/>
        <pc:sldMkLst>
          <pc:docMk/>
          <pc:sldMk cId="3469590337" sldId="1563"/>
        </pc:sldMkLst>
      </pc:sldChg>
      <pc:sldChg chg="modSp new mod">
        <pc:chgData name="Sanmukh Kuppannagari" userId="ad215094-da36-4b66-9c79-369a17aea26b" providerId="ADAL" clId="{2282FFC7-29A6-4174-8285-4717AC3C90CE}" dt="2024-10-24T14:33:47.998" v="1365" actId="207"/>
        <pc:sldMkLst>
          <pc:docMk/>
          <pc:sldMk cId="477277082" sldId="1564"/>
        </pc:sldMkLst>
      </pc:sldChg>
      <pc:sldChg chg="addSp modSp add mod">
        <pc:chgData name="Sanmukh Kuppannagari" userId="ad215094-da36-4b66-9c79-369a17aea26b" providerId="ADAL" clId="{2282FFC7-29A6-4174-8285-4717AC3C90CE}" dt="2024-10-24T14:39:01.465" v="1455" actId="20577"/>
        <pc:sldMkLst>
          <pc:docMk/>
          <pc:sldMk cId="1326569452" sldId="1565"/>
        </pc:sldMkLst>
      </pc:sldChg>
      <pc:sldChg chg="modSp new mod">
        <pc:chgData name="Sanmukh Kuppannagari" userId="ad215094-da36-4b66-9c79-369a17aea26b" providerId="ADAL" clId="{2282FFC7-29A6-4174-8285-4717AC3C90CE}" dt="2024-10-24T14:41:58.247" v="1922" actId="20577"/>
        <pc:sldMkLst>
          <pc:docMk/>
          <pc:sldMk cId="1520463495" sldId="1566"/>
        </pc:sldMkLst>
      </pc:sldChg>
      <pc:sldChg chg="modSp new mod">
        <pc:chgData name="Sanmukh Kuppannagari" userId="ad215094-da36-4b66-9c79-369a17aea26b" providerId="ADAL" clId="{2282FFC7-29A6-4174-8285-4717AC3C90CE}" dt="2024-10-24T14:43:11.030" v="2167" actId="20577"/>
        <pc:sldMkLst>
          <pc:docMk/>
          <pc:sldMk cId="196759949" sldId="1567"/>
        </pc:sldMkLst>
      </pc:sldChg>
      <pc:sldChg chg="modSp add mod">
        <pc:chgData name="Sanmukh Kuppannagari" userId="ad215094-da36-4b66-9c79-369a17aea26b" providerId="ADAL" clId="{2282FFC7-29A6-4174-8285-4717AC3C90CE}" dt="2024-10-24T14:46:27.005" v="2190" actId="14"/>
        <pc:sldMkLst>
          <pc:docMk/>
          <pc:sldMk cId="3183358524" sldId="1568"/>
        </pc:sldMkLst>
      </pc:sldChg>
      <pc:sldChg chg="modSp add mod">
        <pc:chgData name="Sanmukh Kuppannagari" userId="ad215094-da36-4b66-9c79-369a17aea26b" providerId="ADAL" clId="{2282FFC7-29A6-4174-8285-4717AC3C90CE}" dt="2024-10-24T14:46:37.077" v="2192" actId="207"/>
        <pc:sldMkLst>
          <pc:docMk/>
          <pc:sldMk cId="3292789048" sldId="1569"/>
        </pc:sldMkLst>
      </pc:sldChg>
      <pc:sldChg chg="modSp add mod">
        <pc:chgData name="Sanmukh Kuppannagari" userId="ad215094-da36-4b66-9c79-369a17aea26b" providerId="ADAL" clId="{2282FFC7-29A6-4174-8285-4717AC3C90CE}" dt="2024-10-24T14:46:51.195" v="2196" actId="207"/>
        <pc:sldMkLst>
          <pc:docMk/>
          <pc:sldMk cId="3123235236" sldId="1570"/>
        </pc:sldMkLst>
      </pc:sldChg>
      <pc:sldChg chg="modSp add mod">
        <pc:chgData name="Sanmukh Kuppannagari" userId="ad215094-da36-4b66-9c79-369a17aea26b" providerId="ADAL" clId="{2282FFC7-29A6-4174-8285-4717AC3C90CE}" dt="2024-10-24T14:47:02.736" v="2198" actId="207"/>
        <pc:sldMkLst>
          <pc:docMk/>
          <pc:sldMk cId="3645698628" sldId="1571"/>
        </pc:sldMkLst>
      </pc:sldChg>
      <pc:sldChg chg="modSp new mod">
        <pc:chgData name="Sanmukh Kuppannagari" userId="ad215094-da36-4b66-9c79-369a17aea26b" providerId="ADAL" clId="{2282FFC7-29A6-4174-8285-4717AC3C90CE}" dt="2024-10-24T19:29:55.223" v="2576" actId="6549"/>
        <pc:sldMkLst>
          <pc:docMk/>
          <pc:sldMk cId="1878988337" sldId="1572"/>
        </pc:sldMkLst>
      </pc:sldChg>
      <pc:sldChg chg="addSp modSp new mod">
        <pc:chgData name="Sanmukh Kuppannagari" userId="ad215094-da36-4b66-9c79-369a17aea26b" providerId="ADAL" clId="{2282FFC7-29A6-4174-8285-4717AC3C90CE}" dt="2024-10-24T18:03:41.195" v="2353" actId="1076"/>
        <pc:sldMkLst>
          <pc:docMk/>
          <pc:sldMk cId="123768210" sldId="1573"/>
        </pc:sldMkLst>
      </pc:sldChg>
      <pc:sldChg chg="modSp new mod">
        <pc:chgData name="Sanmukh Kuppannagari" userId="ad215094-da36-4b66-9c79-369a17aea26b" providerId="ADAL" clId="{2282FFC7-29A6-4174-8285-4717AC3C90CE}" dt="2024-10-24T18:17:29.465" v="2546" actId="20577"/>
        <pc:sldMkLst>
          <pc:docMk/>
          <pc:sldMk cId="3278008166" sldId="1574"/>
        </pc:sldMkLst>
      </pc:sldChg>
      <pc:sldChg chg="modSp new mod">
        <pc:chgData name="Sanmukh Kuppannagari" userId="ad215094-da36-4b66-9c79-369a17aea26b" providerId="ADAL" clId="{2282FFC7-29A6-4174-8285-4717AC3C90CE}" dt="2024-10-24T18:17:51.597" v="2575"/>
        <pc:sldMkLst>
          <pc:docMk/>
          <pc:sldMk cId="1171121697" sldId="157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00153295" sldId="16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80060560" sldId="16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28850612" sldId="161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7678191" sldId="161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3A4868DD-ACF3-4B99-AD74-39007F479744}"/>
    <pc:docChg chg="undo custSel addSld delSld modSld">
      <pc:chgData name="Sanmukh Kuppannagari" userId="ad215094-da36-4b66-9c79-369a17aea26b" providerId="ADAL" clId="{3A4868DD-ACF3-4B99-AD74-39007F479744}" dt="2024-11-07T15:54:58.931" v="5688" actId="20577"/>
      <pc:docMkLst>
        <pc:docMk/>
      </pc:docMkLst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617999572" sldId="483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110268650" sldId="484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120752997" sldId="485"/>
        </pc:sldMkLst>
      </pc:sldChg>
      <pc:sldChg chg="add del">
        <pc:chgData name="Sanmukh Kuppannagari" userId="ad215094-da36-4b66-9c79-369a17aea26b" providerId="ADAL" clId="{3A4868DD-ACF3-4B99-AD74-39007F479744}" dt="2024-11-07T13:03:36.467" v="10" actId="47"/>
        <pc:sldMkLst>
          <pc:docMk/>
          <pc:sldMk cId="1949217274" sldId="486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750096599" sldId="487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2902185754" sldId="488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048045561" sldId="489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844141991" sldId="490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00793038" sldId="491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4160602476" sldId="492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476368844" sldId="493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456626189" sldId="494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238860180" sldId="495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2081575624" sldId="496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842476258" sldId="497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045889812" sldId="498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123372165" sldId="49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3A4868DD-ACF3-4B99-AD74-39007F479744}" dt="2024-11-07T15:43:58.254" v="5122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3A4868DD-ACF3-4B99-AD74-39007F479744}" dt="2024-11-07T13:00:59.071" v="4" actId="2057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3A4868DD-ACF3-4B99-AD74-39007F479744}" dt="2024-11-07T13:01:05.362" v="5" actId="47"/>
        <pc:sldMkLst>
          <pc:docMk/>
          <pc:sldMk cId="3018800808" sldId="1570"/>
        </pc:sldMkLst>
      </pc:sldChg>
      <pc:sldChg chg="del">
        <pc:chgData name="Sanmukh Kuppannagari" userId="ad215094-da36-4b66-9c79-369a17aea26b" providerId="ADAL" clId="{3A4868DD-ACF3-4B99-AD74-39007F479744}" dt="2024-11-07T13:01:09.688" v="6" actId="47"/>
        <pc:sldMkLst>
          <pc:docMk/>
          <pc:sldMk cId="1526805434" sldId="1592"/>
        </pc:sldMkLst>
      </pc:sldChg>
      <pc:sldChg chg="del">
        <pc:chgData name="Sanmukh Kuppannagari" userId="ad215094-da36-4b66-9c79-369a17aea26b" providerId="ADAL" clId="{3A4868DD-ACF3-4B99-AD74-39007F479744}" dt="2024-11-07T13:01:05.362" v="5" actId="47"/>
        <pc:sldMkLst>
          <pc:docMk/>
          <pc:sldMk cId="692865834" sldId="159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466826485" sldId="159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797456560" sldId="160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693005505" sldId="160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313563272" sldId="1602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907449202" sldId="1603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261395334" sldId="1604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986643695" sldId="160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680640391" sldId="1606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99252937" sldId="160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267267742" sldId="1608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058626297" sldId="160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780095048" sldId="161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256113819" sldId="161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933520038" sldId="1612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06680847" sldId="1613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21639447" sldId="1614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05905525" sldId="161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182474925" sldId="1616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087289126" sldId="161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93807214" sldId="1618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14805936" sldId="161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714458313" sldId="162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562125515" sldId="162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214346942" sldId="1622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160332016" sldId="1623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80671827" sldId="1624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57613999" sldId="162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294109236" sldId="1626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829692619" sldId="162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811330501" sldId="1628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815602038" sldId="162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883496550" sldId="163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288722780" sldId="163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77554441" sldId="1632"/>
        </pc:sldMkLst>
      </pc:sldChg>
      <pc:sldChg chg="addSp delSp modSp new mod">
        <pc:chgData name="Sanmukh Kuppannagari" userId="ad215094-da36-4b66-9c79-369a17aea26b" providerId="ADAL" clId="{3A4868DD-ACF3-4B99-AD74-39007F479744}" dt="2024-11-07T13:11:27.523" v="288" actId="14100"/>
        <pc:sldMkLst>
          <pc:docMk/>
          <pc:sldMk cId="683138431" sldId="1635"/>
        </pc:sldMkLst>
      </pc:sldChg>
      <pc:sldChg chg="del">
        <pc:chgData name="Sanmukh Kuppannagari" userId="ad215094-da36-4b66-9c79-369a17aea26b" providerId="ADAL" clId="{3A4868DD-ACF3-4B99-AD74-39007F479744}" dt="2024-11-07T13:02:34.499" v="8" actId="47"/>
        <pc:sldMkLst>
          <pc:docMk/>
          <pc:sldMk cId="2093206662" sldId="163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357504419" sldId="1636"/>
        </pc:sldMkLst>
      </pc:sldChg>
      <pc:sldChg chg="addSp modSp add mod">
        <pc:chgData name="Sanmukh Kuppannagari" userId="ad215094-da36-4b66-9c79-369a17aea26b" providerId="ADAL" clId="{3A4868DD-ACF3-4B99-AD74-39007F479744}" dt="2024-11-07T15:49:52.877" v="5677" actId="1076"/>
        <pc:sldMkLst>
          <pc:docMk/>
          <pc:sldMk cId="3337974634" sldId="1636"/>
        </pc:sldMkLst>
      </pc:sldChg>
      <pc:sldChg chg="addSp modSp add mod">
        <pc:chgData name="Sanmukh Kuppannagari" userId="ad215094-da36-4b66-9c79-369a17aea26b" providerId="ADAL" clId="{3A4868DD-ACF3-4B99-AD74-39007F479744}" dt="2024-11-07T15:50:02.407" v="5678"/>
        <pc:sldMkLst>
          <pc:docMk/>
          <pc:sldMk cId="4132770037" sldId="1637"/>
        </pc:sldMkLst>
      </pc:sldChg>
      <pc:sldChg chg="addSp modSp add mod">
        <pc:chgData name="Sanmukh Kuppannagari" userId="ad215094-da36-4b66-9c79-369a17aea26b" providerId="ADAL" clId="{3A4868DD-ACF3-4B99-AD74-39007F479744}" dt="2024-11-07T15:50:08.157" v="5679"/>
        <pc:sldMkLst>
          <pc:docMk/>
          <pc:sldMk cId="3282786581" sldId="1638"/>
        </pc:sldMkLst>
      </pc:sldChg>
      <pc:sldChg chg="addSp modSp add mod">
        <pc:chgData name="Sanmukh Kuppannagari" userId="ad215094-da36-4b66-9c79-369a17aea26b" providerId="ADAL" clId="{3A4868DD-ACF3-4B99-AD74-39007F479744}" dt="2024-11-07T15:50:14.912" v="5680"/>
        <pc:sldMkLst>
          <pc:docMk/>
          <pc:sldMk cId="1245155834" sldId="1639"/>
        </pc:sldMkLst>
      </pc:sldChg>
      <pc:sldChg chg="addSp modSp add mod">
        <pc:chgData name="Sanmukh Kuppannagari" userId="ad215094-da36-4b66-9c79-369a17aea26b" providerId="ADAL" clId="{3A4868DD-ACF3-4B99-AD74-39007F479744}" dt="2024-11-07T15:50:45.948" v="5687" actId="1076"/>
        <pc:sldMkLst>
          <pc:docMk/>
          <pc:sldMk cId="1844206030" sldId="1640"/>
        </pc:sldMkLst>
      </pc:sldChg>
      <pc:sldChg chg="modSp new mod">
        <pc:chgData name="Sanmukh Kuppannagari" userId="ad215094-da36-4b66-9c79-369a17aea26b" providerId="ADAL" clId="{3A4868DD-ACF3-4B99-AD74-39007F479744}" dt="2024-11-07T13:12:26.457" v="340" actId="207"/>
        <pc:sldMkLst>
          <pc:docMk/>
          <pc:sldMk cId="3250903322" sldId="1641"/>
        </pc:sldMkLst>
      </pc:sldChg>
      <pc:sldChg chg="modSp add mod">
        <pc:chgData name="Sanmukh Kuppannagari" userId="ad215094-da36-4b66-9c79-369a17aea26b" providerId="ADAL" clId="{3A4868DD-ACF3-4B99-AD74-39007F479744}" dt="2024-11-07T13:13:04.064" v="397" actId="20577"/>
        <pc:sldMkLst>
          <pc:docMk/>
          <pc:sldMk cId="2327684509" sldId="1642"/>
        </pc:sldMkLst>
      </pc:sldChg>
      <pc:sldChg chg="modSp add mod">
        <pc:chgData name="Sanmukh Kuppannagari" userId="ad215094-da36-4b66-9c79-369a17aea26b" providerId="ADAL" clId="{3A4868DD-ACF3-4B99-AD74-39007F479744}" dt="2024-11-07T13:15:45.396" v="850" actId="207"/>
        <pc:sldMkLst>
          <pc:docMk/>
          <pc:sldMk cId="1765491602" sldId="1643"/>
        </pc:sldMkLst>
      </pc:sldChg>
      <pc:sldChg chg="modSp new mod">
        <pc:chgData name="Sanmukh Kuppannagari" userId="ad215094-da36-4b66-9c79-369a17aea26b" providerId="ADAL" clId="{3A4868DD-ACF3-4B99-AD74-39007F479744}" dt="2024-11-07T13:18:11.225" v="1101" actId="207"/>
        <pc:sldMkLst>
          <pc:docMk/>
          <pc:sldMk cId="1893342492" sldId="1644"/>
        </pc:sldMkLst>
      </pc:sldChg>
      <pc:sldChg chg="modSp new mod">
        <pc:chgData name="Sanmukh Kuppannagari" userId="ad215094-da36-4b66-9c79-369a17aea26b" providerId="ADAL" clId="{3A4868DD-ACF3-4B99-AD74-39007F479744}" dt="2024-11-07T13:37:56.398" v="1219" actId="20577"/>
        <pc:sldMkLst>
          <pc:docMk/>
          <pc:sldMk cId="370409120" sldId="1645"/>
        </pc:sldMkLst>
      </pc:sldChg>
      <pc:sldChg chg="delSp modSp add mod">
        <pc:chgData name="Sanmukh Kuppannagari" userId="ad215094-da36-4b66-9c79-369a17aea26b" providerId="ADAL" clId="{3A4868DD-ACF3-4B99-AD74-39007F479744}" dt="2024-11-07T13:40:46.984" v="1346" actId="20577"/>
        <pc:sldMkLst>
          <pc:docMk/>
          <pc:sldMk cId="3639779663" sldId="1646"/>
        </pc:sldMkLst>
      </pc:sldChg>
      <pc:sldChg chg="addSp modSp add mod">
        <pc:chgData name="Sanmukh Kuppannagari" userId="ad215094-da36-4b66-9c79-369a17aea26b" providerId="ADAL" clId="{3A4868DD-ACF3-4B99-AD74-39007F479744}" dt="2024-11-07T13:41:20.467" v="1351" actId="1076"/>
        <pc:sldMkLst>
          <pc:docMk/>
          <pc:sldMk cId="4186956841" sldId="1647"/>
        </pc:sldMkLst>
      </pc:sldChg>
      <pc:sldChg chg="addSp modSp add mod">
        <pc:chgData name="Sanmukh Kuppannagari" userId="ad215094-da36-4b66-9c79-369a17aea26b" providerId="ADAL" clId="{3A4868DD-ACF3-4B99-AD74-39007F479744}" dt="2024-11-07T13:42:45.848" v="1389" actId="1035"/>
        <pc:sldMkLst>
          <pc:docMk/>
          <pc:sldMk cId="4042585612" sldId="1648"/>
        </pc:sldMkLst>
      </pc:sldChg>
      <pc:sldChg chg="addSp modSp add mod">
        <pc:chgData name="Sanmukh Kuppannagari" userId="ad215094-da36-4b66-9c79-369a17aea26b" providerId="ADAL" clId="{3A4868DD-ACF3-4B99-AD74-39007F479744}" dt="2024-11-07T13:42:52.657" v="1390"/>
        <pc:sldMkLst>
          <pc:docMk/>
          <pc:sldMk cId="4275191448" sldId="1649"/>
        </pc:sldMkLst>
      </pc:sldChg>
      <pc:sldChg chg="addSp modSp add mod">
        <pc:chgData name="Sanmukh Kuppannagari" userId="ad215094-da36-4b66-9c79-369a17aea26b" providerId="ADAL" clId="{3A4868DD-ACF3-4B99-AD74-39007F479744}" dt="2024-11-07T13:42:55.099" v="1391"/>
        <pc:sldMkLst>
          <pc:docMk/>
          <pc:sldMk cId="3854469762" sldId="1650"/>
        </pc:sldMkLst>
      </pc:sldChg>
      <pc:sldChg chg="addSp modSp add mod">
        <pc:chgData name="Sanmukh Kuppannagari" userId="ad215094-da36-4b66-9c79-369a17aea26b" providerId="ADAL" clId="{3A4868DD-ACF3-4B99-AD74-39007F479744}" dt="2024-11-07T13:43:20.420" v="1395" actId="1076"/>
        <pc:sldMkLst>
          <pc:docMk/>
          <pc:sldMk cId="665947422" sldId="1651"/>
        </pc:sldMkLst>
      </pc:sldChg>
      <pc:sldChg chg="addSp modSp add mod">
        <pc:chgData name="Sanmukh Kuppannagari" userId="ad215094-da36-4b66-9c79-369a17aea26b" providerId="ADAL" clId="{3A4868DD-ACF3-4B99-AD74-39007F479744}" dt="2024-11-07T13:43:45.610" v="1401" actId="1076"/>
        <pc:sldMkLst>
          <pc:docMk/>
          <pc:sldMk cId="2980679193" sldId="1652"/>
        </pc:sldMkLst>
      </pc:sldChg>
      <pc:sldChg chg="addSp modSp add mod">
        <pc:chgData name="Sanmukh Kuppannagari" userId="ad215094-da36-4b66-9c79-369a17aea26b" providerId="ADAL" clId="{3A4868DD-ACF3-4B99-AD74-39007F479744}" dt="2024-11-07T13:55:16.653" v="2202"/>
        <pc:sldMkLst>
          <pc:docMk/>
          <pc:sldMk cId="216647267" sldId="1653"/>
        </pc:sldMkLst>
      </pc:sldChg>
      <pc:sldChg chg="addSp modSp add del mod">
        <pc:chgData name="Sanmukh Kuppannagari" userId="ad215094-da36-4b66-9c79-369a17aea26b" providerId="ADAL" clId="{3A4868DD-ACF3-4B99-AD74-39007F479744}" dt="2024-11-07T13:55:13.210" v="2201"/>
        <pc:sldMkLst>
          <pc:docMk/>
          <pc:sldMk cId="1677622787" sldId="1654"/>
        </pc:sldMkLst>
      </pc:sldChg>
      <pc:sldChg chg="modSp new mod">
        <pc:chgData name="Sanmukh Kuppannagari" userId="ad215094-da36-4b66-9c79-369a17aea26b" providerId="ADAL" clId="{3A4868DD-ACF3-4B99-AD74-39007F479744}" dt="2024-11-07T13:50:02.087" v="2074" actId="20577"/>
        <pc:sldMkLst>
          <pc:docMk/>
          <pc:sldMk cId="2198238203" sldId="1655"/>
        </pc:sldMkLst>
      </pc:sldChg>
      <pc:sldChg chg="modSp new del mod">
        <pc:chgData name="Sanmukh Kuppannagari" userId="ad215094-da36-4b66-9c79-369a17aea26b" providerId="ADAL" clId="{3A4868DD-ACF3-4B99-AD74-39007F479744}" dt="2024-11-07T13:50:38.540" v="2080" actId="47"/>
        <pc:sldMkLst>
          <pc:docMk/>
          <pc:sldMk cId="2434272162" sldId="1656"/>
        </pc:sldMkLst>
      </pc:sldChg>
      <pc:sldChg chg="addSp delSp modSp add mod">
        <pc:chgData name="Sanmukh Kuppannagari" userId="ad215094-da36-4b66-9c79-369a17aea26b" providerId="ADAL" clId="{3A4868DD-ACF3-4B99-AD74-39007F479744}" dt="2024-11-07T13:55:09.582" v="2200"/>
        <pc:sldMkLst>
          <pc:docMk/>
          <pc:sldMk cId="740734978" sldId="1657"/>
        </pc:sldMkLst>
      </pc:sldChg>
      <pc:sldChg chg="addSp delSp modSp add mod">
        <pc:chgData name="Sanmukh Kuppannagari" userId="ad215094-da36-4b66-9c79-369a17aea26b" providerId="ADAL" clId="{3A4868DD-ACF3-4B99-AD74-39007F479744}" dt="2024-11-07T13:55:06.705" v="2199" actId="1076"/>
        <pc:sldMkLst>
          <pc:docMk/>
          <pc:sldMk cId="682505045" sldId="1658"/>
        </pc:sldMkLst>
      </pc:sldChg>
      <pc:sldChg chg="addSp delSp modSp add mod">
        <pc:chgData name="Sanmukh Kuppannagari" userId="ad215094-da36-4b66-9c79-369a17aea26b" providerId="ADAL" clId="{3A4868DD-ACF3-4B99-AD74-39007F479744}" dt="2024-11-07T13:55:51.698" v="2257" actId="207"/>
        <pc:sldMkLst>
          <pc:docMk/>
          <pc:sldMk cId="2701904922" sldId="1659"/>
        </pc:sldMkLst>
      </pc:sldChg>
      <pc:sldChg chg="modSp add mod">
        <pc:chgData name="Sanmukh Kuppannagari" userId="ad215094-da36-4b66-9c79-369a17aea26b" providerId="ADAL" clId="{3A4868DD-ACF3-4B99-AD74-39007F479744}" dt="2024-11-07T13:56:19.863" v="2312" actId="20577"/>
        <pc:sldMkLst>
          <pc:docMk/>
          <pc:sldMk cId="2359573420" sldId="1660"/>
        </pc:sldMkLst>
      </pc:sldChg>
      <pc:sldChg chg="modSp add mod">
        <pc:chgData name="Sanmukh Kuppannagari" userId="ad215094-da36-4b66-9c79-369a17aea26b" providerId="ADAL" clId="{3A4868DD-ACF3-4B99-AD74-39007F479744}" dt="2024-11-07T13:56:32.890" v="2341" actId="20577"/>
        <pc:sldMkLst>
          <pc:docMk/>
          <pc:sldMk cId="4094260836" sldId="1661"/>
        </pc:sldMkLst>
      </pc:sldChg>
      <pc:sldChg chg="modSp new mod">
        <pc:chgData name="Sanmukh Kuppannagari" userId="ad215094-da36-4b66-9c79-369a17aea26b" providerId="ADAL" clId="{3A4868DD-ACF3-4B99-AD74-39007F479744}" dt="2024-11-07T14:24:02.086" v="3009" actId="20577"/>
        <pc:sldMkLst>
          <pc:docMk/>
          <pc:sldMk cId="3223833842" sldId="1662"/>
        </pc:sldMkLst>
      </pc:sldChg>
      <pc:sldChg chg="modSp new mod">
        <pc:chgData name="Sanmukh Kuppannagari" userId="ad215094-da36-4b66-9c79-369a17aea26b" providerId="ADAL" clId="{3A4868DD-ACF3-4B99-AD74-39007F479744}" dt="2024-11-07T14:28:27.604" v="3272" actId="20577"/>
        <pc:sldMkLst>
          <pc:docMk/>
          <pc:sldMk cId="1557462687" sldId="1663"/>
        </pc:sldMkLst>
      </pc:sldChg>
      <pc:sldChg chg="modSp new del mod">
        <pc:chgData name="Sanmukh Kuppannagari" userId="ad215094-da36-4b66-9c79-369a17aea26b" providerId="ADAL" clId="{3A4868DD-ACF3-4B99-AD74-39007F479744}" dt="2024-11-07T14:22:17.645" v="2860" actId="47"/>
        <pc:sldMkLst>
          <pc:docMk/>
          <pc:sldMk cId="875651395" sldId="1664"/>
        </pc:sldMkLst>
      </pc:sldChg>
      <pc:sldChg chg="addSp delSp modSp new mod">
        <pc:chgData name="Sanmukh Kuppannagari" userId="ad215094-da36-4b66-9c79-369a17aea26b" providerId="ADAL" clId="{3A4868DD-ACF3-4B99-AD74-39007F479744}" dt="2024-11-07T14:32:21.733" v="3380" actId="1076"/>
        <pc:sldMkLst>
          <pc:docMk/>
          <pc:sldMk cId="2562102177" sldId="1664"/>
        </pc:sldMkLst>
      </pc:sldChg>
      <pc:sldChg chg="modSp add mod">
        <pc:chgData name="Sanmukh Kuppannagari" userId="ad215094-da36-4b66-9c79-369a17aea26b" providerId="ADAL" clId="{3A4868DD-ACF3-4B99-AD74-39007F479744}" dt="2024-11-07T14:32:45.063" v="3385" actId="20577"/>
        <pc:sldMkLst>
          <pc:docMk/>
          <pc:sldMk cId="2937975433" sldId="1665"/>
        </pc:sldMkLst>
      </pc:sldChg>
      <pc:sldChg chg="modSp add mod">
        <pc:chgData name="Sanmukh Kuppannagari" userId="ad215094-da36-4b66-9c79-369a17aea26b" providerId="ADAL" clId="{3A4868DD-ACF3-4B99-AD74-39007F479744}" dt="2024-11-07T14:33:13.233" v="3390" actId="20577"/>
        <pc:sldMkLst>
          <pc:docMk/>
          <pc:sldMk cId="1025623174" sldId="1666"/>
        </pc:sldMkLst>
      </pc:sldChg>
      <pc:sldChg chg="modSp add mod">
        <pc:chgData name="Sanmukh Kuppannagari" userId="ad215094-da36-4b66-9c79-369a17aea26b" providerId="ADAL" clId="{3A4868DD-ACF3-4B99-AD74-39007F479744}" dt="2024-11-07T14:33:45.220" v="3397" actId="20577"/>
        <pc:sldMkLst>
          <pc:docMk/>
          <pc:sldMk cId="877085988" sldId="1667"/>
        </pc:sldMkLst>
      </pc:sldChg>
      <pc:sldChg chg="addSp modSp add mod">
        <pc:chgData name="Sanmukh Kuppannagari" userId="ad215094-da36-4b66-9c79-369a17aea26b" providerId="ADAL" clId="{3A4868DD-ACF3-4B99-AD74-39007F479744}" dt="2024-11-07T14:34:18.188" v="3418"/>
        <pc:sldMkLst>
          <pc:docMk/>
          <pc:sldMk cId="26589442" sldId="1668"/>
        </pc:sldMkLst>
      </pc:sldChg>
      <pc:sldChg chg="addSp delSp modSp add mod">
        <pc:chgData name="Sanmukh Kuppannagari" userId="ad215094-da36-4b66-9c79-369a17aea26b" providerId="ADAL" clId="{3A4868DD-ACF3-4B99-AD74-39007F479744}" dt="2024-11-07T14:34:58.965" v="3427" actId="20577"/>
        <pc:sldMkLst>
          <pc:docMk/>
          <pc:sldMk cId="2333549580" sldId="1669"/>
        </pc:sldMkLst>
      </pc:sldChg>
      <pc:sldChg chg="addSp delSp modSp new mod">
        <pc:chgData name="Sanmukh Kuppannagari" userId="ad215094-da36-4b66-9c79-369a17aea26b" providerId="ADAL" clId="{3A4868DD-ACF3-4B99-AD74-39007F479744}" dt="2024-11-07T14:48:33.805" v="3625" actId="20577"/>
        <pc:sldMkLst>
          <pc:docMk/>
          <pc:sldMk cId="3365070291" sldId="1670"/>
        </pc:sldMkLst>
      </pc:sldChg>
      <pc:sldChg chg="modSp add mod">
        <pc:chgData name="Sanmukh Kuppannagari" userId="ad215094-da36-4b66-9c79-369a17aea26b" providerId="ADAL" clId="{3A4868DD-ACF3-4B99-AD74-39007F479744}" dt="2024-11-07T14:50:52.859" v="3820" actId="20577"/>
        <pc:sldMkLst>
          <pc:docMk/>
          <pc:sldMk cId="1284615017" sldId="1671"/>
        </pc:sldMkLst>
      </pc:sldChg>
      <pc:sldChg chg="modSp add mod">
        <pc:chgData name="Sanmukh Kuppannagari" userId="ad215094-da36-4b66-9c79-369a17aea26b" providerId="ADAL" clId="{3A4868DD-ACF3-4B99-AD74-39007F479744}" dt="2024-11-07T14:52:11.635" v="3850" actId="20577"/>
        <pc:sldMkLst>
          <pc:docMk/>
          <pc:sldMk cId="1882264176" sldId="1672"/>
        </pc:sldMkLst>
      </pc:sldChg>
      <pc:sldChg chg="modSp add mod">
        <pc:chgData name="Sanmukh Kuppannagari" userId="ad215094-da36-4b66-9c79-369a17aea26b" providerId="ADAL" clId="{3A4868DD-ACF3-4B99-AD74-39007F479744}" dt="2024-11-07T14:52:24.562" v="3875" actId="20577"/>
        <pc:sldMkLst>
          <pc:docMk/>
          <pc:sldMk cId="1985731518" sldId="1673"/>
        </pc:sldMkLst>
      </pc:sldChg>
      <pc:sldChg chg="modSp new mod">
        <pc:chgData name="Sanmukh Kuppannagari" userId="ad215094-da36-4b66-9c79-369a17aea26b" providerId="ADAL" clId="{3A4868DD-ACF3-4B99-AD74-39007F479744}" dt="2024-11-07T15:08:40.929" v="4158" actId="20577"/>
        <pc:sldMkLst>
          <pc:docMk/>
          <pc:sldMk cId="635089384" sldId="1674"/>
        </pc:sldMkLst>
      </pc:sldChg>
      <pc:sldChg chg="modSp new mod">
        <pc:chgData name="Sanmukh Kuppannagari" userId="ad215094-da36-4b66-9c79-369a17aea26b" providerId="ADAL" clId="{3A4868DD-ACF3-4B99-AD74-39007F479744}" dt="2024-11-07T15:15:19.497" v="4648" actId="27636"/>
        <pc:sldMkLst>
          <pc:docMk/>
          <pc:sldMk cId="396645940" sldId="1675"/>
        </pc:sldMkLst>
      </pc:sldChg>
      <pc:sldChg chg="addSp delSp modSp new mod">
        <pc:chgData name="Sanmukh Kuppannagari" userId="ad215094-da36-4b66-9c79-369a17aea26b" providerId="ADAL" clId="{3A4868DD-ACF3-4B99-AD74-39007F479744}" dt="2024-11-07T15:17:34.509" v="4653" actId="1076"/>
        <pc:sldMkLst>
          <pc:docMk/>
          <pc:sldMk cId="1856943849" sldId="1676"/>
        </pc:sldMkLst>
      </pc:sldChg>
      <pc:sldChg chg="addSp modSp add mod">
        <pc:chgData name="Sanmukh Kuppannagari" userId="ad215094-da36-4b66-9c79-369a17aea26b" providerId="ADAL" clId="{3A4868DD-ACF3-4B99-AD74-39007F479744}" dt="2024-11-07T15:17:51.686" v="4658" actId="1076"/>
        <pc:sldMkLst>
          <pc:docMk/>
          <pc:sldMk cId="986577428" sldId="1677"/>
        </pc:sldMkLst>
      </pc:sldChg>
      <pc:sldChg chg="modSp add">
        <pc:chgData name="Sanmukh Kuppannagari" userId="ad215094-da36-4b66-9c79-369a17aea26b" providerId="ADAL" clId="{3A4868DD-ACF3-4B99-AD74-39007F479744}" dt="2024-11-07T15:18:15.740" v="4660" actId="207"/>
        <pc:sldMkLst>
          <pc:docMk/>
          <pc:sldMk cId="1928041951" sldId="1678"/>
        </pc:sldMkLst>
      </pc:sldChg>
      <pc:sldChg chg="modSp add">
        <pc:chgData name="Sanmukh Kuppannagari" userId="ad215094-da36-4b66-9c79-369a17aea26b" providerId="ADAL" clId="{3A4868DD-ACF3-4B99-AD74-39007F479744}" dt="2024-11-07T15:19:25.066" v="4670" actId="207"/>
        <pc:sldMkLst>
          <pc:docMk/>
          <pc:sldMk cId="3495840474" sldId="1679"/>
        </pc:sldMkLst>
      </pc:sldChg>
      <pc:sldChg chg="addSp delSp modSp add mod">
        <pc:chgData name="Sanmukh Kuppannagari" userId="ad215094-da36-4b66-9c79-369a17aea26b" providerId="ADAL" clId="{3A4868DD-ACF3-4B99-AD74-39007F479744}" dt="2024-11-07T15:19:21.228" v="4669" actId="1076"/>
        <pc:sldMkLst>
          <pc:docMk/>
          <pc:sldMk cId="35717642" sldId="1680"/>
        </pc:sldMkLst>
      </pc:sldChg>
      <pc:sldChg chg="modSp add">
        <pc:chgData name="Sanmukh Kuppannagari" userId="ad215094-da36-4b66-9c79-369a17aea26b" providerId="ADAL" clId="{3A4868DD-ACF3-4B99-AD74-39007F479744}" dt="2024-11-07T15:20:02.954" v="4674" actId="207"/>
        <pc:sldMkLst>
          <pc:docMk/>
          <pc:sldMk cId="3287910746" sldId="1681"/>
        </pc:sldMkLst>
      </pc:sldChg>
      <pc:sldChg chg="addSp delSp modSp add mod">
        <pc:chgData name="Sanmukh Kuppannagari" userId="ad215094-da36-4b66-9c79-369a17aea26b" providerId="ADAL" clId="{3A4868DD-ACF3-4B99-AD74-39007F479744}" dt="2024-11-07T15:20:27.363" v="4679" actId="1076"/>
        <pc:sldMkLst>
          <pc:docMk/>
          <pc:sldMk cId="154890462" sldId="1682"/>
        </pc:sldMkLst>
      </pc:sldChg>
      <pc:sldChg chg="addSp delSp modSp add mod">
        <pc:chgData name="Sanmukh Kuppannagari" userId="ad215094-da36-4b66-9c79-369a17aea26b" providerId="ADAL" clId="{3A4868DD-ACF3-4B99-AD74-39007F479744}" dt="2024-11-07T15:20:52.731" v="4685" actId="1076"/>
        <pc:sldMkLst>
          <pc:docMk/>
          <pc:sldMk cId="3436858653" sldId="1683"/>
        </pc:sldMkLst>
      </pc:sldChg>
      <pc:sldChg chg="modSp new mod">
        <pc:chgData name="Sanmukh Kuppannagari" userId="ad215094-da36-4b66-9c79-369a17aea26b" providerId="ADAL" clId="{3A4868DD-ACF3-4B99-AD74-39007F479744}" dt="2024-11-07T15:23:28.525" v="5014" actId="20577"/>
        <pc:sldMkLst>
          <pc:docMk/>
          <pc:sldMk cId="3013173445" sldId="1684"/>
        </pc:sldMkLst>
      </pc:sldChg>
      <pc:sldChg chg="modSp add mod">
        <pc:chgData name="Sanmukh Kuppannagari" userId="ad215094-da36-4b66-9c79-369a17aea26b" providerId="ADAL" clId="{3A4868DD-ACF3-4B99-AD74-39007F479744}" dt="2024-11-07T15:22:25.450" v="4850" actId="20577"/>
        <pc:sldMkLst>
          <pc:docMk/>
          <pc:sldMk cId="44376231" sldId="1685"/>
        </pc:sldMkLst>
      </pc:sldChg>
      <pc:sldChg chg="modSp add mod">
        <pc:chgData name="Sanmukh Kuppannagari" userId="ad215094-da36-4b66-9c79-369a17aea26b" providerId="ADAL" clId="{3A4868DD-ACF3-4B99-AD74-39007F479744}" dt="2024-11-07T15:24:01.295" v="5080" actId="20577"/>
        <pc:sldMkLst>
          <pc:docMk/>
          <pc:sldMk cId="1260636141" sldId="1686"/>
        </pc:sldMkLst>
      </pc:sldChg>
      <pc:sldChg chg="modSp new mod">
        <pc:chgData name="Sanmukh Kuppannagari" userId="ad215094-da36-4b66-9c79-369a17aea26b" providerId="ADAL" clId="{3A4868DD-ACF3-4B99-AD74-39007F479744}" dt="2024-11-07T15:54:58.931" v="5688" actId="20577"/>
        <pc:sldMkLst>
          <pc:docMk/>
          <pc:sldMk cId="2641286764" sldId="1687"/>
        </pc:sldMkLst>
      </pc:sldChg>
      <pc:sldChg chg="addSp delSp modSp new mod">
        <pc:chgData name="Sanmukh Kuppannagari" userId="ad215094-da36-4b66-9c79-369a17aea26b" providerId="ADAL" clId="{3A4868DD-ACF3-4B99-AD74-39007F479744}" dt="2024-11-07T15:47:14.345" v="5351" actId="20577"/>
        <pc:sldMkLst>
          <pc:docMk/>
          <pc:sldMk cId="2986889770" sldId="1688"/>
        </pc:sldMkLst>
      </pc:sldChg>
      <pc:sldChg chg="modSp add mod">
        <pc:chgData name="Sanmukh Kuppannagari" userId="ad215094-da36-4b66-9c79-369a17aea26b" providerId="ADAL" clId="{3A4868DD-ACF3-4B99-AD74-39007F479744}" dt="2024-11-07T15:48:36.336" v="5558" actId="1076"/>
        <pc:sldMkLst>
          <pc:docMk/>
          <pc:sldMk cId="2784912087" sldId="1689"/>
        </pc:sldMkLst>
      </pc:sldChg>
      <pc:sldChg chg="modSp add mod">
        <pc:chgData name="Sanmukh Kuppannagari" userId="ad215094-da36-4b66-9c79-369a17aea26b" providerId="ADAL" clId="{3A4868DD-ACF3-4B99-AD74-39007F479744}" dt="2024-11-07T15:49:12.890" v="5675" actId="20577"/>
        <pc:sldMkLst>
          <pc:docMk/>
          <pc:sldMk cId="1139479645" sldId="1690"/>
        </pc:sldMkLst>
      </pc:sldChg>
    </pc:docChg>
  </pc:docChgLst>
  <pc:docChgLst>
    <pc:chgData name="Sanmukh Kuppannagari" userId="ad215094-da36-4b66-9c79-369a17aea26b" providerId="ADAL" clId="{613A0AB2-BD56-483A-AC30-AF62202992E8}"/>
    <pc:docChg chg="undo custSel addSld delSld modSld sldOrd">
      <pc:chgData name="Sanmukh Kuppannagari" userId="ad215094-da36-4b66-9c79-369a17aea26b" providerId="ADAL" clId="{613A0AB2-BD56-483A-AC30-AF62202992E8}" dt="2024-09-10T14:08:58.540" v="4073" actId="20577"/>
      <pc:docMkLst>
        <pc:docMk/>
      </pc:docMkLst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613A0AB2-BD56-483A-AC30-AF62202992E8}" dt="2024-09-10T01:44:36.823" v="20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613A0AB2-BD56-483A-AC30-AF62202992E8}" dt="2024-09-10T02:49:54.542" v="3055" actId="15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14761624" sldId="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83873654" sldId="42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88738288" sldId="42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93507665" sldId="43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7871764" sldId="43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8865837" sldId="43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02553672" sldId="43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61697695" sldId="43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12480366" sldId="127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39462493" sldId="128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3097358" sldId="1375"/>
        </pc:sldMkLst>
      </pc:sldChg>
      <pc:sldChg chg="addSp modSp add del mod">
        <pc:chgData name="Sanmukh Kuppannagari" userId="ad215094-da36-4b66-9c79-369a17aea26b" providerId="ADAL" clId="{613A0AB2-BD56-483A-AC30-AF62202992E8}" dt="2024-09-10T14:04:28.145" v="3383" actId="2057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00405277" sldId="1402"/>
        </pc:sldMkLst>
      </pc:sldChg>
      <pc:sldChg chg="del ord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67499912" sldId="140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613A0AB2-BD56-483A-AC30-AF62202992E8}" dt="2024-09-10T01:28:59.340" v="82" actId="2057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613A0AB2-BD56-483A-AC30-AF62202992E8}" dt="2024-09-10T02:47:07.772" v="2980" actId="47"/>
        <pc:sldMkLst>
          <pc:docMk/>
          <pc:sldMk cId="1891067080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519883686" sldId="1420"/>
        </pc:sldMkLst>
      </pc:sldChg>
      <pc:sldChg chg="modSp add del mod">
        <pc:chgData name="Sanmukh Kuppannagari" userId="ad215094-da36-4b66-9c79-369a17aea26b" providerId="ADAL" clId="{613A0AB2-BD56-483A-AC30-AF62202992E8}" dt="2024-09-10T02:47:34.895" v="2986" actId="47"/>
        <pc:sldMkLst>
          <pc:docMk/>
          <pc:sldMk cId="3547720413" sldId="1420"/>
        </pc:sldMkLst>
      </pc:sldChg>
      <pc:sldChg chg="modSp add del mod">
        <pc:chgData name="Sanmukh Kuppannagari" userId="ad215094-da36-4b66-9c79-369a17aea26b" providerId="ADAL" clId="{613A0AB2-BD56-483A-AC30-AF62202992E8}" dt="2024-09-10T02:49:59.467" v="3056" actId="47"/>
        <pc:sldMkLst>
          <pc:docMk/>
          <pc:sldMk cId="1861580155" sldId="1421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3752423486" sldId="1421"/>
        </pc:sldMkLst>
      </pc:sldChg>
      <pc:sldChg chg="modSp add mod">
        <pc:chgData name="Sanmukh Kuppannagari" userId="ad215094-da36-4b66-9c79-369a17aea26b" providerId="ADAL" clId="{613A0AB2-BD56-483A-AC30-AF62202992E8}" dt="2024-09-10T01:45:21.111" v="210" actId="1076"/>
        <pc:sldMkLst>
          <pc:docMk/>
          <pc:sldMk cId="2024660992" sldId="1422"/>
        </pc:sldMkLst>
      </pc:sldChg>
      <pc:sldChg chg="add">
        <pc:chgData name="Sanmukh Kuppannagari" userId="ad215094-da36-4b66-9c79-369a17aea26b" providerId="ADAL" clId="{613A0AB2-BD56-483A-AC30-AF62202992E8}" dt="2024-09-10T01:32:16.478" v="100"/>
        <pc:sldMkLst>
          <pc:docMk/>
          <pc:sldMk cId="2732262" sldId="1423"/>
        </pc:sldMkLst>
      </pc:sldChg>
      <pc:sldChg chg="add">
        <pc:chgData name="Sanmukh Kuppannagari" userId="ad215094-da36-4b66-9c79-369a17aea26b" providerId="ADAL" clId="{613A0AB2-BD56-483A-AC30-AF62202992E8}" dt="2024-09-10T01:32:48.711" v="101"/>
        <pc:sldMkLst>
          <pc:docMk/>
          <pc:sldMk cId="2162645904" sldId="1424"/>
        </pc:sldMkLst>
      </pc:sldChg>
      <pc:sldChg chg="add">
        <pc:chgData name="Sanmukh Kuppannagari" userId="ad215094-da36-4b66-9c79-369a17aea26b" providerId="ADAL" clId="{613A0AB2-BD56-483A-AC30-AF62202992E8}" dt="2024-09-10T01:33:49.182" v="102"/>
        <pc:sldMkLst>
          <pc:docMk/>
          <pc:sldMk cId="3423648906" sldId="1425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061472416" sldId="1426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09825613" sldId="1427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521121717" sldId="1428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988378371" sldId="142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300145823" sldId="143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799776817" sldId="143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670905119" sldId="143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681725977" sldId="143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410148444" sldId="1434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895113626" sldId="1435"/>
        </pc:sldMkLst>
      </pc:sldChg>
      <pc:sldChg chg="addSp modSp add mod">
        <pc:chgData name="Sanmukh Kuppannagari" userId="ad215094-da36-4b66-9c79-369a17aea26b" providerId="ADAL" clId="{613A0AB2-BD56-483A-AC30-AF62202992E8}" dt="2024-09-10T13:56:57.442" v="3070" actId="14100"/>
        <pc:sldMkLst>
          <pc:docMk/>
          <pc:sldMk cId="1065455456" sldId="1436"/>
        </pc:sldMkLst>
      </pc:sldChg>
      <pc:sldChg chg="addSp modSp add mod">
        <pc:chgData name="Sanmukh Kuppannagari" userId="ad215094-da36-4b66-9c79-369a17aea26b" providerId="ADAL" clId="{613A0AB2-BD56-483A-AC30-AF62202992E8}" dt="2024-09-10T13:57:58.634" v="3083" actId="1076"/>
        <pc:sldMkLst>
          <pc:docMk/>
          <pc:sldMk cId="4249774978" sldId="1437"/>
        </pc:sldMkLst>
      </pc:sldChg>
      <pc:sldChg chg="addSp modSp add mod">
        <pc:chgData name="Sanmukh Kuppannagari" userId="ad215094-da36-4b66-9c79-369a17aea26b" providerId="ADAL" clId="{613A0AB2-BD56-483A-AC30-AF62202992E8}" dt="2024-09-10T13:58:06.256" v="3085" actId="1076"/>
        <pc:sldMkLst>
          <pc:docMk/>
          <pc:sldMk cId="3744848553" sldId="1438"/>
        </pc:sldMkLst>
      </pc:sldChg>
      <pc:sldChg chg="addSp modSp add mod">
        <pc:chgData name="Sanmukh Kuppannagari" userId="ad215094-da36-4b66-9c79-369a17aea26b" providerId="ADAL" clId="{613A0AB2-BD56-483A-AC30-AF62202992E8}" dt="2024-09-10T13:58:13.021" v="3087" actId="1076"/>
        <pc:sldMkLst>
          <pc:docMk/>
          <pc:sldMk cId="3911730472" sldId="143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806484747" sldId="144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510140089" sldId="144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98400876" sldId="144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310307108" sldId="144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39455098" sldId="1444"/>
        </pc:sldMkLst>
      </pc:sldChg>
      <pc:sldChg chg="addSp delSp modSp new mod">
        <pc:chgData name="Sanmukh Kuppannagari" userId="ad215094-da36-4b66-9c79-369a17aea26b" providerId="ADAL" clId="{613A0AB2-BD56-483A-AC30-AF62202992E8}" dt="2024-09-10T01:50:59.559" v="518" actId="20577"/>
        <pc:sldMkLst>
          <pc:docMk/>
          <pc:sldMk cId="2435438658" sldId="1445"/>
        </pc:sldMkLst>
      </pc:sldChg>
      <pc:sldChg chg="addSp modSp add mod">
        <pc:chgData name="Sanmukh Kuppannagari" userId="ad215094-da36-4b66-9c79-369a17aea26b" providerId="ADAL" clId="{613A0AB2-BD56-483A-AC30-AF62202992E8}" dt="2024-09-10T01:56:07.079" v="824" actId="20577"/>
        <pc:sldMkLst>
          <pc:docMk/>
          <pc:sldMk cId="2528700108" sldId="1446"/>
        </pc:sldMkLst>
      </pc:sldChg>
      <pc:sldChg chg="addSp modSp add mod">
        <pc:chgData name="Sanmukh Kuppannagari" userId="ad215094-da36-4b66-9c79-369a17aea26b" providerId="ADAL" clId="{613A0AB2-BD56-483A-AC30-AF62202992E8}" dt="2024-09-10T02:02:04.139" v="1119" actId="20577"/>
        <pc:sldMkLst>
          <pc:docMk/>
          <pc:sldMk cId="3448580318" sldId="1447"/>
        </pc:sldMkLst>
      </pc:sldChg>
      <pc:sldChg chg="modSp add del mod">
        <pc:chgData name="Sanmukh Kuppannagari" userId="ad215094-da36-4b66-9c79-369a17aea26b" providerId="ADAL" clId="{613A0AB2-BD56-483A-AC30-AF62202992E8}" dt="2024-09-10T01:57:11.036" v="974" actId="47"/>
        <pc:sldMkLst>
          <pc:docMk/>
          <pc:sldMk cId="2249879898" sldId="1448"/>
        </pc:sldMkLst>
      </pc:sldChg>
      <pc:sldChg chg="modSp new mod ord">
        <pc:chgData name="Sanmukh Kuppannagari" userId="ad215094-da36-4b66-9c79-369a17aea26b" providerId="ADAL" clId="{613A0AB2-BD56-483A-AC30-AF62202992E8}" dt="2024-09-10T14:00:41.014" v="3120" actId="20577"/>
        <pc:sldMkLst>
          <pc:docMk/>
          <pc:sldMk cId="3596653468" sldId="1448"/>
        </pc:sldMkLst>
      </pc:sldChg>
      <pc:sldChg chg="addSp delSp modSp add mod">
        <pc:chgData name="Sanmukh Kuppannagari" userId="ad215094-da36-4b66-9c79-369a17aea26b" providerId="ADAL" clId="{613A0AB2-BD56-483A-AC30-AF62202992E8}" dt="2024-09-10T02:08:38.970" v="1516" actId="6549"/>
        <pc:sldMkLst>
          <pc:docMk/>
          <pc:sldMk cId="1880408666" sldId="1449"/>
        </pc:sldMkLst>
      </pc:sldChg>
      <pc:sldChg chg="addSp delSp modSp add mod">
        <pc:chgData name="Sanmukh Kuppannagari" userId="ad215094-da36-4b66-9c79-369a17aea26b" providerId="ADAL" clId="{613A0AB2-BD56-483A-AC30-AF62202992E8}" dt="2024-09-10T02:09:46.167" v="1529" actId="1076"/>
        <pc:sldMkLst>
          <pc:docMk/>
          <pc:sldMk cId="4060134973" sldId="1450"/>
        </pc:sldMkLst>
      </pc:sldChg>
      <pc:sldChg chg="add del">
        <pc:chgData name="Sanmukh Kuppannagari" userId="ad215094-da36-4b66-9c79-369a17aea26b" providerId="ADAL" clId="{613A0AB2-BD56-483A-AC30-AF62202992E8}" dt="2024-09-10T02:12:44.420" v="1601" actId="47"/>
        <pc:sldMkLst>
          <pc:docMk/>
          <pc:sldMk cId="3891841292" sldId="1451"/>
        </pc:sldMkLst>
      </pc:sldChg>
      <pc:sldChg chg="addSp delSp modSp add mod">
        <pc:chgData name="Sanmukh Kuppannagari" userId="ad215094-da36-4b66-9c79-369a17aea26b" providerId="ADAL" clId="{613A0AB2-BD56-483A-AC30-AF62202992E8}" dt="2024-09-10T02:12:32.181" v="1600" actId="1076"/>
        <pc:sldMkLst>
          <pc:docMk/>
          <pc:sldMk cId="2002584918" sldId="1452"/>
        </pc:sldMkLst>
      </pc:sldChg>
      <pc:sldChg chg="addSp delSp modSp add mod">
        <pc:chgData name="Sanmukh Kuppannagari" userId="ad215094-da36-4b66-9c79-369a17aea26b" providerId="ADAL" clId="{613A0AB2-BD56-483A-AC30-AF62202992E8}" dt="2024-09-10T02:17:07.136" v="2022" actId="20577"/>
        <pc:sldMkLst>
          <pc:docMk/>
          <pc:sldMk cId="166141272" sldId="1453"/>
        </pc:sldMkLst>
      </pc:sldChg>
      <pc:sldChg chg="addSp delSp modSp new mod">
        <pc:chgData name="Sanmukh Kuppannagari" userId="ad215094-da36-4b66-9c79-369a17aea26b" providerId="ADAL" clId="{613A0AB2-BD56-483A-AC30-AF62202992E8}" dt="2024-09-10T02:29:06.513" v="2400" actId="1076"/>
        <pc:sldMkLst>
          <pc:docMk/>
          <pc:sldMk cId="1637042343" sldId="1454"/>
        </pc:sldMkLst>
      </pc:sldChg>
      <pc:sldChg chg="modSp add mod">
        <pc:chgData name="Sanmukh Kuppannagari" userId="ad215094-da36-4b66-9c79-369a17aea26b" providerId="ADAL" clId="{613A0AB2-BD56-483A-AC30-AF62202992E8}" dt="2024-09-10T02:29:26.921" v="2405" actId="20577"/>
        <pc:sldMkLst>
          <pc:docMk/>
          <pc:sldMk cId="2077584720" sldId="1455"/>
        </pc:sldMkLst>
      </pc:sldChg>
      <pc:sldChg chg="modSp add mod">
        <pc:chgData name="Sanmukh Kuppannagari" userId="ad215094-da36-4b66-9c79-369a17aea26b" providerId="ADAL" clId="{613A0AB2-BD56-483A-AC30-AF62202992E8}" dt="2024-09-10T02:29:53.701" v="2417" actId="1076"/>
        <pc:sldMkLst>
          <pc:docMk/>
          <pc:sldMk cId="1601611775" sldId="1456"/>
        </pc:sldMkLst>
      </pc:sldChg>
      <pc:sldChg chg="addSp delSp modSp add mod">
        <pc:chgData name="Sanmukh Kuppannagari" userId="ad215094-da36-4b66-9c79-369a17aea26b" providerId="ADAL" clId="{613A0AB2-BD56-483A-AC30-AF62202992E8}" dt="2024-09-10T02:32:55.484" v="2474" actId="207"/>
        <pc:sldMkLst>
          <pc:docMk/>
          <pc:sldMk cId="432978893" sldId="1457"/>
        </pc:sldMkLst>
      </pc:sldChg>
      <pc:sldChg chg="addSp modSp add mod">
        <pc:chgData name="Sanmukh Kuppannagari" userId="ad215094-da36-4b66-9c79-369a17aea26b" providerId="ADAL" clId="{613A0AB2-BD56-483A-AC30-AF62202992E8}" dt="2024-09-10T14:01:30.592" v="3123" actId="1076"/>
        <pc:sldMkLst>
          <pc:docMk/>
          <pc:sldMk cId="3977200157" sldId="1458"/>
        </pc:sldMkLst>
      </pc:sldChg>
      <pc:sldChg chg="addSp modSp add mod">
        <pc:chgData name="Sanmukh Kuppannagari" userId="ad215094-da36-4b66-9c79-369a17aea26b" providerId="ADAL" clId="{613A0AB2-BD56-483A-AC30-AF62202992E8}" dt="2024-09-10T02:33:37.620" v="2486" actId="1076"/>
        <pc:sldMkLst>
          <pc:docMk/>
          <pc:sldMk cId="1026247998" sldId="1459"/>
        </pc:sldMkLst>
      </pc:sldChg>
      <pc:sldChg chg="addSp delSp modSp add mod">
        <pc:chgData name="Sanmukh Kuppannagari" userId="ad215094-da36-4b66-9c79-369a17aea26b" providerId="ADAL" clId="{613A0AB2-BD56-483A-AC30-AF62202992E8}" dt="2024-09-10T02:34:39.581" v="2497" actId="478"/>
        <pc:sldMkLst>
          <pc:docMk/>
          <pc:sldMk cId="2306065322" sldId="1460"/>
        </pc:sldMkLst>
      </pc:sldChg>
      <pc:sldChg chg="delSp modSp add mod">
        <pc:chgData name="Sanmukh Kuppannagari" userId="ad215094-da36-4b66-9c79-369a17aea26b" providerId="ADAL" clId="{613A0AB2-BD56-483A-AC30-AF62202992E8}" dt="2024-09-10T02:35:27.251" v="2511" actId="208"/>
        <pc:sldMkLst>
          <pc:docMk/>
          <pc:sldMk cId="3428985795" sldId="1461"/>
        </pc:sldMkLst>
      </pc:sldChg>
      <pc:sldChg chg="delSp modSp add mod">
        <pc:chgData name="Sanmukh Kuppannagari" userId="ad215094-da36-4b66-9c79-369a17aea26b" providerId="ADAL" clId="{613A0AB2-BD56-483A-AC30-AF62202992E8}" dt="2024-09-10T02:35:30.985" v="2514" actId="208"/>
        <pc:sldMkLst>
          <pc:docMk/>
          <pc:sldMk cId="3519324463" sldId="1462"/>
        </pc:sldMkLst>
      </pc:sldChg>
      <pc:sldChg chg="addSp delSp modSp add mod">
        <pc:chgData name="Sanmukh Kuppannagari" userId="ad215094-da36-4b66-9c79-369a17aea26b" providerId="ADAL" clId="{613A0AB2-BD56-483A-AC30-AF62202992E8}" dt="2024-09-10T02:35:34.634" v="2517" actId="208"/>
        <pc:sldMkLst>
          <pc:docMk/>
          <pc:sldMk cId="1373048709" sldId="1463"/>
        </pc:sldMkLst>
      </pc:sldChg>
      <pc:sldChg chg="modSp add mod">
        <pc:chgData name="Sanmukh Kuppannagari" userId="ad215094-da36-4b66-9c79-369a17aea26b" providerId="ADAL" clId="{613A0AB2-BD56-483A-AC30-AF62202992E8}" dt="2024-09-10T02:35:55.507" v="2546" actId="207"/>
        <pc:sldMkLst>
          <pc:docMk/>
          <pc:sldMk cId="3075436054" sldId="1464"/>
        </pc:sldMkLst>
      </pc:sldChg>
      <pc:sldChg chg="modSp add mod">
        <pc:chgData name="Sanmukh Kuppannagari" userId="ad215094-da36-4b66-9c79-369a17aea26b" providerId="ADAL" clId="{613A0AB2-BD56-483A-AC30-AF62202992E8}" dt="2024-09-10T02:36:50.235" v="2590" actId="207"/>
        <pc:sldMkLst>
          <pc:docMk/>
          <pc:sldMk cId="872022406" sldId="1465"/>
        </pc:sldMkLst>
      </pc:sldChg>
      <pc:sldChg chg="modSp add mod">
        <pc:chgData name="Sanmukh Kuppannagari" userId="ad215094-da36-4b66-9c79-369a17aea26b" providerId="ADAL" clId="{613A0AB2-BD56-483A-AC30-AF62202992E8}" dt="2024-09-10T02:48:35.346" v="2990" actId="6549"/>
        <pc:sldMkLst>
          <pc:docMk/>
          <pc:sldMk cId="3474961130" sldId="1466"/>
        </pc:sldMkLst>
      </pc:sldChg>
      <pc:sldChg chg="modSp add mod">
        <pc:chgData name="Sanmukh Kuppannagari" userId="ad215094-da36-4b66-9c79-369a17aea26b" providerId="ADAL" clId="{613A0AB2-BD56-483A-AC30-AF62202992E8}" dt="2024-09-10T02:48:43.494" v="2991" actId="6549"/>
        <pc:sldMkLst>
          <pc:docMk/>
          <pc:sldMk cId="3693279848" sldId="1467"/>
        </pc:sldMkLst>
      </pc:sldChg>
      <pc:sldChg chg="modSp add mod">
        <pc:chgData name="Sanmukh Kuppannagari" userId="ad215094-da36-4b66-9c79-369a17aea26b" providerId="ADAL" clId="{613A0AB2-BD56-483A-AC30-AF62202992E8}" dt="2024-09-10T02:48:52.479" v="2992" actId="6549"/>
        <pc:sldMkLst>
          <pc:docMk/>
          <pc:sldMk cId="1977406003" sldId="1468"/>
        </pc:sldMkLst>
      </pc:sldChg>
      <pc:sldChg chg="addSp modSp add mod">
        <pc:chgData name="Sanmukh Kuppannagari" userId="ad215094-da36-4b66-9c79-369a17aea26b" providerId="ADAL" clId="{613A0AB2-BD56-483A-AC30-AF62202992E8}" dt="2024-09-10T14:04:35.399" v="3385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613A0AB2-BD56-483A-AC30-AF62202992E8}" dt="2024-09-10T13:57:19.646" v="3075"/>
        <pc:sldMkLst>
          <pc:docMk/>
          <pc:sldMk cId="2349840647" sldId="1469"/>
        </pc:sldMkLst>
      </pc:sldChg>
      <pc:sldChg chg="modSp add mod">
        <pc:chgData name="Sanmukh Kuppannagari" userId="ad215094-da36-4b66-9c79-369a17aea26b" providerId="ADAL" clId="{613A0AB2-BD56-483A-AC30-AF62202992E8}" dt="2024-09-10T14:04:39.925" v="338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613A0AB2-BD56-483A-AC30-AF62202992E8}" dt="2024-09-10T14:04:44.899" v="3389"/>
        <pc:sldMkLst>
          <pc:docMk/>
          <pc:sldMk cId="2020050802" sldId="1471"/>
        </pc:sldMkLst>
      </pc:sldChg>
      <pc:sldChg chg="modSp add mod">
        <pc:chgData name="Sanmukh Kuppannagari" userId="ad215094-da36-4b66-9c79-369a17aea26b" providerId="ADAL" clId="{613A0AB2-BD56-483A-AC30-AF62202992E8}" dt="2024-09-10T14:05:25.609" v="3495" actId="20577"/>
        <pc:sldMkLst>
          <pc:docMk/>
          <pc:sldMk cId="184454124" sldId="1472"/>
        </pc:sldMkLst>
      </pc:sldChg>
      <pc:sldChg chg="modSp add mod">
        <pc:chgData name="Sanmukh Kuppannagari" userId="ad215094-da36-4b66-9c79-369a17aea26b" providerId="ADAL" clId="{613A0AB2-BD56-483A-AC30-AF62202992E8}" dt="2024-09-10T14:06:05.107" v="3569" actId="20577"/>
        <pc:sldMkLst>
          <pc:docMk/>
          <pc:sldMk cId="1095382800" sldId="1473"/>
        </pc:sldMkLst>
      </pc:sldChg>
      <pc:sldChg chg="modSp add mod">
        <pc:chgData name="Sanmukh Kuppannagari" userId="ad215094-da36-4b66-9c79-369a17aea26b" providerId="ADAL" clId="{613A0AB2-BD56-483A-AC30-AF62202992E8}" dt="2024-09-10T14:07:07.913" v="3714" actId="14100"/>
        <pc:sldMkLst>
          <pc:docMk/>
          <pc:sldMk cId="702332589" sldId="1474"/>
        </pc:sldMkLst>
      </pc:sldChg>
      <pc:sldChg chg="addSp modSp add mod">
        <pc:chgData name="Sanmukh Kuppannagari" userId="ad215094-da36-4b66-9c79-369a17aea26b" providerId="ADAL" clId="{613A0AB2-BD56-483A-AC30-AF62202992E8}" dt="2024-09-10T14:08:58.540" v="4073" actId="20577"/>
        <pc:sldMkLst>
          <pc:docMk/>
          <pc:sldMk cId="3957084145" sldId="1475"/>
        </pc:sldMkLst>
      </pc:sldChg>
    </pc:docChg>
  </pc:docChgLst>
  <pc:docChgLst>
    <pc:chgData name="Sanmukh Kuppannagari" userId="ad215094-da36-4b66-9c79-369a17aea26b" providerId="ADAL" clId="{18DA49F4-CD4F-46E0-AB35-D6CB797BE416}"/>
    <pc:docChg chg="custSel addSld delSld modSld">
      <pc:chgData name="Sanmukh Kuppannagari" userId="ad215094-da36-4b66-9c79-369a17aea26b" providerId="ADAL" clId="{18DA49F4-CD4F-46E0-AB35-D6CB797BE416}" dt="2025-11-20T14:24:09.337" v="1103" actId="5793"/>
      <pc:docMkLst>
        <pc:docMk/>
      </pc:docMkLst>
      <pc:sldChg chg="add">
        <pc:chgData name="Sanmukh Kuppannagari" userId="ad215094-da36-4b66-9c79-369a17aea26b" providerId="ADAL" clId="{18DA49F4-CD4F-46E0-AB35-D6CB797BE416}" dt="2025-11-20T14:10:27.867" v="406"/>
        <pc:sldMkLst>
          <pc:docMk/>
          <pc:sldMk cId="1503363967" sldId="307"/>
        </pc:sldMkLst>
      </pc:sldChg>
      <pc:sldChg chg="modSp mod">
        <pc:chgData name="Sanmukh Kuppannagari" userId="ad215094-da36-4b66-9c79-369a17aea26b" providerId="ADAL" clId="{18DA49F4-CD4F-46E0-AB35-D6CB797BE416}" dt="2025-11-20T14:08:52.956" v="402" actId="20577"/>
        <pc:sldMkLst>
          <pc:docMk/>
          <pc:sldMk cId="3557461879" sldId="374"/>
        </pc:sldMkLst>
        <pc:spChg chg="mod">
          <ac:chgData name="Sanmukh Kuppannagari" userId="ad215094-da36-4b66-9c79-369a17aea26b" providerId="ADAL" clId="{18DA49F4-CD4F-46E0-AB35-D6CB797BE416}" dt="2025-11-20T14:08:52.956" v="402" actId="20577"/>
          <ac:spMkLst>
            <pc:docMk/>
            <pc:sldMk cId="3557461879" sldId="374"/>
            <ac:spMk id="3" creationId="{A57E7A8A-2CCA-A1A4-8196-50BB10190163}"/>
          </ac:spMkLst>
        </pc:spChg>
      </pc:sldChg>
      <pc:sldChg chg="add del">
        <pc:chgData name="Sanmukh Kuppannagari" userId="ad215094-da36-4b66-9c79-369a17aea26b" providerId="ADAL" clId="{18DA49F4-CD4F-46E0-AB35-D6CB797BE416}" dt="2025-11-20T14:10:27.867" v="406"/>
        <pc:sldMkLst>
          <pc:docMk/>
          <pc:sldMk cId="786365083" sldId="382"/>
        </pc:sldMkLst>
      </pc:sldChg>
      <pc:sldChg chg="add">
        <pc:chgData name="Sanmukh Kuppannagari" userId="ad215094-da36-4b66-9c79-369a17aea26b" providerId="ADAL" clId="{18DA49F4-CD4F-46E0-AB35-D6CB797BE416}" dt="2025-11-20T14:09:18.473" v="403"/>
        <pc:sldMkLst>
          <pc:docMk/>
          <pc:sldMk cId="3747551071" sldId="966"/>
        </pc:sldMkLst>
      </pc:sldChg>
      <pc:sldChg chg="add">
        <pc:chgData name="Sanmukh Kuppannagari" userId="ad215094-da36-4b66-9c79-369a17aea26b" providerId="ADAL" clId="{18DA49F4-CD4F-46E0-AB35-D6CB797BE416}" dt="2025-11-20T14:10:27.867" v="406"/>
        <pc:sldMkLst>
          <pc:docMk/>
          <pc:sldMk cId="3584237781" sldId="1581"/>
        </pc:sldMkLst>
      </pc:sldChg>
      <pc:sldChg chg="add">
        <pc:chgData name="Sanmukh Kuppannagari" userId="ad215094-da36-4b66-9c79-369a17aea26b" providerId="ADAL" clId="{18DA49F4-CD4F-46E0-AB35-D6CB797BE416}" dt="2025-11-20T14:09:18.473" v="403"/>
        <pc:sldMkLst>
          <pc:docMk/>
          <pc:sldMk cId="2224980005" sldId="1593"/>
        </pc:sldMkLst>
      </pc:sldChg>
      <pc:sldChg chg="add">
        <pc:chgData name="Sanmukh Kuppannagari" userId="ad215094-da36-4b66-9c79-369a17aea26b" providerId="ADAL" clId="{18DA49F4-CD4F-46E0-AB35-D6CB797BE416}" dt="2025-11-20T14:10:27.867" v="406"/>
        <pc:sldMkLst>
          <pc:docMk/>
          <pc:sldMk cId="12375495" sldId="1598"/>
        </pc:sldMkLst>
      </pc:sldChg>
      <pc:sldChg chg="add">
        <pc:chgData name="Sanmukh Kuppannagari" userId="ad215094-da36-4b66-9c79-369a17aea26b" providerId="ADAL" clId="{18DA49F4-CD4F-46E0-AB35-D6CB797BE416}" dt="2025-11-20T14:10:27.867" v="406"/>
        <pc:sldMkLst>
          <pc:docMk/>
          <pc:sldMk cId="1090682070" sldId="1599"/>
        </pc:sldMkLst>
      </pc:sldChg>
      <pc:sldChg chg="add">
        <pc:chgData name="Sanmukh Kuppannagari" userId="ad215094-da36-4b66-9c79-369a17aea26b" providerId="ADAL" clId="{18DA49F4-CD4F-46E0-AB35-D6CB797BE416}" dt="2025-11-20T14:10:27.867" v="406"/>
        <pc:sldMkLst>
          <pc:docMk/>
          <pc:sldMk cId="475039163" sldId="1600"/>
        </pc:sldMkLst>
      </pc:sldChg>
      <pc:sldChg chg="add">
        <pc:chgData name="Sanmukh Kuppannagari" userId="ad215094-da36-4b66-9c79-369a17aea26b" providerId="ADAL" clId="{18DA49F4-CD4F-46E0-AB35-D6CB797BE416}" dt="2025-11-20T14:10:27.867" v="406"/>
        <pc:sldMkLst>
          <pc:docMk/>
          <pc:sldMk cId="2785231721" sldId="1601"/>
        </pc:sldMkLst>
      </pc:sldChg>
      <pc:sldChg chg="add del">
        <pc:chgData name="Sanmukh Kuppannagari" userId="ad215094-da36-4b66-9c79-369a17aea26b" providerId="ADAL" clId="{18DA49F4-CD4F-46E0-AB35-D6CB797BE416}" dt="2025-11-20T14:10:27.867" v="406"/>
        <pc:sldMkLst>
          <pc:docMk/>
          <pc:sldMk cId="3192913568" sldId="1602"/>
        </pc:sldMkLst>
      </pc:sldChg>
      <pc:sldChg chg="add">
        <pc:chgData name="Sanmukh Kuppannagari" userId="ad215094-da36-4b66-9c79-369a17aea26b" providerId="ADAL" clId="{18DA49F4-CD4F-46E0-AB35-D6CB797BE416}" dt="2025-11-20T14:10:27.867" v="406"/>
        <pc:sldMkLst>
          <pc:docMk/>
          <pc:sldMk cId="3804253948" sldId="1603"/>
        </pc:sldMkLst>
      </pc:sldChg>
      <pc:sldChg chg="add">
        <pc:chgData name="Sanmukh Kuppannagari" userId="ad215094-da36-4b66-9c79-369a17aea26b" providerId="ADAL" clId="{18DA49F4-CD4F-46E0-AB35-D6CB797BE416}" dt="2025-11-20T14:10:27.867" v="406"/>
        <pc:sldMkLst>
          <pc:docMk/>
          <pc:sldMk cId="421394120" sldId="1604"/>
        </pc:sldMkLst>
      </pc:sldChg>
      <pc:sldChg chg="del">
        <pc:chgData name="Sanmukh Kuppannagari" userId="ad215094-da36-4b66-9c79-369a17aea26b" providerId="ADAL" clId="{18DA49F4-CD4F-46E0-AB35-D6CB797BE416}" dt="2025-11-20T14:10:42.010" v="407" actId="47"/>
        <pc:sldMkLst>
          <pc:docMk/>
          <pc:sldMk cId="899982151" sldId="1617"/>
        </pc:sldMkLst>
      </pc:sldChg>
      <pc:sldChg chg="add">
        <pc:chgData name="Sanmukh Kuppannagari" userId="ad215094-da36-4b66-9c79-369a17aea26b" providerId="ADAL" clId="{18DA49F4-CD4F-46E0-AB35-D6CB797BE416}" dt="2025-11-20T14:10:59.319" v="408"/>
        <pc:sldMkLst>
          <pc:docMk/>
          <pc:sldMk cId="3563996213" sldId="1626"/>
        </pc:sldMkLst>
      </pc:sldChg>
      <pc:sldChg chg="del">
        <pc:chgData name="Sanmukh Kuppannagari" userId="ad215094-da36-4b66-9c79-369a17aea26b" providerId="ADAL" clId="{18DA49F4-CD4F-46E0-AB35-D6CB797BE416}" dt="2025-11-20T14:14:54.440" v="897" actId="47"/>
        <pc:sldMkLst>
          <pc:docMk/>
          <pc:sldMk cId="4202834753" sldId="1656"/>
        </pc:sldMkLst>
      </pc:sldChg>
      <pc:sldChg chg="del">
        <pc:chgData name="Sanmukh Kuppannagari" userId="ad215094-da36-4b66-9c79-369a17aea26b" providerId="ADAL" clId="{18DA49F4-CD4F-46E0-AB35-D6CB797BE416}" dt="2025-11-20T14:23:24.880" v="1085" actId="47"/>
        <pc:sldMkLst>
          <pc:docMk/>
          <pc:sldMk cId="2860481367" sldId="1663"/>
        </pc:sldMkLst>
      </pc:sldChg>
      <pc:sldChg chg="del">
        <pc:chgData name="Sanmukh Kuppannagari" userId="ad215094-da36-4b66-9c79-369a17aea26b" providerId="ADAL" clId="{18DA49F4-CD4F-46E0-AB35-D6CB797BE416}" dt="2025-11-20T14:23:31.321" v="1086" actId="47"/>
        <pc:sldMkLst>
          <pc:docMk/>
          <pc:sldMk cId="3913714320" sldId="1664"/>
        </pc:sldMkLst>
      </pc:sldChg>
      <pc:sldChg chg="del">
        <pc:chgData name="Sanmukh Kuppannagari" userId="ad215094-da36-4b66-9c79-369a17aea26b" providerId="ADAL" clId="{18DA49F4-CD4F-46E0-AB35-D6CB797BE416}" dt="2025-11-20T14:23:20.425" v="1084" actId="47"/>
        <pc:sldMkLst>
          <pc:docMk/>
          <pc:sldMk cId="2280705995" sldId="1665"/>
        </pc:sldMkLst>
      </pc:sldChg>
      <pc:sldChg chg="del">
        <pc:chgData name="Sanmukh Kuppannagari" userId="ad215094-da36-4b66-9c79-369a17aea26b" providerId="ADAL" clId="{18DA49F4-CD4F-46E0-AB35-D6CB797BE416}" dt="2025-11-20T14:23:20.425" v="1084" actId="47"/>
        <pc:sldMkLst>
          <pc:docMk/>
          <pc:sldMk cId="559113720" sldId="1666"/>
        </pc:sldMkLst>
      </pc:sldChg>
      <pc:sldChg chg="del">
        <pc:chgData name="Sanmukh Kuppannagari" userId="ad215094-da36-4b66-9c79-369a17aea26b" providerId="ADAL" clId="{18DA49F4-CD4F-46E0-AB35-D6CB797BE416}" dt="2025-11-20T14:23:20.425" v="1084" actId="47"/>
        <pc:sldMkLst>
          <pc:docMk/>
          <pc:sldMk cId="2893181135" sldId="1667"/>
        </pc:sldMkLst>
      </pc:sldChg>
      <pc:sldChg chg="del">
        <pc:chgData name="Sanmukh Kuppannagari" userId="ad215094-da36-4b66-9c79-369a17aea26b" providerId="ADAL" clId="{18DA49F4-CD4F-46E0-AB35-D6CB797BE416}" dt="2025-11-20T14:23:20.425" v="1084" actId="47"/>
        <pc:sldMkLst>
          <pc:docMk/>
          <pc:sldMk cId="3413577140" sldId="1668"/>
        </pc:sldMkLst>
      </pc:sldChg>
      <pc:sldChg chg="del">
        <pc:chgData name="Sanmukh Kuppannagari" userId="ad215094-da36-4b66-9c79-369a17aea26b" providerId="ADAL" clId="{18DA49F4-CD4F-46E0-AB35-D6CB797BE416}" dt="2025-11-20T14:23:20.425" v="1084" actId="47"/>
        <pc:sldMkLst>
          <pc:docMk/>
          <pc:sldMk cId="2153182924" sldId="1673"/>
        </pc:sldMkLst>
      </pc:sldChg>
      <pc:sldChg chg="del">
        <pc:chgData name="Sanmukh Kuppannagari" userId="ad215094-da36-4b66-9c79-369a17aea26b" providerId="ADAL" clId="{18DA49F4-CD4F-46E0-AB35-D6CB797BE416}" dt="2025-11-20T14:23:20.425" v="1084" actId="47"/>
        <pc:sldMkLst>
          <pc:docMk/>
          <pc:sldMk cId="3684773157" sldId="1674"/>
        </pc:sldMkLst>
      </pc:sldChg>
      <pc:sldChg chg="del">
        <pc:chgData name="Sanmukh Kuppannagari" userId="ad215094-da36-4b66-9c79-369a17aea26b" providerId="ADAL" clId="{18DA49F4-CD4F-46E0-AB35-D6CB797BE416}" dt="2025-11-20T14:23:20.425" v="1084" actId="47"/>
        <pc:sldMkLst>
          <pc:docMk/>
          <pc:sldMk cId="4035147850" sldId="1675"/>
        </pc:sldMkLst>
      </pc:sldChg>
      <pc:sldChg chg="del">
        <pc:chgData name="Sanmukh Kuppannagari" userId="ad215094-da36-4b66-9c79-369a17aea26b" providerId="ADAL" clId="{18DA49F4-CD4F-46E0-AB35-D6CB797BE416}" dt="2025-11-20T14:23:20.425" v="1084" actId="47"/>
        <pc:sldMkLst>
          <pc:docMk/>
          <pc:sldMk cId="1363122755" sldId="1676"/>
        </pc:sldMkLst>
      </pc:sldChg>
      <pc:sldChg chg="del">
        <pc:chgData name="Sanmukh Kuppannagari" userId="ad215094-da36-4b66-9c79-369a17aea26b" providerId="ADAL" clId="{18DA49F4-CD4F-46E0-AB35-D6CB797BE416}" dt="2025-11-20T14:23:20.425" v="1084" actId="47"/>
        <pc:sldMkLst>
          <pc:docMk/>
          <pc:sldMk cId="1900301544" sldId="1677"/>
        </pc:sldMkLst>
      </pc:sldChg>
      <pc:sldChg chg="del">
        <pc:chgData name="Sanmukh Kuppannagari" userId="ad215094-da36-4b66-9c79-369a17aea26b" providerId="ADAL" clId="{18DA49F4-CD4F-46E0-AB35-D6CB797BE416}" dt="2025-11-20T14:23:20.425" v="1084" actId="47"/>
        <pc:sldMkLst>
          <pc:docMk/>
          <pc:sldMk cId="752778944" sldId="1678"/>
        </pc:sldMkLst>
      </pc:sldChg>
      <pc:sldChg chg="del">
        <pc:chgData name="Sanmukh Kuppannagari" userId="ad215094-da36-4b66-9c79-369a17aea26b" providerId="ADAL" clId="{18DA49F4-CD4F-46E0-AB35-D6CB797BE416}" dt="2025-11-20T14:23:20.425" v="1084" actId="47"/>
        <pc:sldMkLst>
          <pc:docMk/>
          <pc:sldMk cId="3679327180" sldId="1679"/>
        </pc:sldMkLst>
      </pc:sldChg>
      <pc:sldChg chg="del">
        <pc:chgData name="Sanmukh Kuppannagari" userId="ad215094-da36-4b66-9c79-369a17aea26b" providerId="ADAL" clId="{18DA49F4-CD4F-46E0-AB35-D6CB797BE416}" dt="2025-11-20T14:23:20.425" v="1084" actId="47"/>
        <pc:sldMkLst>
          <pc:docMk/>
          <pc:sldMk cId="4013768134" sldId="1680"/>
        </pc:sldMkLst>
      </pc:sldChg>
      <pc:sldChg chg="del">
        <pc:chgData name="Sanmukh Kuppannagari" userId="ad215094-da36-4b66-9c79-369a17aea26b" providerId="ADAL" clId="{18DA49F4-CD4F-46E0-AB35-D6CB797BE416}" dt="2025-11-20T14:23:20.425" v="1084" actId="47"/>
        <pc:sldMkLst>
          <pc:docMk/>
          <pc:sldMk cId="3732570170" sldId="1681"/>
        </pc:sldMkLst>
      </pc:sldChg>
      <pc:sldChg chg="del">
        <pc:chgData name="Sanmukh Kuppannagari" userId="ad215094-da36-4b66-9c79-369a17aea26b" providerId="ADAL" clId="{18DA49F4-CD4F-46E0-AB35-D6CB797BE416}" dt="2025-11-20T14:23:20.425" v="1084" actId="47"/>
        <pc:sldMkLst>
          <pc:docMk/>
          <pc:sldMk cId="3067607777" sldId="1682"/>
        </pc:sldMkLst>
      </pc:sldChg>
      <pc:sldChg chg="modSp mod">
        <pc:chgData name="Sanmukh Kuppannagari" userId="ad215094-da36-4b66-9c79-369a17aea26b" providerId="ADAL" clId="{18DA49F4-CD4F-46E0-AB35-D6CB797BE416}" dt="2025-11-20T14:24:09.337" v="1103" actId="5793"/>
        <pc:sldMkLst>
          <pc:docMk/>
          <pc:sldMk cId="2822009777" sldId="1683"/>
        </pc:sldMkLst>
        <pc:spChg chg="mod">
          <ac:chgData name="Sanmukh Kuppannagari" userId="ad215094-da36-4b66-9c79-369a17aea26b" providerId="ADAL" clId="{18DA49F4-CD4F-46E0-AB35-D6CB797BE416}" dt="2025-11-20T14:24:09.337" v="1103" actId="5793"/>
          <ac:spMkLst>
            <pc:docMk/>
            <pc:sldMk cId="2822009777" sldId="1683"/>
            <ac:spMk id="3" creationId="{ED046DF7-BCC7-C9D5-C278-3EF424EDFA93}"/>
          </ac:spMkLst>
        </pc:spChg>
      </pc:sldChg>
      <pc:sldChg chg="add">
        <pc:chgData name="Sanmukh Kuppannagari" userId="ad215094-da36-4b66-9c79-369a17aea26b" providerId="ADAL" clId="{18DA49F4-CD4F-46E0-AB35-D6CB797BE416}" dt="2025-11-20T14:09:18.473" v="403"/>
        <pc:sldMkLst>
          <pc:docMk/>
          <pc:sldMk cId="3827926018" sldId="1684"/>
        </pc:sldMkLst>
      </pc:sldChg>
      <pc:sldChg chg="addSp delSp modSp new mod">
        <pc:chgData name="Sanmukh Kuppannagari" userId="ad215094-da36-4b66-9c79-369a17aea26b" providerId="ADAL" clId="{18DA49F4-CD4F-46E0-AB35-D6CB797BE416}" dt="2025-11-20T14:16:28.811" v="908" actId="1076"/>
        <pc:sldMkLst>
          <pc:docMk/>
          <pc:sldMk cId="1207367188" sldId="1685"/>
        </pc:sldMkLst>
        <pc:spChg chg="mod">
          <ac:chgData name="Sanmukh Kuppannagari" userId="ad215094-da36-4b66-9c79-369a17aea26b" providerId="ADAL" clId="{18DA49F4-CD4F-46E0-AB35-D6CB797BE416}" dt="2025-11-20T14:12:40.651" v="470" actId="14100"/>
          <ac:spMkLst>
            <pc:docMk/>
            <pc:sldMk cId="1207367188" sldId="1685"/>
            <ac:spMk id="2" creationId="{C2718137-3F45-E39D-2C52-40594DD084B5}"/>
          </ac:spMkLst>
        </pc:spChg>
        <pc:spChg chg="mod">
          <ac:chgData name="Sanmukh Kuppannagari" userId="ad215094-da36-4b66-9c79-369a17aea26b" providerId="ADAL" clId="{18DA49F4-CD4F-46E0-AB35-D6CB797BE416}" dt="2025-11-20T14:15:30.923" v="903" actId="207"/>
          <ac:spMkLst>
            <pc:docMk/>
            <pc:sldMk cId="1207367188" sldId="1685"/>
            <ac:spMk id="3" creationId="{8F91ED91-0C79-79D5-03E2-0B3EE78C34D9}"/>
          </ac:spMkLst>
        </pc:spChg>
        <pc:spChg chg="mod">
          <ac:chgData name="Sanmukh Kuppannagari" userId="ad215094-da36-4b66-9c79-369a17aea26b" providerId="ADAL" clId="{18DA49F4-CD4F-46E0-AB35-D6CB797BE416}" dt="2025-11-20T14:15:11.242" v="899"/>
          <ac:spMkLst>
            <pc:docMk/>
            <pc:sldMk cId="1207367188" sldId="1685"/>
            <ac:spMk id="5" creationId="{F3A3139E-0E94-BD7C-1F8A-7E12BC0B4246}"/>
          </ac:spMkLst>
        </pc:spChg>
        <pc:spChg chg="add del mod">
          <ac:chgData name="Sanmukh Kuppannagari" userId="ad215094-da36-4b66-9c79-369a17aea26b" providerId="ADAL" clId="{18DA49F4-CD4F-46E0-AB35-D6CB797BE416}" dt="2025-11-20T14:15:42.705" v="904" actId="478"/>
          <ac:spMkLst>
            <pc:docMk/>
            <pc:sldMk cId="1207367188" sldId="1685"/>
            <ac:spMk id="7" creationId="{D85A66BB-6F2F-F1A1-B44C-2A6952A6ABC3}"/>
          </ac:spMkLst>
        </pc:spChg>
        <pc:spChg chg="add del mod">
          <ac:chgData name="Sanmukh Kuppannagari" userId="ad215094-da36-4b66-9c79-369a17aea26b" providerId="ADAL" clId="{18DA49F4-CD4F-46E0-AB35-D6CB797BE416}" dt="2025-11-20T14:15:42.705" v="904" actId="478"/>
          <ac:spMkLst>
            <pc:docMk/>
            <pc:sldMk cId="1207367188" sldId="1685"/>
            <ac:spMk id="8" creationId="{EEEEAF70-61DC-EDEC-D9EE-F02EF01AFFB0}"/>
          </ac:spMkLst>
        </pc:spChg>
        <pc:spChg chg="add del mod">
          <ac:chgData name="Sanmukh Kuppannagari" userId="ad215094-da36-4b66-9c79-369a17aea26b" providerId="ADAL" clId="{18DA49F4-CD4F-46E0-AB35-D6CB797BE416}" dt="2025-11-20T14:15:42.705" v="904" actId="478"/>
          <ac:spMkLst>
            <pc:docMk/>
            <pc:sldMk cId="1207367188" sldId="1685"/>
            <ac:spMk id="9" creationId="{790A58F0-B29D-F662-92C6-6657481B140D}"/>
          </ac:spMkLst>
        </pc:spChg>
        <pc:spChg chg="mod">
          <ac:chgData name="Sanmukh Kuppannagari" userId="ad215094-da36-4b66-9c79-369a17aea26b" providerId="ADAL" clId="{18DA49F4-CD4F-46E0-AB35-D6CB797BE416}" dt="2025-11-20T14:15:11.242" v="899"/>
          <ac:spMkLst>
            <pc:docMk/>
            <pc:sldMk cId="1207367188" sldId="1685"/>
            <ac:spMk id="11" creationId="{1AF70478-E0AF-7A3A-E5CC-27550F1F388C}"/>
          </ac:spMkLst>
        </pc:spChg>
        <pc:spChg chg="mod">
          <ac:chgData name="Sanmukh Kuppannagari" userId="ad215094-da36-4b66-9c79-369a17aea26b" providerId="ADAL" clId="{18DA49F4-CD4F-46E0-AB35-D6CB797BE416}" dt="2025-11-20T14:15:11.242" v="899"/>
          <ac:spMkLst>
            <pc:docMk/>
            <pc:sldMk cId="1207367188" sldId="1685"/>
            <ac:spMk id="12" creationId="{3BA4FDCF-4015-5826-0573-DCB19D2866AF}"/>
          </ac:spMkLst>
        </pc:spChg>
        <pc:spChg chg="mod">
          <ac:chgData name="Sanmukh Kuppannagari" userId="ad215094-da36-4b66-9c79-369a17aea26b" providerId="ADAL" clId="{18DA49F4-CD4F-46E0-AB35-D6CB797BE416}" dt="2025-11-20T14:15:11.242" v="899"/>
          <ac:spMkLst>
            <pc:docMk/>
            <pc:sldMk cId="1207367188" sldId="1685"/>
            <ac:spMk id="14" creationId="{F18CED7B-6752-5C2F-8437-B3DC6088F602}"/>
          </ac:spMkLst>
        </pc:spChg>
        <pc:spChg chg="mod">
          <ac:chgData name="Sanmukh Kuppannagari" userId="ad215094-da36-4b66-9c79-369a17aea26b" providerId="ADAL" clId="{18DA49F4-CD4F-46E0-AB35-D6CB797BE416}" dt="2025-11-20T14:15:11.242" v="899"/>
          <ac:spMkLst>
            <pc:docMk/>
            <pc:sldMk cId="1207367188" sldId="1685"/>
            <ac:spMk id="15" creationId="{0ED362CB-69CA-D4F9-BEC7-1B0A597EEBA5}"/>
          </ac:spMkLst>
        </pc:spChg>
        <pc:spChg chg="mod">
          <ac:chgData name="Sanmukh Kuppannagari" userId="ad215094-da36-4b66-9c79-369a17aea26b" providerId="ADAL" clId="{18DA49F4-CD4F-46E0-AB35-D6CB797BE416}" dt="2025-11-20T14:15:11.242" v="899"/>
          <ac:spMkLst>
            <pc:docMk/>
            <pc:sldMk cId="1207367188" sldId="1685"/>
            <ac:spMk id="17" creationId="{1EE2A923-4A10-2427-8FD0-092252CE417B}"/>
          </ac:spMkLst>
        </pc:spChg>
        <pc:spChg chg="mod">
          <ac:chgData name="Sanmukh Kuppannagari" userId="ad215094-da36-4b66-9c79-369a17aea26b" providerId="ADAL" clId="{18DA49F4-CD4F-46E0-AB35-D6CB797BE416}" dt="2025-11-20T14:15:11.242" v="899"/>
          <ac:spMkLst>
            <pc:docMk/>
            <pc:sldMk cId="1207367188" sldId="1685"/>
            <ac:spMk id="18" creationId="{99583AAF-1855-6708-488D-951BC5135A91}"/>
          </ac:spMkLst>
        </pc:spChg>
        <pc:spChg chg="mod">
          <ac:chgData name="Sanmukh Kuppannagari" userId="ad215094-da36-4b66-9c79-369a17aea26b" providerId="ADAL" clId="{18DA49F4-CD4F-46E0-AB35-D6CB797BE416}" dt="2025-11-20T14:16:25.395" v="907"/>
          <ac:spMkLst>
            <pc:docMk/>
            <pc:sldMk cId="1207367188" sldId="1685"/>
            <ac:spMk id="23" creationId="{8ED69A6C-48EF-43AF-B863-F588DB35A4DD}"/>
          </ac:spMkLst>
        </pc:spChg>
        <pc:spChg chg="mod">
          <ac:chgData name="Sanmukh Kuppannagari" userId="ad215094-da36-4b66-9c79-369a17aea26b" providerId="ADAL" clId="{18DA49F4-CD4F-46E0-AB35-D6CB797BE416}" dt="2025-11-20T14:16:25.395" v="907"/>
          <ac:spMkLst>
            <pc:docMk/>
            <pc:sldMk cId="1207367188" sldId="1685"/>
            <ac:spMk id="24" creationId="{61C99D29-291B-D3E5-58DA-A78F9B52E6A1}"/>
          </ac:spMkLst>
        </pc:spChg>
        <pc:spChg chg="add mod">
          <ac:chgData name="Sanmukh Kuppannagari" userId="ad215094-da36-4b66-9c79-369a17aea26b" providerId="ADAL" clId="{18DA49F4-CD4F-46E0-AB35-D6CB797BE416}" dt="2025-11-20T14:16:28.811" v="908" actId="1076"/>
          <ac:spMkLst>
            <pc:docMk/>
            <pc:sldMk cId="1207367188" sldId="1685"/>
            <ac:spMk id="25" creationId="{D30490F2-516D-6840-76ED-0FA7059F9DC3}"/>
          </ac:spMkLst>
        </pc:spChg>
        <pc:spChg chg="add mod">
          <ac:chgData name="Sanmukh Kuppannagari" userId="ad215094-da36-4b66-9c79-369a17aea26b" providerId="ADAL" clId="{18DA49F4-CD4F-46E0-AB35-D6CB797BE416}" dt="2025-11-20T14:16:28.811" v="908" actId="1076"/>
          <ac:spMkLst>
            <pc:docMk/>
            <pc:sldMk cId="1207367188" sldId="1685"/>
            <ac:spMk id="26" creationId="{D4023E8E-F655-8445-06CD-82B3C535185E}"/>
          </ac:spMkLst>
        </pc:spChg>
        <pc:spChg chg="add mod">
          <ac:chgData name="Sanmukh Kuppannagari" userId="ad215094-da36-4b66-9c79-369a17aea26b" providerId="ADAL" clId="{18DA49F4-CD4F-46E0-AB35-D6CB797BE416}" dt="2025-11-20T14:16:28.811" v="908" actId="1076"/>
          <ac:spMkLst>
            <pc:docMk/>
            <pc:sldMk cId="1207367188" sldId="1685"/>
            <ac:spMk id="27" creationId="{DF078F6F-D689-2633-3E1B-37383B8EE885}"/>
          </ac:spMkLst>
        </pc:spChg>
        <pc:spChg chg="mod">
          <ac:chgData name="Sanmukh Kuppannagari" userId="ad215094-da36-4b66-9c79-369a17aea26b" providerId="ADAL" clId="{18DA49F4-CD4F-46E0-AB35-D6CB797BE416}" dt="2025-11-20T14:16:25.395" v="907"/>
          <ac:spMkLst>
            <pc:docMk/>
            <pc:sldMk cId="1207367188" sldId="1685"/>
            <ac:spMk id="30" creationId="{0C838124-2B86-1A6B-EB7C-DA52D3DAFFAA}"/>
          </ac:spMkLst>
        </pc:spChg>
        <pc:spChg chg="mod">
          <ac:chgData name="Sanmukh Kuppannagari" userId="ad215094-da36-4b66-9c79-369a17aea26b" providerId="ADAL" clId="{18DA49F4-CD4F-46E0-AB35-D6CB797BE416}" dt="2025-11-20T14:16:25.395" v="907"/>
          <ac:spMkLst>
            <pc:docMk/>
            <pc:sldMk cId="1207367188" sldId="1685"/>
            <ac:spMk id="32" creationId="{B800324C-BAA0-E910-FAA1-F5603EE31536}"/>
          </ac:spMkLst>
        </pc:spChg>
        <pc:spChg chg="mod">
          <ac:chgData name="Sanmukh Kuppannagari" userId="ad215094-da36-4b66-9c79-369a17aea26b" providerId="ADAL" clId="{18DA49F4-CD4F-46E0-AB35-D6CB797BE416}" dt="2025-11-20T14:16:25.395" v="907"/>
          <ac:spMkLst>
            <pc:docMk/>
            <pc:sldMk cId="1207367188" sldId="1685"/>
            <ac:spMk id="33" creationId="{0B58A29E-6E67-17CE-1ED0-12D805FD06EC}"/>
          </ac:spMkLst>
        </pc:spChg>
        <pc:spChg chg="mod">
          <ac:chgData name="Sanmukh Kuppannagari" userId="ad215094-da36-4b66-9c79-369a17aea26b" providerId="ADAL" clId="{18DA49F4-CD4F-46E0-AB35-D6CB797BE416}" dt="2025-11-20T14:16:25.395" v="907"/>
          <ac:spMkLst>
            <pc:docMk/>
            <pc:sldMk cId="1207367188" sldId="1685"/>
            <ac:spMk id="35" creationId="{8B518CC6-3F64-714C-5EDB-DBCC2C9149AD}"/>
          </ac:spMkLst>
        </pc:spChg>
        <pc:spChg chg="mod">
          <ac:chgData name="Sanmukh Kuppannagari" userId="ad215094-da36-4b66-9c79-369a17aea26b" providerId="ADAL" clId="{18DA49F4-CD4F-46E0-AB35-D6CB797BE416}" dt="2025-11-20T14:16:25.395" v="907"/>
          <ac:spMkLst>
            <pc:docMk/>
            <pc:sldMk cId="1207367188" sldId="1685"/>
            <ac:spMk id="36" creationId="{CEB1AE9F-AA6F-5936-97B0-04F5A86B5429}"/>
          </ac:spMkLst>
        </pc:spChg>
        <pc:grpChg chg="del mod">
          <ac:chgData name="Sanmukh Kuppannagari" userId="ad215094-da36-4b66-9c79-369a17aea26b" providerId="ADAL" clId="{18DA49F4-CD4F-46E0-AB35-D6CB797BE416}" dt="2025-11-20T14:15:47.281" v="905" actId="478"/>
          <ac:grpSpMkLst>
            <pc:docMk/>
            <pc:sldMk cId="1207367188" sldId="1685"/>
            <ac:grpSpMk id="4" creationId="{28E21385-1024-7F23-B914-391247070430}"/>
          </ac:grpSpMkLst>
        </pc:grpChg>
        <pc:grpChg chg="del mod">
          <ac:chgData name="Sanmukh Kuppannagari" userId="ad215094-da36-4b66-9c79-369a17aea26b" providerId="ADAL" clId="{18DA49F4-CD4F-46E0-AB35-D6CB797BE416}" dt="2025-11-20T14:15:42.705" v="904" actId="478"/>
          <ac:grpSpMkLst>
            <pc:docMk/>
            <pc:sldMk cId="1207367188" sldId="1685"/>
            <ac:grpSpMk id="10" creationId="{C34FA354-1688-1DF4-02BC-EDDE6747C717}"/>
          </ac:grpSpMkLst>
        </pc:grpChg>
        <pc:grpChg chg="del mod">
          <ac:chgData name="Sanmukh Kuppannagari" userId="ad215094-da36-4b66-9c79-369a17aea26b" providerId="ADAL" clId="{18DA49F4-CD4F-46E0-AB35-D6CB797BE416}" dt="2025-11-20T14:15:42.705" v="904" actId="478"/>
          <ac:grpSpMkLst>
            <pc:docMk/>
            <pc:sldMk cId="1207367188" sldId="1685"/>
            <ac:grpSpMk id="13" creationId="{12A96772-8400-11F0-6530-7AC984FE6BFF}"/>
          </ac:grpSpMkLst>
        </pc:grpChg>
        <pc:grpChg chg="del mod">
          <ac:chgData name="Sanmukh Kuppannagari" userId="ad215094-da36-4b66-9c79-369a17aea26b" providerId="ADAL" clId="{18DA49F4-CD4F-46E0-AB35-D6CB797BE416}" dt="2025-11-20T14:15:49.512" v="906" actId="478"/>
          <ac:grpSpMkLst>
            <pc:docMk/>
            <pc:sldMk cId="1207367188" sldId="1685"/>
            <ac:grpSpMk id="16" creationId="{FADF2EC6-8EC7-4078-8D27-22D104A0BC9D}"/>
          </ac:grpSpMkLst>
        </pc:grpChg>
        <pc:grpChg chg="mod">
          <ac:chgData name="Sanmukh Kuppannagari" userId="ad215094-da36-4b66-9c79-369a17aea26b" providerId="ADAL" clId="{18DA49F4-CD4F-46E0-AB35-D6CB797BE416}" dt="2025-11-20T14:16:28.811" v="908" actId="1076"/>
          <ac:grpSpMkLst>
            <pc:docMk/>
            <pc:sldMk cId="1207367188" sldId="1685"/>
            <ac:grpSpMk id="22" creationId="{5C39E53E-F857-2397-41DA-21A282628E9A}"/>
          </ac:grpSpMkLst>
        </pc:grpChg>
        <pc:grpChg chg="mod">
          <ac:chgData name="Sanmukh Kuppannagari" userId="ad215094-da36-4b66-9c79-369a17aea26b" providerId="ADAL" clId="{18DA49F4-CD4F-46E0-AB35-D6CB797BE416}" dt="2025-11-20T14:16:28.811" v="908" actId="1076"/>
          <ac:grpSpMkLst>
            <pc:docMk/>
            <pc:sldMk cId="1207367188" sldId="1685"/>
            <ac:grpSpMk id="28" creationId="{179D0898-22F3-0C4D-57D8-A0D1140E533E}"/>
          </ac:grpSpMkLst>
        </pc:grpChg>
        <pc:grpChg chg="mod">
          <ac:chgData name="Sanmukh Kuppannagari" userId="ad215094-da36-4b66-9c79-369a17aea26b" providerId="ADAL" clId="{18DA49F4-CD4F-46E0-AB35-D6CB797BE416}" dt="2025-11-20T14:16:28.811" v="908" actId="1076"/>
          <ac:grpSpMkLst>
            <pc:docMk/>
            <pc:sldMk cId="1207367188" sldId="1685"/>
            <ac:grpSpMk id="31" creationId="{2F8BDD67-A848-D21A-51EE-9ECD8110469E}"/>
          </ac:grpSpMkLst>
        </pc:grpChg>
        <pc:grpChg chg="mod">
          <ac:chgData name="Sanmukh Kuppannagari" userId="ad215094-da36-4b66-9c79-369a17aea26b" providerId="ADAL" clId="{18DA49F4-CD4F-46E0-AB35-D6CB797BE416}" dt="2025-11-20T14:16:28.811" v="908" actId="1076"/>
          <ac:grpSpMkLst>
            <pc:docMk/>
            <pc:sldMk cId="1207367188" sldId="1685"/>
            <ac:grpSpMk id="34" creationId="{E09D00F7-A713-55A8-A58A-10BD0ADC0566}"/>
          </ac:grpSpMkLst>
        </pc:grpChg>
        <pc:cxnChg chg="del mod">
          <ac:chgData name="Sanmukh Kuppannagari" userId="ad215094-da36-4b66-9c79-369a17aea26b" providerId="ADAL" clId="{18DA49F4-CD4F-46E0-AB35-D6CB797BE416}" dt="2025-11-20T14:15:47.281" v="905" actId="478"/>
          <ac:cxnSpMkLst>
            <pc:docMk/>
            <pc:sldMk cId="1207367188" sldId="1685"/>
            <ac:cxnSpMk id="19" creationId="{F75E48D8-9A91-71AD-6CE1-8281A5E11890}"/>
          </ac:cxnSpMkLst>
        </pc:cxnChg>
        <pc:cxnChg chg="del mod">
          <ac:chgData name="Sanmukh Kuppannagari" userId="ad215094-da36-4b66-9c79-369a17aea26b" providerId="ADAL" clId="{18DA49F4-CD4F-46E0-AB35-D6CB797BE416}" dt="2025-11-20T14:15:47.281" v="905" actId="478"/>
          <ac:cxnSpMkLst>
            <pc:docMk/>
            <pc:sldMk cId="1207367188" sldId="1685"/>
            <ac:cxnSpMk id="20" creationId="{843578AC-A64D-AC63-1F6E-FAC3B155795D}"/>
          </ac:cxnSpMkLst>
        </pc:cxnChg>
        <pc:cxnChg chg="del mod">
          <ac:chgData name="Sanmukh Kuppannagari" userId="ad215094-da36-4b66-9c79-369a17aea26b" providerId="ADAL" clId="{18DA49F4-CD4F-46E0-AB35-D6CB797BE416}" dt="2025-11-20T14:15:47.281" v="905" actId="478"/>
          <ac:cxnSpMkLst>
            <pc:docMk/>
            <pc:sldMk cId="1207367188" sldId="1685"/>
            <ac:cxnSpMk id="21" creationId="{6530F220-73EF-B0B6-C931-1CD3BC023A71}"/>
          </ac:cxnSpMkLst>
        </pc:cxnChg>
        <pc:cxnChg chg="mod">
          <ac:chgData name="Sanmukh Kuppannagari" userId="ad215094-da36-4b66-9c79-369a17aea26b" providerId="ADAL" clId="{18DA49F4-CD4F-46E0-AB35-D6CB797BE416}" dt="2025-11-20T14:16:28.811" v="908" actId="1076"/>
          <ac:cxnSpMkLst>
            <pc:docMk/>
            <pc:sldMk cId="1207367188" sldId="1685"/>
            <ac:cxnSpMk id="37" creationId="{F35379F1-2538-A730-A6CF-5C1B3D991283}"/>
          </ac:cxnSpMkLst>
        </pc:cxnChg>
        <pc:cxnChg chg="mod">
          <ac:chgData name="Sanmukh Kuppannagari" userId="ad215094-da36-4b66-9c79-369a17aea26b" providerId="ADAL" clId="{18DA49F4-CD4F-46E0-AB35-D6CB797BE416}" dt="2025-11-20T14:16:28.811" v="908" actId="1076"/>
          <ac:cxnSpMkLst>
            <pc:docMk/>
            <pc:sldMk cId="1207367188" sldId="1685"/>
            <ac:cxnSpMk id="38" creationId="{CAD80BD6-30F2-6348-881B-268EDB679699}"/>
          </ac:cxnSpMkLst>
        </pc:cxnChg>
        <pc:cxnChg chg="mod">
          <ac:chgData name="Sanmukh Kuppannagari" userId="ad215094-da36-4b66-9c79-369a17aea26b" providerId="ADAL" clId="{18DA49F4-CD4F-46E0-AB35-D6CB797BE416}" dt="2025-11-20T14:16:28.811" v="908" actId="1076"/>
          <ac:cxnSpMkLst>
            <pc:docMk/>
            <pc:sldMk cId="1207367188" sldId="1685"/>
            <ac:cxnSpMk id="39" creationId="{E74862CF-5115-A24C-7BE9-F35C011EEF27}"/>
          </ac:cxnSpMkLst>
        </pc:cxnChg>
      </pc:sldChg>
      <pc:sldChg chg="add del">
        <pc:chgData name="Sanmukh Kuppannagari" userId="ad215094-da36-4b66-9c79-369a17aea26b" providerId="ADAL" clId="{18DA49F4-CD4F-46E0-AB35-D6CB797BE416}" dt="2025-11-20T14:17:06.209" v="917" actId="47"/>
        <pc:sldMkLst>
          <pc:docMk/>
          <pc:sldMk cId="1120529092" sldId="1686"/>
        </pc:sldMkLst>
      </pc:sldChg>
      <pc:sldChg chg="delSp modSp add mod">
        <pc:chgData name="Sanmukh Kuppannagari" userId="ad215094-da36-4b66-9c79-369a17aea26b" providerId="ADAL" clId="{18DA49F4-CD4F-46E0-AB35-D6CB797BE416}" dt="2025-11-20T14:16:52.895" v="916" actId="478"/>
        <pc:sldMkLst>
          <pc:docMk/>
          <pc:sldMk cId="4132470296" sldId="1687"/>
        </pc:sldMkLst>
        <pc:spChg chg="mod">
          <ac:chgData name="Sanmukh Kuppannagari" userId="ad215094-da36-4b66-9c79-369a17aea26b" providerId="ADAL" clId="{18DA49F4-CD4F-46E0-AB35-D6CB797BE416}" dt="2025-11-20T14:16:42.427" v="910" actId="207"/>
          <ac:spMkLst>
            <pc:docMk/>
            <pc:sldMk cId="4132470296" sldId="1687"/>
            <ac:spMk id="3" creationId="{64B38397-D0D3-5F2A-C9D2-14DBFDBF52FD}"/>
          </ac:spMkLst>
        </pc:spChg>
        <pc:grpChg chg="del">
          <ac:chgData name="Sanmukh Kuppannagari" userId="ad215094-da36-4b66-9c79-369a17aea26b" providerId="ADAL" clId="{18DA49F4-CD4F-46E0-AB35-D6CB797BE416}" dt="2025-11-20T14:16:49.804" v="914" actId="478"/>
          <ac:grpSpMkLst>
            <pc:docMk/>
            <pc:sldMk cId="4132470296" sldId="1687"/>
            <ac:grpSpMk id="28" creationId="{76E05060-CD17-B637-AF0F-A552B3FD7335}"/>
          </ac:grpSpMkLst>
        </pc:grpChg>
        <pc:grpChg chg="del">
          <ac:chgData name="Sanmukh Kuppannagari" userId="ad215094-da36-4b66-9c79-369a17aea26b" providerId="ADAL" clId="{18DA49F4-CD4F-46E0-AB35-D6CB797BE416}" dt="2025-11-20T14:16:51.394" v="915" actId="478"/>
          <ac:grpSpMkLst>
            <pc:docMk/>
            <pc:sldMk cId="4132470296" sldId="1687"/>
            <ac:grpSpMk id="31" creationId="{64CE4236-3E82-4444-1123-DC220477DB23}"/>
          </ac:grpSpMkLst>
        </pc:grpChg>
        <pc:grpChg chg="del">
          <ac:chgData name="Sanmukh Kuppannagari" userId="ad215094-da36-4b66-9c79-369a17aea26b" providerId="ADAL" clId="{18DA49F4-CD4F-46E0-AB35-D6CB797BE416}" dt="2025-11-20T14:16:52.895" v="916" actId="478"/>
          <ac:grpSpMkLst>
            <pc:docMk/>
            <pc:sldMk cId="4132470296" sldId="1687"/>
            <ac:grpSpMk id="34" creationId="{AEACE591-DC2B-199F-4FEA-7D0D4A5C160C}"/>
          </ac:grpSpMkLst>
        </pc:grpChg>
        <pc:cxnChg chg="del mod">
          <ac:chgData name="Sanmukh Kuppannagari" userId="ad215094-da36-4b66-9c79-369a17aea26b" providerId="ADAL" clId="{18DA49F4-CD4F-46E0-AB35-D6CB797BE416}" dt="2025-11-20T14:16:45.678" v="911" actId="478"/>
          <ac:cxnSpMkLst>
            <pc:docMk/>
            <pc:sldMk cId="4132470296" sldId="1687"/>
            <ac:cxnSpMk id="37" creationId="{5CDC9E0F-A924-CFFE-9E84-CFB86BD75DAC}"/>
          </ac:cxnSpMkLst>
        </pc:cxnChg>
        <pc:cxnChg chg="del mod">
          <ac:chgData name="Sanmukh Kuppannagari" userId="ad215094-da36-4b66-9c79-369a17aea26b" providerId="ADAL" clId="{18DA49F4-CD4F-46E0-AB35-D6CB797BE416}" dt="2025-11-20T14:16:47.122" v="912" actId="478"/>
          <ac:cxnSpMkLst>
            <pc:docMk/>
            <pc:sldMk cId="4132470296" sldId="1687"/>
            <ac:cxnSpMk id="38" creationId="{5B0A4DCA-2758-E4ED-D6BB-95D9DFCD8A7B}"/>
          </ac:cxnSpMkLst>
        </pc:cxnChg>
        <pc:cxnChg chg="del mod">
          <ac:chgData name="Sanmukh Kuppannagari" userId="ad215094-da36-4b66-9c79-369a17aea26b" providerId="ADAL" clId="{18DA49F4-CD4F-46E0-AB35-D6CB797BE416}" dt="2025-11-20T14:16:48.327" v="913" actId="478"/>
          <ac:cxnSpMkLst>
            <pc:docMk/>
            <pc:sldMk cId="4132470296" sldId="1687"/>
            <ac:cxnSpMk id="39" creationId="{096942DA-BF28-B75F-2963-1BBCEA73C0DE}"/>
          </ac:cxnSpMkLst>
        </pc:cxnChg>
      </pc:sldChg>
      <pc:sldChg chg="modSp add mod">
        <pc:chgData name="Sanmukh Kuppannagari" userId="ad215094-da36-4b66-9c79-369a17aea26b" providerId="ADAL" clId="{18DA49F4-CD4F-46E0-AB35-D6CB797BE416}" dt="2025-11-20T14:17:19.701" v="935" actId="20577"/>
        <pc:sldMkLst>
          <pc:docMk/>
          <pc:sldMk cId="1701766900" sldId="1688"/>
        </pc:sldMkLst>
        <pc:spChg chg="mod">
          <ac:chgData name="Sanmukh Kuppannagari" userId="ad215094-da36-4b66-9c79-369a17aea26b" providerId="ADAL" clId="{18DA49F4-CD4F-46E0-AB35-D6CB797BE416}" dt="2025-11-20T14:17:19.701" v="935" actId="20577"/>
          <ac:spMkLst>
            <pc:docMk/>
            <pc:sldMk cId="1701766900" sldId="1688"/>
            <ac:spMk id="3" creationId="{F4BFF51C-B060-AD66-CCC4-A522088E1D92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1-20T14:18:44.789" v="944" actId="207"/>
        <pc:sldMkLst>
          <pc:docMk/>
          <pc:sldMk cId="3370687965" sldId="1689"/>
        </pc:sldMkLst>
        <pc:spChg chg="mod">
          <ac:chgData name="Sanmukh Kuppannagari" userId="ad215094-da36-4b66-9c79-369a17aea26b" providerId="ADAL" clId="{18DA49F4-CD4F-46E0-AB35-D6CB797BE416}" dt="2025-11-20T14:18:44.789" v="944" actId="207"/>
          <ac:spMkLst>
            <pc:docMk/>
            <pc:sldMk cId="3370687965" sldId="1689"/>
            <ac:spMk id="3" creationId="{EDFF9718-63F5-C656-55AA-0123DFBC5B24}"/>
          </ac:spMkLst>
        </pc:spChg>
        <pc:spChg chg="mod">
          <ac:chgData name="Sanmukh Kuppannagari" userId="ad215094-da36-4b66-9c79-369a17aea26b" providerId="ADAL" clId="{18DA49F4-CD4F-46E0-AB35-D6CB797BE416}" dt="2025-11-20T14:18:27.908" v="941"/>
          <ac:spMkLst>
            <pc:docMk/>
            <pc:sldMk cId="3370687965" sldId="1689"/>
            <ac:spMk id="6" creationId="{D831EE84-9EDB-DEC8-DAEA-4F1002F38159}"/>
          </ac:spMkLst>
        </pc:spChg>
        <pc:spChg chg="add mod">
          <ac:chgData name="Sanmukh Kuppannagari" userId="ad215094-da36-4b66-9c79-369a17aea26b" providerId="ADAL" clId="{18DA49F4-CD4F-46E0-AB35-D6CB797BE416}" dt="2025-11-20T14:18:33.540" v="942" actId="1076"/>
          <ac:spMkLst>
            <pc:docMk/>
            <pc:sldMk cId="3370687965" sldId="1689"/>
            <ac:spMk id="7" creationId="{FE4086F0-EED9-640E-FCA8-3062E5776AA1}"/>
          </ac:spMkLst>
        </pc:spChg>
        <pc:spChg chg="add mod">
          <ac:chgData name="Sanmukh Kuppannagari" userId="ad215094-da36-4b66-9c79-369a17aea26b" providerId="ADAL" clId="{18DA49F4-CD4F-46E0-AB35-D6CB797BE416}" dt="2025-11-20T14:18:33.540" v="942" actId="1076"/>
          <ac:spMkLst>
            <pc:docMk/>
            <pc:sldMk cId="3370687965" sldId="1689"/>
            <ac:spMk id="8" creationId="{E03C8A63-0320-778F-97AB-B001D131C826}"/>
          </ac:spMkLst>
        </pc:spChg>
        <pc:spChg chg="mod">
          <ac:chgData name="Sanmukh Kuppannagari" userId="ad215094-da36-4b66-9c79-369a17aea26b" providerId="ADAL" clId="{18DA49F4-CD4F-46E0-AB35-D6CB797BE416}" dt="2025-11-20T14:18:33.540" v="942" actId="1076"/>
          <ac:spMkLst>
            <pc:docMk/>
            <pc:sldMk cId="3370687965" sldId="1689"/>
            <ac:spMk id="9" creationId="{32CA7EDE-C1A6-5266-0708-EADF9F7DED9D}"/>
          </ac:spMkLst>
        </pc:spChg>
        <pc:spChg chg="mod">
          <ac:chgData name="Sanmukh Kuppannagari" userId="ad215094-da36-4b66-9c79-369a17aea26b" providerId="ADAL" clId="{18DA49F4-CD4F-46E0-AB35-D6CB797BE416}" dt="2025-11-20T14:18:27.908" v="941"/>
          <ac:spMkLst>
            <pc:docMk/>
            <pc:sldMk cId="3370687965" sldId="1689"/>
            <ac:spMk id="11" creationId="{D6181C96-9DB5-60C3-B89B-1841B4DEE4A2}"/>
          </ac:spMkLst>
        </pc:spChg>
        <pc:spChg chg="mod">
          <ac:chgData name="Sanmukh Kuppannagari" userId="ad215094-da36-4b66-9c79-369a17aea26b" providerId="ADAL" clId="{18DA49F4-CD4F-46E0-AB35-D6CB797BE416}" dt="2025-11-20T14:18:27.908" v="941"/>
          <ac:spMkLst>
            <pc:docMk/>
            <pc:sldMk cId="3370687965" sldId="1689"/>
            <ac:spMk id="12" creationId="{A4976866-C86E-580B-00C7-8A13759A23C4}"/>
          </ac:spMkLst>
        </pc:spChg>
        <pc:spChg chg="mod">
          <ac:chgData name="Sanmukh Kuppannagari" userId="ad215094-da36-4b66-9c79-369a17aea26b" providerId="ADAL" clId="{18DA49F4-CD4F-46E0-AB35-D6CB797BE416}" dt="2025-11-20T14:18:27.908" v="941"/>
          <ac:spMkLst>
            <pc:docMk/>
            <pc:sldMk cId="3370687965" sldId="1689"/>
            <ac:spMk id="15" creationId="{0F8D88C2-9B1C-81DC-DC92-CF2976E07F4E}"/>
          </ac:spMkLst>
        </pc:spChg>
        <pc:spChg chg="mod">
          <ac:chgData name="Sanmukh Kuppannagari" userId="ad215094-da36-4b66-9c79-369a17aea26b" providerId="ADAL" clId="{18DA49F4-CD4F-46E0-AB35-D6CB797BE416}" dt="2025-11-20T14:18:27.908" v="941"/>
          <ac:spMkLst>
            <pc:docMk/>
            <pc:sldMk cId="3370687965" sldId="1689"/>
            <ac:spMk id="20" creationId="{DE693DFC-89F3-606F-E68C-91E09A97CE6E}"/>
          </ac:spMkLst>
        </pc:spChg>
        <pc:spChg chg="mod">
          <ac:chgData name="Sanmukh Kuppannagari" userId="ad215094-da36-4b66-9c79-369a17aea26b" providerId="ADAL" clId="{18DA49F4-CD4F-46E0-AB35-D6CB797BE416}" dt="2025-11-20T14:18:27.908" v="941"/>
          <ac:spMkLst>
            <pc:docMk/>
            <pc:sldMk cId="3370687965" sldId="1689"/>
            <ac:spMk id="21" creationId="{03B20C16-FB54-D13B-0057-1A9D54B3E29D}"/>
          </ac:spMkLst>
        </pc:spChg>
        <pc:spChg chg="del">
          <ac:chgData name="Sanmukh Kuppannagari" userId="ad215094-da36-4b66-9c79-369a17aea26b" providerId="ADAL" clId="{18DA49F4-CD4F-46E0-AB35-D6CB797BE416}" dt="2025-11-20T14:18:20.369" v="938" actId="478"/>
          <ac:spMkLst>
            <pc:docMk/>
            <pc:sldMk cId="3370687965" sldId="1689"/>
            <ac:spMk id="25" creationId="{82603230-1C5B-A9D8-2164-11BD26D16182}"/>
          </ac:spMkLst>
        </pc:spChg>
        <pc:spChg chg="del">
          <ac:chgData name="Sanmukh Kuppannagari" userId="ad215094-da36-4b66-9c79-369a17aea26b" providerId="ADAL" clId="{18DA49F4-CD4F-46E0-AB35-D6CB797BE416}" dt="2025-11-20T14:18:20.369" v="938" actId="478"/>
          <ac:spMkLst>
            <pc:docMk/>
            <pc:sldMk cId="3370687965" sldId="1689"/>
            <ac:spMk id="26" creationId="{D8CF3F81-03BE-AE3F-F99D-0F50539E57F7}"/>
          </ac:spMkLst>
        </pc:spChg>
        <pc:spChg chg="del">
          <ac:chgData name="Sanmukh Kuppannagari" userId="ad215094-da36-4b66-9c79-369a17aea26b" providerId="ADAL" clId="{18DA49F4-CD4F-46E0-AB35-D6CB797BE416}" dt="2025-11-20T14:18:20.369" v="938" actId="478"/>
          <ac:spMkLst>
            <pc:docMk/>
            <pc:sldMk cId="3370687965" sldId="1689"/>
            <ac:spMk id="27" creationId="{D303DB76-F03E-74AE-BCFD-8E010CD6B475}"/>
          </ac:spMkLst>
        </pc:spChg>
        <pc:spChg chg="mod">
          <ac:chgData name="Sanmukh Kuppannagari" userId="ad215094-da36-4b66-9c79-369a17aea26b" providerId="ADAL" clId="{18DA49F4-CD4F-46E0-AB35-D6CB797BE416}" dt="2025-11-20T14:18:27.908" v="941"/>
          <ac:spMkLst>
            <pc:docMk/>
            <pc:sldMk cId="3370687965" sldId="1689"/>
            <ac:spMk id="42" creationId="{212185BF-3BA3-69C8-C3ED-89E59F82B2CC}"/>
          </ac:spMkLst>
        </pc:spChg>
        <pc:spChg chg="add mod">
          <ac:chgData name="Sanmukh Kuppannagari" userId="ad215094-da36-4b66-9c79-369a17aea26b" providerId="ADAL" clId="{18DA49F4-CD4F-46E0-AB35-D6CB797BE416}" dt="2025-11-20T14:18:33.540" v="942" actId="1076"/>
          <ac:spMkLst>
            <pc:docMk/>
            <pc:sldMk cId="3370687965" sldId="1689"/>
            <ac:spMk id="49" creationId="{EB30E664-A31E-5A14-A9E4-99BB869D889B}"/>
          </ac:spMkLst>
        </pc:spChg>
        <pc:grpChg chg="mod">
          <ac:chgData name="Sanmukh Kuppannagari" userId="ad215094-da36-4b66-9c79-369a17aea26b" providerId="ADAL" clId="{18DA49F4-CD4F-46E0-AB35-D6CB797BE416}" dt="2025-11-20T14:18:33.540" v="942" actId="1076"/>
          <ac:grpSpMkLst>
            <pc:docMk/>
            <pc:sldMk cId="3370687965" sldId="1689"/>
            <ac:grpSpMk id="4" creationId="{022B2B63-419D-2684-A6DD-48FC13DA221F}"/>
          </ac:grpSpMkLst>
        </pc:grpChg>
        <pc:grpChg chg="mod">
          <ac:chgData name="Sanmukh Kuppannagari" userId="ad215094-da36-4b66-9c79-369a17aea26b" providerId="ADAL" clId="{18DA49F4-CD4F-46E0-AB35-D6CB797BE416}" dt="2025-11-20T14:18:33.540" v="942" actId="1076"/>
          <ac:grpSpMkLst>
            <pc:docMk/>
            <pc:sldMk cId="3370687965" sldId="1689"/>
            <ac:grpSpMk id="10" creationId="{AEC4796B-9387-43FF-786F-5250EF201405}"/>
          </ac:grpSpMkLst>
        </pc:grpChg>
        <pc:grpChg chg="mod">
          <ac:chgData name="Sanmukh Kuppannagari" userId="ad215094-da36-4b66-9c79-369a17aea26b" providerId="ADAL" clId="{18DA49F4-CD4F-46E0-AB35-D6CB797BE416}" dt="2025-11-20T14:18:33.540" v="942" actId="1076"/>
          <ac:grpSpMkLst>
            <pc:docMk/>
            <pc:sldMk cId="3370687965" sldId="1689"/>
            <ac:grpSpMk id="13" creationId="{E033935C-3B44-29E1-2DB1-9B6984151B6C}"/>
          </ac:grpSpMkLst>
        </pc:grpChg>
        <pc:grpChg chg="mod">
          <ac:chgData name="Sanmukh Kuppannagari" userId="ad215094-da36-4b66-9c79-369a17aea26b" providerId="ADAL" clId="{18DA49F4-CD4F-46E0-AB35-D6CB797BE416}" dt="2025-11-20T14:18:33.540" v="942" actId="1076"/>
          <ac:grpSpMkLst>
            <pc:docMk/>
            <pc:sldMk cId="3370687965" sldId="1689"/>
            <ac:grpSpMk id="19" creationId="{CC879538-1574-D33E-F341-F8DDA09D21A0}"/>
          </ac:grpSpMkLst>
        </pc:grpChg>
        <pc:grpChg chg="del">
          <ac:chgData name="Sanmukh Kuppannagari" userId="ad215094-da36-4b66-9c79-369a17aea26b" providerId="ADAL" clId="{18DA49F4-CD4F-46E0-AB35-D6CB797BE416}" dt="2025-11-20T14:18:24.762" v="939" actId="478"/>
          <ac:grpSpMkLst>
            <pc:docMk/>
            <pc:sldMk cId="3370687965" sldId="1689"/>
            <ac:grpSpMk id="22" creationId="{EA2AA3F4-87E4-9EE4-4B18-41974659B5A8}"/>
          </ac:grpSpMkLst>
        </pc:grpChg>
        <pc:grpChg chg="del">
          <ac:chgData name="Sanmukh Kuppannagari" userId="ad215094-da36-4b66-9c79-369a17aea26b" providerId="ADAL" clId="{18DA49F4-CD4F-46E0-AB35-D6CB797BE416}" dt="2025-11-20T14:18:20.369" v="938" actId="478"/>
          <ac:grpSpMkLst>
            <pc:docMk/>
            <pc:sldMk cId="3370687965" sldId="1689"/>
            <ac:grpSpMk id="28" creationId="{F4A431A5-5B51-6ECF-C34D-E2191EFA918D}"/>
          </ac:grpSpMkLst>
        </pc:grpChg>
        <pc:grpChg chg="del">
          <ac:chgData name="Sanmukh Kuppannagari" userId="ad215094-da36-4b66-9c79-369a17aea26b" providerId="ADAL" clId="{18DA49F4-CD4F-46E0-AB35-D6CB797BE416}" dt="2025-11-20T14:18:20.369" v="938" actId="478"/>
          <ac:grpSpMkLst>
            <pc:docMk/>
            <pc:sldMk cId="3370687965" sldId="1689"/>
            <ac:grpSpMk id="31" creationId="{008AA4D3-F4D3-A2BC-58DD-AB313FCF35CC}"/>
          </ac:grpSpMkLst>
        </pc:grpChg>
        <pc:grpChg chg="del">
          <ac:chgData name="Sanmukh Kuppannagari" userId="ad215094-da36-4b66-9c79-369a17aea26b" providerId="ADAL" clId="{18DA49F4-CD4F-46E0-AB35-D6CB797BE416}" dt="2025-11-20T14:18:27.238" v="940" actId="478"/>
          <ac:grpSpMkLst>
            <pc:docMk/>
            <pc:sldMk cId="3370687965" sldId="1689"/>
            <ac:grpSpMk id="34" creationId="{12F1DCA3-A9C2-3229-1D63-6C7A41AA4EB6}"/>
          </ac:grpSpMkLst>
        </pc:grpChg>
        <pc:grpChg chg="mod">
          <ac:chgData name="Sanmukh Kuppannagari" userId="ad215094-da36-4b66-9c79-369a17aea26b" providerId="ADAL" clId="{18DA49F4-CD4F-46E0-AB35-D6CB797BE416}" dt="2025-11-20T14:18:33.540" v="942" actId="1076"/>
          <ac:grpSpMkLst>
            <pc:docMk/>
            <pc:sldMk cId="3370687965" sldId="1689"/>
            <ac:grpSpMk id="40" creationId="{AAC6CF15-74C4-7E55-A9B7-1A58FE219F7A}"/>
          </ac:grpSpMkLst>
        </pc:grpChg>
        <pc:grpChg chg="mod">
          <ac:chgData name="Sanmukh Kuppannagari" userId="ad215094-da36-4b66-9c79-369a17aea26b" providerId="ADAL" clId="{18DA49F4-CD4F-46E0-AB35-D6CB797BE416}" dt="2025-11-20T14:18:33.540" v="942" actId="1076"/>
          <ac:grpSpMkLst>
            <pc:docMk/>
            <pc:sldMk cId="3370687965" sldId="1689"/>
            <ac:grpSpMk id="43" creationId="{3BBCBA76-7531-BA34-15D8-A90FAD12304F}"/>
          </ac:grpSpMkLst>
        </pc:grpChg>
        <pc:cxnChg chg="del mod">
          <ac:chgData name="Sanmukh Kuppannagari" userId="ad215094-da36-4b66-9c79-369a17aea26b" providerId="ADAL" clId="{18DA49F4-CD4F-46E0-AB35-D6CB797BE416}" dt="2025-11-20T14:18:24.762" v="939" actId="478"/>
          <ac:cxnSpMkLst>
            <pc:docMk/>
            <pc:sldMk cId="3370687965" sldId="1689"/>
            <ac:cxnSpMk id="37" creationId="{4D25B062-29B6-C2C2-9860-C3960BFFA962}"/>
          </ac:cxnSpMkLst>
        </pc:cxnChg>
        <pc:cxnChg chg="del mod">
          <ac:chgData name="Sanmukh Kuppannagari" userId="ad215094-da36-4b66-9c79-369a17aea26b" providerId="ADAL" clId="{18DA49F4-CD4F-46E0-AB35-D6CB797BE416}" dt="2025-11-20T14:18:24.762" v="939" actId="478"/>
          <ac:cxnSpMkLst>
            <pc:docMk/>
            <pc:sldMk cId="3370687965" sldId="1689"/>
            <ac:cxnSpMk id="38" creationId="{848CBA85-677F-F4B2-B677-7C8280C315B5}"/>
          </ac:cxnSpMkLst>
        </pc:cxnChg>
        <pc:cxnChg chg="del mod">
          <ac:chgData name="Sanmukh Kuppannagari" userId="ad215094-da36-4b66-9c79-369a17aea26b" providerId="ADAL" clId="{18DA49F4-CD4F-46E0-AB35-D6CB797BE416}" dt="2025-11-20T14:18:24.762" v="939" actId="478"/>
          <ac:cxnSpMkLst>
            <pc:docMk/>
            <pc:sldMk cId="3370687965" sldId="1689"/>
            <ac:cxnSpMk id="39" creationId="{190AEC20-4A4E-8572-CD5E-E88B2E47477F}"/>
          </ac:cxnSpMkLst>
        </pc:cxnChg>
      </pc:sldChg>
      <pc:sldChg chg="modSp add mod">
        <pc:chgData name="Sanmukh Kuppannagari" userId="ad215094-da36-4b66-9c79-369a17aea26b" providerId="ADAL" clId="{18DA49F4-CD4F-46E0-AB35-D6CB797BE416}" dt="2025-11-20T14:19:11.010" v="970" actId="20577"/>
        <pc:sldMkLst>
          <pc:docMk/>
          <pc:sldMk cId="2517487793" sldId="1690"/>
        </pc:sldMkLst>
        <pc:spChg chg="mod">
          <ac:chgData name="Sanmukh Kuppannagari" userId="ad215094-da36-4b66-9c79-369a17aea26b" providerId="ADAL" clId="{18DA49F4-CD4F-46E0-AB35-D6CB797BE416}" dt="2025-11-20T14:19:11.010" v="970" actId="20577"/>
          <ac:spMkLst>
            <pc:docMk/>
            <pc:sldMk cId="2517487793" sldId="1690"/>
            <ac:spMk id="3" creationId="{3FFD4A8C-9B52-85F2-386C-852BCC0693CB}"/>
          </ac:spMkLst>
        </pc:spChg>
      </pc:sldChg>
      <pc:sldChg chg="modSp add mod">
        <pc:chgData name="Sanmukh Kuppannagari" userId="ad215094-da36-4b66-9c79-369a17aea26b" providerId="ADAL" clId="{18DA49F4-CD4F-46E0-AB35-D6CB797BE416}" dt="2025-11-20T14:20:23.985" v="1058" actId="20577"/>
        <pc:sldMkLst>
          <pc:docMk/>
          <pc:sldMk cId="962221390" sldId="1691"/>
        </pc:sldMkLst>
        <pc:spChg chg="mod">
          <ac:chgData name="Sanmukh Kuppannagari" userId="ad215094-da36-4b66-9c79-369a17aea26b" providerId="ADAL" clId="{18DA49F4-CD4F-46E0-AB35-D6CB797BE416}" dt="2025-11-20T14:20:23.985" v="1058" actId="20577"/>
          <ac:spMkLst>
            <pc:docMk/>
            <pc:sldMk cId="962221390" sldId="1691"/>
            <ac:spMk id="3" creationId="{5287D619-8813-D9DF-F81C-67B57F6321BC}"/>
          </ac:spMkLst>
        </pc:spChg>
      </pc:sldChg>
      <pc:sldChg chg="add">
        <pc:chgData name="Sanmukh Kuppannagari" userId="ad215094-da36-4b66-9c79-369a17aea26b" providerId="ADAL" clId="{18DA49F4-CD4F-46E0-AB35-D6CB797BE416}" dt="2025-11-20T14:21:35.375" v="1059"/>
        <pc:sldMkLst>
          <pc:docMk/>
          <pc:sldMk cId="1894210721" sldId="1692"/>
        </pc:sldMkLst>
      </pc:sldChg>
      <pc:sldChg chg="add">
        <pc:chgData name="Sanmukh Kuppannagari" userId="ad215094-da36-4b66-9c79-369a17aea26b" providerId="ADAL" clId="{18DA49F4-CD4F-46E0-AB35-D6CB797BE416}" dt="2025-11-20T14:21:55.498" v="1060"/>
        <pc:sldMkLst>
          <pc:docMk/>
          <pc:sldMk cId="2557518037" sldId="1703"/>
        </pc:sldMkLst>
      </pc:sldChg>
      <pc:sldChg chg="modSp add mod">
        <pc:chgData name="Sanmukh Kuppannagari" userId="ad215094-da36-4b66-9c79-369a17aea26b" providerId="ADAL" clId="{18DA49F4-CD4F-46E0-AB35-D6CB797BE416}" dt="2025-11-20T14:22:35.954" v="1083" actId="20577"/>
        <pc:sldMkLst>
          <pc:docMk/>
          <pc:sldMk cId="889694262" sldId="1704"/>
        </pc:sldMkLst>
        <pc:spChg chg="mod">
          <ac:chgData name="Sanmukh Kuppannagari" userId="ad215094-da36-4b66-9c79-369a17aea26b" providerId="ADAL" clId="{18DA49F4-CD4F-46E0-AB35-D6CB797BE416}" dt="2025-11-20T14:22:35.954" v="1083" actId="20577"/>
          <ac:spMkLst>
            <pc:docMk/>
            <pc:sldMk cId="889694262" sldId="1704"/>
            <ac:spMk id="3" creationId="{A0CA5868-2854-146C-00C1-52FC7FF4316A}"/>
          </ac:spMkLst>
        </pc:spChg>
      </pc:sldChg>
      <pc:sldMasterChg chg="delSldLayout">
        <pc:chgData name="Sanmukh Kuppannagari" userId="ad215094-da36-4b66-9c79-369a17aea26b" providerId="ADAL" clId="{18DA49F4-CD4F-46E0-AB35-D6CB797BE416}" dt="2025-11-20T14:10:22.968" v="404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18DA49F4-CD4F-46E0-AB35-D6CB797BE416}" dt="2025-11-20T14:10:22.968" v="404" actId="47"/>
          <pc:sldLayoutMkLst>
            <pc:docMk/>
            <pc:sldMasterMk cId="1728476084" sldId="2147483648"/>
            <pc:sldLayoutMk cId="867979808" sldId="2147483660"/>
          </pc:sldLayoutMkLst>
        </pc:sldLayoutChg>
      </pc:sldMasterChg>
    </pc:docChg>
  </pc:docChgLst>
  <pc:docChgLst>
    <pc:chgData name="Sanmukh Kuppannagari" userId="ad215094-da36-4b66-9c79-369a17aea26b" providerId="ADAL" clId="{14DF58E2-5DCD-486C-9091-D93E447591FD}"/>
    <pc:docChg chg="custSel addSld delSld modSld sldOrd">
      <pc:chgData name="Sanmukh Kuppannagari" userId="ad215094-da36-4b66-9c79-369a17aea26b" providerId="ADAL" clId="{14DF58E2-5DCD-486C-9091-D93E447591FD}" dt="2024-10-03T15:17:44.142" v="3678" actId="20577"/>
      <pc:docMkLst>
        <pc:docMk/>
      </pc:docMkLst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402981858" sldId="386"/>
        </pc:sldMkLst>
      </pc:sldChg>
      <pc:sldChg chg="add">
        <pc:chgData name="Sanmukh Kuppannagari" userId="ad215094-da36-4b66-9c79-369a17aea26b" providerId="ADAL" clId="{14DF58E2-5DCD-486C-9091-D93E447591FD}" dt="2024-10-03T13:46:17.043" v="105"/>
        <pc:sldMkLst>
          <pc:docMk/>
          <pc:sldMk cId="1837546598" sldId="965"/>
        </pc:sldMkLst>
      </pc:sldChg>
      <pc:sldChg chg="modSp add mod">
        <pc:chgData name="Sanmukh Kuppannagari" userId="ad215094-da36-4b66-9c79-369a17aea26b" providerId="ADAL" clId="{14DF58E2-5DCD-486C-9091-D93E447591FD}" dt="2024-10-03T13:48:03.639" v="338" actId="20577"/>
        <pc:sldMkLst>
          <pc:docMk/>
          <pc:sldMk cId="3747551071" sldId="9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57326952" sldId="12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52651734" sldId="123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630924" sldId="125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4284530624" sldId="125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413064123" sldId="125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574746539" sldId="125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927700788" sldId="1257"/>
        </pc:sldMkLst>
      </pc:sldChg>
      <pc:sldChg chg="addSp modSp add mod">
        <pc:chgData name="Sanmukh Kuppannagari" userId="ad215094-da36-4b66-9c79-369a17aea26b" providerId="ADAL" clId="{14DF58E2-5DCD-486C-9091-D93E447591FD}" dt="2024-10-03T15:13:15.224" v="3621" actId="1076"/>
        <pc:sldMkLst>
          <pc:docMk/>
          <pc:sldMk cId="1750676043" sldId="125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329904463" sldId="125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892195865" sldId="126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157439954" sldId="126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769619670" sldId="1262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80733138" sldId="126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1938244019" sldId="126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16587120" sldId="126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5148523" sldId="126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7822773" sldId="1267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66595346" sldId="126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888322834" sldId="126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981461382" sldId="127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073609131" sldId="127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505794832" sldId="1272"/>
        </pc:sldMkLst>
      </pc:sldChg>
      <pc:sldChg chg="add">
        <pc:chgData name="Sanmukh Kuppannagari" userId="ad215094-da36-4b66-9c79-369a17aea26b" providerId="ADAL" clId="{14DF58E2-5DCD-486C-9091-D93E447591FD}" dt="2024-10-03T14:40:06.405" v="3595"/>
        <pc:sldMkLst>
          <pc:docMk/>
          <pc:sldMk cId="2899752863" sldId="1280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23587688" sldId="130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49666363" sldId="130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44792240" sldId="130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826032475" sldId="130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1754159" sldId="130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0287752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5246151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4065558" sldId="1312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3362016" sldId="1313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137941797" sldId="1314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70225856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69246865" sldId="1316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10053994" sldId="1317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64732836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41579916" sldId="131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443015343" sldId="1321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727594955" sldId="1322"/>
        </pc:sldMkLst>
      </pc:sldChg>
      <pc:sldChg chg="addSp modSp add mod">
        <pc:chgData name="Sanmukh Kuppannagari" userId="ad215094-da36-4b66-9c79-369a17aea26b" providerId="ADAL" clId="{14DF58E2-5DCD-486C-9091-D93E447591FD}" dt="2024-10-03T15:17:44.142" v="3678" actId="2057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25259238" sldId="1323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33802440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10092015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558153898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82075548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13054822" sldId="1328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9066671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44646819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270243835" sldId="1330"/>
        </pc:sldMkLst>
      </pc:sldChg>
      <pc:sldChg chg="modSp add">
        <pc:chgData name="Sanmukh Kuppannagari" userId="ad215094-da36-4b66-9c79-369a17aea26b" providerId="ADAL" clId="{14DF58E2-5DCD-486C-9091-D93E447591FD}" dt="2024-10-03T14:54:13.739" v="3604" actId="2057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92168333" sldId="1331"/>
        </pc:sldMkLst>
      </pc:sldChg>
      <pc:sldChg chg="modSp add">
        <pc:chgData name="Sanmukh Kuppannagari" userId="ad215094-da36-4b66-9c79-369a17aea26b" providerId="ADAL" clId="{14DF58E2-5DCD-486C-9091-D93E447591FD}" dt="2024-10-03T15:10:46.464" v="3611" actId="20577"/>
        <pc:sldMkLst>
          <pc:docMk/>
          <pc:sldMk cId="189707620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63916795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9812825" sldId="133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521760129" sldId="13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97549759" sldId="133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13952742" sldId="133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46694647" sldId="133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611822888" sldId="133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10810416" sldId="133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0368493" sldId="134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47962746" sldId="134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62702247" sldId="134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718626453" sldId="134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48973366" sldId="1514"/>
        </pc:sldMkLst>
      </pc:sldChg>
      <pc:sldChg chg="modSp mod">
        <pc:chgData name="Sanmukh Kuppannagari" userId="ad215094-da36-4b66-9c79-369a17aea26b" providerId="ADAL" clId="{14DF58E2-5DCD-486C-9091-D93E447591FD}" dt="2024-10-03T10:26:04.208" v="35" actId="5793"/>
        <pc:sldMkLst>
          <pc:docMk/>
          <pc:sldMk cId="312789784" sldId="154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93446765" sldId="155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44980054" sldId="155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7170493" sldId="155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66067996" sldId="155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37991697" sldId="155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04150593" sldId="155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9503060" sldId="155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497288" sldId="155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99998865" sldId="155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68521858" sldId="156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39369451" sldId="156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42374225" sldId="156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67876598" sldId="156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23927009" sldId="156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04093479" sldId="156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58087431" sldId="15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821460343" sldId="156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73146182" sldId="156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321545462" sldId="156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24748460" sldId="157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42058996" sldId="157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40334320" sldId="157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70117069" sldId="157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95901004" sldId="157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0498288" sldId="157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70652363" sldId="157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39101789" sldId="157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292723" sldId="157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1330410" sldId="157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81400793" sldId="158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18476509" sldId="158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35281774" sldId="15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30804335" sldId="158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36452190" sldId="158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52014047" sldId="158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73118713" sldId="158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82105460" sldId="158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30656864" sldId="158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01396604" sldId="158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36211990" sldId="159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24305596" sldId="1591"/>
        </pc:sldMkLst>
      </pc:sldChg>
      <pc:sldChg chg="modSp add mod">
        <pc:chgData name="Sanmukh Kuppannagari" userId="ad215094-da36-4b66-9c79-369a17aea26b" providerId="ADAL" clId="{14DF58E2-5DCD-486C-9091-D93E447591FD}" dt="2024-10-03T14:39:17.709" v="3592" actId="207"/>
        <pc:sldMkLst>
          <pc:docMk/>
          <pc:sldMk cId="215837963" sldId="1592"/>
        </pc:sldMkLst>
      </pc:sldChg>
      <pc:sldChg chg="modSp new mod">
        <pc:chgData name="Sanmukh Kuppannagari" userId="ad215094-da36-4b66-9c79-369a17aea26b" providerId="ADAL" clId="{14DF58E2-5DCD-486C-9091-D93E447591FD}" dt="2024-10-03T13:51:31.444" v="1022" actId="20577"/>
        <pc:sldMkLst>
          <pc:docMk/>
          <pc:sldMk cId="2224980005" sldId="1593"/>
        </pc:sldMkLst>
      </pc:sldChg>
      <pc:sldChg chg="modSp new mod">
        <pc:chgData name="Sanmukh Kuppannagari" userId="ad215094-da36-4b66-9c79-369a17aea26b" providerId="ADAL" clId="{14DF58E2-5DCD-486C-9091-D93E447591FD}" dt="2024-10-03T13:53:39.615" v="1359" actId="20577"/>
        <pc:sldMkLst>
          <pc:docMk/>
          <pc:sldMk cId="3815668378" sldId="1594"/>
        </pc:sldMkLst>
      </pc:sldChg>
      <pc:sldChg chg="modSp new mod">
        <pc:chgData name="Sanmukh Kuppannagari" userId="ad215094-da36-4b66-9c79-369a17aea26b" providerId="ADAL" clId="{14DF58E2-5DCD-486C-9091-D93E447591FD}" dt="2024-10-03T13:58:21.495" v="1812" actId="20577"/>
        <pc:sldMkLst>
          <pc:docMk/>
          <pc:sldMk cId="1715348697" sldId="1595"/>
        </pc:sldMkLst>
      </pc:sldChg>
      <pc:sldChg chg="modSp new mod">
        <pc:chgData name="Sanmukh Kuppannagari" userId="ad215094-da36-4b66-9c79-369a17aea26b" providerId="ADAL" clId="{14DF58E2-5DCD-486C-9091-D93E447591FD}" dt="2024-10-03T14:02:41.615" v="2216" actId="20577"/>
        <pc:sldMkLst>
          <pc:docMk/>
          <pc:sldMk cId="2509833866" sldId="1596"/>
        </pc:sldMkLst>
      </pc:sldChg>
      <pc:sldChg chg="modSp new mod ord">
        <pc:chgData name="Sanmukh Kuppannagari" userId="ad215094-da36-4b66-9c79-369a17aea26b" providerId="ADAL" clId="{14DF58E2-5DCD-486C-9091-D93E447591FD}" dt="2024-10-03T14:05:47.216" v="2633" actId="27636"/>
        <pc:sldMkLst>
          <pc:docMk/>
          <pc:sldMk cId="616425618" sldId="1597"/>
        </pc:sldMkLst>
      </pc:sldChg>
      <pc:sldChg chg="modSp new mod">
        <pc:chgData name="Sanmukh Kuppannagari" userId="ad215094-da36-4b66-9c79-369a17aea26b" providerId="ADAL" clId="{14DF58E2-5DCD-486C-9091-D93E447591FD}" dt="2024-10-03T14:07:20.074" v="2794" actId="20577"/>
        <pc:sldMkLst>
          <pc:docMk/>
          <pc:sldMk cId="573490693" sldId="1598"/>
        </pc:sldMkLst>
      </pc:sldChg>
      <pc:sldChg chg="modSp new mod">
        <pc:chgData name="Sanmukh Kuppannagari" userId="ad215094-da36-4b66-9c79-369a17aea26b" providerId="ADAL" clId="{14DF58E2-5DCD-486C-9091-D93E447591FD}" dt="2024-10-03T14:09:16.036" v="3118" actId="20577"/>
        <pc:sldMkLst>
          <pc:docMk/>
          <pc:sldMk cId="3244126963" sldId="1599"/>
        </pc:sldMkLst>
      </pc:sldChg>
      <pc:sldChg chg="modSp new mod">
        <pc:chgData name="Sanmukh Kuppannagari" userId="ad215094-da36-4b66-9c79-369a17aea26b" providerId="ADAL" clId="{14DF58E2-5DCD-486C-9091-D93E447591FD}" dt="2024-10-03T14:14:19.109" v="3383" actId="20577"/>
        <pc:sldMkLst>
          <pc:docMk/>
          <pc:sldMk cId="309785814" sldId="1600"/>
        </pc:sldMkLst>
      </pc:sldChg>
      <pc:sldChg chg="modSp new mod">
        <pc:chgData name="Sanmukh Kuppannagari" userId="ad215094-da36-4b66-9c79-369a17aea26b" providerId="ADAL" clId="{14DF58E2-5DCD-486C-9091-D93E447591FD}" dt="2024-10-03T14:15:43.405" v="3510" actId="20577"/>
        <pc:sldMkLst>
          <pc:docMk/>
          <pc:sldMk cId="1645901525" sldId="1601"/>
        </pc:sldMkLst>
      </pc:sldChg>
      <pc:sldChg chg="modSp new mod">
        <pc:chgData name="Sanmukh Kuppannagari" userId="ad215094-da36-4b66-9c79-369a17aea26b" providerId="ADAL" clId="{14DF58E2-5DCD-486C-9091-D93E447591FD}" dt="2024-10-03T14:16:15.270" v="3590" actId="20577"/>
        <pc:sldMkLst>
          <pc:docMk/>
          <pc:sldMk cId="15954888" sldId="1602"/>
        </pc:sldMkLst>
      </pc:sldChg>
      <pc:sldChg chg="modSp add mod">
        <pc:chgData name="Sanmukh Kuppannagari" userId="ad215094-da36-4b66-9c79-369a17aea26b" providerId="ADAL" clId="{14DF58E2-5DCD-486C-9091-D93E447591FD}" dt="2024-10-03T14:39:35.623" v="3594" actId="207"/>
        <pc:sldMkLst>
          <pc:docMk/>
          <pc:sldMk cId="1139153944" sldId="1603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modSp mod">
        <pc:chgData name="Sanmukh Kuppannagari" userId="ad215094-da36-4b66-9c79-369a17aea26b" providerId="ADAL" clId="{11171A05-B6FC-4395-9957-15FB24B3E448}" dt="2024-08-29T02:48:13.037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AA11B565-206C-4EF0-881B-47DE8798C588}"/>
    <pc:docChg chg="undo custSel addSld delSld modSld sldOrd">
      <pc:chgData name="Sanmukh Kuppannagari" userId="ad215094-da36-4b66-9c79-369a17aea26b" providerId="ADAL" clId="{AA11B565-206C-4EF0-881B-47DE8798C588}" dt="2024-10-01T14:08:02.554" v="5632" actId="47"/>
      <pc:docMkLst>
        <pc:docMk/>
      </pc:docMkLst>
      <pc:sldChg chg="modSp mod">
        <pc:chgData name="Sanmukh Kuppannagari" userId="ad215094-da36-4b66-9c79-369a17aea26b" providerId="ADAL" clId="{AA11B565-206C-4EF0-881B-47DE8798C588}" dt="2024-10-01T09:58:55.217" v="4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AA11B565-206C-4EF0-881B-47DE8798C588}" dt="2024-10-01T09:59:06.456" v="19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34877374" sldId="31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37731969" sldId="31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422666" sldId="31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230029266" sldId="3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79505598" sldId="3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496462880" sldId="36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89731522" sldId="36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86263254" sldId="37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54907447" sldId="38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38842979" sldId="38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AA11B565-206C-4EF0-881B-47DE8798C588}" dt="2024-10-01T10:05:48.128" v="596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181382666" sldId="40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19194896" sldId="4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47479394" sldId="4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51680372" sldId="4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736426824" sldId="4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0019786" sldId="4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2145031" sldId="4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699708138" sldId="12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53964490" sldId="12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037780407" sldId="12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79534324" sldId="1233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3857326952" sldId="1234"/>
        </pc:sldMkLst>
      </pc:sldChg>
      <pc:sldChg chg="addSp delSp modSp add mod">
        <pc:chgData name="Sanmukh Kuppannagari" userId="ad215094-da36-4b66-9c79-369a17aea26b" providerId="ADAL" clId="{AA11B565-206C-4EF0-881B-47DE8798C588}" dt="2024-10-01T11:07:20.802" v="3082" actId="1076"/>
        <pc:sldMkLst>
          <pc:docMk/>
          <pc:sldMk cId="2152651734" sldId="12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3423587688" sldId="1304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1249666363" sldId="1305"/>
        </pc:sldMkLst>
      </pc:sldChg>
      <pc:sldChg chg="addSp delSp modSp add mod">
        <pc:chgData name="Sanmukh Kuppannagari" userId="ad215094-da36-4b66-9c79-369a17aea26b" providerId="ADAL" clId="{AA11B565-206C-4EF0-881B-47DE8798C588}" dt="2024-10-01T11:14:09.005" v="3149" actId="20577"/>
        <pc:sldMkLst>
          <pc:docMk/>
          <pc:sldMk cId="2044792240" sldId="1306"/>
        </pc:sldMkLst>
      </pc:sldChg>
      <pc:sldChg chg="addSp modSp add mod">
        <pc:chgData name="Sanmukh Kuppannagari" userId="ad215094-da36-4b66-9c79-369a17aea26b" providerId="ADAL" clId="{AA11B565-206C-4EF0-881B-47DE8798C588}" dt="2024-10-01T11:14:16.062" v="3150"/>
        <pc:sldMkLst>
          <pc:docMk/>
          <pc:sldMk cId="1826032475" sldId="1307"/>
        </pc:sldMkLst>
      </pc:sldChg>
      <pc:sldChg chg="addSp modSp add mod">
        <pc:chgData name="Sanmukh Kuppannagari" userId="ad215094-da36-4b66-9c79-369a17aea26b" providerId="ADAL" clId="{AA11B565-206C-4EF0-881B-47DE8798C588}" dt="2024-10-01T11:14:19.432" v="3151"/>
        <pc:sldMkLst>
          <pc:docMk/>
          <pc:sldMk cId="2121754159" sldId="1308"/>
        </pc:sldMkLst>
      </pc:sldChg>
      <pc:sldChg chg="addSp modSp add mod">
        <pc:chgData name="Sanmukh Kuppannagari" userId="ad215094-da36-4b66-9c79-369a17aea26b" providerId="ADAL" clId="{AA11B565-206C-4EF0-881B-47DE8798C588}" dt="2024-10-01T11:05:27.831" v="2857" actId="2057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120287752" sldId="1310"/>
        </pc:sldMkLst>
      </pc:sldChg>
      <pc:sldChg chg="addSp modSp add mod">
        <pc:chgData name="Sanmukh Kuppannagari" userId="ad215094-da36-4b66-9c79-369a17aea26b" providerId="ADAL" clId="{AA11B565-206C-4EF0-881B-47DE8798C588}" dt="2024-10-01T11:16:51.587" v="3211" actId="14100"/>
        <pc:sldMkLst>
          <pc:docMk/>
          <pc:sldMk cId="2652461517" sldId="1311"/>
        </pc:sldMkLst>
      </pc:sldChg>
      <pc:sldChg chg="addSp modSp add">
        <pc:chgData name="Sanmukh Kuppannagari" userId="ad215094-da36-4b66-9c79-369a17aea26b" providerId="ADAL" clId="{AA11B565-206C-4EF0-881B-47DE8798C588}" dt="2024-10-01T11:17:00.366" v="3212"/>
        <pc:sldMkLst>
          <pc:docMk/>
          <pc:sldMk cId="284065558" sldId="1312"/>
        </pc:sldMkLst>
      </pc:sldChg>
      <pc:sldChg chg="addSp modSp add">
        <pc:chgData name="Sanmukh Kuppannagari" userId="ad215094-da36-4b66-9c79-369a17aea26b" providerId="ADAL" clId="{AA11B565-206C-4EF0-881B-47DE8798C588}" dt="2024-10-01T11:17:12.644" v="3213"/>
        <pc:sldMkLst>
          <pc:docMk/>
          <pc:sldMk cId="303362016" sldId="1313"/>
        </pc:sldMkLst>
      </pc:sldChg>
      <pc:sldChg chg="addSp delSp modSp add mod">
        <pc:chgData name="Sanmukh Kuppannagari" userId="ad215094-da36-4b66-9c79-369a17aea26b" providerId="ADAL" clId="{AA11B565-206C-4EF0-881B-47DE8798C588}" dt="2024-10-01T11:24:38.186" v="3272" actId="478"/>
        <pc:sldMkLst>
          <pc:docMk/>
          <pc:sldMk cId="1137941797" sldId="1314"/>
        </pc:sldMkLst>
      </pc:sldChg>
      <pc:sldChg chg="addSp modSp add mod">
        <pc:chgData name="Sanmukh Kuppannagari" userId="ad215094-da36-4b66-9c79-369a17aea26b" providerId="ADAL" clId="{AA11B565-206C-4EF0-881B-47DE8798C588}" dt="2024-10-01T11:36:59.712" v="3420" actId="1076"/>
        <pc:sldMkLst>
          <pc:docMk/>
          <pc:sldMk cId="1070225856" sldId="1315"/>
        </pc:sldMkLst>
      </pc:sldChg>
      <pc:sldChg chg="modSp add mod">
        <pc:chgData name="Sanmukh Kuppannagari" userId="ad215094-da36-4b66-9c79-369a17aea26b" providerId="ADAL" clId="{AA11B565-206C-4EF0-881B-47DE8798C588}" dt="2024-10-01T11:52:49.664" v="3890" actId="27636"/>
        <pc:sldMkLst>
          <pc:docMk/>
          <pc:sldMk cId="3769246865" sldId="1316"/>
        </pc:sldMkLst>
      </pc:sldChg>
      <pc:sldChg chg="modSp add mod">
        <pc:chgData name="Sanmukh Kuppannagari" userId="ad215094-da36-4b66-9c79-369a17aea26b" providerId="ADAL" clId="{AA11B565-206C-4EF0-881B-47DE8798C588}" dt="2024-10-01T13:51:42.692" v="5037"/>
        <pc:sldMkLst>
          <pc:docMk/>
          <pc:sldMk cId="3610053994" sldId="1317"/>
        </pc:sldMkLst>
      </pc:sldChg>
      <pc:sldChg chg="addSp delSp modSp add mod">
        <pc:chgData name="Sanmukh Kuppannagari" userId="ad215094-da36-4b66-9c79-369a17aea26b" providerId="ADAL" clId="{AA11B565-206C-4EF0-881B-47DE8798C588}" dt="2024-10-01T13:39:20.194" v="4580" actId="20577"/>
        <pc:sldMkLst>
          <pc:docMk/>
          <pc:sldMk cId="2864732836" sldId="1318"/>
        </pc:sldMkLst>
      </pc:sldChg>
      <pc:sldChg chg="modSp add">
        <pc:chgData name="Sanmukh Kuppannagari" userId="ad215094-da36-4b66-9c79-369a17aea26b" providerId="ADAL" clId="{AA11B565-206C-4EF0-881B-47DE8798C588}" dt="2024-10-01T13:51:57.821" v="5047" actId="20577"/>
        <pc:sldMkLst>
          <pc:docMk/>
          <pc:sldMk cId="1541579916" sldId="1319"/>
        </pc:sldMkLst>
      </pc:sldChg>
      <pc:sldChg chg="addSp modSp add mod">
        <pc:chgData name="Sanmukh Kuppannagari" userId="ad215094-da36-4b66-9c79-369a17aea26b" providerId="ADAL" clId="{AA11B565-206C-4EF0-881B-47DE8798C588}" dt="2024-10-01T11:50:28.923" v="3663" actId="2057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727594955" sldId="132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025259238" sldId="1323"/>
        </pc:sldMkLst>
      </pc:sldChg>
      <pc:sldChg chg="modSp add mod">
        <pc:chgData name="Sanmukh Kuppannagari" userId="ad215094-da36-4b66-9c79-369a17aea26b" providerId="ADAL" clId="{AA11B565-206C-4EF0-881B-47DE8798C588}" dt="2024-10-01T14:05:54.496" v="5475" actId="20577"/>
        <pc:sldMkLst>
          <pc:docMk/>
          <pc:sldMk cId="433802440" sldId="1324"/>
        </pc:sldMkLst>
      </pc:sldChg>
      <pc:sldChg chg="modSp add mod">
        <pc:chgData name="Sanmukh Kuppannagari" userId="ad215094-da36-4b66-9c79-369a17aea26b" providerId="ADAL" clId="{AA11B565-206C-4EF0-881B-47DE8798C588}" dt="2024-10-01T14:07:04.043" v="5578" actId="20577"/>
        <pc:sldMkLst>
          <pc:docMk/>
          <pc:sldMk cId="1510092015" sldId="1325"/>
        </pc:sldMkLst>
      </pc:sldChg>
      <pc:sldChg chg="modSp add">
        <pc:chgData name="Sanmukh Kuppannagari" userId="ad215094-da36-4b66-9c79-369a17aea26b" providerId="ADAL" clId="{AA11B565-206C-4EF0-881B-47DE8798C588}" dt="2024-10-01T14:02:27.400" v="5259" actId="2057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882075548" sldId="132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13054822" sldId="1328"/>
        </pc:sldMkLst>
      </pc:sldChg>
      <pc:sldChg chg="modSp add mod">
        <pc:chgData name="Sanmukh Kuppannagari" userId="ad215094-da36-4b66-9c79-369a17aea26b" providerId="ADAL" clId="{AA11B565-206C-4EF0-881B-47DE8798C588}" dt="2024-10-01T14:07:59.552" v="5631" actId="6549"/>
        <pc:sldMkLst>
          <pc:docMk/>
          <pc:sldMk cId="2090666711" sldId="1329"/>
        </pc:sldMkLst>
      </pc:sldChg>
      <pc:sldChg chg="add del">
        <pc:chgData name="Sanmukh Kuppannagari" userId="ad215094-da36-4b66-9c79-369a17aea26b" providerId="ADAL" clId="{AA11B565-206C-4EF0-881B-47DE8798C588}" dt="2024-10-01T14:08:02.554" v="5632" actId="47"/>
        <pc:sldMkLst>
          <pc:docMk/>
          <pc:sldMk cId="517395871" sldId="133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92168333" sldId="1331"/>
        </pc:sldMkLst>
      </pc:sldChg>
      <pc:sldChg chg="addSp delSp modSp add mod modShow">
        <pc:chgData name="Sanmukh Kuppannagari" userId="ad215094-da36-4b66-9c79-369a17aea26b" providerId="ADAL" clId="{AA11B565-206C-4EF0-881B-47DE8798C588}" dt="2024-10-01T14:00:57.584" v="5255" actId="20577"/>
        <pc:sldMkLst>
          <pc:docMk/>
          <pc:sldMk cId="4063916795" sldId="133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9812825" sldId="1333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521760129" sldId="1334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97549759" sldId="1335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913952742" sldId="133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246694647" sldId="133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611822888" sldId="1338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3710810416" sldId="1339"/>
        </pc:sldMkLst>
      </pc:sldChg>
      <pc:sldChg chg="modSp add mod">
        <pc:chgData name="Sanmukh Kuppannagari" userId="ad215094-da36-4b66-9c79-369a17aea26b" providerId="ADAL" clId="{AA11B565-206C-4EF0-881B-47DE8798C588}" dt="2024-10-01T12:37:05.789" v="4494" actId="20577"/>
        <pc:sldMkLst>
          <pc:docMk/>
          <pc:sldMk cId="330368493" sldId="1340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2647962746" sldId="134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62702247" sldId="1342"/>
        </pc:sldMkLst>
      </pc:sldChg>
      <pc:sldChg chg="addSp modSp add mod">
        <pc:chgData name="Sanmukh Kuppannagari" userId="ad215094-da36-4b66-9c79-369a17aea26b" providerId="ADAL" clId="{AA11B565-206C-4EF0-881B-47DE8798C588}" dt="2024-10-01T10:22:14.887" v="874" actId="208"/>
        <pc:sldMkLst>
          <pc:docMk/>
          <pc:sldMk cId="1718626453" sldId="1343"/>
        </pc:sldMkLst>
      </pc:sldChg>
      <pc:sldChg chg="add">
        <pc:chgData name="Sanmukh Kuppannagari" userId="ad215094-da36-4b66-9c79-369a17aea26b" providerId="ADAL" clId="{AA11B565-206C-4EF0-881B-47DE8798C588}" dt="2024-10-01T10:05:36.200" v="595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AA11B565-206C-4EF0-881B-47DE8798C588}" dt="2024-10-01T09:59:35.031" v="135" actId="20577"/>
        <pc:sldMkLst>
          <pc:docMk/>
          <pc:sldMk cId="2091044005" sldId="1513"/>
        </pc:sldMkLst>
      </pc:sldChg>
      <pc:sldChg chg="modSp mod">
        <pc:chgData name="Sanmukh Kuppannagari" userId="ad215094-da36-4b66-9c79-369a17aea26b" providerId="ADAL" clId="{AA11B565-206C-4EF0-881B-47DE8798C588}" dt="2024-10-01T10:00:36.240" v="384" actId="2057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2113540" sldId="15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51048179" sldId="151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70564833" sldId="15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223128325" sldId="15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63376498" sldId="15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29791837" sldId="152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3234935" sldId="152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481763059" sldId="152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17663034" sldId="152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939595551" sldId="152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78398838" sldId="152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7224132" sldId="152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7830899" sldId="152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863297826" sldId="15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83326334" sldId="15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7297747" sldId="153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72806902" sldId="15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49077636" sldId="153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35340187" sldId="15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563148363" sldId="153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60344090" sldId="15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17529413" sldId="15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64603884" sldId="15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96873436" sldId="154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73707918" sldId="15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34998908" sldId="154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27029584" sldId="154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3799951" sldId="154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679798" sldId="154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78971665" sldId="154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55355578" sldId="154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72000199" sldId="1548"/>
        </pc:sldMkLst>
      </pc:sldChg>
      <pc:sldChg chg="modSp new mod">
        <pc:chgData name="Sanmukh Kuppannagari" userId="ad215094-da36-4b66-9c79-369a17aea26b" providerId="ADAL" clId="{AA11B565-206C-4EF0-881B-47DE8798C588}" dt="2024-10-01T10:01:30.466" v="557" actId="20577"/>
        <pc:sldMkLst>
          <pc:docMk/>
          <pc:sldMk cId="312789784" sldId="1549"/>
        </pc:sldMkLst>
      </pc:sldChg>
      <pc:sldChg chg="add">
        <pc:chgData name="Sanmukh Kuppannagari" userId="ad215094-da36-4b66-9c79-369a17aea26b" providerId="ADAL" clId="{AA11B565-206C-4EF0-881B-47DE8798C588}" dt="2024-10-01T10:01:43.558" v="558"/>
        <pc:sldMkLst>
          <pc:docMk/>
          <pc:sldMk cId="3693446765" sldId="1550"/>
        </pc:sldMkLst>
      </pc:sldChg>
      <pc:sldChg chg="modSp add mod">
        <pc:chgData name="Sanmukh Kuppannagari" userId="ad215094-da36-4b66-9c79-369a17aea26b" providerId="ADAL" clId="{AA11B565-206C-4EF0-881B-47DE8798C588}" dt="2024-10-01T10:03:59.521" v="594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1944980054" sldId="1552"/>
        </pc:sldMkLst>
      </pc:sldChg>
      <pc:sldChg chg="addSp delSp modSp add mod">
        <pc:chgData name="Sanmukh Kuppannagari" userId="ad215094-da36-4b66-9c79-369a17aea26b" providerId="ADAL" clId="{AA11B565-206C-4EF0-881B-47DE8798C588}" dt="2024-10-01T10:14:52.887" v="676" actId="478"/>
        <pc:sldMkLst>
          <pc:docMk/>
          <pc:sldMk cId="3777170493" sldId="1553"/>
        </pc:sldMkLst>
      </pc:sldChg>
      <pc:sldChg chg="addSp delSp modSp add mod">
        <pc:chgData name="Sanmukh Kuppannagari" userId="ad215094-da36-4b66-9c79-369a17aea26b" providerId="ADAL" clId="{AA11B565-206C-4EF0-881B-47DE8798C588}" dt="2024-10-01T10:16:46.428" v="759" actId="208"/>
        <pc:sldMkLst>
          <pc:docMk/>
          <pc:sldMk cId="3166067996" sldId="1554"/>
        </pc:sldMkLst>
      </pc:sldChg>
      <pc:sldChg chg="modSp add">
        <pc:chgData name="Sanmukh Kuppannagari" userId="ad215094-da36-4b66-9c79-369a17aea26b" providerId="ADAL" clId="{AA11B565-206C-4EF0-881B-47DE8798C588}" dt="2024-10-01T10:17:44.613" v="781" actId="207"/>
        <pc:sldMkLst>
          <pc:docMk/>
          <pc:sldMk cId="3437991697" sldId="1555"/>
        </pc:sldMkLst>
      </pc:sldChg>
      <pc:sldChg chg="modSp add">
        <pc:chgData name="Sanmukh Kuppannagari" userId="ad215094-da36-4b66-9c79-369a17aea26b" providerId="ADAL" clId="{AA11B565-206C-4EF0-881B-47DE8798C588}" dt="2024-10-01T10:18:05.746" v="791" actId="207"/>
        <pc:sldMkLst>
          <pc:docMk/>
          <pc:sldMk cId="2404150593" sldId="1556"/>
        </pc:sldMkLst>
      </pc:sldChg>
      <pc:sldChg chg="addSp delSp modSp add mod">
        <pc:chgData name="Sanmukh Kuppannagari" userId="ad215094-da36-4b66-9c79-369a17aea26b" providerId="ADAL" clId="{AA11B565-206C-4EF0-881B-47DE8798C588}" dt="2024-10-01T10:23:01.334" v="930" actId="207"/>
        <pc:sldMkLst>
          <pc:docMk/>
          <pc:sldMk cId="3779503060" sldId="1557"/>
        </pc:sldMkLst>
      </pc:sldChg>
      <pc:sldChg chg="modSp add mod">
        <pc:chgData name="Sanmukh Kuppannagari" userId="ad215094-da36-4b66-9c79-369a17aea26b" providerId="ADAL" clId="{AA11B565-206C-4EF0-881B-47DE8798C588}" dt="2024-10-01T10:23:17.888" v="937" actId="207"/>
        <pc:sldMkLst>
          <pc:docMk/>
          <pc:sldMk cId="106497288" sldId="1558"/>
        </pc:sldMkLst>
      </pc:sldChg>
      <pc:sldChg chg="modSp add mod">
        <pc:chgData name="Sanmukh Kuppannagari" userId="ad215094-da36-4b66-9c79-369a17aea26b" providerId="ADAL" clId="{AA11B565-206C-4EF0-881B-47DE8798C588}" dt="2024-10-01T10:23:55.131" v="977" actId="207"/>
        <pc:sldMkLst>
          <pc:docMk/>
          <pc:sldMk cId="3799998865" sldId="1559"/>
        </pc:sldMkLst>
      </pc:sldChg>
      <pc:sldChg chg="modSp add mod">
        <pc:chgData name="Sanmukh Kuppannagari" userId="ad215094-da36-4b66-9c79-369a17aea26b" providerId="ADAL" clId="{AA11B565-206C-4EF0-881B-47DE8798C588}" dt="2024-10-01T10:24:31.261" v="992" actId="20577"/>
        <pc:sldMkLst>
          <pc:docMk/>
          <pc:sldMk cId="2468521858" sldId="1560"/>
        </pc:sldMkLst>
      </pc:sldChg>
      <pc:sldChg chg="modSp add mod">
        <pc:chgData name="Sanmukh Kuppannagari" userId="ad215094-da36-4b66-9c79-369a17aea26b" providerId="ADAL" clId="{AA11B565-206C-4EF0-881B-47DE8798C588}" dt="2024-10-01T10:25:19.458" v="1092" actId="207"/>
        <pc:sldMkLst>
          <pc:docMk/>
          <pc:sldMk cId="4139369451" sldId="1561"/>
        </pc:sldMkLst>
      </pc:sldChg>
      <pc:sldChg chg="modSp add">
        <pc:chgData name="Sanmukh Kuppannagari" userId="ad215094-da36-4b66-9c79-369a17aea26b" providerId="ADAL" clId="{AA11B565-206C-4EF0-881B-47DE8798C588}" dt="2024-10-01T10:25:51.260" v="1108" actId="207"/>
        <pc:sldMkLst>
          <pc:docMk/>
          <pc:sldMk cId="3842374225" sldId="1562"/>
        </pc:sldMkLst>
      </pc:sldChg>
      <pc:sldChg chg="modSp add">
        <pc:chgData name="Sanmukh Kuppannagari" userId="ad215094-da36-4b66-9c79-369a17aea26b" providerId="ADAL" clId="{AA11B565-206C-4EF0-881B-47DE8798C588}" dt="2024-10-01T10:26:43.345" v="1171" actId="207"/>
        <pc:sldMkLst>
          <pc:docMk/>
          <pc:sldMk cId="467876598" sldId="1563"/>
        </pc:sldMkLst>
      </pc:sldChg>
      <pc:sldChg chg="modSp add">
        <pc:chgData name="Sanmukh Kuppannagari" userId="ad215094-da36-4b66-9c79-369a17aea26b" providerId="ADAL" clId="{AA11B565-206C-4EF0-881B-47DE8798C588}" dt="2024-10-01T10:27:11.392" v="1179" actId="207"/>
        <pc:sldMkLst>
          <pc:docMk/>
          <pc:sldMk cId="2623927009" sldId="1564"/>
        </pc:sldMkLst>
      </pc:sldChg>
      <pc:sldChg chg="modSp new mod">
        <pc:chgData name="Sanmukh Kuppannagari" userId="ad215094-da36-4b66-9c79-369a17aea26b" providerId="ADAL" clId="{AA11B565-206C-4EF0-881B-47DE8798C588}" dt="2024-10-01T10:40:02.652" v="2383" actId="27636"/>
        <pc:sldMkLst>
          <pc:docMk/>
          <pc:sldMk cId="2204093479" sldId="1565"/>
        </pc:sldMkLst>
      </pc:sldChg>
      <pc:sldChg chg="modSp new mod">
        <pc:chgData name="Sanmukh Kuppannagari" userId="ad215094-da36-4b66-9c79-369a17aea26b" providerId="ADAL" clId="{AA11B565-206C-4EF0-881B-47DE8798C588}" dt="2024-10-01T11:06:03.324" v="2987" actId="20577"/>
        <pc:sldMkLst>
          <pc:docMk/>
          <pc:sldMk cId="4158087431" sldId="1566"/>
        </pc:sldMkLst>
      </pc:sldChg>
      <pc:sldChg chg="modSp new mod">
        <pc:chgData name="Sanmukh Kuppannagari" userId="ad215094-da36-4b66-9c79-369a17aea26b" providerId="ADAL" clId="{AA11B565-206C-4EF0-881B-47DE8798C588}" dt="2024-10-01T10:57:28.516" v="2762" actId="20577"/>
        <pc:sldMkLst>
          <pc:docMk/>
          <pc:sldMk cId="821460343" sldId="1567"/>
        </pc:sldMkLst>
      </pc:sldChg>
      <pc:sldChg chg="delSp modSp add mod">
        <pc:chgData name="Sanmukh Kuppannagari" userId="ad215094-da36-4b66-9c79-369a17aea26b" providerId="ADAL" clId="{AA11B565-206C-4EF0-881B-47DE8798C588}" dt="2024-10-01T11:11:59.348" v="3093" actId="122"/>
        <pc:sldMkLst>
          <pc:docMk/>
          <pc:sldMk cId="2973146182" sldId="1568"/>
        </pc:sldMkLst>
      </pc:sldChg>
      <pc:sldChg chg="add del">
        <pc:chgData name="Sanmukh Kuppannagari" userId="ad215094-da36-4b66-9c79-369a17aea26b" providerId="ADAL" clId="{AA11B565-206C-4EF0-881B-47DE8798C588}" dt="2024-10-01T11:04:30.100" v="2820"/>
        <pc:sldMkLst>
          <pc:docMk/>
          <pc:sldMk cId="3818436102" sldId="1568"/>
        </pc:sldMkLst>
      </pc:sldChg>
      <pc:sldChg chg="addSp modSp add mod">
        <pc:chgData name="Sanmukh Kuppannagari" userId="ad215094-da36-4b66-9c79-369a17aea26b" providerId="ADAL" clId="{AA11B565-206C-4EF0-881B-47DE8798C588}" dt="2024-10-01T11:12:45.543" v="3129" actId="20577"/>
        <pc:sldMkLst>
          <pc:docMk/>
          <pc:sldMk cId="2321545462" sldId="1569"/>
        </pc:sldMkLst>
      </pc:sldChg>
      <pc:sldChg chg="modSp add mod">
        <pc:chgData name="Sanmukh Kuppannagari" userId="ad215094-da36-4b66-9c79-369a17aea26b" providerId="ADAL" clId="{AA11B565-206C-4EF0-881B-47DE8798C588}" dt="2024-10-01T11:13:01.546" v="3131" actId="1076"/>
        <pc:sldMkLst>
          <pc:docMk/>
          <pc:sldMk cId="1024748460" sldId="1570"/>
        </pc:sldMkLst>
      </pc:sldChg>
      <pc:sldChg chg="addSp delSp modSp add mod">
        <pc:chgData name="Sanmukh Kuppannagari" userId="ad215094-da36-4b66-9c79-369a17aea26b" providerId="ADAL" clId="{AA11B565-206C-4EF0-881B-47DE8798C588}" dt="2024-10-01T11:13:33.815" v="3142" actId="1076"/>
        <pc:sldMkLst>
          <pc:docMk/>
          <pc:sldMk cId="3042058996" sldId="1571"/>
        </pc:sldMkLst>
      </pc:sldChg>
      <pc:sldChg chg="add">
        <pc:chgData name="Sanmukh Kuppannagari" userId="ad215094-da36-4b66-9c79-369a17aea26b" providerId="ADAL" clId="{AA11B565-206C-4EF0-881B-47DE8798C588}" dt="2024-10-01T11:13:20.810" v="3132"/>
        <pc:sldMkLst>
          <pc:docMk/>
          <pc:sldMk cId="2940334320" sldId="1572"/>
        </pc:sldMkLst>
      </pc:sldChg>
      <pc:sldChg chg="delSp modSp add mod">
        <pc:chgData name="Sanmukh Kuppannagari" userId="ad215094-da36-4b66-9c79-369a17aea26b" providerId="ADAL" clId="{AA11B565-206C-4EF0-881B-47DE8798C588}" dt="2024-10-01T11:24:45.046" v="3273" actId="478"/>
        <pc:sldMkLst>
          <pc:docMk/>
          <pc:sldMk cId="570117069" sldId="1573"/>
        </pc:sldMkLst>
      </pc:sldChg>
      <pc:sldChg chg="addSp delSp modSp add mod">
        <pc:chgData name="Sanmukh Kuppannagari" userId="ad215094-da36-4b66-9c79-369a17aea26b" providerId="ADAL" clId="{AA11B565-206C-4EF0-881B-47DE8798C588}" dt="2024-10-01T11:24:56.219" v="3274" actId="478"/>
        <pc:sldMkLst>
          <pc:docMk/>
          <pc:sldMk cId="995901004" sldId="1574"/>
        </pc:sldMkLst>
      </pc:sldChg>
      <pc:sldChg chg="delSp modSp add mod">
        <pc:chgData name="Sanmukh Kuppannagari" userId="ad215094-da36-4b66-9c79-369a17aea26b" providerId="ADAL" clId="{AA11B565-206C-4EF0-881B-47DE8798C588}" dt="2024-10-01T11:25:01.341" v="3275" actId="478"/>
        <pc:sldMkLst>
          <pc:docMk/>
          <pc:sldMk cId="440498288" sldId="1575"/>
        </pc:sldMkLst>
      </pc:sldChg>
      <pc:sldChg chg="delSp modSp add mod">
        <pc:chgData name="Sanmukh Kuppannagari" userId="ad215094-da36-4b66-9c79-369a17aea26b" providerId="ADAL" clId="{AA11B565-206C-4EF0-881B-47DE8798C588}" dt="2024-10-01T11:25:17.466" v="3277" actId="478"/>
        <pc:sldMkLst>
          <pc:docMk/>
          <pc:sldMk cId="670652363" sldId="1576"/>
        </pc:sldMkLst>
      </pc:sldChg>
      <pc:sldChg chg="modSp add mod">
        <pc:chgData name="Sanmukh Kuppannagari" userId="ad215094-da36-4b66-9c79-369a17aea26b" providerId="ADAL" clId="{AA11B565-206C-4EF0-881B-47DE8798C588}" dt="2024-10-01T11:37:50.448" v="3456" actId="20577"/>
        <pc:sldMkLst>
          <pc:docMk/>
          <pc:sldMk cId="3839101789" sldId="1577"/>
        </pc:sldMkLst>
      </pc:sldChg>
      <pc:sldChg chg="delSp modSp add del mod">
        <pc:chgData name="Sanmukh Kuppannagari" userId="ad215094-da36-4b66-9c79-369a17aea26b" providerId="ADAL" clId="{AA11B565-206C-4EF0-881B-47DE8798C588}" dt="2024-10-01T11:25:21.712" v="3278" actId="47"/>
        <pc:sldMkLst>
          <pc:docMk/>
          <pc:sldMk cId="3875852213" sldId="1577"/>
        </pc:sldMkLst>
      </pc:sldChg>
      <pc:sldChg chg="modSp add mod">
        <pc:chgData name="Sanmukh Kuppannagari" userId="ad215094-da36-4b66-9c79-369a17aea26b" providerId="ADAL" clId="{AA11B565-206C-4EF0-881B-47DE8798C588}" dt="2024-10-01T11:38:37.488" v="3475" actId="1076"/>
        <pc:sldMkLst>
          <pc:docMk/>
          <pc:sldMk cId="106292723" sldId="1578"/>
        </pc:sldMkLst>
      </pc:sldChg>
      <pc:sldChg chg="modSp add mod">
        <pc:chgData name="Sanmukh Kuppannagari" userId="ad215094-da36-4b66-9c79-369a17aea26b" providerId="ADAL" clId="{AA11B565-206C-4EF0-881B-47DE8798C588}" dt="2024-10-01T11:39:03.607" v="3515" actId="1076"/>
        <pc:sldMkLst>
          <pc:docMk/>
          <pc:sldMk cId="201330410" sldId="1579"/>
        </pc:sldMkLst>
      </pc:sldChg>
      <pc:sldChg chg="modSp add mod">
        <pc:chgData name="Sanmukh Kuppannagari" userId="ad215094-da36-4b66-9c79-369a17aea26b" providerId="ADAL" clId="{AA11B565-206C-4EF0-881B-47DE8798C588}" dt="2024-10-01T11:52:42.923" v="3885" actId="27636"/>
        <pc:sldMkLst>
          <pc:docMk/>
          <pc:sldMk cId="2481400793" sldId="1580"/>
        </pc:sldMkLst>
      </pc:sldChg>
      <pc:sldChg chg="modSp add">
        <pc:chgData name="Sanmukh Kuppannagari" userId="ad215094-da36-4b66-9c79-369a17aea26b" providerId="ADAL" clId="{AA11B565-206C-4EF0-881B-47DE8798C588}" dt="2024-10-01T13:43:50.810" v="4755" actId="207"/>
        <pc:sldMkLst>
          <pc:docMk/>
          <pc:sldMk cId="3218476509" sldId="1581"/>
        </pc:sldMkLst>
      </pc:sldChg>
      <pc:sldChg chg="modSp add mod">
        <pc:chgData name="Sanmukh Kuppannagari" userId="ad215094-da36-4b66-9c79-369a17aea26b" providerId="ADAL" clId="{AA11B565-206C-4EF0-881B-47DE8798C588}" dt="2024-10-01T13:55:19.647" v="5146" actId="20577"/>
        <pc:sldMkLst>
          <pc:docMk/>
          <pc:sldMk cId="535281774" sldId="1582"/>
        </pc:sldMkLst>
      </pc:sldChg>
      <pc:sldChg chg="add del">
        <pc:chgData name="Sanmukh Kuppannagari" userId="ad215094-da36-4b66-9c79-369a17aea26b" providerId="ADAL" clId="{AA11B565-206C-4EF0-881B-47DE8798C588}" dt="2024-10-01T13:49:44.294" v="5009"/>
        <pc:sldMkLst>
          <pc:docMk/>
          <pc:sldMk cId="2076416953" sldId="1582"/>
        </pc:sldMkLst>
      </pc:sldChg>
      <pc:sldChg chg="modSp add">
        <pc:chgData name="Sanmukh Kuppannagari" userId="ad215094-da36-4b66-9c79-369a17aea26b" providerId="ADAL" clId="{AA11B565-206C-4EF0-881B-47DE8798C588}" dt="2024-10-01T13:51:46.507" v="5038"/>
        <pc:sldMkLst>
          <pc:docMk/>
          <pc:sldMk cId="3330804335" sldId="1583"/>
        </pc:sldMkLst>
      </pc:sldChg>
      <pc:sldChg chg="addSp delSp modSp add mod">
        <pc:chgData name="Sanmukh Kuppannagari" userId="ad215094-da36-4b66-9c79-369a17aea26b" providerId="ADAL" clId="{AA11B565-206C-4EF0-881B-47DE8798C588}" dt="2024-10-01T13:54:07.958" v="5074" actId="478"/>
        <pc:sldMkLst>
          <pc:docMk/>
          <pc:sldMk cId="936452190" sldId="1584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652014047" sldId="1585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3673118713" sldId="1586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1582105460" sldId="1587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2630656864" sldId="1588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501396604" sldId="1589"/>
        </pc:sldMkLst>
      </pc:sldChg>
      <pc:sldChg chg="modSp add mod">
        <pc:chgData name="Sanmukh Kuppannagari" userId="ad215094-da36-4b66-9c79-369a17aea26b" providerId="ADAL" clId="{AA11B565-206C-4EF0-881B-47DE8798C588}" dt="2024-10-01T13:57:24.279" v="5244" actId="20577"/>
        <pc:sldMkLst>
          <pc:docMk/>
          <pc:sldMk cId="1936211990" sldId="1590"/>
        </pc:sldMkLst>
      </pc:sldChg>
      <pc:sldChg chg="add ord">
        <pc:chgData name="Sanmukh Kuppannagari" userId="ad215094-da36-4b66-9c79-369a17aea26b" providerId="ADAL" clId="{AA11B565-206C-4EF0-881B-47DE8798C588}" dt="2024-10-01T13:57:46.397" v="5247"/>
        <pc:sldMkLst>
          <pc:docMk/>
          <pc:sldMk cId="2024305596" sldId="1591"/>
        </pc:sldMkLst>
      </pc:sldChg>
      <pc:sldMasterChg chg="delSldLayout">
        <pc:chgData name="Sanmukh Kuppannagari" userId="ad215094-da36-4b66-9c79-369a17aea26b" providerId="ADAL" clId="{AA11B565-206C-4EF0-881B-47DE8798C588}" dt="2024-10-01T11:53:05.818" v="389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AA11B565-206C-4EF0-881B-47DE8798C588}" dt="2024-10-01T11:53:05.818" v="3891" actId="47"/>
          <pc:sldLayoutMkLst>
            <pc:docMk/>
            <pc:sldMasterMk cId="1728476084" sldId="2147483648"/>
            <pc:sldLayoutMk cId="2002986407" sldId="2147483660"/>
          </pc:sldLayoutMkLst>
        </pc:sldLayoutChg>
      </pc:sldMaster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0:54:53.692" v="3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528C29D1-CE29-4187-B8B6-1D010D39143C}"/>
    <pc:docChg chg="undo custSel addSld delSld modSld">
      <pc:chgData name="Sanmukh Kuppannagari" userId="ad215094-da36-4b66-9c79-369a17aea26b" providerId="ADAL" clId="{528C29D1-CE29-4187-B8B6-1D010D39143C}" dt="2024-11-19T18:53:25.791" v="2935" actId="20577"/>
      <pc:docMkLst>
        <pc:docMk/>
      </pc:docMkLst>
      <pc:sldChg chg="del">
        <pc:chgData name="Sanmukh Kuppannagari" userId="ad215094-da36-4b66-9c79-369a17aea26b" providerId="ADAL" clId="{528C29D1-CE29-4187-B8B6-1D010D39143C}" dt="2024-11-19T13:37:57.856" v="308" actId="47"/>
        <pc:sldMkLst>
          <pc:docMk/>
          <pc:sldMk cId="419610907" sldId="269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2642091756" sldId="272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597565292" sldId="274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524082761" sldId="306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1583269833" sldId="331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781682477" sldId="332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1702116543" sldId="333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2009248266" sldId="334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39992507" sldId="335"/>
        </pc:sldMkLst>
      </pc:sldChg>
      <pc:sldChg chg="modSp mod">
        <pc:chgData name="Sanmukh Kuppannagari" userId="ad215094-da36-4b66-9c79-369a17aea26b" providerId="ADAL" clId="{528C29D1-CE29-4187-B8B6-1D010D39143C}" dt="2024-11-19T18:31:17.466" v="2090" actId="20577"/>
        <pc:sldMkLst>
          <pc:docMk/>
          <pc:sldMk cId="3557461879" sldId="374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669932227" sldId="401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2532226765" sldId="403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769614656" sldId="404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1404695635" sldId="407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2864559443" sldId="408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2058244021" sldId="409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164297978" sldId="410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2578242728" sldId="411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649591942" sldId="412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1127968122" sldId="413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1004796864" sldId="1282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3902944658" sldId="1309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692720287" sldId="1311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4072723455" sldId="1312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830590251" sldId="1313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3979417289" sldId="1314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3238687387" sldId="1316"/>
        </pc:sldMkLst>
      </pc:sldChg>
      <pc:sldChg chg="add del">
        <pc:chgData name="Sanmukh Kuppannagari" userId="ad215094-da36-4b66-9c79-369a17aea26b" providerId="ADAL" clId="{528C29D1-CE29-4187-B8B6-1D010D39143C}" dt="2024-11-19T13:40:58.737" v="318" actId="47"/>
        <pc:sldMkLst>
          <pc:docMk/>
          <pc:sldMk cId="105581169" sldId="1317"/>
        </pc:sldMkLst>
      </pc:sldChg>
      <pc:sldChg chg="add del">
        <pc:chgData name="Sanmukh Kuppannagari" userId="ad215094-da36-4b66-9c79-369a17aea26b" providerId="ADAL" clId="{528C29D1-CE29-4187-B8B6-1D010D39143C}" dt="2024-11-19T13:40:58.737" v="318" actId="47"/>
        <pc:sldMkLst>
          <pc:docMk/>
          <pc:sldMk cId="1626710577" sldId="1318"/>
        </pc:sldMkLst>
      </pc:sldChg>
      <pc:sldChg chg="add del">
        <pc:chgData name="Sanmukh Kuppannagari" userId="ad215094-da36-4b66-9c79-369a17aea26b" providerId="ADAL" clId="{528C29D1-CE29-4187-B8B6-1D010D39143C}" dt="2024-11-19T13:40:58.737" v="318" actId="47"/>
        <pc:sldMkLst>
          <pc:docMk/>
          <pc:sldMk cId="2589855805" sldId="1319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3870134566" sldId="1320"/>
        </pc:sldMkLst>
      </pc:sldChg>
      <pc:sldChg chg="add del">
        <pc:chgData name="Sanmukh Kuppannagari" userId="ad215094-da36-4b66-9c79-369a17aea26b" providerId="ADAL" clId="{528C29D1-CE29-4187-B8B6-1D010D39143C}" dt="2024-11-19T13:41:04.683" v="319" actId="47"/>
        <pc:sldMkLst>
          <pc:docMk/>
          <pc:sldMk cId="3443015343" sldId="1321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108815486" sldId="1322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3927615945" sldId="1323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48302563" sldId="1324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1558153898" sldId="1325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579584412" sldId="1326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1876399712" sldId="1327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3577888197" sldId="1328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3446468191" sldId="1329"/>
        </pc:sldMkLst>
      </pc:sldChg>
      <pc:sldChg chg="add del">
        <pc:chgData name="Sanmukh Kuppannagari" userId="ad215094-da36-4b66-9c79-369a17aea26b" providerId="ADAL" clId="{528C29D1-CE29-4187-B8B6-1D010D39143C}" dt="2024-11-19T13:41:45.188" v="323" actId="47"/>
        <pc:sldMkLst>
          <pc:docMk/>
          <pc:sldMk cId="3270243835" sldId="1330"/>
        </pc:sldMkLst>
      </pc:sldChg>
      <pc:sldChg chg="add del">
        <pc:chgData name="Sanmukh Kuppannagari" userId="ad215094-da36-4b66-9c79-369a17aea26b" providerId="ADAL" clId="{528C29D1-CE29-4187-B8B6-1D010D39143C}" dt="2024-11-19T13:41:45.188" v="323" actId="47"/>
        <pc:sldMkLst>
          <pc:docMk/>
          <pc:sldMk cId="580580032" sldId="1331"/>
        </pc:sldMkLst>
      </pc:sldChg>
      <pc:sldChg chg="add del">
        <pc:chgData name="Sanmukh Kuppannagari" userId="ad215094-da36-4b66-9c79-369a17aea26b" providerId="ADAL" clId="{528C29D1-CE29-4187-B8B6-1D010D39143C}" dt="2024-11-19T13:41:47.920" v="324" actId="47"/>
        <pc:sldMkLst>
          <pc:docMk/>
          <pc:sldMk cId="189707620" sldId="1332"/>
        </pc:sldMkLst>
      </pc:sldChg>
      <pc:sldChg chg="add">
        <pc:chgData name="Sanmukh Kuppannagari" userId="ad215094-da36-4b66-9c79-369a17aea26b" providerId="ADAL" clId="{528C29D1-CE29-4187-B8B6-1D010D39143C}" dt="2024-11-19T13:43:05.009" v="327"/>
        <pc:sldMkLst>
          <pc:docMk/>
          <pc:sldMk cId="3900386166" sldId="1333"/>
        </pc:sldMkLst>
      </pc:sldChg>
      <pc:sldChg chg="add">
        <pc:chgData name="Sanmukh Kuppannagari" userId="ad215094-da36-4b66-9c79-369a17aea26b" providerId="ADAL" clId="{528C29D1-CE29-4187-B8B6-1D010D39143C}" dt="2024-11-19T13:43:05.009" v="327"/>
        <pc:sldMkLst>
          <pc:docMk/>
          <pc:sldMk cId="466721343" sldId="1336"/>
        </pc:sldMkLst>
      </pc:sldChg>
      <pc:sldChg chg="add">
        <pc:chgData name="Sanmukh Kuppannagari" userId="ad215094-da36-4b66-9c79-369a17aea26b" providerId="ADAL" clId="{528C29D1-CE29-4187-B8B6-1D010D39143C}" dt="2024-11-19T13:43:05.009" v="327"/>
        <pc:sldMkLst>
          <pc:docMk/>
          <pc:sldMk cId="2532340766" sldId="1337"/>
        </pc:sldMkLst>
      </pc:sldChg>
      <pc:sldChg chg="add">
        <pc:chgData name="Sanmukh Kuppannagari" userId="ad215094-da36-4b66-9c79-369a17aea26b" providerId="ADAL" clId="{528C29D1-CE29-4187-B8B6-1D010D39143C}" dt="2024-11-19T13:43:05.009" v="327"/>
        <pc:sldMkLst>
          <pc:docMk/>
          <pc:sldMk cId="497537133" sldId="1338"/>
        </pc:sldMkLst>
      </pc:sldChg>
      <pc:sldChg chg="add">
        <pc:chgData name="Sanmukh Kuppannagari" userId="ad215094-da36-4b66-9c79-369a17aea26b" providerId="ADAL" clId="{528C29D1-CE29-4187-B8B6-1D010D39143C}" dt="2024-11-19T13:43:05.009" v="327"/>
        <pc:sldMkLst>
          <pc:docMk/>
          <pc:sldMk cId="996122636" sldId="1339"/>
        </pc:sldMkLst>
      </pc:sldChg>
      <pc:sldChg chg="add">
        <pc:chgData name="Sanmukh Kuppannagari" userId="ad215094-da36-4b66-9c79-369a17aea26b" providerId="ADAL" clId="{528C29D1-CE29-4187-B8B6-1D010D39143C}" dt="2024-11-19T13:43:05.009" v="327"/>
        <pc:sldMkLst>
          <pc:docMk/>
          <pc:sldMk cId="169773503" sldId="1340"/>
        </pc:sldMkLst>
      </pc:sldChg>
      <pc:sldChg chg="add">
        <pc:chgData name="Sanmukh Kuppannagari" userId="ad215094-da36-4b66-9c79-369a17aea26b" providerId="ADAL" clId="{528C29D1-CE29-4187-B8B6-1D010D39143C}" dt="2024-11-19T13:43:26.707" v="328"/>
        <pc:sldMkLst>
          <pc:docMk/>
          <pc:sldMk cId="1260582718" sldId="1341"/>
        </pc:sldMkLst>
      </pc:sldChg>
      <pc:sldChg chg="add">
        <pc:chgData name="Sanmukh Kuppannagari" userId="ad215094-da36-4b66-9c79-369a17aea26b" providerId="ADAL" clId="{528C29D1-CE29-4187-B8B6-1D010D39143C}" dt="2024-11-19T13:43:42.588" v="329"/>
        <pc:sldMkLst>
          <pc:docMk/>
          <pc:sldMk cId="3593875498" sldId="1342"/>
        </pc:sldMkLst>
      </pc:sldChg>
      <pc:sldChg chg="add">
        <pc:chgData name="Sanmukh Kuppannagari" userId="ad215094-da36-4b66-9c79-369a17aea26b" providerId="ADAL" clId="{528C29D1-CE29-4187-B8B6-1D010D39143C}" dt="2024-11-19T13:43:42.588" v="329"/>
        <pc:sldMkLst>
          <pc:docMk/>
          <pc:sldMk cId="1708815900" sldId="1343"/>
        </pc:sldMkLst>
      </pc:sldChg>
      <pc:sldChg chg="add">
        <pc:chgData name="Sanmukh Kuppannagari" userId="ad215094-da36-4b66-9c79-369a17aea26b" providerId="ADAL" clId="{528C29D1-CE29-4187-B8B6-1D010D39143C}" dt="2024-11-19T13:44:45.831" v="330"/>
        <pc:sldMkLst>
          <pc:docMk/>
          <pc:sldMk cId="140214840" sldId="1344"/>
        </pc:sldMkLst>
      </pc:sldChg>
      <pc:sldChg chg="modSp add mod">
        <pc:chgData name="Sanmukh Kuppannagari" userId="ad215094-da36-4b66-9c79-369a17aea26b" providerId="ADAL" clId="{528C29D1-CE29-4187-B8B6-1D010D39143C}" dt="2024-11-19T14:15:51.049" v="523" actId="27636"/>
        <pc:sldMkLst>
          <pc:docMk/>
          <pc:sldMk cId="1735336091" sldId="1345"/>
        </pc:sldMkLst>
      </pc:sldChg>
      <pc:sldChg chg="add">
        <pc:chgData name="Sanmukh Kuppannagari" userId="ad215094-da36-4b66-9c79-369a17aea26b" providerId="ADAL" clId="{528C29D1-CE29-4187-B8B6-1D010D39143C}" dt="2024-11-19T13:44:45.831" v="330"/>
        <pc:sldMkLst>
          <pc:docMk/>
          <pc:sldMk cId="4216633815" sldId="1346"/>
        </pc:sldMkLst>
      </pc:sldChg>
      <pc:sldChg chg="del">
        <pc:chgData name="Sanmukh Kuppannagari" userId="ad215094-da36-4b66-9c79-369a17aea26b" providerId="ADAL" clId="{528C29D1-CE29-4187-B8B6-1D010D39143C}" dt="2024-11-19T13:37:20.222" v="307" actId="4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528C29D1-CE29-4187-B8B6-1D010D39143C}" dt="2024-11-19T13:37:57.856" v="308" actId="47"/>
        <pc:sldMkLst>
          <pc:docMk/>
          <pc:sldMk cId="3584237781" sldId="1581"/>
        </pc:sldMkLst>
      </pc:sldChg>
      <pc:sldChg chg="modSp mod">
        <pc:chgData name="Sanmukh Kuppannagari" userId="ad215094-da36-4b66-9c79-369a17aea26b" providerId="ADAL" clId="{528C29D1-CE29-4187-B8B6-1D010D39143C}" dt="2024-11-19T13:35:52.303" v="77" actId="20577"/>
        <pc:sldMkLst>
          <pc:docMk/>
          <pc:sldMk cId="1192058284" sldId="1597"/>
        </pc:sldMkLst>
      </pc:sldChg>
      <pc:sldChg chg="del">
        <pc:chgData name="Sanmukh Kuppannagari" userId="ad215094-da36-4b66-9c79-369a17aea26b" providerId="ADAL" clId="{528C29D1-CE29-4187-B8B6-1D010D39143C}" dt="2024-11-19T13:37:57.856" v="308" actId="47"/>
        <pc:sldMkLst>
          <pc:docMk/>
          <pc:sldMk cId="12375495" sldId="1598"/>
        </pc:sldMkLst>
      </pc:sldChg>
      <pc:sldChg chg="del">
        <pc:chgData name="Sanmukh Kuppannagari" userId="ad215094-da36-4b66-9c79-369a17aea26b" providerId="ADAL" clId="{528C29D1-CE29-4187-B8B6-1D010D39143C}" dt="2024-11-19T13:37:57.856" v="308" actId="47"/>
        <pc:sldMkLst>
          <pc:docMk/>
          <pc:sldMk cId="1090682070" sldId="1599"/>
        </pc:sldMkLst>
      </pc:sldChg>
      <pc:sldChg chg="del">
        <pc:chgData name="Sanmukh Kuppannagari" userId="ad215094-da36-4b66-9c79-369a17aea26b" providerId="ADAL" clId="{528C29D1-CE29-4187-B8B6-1D010D39143C}" dt="2024-11-19T13:38:02.336" v="309" actId="47"/>
        <pc:sldMkLst>
          <pc:docMk/>
          <pc:sldMk cId="475039163" sldId="1600"/>
        </pc:sldMkLst>
      </pc:sldChg>
      <pc:sldChg chg="del">
        <pc:chgData name="Sanmukh Kuppannagari" userId="ad215094-da36-4b66-9c79-369a17aea26b" providerId="ADAL" clId="{528C29D1-CE29-4187-B8B6-1D010D39143C}" dt="2024-11-19T13:38:02.336" v="309" actId="47"/>
        <pc:sldMkLst>
          <pc:docMk/>
          <pc:sldMk cId="2785231721" sldId="1601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804253948" sldId="1603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421394120" sldId="1604"/>
        </pc:sldMkLst>
      </pc:sldChg>
      <pc:sldChg chg="add del">
        <pc:chgData name="Sanmukh Kuppannagari" userId="ad215094-da36-4b66-9c79-369a17aea26b" providerId="ADAL" clId="{528C29D1-CE29-4187-B8B6-1D010D39143C}" dt="2024-11-19T13:41:08.726" v="320" actId="47"/>
        <pc:sldMkLst>
          <pc:docMk/>
          <pc:sldMk cId="1460223335" sldId="1605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643544049" sldId="1605"/>
        </pc:sldMkLst>
      </pc:sldChg>
      <pc:sldChg chg="add del">
        <pc:chgData name="Sanmukh Kuppannagari" userId="ad215094-da36-4b66-9c79-369a17aea26b" providerId="ADAL" clId="{528C29D1-CE29-4187-B8B6-1D010D39143C}" dt="2024-11-19T13:41:12.270" v="321" actId="47"/>
        <pc:sldMkLst>
          <pc:docMk/>
          <pc:sldMk cId="95513352" sldId="1606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120214722" sldId="1606"/>
        </pc:sldMkLst>
      </pc:sldChg>
      <pc:sldChg chg="add del">
        <pc:chgData name="Sanmukh Kuppannagari" userId="ad215094-da36-4b66-9c79-369a17aea26b" providerId="ADAL" clId="{528C29D1-CE29-4187-B8B6-1D010D39143C}" dt="2024-11-19T13:41:12.270" v="321" actId="47"/>
        <pc:sldMkLst>
          <pc:docMk/>
          <pc:sldMk cId="1256665225" sldId="1607"/>
        </pc:sldMkLst>
      </pc:sldChg>
      <pc:sldChg chg="del">
        <pc:chgData name="Sanmukh Kuppannagari" userId="ad215094-da36-4b66-9c79-369a17aea26b" providerId="ADAL" clId="{528C29D1-CE29-4187-B8B6-1D010D39143C}" dt="2024-11-19T13:38:22.860" v="311" actId="47"/>
        <pc:sldMkLst>
          <pc:docMk/>
          <pc:sldMk cId="3461917726" sldId="1608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4149257190" sldId="1608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455736369" sldId="1609"/>
        </pc:sldMkLst>
      </pc:sldChg>
      <pc:sldChg chg="del">
        <pc:chgData name="Sanmukh Kuppannagari" userId="ad215094-da36-4b66-9c79-369a17aea26b" providerId="ADAL" clId="{528C29D1-CE29-4187-B8B6-1D010D39143C}" dt="2024-11-19T13:38:22.860" v="311" actId="47"/>
        <pc:sldMkLst>
          <pc:docMk/>
          <pc:sldMk cId="1379342573" sldId="1609"/>
        </pc:sldMkLst>
      </pc:sldChg>
      <pc:sldChg chg="del">
        <pc:chgData name="Sanmukh Kuppannagari" userId="ad215094-da36-4b66-9c79-369a17aea26b" providerId="ADAL" clId="{528C29D1-CE29-4187-B8B6-1D010D39143C}" dt="2024-11-19T13:38:29.499" v="312" actId="47"/>
        <pc:sldMkLst>
          <pc:docMk/>
          <pc:sldMk cId="2951213884" sldId="1611"/>
        </pc:sldMkLst>
      </pc:sldChg>
      <pc:sldChg chg="add del">
        <pc:chgData name="Sanmukh Kuppannagari" userId="ad215094-da36-4b66-9c79-369a17aea26b" providerId="ADAL" clId="{528C29D1-CE29-4187-B8B6-1D010D39143C}" dt="2024-11-19T13:42:10.883" v="326" actId="47"/>
        <pc:sldMkLst>
          <pc:docMk/>
          <pc:sldMk cId="3322584748" sldId="1611"/>
        </pc:sldMkLst>
      </pc:sldChg>
      <pc:sldChg chg="del">
        <pc:chgData name="Sanmukh Kuppannagari" userId="ad215094-da36-4b66-9c79-369a17aea26b" providerId="ADAL" clId="{528C29D1-CE29-4187-B8B6-1D010D39143C}" dt="2024-11-19T13:38:29.499" v="312" actId="47"/>
        <pc:sldMkLst>
          <pc:docMk/>
          <pc:sldMk cId="3316601877" sldId="1612"/>
        </pc:sldMkLst>
      </pc:sldChg>
      <pc:sldChg chg="del">
        <pc:chgData name="Sanmukh Kuppannagari" userId="ad215094-da36-4b66-9c79-369a17aea26b" providerId="ADAL" clId="{528C29D1-CE29-4187-B8B6-1D010D39143C}" dt="2024-11-19T13:38:31.495" v="313" actId="47"/>
        <pc:sldMkLst>
          <pc:docMk/>
          <pc:sldMk cId="3021666502" sldId="1614"/>
        </pc:sldMkLst>
      </pc:sldChg>
      <pc:sldChg chg="del">
        <pc:chgData name="Sanmukh Kuppannagari" userId="ad215094-da36-4b66-9c79-369a17aea26b" providerId="ADAL" clId="{528C29D1-CE29-4187-B8B6-1D010D39143C}" dt="2024-11-19T13:38:39.184" v="315" actId="47"/>
        <pc:sldMkLst>
          <pc:docMk/>
          <pc:sldMk cId="2128413778" sldId="1618"/>
        </pc:sldMkLst>
      </pc:sldChg>
      <pc:sldChg chg="del">
        <pc:chgData name="Sanmukh Kuppannagari" userId="ad215094-da36-4b66-9c79-369a17aea26b" providerId="ADAL" clId="{528C29D1-CE29-4187-B8B6-1D010D39143C}" dt="2024-11-19T13:38:37.713" v="314" actId="47"/>
        <pc:sldMkLst>
          <pc:docMk/>
          <pc:sldMk cId="4222402381" sldId="1619"/>
        </pc:sldMkLst>
      </pc:sldChg>
      <pc:sldChg chg="del">
        <pc:chgData name="Sanmukh Kuppannagari" userId="ad215094-da36-4b66-9c79-369a17aea26b" providerId="ADAL" clId="{528C29D1-CE29-4187-B8B6-1D010D39143C}" dt="2024-11-19T13:38:37.713" v="314" actId="47"/>
        <pc:sldMkLst>
          <pc:docMk/>
          <pc:sldMk cId="3309648639" sldId="1620"/>
        </pc:sldMkLst>
      </pc:sldChg>
      <pc:sldChg chg="del">
        <pc:chgData name="Sanmukh Kuppannagari" userId="ad215094-da36-4b66-9c79-369a17aea26b" providerId="ADAL" clId="{528C29D1-CE29-4187-B8B6-1D010D39143C}" dt="2024-11-19T13:38:37.713" v="314" actId="47"/>
        <pc:sldMkLst>
          <pc:docMk/>
          <pc:sldMk cId="2942664746" sldId="1621"/>
        </pc:sldMkLst>
      </pc:sldChg>
      <pc:sldChg chg="del">
        <pc:chgData name="Sanmukh Kuppannagari" userId="ad215094-da36-4b66-9c79-369a17aea26b" providerId="ADAL" clId="{528C29D1-CE29-4187-B8B6-1D010D39143C}" dt="2024-11-19T13:38:37.713" v="314" actId="47"/>
        <pc:sldMkLst>
          <pc:docMk/>
          <pc:sldMk cId="647233045" sldId="1622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489684657" sldId="1624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891983392" sldId="1625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3563996213" sldId="1626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1427531694" sldId="1627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693545577" sldId="1628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417902813" sldId="1629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276428753" sldId="1630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3837863208" sldId="1631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449203635" sldId="1632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709271481" sldId="1633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340671491" sldId="1634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531528105" sldId="1635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048197156" sldId="1636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1284896461" sldId="1637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3534865378" sldId="1638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1202734532" sldId="1639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1763043479" sldId="1640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435860006" sldId="1641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3403037" sldId="1642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495127272" sldId="1643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3104868761" sldId="1644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3256962250" sldId="1645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1334941399" sldId="1646"/>
        </pc:sldMkLst>
      </pc:sldChg>
      <pc:sldChg chg="modSp add mod">
        <pc:chgData name="Sanmukh Kuppannagari" userId="ad215094-da36-4b66-9c79-369a17aea26b" providerId="ADAL" clId="{528C29D1-CE29-4187-B8B6-1D010D39143C}" dt="2024-11-19T13:37:10.761" v="306" actId="207"/>
        <pc:sldMkLst>
          <pc:docMk/>
          <pc:sldMk cId="2439324064" sldId="1647"/>
        </pc:sldMkLst>
      </pc:sldChg>
      <pc:sldChg chg="modSp add mod">
        <pc:chgData name="Sanmukh Kuppannagari" userId="ad215094-da36-4b66-9c79-369a17aea26b" providerId="ADAL" clId="{528C29D1-CE29-4187-B8B6-1D010D39143C}" dt="2024-11-19T13:42:03.468" v="325" actId="113"/>
        <pc:sldMkLst>
          <pc:docMk/>
          <pc:sldMk cId="325795403" sldId="1648"/>
        </pc:sldMkLst>
      </pc:sldChg>
      <pc:sldChg chg="addSp delSp modSp new mod">
        <pc:chgData name="Sanmukh Kuppannagari" userId="ad215094-da36-4b66-9c79-369a17aea26b" providerId="ADAL" clId="{528C29D1-CE29-4187-B8B6-1D010D39143C}" dt="2024-11-19T14:08:23.612" v="430" actId="1076"/>
        <pc:sldMkLst>
          <pc:docMk/>
          <pc:sldMk cId="629571772" sldId="1649"/>
        </pc:sldMkLst>
      </pc:sldChg>
      <pc:sldChg chg="addSp modSp add mod">
        <pc:chgData name="Sanmukh Kuppannagari" userId="ad215094-da36-4b66-9c79-369a17aea26b" providerId="ADAL" clId="{528C29D1-CE29-4187-B8B6-1D010D39143C}" dt="2024-11-19T14:09:11.519" v="445" actId="14100"/>
        <pc:sldMkLst>
          <pc:docMk/>
          <pc:sldMk cId="3509061926" sldId="1650"/>
        </pc:sldMkLst>
      </pc:sldChg>
      <pc:sldChg chg="addSp delSp modSp add mod">
        <pc:chgData name="Sanmukh Kuppannagari" userId="ad215094-da36-4b66-9c79-369a17aea26b" providerId="ADAL" clId="{528C29D1-CE29-4187-B8B6-1D010D39143C}" dt="2024-11-19T14:14:38.043" v="502" actId="1076"/>
        <pc:sldMkLst>
          <pc:docMk/>
          <pc:sldMk cId="3103868854" sldId="1651"/>
        </pc:sldMkLst>
      </pc:sldChg>
      <pc:sldChg chg="addSp delSp modSp add mod">
        <pc:chgData name="Sanmukh Kuppannagari" userId="ad215094-da36-4b66-9c79-369a17aea26b" providerId="ADAL" clId="{528C29D1-CE29-4187-B8B6-1D010D39143C}" dt="2024-11-19T14:28:01.476" v="625" actId="478"/>
        <pc:sldMkLst>
          <pc:docMk/>
          <pc:sldMk cId="3566608380" sldId="1652"/>
        </pc:sldMkLst>
      </pc:sldChg>
      <pc:sldChg chg="addSp delSp modSp add mod">
        <pc:chgData name="Sanmukh Kuppannagari" userId="ad215094-da36-4b66-9c79-369a17aea26b" providerId="ADAL" clId="{528C29D1-CE29-4187-B8B6-1D010D39143C}" dt="2024-11-19T14:27:47.970" v="622" actId="478"/>
        <pc:sldMkLst>
          <pc:docMk/>
          <pc:sldMk cId="3410441757" sldId="1653"/>
        </pc:sldMkLst>
      </pc:sldChg>
      <pc:sldChg chg="delSp modSp add mod">
        <pc:chgData name="Sanmukh Kuppannagari" userId="ad215094-da36-4b66-9c79-369a17aea26b" providerId="ADAL" clId="{528C29D1-CE29-4187-B8B6-1D010D39143C}" dt="2024-11-19T14:27:36.242" v="619" actId="478"/>
        <pc:sldMkLst>
          <pc:docMk/>
          <pc:sldMk cId="3565801460" sldId="1654"/>
        </pc:sldMkLst>
      </pc:sldChg>
      <pc:sldChg chg="addSp delSp modSp add mod">
        <pc:chgData name="Sanmukh Kuppannagari" userId="ad215094-da36-4b66-9c79-369a17aea26b" providerId="ADAL" clId="{528C29D1-CE29-4187-B8B6-1D010D39143C}" dt="2024-11-19T14:27:24.030" v="616" actId="478"/>
        <pc:sldMkLst>
          <pc:docMk/>
          <pc:sldMk cId="569411649" sldId="1655"/>
        </pc:sldMkLst>
      </pc:sldChg>
      <pc:sldChg chg="modSp new mod">
        <pc:chgData name="Sanmukh Kuppannagari" userId="ad215094-da36-4b66-9c79-369a17aea26b" providerId="ADAL" clId="{528C29D1-CE29-4187-B8B6-1D010D39143C}" dt="2024-11-19T14:28:47.628" v="787" actId="20577"/>
        <pc:sldMkLst>
          <pc:docMk/>
          <pc:sldMk cId="4202834753" sldId="1656"/>
        </pc:sldMkLst>
      </pc:sldChg>
      <pc:sldChg chg="modSp new del mod">
        <pc:chgData name="Sanmukh Kuppannagari" userId="ad215094-da36-4b66-9c79-369a17aea26b" providerId="ADAL" clId="{528C29D1-CE29-4187-B8B6-1D010D39143C}" dt="2024-11-19T15:05:36.109" v="835" actId="47"/>
        <pc:sldMkLst>
          <pc:docMk/>
          <pc:sldMk cId="2864791458" sldId="1657"/>
        </pc:sldMkLst>
      </pc:sldChg>
      <pc:sldChg chg="addSp delSp modSp add mod">
        <pc:chgData name="Sanmukh Kuppannagari" userId="ad215094-da36-4b66-9c79-369a17aea26b" providerId="ADAL" clId="{528C29D1-CE29-4187-B8B6-1D010D39143C}" dt="2024-11-19T15:04:56.339" v="827" actId="1076"/>
        <pc:sldMkLst>
          <pc:docMk/>
          <pc:sldMk cId="2757975996" sldId="1658"/>
        </pc:sldMkLst>
      </pc:sldChg>
      <pc:sldChg chg="delSp modSp add mod">
        <pc:chgData name="Sanmukh Kuppannagari" userId="ad215094-da36-4b66-9c79-369a17aea26b" providerId="ADAL" clId="{528C29D1-CE29-4187-B8B6-1D010D39143C}" dt="2024-11-19T15:05:24.802" v="832" actId="478"/>
        <pc:sldMkLst>
          <pc:docMk/>
          <pc:sldMk cId="90552158" sldId="1659"/>
        </pc:sldMkLst>
      </pc:sldChg>
      <pc:sldChg chg="delSp modSp add mod">
        <pc:chgData name="Sanmukh Kuppannagari" userId="ad215094-da36-4b66-9c79-369a17aea26b" providerId="ADAL" clId="{528C29D1-CE29-4187-B8B6-1D010D39143C}" dt="2024-11-19T15:05:31.193" v="834" actId="478"/>
        <pc:sldMkLst>
          <pc:docMk/>
          <pc:sldMk cId="634936884" sldId="1660"/>
        </pc:sldMkLst>
      </pc:sldChg>
      <pc:sldChg chg="addSp modSp add mod">
        <pc:chgData name="Sanmukh Kuppannagari" userId="ad215094-da36-4b66-9c79-369a17aea26b" providerId="ADAL" clId="{528C29D1-CE29-4187-B8B6-1D010D39143C}" dt="2024-11-19T15:06:35.028" v="868" actId="1076"/>
        <pc:sldMkLst>
          <pc:docMk/>
          <pc:sldMk cId="844867581" sldId="1661"/>
        </pc:sldMkLst>
      </pc:sldChg>
      <pc:sldChg chg="delSp modSp add mod">
        <pc:chgData name="Sanmukh Kuppannagari" userId="ad215094-da36-4b66-9c79-369a17aea26b" providerId="ADAL" clId="{528C29D1-CE29-4187-B8B6-1D010D39143C}" dt="2024-11-19T15:06:57.937" v="877" actId="20577"/>
        <pc:sldMkLst>
          <pc:docMk/>
          <pc:sldMk cId="115172127" sldId="1662"/>
        </pc:sldMkLst>
      </pc:sldChg>
      <pc:sldChg chg="add del">
        <pc:chgData name="Sanmukh Kuppannagari" userId="ad215094-da36-4b66-9c79-369a17aea26b" providerId="ADAL" clId="{528C29D1-CE29-4187-B8B6-1D010D39143C}" dt="2024-11-19T15:06:42.989" v="870"/>
        <pc:sldMkLst>
          <pc:docMk/>
          <pc:sldMk cId="4276830592" sldId="1662"/>
        </pc:sldMkLst>
      </pc:sldChg>
      <pc:sldChg chg="modSp add mod">
        <pc:chgData name="Sanmukh Kuppannagari" userId="ad215094-da36-4b66-9c79-369a17aea26b" providerId="ADAL" clId="{528C29D1-CE29-4187-B8B6-1D010D39143C}" dt="2024-11-19T15:07:48.629" v="879" actId="207"/>
        <pc:sldMkLst>
          <pc:docMk/>
          <pc:sldMk cId="2860481367" sldId="1663"/>
        </pc:sldMkLst>
      </pc:sldChg>
      <pc:sldChg chg="modSp new mod">
        <pc:chgData name="Sanmukh Kuppannagari" userId="ad215094-da36-4b66-9c79-369a17aea26b" providerId="ADAL" clId="{528C29D1-CE29-4187-B8B6-1D010D39143C}" dt="2024-11-19T17:46:00.896" v="1051" actId="20577"/>
        <pc:sldMkLst>
          <pc:docMk/>
          <pc:sldMk cId="3913714320" sldId="1664"/>
        </pc:sldMkLst>
      </pc:sldChg>
      <pc:sldChg chg="addSp delSp modSp new mod">
        <pc:chgData name="Sanmukh Kuppannagari" userId="ad215094-da36-4b66-9c79-369a17aea26b" providerId="ADAL" clId="{528C29D1-CE29-4187-B8B6-1D010D39143C}" dt="2024-11-19T17:48:35.169" v="1083" actId="1076"/>
        <pc:sldMkLst>
          <pc:docMk/>
          <pc:sldMk cId="2280705995" sldId="1665"/>
        </pc:sldMkLst>
      </pc:sldChg>
      <pc:sldChg chg="addSp delSp modSp new mod">
        <pc:chgData name="Sanmukh Kuppannagari" userId="ad215094-da36-4b66-9c79-369a17aea26b" providerId="ADAL" clId="{528C29D1-CE29-4187-B8B6-1D010D39143C}" dt="2024-11-19T17:50:35.728" v="1144" actId="20577"/>
        <pc:sldMkLst>
          <pc:docMk/>
          <pc:sldMk cId="559113720" sldId="1666"/>
        </pc:sldMkLst>
      </pc:sldChg>
      <pc:sldChg chg="modSp new mod">
        <pc:chgData name="Sanmukh Kuppannagari" userId="ad215094-da36-4b66-9c79-369a17aea26b" providerId="ADAL" clId="{528C29D1-CE29-4187-B8B6-1D010D39143C}" dt="2024-11-19T17:52:09.201" v="1375" actId="20577"/>
        <pc:sldMkLst>
          <pc:docMk/>
          <pc:sldMk cId="2893181135" sldId="1667"/>
        </pc:sldMkLst>
      </pc:sldChg>
      <pc:sldChg chg="addSp delSp modSp new mod">
        <pc:chgData name="Sanmukh Kuppannagari" userId="ad215094-da36-4b66-9c79-369a17aea26b" providerId="ADAL" clId="{528C29D1-CE29-4187-B8B6-1D010D39143C}" dt="2024-11-19T18:25:19.981" v="1763" actId="20577"/>
        <pc:sldMkLst>
          <pc:docMk/>
          <pc:sldMk cId="3413577140" sldId="1668"/>
        </pc:sldMkLst>
      </pc:sldChg>
      <pc:sldChg chg="addSp delSp modSp add del mod">
        <pc:chgData name="Sanmukh Kuppannagari" userId="ad215094-da36-4b66-9c79-369a17aea26b" providerId="ADAL" clId="{528C29D1-CE29-4187-B8B6-1D010D39143C}" dt="2024-11-19T18:24:24.458" v="1748" actId="47"/>
        <pc:sldMkLst>
          <pc:docMk/>
          <pc:sldMk cId="3815030335" sldId="1669"/>
        </pc:sldMkLst>
      </pc:sldChg>
      <pc:sldChg chg="modSp add del mod">
        <pc:chgData name="Sanmukh Kuppannagari" userId="ad215094-da36-4b66-9c79-369a17aea26b" providerId="ADAL" clId="{528C29D1-CE29-4187-B8B6-1D010D39143C}" dt="2024-11-19T18:24:24.458" v="1748" actId="47"/>
        <pc:sldMkLst>
          <pc:docMk/>
          <pc:sldMk cId="2815702773" sldId="1670"/>
        </pc:sldMkLst>
      </pc:sldChg>
      <pc:sldChg chg="add del">
        <pc:chgData name="Sanmukh Kuppannagari" userId="ad215094-da36-4b66-9c79-369a17aea26b" providerId="ADAL" clId="{528C29D1-CE29-4187-B8B6-1D010D39143C}" dt="2024-11-19T18:24:24.458" v="1748" actId="47"/>
        <pc:sldMkLst>
          <pc:docMk/>
          <pc:sldMk cId="3449109176" sldId="1671"/>
        </pc:sldMkLst>
      </pc:sldChg>
      <pc:sldChg chg="add del">
        <pc:chgData name="Sanmukh Kuppannagari" userId="ad215094-da36-4b66-9c79-369a17aea26b" providerId="ADAL" clId="{528C29D1-CE29-4187-B8B6-1D010D39143C}" dt="2024-11-19T18:24:24.458" v="1748" actId="47"/>
        <pc:sldMkLst>
          <pc:docMk/>
          <pc:sldMk cId="2543554174" sldId="1672"/>
        </pc:sldMkLst>
      </pc:sldChg>
      <pc:sldChg chg="addSp delSp modSp add mod">
        <pc:chgData name="Sanmukh Kuppannagari" userId="ad215094-da36-4b66-9c79-369a17aea26b" providerId="ADAL" clId="{528C29D1-CE29-4187-B8B6-1D010D39143C}" dt="2024-11-19T18:25:26.527" v="1767" actId="20577"/>
        <pc:sldMkLst>
          <pc:docMk/>
          <pc:sldMk cId="2153182924" sldId="1673"/>
        </pc:sldMkLst>
      </pc:sldChg>
      <pc:sldChg chg="addSp delSp modSp add mod">
        <pc:chgData name="Sanmukh Kuppannagari" userId="ad215094-da36-4b66-9c79-369a17aea26b" providerId="ADAL" clId="{528C29D1-CE29-4187-B8B6-1D010D39143C}" dt="2024-11-19T18:25:36.591" v="1770" actId="20577"/>
        <pc:sldMkLst>
          <pc:docMk/>
          <pc:sldMk cId="3684773157" sldId="1674"/>
        </pc:sldMkLst>
      </pc:sldChg>
      <pc:sldChg chg="addSp modSp add mod">
        <pc:chgData name="Sanmukh Kuppannagari" userId="ad215094-da36-4b66-9c79-369a17aea26b" providerId="ADAL" clId="{528C29D1-CE29-4187-B8B6-1D010D39143C}" dt="2024-11-19T18:25:49.161" v="1773" actId="20577"/>
        <pc:sldMkLst>
          <pc:docMk/>
          <pc:sldMk cId="4035147850" sldId="1675"/>
        </pc:sldMkLst>
      </pc:sldChg>
      <pc:sldChg chg="addSp modSp add mod">
        <pc:chgData name="Sanmukh Kuppannagari" userId="ad215094-da36-4b66-9c79-369a17aea26b" providerId="ADAL" clId="{528C29D1-CE29-4187-B8B6-1D010D39143C}" dt="2024-11-19T18:27:19.183" v="1810" actId="1076"/>
        <pc:sldMkLst>
          <pc:docMk/>
          <pc:sldMk cId="1363122755" sldId="1676"/>
        </pc:sldMkLst>
      </pc:sldChg>
      <pc:sldChg chg="modSp new mod">
        <pc:chgData name="Sanmukh Kuppannagari" userId="ad215094-da36-4b66-9c79-369a17aea26b" providerId="ADAL" clId="{528C29D1-CE29-4187-B8B6-1D010D39143C}" dt="2024-11-19T18:28:46.856" v="1867" actId="207"/>
        <pc:sldMkLst>
          <pc:docMk/>
          <pc:sldMk cId="1900301544" sldId="1677"/>
        </pc:sldMkLst>
      </pc:sldChg>
      <pc:sldChg chg="modSp add mod">
        <pc:chgData name="Sanmukh Kuppannagari" userId="ad215094-da36-4b66-9c79-369a17aea26b" providerId="ADAL" clId="{528C29D1-CE29-4187-B8B6-1D010D39143C}" dt="2024-11-19T18:29:49.660" v="1995" actId="207"/>
        <pc:sldMkLst>
          <pc:docMk/>
          <pc:sldMk cId="752778944" sldId="1678"/>
        </pc:sldMkLst>
      </pc:sldChg>
      <pc:sldChg chg="addSp delSp modSp new mod">
        <pc:chgData name="Sanmukh Kuppannagari" userId="ad215094-da36-4b66-9c79-369a17aea26b" providerId="ADAL" clId="{528C29D1-CE29-4187-B8B6-1D010D39143C}" dt="2024-11-19T18:46:59.285" v="2341" actId="21"/>
        <pc:sldMkLst>
          <pc:docMk/>
          <pc:sldMk cId="3679327180" sldId="1679"/>
        </pc:sldMkLst>
      </pc:sldChg>
      <pc:sldChg chg="addSp modSp add mod">
        <pc:chgData name="Sanmukh Kuppannagari" userId="ad215094-da36-4b66-9c79-369a17aea26b" providerId="ADAL" clId="{528C29D1-CE29-4187-B8B6-1D010D39143C}" dt="2024-11-19T18:48:08.140" v="2346" actId="14100"/>
        <pc:sldMkLst>
          <pc:docMk/>
          <pc:sldMk cId="4013768134" sldId="1680"/>
        </pc:sldMkLst>
      </pc:sldChg>
      <pc:sldChg chg="addSp delSp modSp add mod">
        <pc:chgData name="Sanmukh Kuppannagari" userId="ad215094-da36-4b66-9c79-369a17aea26b" providerId="ADAL" clId="{528C29D1-CE29-4187-B8B6-1D010D39143C}" dt="2024-11-19T18:50:52.337" v="2486" actId="14100"/>
        <pc:sldMkLst>
          <pc:docMk/>
          <pc:sldMk cId="3732570170" sldId="1681"/>
        </pc:sldMkLst>
      </pc:sldChg>
      <pc:sldChg chg="delSp modSp add mod">
        <pc:chgData name="Sanmukh Kuppannagari" userId="ad215094-da36-4b66-9c79-369a17aea26b" providerId="ADAL" clId="{528C29D1-CE29-4187-B8B6-1D010D39143C}" dt="2024-11-19T18:51:42.528" v="2604" actId="478"/>
        <pc:sldMkLst>
          <pc:docMk/>
          <pc:sldMk cId="3067607777" sldId="1682"/>
        </pc:sldMkLst>
      </pc:sldChg>
      <pc:sldChg chg="modSp new mod">
        <pc:chgData name="Sanmukh Kuppannagari" userId="ad215094-da36-4b66-9c79-369a17aea26b" providerId="ADAL" clId="{528C29D1-CE29-4187-B8B6-1D010D39143C}" dt="2024-11-19T18:53:25.791" v="2935" actId="20577"/>
        <pc:sldMkLst>
          <pc:docMk/>
          <pc:sldMk cId="2822009777" sldId="1683"/>
        </pc:sldMkLst>
      </pc:sldChg>
    </pc:docChg>
  </pc:docChgLst>
  <pc:docChgLst>
    <pc:chgData name="Sanmukh Kuppannagari" userId="ad215094-da36-4b66-9c79-369a17aea26b" providerId="ADAL" clId="{B69DB1D5-9C4C-4C25-915D-54B5305EDB7B}"/>
    <pc:docChg chg="custSel addSld delSld modSld">
      <pc:chgData name="Sanmukh Kuppannagari" userId="ad215094-da36-4b66-9c79-369a17aea26b" providerId="ADAL" clId="{B69DB1D5-9C4C-4C25-915D-54B5305EDB7B}" dt="2024-10-17T17:17:35.235" v="938" actId="14100"/>
      <pc:docMkLst>
        <pc:docMk/>
      </pc:docMkLst>
      <pc:sldChg chg="modSp mod">
        <pc:chgData name="Sanmukh Kuppannagari" userId="ad215094-da36-4b66-9c79-369a17aea26b" providerId="ADAL" clId="{B69DB1D5-9C4C-4C25-915D-54B5305EDB7B}" dt="2024-10-17T13:19:32.44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B69DB1D5-9C4C-4C25-915D-54B5305EDB7B}" dt="2024-10-17T13:20:31.092" v="61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B69DB1D5-9C4C-4C25-915D-54B5305EDB7B}" dt="2024-10-17T13:22:00.593" v="88" actId="47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899752863" sldId="128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199527142" sldId="128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58271014" sldId="1299"/>
        </pc:sldMkLst>
      </pc:sldChg>
      <pc:sldChg chg="modSp mod">
        <pc:chgData name="Sanmukh Kuppannagari" userId="ad215094-da36-4b66-9c79-369a17aea26b" providerId="ADAL" clId="{B69DB1D5-9C4C-4C25-915D-54B5305EDB7B}" dt="2024-10-17T13:21:46.720" v="86" actId="2057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77631310" sldId="13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062603384" sldId="131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3015343" sldId="132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558153898" sldId="132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6468191" sldId="132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70243835" sldId="133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9707620" sldId="1332"/>
        </pc:sldMkLst>
      </pc:sldChg>
      <pc:sldChg chg="modSp mod">
        <pc:chgData name="Sanmukh Kuppannagari" userId="ad215094-da36-4b66-9c79-369a17aea26b" providerId="ADAL" clId="{B69DB1D5-9C4C-4C25-915D-54B5305EDB7B}" dt="2024-10-17T13:22:08.958" v="96" actId="2057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B69DB1D5-9C4C-4C25-915D-54B5305EDB7B}" dt="2024-10-17T13:22:27.885" v="98" actId="47"/>
        <pc:sldMkLst>
          <pc:docMk/>
          <pc:sldMk cId="4042243871" sldId="1349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4189498737" sldId="1350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540455608" sldId="1351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955974285" sldId="1352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190843385" sldId="1353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949718224" sldId="1354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2944983638" sldId="1355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602010999" sldId="1356"/>
        </pc:sldMkLst>
      </pc:sldChg>
      <pc:sldChg chg="modSp del mod">
        <pc:chgData name="Sanmukh Kuppannagari" userId="ad215094-da36-4b66-9c79-369a17aea26b" providerId="ADAL" clId="{B69DB1D5-9C4C-4C25-915D-54B5305EDB7B}" dt="2024-10-17T13:22:39.236" v="107" actId="47"/>
        <pc:sldMkLst>
          <pc:docMk/>
          <pc:sldMk cId="3928916360" sldId="1357"/>
        </pc:sldMkLst>
      </pc:sldChg>
      <pc:sldChg chg="modSp mod">
        <pc:chgData name="Sanmukh Kuppannagari" userId="ad215094-da36-4b66-9c79-369a17aea26b" providerId="ADAL" clId="{B69DB1D5-9C4C-4C25-915D-54B5305EDB7B}" dt="2024-10-17T13:22:44.968" v="115" actId="2057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1255597569" sldId="1359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255600020" sldId="1360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324345654" sldId="1363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952027562" sldId="1364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2681935685" sldId="1365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694987608" sldId="136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1760047259" sldId="138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3990091177" sldId="1389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798029583" sldId="139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89880766" sldId="139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547436486" sldId="139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02618607" sldId="139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6476748" sldId="139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6597970" sldId="139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17642017" sldId="139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917602464" sldId="139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35936496" sldId="140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00221882" sldId="140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96018570" sldId="140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582163347" sldId="140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904800431" sldId="140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92244592" sldId="140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697652818" sldId="140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455634612" sldId="140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839119350" sldId="140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080220527" sldId="140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47426298" sldId="141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4009862055" sldId="141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931076547" sldId="141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99857702" sldId="141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715450416" sldId="141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796868375" sldId="141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4085597991" sldId="141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51372455" sldId="141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65169132" sldId="142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52650841" sldId="1421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777539220" sldId="142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831660177" sldId="142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959762428" sldId="142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018266416" sldId="1425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64869930" sldId="1426"/>
        </pc:sldMkLst>
      </pc:sldChg>
      <pc:sldChg chg="addSp delSp modSp add mod">
        <pc:chgData name="Sanmukh Kuppannagari" userId="ad215094-da36-4b66-9c79-369a17aea26b" providerId="ADAL" clId="{B69DB1D5-9C4C-4C25-915D-54B5305EDB7B}" dt="2024-10-17T17:16:45.932" v="931" actId="122"/>
        <pc:sldMkLst>
          <pc:docMk/>
          <pc:sldMk cId="3229075924" sldId="142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88611062" sldId="142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98700407" sldId="1429"/>
        </pc:sldMkLst>
      </pc:sldChg>
      <pc:sldChg chg="addSp modSp add mod">
        <pc:chgData name="Sanmukh Kuppannagari" userId="ad215094-da36-4b66-9c79-369a17aea26b" providerId="ADAL" clId="{B69DB1D5-9C4C-4C25-915D-54B5305EDB7B}" dt="2024-10-17T17:17:15.113" v="933" actId="1076"/>
        <pc:sldMkLst>
          <pc:docMk/>
          <pc:sldMk cId="381585255" sldId="1430"/>
        </pc:sldMkLst>
      </pc:sldChg>
      <pc:sldChg chg="addSp modSp add">
        <pc:chgData name="Sanmukh Kuppannagari" userId="ad215094-da36-4b66-9c79-369a17aea26b" providerId="ADAL" clId="{B69DB1D5-9C4C-4C25-915D-54B5305EDB7B}" dt="2024-10-17T17:17:21.022" v="934"/>
        <pc:sldMkLst>
          <pc:docMk/>
          <pc:sldMk cId="3320575543" sldId="1431"/>
        </pc:sldMkLst>
      </pc:sldChg>
      <pc:sldChg chg="addSp modSp add">
        <pc:chgData name="Sanmukh Kuppannagari" userId="ad215094-da36-4b66-9c79-369a17aea26b" providerId="ADAL" clId="{B69DB1D5-9C4C-4C25-915D-54B5305EDB7B}" dt="2024-10-17T17:17:23.374" v="935"/>
        <pc:sldMkLst>
          <pc:docMk/>
          <pc:sldMk cId="1263179583" sldId="143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65562540" sldId="1435"/>
        </pc:sldMkLst>
      </pc:sldChg>
      <pc:sldChg chg="addSp delSp modSp add mod">
        <pc:chgData name="Sanmukh Kuppannagari" userId="ad215094-da36-4b66-9c79-369a17aea26b" providerId="ADAL" clId="{B69DB1D5-9C4C-4C25-915D-54B5305EDB7B}" dt="2024-10-17T17:17:35.235" v="938" actId="14100"/>
        <pc:sldMkLst>
          <pc:docMk/>
          <pc:sldMk cId="1868073248" sldId="1436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46537403" sldId="143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588532588" sldId="143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606166730" sldId="143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32541632" sldId="144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439492477" sldId="1441"/>
        </pc:sldMkLst>
      </pc:sldChg>
      <pc:sldChg chg="modSp add mod">
        <pc:chgData name="Sanmukh Kuppannagari" userId="ad215094-da36-4b66-9c79-369a17aea26b" providerId="ADAL" clId="{B69DB1D5-9C4C-4C25-915D-54B5305EDB7B}" dt="2024-10-17T14:44:25.738" v="810" actId="20577"/>
        <pc:sldMkLst>
          <pc:docMk/>
          <pc:sldMk cId="3863061003" sldId="1442"/>
        </pc:sldMkLst>
      </pc:sldChg>
      <pc:sldChg chg="modSp mod">
        <pc:chgData name="Sanmukh Kuppannagari" userId="ad215094-da36-4b66-9c79-369a17aea26b" providerId="ADAL" clId="{B69DB1D5-9C4C-4C25-915D-54B5305EDB7B}" dt="2024-10-17T13:20:46.101" v="74" actId="2057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B69DB1D5-9C4C-4C25-915D-54B5305EDB7B}" dt="2024-10-17T14:42:55.233" v="433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B69DB1D5-9C4C-4C25-915D-54B5305EDB7B}" dt="2024-10-17T13:21:12.569" v="77" actId="47"/>
        <pc:sldMkLst>
          <pc:docMk/>
          <pc:sldMk cId="4030791014" sldId="160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460223335" sldId="160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95513352" sldId="160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256665225" sldId="160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149257190" sldId="160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55736369" sldId="16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5795403" sldId="16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322584748" sldId="16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68471985" sldId="1612"/>
        </pc:sldMkLst>
      </pc:sldChg>
      <pc:sldChg chg="addSp modSp mod">
        <pc:chgData name="Sanmukh Kuppannagari" userId="ad215094-da36-4b66-9c79-369a17aea26b" providerId="ADAL" clId="{B69DB1D5-9C4C-4C25-915D-54B5305EDB7B}" dt="2024-10-17T13:26:24.581" v="297" actId="1076"/>
        <pc:sldMkLst>
          <pc:docMk/>
          <pc:sldMk cId="1500153295" sldId="1613"/>
        </pc:sldMkLst>
      </pc:sldChg>
      <pc:sldChg chg="modSp add mod">
        <pc:chgData name="Sanmukh Kuppannagari" userId="ad215094-da36-4b66-9c79-369a17aea26b" providerId="ADAL" clId="{B69DB1D5-9C4C-4C25-915D-54B5305EDB7B}" dt="2024-10-17T13:21:10.086" v="76" actId="207"/>
        <pc:sldMkLst>
          <pc:docMk/>
          <pc:sldMk cId="3880060560" sldId="1614"/>
        </pc:sldMkLst>
      </pc:sldChg>
      <pc:sldChg chg="modSp add mod">
        <pc:chgData name="Sanmukh Kuppannagari" userId="ad215094-da36-4b66-9c79-369a17aea26b" providerId="ADAL" clId="{B69DB1D5-9C4C-4C25-915D-54B5305EDB7B}" dt="2024-10-17T14:27:13.779" v="302" actId="207"/>
        <pc:sldMkLst>
          <pc:docMk/>
          <pc:sldMk cId="3528850612" sldId="1615"/>
        </pc:sldMkLst>
      </pc:sldChg>
      <pc:sldChg chg="modSp add mod">
        <pc:chgData name="Sanmukh Kuppannagari" userId="ad215094-da36-4b66-9c79-369a17aea26b" providerId="ADAL" clId="{B69DB1D5-9C4C-4C25-915D-54B5305EDB7B}" dt="2024-10-17T14:38:20.106" v="310" actId="207"/>
        <pc:sldMkLst>
          <pc:docMk/>
          <pc:sldMk cId="3587678191" sldId="1616"/>
        </pc:sldMkLst>
      </pc:sldChg>
      <pc:sldChg chg="modSp add mod">
        <pc:chgData name="Sanmukh Kuppannagari" userId="ad215094-da36-4b66-9c79-369a17aea26b" providerId="ADAL" clId="{B69DB1D5-9C4C-4C25-915D-54B5305EDB7B}" dt="2024-10-17T14:38:44.446" v="406" actId="20577"/>
        <pc:sldMkLst>
          <pc:docMk/>
          <pc:sldMk cId="2602862771" sldId="16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50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253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99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8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81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70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https://fs.hlrs.de/projects/par/par_prog_ws/pdf/mpi_3.1_rab.pdf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70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331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54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935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51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9926-1E48-441B-9B7A-5850061CF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7986" y="63740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fld id="{768403BB-35EA-4024-B38F-4B7F815A1C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6755FE4-B6B5-394A-B8D4-9228D31048B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3866" y="940672"/>
            <a:ext cx="10406213" cy="502561"/>
          </a:xfrm>
        </p:spPr>
        <p:txBody>
          <a:bodyPr/>
          <a:lstStyle>
            <a:lvl1pPr marL="0" indent="0" algn="ctr">
              <a:buNone/>
              <a:defRPr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C261D9-2424-244A-B686-C0FA90AA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4" y="96529"/>
            <a:ext cx="10406214" cy="9931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010E23B-0DAF-9C4A-8B0B-1C3A9911B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3" y="1443233"/>
            <a:ext cx="11234060" cy="4638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527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2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610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50.png"/><Relationship Id="rId4" Type="http://schemas.openxmlformats.org/officeDocument/2006/relationships/image" Target="../media/image21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3" Type="http://schemas.openxmlformats.org/officeDocument/2006/relationships/image" Target="../media/image3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50.png"/><Relationship Id="rId4" Type="http://schemas.openxmlformats.org/officeDocument/2006/relationships/image" Target="../media/image210.png"/><Relationship Id="rId9" Type="http://schemas.openxmlformats.org/officeDocument/2006/relationships/image" Target="../media/image610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10.pn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90.png"/><Relationship Id="rId7" Type="http://schemas.openxmlformats.org/officeDocument/2006/relationships/image" Target="../media/image12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10.png"/><Relationship Id="rId4" Type="http://schemas.openxmlformats.org/officeDocument/2006/relationships/image" Target="../media/image7.png"/><Relationship Id="rId9" Type="http://schemas.openxmlformats.org/officeDocument/2006/relationships/image" Target="../media/image610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90.png"/><Relationship Id="rId7" Type="http://schemas.openxmlformats.org/officeDocument/2006/relationships/image" Target="../media/image120.png"/><Relationship Id="rId12" Type="http://schemas.openxmlformats.org/officeDocument/2006/relationships/image" Target="../media/image13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40.png"/><Relationship Id="rId5" Type="http://schemas.openxmlformats.org/officeDocument/2006/relationships/image" Target="../media/image1010.png"/><Relationship Id="rId10" Type="http://schemas.openxmlformats.org/officeDocument/2006/relationships/image" Target="../media/image310.png"/><Relationship Id="rId4" Type="http://schemas.openxmlformats.org/officeDocument/2006/relationships/image" Target="../media/image7.png"/><Relationship Id="rId9" Type="http://schemas.openxmlformats.org/officeDocument/2006/relationships/image" Target="../media/image610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90.png"/><Relationship Id="rId7" Type="http://schemas.openxmlformats.org/officeDocument/2006/relationships/image" Target="../media/image18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10.png"/><Relationship Id="rId10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20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3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24.png"/><Relationship Id="rId4" Type="http://schemas.openxmlformats.org/officeDocument/2006/relationships/image" Target="../media/image13.png"/><Relationship Id="rId9" Type="http://schemas.openxmlformats.org/officeDocument/2006/relationships/image" Target="../media/image23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1.png"/><Relationship Id="rId7" Type="http://schemas.openxmlformats.org/officeDocument/2006/relationships/image" Target="../media/image16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32.png"/><Relationship Id="rId4" Type="http://schemas.openxmlformats.org/officeDocument/2006/relationships/image" Target="../media/image13.png"/><Relationship Id="rId9" Type="http://schemas.openxmlformats.org/officeDocument/2006/relationships/image" Target="../media/image23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32.png"/><Relationship Id="rId5" Type="http://schemas.openxmlformats.org/officeDocument/2006/relationships/image" Target="../media/image13.png"/><Relationship Id="rId10" Type="http://schemas.openxmlformats.org/officeDocument/2006/relationships/image" Target="../media/image230.png"/><Relationship Id="rId4" Type="http://schemas.openxmlformats.org/officeDocument/2006/relationships/image" Target="../media/image31.png"/><Relationship Id="rId9" Type="http://schemas.openxmlformats.org/officeDocument/2006/relationships/image" Target="../media/image22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32.png"/><Relationship Id="rId5" Type="http://schemas.openxmlformats.org/officeDocument/2006/relationships/image" Target="../media/image13.png"/><Relationship Id="rId10" Type="http://schemas.openxmlformats.org/officeDocument/2006/relationships/image" Target="../media/image230.png"/><Relationship Id="rId4" Type="http://schemas.openxmlformats.org/officeDocument/2006/relationships/image" Target="../media/image31.png"/><Relationship Id="rId9" Type="http://schemas.openxmlformats.org/officeDocument/2006/relationships/image" Target="../media/image2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10" Type="http://schemas.openxmlformats.org/officeDocument/2006/relationships/image" Target="../media/image162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32.png"/><Relationship Id="rId5" Type="http://schemas.openxmlformats.org/officeDocument/2006/relationships/image" Target="../media/image13.png"/><Relationship Id="rId10" Type="http://schemas.openxmlformats.org/officeDocument/2006/relationships/image" Target="../media/image230.png"/><Relationship Id="rId4" Type="http://schemas.openxmlformats.org/officeDocument/2006/relationships/image" Target="../media/image31.png"/><Relationship Id="rId9" Type="http://schemas.openxmlformats.org/officeDocument/2006/relationships/image" Target="../media/image22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3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30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30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37.png"/><Relationship Id="rId4" Type="http://schemas.openxmlformats.org/officeDocument/2006/relationships/image" Target="../media/image13.png"/><Relationship Id="rId9" Type="http://schemas.openxmlformats.org/officeDocument/2006/relationships/image" Target="../media/image230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38.png"/><Relationship Id="rId4" Type="http://schemas.openxmlformats.org/officeDocument/2006/relationships/image" Target="../media/image13.png"/><Relationship Id="rId9" Type="http://schemas.openxmlformats.org/officeDocument/2006/relationships/image" Target="../media/image23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39.png"/><Relationship Id="rId4" Type="http://schemas.openxmlformats.org/officeDocument/2006/relationships/image" Target="../media/image13.png"/><Relationship Id="rId9" Type="http://schemas.openxmlformats.org/officeDocument/2006/relationships/image" Target="../media/image23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crosoft/DeepSpeed/tree/master?tab=readme-ov-file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23</a:t>
            </a:r>
          </a:p>
          <a:p>
            <a:r>
              <a:rPr lang="en-US" dirty="0"/>
              <a:t>11/20/2025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8C60-D1CD-EF05-9A4D-40F29237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0C35-0549-AEF0-42D6-A2DE08E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Parallel Distributed Training</a:t>
            </a:r>
          </a:p>
          <a:p>
            <a:r>
              <a:rPr lang="en-US" dirty="0"/>
              <a:t>Model Parallel Distributed Training</a:t>
            </a:r>
          </a:p>
        </p:txBody>
      </p:sp>
    </p:spTree>
    <p:extLst>
      <p:ext uri="{BB962C8B-B14F-4D97-AF65-F5344CB8AC3E}">
        <p14:creationId xmlns:p14="http://schemas.microsoft.com/office/powerpoint/2010/main" val="1192058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CEC8F-487C-B698-993F-D2680CE07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E7A8A-2CCA-A1A4-8196-50BB10190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WA 4 was out</a:t>
            </a:r>
          </a:p>
          <a:p>
            <a:pPr lvl="1"/>
            <a:r>
              <a:rPr lang="en-US" dirty="0"/>
              <a:t>Due December 4</a:t>
            </a:r>
          </a:p>
          <a:p>
            <a:endParaRPr lang="en-US" dirty="0"/>
          </a:p>
          <a:p>
            <a:r>
              <a:rPr lang="en-US" dirty="0"/>
              <a:t>Finals next Tuesday</a:t>
            </a:r>
          </a:p>
          <a:p>
            <a:pPr lvl="1"/>
            <a:r>
              <a:rPr lang="en-US" dirty="0"/>
              <a:t>Transformer Models</a:t>
            </a:r>
          </a:p>
          <a:p>
            <a:pPr lvl="1"/>
            <a:r>
              <a:rPr lang="en-US" dirty="0"/>
              <a:t>Clusters</a:t>
            </a:r>
          </a:p>
          <a:p>
            <a:pPr lvl="2"/>
            <a:r>
              <a:rPr lang="en-US" dirty="0"/>
              <a:t>How to program clusters with MPI</a:t>
            </a:r>
          </a:p>
          <a:p>
            <a:pPr lvl="2"/>
            <a:r>
              <a:rPr lang="en-US" dirty="0"/>
              <a:t>Communication collectives with complexity</a:t>
            </a:r>
          </a:p>
          <a:p>
            <a:pPr lvl="2"/>
            <a:r>
              <a:rPr lang="en-US" dirty="0"/>
              <a:t>Distributed training – very simple question to check knowledge, no application/analysis questions</a:t>
            </a:r>
          </a:p>
        </p:txBody>
      </p:sp>
    </p:spTree>
    <p:extLst>
      <p:ext uri="{BB962C8B-B14F-4D97-AF65-F5344CB8AC3E}">
        <p14:creationId xmlns:p14="http://schemas.microsoft.com/office/powerpoint/2010/main" val="3557461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B1C82-FC7A-BCBC-B304-B39553869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 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A4728-770D-E3B3-876B-8644BDC76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60 minute exam, on paper</a:t>
            </a:r>
          </a:p>
          <a:p>
            <a:endParaRPr lang="en-US" dirty="0"/>
          </a:p>
          <a:p>
            <a:r>
              <a:rPr lang="en-US" dirty="0"/>
              <a:t>15~20 Fill in the blank/True-False questions</a:t>
            </a:r>
          </a:p>
          <a:p>
            <a:pPr lvl="1"/>
            <a:r>
              <a:rPr lang="en-US" dirty="0"/>
              <a:t>With space for explanation</a:t>
            </a:r>
          </a:p>
          <a:p>
            <a:pPr lvl="1"/>
            <a:r>
              <a:rPr lang="en-US" dirty="0"/>
              <a:t>1 point for answer </a:t>
            </a:r>
          </a:p>
          <a:p>
            <a:pPr lvl="1"/>
            <a:r>
              <a:rPr lang="en-US" dirty="0"/>
              <a:t>2 for explanation - wrong answer with a reasonable explanation will receive partial credits</a:t>
            </a:r>
          </a:p>
          <a:p>
            <a:endParaRPr lang="en-US" dirty="0"/>
          </a:p>
          <a:p>
            <a:r>
              <a:rPr lang="en-US" dirty="0"/>
              <a:t>2 big questions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926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58BD2-A540-BDDF-465E-7D72FC76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 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3EBB1-A21C-4E69-C9BE-293C643AA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Open Notes</a:t>
            </a:r>
          </a:p>
          <a:p>
            <a:pPr lvl="1"/>
            <a:r>
              <a:rPr lang="en-US" dirty="0"/>
              <a:t>You can use slides</a:t>
            </a:r>
          </a:p>
          <a:p>
            <a:pPr lvl="1"/>
            <a:r>
              <a:rPr lang="en-US" dirty="0"/>
              <a:t>I suggest you create a cheat sheet: You won’t have enough time to search for concepts.</a:t>
            </a:r>
          </a:p>
          <a:p>
            <a:endParaRPr lang="en-US" dirty="0"/>
          </a:p>
          <a:p>
            <a:r>
              <a:rPr lang="en-US" dirty="0"/>
              <a:t>No questions during exam (Gets too distractive)</a:t>
            </a:r>
          </a:p>
          <a:p>
            <a:pPr lvl="1"/>
            <a:r>
              <a:rPr lang="en-US" dirty="0"/>
              <a:t>If a questions is ambiguous, write your assumption and solve</a:t>
            </a:r>
          </a:p>
          <a:p>
            <a:pPr lvl="1"/>
            <a:r>
              <a:rPr lang="en-US" dirty="0"/>
              <a:t>The assumption will be taken into consideration when grading</a:t>
            </a:r>
          </a:p>
          <a:p>
            <a:endParaRPr lang="en-US" dirty="0"/>
          </a:p>
          <a:p>
            <a:r>
              <a:rPr lang="en-US" dirty="0"/>
              <a:t>You should not need a calculator</a:t>
            </a:r>
          </a:p>
          <a:p>
            <a:pPr lvl="1"/>
            <a:r>
              <a:rPr lang="en-US" dirty="0"/>
              <a:t>You can use your phone if you do need it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551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0C05B-2366-13E8-2C8D-A08568BE3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 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A9D9A-C889-53B9-C727-24CC73E00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 may be lengthy (intentionally)</a:t>
            </a:r>
          </a:p>
          <a:p>
            <a:pPr lvl="1"/>
            <a:r>
              <a:rPr lang="en-US" dirty="0"/>
              <a:t>If you know the concepts well, you should be able to solve in time</a:t>
            </a:r>
          </a:p>
          <a:p>
            <a:pPr lvl="1"/>
            <a:r>
              <a:rPr lang="en-US" dirty="0"/>
              <a:t>Searching your notes or slides will incur additional time	</a:t>
            </a:r>
          </a:p>
          <a:p>
            <a:endParaRPr lang="en-US" dirty="0"/>
          </a:p>
          <a:p>
            <a:r>
              <a:rPr lang="en-US" dirty="0"/>
              <a:t>Plan the questions you want to solve first accordingly</a:t>
            </a:r>
          </a:p>
          <a:p>
            <a:pPr lvl="1"/>
            <a:r>
              <a:rPr lang="en-US" dirty="0"/>
              <a:t>Suggestion: Get the big questions out of the way. </a:t>
            </a:r>
          </a:p>
          <a:p>
            <a:pPr lvl="1"/>
            <a:r>
              <a:rPr lang="en-US" dirty="0"/>
              <a:t>Don’t get stuck on a question. If you can’t solve go ahead and come back</a:t>
            </a:r>
          </a:p>
          <a:p>
            <a:pPr lvl="1"/>
            <a:r>
              <a:rPr lang="en-US" dirty="0"/>
              <a:t>If you don’t know an answer, write your explanation. We will consider that while grading</a:t>
            </a:r>
          </a:p>
        </p:txBody>
      </p:sp>
    </p:spTree>
    <p:extLst>
      <p:ext uri="{BB962C8B-B14F-4D97-AF65-F5344CB8AC3E}">
        <p14:creationId xmlns:p14="http://schemas.microsoft.com/office/powerpoint/2010/main" val="2224980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8C60-D1CD-EF05-9A4D-40F29237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0C35-0549-AEF0-42D6-A2DE08E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Parallel Distributed Training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Model Parallel Distributed Training</a:t>
            </a:r>
          </a:p>
        </p:txBody>
      </p:sp>
    </p:spTree>
    <p:extLst>
      <p:ext uri="{BB962C8B-B14F-4D97-AF65-F5344CB8AC3E}">
        <p14:creationId xmlns:p14="http://schemas.microsoft.com/office/powerpoint/2010/main" val="2439324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E3F8D-9232-23BC-932E-9729A0233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of Accelerators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60E856-9E16-725C-5964-ABE006209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741141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processors (memory + accelerator)</a:t>
                </a:r>
              </a:p>
              <a:p>
                <a:pPr lvl="1"/>
                <a:r>
                  <a:rPr lang="en-US" dirty="0"/>
                  <a:t>Local compute</a:t>
                </a:r>
              </a:p>
              <a:p>
                <a:pPr lvl="1"/>
                <a:r>
                  <a:rPr lang="en-US" dirty="0"/>
                  <a:t>Local memory</a:t>
                </a:r>
              </a:p>
              <a:p>
                <a:r>
                  <a:rPr lang="en-US" dirty="0"/>
                  <a:t>Connected using an Interconnection Network</a:t>
                </a:r>
              </a:p>
              <a:p>
                <a:r>
                  <a:rPr lang="en-US" dirty="0"/>
                  <a:t>Communication through Message Passing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60E856-9E16-725C-5964-ABE006209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741141"/>
              </a:xfrm>
              <a:blipFill>
                <a:blip r:embed="rId2"/>
                <a:stretch>
                  <a:fillRect l="-812" t="-8042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7222463-DFA9-2BC0-3D0E-3F35F1801EA8}"/>
                  </a:ext>
                </a:extLst>
              </p:cNvPr>
              <p:cNvSpPr/>
              <p:nvPr/>
            </p:nvSpPr>
            <p:spPr>
              <a:xfrm>
                <a:off x="5632240" y="5910294"/>
                <a:ext cx="853844" cy="78723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7222463-DFA9-2BC0-3D0E-3F35F1801E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240" y="5910294"/>
                <a:ext cx="853844" cy="78723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23952C-7491-DBB4-F3A0-4BD3925E88EA}"/>
                  </a:ext>
                </a:extLst>
              </p:cNvPr>
              <p:cNvSpPr/>
              <p:nvPr/>
            </p:nvSpPr>
            <p:spPr>
              <a:xfrm>
                <a:off x="7304603" y="5904239"/>
                <a:ext cx="853844" cy="78723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23952C-7491-DBB4-F3A0-4BD3925E88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603" y="5904239"/>
                <a:ext cx="853844" cy="78723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7C25426-20FF-904F-CBD1-C12E66393505}"/>
                  </a:ext>
                </a:extLst>
              </p:cNvPr>
              <p:cNvSpPr/>
              <p:nvPr/>
            </p:nvSpPr>
            <p:spPr>
              <a:xfrm>
                <a:off x="10926878" y="5904239"/>
                <a:ext cx="853844" cy="78723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7C25426-20FF-904F-CBD1-C12E663935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6878" y="5904239"/>
                <a:ext cx="853844" cy="78723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D101F7D-24A9-26AB-D469-32C91392E29E}"/>
              </a:ext>
            </a:extLst>
          </p:cNvPr>
          <p:cNvSpPr txBox="1"/>
          <p:nvPr/>
        </p:nvSpPr>
        <p:spPr>
          <a:xfrm>
            <a:off x="9362507" y="614040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…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BE627B-B9A2-42BC-4FEC-D9A662A17881}"/>
              </a:ext>
            </a:extLst>
          </p:cNvPr>
          <p:cNvSpPr/>
          <p:nvPr/>
        </p:nvSpPr>
        <p:spPr>
          <a:xfrm>
            <a:off x="7624542" y="3893769"/>
            <a:ext cx="2725033" cy="9689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Interconnection Network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750B39-3976-810D-6141-5EE78D34AF7F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flipH="1">
            <a:off x="6059162" y="4862669"/>
            <a:ext cx="2927897" cy="1047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9BFFC4-3066-6747-BFA1-DC7AC1FC96F5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740609" y="4862669"/>
            <a:ext cx="1246450" cy="1047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3FC30A-589F-4F12-059A-AA62CD8FA4D6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987059" y="4862669"/>
            <a:ext cx="2420738" cy="10415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365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C865-E5C5-77D0-4BB1-4F6C50E7C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an MPI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CFE6-8650-AED5-60AA-94FBEDE0F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33297" cy="4351338"/>
          </a:xfrm>
        </p:spPr>
        <p:txBody>
          <a:bodyPr/>
          <a:lstStyle/>
          <a:p>
            <a:r>
              <a:rPr lang="en-US" dirty="0" err="1"/>
              <a:t>MPI_Init</a:t>
            </a:r>
            <a:r>
              <a:rPr lang="en-US" dirty="0"/>
              <a:t>(…)</a:t>
            </a:r>
          </a:p>
          <a:p>
            <a:r>
              <a:rPr lang="en-US" dirty="0" err="1"/>
              <a:t>MPI_Comm_rank</a:t>
            </a:r>
            <a:r>
              <a:rPr lang="en-US" dirty="0"/>
              <a:t>(MPI_COMM_WORLD, &amp;</a:t>
            </a:r>
            <a:r>
              <a:rPr lang="en-US" dirty="0" err="1"/>
              <a:t>my_rank</a:t>
            </a:r>
            <a:r>
              <a:rPr lang="en-US" dirty="0"/>
              <a:t>)</a:t>
            </a:r>
          </a:p>
          <a:p>
            <a:r>
              <a:rPr lang="en-US" dirty="0" err="1"/>
              <a:t>MPI_Comm_size</a:t>
            </a:r>
            <a:r>
              <a:rPr lang="en-US" dirty="0"/>
              <a:t>(MPI_COMM_WORLD, &amp;</a:t>
            </a:r>
            <a:r>
              <a:rPr lang="en-US" dirty="0" err="1"/>
              <a:t>num_procs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Do rank specific work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237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9CFF-4AF1-3964-9367-916DC2428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Inter-Process Communication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58AD3-ABD2-8C3D-16F9-34E32BEC42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 err="1"/>
                  <a:t>MPI_Init</a:t>
                </a:r>
                <a:r>
                  <a:rPr lang="en-US" dirty="0"/>
                  <a:t>(…)</a:t>
                </a:r>
              </a:p>
              <a:p>
                <a:pPr marL="0" indent="0">
                  <a:buNone/>
                </a:pPr>
                <a:r>
                  <a:rPr lang="en-US" dirty="0" err="1"/>
                  <a:t>MPI_Comm_rank</a:t>
                </a:r>
                <a:r>
                  <a:rPr lang="en-US" dirty="0"/>
                  <a:t>(MPI_COMM_WORLD, &amp;</a:t>
                </a:r>
                <a:r>
                  <a:rPr lang="en-US" dirty="0" err="1"/>
                  <a:t>my_rank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 err="1"/>
                  <a:t>MPI_Comm_size</a:t>
                </a:r>
                <a:r>
                  <a:rPr lang="en-US" dirty="0"/>
                  <a:t>(MPI_COMM_WORLD, &amp;</a:t>
                </a:r>
                <a:r>
                  <a:rPr lang="en-US" dirty="0" err="1"/>
                  <a:t>num_procs</a:t>
                </a:r>
                <a:r>
                  <a:rPr lang="en-US" dirty="0"/>
                  <a:t>);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(rank == 0) {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457200" lvl="1" indent="0">
                  <a:buNone/>
                </a:pPr>
                <a:r>
                  <a:rPr lang="en-US" dirty="0"/>
                  <a:t>Send(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US" dirty="0"/>
                  <a:t> ; }</a:t>
                </a:r>
              </a:p>
              <a:p>
                <a:pPr marL="0" indent="0">
                  <a:buNone/>
                </a:pPr>
                <a:r>
                  <a:rPr lang="en-US" dirty="0"/>
                  <a:t>Else {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457200" lvl="1" indent="0">
                  <a:buNone/>
                </a:pPr>
                <a:r>
                  <a:rPr lang="en-US" dirty="0"/>
                  <a:t>Receive(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); }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58AD3-ABD2-8C3D-16F9-34E32BEC42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0E03D83-B923-DBF0-1B81-36C5CA7D95CA}"/>
              </a:ext>
            </a:extLst>
          </p:cNvPr>
          <p:cNvSpPr/>
          <p:nvPr/>
        </p:nvSpPr>
        <p:spPr>
          <a:xfrm>
            <a:off x="7676156" y="4692770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544BAAB2-7362-DE78-AD64-2D3EAA10F778}"/>
              </a:ext>
            </a:extLst>
          </p:cNvPr>
          <p:cNvSpPr/>
          <p:nvPr/>
        </p:nvSpPr>
        <p:spPr>
          <a:xfrm>
            <a:off x="7676156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0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ounded Rectangle 21">
            <a:extLst>
              <a:ext uri="{FF2B5EF4-FFF2-40B4-BE49-F238E27FC236}">
                <a16:creationId xmlns:a16="http://schemas.microsoft.com/office/drawing/2014/main" id="{BE2764F0-50F9-6E49-ACBE-263459A610C7}"/>
              </a:ext>
            </a:extLst>
          </p:cNvPr>
          <p:cNvSpPr/>
          <p:nvPr/>
        </p:nvSpPr>
        <p:spPr>
          <a:xfrm>
            <a:off x="9193975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1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2FBB74-B17B-BEC0-1A6D-D1BAE47C1BCE}"/>
              </a:ext>
            </a:extLst>
          </p:cNvPr>
          <p:cNvSpPr/>
          <p:nvPr/>
        </p:nvSpPr>
        <p:spPr>
          <a:xfrm>
            <a:off x="9193975" y="4681268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83C42D-1B3C-577D-4954-6B484E656A36}"/>
              </a:ext>
            </a:extLst>
          </p:cNvPr>
          <p:cNvCxnSpPr>
            <a:stCxn id="5" idx="2"/>
            <a:endCxn id="4" idx="0"/>
          </p:cNvCxnSpPr>
          <p:nvPr/>
        </p:nvCxnSpPr>
        <p:spPr>
          <a:xfrm>
            <a:off x="8323072" y="4114800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4C943C-D5CD-AEB5-B36F-E084D0C97DCE}"/>
              </a:ext>
            </a:extLst>
          </p:cNvPr>
          <p:cNvCxnSpPr/>
          <p:nvPr/>
        </p:nvCxnSpPr>
        <p:spPr>
          <a:xfrm>
            <a:off x="9840891" y="4114800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7A85216-8F00-2054-37B8-BEBFE5DFD98C}"/>
              </a:ext>
            </a:extLst>
          </p:cNvPr>
          <p:cNvSpPr txBox="1"/>
          <p:nvPr/>
        </p:nvSpPr>
        <p:spPr>
          <a:xfrm>
            <a:off x="7454479" y="6074352"/>
            <a:ext cx="327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Two processor world</a:t>
            </a:r>
          </a:p>
        </p:txBody>
      </p:sp>
    </p:spTree>
    <p:extLst>
      <p:ext uri="{BB962C8B-B14F-4D97-AF65-F5344CB8AC3E}">
        <p14:creationId xmlns:p14="http://schemas.microsoft.com/office/powerpoint/2010/main" val="12375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1EE9-2297-BC01-98CD-C7ECE07E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Inter-Process Communication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EECA646-0002-13B2-A291-B51A67194DFB}"/>
                  </a:ext>
                </a:extLst>
              </p:cNvPr>
              <p:cNvSpPr/>
              <p:nvPr/>
            </p:nvSpPr>
            <p:spPr>
              <a:xfrm>
                <a:off x="1495740" y="2101303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EECA646-0002-13B2-A291-B51A67194D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740" y="2101303"/>
                <a:ext cx="1065791" cy="981012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519A12D-9173-EF2B-54A5-8E44CCA42888}"/>
                  </a:ext>
                </a:extLst>
              </p:cNvPr>
              <p:cNvSpPr/>
              <p:nvPr/>
            </p:nvSpPr>
            <p:spPr>
              <a:xfrm>
                <a:off x="1495739" y="4076448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519A12D-9173-EF2B-54A5-8E44CCA428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739" y="4076448"/>
                <a:ext cx="1065791" cy="98101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251333-D7F0-8860-8D5E-FBE608EB9F4A}"/>
                  </a:ext>
                </a:extLst>
              </p:cNvPr>
              <p:cNvSpPr/>
              <p:nvPr/>
            </p:nvSpPr>
            <p:spPr>
              <a:xfrm>
                <a:off x="6916537" y="2101303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251333-D7F0-8860-8D5E-FBE608EB9F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537" y="2101303"/>
                <a:ext cx="1065791" cy="98101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89873EC-A582-B2F9-03A2-66FF265D3D92}"/>
                  </a:ext>
                </a:extLst>
              </p:cNvPr>
              <p:cNvSpPr/>
              <p:nvPr/>
            </p:nvSpPr>
            <p:spPr>
              <a:xfrm>
                <a:off x="6965991" y="4076448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89873EC-A582-B2F9-03A2-66FF265D3D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991" y="4076448"/>
                <a:ext cx="1065791" cy="98101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8F8E84C-A0EA-E01C-DA9E-D149B3FF3EBE}"/>
              </a:ext>
            </a:extLst>
          </p:cNvPr>
          <p:cNvSpPr txBox="1"/>
          <p:nvPr/>
        </p:nvSpPr>
        <p:spPr>
          <a:xfrm>
            <a:off x="1556296" y="1501796"/>
            <a:ext cx="944678" cy="38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BD5BFA-2C8D-C69E-8BAD-941ABB9814D3}"/>
              </a:ext>
            </a:extLst>
          </p:cNvPr>
          <p:cNvSpPr txBox="1"/>
          <p:nvPr/>
        </p:nvSpPr>
        <p:spPr>
          <a:xfrm>
            <a:off x="6965991" y="1499935"/>
            <a:ext cx="944678" cy="38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718ACE-2428-67FB-D78D-FBBADB4DC25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2028635" y="3082315"/>
            <a:ext cx="1" cy="9941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69BCE9-70A9-B4DF-98C1-1B4D76E880CB}"/>
              </a:ext>
            </a:extLst>
          </p:cNvPr>
          <p:cNvCxnSpPr/>
          <p:nvPr/>
        </p:nvCxnSpPr>
        <p:spPr>
          <a:xfrm flipH="1">
            <a:off x="7498885" y="3082315"/>
            <a:ext cx="1" cy="9941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C143A84-0892-7BA2-D0FA-BC9921D737CE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561530" y="2684821"/>
            <a:ext cx="4560542" cy="153529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3824AB-4010-7E94-6F34-05C9FFF79464}"/>
              </a:ext>
            </a:extLst>
          </p:cNvPr>
          <p:cNvSpPr txBox="1"/>
          <p:nvPr/>
        </p:nvSpPr>
        <p:spPr>
          <a:xfrm>
            <a:off x="3590988" y="5722570"/>
            <a:ext cx="3790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Dependency across processors due to communication operation</a:t>
            </a:r>
          </a:p>
        </p:txBody>
      </p:sp>
    </p:spTree>
    <p:extLst>
      <p:ext uri="{BB962C8B-B14F-4D97-AF65-F5344CB8AC3E}">
        <p14:creationId xmlns:p14="http://schemas.microsoft.com/office/powerpoint/2010/main" val="1090682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Program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C2A400-4B00-CA4D-B4E7-2443D414A00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/>
              <a:t>Most General Model: Asynchronous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63510" y="3597708"/>
            <a:ext cx="641845" cy="2867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66909" y="1799456"/>
            <a:ext cx="1235046" cy="50810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15765" y="1799455"/>
            <a:ext cx="1235047" cy="50810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96108" y="1799454"/>
            <a:ext cx="1235046" cy="51674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12365" y="3597708"/>
            <a:ext cx="641845" cy="2867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End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92709" y="3602289"/>
            <a:ext cx="641845" cy="2867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End</a:t>
            </a:r>
          </a:p>
        </p:txBody>
      </p:sp>
      <p:sp>
        <p:nvSpPr>
          <p:cNvPr id="8" name="Freeform 7"/>
          <p:cNvSpPr/>
          <p:nvPr/>
        </p:nvSpPr>
        <p:spPr>
          <a:xfrm>
            <a:off x="3953258" y="2307404"/>
            <a:ext cx="107350" cy="46526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4" name="Freeform 63"/>
          <p:cNvSpPr/>
          <p:nvPr/>
        </p:nvSpPr>
        <p:spPr>
          <a:xfrm>
            <a:off x="5379612" y="2316199"/>
            <a:ext cx="90871" cy="1268024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5" name="Freeform 64"/>
          <p:cNvSpPr/>
          <p:nvPr/>
        </p:nvSpPr>
        <p:spPr>
          <a:xfrm>
            <a:off x="6859956" y="2311985"/>
            <a:ext cx="115587" cy="127223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11" name="Straight Arrow Connector 10"/>
          <p:cNvCxnSpPr>
            <a:stCxn id="8" idx="15"/>
          </p:cNvCxnSpPr>
          <p:nvPr/>
        </p:nvCxnSpPr>
        <p:spPr>
          <a:xfrm>
            <a:off x="4019280" y="2772671"/>
            <a:ext cx="1452590" cy="15569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3961106" y="3131088"/>
            <a:ext cx="107350" cy="46662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86392" y="247098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</a:t>
            </a:r>
          </a:p>
        </p:txBody>
      </p:sp>
      <p:cxnSp>
        <p:nvCxnSpPr>
          <p:cNvPr id="68" name="Straight Arrow Connector 67"/>
          <p:cNvCxnSpPr>
            <a:endCxn id="66" idx="0"/>
          </p:cNvCxnSpPr>
          <p:nvPr/>
        </p:nvCxnSpPr>
        <p:spPr>
          <a:xfrm flipH="1">
            <a:off x="3985956" y="3045881"/>
            <a:ext cx="1418505" cy="8520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019970" y="3045881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</a:t>
            </a:r>
          </a:p>
        </p:txBody>
      </p:sp>
      <p:cxnSp>
        <p:nvCxnSpPr>
          <p:cNvPr id="74" name="Straight Arrow Connector 73"/>
          <p:cNvCxnSpPr>
            <a:endCxn id="64" idx="5"/>
          </p:cNvCxnSpPr>
          <p:nvPr/>
        </p:nvCxnSpPr>
        <p:spPr>
          <a:xfrm flipH="1">
            <a:off x="5449439" y="2639881"/>
            <a:ext cx="1381375" cy="16017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4" idx="11"/>
          </p:cNvCxnSpPr>
          <p:nvPr/>
        </p:nvCxnSpPr>
        <p:spPr>
          <a:xfrm>
            <a:off x="5470349" y="3183794"/>
            <a:ext cx="1414456" cy="4023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579890" y="231198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21831" y="316880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33159" y="2580926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3"/>
              <p:cNvSpPr txBox="1">
                <a:spLocks noChangeArrowheads="1"/>
              </p:cNvSpPr>
              <p:nvPr/>
            </p:nvSpPr>
            <p:spPr bwMode="auto">
              <a:xfrm>
                <a:off x="838199" y="4070200"/>
                <a:ext cx="9493864" cy="1905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0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Trebuchet MS" pitchFamily="34" charset="0"/>
                  <a:buChar char="−"/>
                  <a:defRPr sz="16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q"/>
                  <a:defRPr sz="14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14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06400"/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No structure with respect to instructions, interactions</a:t>
                </a:r>
              </a:p>
              <a:p>
                <a:pPr marL="406400"/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No global clock</a:t>
                </a:r>
              </a:p>
              <a:p>
                <a:pPr marL="40640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Execution is asynchronous</a:t>
                </a:r>
              </a:p>
              <a:p>
                <a:pPr marL="40640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Programs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0,1,…,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 can be all distinct</a:t>
                </a:r>
              </a:p>
              <a:p>
                <a:pPr marL="40640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Hard to write/debug </a:t>
                </a:r>
              </a:p>
            </p:txBody>
          </p:sp>
        </mc:Choice>
        <mc:Fallback xmlns="">
          <p:sp>
            <p:nvSpPr>
              <p:cNvPr id="83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199" y="4070200"/>
                <a:ext cx="9493864" cy="1905000"/>
              </a:xfrm>
              <a:prstGeom prst="rect">
                <a:avLst/>
              </a:prstGeom>
              <a:blipFill>
                <a:blip r:embed="rId3"/>
                <a:stretch>
                  <a:fillRect t="-1923" b="-35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8396110" y="2948771"/>
            <a:ext cx="12069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S = send</a:t>
            </a:r>
          </a:p>
          <a:p>
            <a:r>
              <a:rPr lang="en-US">
                <a:solidFill>
                  <a:srgbClr val="000000"/>
                </a:solidFill>
              </a:rPr>
              <a:t>R = receive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5521" y="276175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9738" y="25681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8658" y="297319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6017" y="30458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75039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9CD0A-D8D9-E94D-9862-31905FDFAC4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Bulk synchronous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132366" y="2263136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50185" y="2263136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200993" y="2272319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75" name="Freeform 74"/>
          <p:cNvSpPr/>
          <p:nvPr/>
        </p:nvSpPr>
        <p:spPr>
          <a:xfrm>
            <a:off x="2746624" y="2948770"/>
            <a:ext cx="56230" cy="66008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6" name="Freeform 75"/>
          <p:cNvSpPr/>
          <p:nvPr/>
        </p:nvSpPr>
        <p:spPr>
          <a:xfrm>
            <a:off x="4240870" y="2958120"/>
            <a:ext cx="112460" cy="65073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8" name="Freeform 77"/>
          <p:cNvSpPr/>
          <p:nvPr/>
        </p:nvSpPr>
        <p:spPr>
          <a:xfrm>
            <a:off x="5791678" y="2953639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754993" y="2263137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305801" y="227232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96" name="Freeform 95"/>
          <p:cNvSpPr/>
          <p:nvPr/>
        </p:nvSpPr>
        <p:spPr>
          <a:xfrm>
            <a:off x="7345678" y="2958121"/>
            <a:ext cx="112460" cy="92808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7" name="Freeform 96"/>
          <p:cNvSpPr/>
          <p:nvPr/>
        </p:nvSpPr>
        <p:spPr>
          <a:xfrm>
            <a:off x="8896486" y="2953639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874863" y="3878474"/>
            <a:ext cx="2285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Communication phase</a:t>
            </a:r>
          </a:p>
        </p:txBody>
      </p:sp>
      <p:cxnSp>
        <p:nvCxnSpPr>
          <p:cNvPr id="101" name="Straight Connector 100"/>
          <p:cNvCxnSpPr>
            <a:cxnSpLocks/>
          </p:cNvCxnSpPr>
          <p:nvPr/>
        </p:nvCxnSpPr>
        <p:spPr>
          <a:xfrm>
            <a:off x="2477028" y="3869327"/>
            <a:ext cx="6939015" cy="16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2443084" y="4341533"/>
            <a:ext cx="69295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9448801" y="4156867"/>
            <a:ext cx="594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sync</a:t>
            </a:r>
          </a:p>
        </p:txBody>
      </p:sp>
      <p:sp>
        <p:nvSpPr>
          <p:cNvPr id="104" name="Rectangle 3"/>
          <p:cNvSpPr txBox="1">
            <a:spLocks noChangeArrowheads="1"/>
          </p:cNvSpPr>
          <p:nvPr/>
        </p:nvSpPr>
        <p:spPr bwMode="auto">
          <a:xfrm>
            <a:off x="1937801" y="4546510"/>
            <a:ext cx="7907239" cy="1078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rebuchet MS" pitchFamily="34" charset="0"/>
              <a:buChar char="−"/>
              <a:defRPr sz="16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Two phases to the Program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Computation Phase: Each process executes independently. No communication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Communication Phase: Processes communicate with each other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2477028" y="4341533"/>
            <a:ext cx="6929517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38AA9C-25CC-EF9C-3839-4F1916394FC1}"/>
              </a:ext>
            </a:extLst>
          </p:cNvPr>
          <p:cNvSpPr txBox="1"/>
          <p:nvPr/>
        </p:nvSpPr>
        <p:spPr>
          <a:xfrm>
            <a:off x="9936884" y="3244334"/>
            <a:ext cx="2026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Computation phase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41FDAA58-1E61-432C-AB91-B10340440179}"/>
              </a:ext>
            </a:extLst>
          </p:cNvPr>
          <p:cNvSpPr/>
          <p:nvPr/>
        </p:nvSpPr>
        <p:spPr>
          <a:xfrm>
            <a:off x="9437915" y="3018403"/>
            <a:ext cx="292132" cy="803035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5444AE2-E965-F879-7B9C-2E5BF5F4B2B5}"/>
              </a:ext>
            </a:extLst>
          </p:cNvPr>
          <p:cNvSpPr/>
          <p:nvPr/>
        </p:nvSpPr>
        <p:spPr>
          <a:xfrm>
            <a:off x="9437915" y="3823660"/>
            <a:ext cx="292132" cy="47896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DB606E-21EA-4700-4F8F-B7FF288C57A6}"/>
              </a:ext>
            </a:extLst>
          </p:cNvPr>
          <p:cNvCxnSpPr/>
          <p:nvPr/>
        </p:nvCxnSpPr>
        <p:spPr>
          <a:xfrm>
            <a:off x="2802854" y="3877764"/>
            <a:ext cx="1623811" cy="42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5FCC3F-D668-BE8E-957A-592B6DD8ECAD}"/>
              </a:ext>
            </a:extLst>
          </p:cNvPr>
          <p:cNvCxnSpPr>
            <a:cxnSpLocks/>
          </p:cNvCxnSpPr>
          <p:nvPr/>
        </p:nvCxnSpPr>
        <p:spPr>
          <a:xfrm flipH="1">
            <a:off x="4437551" y="3971193"/>
            <a:ext cx="1410357" cy="3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2DB92A-06A2-2681-809A-D69F015FB05B}"/>
              </a:ext>
            </a:extLst>
          </p:cNvPr>
          <p:cNvCxnSpPr>
            <a:cxnSpLocks/>
          </p:cNvCxnSpPr>
          <p:nvPr/>
        </p:nvCxnSpPr>
        <p:spPr>
          <a:xfrm flipH="1">
            <a:off x="5992724" y="3929468"/>
            <a:ext cx="1410357" cy="3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AF6327-F03B-4E35-F8AC-709A2A53A64C}"/>
              </a:ext>
            </a:extLst>
          </p:cNvPr>
          <p:cNvCxnSpPr>
            <a:cxnSpLocks/>
          </p:cNvCxnSpPr>
          <p:nvPr/>
        </p:nvCxnSpPr>
        <p:spPr>
          <a:xfrm flipH="1">
            <a:off x="7542360" y="3967591"/>
            <a:ext cx="1410357" cy="3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239686-92CD-8734-E922-42440BAF2B83}"/>
              </a:ext>
            </a:extLst>
          </p:cNvPr>
          <p:cNvCxnSpPr/>
          <p:nvPr/>
        </p:nvCxnSpPr>
        <p:spPr>
          <a:xfrm>
            <a:off x="4426665" y="3914876"/>
            <a:ext cx="1623811" cy="42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EFA968-E44B-8BF6-7B84-97560547C3BB}"/>
              </a:ext>
            </a:extLst>
          </p:cNvPr>
          <p:cNvCxnSpPr/>
          <p:nvPr/>
        </p:nvCxnSpPr>
        <p:spPr>
          <a:xfrm>
            <a:off x="7467019" y="3884564"/>
            <a:ext cx="1623811" cy="42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231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Program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479154-BD74-B740-BE9D-4ECF1D341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866" y="1637013"/>
            <a:ext cx="11234060" cy="1620915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Code is same in all the processes except for initialization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Restrictive model, easy to write and debug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Easy to do performance analysis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Widely used in Machine Learning Training </a:t>
            </a:r>
          </a:p>
          <a:p>
            <a:endParaRPr lang="en-US" sz="24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736CC-6EE9-CB4F-8C9A-E8842430366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SPMD (Single Program Multiple Data)</a:t>
            </a:r>
          </a:p>
        </p:txBody>
      </p:sp>
      <p:sp>
        <p:nvSpPr>
          <p:cNvPr id="4" name="Rounded Rectangle 66">
            <a:extLst>
              <a:ext uri="{FF2B5EF4-FFF2-40B4-BE49-F238E27FC236}">
                <a16:creationId xmlns:a16="http://schemas.microsoft.com/office/drawing/2014/main" id="{94072264-3884-46F9-B3FA-F561F088B103}"/>
              </a:ext>
            </a:extLst>
          </p:cNvPr>
          <p:cNvSpPr/>
          <p:nvPr/>
        </p:nvSpPr>
        <p:spPr>
          <a:xfrm>
            <a:off x="2180811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5" name="Rounded Rectangle 68">
            <a:extLst>
              <a:ext uri="{FF2B5EF4-FFF2-40B4-BE49-F238E27FC236}">
                <a16:creationId xmlns:a16="http://schemas.microsoft.com/office/drawing/2014/main" id="{E08B61DE-3BD6-32FD-778D-8F905CB97476}"/>
              </a:ext>
            </a:extLst>
          </p:cNvPr>
          <p:cNvSpPr/>
          <p:nvPr/>
        </p:nvSpPr>
        <p:spPr>
          <a:xfrm>
            <a:off x="3698630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6" name="Rounded Rectangle 69">
            <a:extLst>
              <a:ext uri="{FF2B5EF4-FFF2-40B4-BE49-F238E27FC236}">
                <a16:creationId xmlns:a16="http://schemas.microsoft.com/office/drawing/2014/main" id="{8EC9F224-C3F0-FCF1-D52E-733005D7959B}"/>
              </a:ext>
            </a:extLst>
          </p:cNvPr>
          <p:cNvSpPr/>
          <p:nvPr/>
        </p:nvSpPr>
        <p:spPr>
          <a:xfrm>
            <a:off x="5249438" y="3438183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9" name="Freeform 77">
            <a:extLst>
              <a:ext uri="{FF2B5EF4-FFF2-40B4-BE49-F238E27FC236}">
                <a16:creationId xmlns:a16="http://schemas.microsoft.com/office/drawing/2014/main" id="{72E10C25-264E-29CD-B2A2-7EE3AC38B8A6}"/>
              </a:ext>
            </a:extLst>
          </p:cNvPr>
          <p:cNvSpPr/>
          <p:nvPr/>
        </p:nvSpPr>
        <p:spPr>
          <a:xfrm>
            <a:off x="5840123" y="4119503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ounded Rectangle 91">
            <a:extLst>
              <a:ext uri="{FF2B5EF4-FFF2-40B4-BE49-F238E27FC236}">
                <a16:creationId xmlns:a16="http://schemas.microsoft.com/office/drawing/2014/main" id="{6D6255CE-9B0B-57C8-CC52-6FCD07C29292}"/>
              </a:ext>
            </a:extLst>
          </p:cNvPr>
          <p:cNvSpPr/>
          <p:nvPr/>
        </p:nvSpPr>
        <p:spPr>
          <a:xfrm>
            <a:off x="6803438" y="3429001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11" name="Rounded Rectangle 92">
            <a:extLst>
              <a:ext uri="{FF2B5EF4-FFF2-40B4-BE49-F238E27FC236}">
                <a16:creationId xmlns:a16="http://schemas.microsoft.com/office/drawing/2014/main" id="{1707DE01-3843-2B31-7BB5-86B10B0C1A77}"/>
              </a:ext>
            </a:extLst>
          </p:cNvPr>
          <p:cNvSpPr/>
          <p:nvPr/>
        </p:nvSpPr>
        <p:spPr>
          <a:xfrm>
            <a:off x="8354246" y="3438184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12" name="Freeform 95">
            <a:extLst>
              <a:ext uri="{FF2B5EF4-FFF2-40B4-BE49-F238E27FC236}">
                <a16:creationId xmlns:a16="http://schemas.microsoft.com/office/drawing/2014/main" id="{89485C38-540E-A471-DC30-1DEAFCDC1B58}"/>
              </a:ext>
            </a:extLst>
          </p:cNvPr>
          <p:cNvSpPr/>
          <p:nvPr/>
        </p:nvSpPr>
        <p:spPr>
          <a:xfrm>
            <a:off x="7394123" y="4123985"/>
            <a:ext cx="112460" cy="92808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Freeform 96">
            <a:extLst>
              <a:ext uri="{FF2B5EF4-FFF2-40B4-BE49-F238E27FC236}">
                <a16:creationId xmlns:a16="http://schemas.microsoft.com/office/drawing/2014/main" id="{D83EC175-7AF9-43E9-6DFD-CBF3A3632D9A}"/>
              </a:ext>
            </a:extLst>
          </p:cNvPr>
          <p:cNvSpPr/>
          <p:nvPr/>
        </p:nvSpPr>
        <p:spPr>
          <a:xfrm>
            <a:off x="8944931" y="4119503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Freeform 77">
            <a:extLst>
              <a:ext uri="{FF2B5EF4-FFF2-40B4-BE49-F238E27FC236}">
                <a16:creationId xmlns:a16="http://schemas.microsoft.com/office/drawing/2014/main" id="{4D5895A4-7780-8368-9DF0-E4C4C0A59B4F}"/>
              </a:ext>
            </a:extLst>
          </p:cNvPr>
          <p:cNvSpPr/>
          <p:nvPr/>
        </p:nvSpPr>
        <p:spPr>
          <a:xfrm>
            <a:off x="2771497" y="4146687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Freeform 77">
            <a:extLst>
              <a:ext uri="{FF2B5EF4-FFF2-40B4-BE49-F238E27FC236}">
                <a16:creationId xmlns:a16="http://schemas.microsoft.com/office/drawing/2014/main" id="{49C82AC5-A3F7-B7E6-7FA7-1EE283B1F636}"/>
              </a:ext>
            </a:extLst>
          </p:cNvPr>
          <p:cNvSpPr/>
          <p:nvPr/>
        </p:nvSpPr>
        <p:spPr>
          <a:xfrm>
            <a:off x="4305810" y="4123983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Rounded Rectangle 92">
            <a:extLst>
              <a:ext uri="{FF2B5EF4-FFF2-40B4-BE49-F238E27FC236}">
                <a16:creationId xmlns:a16="http://schemas.microsoft.com/office/drawing/2014/main" id="{DFF7CE3C-7504-307C-66F9-B966BAEFA51A}"/>
              </a:ext>
            </a:extLst>
          </p:cNvPr>
          <p:cNvSpPr/>
          <p:nvPr/>
        </p:nvSpPr>
        <p:spPr>
          <a:xfrm>
            <a:off x="10201096" y="3421632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19" name="Freeform 96">
            <a:extLst>
              <a:ext uri="{FF2B5EF4-FFF2-40B4-BE49-F238E27FC236}">
                <a16:creationId xmlns:a16="http://schemas.microsoft.com/office/drawing/2014/main" id="{662BB236-FC49-E528-6C93-9EB1100646CB}"/>
              </a:ext>
            </a:extLst>
          </p:cNvPr>
          <p:cNvSpPr/>
          <p:nvPr/>
        </p:nvSpPr>
        <p:spPr>
          <a:xfrm>
            <a:off x="10791781" y="4102951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7DA8C91-C212-2DE8-3B1A-E4FFD2EBB928}"/>
              </a:ext>
            </a:extLst>
          </p:cNvPr>
          <p:cNvCxnSpPr/>
          <p:nvPr/>
        </p:nvCxnSpPr>
        <p:spPr>
          <a:xfrm>
            <a:off x="3003592" y="5079252"/>
            <a:ext cx="1284127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158A760-670E-159F-4C77-6777AD04F4F2}"/>
              </a:ext>
            </a:extLst>
          </p:cNvPr>
          <p:cNvCxnSpPr/>
          <p:nvPr/>
        </p:nvCxnSpPr>
        <p:spPr>
          <a:xfrm>
            <a:off x="6038472" y="5027432"/>
            <a:ext cx="1284127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5B9E9F2-28F4-81FF-C2F7-54F032340CBC}"/>
              </a:ext>
            </a:extLst>
          </p:cNvPr>
          <p:cNvCxnSpPr/>
          <p:nvPr/>
        </p:nvCxnSpPr>
        <p:spPr>
          <a:xfrm>
            <a:off x="9274649" y="5035191"/>
            <a:ext cx="1284127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77">
            <a:extLst>
              <a:ext uri="{FF2B5EF4-FFF2-40B4-BE49-F238E27FC236}">
                <a16:creationId xmlns:a16="http://schemas.microsoft.com/office/drawing/2014/main" id="{6699025B-CCC9-0A9B-2E2E-4C92894D3A3C}"/>
              </a:ext>
            </a:extLst>
          </p:cNvPr>
          <p:cNvSpPr/>
          <p:nvPr/>
        </p:nvSpPr>
        <p:spPr>
          <a:xfrm>
            <a:off x="5896353" y="5127691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5" name="Freeform 95">
            <a:extLst>
              <a:ext uri="{FF2B5EF4-FFF2-40B4-BE49-F238E27FC236}">
                <a16:creationId xmlns:a16="http://schemas.microsoft.com/office/drawing/2014/main" id="{0C99B19D-9362-E892-FFEE-E173F85B4B91}"/>
              </a:ext>
            </a:extLst>
          </p:cNvPr>
          <p:cNvSpPr/>
          <p:nvPr/>
        </p:nvSpPr>
        <p:spPr>
          <a:xfrm>
            <a:off x="7450353" y="5132173"/>
            <a:ext cx="112460" cy="92808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6" name="Freeform 96">
            <a:extLst>
              <a:ext uri="{FF2B5EF4-FFF2-40B4-BE49-F238E27FC236}">
                <a16:creationId xmlns:a16="http://schemas.microsoft.com/office/drawing/2014/main" id="{C6BCB57A-256A-4A35-65D8-99897D721F51}"/>
              </a:ext>
            </a:extLst>
          </p:cNvPr>
          <p:cNvSpPr/>
          <p:nvPr/>
        </p:nvSpPr>
        <p:spPr>
          <a:xfrm>
            <a:off x="9001161" y="5127691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7" name="Freeform 77">
            <a:extLst>
              <a:ext uri="{FF2B5EF4-FFF2-40B4-BE49-F238E27FC236}">
                <a16:creationId xmlns:a16="http://schemas.microsoft.com/office/drawing/2014/main" id="{EEC953E6-5648-4BE2-CA08-EF9CA3C69077}"/>
              </a:ext>
            </a:extLst>
          </p:cNvPr>
          <p:cNvSpPr/>
          <p:nvPr/>
        </p:nvSpPr>
        <p:spPr>
          <a:xfrm>
            <a:off x="2827727" y="5154875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8" name="Freeform 77">
            <a:extLst>
              <a:ext uri="{FF2B5EF4-FFF2-40B4-BE49-F238E27FC236}">
                <a16:creationId xmlns:a16="http://schemas.microsoft.com/office/drawing/2014/main" id="{3D365E6F-BE5F-6291-25A0-29326C2C7BAB}"/>
              </a:ext>
            </a:extLst>
          </p:cNvPr>
          <p:cNvSpPr/>
          <p:nvPr/>
        </p:nvSpPr>
        <p:spPr>
          <a:xfrm>
            <a:off x="4362040" y="5132171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9" name="Freeform 96">
            <a:extLst>
              <a:ext uri="{FF2B5EF4-FFF2-40B4-BE49-F238E27FC236}">
                <a16:creationId xmlns:a16="http://schemas.microsoft.com/office/drawing/2014/main" id="{D814194E-5E49-8A9A-39BF-E5FB0B4E7E00}"/>
              </a:ext>
            </a:extLst>
          </p:cNvPr>
          <p:cNvSpPr/>
          <p:nvPr/>
        </p:nvSpPr>
        <p:spPr>
          <a:xfrm>
            <a:off x="10848011" y="5111139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3C73DC2-6B66-9065-05A1-D63BA488C1DA}"/>
              </a:ext>
            </a:extLst>
          </p:cNvPr>
          <p:cNvCxnSpPr>
            <a:cxnSpLocks/>
          </p:cNvCxnSpPr>
          <p:nvPr/>
        </p:nvCxnSpPr>
        <p:spPr>
          <a:xfrm>
            <a:off x="2985147" y="6038527"/>
            <a:ext cx="2854976" cy="21727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5AD9870-8B11-33B7-57B8-4E71DF8097E5}"/>
              </a:ext>
            </a:extLst>
          </p:cNvPr>
          <p:cNvCxnSpPr>
            <a:cxnSpLocks/>
          </p:cNvCxnSpPr>
          <p:nvPr/>
        </p:nvCxnSpPr>
        <p:spPr>
          <a:xfrm flipV="1">
            <a:off x="7562813" y="6038527"/>
            <a:ext cx="3377306" cy="21727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913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Non-Buffered Send/Receive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1844" y="1674948"/>
            <a:ext cx="933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Sending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5912" y="5178779"/>
            <a:ext cx="2330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LcParenBoth"/>
            </a:pPr>
            <a:r>
              <a:rPr lang="en-US">
                <a:solidFill>
                  <a:schemeClr val="bg2">
                    <a:lumMod val="10000"/>
                  </a:schemeClr>
                </a:solidFill>
              </a:rPr>
              <a:t>Sender comes first;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idling at sender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643033" y="2325592"/>
            <a:ext cx="2868326" cy="2853186"/>
            <a:chOff x="231921" y="2099814"/>
            <a:chExt cx="2868326" cy="3234186"/>
          </a:xfrm>
        </p:grpSpPr>
        <p:sp>
          <p:nvSpPr>
            <p:cNvPr id="23" name="TextBox 22"/>
            <p:cNvSpPr txBox="1"/>
            <p:nvPr/>
          </p:nvSpPr>
          <p:spPr>
            <a:xfrm>
              <a:off x="1201947" y="2224487"/>
              <a:ext cx="944297" cy="732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C00000"/>
                  </a:solidFill>
                </a:rPr>
                <a:t>Request</a:t>
              </a:r>
            </a:p>
            <a:p>
              <a:pPr algn="ctr"/>
              <a:r>
                <a:rPr lang="en-US">
                  <a:solidFill>
                    <a:srgbClr val="C00000"/>
                  </a:solidFill>
                </a:rPr>
                <a:t>to send</a:t>
              </a:r>
            </a:p>
          </p:txBody>
        </p:sp>
        <p:sp>
          <p:nvSpPr>
            <p:cNvPr id="2" name="Rectangle 1"/>
            <p:cNvSpPr/>
            <p:nvPr/>
          </p:nvSpPr>
          <p:spPr>
            <a:xfrm>
              <a:off x="856172" y="2109566"/>
              <a:ext cx="363028" cy="8241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31921" y="2754866"/>
              <a:ext cx="649537" cy="418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C00000"/>
                  </a:solidFill>
                </a:rPr>
                <a:t>Send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56172" y="3079796"/>
              <a:ext cx="363028" cy="838200"/>
            </a:xfrm>
            <a:prstGeom prst="rect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56171" y="4070396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6172" y="4800600"/>
              <a:ext cx="363028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151572" y="2099814"/>
              <a:ext cx="363028" cy="18224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146244" y="4070396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146244" y="4800600"/>
              <a:ext cx="363028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" name="Right Arrow 4"/>
            <p:cNvSpPr/>
            <p:nvPr/>
          </p:nvSpPr>
          <p:spPr>
            <a:xfrm>
              <a:off x="1289501" y="4070396"/>
              <a:ext cx="838199" cy="577804"/>
            </a:xfrm>
            <a:prstGeom prst="rightArrow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data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1295400" y="2933700"/>
              <a:ext cx="685800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1295400" y="3917996"/>
              <a:ext cx="685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201946" y="3174616"/>
              <a:ext cx="882934" cy="732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chemeClr val="accent1"/>
                  </a:solidFill>
                </a:rPr>
                <a:t>okay</a:t>
              </a:r>
            </a:p>
            <a:p>
              <a:pPr algn="ctr"/>
              <a:r>
                <a:rPr lang="en-US">
                  <a:solidFill>
                    <a:schemeClr val="accent1"/>
                  </a:solidFill>
                </a:rPr>
                <a:t>to send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438399" y="3804822"/>
              <a:ext cx="661848" cy="418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accent1"/>
                  </a:solidFill>
                </a:rPr>
                <a:t>Recv</a:t>
              </a:r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.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05682" y="3274217"/>
              <a:ext cx="540533" cy="418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Idle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3155410" y="1661939"/>
            <a:ext cx="1075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Receiving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913" y="1687957"/>
            <a:ext cx="933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Sending</a:t>
            </a:r>
          </a:p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7530" y="5169848"/>
            <a:ext cx="3011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(b) Sender and Receiver come at about the same time;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idling minimized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7913" y="1679262"/>
            <a:ext cx="1075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Receiving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1913" y="1674947"/>
            <a:ext cx="933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Sending</a:t>
            </a:r>
          </a:p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03511" y="5254979"/>
            <a:ext cx="24157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(c) Receiver comes first;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idling at Receiver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07313" y="1661938"/>
            <a:ext cx="1075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Receiving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4469644" y="2334287"/>
            <a:ext cx="3140289" cy="2844492"/>
            <a:chOff x="3058531" y="2108508"/>
            <a:chExt cx="3140289" cy="3253271"/>
          </a:xfrm>
        </p:grpSpPr>
        <p:sp>
          <p:nvSpPr>
            <p:cNvPr id="27" name="Rectangle 26"/>
            <p:cNvSpPr/>
            <p:nvPr/>
          </p:nvSpPr>
          <p:spPr>
            <a:xfrm>
              <a:off x="3664282" y="2108508"/>
              <a:ext cx="363028" cy="13903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58531" y="3331254"/>
              <a:ext cx="649537" cy="4224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Send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665148" y="3643160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664282" y="4372307"/>
              <a:ext cx="363028" cy="9747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232837" y="2109566"/>
              <a:ext cx="363028" cy="13893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232836" y="3664088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7" name="Right Arrow 36"/>
            <p:cNvSpPr/>
            <p:nvPr/>
          </p:nvSpPr>
          <p:spPr>
            <a:xfrm>
              <a:off x="4304065" y="3738166"/>
              <a:ext cx="838199" cy="577804"/>
            </a:xfrm>
            <a:prstGeom prst="rightArrow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data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4131692" y="3352800"/>
              <a:ext cx="105946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4131692" y="3486839"/>
              <a:ext cx="105946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4197967" y="2572958"/>
              <a:ext cx="944297" cy="739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C00000"/>
                  </a:solidFill>
                </a:rPr>
                <a:t>Request</a:t>
              </a:r>
            </a:p>
            <a:p>
              <a:pPr algn="ctr"/>
              <a:r>
                <a:rPr lang="en-US">
                  <a:solidFill>
                    <a:srgbClr val="C00000"/>
                  </a:solidFill>
                </a:rPr>
                <a:t>to send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171443" y="3410164"/>
              <a:ext cx="997347" cy="42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accent1"/>
                  </a:solidFill>
                </a:rPr>
                <a:t>okay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232836" y="4387077"/>
              <a:ext cx="363028" cy="9747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536972" y="3377420"/>
              <a:ext cx="661848" cy="4224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accent1"/>
                  </a:solidFill>
                </a:rPr>
                <a:t>Recv</a:t>
              </a:r>
              <a:r>
                <a:rPr lang="en-US">
                  <a:solidFill>
                    <a:schemeClr val="accent1"/>
                  </a:solidFill>
                </a:rPr>
                <a:t>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488694" y="2308269"/>
            <a:ext cx="2919512" cy="2870511"/>
            <a:chOff x="6194234" y="2082490"/>
            <a:chExt cx="2803940" cy="3264519"/>
          </a:xfrm>
        </p:grpSpPr>
        <p:sp>
          <p:nvSpPr>
            <p:cNvPr id="43" name="Rectangle 42"/>
            <p:cNvSpPr/>
            <p:nvPr/>
          </p:nvSpPr>
          <p:spPr>
            <a:xfrm>
              <a:off x="8052238" y="2082490"/>
              <a:ext cx="363028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8052237" y="3079795"/>
              <a:ext cx="363028" cy="838200"/>
            </a:xfrm>
            <a:prstGeom prst="rect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784251" y="4129736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784251" y="4800599"/>
              <a:ext cx="363028" cy="5464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781800" y="2118386"/>
              <a:ext cx="363028" cy="18224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055406" y="4129736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8052238" y="4800599"/>
              <a:ext cx="363028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3" name="Right Arrow 52"/>
            <p:cNvSpPr/>
            <p:nvPr/>
          </p:nvSpPr>
          <p:spPr>
            <a:xfrm>
              <a:off x="7192659" y="4174154"/>
              <a:ext cx="838199" cy="577804"/>
            </a:xfrm>
            <a:prstGeom prst="rightArrow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data</a:t>
              </a:r>
            </a:p>
          </p:txBody>
        </p:sp>
        <p:cxnSp>
          <p:nvCxnSpPr>
            <p:cNvPr id="54" name="Straight Arrow Connector 53"/>
            <p:cNvCxnSpPr/>
            <p:nvPr/>
          </p:nvCxnSpPr>
          <p:spPr>
            <a:xfrm>
              <a:off x="7283147" y="3701712"/>
              <a:ext cx="685800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H="1">
              <a:off x="7248641" y="3910971"/>
              <a:ext cx="685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8362526" y="3804822"/>
              <a:ext cx="635648" cy="420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accent1"/>
                  </a:solidFill>
                </a:rPr>
                <a:t>Recv</a:t>
              </a:r>
              <a:r>
                <a:rPr lang="en-US">
                  <a:solidFill>
                    <a:schemeClr val="accent1"/>
                  </a:solidFill>
                </a:rPr>
                <a:t>.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194234" y="3804822"/>
              <a:ext cx="623824" cy="420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Send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126632" y="2920549"/>
              <a:ext cx="906916" cy="7350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C00000"/>
                  </a:solidFill>
                </a:rPr>
                <a:t>Request</a:t>
              </a:r>
            </a:p>
            <a:p>
              <a:pPr algn="ctr"/>
              <a:r>
                <a:rPr lang="en-US">
                  <a:solidFill>
                    <a:srgbClr val="C00000"/>
                  </a:solidFill>
                </a:rPr>
                <a:t>to send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113084" y="3885729"/>
              <a:ext cx="997347" cy="420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accent1"/>
                  </a:solidFill>
                </a:rPr>
                <a:t>okay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415265" y="3280455"/>
              <a:ext cx="511438" cy="420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Idle</a:t>
              </a:r>
            </a:p>
          </p:txBody>
        </p:sp>
      </p:grpSp>
      <p:cxnSp>
        <p:nvCxnSpPr>
          <p:cNvPr id="591872" name="Straight Connector 591871"/>
          <p:cNvCxnSpPr/>
          <p:nvPr/>
        </p:nvCxnSpPr>
        <p:spPr>
          <a:xfrm>
            <a:off x="4469643" y="1825979"/>
            <a:ext cx="0" cy="4075331"/>
          </a:xfrm>
          <a:prstGeom prst="line">
            <a:avLst/>
          </a:prstGeom>
          <a:ln w="28575">
            <a:solidFill>
              <a:schemeClr val="bg2">
                <a:lumMod val="1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7507112" y="1825979"/>
            <a:ext cx="0" cy="4075331"/>
          </a:xfrm>
          <a:prstGeom prst="line">
            <a:avLst/>
          </a:prstGeom>
          <a:ln w="28575">
            <a:solidFill>
              <a:schemeClr val="bg2">
                <a:lumMod val="1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363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C7EA-9B46-7AD6-60DB-30E9FEBA9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E18F6-EF86-EA34-B5AC-9DF46AEAE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727721"/>
          </a:xfrm>
        </p:spPr>
        <p:txBody>
          <a:bodyPr>
            <a:normAutofit/>
          </a:bodyPr>
          <a:lstStyle/>
          <a:p>
            <a:r>
              <a:rPr lang="en-US" dirty="0"/>
              <a:t>Define the “connectivity pattern” of the processors</a:t>
            </a:r>
          </a:p>
          <a:p>
            <a:r>
              <a:rPr lang="en-US" dirty="0"/>
              <a:t>Helps us in developing more intuitive notions of message passing algorithms</a:t>
            </a:r>
          </a:p>
          <a:p>
            <a:r>
              <a:rPr lang="en-US" dirty="0"/>
              <a:t>Think of it as 1D versus 2D arrays. It will be hard to visualize matrix multiplication if we write algorithms using 1D arrays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8ADF0D-2C06-914C-27FC-1E4CD1AEEAD7}"/>
              </a:ext>
            </a:extLst>
          </p:cNvPr>
          <p:cNvGrpSpPr/>
          <p:nvPr/>
        </p:nvGrpSpPr>
        <p:grpSpPr>
          <a:xfrm>
            <a:off x="2284125" y="4964939"/>
            <a:ext cx="3106882" cy="899648"/>
            <a:chOff x="2492952" y="1841558"/>
            <a:chExt cx="3106882" cy="89964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20D1753-2126-BEFB-62E0-F0C97D95B262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1AA650F-DB88-FB16-8C78-1E25C4EF22E4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0A95AA8-4E02-A543-D744-F2A2A9ED3436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9CE3D6-549A-FAD5-0F38-75B7E5E081CE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8A3AF35-5C04-840F-EB5B-3F8B515ACA2F}"/>
                    </a:ext>
                  </a:extLst>
                </p:cNvPr>
                <p:cNvSpPr txBox="1"/>
                <p:nvPr/>
              </p:nvSpPr>
              <p:spPr>
                <a:xfrm>
                  <a:off x="2492952" y="2341096"/>
                  <a:ext cx="310688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   0          1                  </m:t>
                        </m:r>
                        <m:r>
                          <a:rPr lang="en-US" sz="20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𝑝</m:t>
                        </m:r>
                        <m:r>
                          <a:rPr lang="en-US" sz="20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−1</m:t>
                        </m:r>
                      </m:oMath>
                    </m:oMathPara>
                  </a14:m>
                  <a:endParaRPr lang="en-US" sz="200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2952" y="2341096"/>
                  <a:ext cx="3106882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75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DDBD1C1-4071-FA4A-B789-68C6A8C8C466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5D9C4EB-0B84-D867-0EC3-624ACB961398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D350D9D-7757-BE00-B70A-5F7914C40842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C5C4245A-1DB9-BA66-4BC0-EF1629A74E8B}"/>
              </a:ext>
            </a:extLst>
          </p:cNvPr>
          <p:cNvCxnSpPr>
            <a:stCxn id="5" idx="2"/>
            <a:endCxn id="7" idx="6"/>
          </p:cNvCxnSpPr>
          <p:nvPr/>
        </p:nvCxnSpPr>
        <p:spPr>
          <a:xfrm rot="10800000" flipH="1">
            <a:off x="2745655" y="5156534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00B11F6-C29A-C4DD-8708-E51F34B8B308}"/>
              </a:ext>
            </a:extLst>
          </p:cNvPr>
          <p:cNvGrpSpPr/>
          <p:nvPr/>
        </p:nvGrpSpPr>
        <p:grpSpPr>
          <a:xfrm>
            <a:off x="8493457" y="4742620"/>
            <a:ext cx="2227118" cy="400110"/>
            <a:chOff x="2954482" y="1841558"/>
            <a:chExt cx="2227118" cy="40011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B3A41FE-2E1A-55D9-F526-54343ADF3ACC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9EF9720-19B6-6E79-B024-FE2F051B83BC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19E0FDF-229B-3900-BC7C-75A87CAB6124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36E8CA-B6B8-EE4E-3E1F-546D76425927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DA1A577-9902-663E-1435-AE5203A439DB}"/>
                </a:ext>
              </a:extLst>
            </p:cNvPr>
            <p:cNvCxnSpPr>
              <a:stCxn id="27" idx="6"/>
              <a:endCxn id="28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BF3DE09-0580-B9DB-3640-C04D3CCB235F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4F4F00-28C9-A213-8307-DEA246D093E5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54EFFED3-2186-B44F-FD84-FF428CD0DEE7}"/>
              </a:ext>
            </a:extLst>
          </p:cNvPr>
          <p:cNvCxnSpPr>
            <a:stCxn id="27" idx="2"/>
            <a:endCxn id="29" idx="6"/>
          </p:cNvCxnSpPr>
          <p:nvPr/>
        </p:nvCxnSpPr>
        <p:spPr>
          <a:xfrm rot="10800000" flipH="1">
            <a:off x="8493457" y="4934215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D0605E-D5FD-1ADA-0FB8-3F890D82172E}"/>
              </a:ext>
            </a:extLst>
          </p:cNvPr>
          <p:cNvGrpSpPr/>
          <p:nvPr/>
        </p:nvGrpSpPr>
        <p:grpSpPr>
          <a:xfrm>
            <a:off x="8493457" y="5505585"/>
            <a:ext cx="2227118" cy="400110"/>
            <a:chOff x="2954482" y="1841558"/>
            <a:chExt cx="2227118" cy="40011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75C490E-9D90-A0CF-F4B3-55641F716D84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D46776E-594C-C10F-9877-5A8AED7AA3B8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F2D6C46-7E7A-CE79-1A40-51EC74D3DBFD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636187A-C14E-22A0-A569-C167B48CFAE0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07DFD2E-5AB0-11AC-B622-94D30800232A}"/>
                </a:ext>
              </a:extLst>
            </p:cNvPr>
            <p:cNvCxnSpPr>
              <a:stCxn id="37" idx="6"/>
              <a:endCxn id="38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ABCC5E2-C03E-94E1-BE85-809F00FE63F0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09325D4-1715-593F-B542-91AB4B0B08D7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24FA66D7-8250-BF99-E1EA-50119521E7DD}"/>
              </a:ext>
            </a:extLst>
          </p:cNvPr>
          <p:cNvCxnSpPr>
            <a:stCxn id="37" idx="2"/>
            <a:endCxn id="39" idx="6"/>
          </p:cNvCxnSpPr>
          <p:nvPr/>
        </p:nvCxnSpPr>
        <p:spPr>
          <a:xfrm rot="10800000" flipH="1">
            <a:off x="8493457" y="5697180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5D11902-39CA-E989-6D8D-24DF4FD84E7A}"/>
                  </a:ext>
                </a:extLst>
              </p:cNvPr>
              <p:cNvSpPr txBox="1"/>
              <p:nvPr/>
            </p:nvSpPr>
            <p:spPr>
              <a:xfrm>
                <a:off x="8053575" y="4026752"/>
                <a:ext cx="31068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   0          1                  </m:t>
                      </m:r>
                      <m:r>
                        <a:rPr lang="en-US" sz="20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𝑝</m:t>
                      </m:r>
                      <m:r>
                        <a:rPr lang="en-US" sz="20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5D11902-39CA-E989-6D8D-24DF4FD84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575" y="4026752"/>
                <a:ext cx="3106882" cy="400110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D0ACA572-9124-F0E9-5BF2-BB9032DC0F53}"/>
              </a:ext>
            </a:extLst>
          </p:cNvPr>
          <p:cNvGrpSpPr/>
          <p:nvPr/>
        </p:nvGrpSpPr>
        <p:grpSpPr>
          <a:xfrm>
            <a:off x="8493457" y="6412309"/>
            <a:ext cx="2227118" cy="400110"/>
            <a:chOff x="2954482" y="1841558"/>
            <a:chExt cx="2227118" cy="40011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63CE2FE-A04D-C090-2DBA-179C3E0155D9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77403AA-3C72-53CB-686F-9F060E9C8F59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77EEC14-E809-1F36-9C36-C8769E4CDF4F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CD39709-F8E2-DF87-375C-CC80EF3DDF49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0D1A077-3256-ED1E-028A-D58D2729A92C}"/>
                </a:ext>
              </a:extLst>
            </p:cNvPr>
            <p:cNvCxnSpPr>
              <a:stCxn id="48" idx="6"/>
              <a:endCxn id="49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AB07A09-072F-C82F-16B7-7EFE32B4E082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118C4B5-68BB-878C-9CBC-F40F12E411B2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25AE2933-8F5D-D824-5D82-BD07E05B726A}"/>
              </a:ext>
            </a:extLst>
          </p:cNvPr>
          <p:cNvCxnSpPr>
            <a:stCxn id="48" idx="2"/>
            <a:endCxn id="50" idx="6"/>
          </p:cNvCxnSpPr>
          <p:nvPr/>
        </p:nvCxnSpPr>
        <p:spPr>
          <a:xfrm rot="10800000" flipH="1">
            <a:off x="8493457" y="6603904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0292551-5007-5904-FB0B-A61AAD807A04}"/>
              </a:ext>
            </a:extLst>
          </p:cNvPr>
          <p:cNvCxnSpPr>
            <a:cxnSpLocks/>
          </p:cNvCxnSpPr>
          <p:nvPr/>
        </p:nvCxnSpPr>
        <p:spPr>
          <a:xfrm flipV="1">
            <a:off x="8683957" y="5077896"/>
            <a:ext cx="0" cy="53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006B8A7-CA7A-9BEB-B27B-6156DC9268D9}"/>
              </a:ext>
            </a:extLst>
          </p:cNvPr>
          <p:cNvCxnSpPr>
            <a:cxnSpLocks/>
          </p:cNvCxnSpPr>
          <p:nvPr/>
        </p:nvCxnSpPr>
        <p:spPr>
          <a:xfrm flipV="1">
            <a:off x="9284898" y="5126257"/>
            <a:ext cx="0" cy="53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32B2E3D-FBCC-9605-7EA2-193D35C4F4F5}"/>
              </a:ext>
            </a:extLst>
          </p:cNvPr>
          <p:cNvCxnSpPr>
            <a:cxnSpLocks/>
          </p:cNvCxnSpPr>
          <p:nvPr/>
        </p:nvCxnSpPr>
        <p:spPr>
          <a:xfrm flipV="1">
            <a:off x="10543380" y="5077895"/>
            <a:ext cx="0" cy="53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30971F1-41E4-1E69-1F3B-D897A43CD108}"/>
              </a:ext>
            </a:extLst>
          </p:cNvPr>
          <p:cNvCxnSpPr>
            <a:cxnSpLocks/>
          </p:cNvCxnSpPr>
          <p:nvPr/>
        </p:nvCxnSpPr>
        <p:spPr>
          <a:xfrm flipV="1">
            <a:off x="8654873" y="6188853"/>
            <a:ext cx="0" cy="272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BF6A841-D58E-B8CA-165D-9B1AF95EB9B1}"/>
              </a:ext>
            </a:extLst>
          </p:cNvPr>
          <p:cNvCxnSpPr>
            <a:cxnSpLocks/>
          </p:cNvCxnSpPr>
          <p:nvPr/>
        </p:nvCxnSpPr>
        <p:spPr>
          <a:xfrm flipV="1">
            <a:off x="9269119" y="6154617"/>
            <a:ext cx="0" cy="272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1298A2E-B22D-D3FD-3877-CA5D8CEA2928}"/>
              </a:ext>
            </a:extLst>
          </p:cNvPr>
          <p:cNvCxnSpPr>
            <a:cxnSpLocks/>
          </p:cNvCxnSpPr>
          <p:nvPr/>
        </p:nvCxnSpPr>
        <p:spPr>
          <a:xfrm flipV="1">
            <a:off x="10538519" y="6188853"/>
            <a:ext cx="0" cy="272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A38BCB90-A6EB-5554-740E-98326B250CD9}"/>
              </a:ext>
            </a:extLst>
          </p:cNvPr>
          <p:cNvSpPr txBox="1"/>
          <p:nvPr/>
        </p:nvSpPr>
        <p:spPr>
          <a:xfrm>
            <a:off x="3294262" y="6325173"/>
            <a:ext cx="107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1D Mesh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934649-8936-A7B0-59EE-CBA8B96FC9B9}"/>
              </a:ext>
            </a:extLst>
          </p:cNvPr>
          <p:cNvSpPr txBox="1"/>
          <p:nvPr/>
        </p:nvSpPr>
        <p:spPr>
          <a:xfrm>
            <a:off x="10828267" y="6325173"/>
            <a:ext cx="107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2D Mesh</a:t>
            </a:r>
          </a:p>
        </p:txBody>
      </p:sp>
    </p:spTree>
    <p:extLst>
      <p:ext uri="{BB962C8B-B14F-4D97-AF65-F5344CB8AC3E}">
        <p14:creationId xmlns:p14="http://schemas.microsoft.com/office/powerpoint/2010/main" val="3804253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CCA6D4-B5B4-67C5-7AA1-526BC4070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Programming Paradigm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0A950-1866-9636-19A9-ABE6D6618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Specifies the following</a:t>
            </a:r>
          </a:p>
          <a:p>
            <a:pPr lvl="1"/>
            <a:r>
              <a:rPr lang="en-US" dirty="0"/>
              <a:t>Concurrency Model (BSP, SPMD, None/Asynchronous)</a:t>
            </a:r>
          </a:p>
          <a:p>
            <a:pPr lvl="2"/>
            <a:r>
              <a:rPr lang="en-US" dirty="0"/>
              <a:t>Processes: The number of processes and the work performed for each process</a:t>
            </a:r>
          </a:p>
          <a:p>
            <a:pPr lvl="2"/>
            <a:r>
              <a:rPr lang="en-US" dirty="0"/>
              <a:t>Send, receive that enable data (we will only use blocking non-buffered semantics)</a:t>
            </a:r>
          </a:p>
          <a:p>
            <a:pPr lvl="1"/>
            <a:r>
              <a:rPr lang="en-US" dirty="0"/>
              <a:t>A virtual topology of the processes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will discuss it at algorithmic level. </a:t>
            </a:r>
          </a:p>
          <a:p>
            <a:pPr lvl="1"/>
            <a:r>
              <a:rPr lang="en-US" dirty="0"/>
              <a:t>Skip initialization, rank calculation, etc.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94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D1101-8529-74E8-F3BA-56043015C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34CF4-FAF9-F992-7291-7C25E3186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86476"/>
          </a:xfrm>
        </p:spPr>
        <p:txBody>
          <a:bodyPr/>
          <a:lstStyle/>
          <a:p>
            <a:r>
              <a:rPr lang="en-US" dirty="0" err="1"/>
              <a:t>MPI_Broadcast</a:t>
            </a:r>
            <a:r>
              <a:rPr lang="en-US" dirty="0"/>
              <a:t>(buffer, size, root)</a:t>
            </a:r>
          </a:p>
          <a:p>
            <a:endParaRPr lang="en-US" dirty="0"/>
          </a:p>
          <a:p>
            <a:r>
              <a:rPr lang="en-US" dirty="0"/>
              <a:t>Send the data stored in </a:t>
            </a:r>
            <a:r>
              <a:rPr lang="en-US" b="1" dirty="0"/>
              <a:t>buffer </a:t>
            </a:r>
            <a:r>
              <a:rPr lang="en-US" dirty="0"/>
              <a:t>at the </a:t>
            </a:r>
            <a:r>
              <a:rPr lang="en-US" b="1" dirty="0"/>
              <a:t>root </a:t>
            </a:r>
            <a:r>
              <a:rPr lang="en-US" dirty="0"/>
              <a:t>processor to all the processors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1D322-B1B3-5A4E-A993-72F7E49F9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427" y="3970159"/>
            <a:ext cx="6767245" cy="275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179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AFDF-715D-5FE4-5902-F701C3C6C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F16579-BF4D-A3B3-CCD1-C7BDB37E53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8957" y="2275425"/>
            <a:ext cx="8998212" cy="2875470"/>
          </a:xfrm>
        </p:spPr>
      </p:pic>
    </p:spTree>
    <p:extLst>
      <p:ext uri="{BB962C8B-B14F-4D97-AF65-F5344CB8AC3E}">
        <p14:creationId xmlns:p14="http://schemas.microsoft.com/office/powerpoint/2010/main" val="4122529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E24D-52EA-0BE7-14C2-5C8603E9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MPI_Gather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7B5C7E-3814-3E68-A8B6-84803108C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4603" y="2516596"/>
            <a:ext cx="8747751" cy="2853707"/>
          </a:xfrm>
        </p:spPr>
      </p:pic>
    </p:spTree>
    <p:extLst>
      <p:ext uri="{BB962C8B-B14F-4D97-AF65-F5344CB8AC3E}">
        <p14:creationId xmlns:p14="http://schemas.microsoft.com/office/powerpoint/2010/main" val="3165523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593C-54D9-FC4A-7F6F-C2DABA356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83806A-4684-3F39-4909-09C95367F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679" y="1828800"/>
            <a:ext cx="9196755" cy="3978219"/>
          </a:xfrm>
        </p:spPr>
      </p:pic>
    </p:spTree>
    <p:extLst>
      <p:ext uri="{BB962C8B-B14F-4D97-AF65-F5344CB8AC3E}">
        <p14:creationId xmlns:p14="http://schemas.microsoft.com/office/powerpoint/2010/main" val="283560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8F2B9-974B-A5D3-8F66-7602AC62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MPI_AllReduce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80642-4848-9991-046E-F05A7BE11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MPI_AllReduce</a:t>
            </a:r>
            <a:r>
              <a:rPr lang="en-US" dirty="0"/>
              <a:t>(</a:t>
            </a:r>
            <a:r>
              <a:rPr lang="en-US" dirty="0" err="1"/>
              <a:t>inbuf</a:t>
            </a:r>
            <a:r>
              <a:rPr lang="en-US" dirty="0"/>
              <a:t>, </a:t>
            </a:r>
            <a:r>
              <a:rPr lang="en-US" dirty="0" err="1"/>
              <a:t>resultbuf</a:t>
            </a:r>
            <a:r>
              <a:rPr lang="en-US" dirty="0"/>
              <a:t>, size)</a:t>
            </a:r>
          </a:p>
          <a:p>
            <a:endParaRPr lang="en-US" dirty="0"/>
          </a:p>
          <a:p>
            <a:r>
              <a:rPr lang="en-US" dirty="0"/>
              <a:t>Same as </a:t>
            </a:r>
            <a:r>
              <a:rPr lang="en-US" dirty="0" err="1"/>
              <a:t>MPI_Reduce</a:t>
            </a:r>
            <a:r>
              <a:rPr lang="en-US" dirty="0"/>
              <a:t>() but stores the results in all the processors</a:t>
            </a:r>
          </a:p>
          <a:p>
            <a:endParaRPr lang="en-US" dirty="0"/>
          </a:p>
          <a:p>
            <a:r>
              <a:rPr lang="en-US" dirty="0"/>
              <a:t>Equivalent to:</a:t>
            </a:r>
          </a:p>
          <a:p>
            <a:pPr lvl="1"/>
            <a:r>
              <a:rPr lang="en-US" dirty="0" err="1"/>
              <a:t>MPI_Reduce</a:t>
            </a:r>
            <a:r>
              <a:rPr lang="en-US" dirty="0"/>
              <a:t>(</a:t>
            </a:r>
            <a:r>
              <a:rPr lang="en-US" dirty="0" err="1"/>
              <a:t>inbuf</a:t>
            </a:r>
            <a:r>
              <a:rPr lang="en-US" dirty="0"/>
              <a:t>, </a:t>
            </a:r>
            <a:r>
              <a:rPr lang="en-US" dirty="0" err="1"/>
              <a:t>ibsize</a:t>
            </a:r>
            <a:r>
              <a:rPr lang="en-US" dirty="0"/>
              <a:t>, </a:t>
            </a:r>
            <a:r>
              <a:rPr lang="en-US" dirty="0" err="1"/>
              <a:t>resultbuf</a:t>
            </a:r>
            <a:r>
              <a:rPr lang="en-US" dirty="0"/>
              <a:t>, </a:t>
            </a:r>
            <a:r>
              <a:rPr lang="en-US" dirty="0" err="1"/>
              <a:t>rbsize</a:t>
            </a:r>
            <a:r>
              <a:rPr lang="en-US" dirty="0"/>
              <a:t>, </a:t>
            </a:r>
            <a:r>
              <a:rPr lang="en-US" dirty="0" err="1"/>
              <a:t>Aggr_op</a:t>
            </a:r>
            <a:r>
              <a:rPr lang="en-US" dirty="0"/>
              <a:t>, root)</a:t>
            </a:r>
          </a:p>
          <a:p>
            <a:pPr lvl="1"/>
            <a:r>
              <a:rPr lang="en-US" dirty="0" err="1"/>
              <a:t>MPI_Broadcast</a:t>
            </a:r>
            <a:r>
              <a:rPr lang="en-US" dirty="0"/>
              <a:t>(</a:t>
            </a:r>
            <a:r>
              <a:rPr lang="en-US" dirty="0" err="1"/>
              <a:t>resultbuf</a:t>
            </a:r>
            <a:r>
              <a:rPr lang="en-US" dirty="0"/>
              <a:t>, </a:t>
            </a:r>
            <a:r>
              <a:rPr lang="en-US" dirty="0" err="1"/>
              <a:t>rbsize</a:t>
            </a:r>
            <a:r>
              <a:rPr lang="en-US" dirty="0"/>
              <a:t>, root )</a:t>
            </a:r>
          </a:p>
        </p:txBody>
      </p:sp>
    </p:spTree>
    <p:extLst>
      <p:ext uri="{BB962C8B-B14F-4D97-AF65-F5344CB8AC3E}">
        <p14:creationId xmlns:p14="http://schemas.microsoft.com/office/powerpoint/2010/main" val="3563996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6028-CEB9-3562-461D-51BA0C74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A7CF84-5411-E65C-1BC0-1597281A54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09244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∑(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^2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A7CF84-5411-E65C-1BC0-1597281A54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09244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BE840AF-E7B1-98CA-E9A9-687AFC0D99E3}"/>
              </a:ext>
            </a:extLst>
          </p:cNvPr>
          <p:cNvSpPr txBox="1"/>
          <p:nvPr/>
        </p:nvSpPr>
        <p:spPr>
          <a:xfrm>
            <a:off x="9890759" y="2979420"/>
            <a:ext cx="1120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Iteratively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E71FC-1F8C-1365-350A-D1EC2075F5B3}"/>
              </a:ext>
            </a:extLst>
          </p:cNvPr>
          <p:cNvSpPr txBox="1"/>
          <p:nvPr/>
        </p:nvSpPr>
        <p:spPr>
          <a:xfrm>
            <a:off x="9890759" y="4239458"/>
            <a:ext cx="2080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For all samples, in each iteration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533A87-C295-61BB-EFD9-4E52E5D1106A}"/>
              </a:ext>
            </a:extLst>
          </p:cNvPr>
          <p:cNvCxnSpPr>
            <a:stCxn id="4" idx="1"/>
          </p:cNvCxnSpPr>
          <p:nvPr/>
        </p:nvCxnSpPr>
        <p:spPr>
          <a:xfrm flipH="1">
            <a:off x="6964680" y="3164086"/>
            <a:ext cx="2926079" cy="5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5CA254-9568-A7CD-047D-CAA29B4320B8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840980" y="4503420"/>
            <a:ext cx="2049779" cy="59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9F33A2C3-5AFF-AB10-6D90-B16B586375E2}"/>
              </a:ext>
            </a:extLst>
          </p:cNvPr>
          <p:cNvSpPr/>
          <p:nvPr/>
        </p:nvSpPr>
        <p:spPr>
          <a:xfrm rot="5400000">
            <a:off x="4842510" y="4133850"/>
            <a:ext cx="320040" cy="233934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48D5AE-D364-D75B-7139-C405E3A662C1}"/>
              </a:ext>
            </a:extLst>
          </p:cNvPr>
          <p:cNvSpPr txBox="1"/>
          <p:nvPr/>
        </p:nvSpPr>
        <p:spPr>
          <a:xfrm>
            <a:off x="4503419" y="5730240"/>
            <a:ext cx="655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1199527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5E29-110C-D777-1CE5-3ACB8819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4E31C-FE41-7E49-A2FA-815849631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3058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layers in CNN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4E31C-FE41-7E49-A2FA-815849631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3058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998EEC9-53D7-E435-F1E2-287AD83C88CE}"/>
              </a:ext>
            </a:extLst>
          </p:cNvPr>
          <p:cNvSpPr txBox="1"/>
          <p:nvPr/>
        </p:nvSpPr>
        <p:spPr>
          <a:xfrm>
            <a:off x="9441179" y="2040811"/>
            <a:ext cx="2487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Weights (Filters/Kernels)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079E71-750C-CFAF-C3DE-4B650A563775}"/>
              </a:ext>
            </a:extLst>
          </p:cNvPr>
          <p:cNvSpPr txBox="1"/>
          <p:nvPr/>
        </p:nvSpPr>
        <p:spPr>
          <a:xfrm>
            <a:off x="9544049" y="2769671"/>
            <a:ext cx="2080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Output of layer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58EE4EB-03A8-3228-CB1B-FA7D1C15A258}"/>
              </a:ext>
            </a:extLst>
          </p:cNvPr>
          <p:cNvCxnSpPr>
            <a:cxnSpLocks/>
          </p:cNvCxnSpPr>
          <p:nvPr/>
        </p:nvCxnSpPr>
        <p:spPr>
          <a:xfrm flipH="1">
            <a:off x="6477000" y="2374960"/>
            <a:ext cx="2964179" cy="61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FCF937-8FD5-6870-75FC-17EAA5B6D84E}"/>
              </a:ext>
            </a:extLst>
          </p:cNvPr>
          <p:cNvCxnSpPr>
            <a:cxnSpLocks/>
          </p:cNvCxnSpPr>
          <p:nvPr/>
        </p:nvCxnSpPr>
        <p:spPr>
          <a:xfrm flipH="1">
            <a:off x="6496050" y="2954337"/>
            <a:ext cx="2796540" cy="474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D121E8-3B07-E457-3DE1-22E40959189E}"/>
                  </a:ext>
                </a:extLst>
              </p:cNvPr>
              <p:cNvSpPr txBox="1"/>
              <p:nvPr/>
            </p:nvSpPr>
            <p:spPr>
              <a:xfrm>
                <a:off x="0" y="4792940"/>
                <a:ext cx="2080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2∗</m:t>
                      </m:r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D121E8-3B07-E457-3DE1-22E409591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92940"/>
                <a:ext cx="208026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796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AC3-E0F1-5E89-36DB-C0188A7F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65C9AC-D430-44DE-1324-4301EB6F7DDC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769B49-984E-BAC4-4D37-0349D0CD8DD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86FBA23-2003-4EE1-07DA-268B2152623A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3902944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AC3-E0F1-5E89-36DB-C0188A7F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C19133-089E-B3A6-6CE4-104B95967771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83DCC5-CB51-2C73-16D9-37E22FF4190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E65C9AC-D430-44DE-1324-4301EB6F7DDC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769B49-984E-BAC4-4D37-0349D0CD8DD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28D1BF-CB54-FDB2-4626-3BC5E3468ECA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3E854BB-58A5-2262-F90B-98AFDD0EB9E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0A5A61-C38C-324B-5C83-1F151F201A13}"/>
              </a:ext>
            </a:extLst>
          </p:cNvPr>
          <p:cNvCxnSpPr/>
          <p:nvPr/>
        </p:nvCxnSpPr>
        <p:spPr>
          <a:xfrm>
            <a:off x="1465462" y="2192138"/>
            <a:ext cx="23738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5B4AF1A-AAD6-3568-703F-73BE67974CEE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2577631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AC3-E0F1-5E89-36DB-C0188A7F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C19133-089E-B3A6-6CE4-104B95967771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83DCC5-CB51-2C73-16D9-37E22FF4190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E65C9AC-D430-44DE-1324-4301EB6F7DDC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769B49-984E-BAC4-4D37-0349D0CD8DD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23638E-A16C-B30A-8FD6-DF47F573CD68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EA9A3BD-E821-1DEC-DC63-2C31CE16BDD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28D1BF-CB54-FDB2-4626-3BC5E3468ECA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3E854BB-58A5-2262-F90B-98AFDD0EB9E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3ED15D5-FEBF-A6CB-7F3D-7B92BF86E5BC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BECF253-FBA8-B9C1-5547-F9CEB5F5287F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7C174B4-C12F-C14D-14D3-932443F0D18C}"/>
              </a:ext>
            </a:extLst>
          </p:cNvPr>
          <p:cNvCxnSpPr/>
          <p:nvPr/>
        </p:nvCxnSpPr>
        <p:spPr>
          <a:xfrm>
            <a:off x="4499332" y="2258750"/>
            <a:ext cx="23738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7B6926F-61A0-03DF-52B6-4CCABDEE01B1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6927202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AC3-E0F1-5E89-36DB-C0188A7F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C19133-089E-B3A6-6CE4-104B95967771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83DCC5-CB51-2C73-16D9-37E22FF4190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E65C9AC-D430-44DE-1324-4301EB6F7DDC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769B49-984E-BAC4-4D37-0349D0CD8DD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23638E-A16C-B30A-8FD6-DF47F573CD68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EA9A3BD-E821-1DEC-DC63-2C31CE16BDD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28D1BF-CB54-FDB2-4626-3BC5E3468ECA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3E854BB-58A5-2262-F90B-98AFDD0EB9E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DFE92B-1AE0-EA40-82C5-F8AA7AE25B24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33A6D3E-6FB3-4747-8AA6-5BC4AB2B47F0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CCBFA5E-73AC-90A4-F440-0DF73754C84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CCBFA5E-73AC-90A4-F440-0DF73754C8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AB22FBF-418E-C3AD-CB87-7CAEA2EED639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AD82B96-3502-DD06-AA4D-FCFD956373D9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6F213AE-3D30-85B8-2189-443AA4BE082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6F213AE-3D30-85B8-2189-443AA4BE0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3ED15D5-FEBF-A6CB-7F3D-7B92BF86E5BC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BECF253-FBA8-B9C1-5547-F9CEB5F5287F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EFC49C9-474E-8286-B890-6FDFE537612D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4D02B99-C623-47A3-5A46-9A892B49861F}"/>
              </a:ext>
            </a:extLst>
          </p:cNvPr>
          <p:cNvCxnSpPr/>
          <p:nvPr/>
        </p:nvCxnSpPr>
        <p:spPr>
          <a:xfrm>
            <a:off x="8617969" y="2234527"/>
            <a:ext cx="23738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F4A2A7-5587-81D0-891D-DFDCF2B697EE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40727234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Error Calculation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51751F4-57D2-C367-0796-6A69559EBD5F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3979417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/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44BA7C0-7D97-9443-B1BA-34ECC57469BB}"/>
              </a:ext>
            </a:extLst>
          </p:cNvPr>
          <p:cNvCxnSpPr/>
          <p:nvPr/>
        </p:nvCxnSpPr>
        <p:spPr>
          <a:xfrm flipH="1">
            <a:off x="9307502" y="5637791"/>
            <a:ext cx="196358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89310D4-0685-9199-8532-769F35552AAD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830590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/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37DB35-F939-A380-6EC3-8CEFF9D659EE}"/>
                  </a:ext>
                </a:extLst>
              </p:cNvPr>
              <p:cNvSpPr txBox="1"/>
              <p:nvPr/>
            </p:nvSpPr>
            <p:spPr>
              <a:xfrm>
                <a:off x="5161124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37DB35-F939-A380-6EC3-8CEFF9D65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24" y="4321667"/>
                <a:ext cx="934550" cy="6751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5ECDC39-4E3F-C9A2-0554-9913DC809B0E}"/>
              </a:ext>
            </a:extLst>
          </p:cNvPr>
          <p:cNvCxnSpPr/>
          <p:nvPr/>
        </p:nvCxnSpPr>
        <p:spPr>
          <a:xfrm flipH="1">
            <a:off x="5471419" y="5637791"/>
            <a:ext cx="196358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DAB0E-D9D5-D393-4B47-6C4B22D4F60A}"/>
              </a:ext>
            </a:extLst>
          </p:cNvPr>
          <p:cNvSpPr txBox="1"/>
          <p:nvPr/>
        </p:nvSpPr>
        <p:spPr>
          <a:xfrm>
            <a:off x="3307367" y="6019070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20626033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/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37DB35-F939-A380-6EC3-8CEFF9D659EE}"/>
                  </a:ext>
                </a:extLst>
              </p:cNvPr>
              <p:cNvSpPr txBox="1"/>
              <p:nvPr/>
            </p:nvSpPr>
            <p:spPr>
              <a:xfrm>
                <a:off x="5161124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37DB35-F939-A380-6EC3-8CEFF9D65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24" y="4321667"/>
                <a:ext cx="934550" cy="6751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/>
              <p:nvPr/>
            </p:nvSpPr>
            <p:spPr>
              <a:xfrm>
                <a:off x="2106143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143" y="4321667"/>
                <a:ext cx="934550" cy="67518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FD3A392-B5E9-1A51-1B91-1F6D94376EA4}"/>
              </a:ext>
            </a:extLst>
          </p:cNvPr>
          <p:cNvCxnSpPr/>
          <p:nvPr/>
        </p:nvCxnSpPr>
        <p:spPr>
          <a:xfrm flipH="1">
            <a:off x="2282888" y="5637791"/>
            <a:ext cx="196358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04C0201-011B-F5FD-9402-0DFF290A140B}"/>
              </a:ext>
            </a:extLst>
          </p:cNvPr>
          <p:cNvSpPr txBox="1"/>
          <p:nvPr/>
        </p:nvSpPr>
        <p:spPr>
          <a:xfrm>
            <a:off x="3397208" y="6353428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32386873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207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2077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6771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67717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011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0116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575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5756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B0E072C-CA49-3EC1-273D-B2B0E86E4998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8EB59367-CB53-8A52-B1A2-FAA80A68D07D}"/>
              </a:ext>
            </a:extLst>
          </p:cNvPr>
          <p:cNvCxnSpPr>
            <a:cxnSpLocks/>
            <a:stCxn id="35" idx="0"/>
            <a:endCxn id="7" idx="0"/>
          </p:cNvCxnSpPr>
          <p:nvPr/>
        </p:nvCxnSpPr>
        <p:spPr>
          <a:xfrm rot="16200000" flipV="1">
            <a:off x="5672990" y="1200504"/>
            <a:ext cx="66937" cy="3064492"/>
          </a:xfrm>
          <a:prstGeom prst="curvedConnector3">
            <a:avLst>
              <a:gd name="adj1" fmla="val 91194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1EFACCE4-B67D-7D53-3EDE-9249854A1CE3}"/>
              </a:ext>
            </a:extLst>
          </p:cNvPr>
          <p:cNvCxnSpPr>
            <a:cxnSpLocks/>
            <a:endCxn id="35" idx="0"/>
          </p:cNvCxnSpPr>
          <p:nvPr/>
        </p:nvCxnSpPr>
        <p:spPr>
          <a:xfrm rot="10800000">
            <a:off x="7238705" y="2766218"/>
            <a:ext cx="4418061" cy="146802"/>
          </a:xfrm>
          <a:prstGeom prst="curvedConnector4">
            <a:avLst>
              <a:gd name="adj1" fmla="val -1348"/>
              <a:gd name="adj2" fmla="val 68059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84FE1-178C-2913-F41E-1448D407541F}"/>
                  </a:ext>
                </a:extLst>
              </p:cNvPr>
              <p:cNvSpPr txBox="1"/>
              <p:nvPr/>
            </p:nvSpPr>
            <p:spPr>
              <a:xfrm>
                <a:off x="3635399" y="4828981"/>
                <a:ext cx="5598840" cy="676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84FE1-178C-2913-F41E-1448D4075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399" y="4828981"/>
                <a:ext cx="5598840" cy="6766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239DABC-E201-7313-2514-D30DF1EBF54F}"/>
              </a:ext>
            </a:extLst>
          </p:cNvPr>
          <p:cNvSpPr txBox="1"/>
          <p:nvPr/>
        </p:nvSpPr>
        <p:spPr>
          <a:xfrm>
            <a:off x="3291427" y="6123543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38701345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6028-CEB9-3562-461D-51BA0C74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A7CF84-5411-E65C-1BC0-1597281A54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09244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∑(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^2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A7CF84-5411-E65C-1BC0-1597281A54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09244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BE840AF-E7B1-98CA-E9A9-687AFC0D99E3}"/>
              </a:ext>
            </a:extLst>
          </p:cNvPr>
          <p:cNvSpPr txBox="1"/>
          <p:nvPr/>
        </p:nvSpPr>
        <p:spPr>
          <a:xfrm>
            <a:off x="9890759" y="2979420"/>
            <a:ext cx="1120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Iteratively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E71FC-1F8C-1365-350A-D1EC2075F5B3}"/>
              </a:ext>
            </a:extLst>
          </p:cNvPr>
          <p:cNvSpPr txBox="1"/>
          <p:nvPr/>
        </p:nvSpPr>
        <p:spPr>
          <a:xfrm>
            <a:off x="9890759" y="4239458"/>
            <a:ext cx="2080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For all samples, in each iteration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533A87-C295-61BB-EFD9-4E52E5D1106A}"/>
              </a:ext>
            </a:extLst>
          </p:cNvPr>
          <p:cNvCxnSpPr>
            <a:stCxn id="4" idx="1"/>
          </p:cNvCxnSpPr>
          <p:nvPr/>
        </p:nvCxnSpPr>
        <p:spPr>
          <a:xfrm flipH="1">
            <a:off x="6964680" y="3164086"/>
            <a:ext cx="2926079" cy="5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5CA254-9568-A7CD-047D-CAA29B4320B8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840980" y="4503420"/>
            <a:ext cx="2049779" cy="59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9F33A2C3-5AFF-AB10-6D90-B16B586375E2}"/>
              </a:ext>
            </a:extLst>
          </p:cNvPr>
          <p:cNvSpPr/>
          <p:nvPr/>
        </p:nvSpPr>
        <p:spPr>
          <a:xfrm rot="5400000">
            <a:off x="4842510" y="3841490"/>
            <a:ext cx="320040" cy="233934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48D5AE-D364-D75B-7139-C405E3A662C1}"/>
              </a:ext>
            </a:extLst>
          </p:cNvPr>
          <p:cNvSpPr txBox="1"/>
          <p:nvPr/>
        </p:nvSpPr>
        <p:spPr>
          <a:xfrm>
            <a:off x="4751700" y="5345966"/>
            <a:ext cx="655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Error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17C574-3787-5992-305D-B055F42DDF3A}"/>
              </a:ext>
            </a:extLst>
          </p:cNvPr>
          <p:cNvSpPr txBox="1"/>
          <p:nvPr/>
        </p:nvSpPr>
        <p:spPr>
          <a:xfrm>
            <a:off x="619228" y="5961344"/>
            <a:ext cx="4747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 multiple images in a batch: Simply sum up the gradients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C4A0CD-FFCB-A3DD-AF6E-7471A01DC48C}"/>
                  </a:ext>
                </a:extLst>
              </p:cNvPr>
              <p:cNvSpPr txBox="1"/>
              <p:nvPr/>
            </p:nvSpPr>
            <p:spPr>
              <a:xfrm>
                <a:off x="5585813" y="5890606"/>
                <a:ext cx="5598840" cy="676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C4A0CD-FFCB-A3DD-AF6E-7471A01DC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813" y="5890606"/>
                <a:ext cx="5598840" cy="676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E2E45D52-B2FC-EBA3-BB67-9D3738BABDD8}"/>
              </a:ext>
            </a:extLst>
          </p:cNvPr>
          <p:cNvSpPr/>
          <p:nvPr/>
        </p:nvSpPr>
        <p:spPr>
          <a:xfrm>
            <a:off x="6689148" y="5771998"/>
            <a:ext cx="3429807" cy="8356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A297D9-1C50-5553-B23F-E9B533591D42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7333367" y="4885789"/>
            <a:ext cx="1070685" cy="88620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F948623-9A2E-2B47-3E74-9E43CF900A44}"/>
              </a:ext>
            </a:extLst>
          </p:cNvPr>
          <p:cNvSpPr/>
          <p:nvPr/>
        </p:nvSpPr>
        <p:spPr>
          <a:xfrm>
            <a:off x="10337927" y="5807314"/>
            <a:ext cx="787676" cy="8356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EF53A9-D971-E01B-26C3-BEF77052392F}"/>
              </a:ext>
            </a:extLst>
          </p:cNvPr>
          <p:cNvCxnSpPr>
            <a:cxnSpLocks/>
            <a:endCxn id="13" idx="3"/>
          </p:cNvCxnSpPr>
          <p:nvPr/>
        </p:nvCxnSpPr>
        <p:spPr>
          <a:xfrm flipH="1" flipV="1">
            <a:off x="5407136" y="5530632"/>
            <a:ext cx="5276687" cy="30067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954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497A2-5CDF-D9FA-DF34-3E14499E7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AA52FE-2777-5D0B-B608-3DFC6BD315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Lets dig deeper into Gradient Update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AA52FE-2777-5D0B-B608-3DFC6BD31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03861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8547C-595A-D49C-3197-FF042AE2F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D9722-7901-E8B4-885E-03F78C4694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45590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a mini-batch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samples and mean squared error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Li</m:t>
                                </m:r>
                              </m:sub>
                            </m:s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den>
                        </m:f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D9722-7901-E8B4-885E-03F78C4694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455905"/>
              </a:xfrm>
              <a:blipFill>
                <a:blip r:embed="rId2"/>
                <a:stretch>
                  <a:fillRect l="-1043" t="-2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67213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6319-911E-CAA5-DEC1-0BC1CA89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3AE7C-1188-466E-35FC-A7D13F53E4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23749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3AE7C-1188-466E-35FC-A7D13F53E4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2374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5F61FBE-FDCD-6088-9361-01A7106F2716}"/>
              </a:ext>
            </a:extLst>
          </p:cNvPr>
          <p:cNvSpPr txBox="1"/>
          <p:nvPr/>
        </p:nvSpPr>
        <p:spPr>
          <a:xfrm>
            <a:off x="4579952" y="6123543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be calculated in parallel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B0C1A0-0D01-7FD5-1735-32DB7E49E3ED}"/>
              </a:ext>
            </a:extLst>
          </p:cNvPr>
          <p:cNvCxnSpPr>
            <a:cxnSpLocks/>
            <a:stCxn id="4" idx="0"/>
            <a:endCxn id="10" idx="1"/>
          </p:cNvCxnSpPr>
          <p:nvPr/>
        </p:nvCxnSpPr>
        <p:spPr>
          <a:xfrm flipH="1" flipV="1">
            <a:off x="2669417" y="4357316"/>
            <a:ext cx="3647895" cy="1766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B091BC-A192-328B-5ED1-C2E399CA94C0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5852160" y="4478430"/>
            <a:ext cx="465152" cy="1645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eft Brace 9">
            <a:extLst>
              <a:ext uri="{FF2B5EF4-FFF2-40B4-BE49-F238E27FC236}">
                <a16:creationId xmlns:a16="http://schemas.microsoft.com/office/drawing/2014/main" id="{65F7E826-896E-F79B-8560-6984FF2DF4AE}"/>
              </a:ext>
            </a:extLst>
          </p:cNvPr>
          <p:cNvSpPr/>
          <p:nvPr/>
        </p:nvSpPr>
        <p:spPr>
          <a:xfrm rot="16200000">
            <a:off x="2410999" y="2820725"/>
            <a:ext cx="516835" cy="2556346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5F744EC8-5741-E4F0-CC0D-6036C267FC3F}"/>
              </a:ext>
            </a:extLst>
          </p:cNvPr>
          <p:cNvSpPr/>
          <p:nvPr/>
        </p:nvSpPr>
        <p:spPr>
          <a:xfrm rot="16200000">
            <a:off x="5487161" y="2820725"/>
            <a:ext cx="516835" cy="2556346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CF4C8823-1FDF-3C34-388F-3E8CE8D6833B}"/>
              </a:ext>
            </a:extLst>
          </p:cNvPr>
          <p:cNvSpPr/>
          <p:nvPr/>
        </p:nvSpPr>
        <p:spPr>
          <a:xfrm rot="16200000">
            <a:off x="9407717" y="2820726"/>
            <a:ext cx="516835" cy="2556346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837AC0-2A2A-20B0-91EC-59B47E00AC6E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317312" y="4293880"/>
            <a:ext cx="3348822" cy="1829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3407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6319-911E-CAA5-DEC1-0BC1CA89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3AE7C-1188-466E-35FC-A7D13F53E4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23749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3AE7C-1188-466E-35FC-A7D13F53E4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2374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5F61FBE-FDCD-6088-9361-01A7106F2716}"/>
              </a:ext>
            </a:extLst>
          </p:cNvPr>
          <p:cNvSpPr txBox="1"/>
          <p:nvPr/>
        </p:nvSpPr>
        <p:spPr>
          <a:xfrm>
            <a:off x="4579951" y="6123543"/>
            <a:ext cx="4548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Forward propagation in parallel – Need multiple copies of model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5D4517-9910-1A87-67D3-630C7788CEB5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2075290" y="3784821"/>
            <a:ext cx="4778734" cy="2338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27601A-F2A3-1E5B-4E86-A7EF06A1CBE2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5160397" y="3745064"/>
            <a:ext cx="1693627" cy="2378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AE86D9-FF86-23EF-CD2C-C0BAB877C5D5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854024" y="3649649"/>
            <a:ext cx="1948070" cy="2473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5371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6319-911E-CAA5-DEC1-0BC1CA89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3AE7C-1188-466E-35FC-A7D13F53E4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23749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3AE7C-1188-466E-35FC-A7D13F53E4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2374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5F61FBE-FDCD-6088-9361-01A7106F2716}"/>
              </a:ext>
            </a:extLst>
          </p:cNvPr>
          <p:cNvSpPr txBox="1"/>
          <p:nvPr/>
        </p:nvSpPr>
        <p:spPr>
          <a:xfrm>
            <a:off x="4579952" y="6123543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 Calculation in parallel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5D4517-9910-1A87-67D3-630C7788CEB5}"/>
              </a:ext>
            </a:extLst>
          </p:cNvPr>
          <p:cNvCxnSpPr>
            <a:cxnSpLocks/>
            <a:stCxn id="4" idx="0"/>
            <a:endCxn id="6" idx="1"/>
          </p:cNvCxnSpPr>
          <p:nvPr/>
        </p:nvCxnSpPr>
        <p:spPr>
          <a:xfrm flipH="1" flipV="1">
            <a:off x="2420842" y="4087865"/>
            <a:ext cx="3896470" cy="203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27601A-F2A3-1E5B-4E86-A7EF06A1CBE2}"/>
              </a:ext>
            </a:extLst>
          </p:cNvPr>
          <p:cNvCxnSpPr>
            <a:cxnSpLocks/>
            <a:stCxn id="4" idx="0"/>
            <a:endCxn id="10" idx="1"/>
          </p:cNvCxnSpPr>
          <p:nvPr/>
        </p:nvCxnSpPr>
        <p:spPr>
          <a:xfrm flipH="1" flipV="1">
            <a:off x="5429072" y="4087865"/>
            <a:ext cx="888240" cy="203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AE86D9-FF86-23EF-CD2C-C0BAB877C5D5}"/>
              </a:ext>
            </a:extLst>
          </p:cNvPr>
          <p:cNvCxnSpPr>
            <a:cxnSpLocks/>
            <a:stCxn id="4" idx="0"/>
            <a:endCxn id="14" idx="1"/>
          </p:cNvCxnSpPr>
          <p:nvPr/>
        </p:nvCxnSpPr>
        <p:spPr>
          <a:xfrm flipV="1">
            <a:off x="6317312" y="4163803"/>
            <a:ext cx="3128495" cy="195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Left Brace 5">
            <a:extLst>
              <a:ext uri="{FF2B5EF4-FFF2-40B4-BE49-F238E27FC236}">
                <a16:creationId xmlns:a16="http://schemas.microsoft.com/office/drawing/2014/main" id="{827544EB-C202-2268-A440-52EF5C70B6F1}"/>
              </a:ext>
            </a:extLst>
          </p:cNvPr>
          <p:cNvSpPr/>
          <p:nvPr/>
        </p:nvSpPr>
        <p:spPr>
          <a:xfrm rot="16200000">
            <a:off x="2260923" y="3078827"/>
            <a:ext cx="319837" cy="169823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6A23D8B-D6A8-824D-18FD-9F2763826D98}"/>
              </a:ext>
            </a:extLst>
          </p:cNvPr>
          <p:cNvSpPr/>
          <p:nvPr/>
        </p:nvSpPr>
        <p:spPr>
          <a:xfrm rot="16200000">
            <a:off x="5269153" y="3078827"/>
            <a:ext cx="319837" cy="169823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FA0A12BD-AD97-F36C-6BD7-81E26480B32A}"/>
              </a:ext>
            </a:extLst>
          </p:cNvPr>
          <p:cNvSpPr/>
          <p:nvPr/>
        </p:nvSpPr>
        <p:spPr>
          <a:xfrm rot="16200000">
            <a:off x="9285888" y="3154765"/>
            <a:ext cx="319837" cy="169823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226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6319-911E-CAA5-DEC1-0BC1CA89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3AE7C-1188-466E-35FC-A7D13F53E4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23749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3AE7C-1188-466E-35FC-A7D13F53E4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2374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5F61FBE-FDCD-6088-9361-01A7106F2716}"/>
              </a:ext>
            </a:extLst>
          </p:cNvPr>
          <p:cNvSpPr txBox="1"/>
          <p:nvPr/>
        </p:nvSpPr>
        <p:spPr>
          <a:xfrm>
            <a:off x="4579952" y="6123543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Backward Propagation in parallel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5D4517-9910-1A87-67D3-630C7788CEB5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3657600" y="3975652"/>
            <a:ext cx="2659712" cy="2147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27601A-F2A3-1E5B-4E86-A7EF06A1CBE2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317312" y="3975652"/>
            <a:ext cx="441297" cy="2147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AE86D9-FF86-23EF-CD2C-C0BAB877C5D5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317312" y="3975652"/>
            <a:ext cx="4377192" cy="2147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735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A542-36B0-AEE8-26CB-E4157F3BF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9FC272-3589-EDA4-4114-54C3E5E72A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processes (or GPUs) for a mini-batch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Each process (or GPU) keeps a copy of the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Each process performs the computations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samples independently using its own model</a:t>
                </a:r>
              </a:p>
              <a:p>
                <a:endParaRPr lang="en-US" dirty="0"/>
              </a:p>
              <a:p>
                <a:r>
                  <a:rPr lang="en-US" dirty="0"/>
                  <a:t>Note: No synchronization was needed till now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9FC272-3589-EDA4-4114-54C3E5E72A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05827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9CF04-67C4-83BF-7134-F2BC823A5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679A98-5531-542B-69BB-EF27976B8F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Weight Update Step: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 Do we need synchronization now???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679A98-5531-542B-69BB-EF27976B8F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38754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9CF04-67C4-83BF-7134-F2BC823A5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679A98-5531-542B-69BB-EF27976B8F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Weight Update Step: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Do we need synchronization now??? Yes.</a:t>
                </a:r>
              </a:p>
              <a:p>
                <a:endParaRPr lang="en-US" dirty="0"/>
              </a:p>
              <a:p>
                <a:r>
                  <a:rPr lang="en-US" dirty="0"/>
                  <a:t>Need to make sure that all GPUs have the same weights before they start processing the next mini-batch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679A98-5531-542B-69BB-EF27976B8F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88159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E57EE-BA2E-925D-C603-8300DBC9A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 Training of Neural Networks</a:t>
            </a:r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6347F093-8645-1376-F933-CF8B7F178B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11"/>
          <a:stretch/>
        </p:blipFill>
        <p:spPr>
          <a:xfrm>
            <a:off x="1297578" y="2397777"/>
            <a:ext cx="2268914" cy="902145"/>
          </a:xfrm>
          <a:prstGeom prst="rect">
            <a:avLst/>
          </a:prstGeom>
        </p:spPr>
      </p:pic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713603AD-B0D6-7BCA-18A4-A17DB1171D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11"/>
          <a:stretch/>
        </p:blipFill>
        <p:spPr>
          <a:xfrm>
            <a:off x="4193178" y="2329883"/>
            <a:ext cx="2268914" cy="902145"/>
          </a:xfrm>
          <a:prstGeom prst="rect">
            <a:avLst/>
          </a:prstGeom>
        </p:spPr>
      </p:pic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9AC4165D-6B19-9F2D-EAF3-DC36EA379E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11"/>
          <a:stretch/>
        </p:blipFill>
        <p:spPr>
          <a:xfrm>
            <a:off x="8775899" y="2329882"/>
            <a:ext cx="2268914" cy="90214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9327AE-AC7B-FAE2-E482-23006D5116F5}"/>
              </a:ext>
            </a:extLst>
          </p:cNvPr>
          <p:cNvSpPr/>
          <p:nvPr/>
        </p:nvSpPr>
        <p:spPr>
          <a:xfrm>
            <a:off x="1674933" y="4609010"/>
            <a:ext cx="1514203" cy="63572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Accelerator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F64AC0-EF45-B6E5-C606-C9589422F411}"/>
              </a:ext>
            </a:extLst>
          </p:cNvPr>
          <p:cNvSpPr/>
          <p:nvPr/>
        </p:nvSpPr>
        <p:spPr>
          <a:xfrm>
            <a:off x="4826724" y="4570911"/>
            <a:ext cx="1514203" cy="63572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Accelerator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AF5FDAD-174C-FFCD-7E83-E5D5ED94568A}"/>
              </a:ext>
            </a:extLst>
          </p:cNvPr>
          <p:cNvSpPr/>
          <p:nvPr/>
        </p:nvSpPr>
        <p:spPr>
          <a:xfrm>
            <a:off x="9412876" y="4570911"/>
            <a:ext cx="1514203" cy="63572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Accelerator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A42D65-921F-0BC1-9E20-5F4F18DAF2D3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432035" y="3299922"/>
            <a:ext cx="0" cy="1309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3A78ED-6AA1-B586-0E12-38271D9C7D7D}"/>
              </a:ext>
            </a:extLst>
          </p:cNvPr>
          <p:cNvCxnSpPr/>
          <p:nvPr/>
        </p:nvCxnSpPr>
        <p:spPr>
          <a:xfrm>
            <a:off x="5531740" y="3261823"/>
            <a:ext cx="0" cy="1309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9EED50-D437-0498-17E8-D67FA11837C4}"/>
              </a:ext>
            </a:extLst>
          </p:cNvPr>
          <p:cNvCxnSpPr/>
          <p:nvPr/>
        </p:nvCxnSpPr>
        <p:spPr>
          <a:xfrm>
            <a:off x="10163612" y="3261823"/>
            <a:ext cx="0" cy="1309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ylinder 12">
            <a:extLst>
              <a:ext uri="{FF2B5EF4-FFF2-40B4-BE49-F238E27FC236}">
                <a16:creationId xmlns:a16="http://schemas.microsoft.com/office/drawing/2014/main" id="{A7DAF020-AEA4-AACB-A09B-B8587F840FA4}"/>
              </a:ext>
            </a:extLst>
          </p:cNvPr>
          <p:cNvSpPr/>
          <p:nvPr/>
        </p:nvSpPr>
        <p:spPr>
          <a:xfrm>
            <a:off x="1924572" y="6028448"/>
            <a:ext cx="1014926" cy="635726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EC127220-0CC0-A1AA-A986-51EBF91050B9}"/>
              </a:ext>
            </a:extLst>
          </p:cNvPr>
          <p:cNvSpPr/>
          <p:nvPr/>
        </p:nvSpPr>
        <p:spPr>
          <a:xfrm>
            <a:off x="5076362" y="6028448"/>
            <a:ext cx="1014926" cy="635726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5" name="Cylinder 14">
            <a:extLst>
              <a:ext uri="{FF2B5EF4-FFF2-40B4-BE49-F238E27FC236}">
                <a16:creationId xmlns:a16="http://schemas.microsoft.com/office/drawing/2014/main" id="{1C72BD20-587B-8C69-89FD-833237C0FDA6}"/>
              </a:ext>
            </a:extLst>
          </p:cNvPr>
          <p:cNvSpPr/>
          <p:nvPr/>
        </p:nvSpPr>
        <p:spPr>
          <a:xfrm>
            <a:off x="9662514" y="6028448"/>
            <a:ext cx="1014926" cy="635726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91FD01-69B3-9A5E-D617-5471A107363D}"/>
              </a:ext>
            </a:extLst>
          </p:cNvPr>
          <p:cNvCxnSpPr>
            <a:stCxn id="7" idx="2"/>
            <a:endCxn id="13" idx="1"/>
          </p:cNvCxnSpPr>
          <p:nvPr/>
        </p:nvCxnSpPr>
        <p:spPr>
          <a:xfrm>
            <a:off x="2432035" y="5244736"/>
            <a:ext cx="0" cy="783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48D893-8439-4C49-DE8F-72E96E79D360}"/>
              </a:ext>
            </a:extLst>
          </p:cNvPr>
          <p:cNvCxnSpPr>
            <a:stCxn id="8" idx="2"/>
            <a:endCxn id="14" idx="1"/>
          </p:cNvCxnSpPr>
          <p:nvPr/>
        </p:nvCxnSpPr>
        <p:spPr>
          <a:xfrm flipH="1">
            <a:off x="5583825" y="5206637"/>
            <a:ext cx="1" cy="821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807F714-9B7D-941F-E4FD-9CA64C632049}"/>
              </a:ext>
            </a:extLst>
          </p:cNvPr>
          <p:cNvCxnSpPr>
            <a:stCxn id="9" idx="2"/>
            <a:endCxn id="15" idx="1"/>
          </p:cNvCxnSpPr>
          <p:nvPr/>
        </p:nvCxnSpPr>
        <p:spPr>
          <a:xfrm flipH="1">
            <a:off x="10169977" y="5206637"/>
            <a:ext cx="1" cy="821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8BEA7A-0AE2-0A2A-1BCC-E78D51016CDE}"/>
              </a:ext>
            </a:extLst>
          </p:cNvPr>
          <p:cNvCxnSpPr>
            <a:cxnSpLocks/>
          </p:cNvCxnSpPr>
          <p:nvPr/>
        </p:nvCxnSpPr>
        <p:spPr>
          <a:xfrm>
            <a:off x="2583180" y="2118360"/>
            <a:ext cx="619271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9E47AF4-200F-F2F6-54FB-B981D8A7EA9B}"/>
              </a:ext>
            </a:extLst>
          </p:cNvPr>
          <p:cNvSpPr txBox="1"/>
          <p:nvPr/>
        </p:nvSpPr>
        <p:spPr>
          <a:xfrm>
            <a:off x="4826724" y="1704071"/>
            <a:ext cx="2882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Synchronization of Gradients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B9F216-6A7F-037B-CFFF-BA19F2A69F9E}"/>
                  </a:ext>
                </a:extLst>
              </p:cNvPr>
              <p:cNvSpPr txBox="1"/>
              <p:nvPr/>
            </p:nvSpPr>
            <p:spPr>
              <a:xfrm>
                <a:off x="436122" y="6234920"/>
                <a:ext cx="1267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Minibatch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B9F216-6A7F-037B-CFFF-BA19F2A69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22" y="6234920"/>
                <a:ext cx="1267463" cy="369332"/>
              </a:xfrm>
              <a:prstGeom prst="rect">
                <a:avLst/>
              </a:prstGeom>
              <a:blipFill>
                <a:blip r:embed="rId3"/>
                <a:stretch>
                  <a:fillRect l="-434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FFBFED87-6E40-73CB-9473-770A3D5BEAA1}"/>
              </a:ext>
            </a:extLst>
          </p:cNvPr>
          <p:cNvSpPr/>
          <p:nvPr/>
        </p:nvSpPr>
        <p:spPr>
          <a:xfrm>
            <a:off x="1674933" y="6346311"/>
            <a:ext cx="9154740" cy="1465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48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5B6B-8ED0-8258-28B8-123282B95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 Training of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B33FE-D071-984D-27E1-2A5C61DAF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19650" cy="472051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How do we synchronize?</a:t>
            </a:r>
          </a:p>
          <a:p>
            <a:endParaRPr lang="en-US" dirty="0"/>
          </a:p>
          <a:p>
            <a:r>
              <a:rPr lang="en-US" dirty="0"/>
              <a:t>Model #1: Parameter Server Model</a:t>
            </a:r>
          </a:p>
          <a:p>
            <a:endParaRPr lang="en-US" dirty="0"/>
          </a:p>
          <a:p>
            <a:r>
              <a:rPr lang="en-US" dirty="0"/>
              <a:t>A dedicated server performs the weight updates and distributes the models to all the workers</a:t>
            </a:r>
          </a:p>
          <a:p>
            <a:endParaRPr lang="en-US" dirty="0"/>
          </a:p>
          <a:p>
            <a:r>
              <a:rPr lang="en-US" dirty="0"/>
              <a:t>Resource: Li, Mu, et al. "Scaling distributed machine learning with the parameter server." </a:t>
            </a:r>
            <a:r>
              <a:rPr lang="en-US" i="1" dirty="0"/>
              <a:t>11th USENIX Symposium on operating systems design and implementation (OSDI 14)</a:t>
            </a:r>
            <a:r>
              <a:rPr lang="en-US" dirty="0"/>
              <a:t>. 2014.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96ECA9-7CD8-7086-F5B9-71903FFD8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960" y="2153898"/>
            <a:ext cx="6044892" cy="20861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1CE9CD-892D-5044-EBF3-B7FA65F84493}"/>
              </a:ext>
            </a:extLst>
          </p:cNvPr>
          <p:cNvSpPr txBox="1"/>
          <p:nvPr/>
        </p:nvSpPr>
        <p:spPr>
          <a:xfrm>
            <a:off x="6715125" y="4505325"/>
            <a:ext cx="51027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Cui, H., Zhang, H., Ganger, G. R., Gibbons, P. B., &amp; Xing, E. P. (2016, April). </a:t>
            </a:r>
            <a:r>
              <a:rPr lang="en-US" sz="1600" dirty="0" err="1"/>
              <a:t>Geeps</a:t>
            </a:r>
            <a:r>
              <a:rPr lang="en-US" sz="1600" dirty="0"/>
              <a:t>: Scalable deep learning on distributed </a:t>
            </a:r>
            <a:r>
              <a:rPr lang="en-US" sz="1600" dirty="0" err="1"/>
              <a:t>gpus</a:t>
            </a:r>
            <a:r>
              <a:rPr lang="en-US" sz="1600" dirty="0"/>
              <a:t> with a </a:t>
            </a:r>
            <a:r>
              <a:rPr lang="en-US" sz="1600" dirty="0" err="1"/>
              <a:t>gpu</a:t>
            </a:r>
            <a:r>
              <a:rPr lang="en-US" sz="1600" dirty="0"/>
              <a:t>-specialized parameter server. In </a:t>
            </a:r>
            <a:r>
              <a:rPr lang="en-US" sz="1600" i="1" dirty="0"/>
              <a:t>Proceedings of the eleventh </a:t>
            </a:r>
            <a:r>
              <a:rPr lang="en-US" sz="1600" i="1" dirty="0" err="1"/>
              <a:t>european</a:t>
            </a:r>
            <a:r>
              <a:rPr lang="en-US" sz="1600" i="1" dirty="0"/>
              <a:t> conference on computer systems</a:t>
            </a:r>
            <a:r>
              <a:rPr lang="en-US" sz="1600" dirty="0"/>
              <a:t> (pp. 1-16).</a:t>
            </a:r>
          </a:p>
        </p:txBody>
      </p:sp>
    </p:spTree>
    <p:extLst>
      <p:ext uri="{BB962C8B-B14F-4D97-AF65-F5344CB8AC3E}">
        <p14:creationId xmlns:p14="http://schemas.microsoft.com/office/powerpoint/2010/main" val="17353360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7CACAD-17A3-88CB-8E53-5F5AB4C65B6F}"/>
              </a:ext>
            </a:extLst>
          </p:cNvPr>
          <p:cNvGrpSpPr/>
          <p:nvPr/>
        </p:nvGrpSpPr>
        <p:grpSpPr>
          <a:xfrm>
            <a:off x="7325292" y="203163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8109C-6AEB-26C9-1CEE-181FA2C67B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EF84180-D729-84AF-A172-C3F8C5F2FE0D}"/>
              </a:ext>
            </a:extLst>
          </p:cNvPr>
          <p:cNvSpPr txBox="1"/>
          <p:nvPr/>
        </p:nvSpPr>
        <p:spPr>
          <a:xfrm>
            <a:off x="908344" y="2361695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95717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7CACAD-17A3-88CB-8E53-5F5AB4C65B6F}"/>
              </a:ext>
            </a:extLst>
          </p:cNvPr>
          <p:cNvGrpSpPr/>
          <p:nvPr/>
        </p:nvGrpSpPr>
        <p:grpSpPr>
          <a:xfrm>
            <a:off x="7325292" y="203163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8109C-6AEB-26C9-1CEE-181FA2C67B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EF84180-D729-84AF-A172-C3F8C5F2FE0D}"/>
              </a:ext>
            </a:extLst>
          </p:cNvPr>
          <p:cNvSpPr txBox="1"/>
          <p:nvPr/>
        </p:nvSpPr>
        <p:spPr>
          <a:xfrm>
            <a:off x="908344" y="2361695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00C04F-DDC4-9A95-D73D-E7C622E1623B}"/>
              </a:ext>
            </a:extLst>
          </p:cNvPr>
          <p:cNvCxnSpPr>
            <a:stCxn id="5" idx="2"/>
            <a:endCxn id="12" idx="0"/>
          </p:cNvCxnSpPr>
          <p:nvPr/>
        </p:nvCxnSpPr>
        <p:spPr>
          <a:xfrm flipH="1">
            <a:off x="5566133" y="2927863"/>
            <a:ext cx="2289027" cy="14936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96A771-33EE-6AC5-7648-30179F69C74F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7419155" y="2927863"/>
            <a:ext cx="436005" cy="14936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216E687-E758-31FA-1ED9-084056D0D5D4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7855160" y="2927863"/>
            <a:ext cx="2515105" cy="14936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619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7CACAD-17A3-88CB-8E53-5F5AB4C65B6F}"/>
              </a:ext>
            </a:extLst>
          </p:cNvPr>
          <p:cNvGrpSpPr/>
          <p:nvPr/>
        </p:nvGrpSpPr>
        <p:grpSpPr>
          <a:xfrm>
            <a:off x="7325292" y="203163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8109C-6AEB-26C9-1CEE-181FA2C67B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EF84180-D729-84AF-A172-C3F8C5F2FE0D}"/>
              </a:ext>
            </a:extLst>
          </p:cNvPr>
          <p:cNvSpPr txBox="1"/>
          <p:nvPr/>
        </p:nvSpPr>
        <p:spPr>
          <a:xfrm>
            <a:off x="908344" y="2361695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00C04F-DDC4-9A95-D73D-E7C622E1623B}"/>
              </a:ext>
            </a:extLst>
          </p:cNvPr>
          <p:cNvCxnSpPr>
            <a:cxnSpLocks/>
          </p:cNvCxnSpPr>
          <p:nvPr/>
        </p:nvCxnSpPr>
        <p:spPr>
          <a:xfrm>
            <a:off x="4742567" y="5773314"/>
            <a:ext cx="0" cy="3890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2BB0B5-1F8B-E89C-F8E8-6D70F68FEF34}"/>
              </a:ext>
            </a:extLst>
          </p:cNvPr>
          <p:cNvCxnSpPr>
            <a:cxnSpLocks/>
          </p:cNvCxnSpPr>
          <p:nvPr/>
        </p:nvCxnSpPr>
        <p:spPr>
          <a:xfrm flipV="1">
            <a:off x="4913133" y="5788998"/>
            <a:ext cx="0" cy="3576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B11B83-5965-F73E-A59D-65C65AB18C14}"/>
              </a:ext>
            </a:extLst>
          </p:cNvPr>
          <p:cNvCxnSpPr>
            <a:cxnSpLocks/>
          </p:cNvCxnSpPr>
          <p:nvPr/>
        </p:nvCxnSpPr>
        <p:spPr>
          <a:xfrm>
            <a:off x="6705600" y="5757630"/>
            <a:ext cx="0" cy="3890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65875E-E9BE-BDB2-BA0B-2FB349239DF0}"/>
              </a:ext>
            </a:extLst>
          </p:cNvPr>
          <p:cNvCxnSpPr>
            <a:cxnSpLocks/>
          </p:cNvCxnSpPr>
          <p:nvPr/>
        </p:nvCxnSpPr>
        <p:spPr>
          <a:xfrm flipV="1">
            <a:off x="6876166" y="5773314"/>
            <a:ext cx="0" cy="3576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D3D4601-AD80-3890-75BA-4E5B068A7423}"/>
              </a:ext>
            </a:extLst>
          </p:cNvPr>
          <p:cNvCxnSpPr>
            <a:cxnSpLocks/>
          </p:cNvCxnSpPr>
          <p:nvPr/>
        </p:nvCxnSpPr>
        <p:spPr>
          <a:xfrm>
            <a:off x="9401364" y="5755609"/>
            <a:ext cx="0" cy="3890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17468E-B12A-B62E-F648-FD1F844B3B9C}"/>
              </a:ext>
            </a:extLst>
          </p:cNvPr>
          <p:cNvCxnSpPr>
            <a:cxnSpLocks/>
          </p:cNvCxnSpPr>
          <p:nvPr/>
        </p:nvCxnSpPr>
        <p:spPr>
          <a:xfrm flipV="1">
            <a:off x="9571930" y="5771293"/>
            <a:ext cx="0" cy="3576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1C61774-CB3D-D7C4-158D-80209B08E60E}"/>
              </a:ext>
            </a:extLst>
          </p:cNvPr>
          <p:cNvSpPr txBox="1"/>
          <p:nvPr/>
        </p:nvSpPr>
        <p:spPr>
          <a:xfrm>
            <a:off x="2147518" y="5644654"/>
            <a:ext cx="2097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Forward/Backward/</a:t>
            </a:r>
          </a:p>
          <a:p>
            <a:r>
              <a:rPr lang="en-US" dirty="0"/>
              <a:t>Gradient Calculation</a:t>
            </a:r>
          </a:p>
        </p:txBody>
      </p:sp>
    </p:spTree>
    <p:extLst>
      <p:ext uri="{BB962C8B-B14F-4D97-AF65-F5344CB8AC3E}">
        <p14:creationId xmlns:p14="http://schemas.microsoft.com/office/powerpoint/2010/main" val="31038688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7CACAD-17A3-88CB-8E53-5F5AB4C65B6F}"/>
              </a:ext>
            </a:extLst>
          </p:cNvPr>
          <p:cNvGrpSpPr/>
          <p:nvPr/>
        </p:nvGrpSpPr>
        <p:grpSpPr>
          <a:xfrm>
            <a:off x="7325292" y="203163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8109C-6AEB-26C9-1CEE-181FA2C67B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EF84180-D729-84AF-A172-C3F8C5F2FE0D}"/>
              </a:ext>
            </a:extLst>
          </p:cNvPr>
          <p:cNvSpPr txBox="1"/>
          <p:nvPr/>
        </p:nvSpPr>
        <p:spPr>
          <a:xfrm>
            <a:off x="908344" y="2361695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78419B-2A6C-4F3B-2E32-DD817A28CDFB}"/>
              </a:ext>
            </a:extLst>
          </p:cNvPr>
          <p:cNvGrpSpPr/>
          <p:nvPr/>
        </p:nvGrpSpPr>
        <p:grpSpPr>
          <a:xfrm>
            <a:off x="4312775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695F72-087A-2182-F2CE-9F141CB65A7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1DDC59-2C24-98C8-F303-626917ED6C40}"/>
              </a:ext>
            </a:extLst>
          </p:cNvPr>
          <p:cNvGrpSpPr/>
          <p:nvPr/>
        </p:nvGrpSpPr>
        <p:grpSpPr>
          <a:xfrm>
            <a:off x="6647154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FC6B92D-7252-5FD2-B964-1FB2A6241075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EC839A-0C84-6273-1BF0-7B4064A8743D}"/>
              </a:ext>
            </a:extLst>
          </p:cNvPr>
          <p:cNvGrpSpPr/>
          <p:nvPr/>
        </p:nvGrpSpPr>
        <p:grpSpPr>
          <a:xfrm>
            <a:off x="9380654" y="4421555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79C7672-888B-06A1-574C-A346152FAF3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666083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7CACAD-17A3-88CB-8E53-5F5AB4C65B6F}"/>
              </a:ext>
            </a:extLst>
          </p:cNvPr>
          <p:cNvGrpSpPr/>
          <p:nvPr/>
        </p:nvGrpSpPr>
        <p:grpSpPr>
          <a:xfrm>
            <a:off x="7325292" y="203163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8109C-6AEB-26C9-1CEE-181FA2C67B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EF84180-D729-84AF-A172-C3F8C5F2FE0D}"/>
              </a:ext>
            </a:extLst>
          </p:cNvPr>
          <p:cNvSpPr txBox="1"/>
          <p:nvPr/>
        </p:nvSpPr>
        <p:spPr>
          <a:xfrm>
            <a:off x="908344" y="2361695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78419B-2A6C-4F3B-2E32-DD817A28CDFB}"/>
              </a:ext>
            </a:extLst>
          </p:cNvPr>
          <p:cNvGrpSpPr/>
          <p:nvPr/>
        </p:nvGrpSpPr>
        <p:grpSpPr>
          <a:xfrm>
            <a:off x="4312775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695F72-087A-2182-F2CE-9F141CB65A7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1DDC59-2C24-98C8-F303-626917ED6C40}"/>
              </a:ext>
            </a:extLst>
          </p:cNvPr>
          <p:cNvGrpSpPr/>
          <p:nvPr/>
        </p:nvGrpSpPr>
        <p:grpSpPr>
          <a:xfrm>
            <a:off x="6647154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FC6B92D-7252-5FD2-B964-1FB2A6241075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EC839A-0C84-6273-1BF0-7B4064A8743D}"/>
              </a:ext>
            </a:extLst>
          </p:cNvPr>
          <p:cNvGrpSpPr/>
          <p:nvPr/>
        </p:nvGrpSpPr>
        <p:grpSpPr>
          <a:xfrm>
            <a:off x="9380654" y="4421555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79C7672-888B-06A1-574C-A346152FAF3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E345606-D992-E1F8-D32C-EB31D590A849}"/>
              </a:ext>
            </a:extLst>
          </p:cNvPr>
          <p:cNvCxnSpPr>
            <a:cxnSpLocks/>
          </p:cNvCxnSpPr>
          <p:nvPr/>
        </p:nvCxnSpPr>
        <p:spPr>
          <a:xfrm flipV="1">
            <a:off x="4922336" y="2652301"/>
            <a:ext cx="1001169" cy="17692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BB9CF74-CC48-BB2A-C80A-47F838EAB06F}"/>
              </a:ext>
            </a:extLst>
          </p:cNvPr>
          <p:cNvCxnSpPr>
            <a:cxnSpLocks/>
          </p:cNvCxnSpPr>
          <p:nvPr/>
        </p:nvCxnSpPr>
        <p:spPr>
          <a:xfrm flipH="1" flipV="1">
            <a:off x="5982071" y="2652301"/>
            <a:ext cx="1224233" cy="17692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7C9730C-A4FE-56C6-F158-6C38B263FBDB}"/>
              </a:ext>
            </a:extLst>
          </p:cNvPr>
          <p:cNvCxnSpPr>
            <a:cxnSpLocks/>
          </p:cNvCxnSpPr>
          <p:nvPr/>
        </p:nvCxnSpPr>
        <p:spPr>
          <a:xfrm flipH="1" flipV="1">
            <a:off x="6154566" y="2731027"/>
            <a:ext cx="3848414" cy="16905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8421950-5039-0D63-7325-0E930374E85A}"/>
                  </a:ext>
                </a:extLst>
              </p:cNvPr>
              <p:cNvSpPr txBox="1"/>
              <p:nvPr/>
            </p:nvSpPr>
            <p:spPr>
              <a:xfrm>
                <a:off x="5481486" y="2236026"/>
                <a:ext cx="9435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8421950-5039-0D63-7325-0E930374E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1486" y="2236026"/>
                <a:ext cx="943537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417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7CACAD-17A3-88CB-8E53-5F5AB4C65B6F}"/>
              </a:ext>
            </a:extLst>
          </p:cNvPr>
          <p:cNvGrpSpPr/>
          <p:nvPr/>
        </p:nvGrpSpPr>
        <p:grpSpPr>
          <a:xfrm>
            <a:off x="7325292" y="203163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8109C-6AEB-26C9-1CEE-181FA2C67B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EF84180-D729-84AF-A172-C3F8C5F2FE0D}"/>
              </a:ext>
            </a:extLst>
          </p:cNvPr>
          <p:cNvSpPr txBox="1"/>
          <p:nvPr/>
        </p:nvSpPr>
        <p:spPr>
          <a:xfrm>
            <a:off x="908344" y="2361695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658014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7CACAD-17A3-88CB-8E53-5F5AB4C65B6F}"/>
              </a:ext>
            </a:extLst>
          </p:cNvPr>
          <p:cNvGrpSpPr/>
          <p:nvPr/>
        </p:nvGrpSpPr>
        <p:grpSpPr>
          <a:xfrm>
            <a:off x="7325292" y="203163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8109C-6AEB-26C9-1CEE-181FA2C67B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EF84180-D729-84AF-A172-C3F8C5F2FE0D}"/>
              </a:ext>
            </a:extLst>
          </p:cNvPr>
          <p:cNvSpPr txBox="1"/>
          <p:nvPr/>
        </p:nvSpPr>
        <p:spPr>
          <a:xfrm>
            <a:off x="908344" y="2361695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387B47-3C69-2C1A-F66E-CA0DD33A80A5}"/>
              </a:ext>
            </a:extLst>
          </p:cNvPr>
          <p:cNvCxnSpPr/>
          <p:nvPr/>
        </p:nvCxnSpPr>
        <p:spPr>
          <a:xfrm flipH="1">
            <a:off x="5566133" y="2927863"/>
            <a:ext cx="2289027" cy="14936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B82212-EB93-AFB1-B9EB-C499BDE1A9FE}"/>
              </a:ext>
            </a:extLst>
          </p:cNvPr>
          <p:cNvCxnSpPr>
            <a:cxnSpLocks/>
          </p:cNvCxnSpPr>
          <p:nvPr/>
        </p:nvCxnSpPr>
        <p:spPr>
          <a:xfrm flipH="1">
            <a:off x="7419155" y="2927863"/>
            <a:ext cx="436005" cy="14936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70C5EFD-97B3-AC0C-D270-730886F7AA08}"/>
              </a:ext>
            </a:extLst>
          </p:cNvPr>
          <p:cNvCxnSpPr>
            <a:cxnSpLocks/>
          </p:cNvCxnSpPr>
          <p:nvPr/>
        </p:nvCxnSpPr>
        <p:spPr>
          <a:xfrm>
            <a:off x="7855160" y="2927863"/>
            <a:ext cx="2515105" cy="14936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4116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8D205-76A3-36FA-572E-172EC490C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2D668-9AB6-BEEF-C0B2-8D3540594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81085" cy="1325563"/>
          </a:xfrm>
        </p:spPr>
        <p:txBody>
          <a:bodyPr/>
          <a:lstStyle/>
          <a:p>
            <a:r>
              <a:rPr lang="en-US" dirty="0"/>
              <a:t>Parameter Server Using Communication Collectives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38397-D0D3-5F2A-C9D2-14DBFDBF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69748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each Iteration</a:t>
            </a:r>
          </a:p>
          <a:p>
            <a:pPr lvl="1"/>
            <a:r>
              <a:rPr lang="en-US" dirty="0"/>
              <a:t>#1: Parameter server “sends” the weights to each processor</a:t>
            </a:r>
          </a:p>
          <a:p>
            <a:pPr lvl="1"/>
            <a:r>
              <a:rPr lang="en-US" dirty="0"/>
              <a:t>#2: Forward/Backward/gradient computation in each processor</a:t>
            </a:r>
          </a:p>
          <a:p>
            <a:pPr lvl="1"/>
            <a:r>
              <a:rPr lang="en-US" dirty="0"/>
              <a:t>#3: Each processor sends the gradient back to the parameter server which takes an average of the gradients</a:t>
            </a:r>
          </a:p>
          <a:p>
            <a:pPr lvl="1"/>
            <a:r>
              <a:rPr lang="en-US" dirty="0"/>
              <a:t>#4: Parameter server performs the gradient update step</a:t>
            </a:r>
          </a:p>
          <a:p>
            <a:r>
              <a:rPr lang="en-US" dirty="0"/>
              <a:t>Repeat</a:t>
            </a:r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BAAA971-0969-8CFD-7C48-913DFE3B4460}"/>
              </a:ext>
            </a:extLst>
          </p:cNvPr>
          <p:cNvGrpSpPr/>
          <p:nvPr/>
        </p:nvGrpSpPr>
        <p:grpSpPr>
          <a:xfrm>
            <a:off x="8524307" y="2074020"/>
            <a:ext cx="1059735" cy="896233"/>
            <a:chOff x="1792466" y="2749256"/>
            <a:chExt cx="1059735" cy="89623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F1FCB6C-0BD8-FB8E-4091-B2546FE3FBBE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0CC0823-3C21-0B4B-E1A2-84220313435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D3DC9855-BEF5-DD4D-7D91-2BC279235052}"/>
              </a:ext>
            </a:extLst>
          </p:cNvPr>
          <p:cNvSpPr/>
          <p:nvPr/>
        </p:nvSpPr>
        <p:spPr>
          <a:xfrm>
            <a:off x="6316022" y="564384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F70A689-FFE4-E66C-09D6-3E68CF4BDAC1}"/>
              </a:ext>
            </a:extLst>
          </p:cNvPr>
          <p:cNvSpPr/>
          <p:nvPr/>
        </p:nvSpPr>
        <p:spPr>
          <a:xfrm>
            <a:off x="8182165" y="564384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98EC5CD2-C3BD-BB9D-BC49-B54811847DA4}"/>
                  </a:ext>
                </a:extLst>
              </p:cNvPr>
              <p:cNvSpPr/>
              <p:nvPr/>
            </p:nvSpPr>
            <p:spPr>
              <a:xfrm>
                <a:off x="10890039" y="564384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98EC5CD2-C3BD-BB9D-BC49-B54811847D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0039" y="564384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24702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18137-3F45-E39D-2C52-40594DD08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81085" cy="1325563"/>
          </a:xfrm>
        </p:spPr>
        <p:txBody>
          <a:bodyPr/>
          <a:lstStyle/>
          <a:p>
            <a:r>
              <a:rPr lang="en-US" dirty="0"/>
              <a:t>Parameter Server Using Communication Collectives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1ED91-0C79-79D5-03E2-0B3EE78C3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69748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each Iteration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#1: Parameter server “sends” the weights to each processor</a:t>
            </a:r>
          </a:p>
          <a:p>
            <a:pPr lvl="1"/>
            <a:r>
              <a:rPr lang="en-US" dirty="0"/>
              <a:t>#2: Forward/Backward/gradient computation in each processor</a:t>
            </a:r>
          </a:p>
          <a:p>
            <a:pPr lvl="1"/>
            <a:r>
              <a:rPr lang="en-US" dirty="0"/>
              <a:t>#3: Each processor sends the gradient back to the parameter server which takes an average of the gradients</a:t>
            </a:r>
          </a:p>
          <a:p>
            <a:pPr lvl="1"/>
            <a:r>
              <a:rPr lang="en-US" dirty="0"/>
              <a:t>#4: Parameter server performs the gradient update step</a:t>
            </a:r>
          </a:p>
          <a:p>
            <a:r>
              <a:rPr lang="en-US" dirty="0"/>
              <a:t>Repeat</a:t>
            </a:r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C39E53E-F857-2397-41DA-21A282628E9A}"/>
              </a:ext>
            </a:extLst>
          </p:cNvPr>
          <p:cNvGrpSpPr/>
          <p:nvPr/>
        </p:nvGrpSpPr>
        <p:grpSpPr>
          <a:xfrm>
            <a:off x="8524307" y="2074020"/>
            <a:ext cx="1059735" cy="896233"/>
            <a:chOff x="1792466" y="2749256"/>
            <a:chExt cx="1059735" cy="89623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ED69A6C-48EF-43AF-B863-F588DB35A4DD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1C99D29-291B-D3E5-58DA-A78F9B52E6A1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D30490F2-516D-6840-76ED-0FA7059F9DC3}"/>
              </a:ext>
            </a:extLst>
          </p:cNvPr>
          <p:cNvSpPr/>
          <p:nvPr/>
        </p:nvSpPr>
        <p:spPr>
          <a:xfrm>
            <a:off x="6316022" y="564384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4023E8E-F655-8445-06CD-82B3C535185E}"/>
              </a:ext>
            </a:extLst>
          </p:cNvPr>
          <p:cNvSpPr/>
          <p:nvPr/>
        </p:nvSpPr>
        <p:spPr>
          <a:xfrm>
            <a:off x="8182165" y="564384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F078F6F-D689-2633-3E1B-37383B8EE885}"/>
                  </a:ext>
                </a:extLst>
              </p:cNvPr>
              <p:cNvSpPr/>
              <p:nvPr/>
            </p:nvSpPr>
            <p:spPr>
              <a:xfrm>
                <a:off x="10890039" y="564384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F078F6F-D689-2633-3E1B-37383B8EE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0039" y="564384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179D0898-22F3-0C4D-57D8-A0D1140E533E}"/>
              </a:ext>
            </a:extLst>
          </p:cNvPr>
          <p:cNvGrpSpPr/>
          <p:nvPr/>
        </p:nvGrpSpPr>
        <p:grpSpPr>
          <a:xfrm>
            <a:off x="6235280" y="4463947"/>
            <a:ext cx="1059735" cy="896233"/>
            <a:chOff x="1792466" y="2749256"/>
            <a:chExt cx="1059735" cy="89623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D7F6006-6491-518C-38A1-7D7E949DC98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C838124-2B86-1A6B-EB7C-DA52D3DAFFA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F8BDD67-A848-D21A-51EE-9ECD8110469E}"/>
              </a:ext>
            </a:extLst>
          </p:cNvPr>
          <p:cNvGrpSpPr/>
          <p:nvPr/>
        </p:nvGrpSpPr>
        <p:grpSpPr>
          <a:xfrm>
            <a:off x="8137757" y="446394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800324C-BAA0-E910-FAA1-F5603EE31536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B58A29E-6E67-17CE-1ED0-12D805FD06E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09D00F7-A713-55A8-A58A-10BD0ADC0566}"/>
              </a:ext>
            </a:extLst>
          </p:cNvPr>
          <p:cNvGrpSpPr/>
          <p:nvPr/>
        </p:nvGrpSpPr>
        <p:grpSpPr>
          <a:xfrm>
            <a:off x="11039413" y="4463946"/>
            <a:ext cx="1059735" cy="896233"/>
            <a:chOff x="1792466" y="2749256"/>
            <a:chExt cx="1059735" cy="89623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B518CC6-3F64-714C-5EDB-DBCC2C9149AD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EB1AE9F-AA6F-5936-97B0-04F5A86B5429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35379F1-2538-A730-A6CF-5C1B3D991283}"/>
              </a:ext>
            </a:extLst>
          </p:cNvPr>
          <p:cNvCxnSpPr>
            <a:stCxn id="23" idx="2"/>
            <a:endCxn id="29" idx="0"/>
          </p:cNvCxnSpPr>
          <p:nvPr/>
        </p:nvCxnSpPr>
        <p:spPr>
          <a:xfrm flipH="1">
            <a:off x="6765148" y="2970253"/>
            <a:ext cx="2289027" cy="14936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D80BD6-30F2-6348-881B-268EDB679699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8618170" y="2970253"/>
            <a:ext cx="436005" cy="14936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74862CF-5115-A24C-7BE9-F35C011EEF27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9054175" y="2970253"/>
            <a:ext cx="2515105" cy="14936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3671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FDA1D-4697-F4DB-7E17-DE970E421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7F9C9-5853-F06B-5D51-1EFDF073C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81085" cy="1325563"/>
          </a:xfrm>
        </p:spPr>
        <p:txBody>
          <a:bodyPr/>
          <a:lstStyle/>
          <a:p>
            <a:r>
              <a:rPr lang="en-US" dirty="0"/>
              <a:t>Parameter Server Using Communication Collectives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FF51C-B060-AD66-CCC4-A522088E1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69748" cy="4351338"/>
          </a:xfrm>
        </p:spPr>
        <p:txBody>
          <a:bodyPr>
            <a:normAutofit/>
          </a:bodyPr>
          <a:lstStyle/>
          <a:p>
            <a:r>
              <a:rPr lang="en-US" dirty="0"/>
              <a:t>In each Iteration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#1: </a:t>
            </a:r>
            <a:r>
              <a:rPr lang="en-US" dirty="0" err="1">
                <a:solidFill>
                  <a:srgbClr val="C00000"/>
                </a:solidFill>
              </a:rPr>
              <a:t>MPI_Broadcast</a:t>
            </a:r>
            <a:r>
              <a:rPr lang="en-US" dirty="0">
                <a:solidFill>
                  <a:srgbClr val="C00000"/>
                </a:solidFill>
              </a:rPr>
              <a:t>(W)</a:t>
            </a:r>
          </a:p>
          <a:p>
            <a:pPr lvl="1"/>
            <a:r>
              <a:rPr lang="en-US" dirty="0"/>
              <a:t>#2: Forward/Backward/gradient computation in each processor</a:t>
            </a:r>
          </a:p>
          <a:p>
            <a:pPr lvl="1"/>
            <a:r>
              <a:rPr lang="en-US" dirty="0"/>
              <a:t>#3: Each processor sends the gradient back to the parameter server which takes an average of the gradients</a:t>
            </a:r>
          </a:p>
          <a:p>
            <a:pPr lvl="1"/>
            <a:r>
              <a:rPr lang="en-US" dirty="0"/>
              <a:t>#4: Parameter server performs the gradient update step</a:t>
            </a:r>
          </a:p>
          <a:p>
            <a:r>
              <a:rPr lang="en-US" dirty="0"/>
              <a:t>Repeat</a:t>
            </a:r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F12065D-9DF1-F6F5-76A6-5F47C2DB3B71}"/>
              </a:ext>
            </a:extLst>
          </p:cNvPr>
          <p:cNvGrpSpPr/>
          <p:nvPr/>
        </p:nvGrpSpPr>
        <p:grpSpPr>
          <a:xfrm>
            <a:off x="8524307" y="2074020"/>
            <a:ext cx="1059735" cy="896233"/>
            <a:chOff x="1792466" y="2749256"/>
            <a:chExt cx="1059735" cy="89623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7DA06A5-D4E4-E081-07DE-6BF20986C4E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4C3CFA9-0DDE-936C-CF1A-75ECAAC30D1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78630599-4835-F259-5814-3F4EBC8351AD}"/>
              </a:ext>
            </a:extLst>
          </p:cNvPr>
          <p:cNvSpPr/>
          <p:nvPr/>
        </p:nvSpPr>
        <p:spPr>
          <a:xfrm>
            <a:off x="6316022" y="564384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CE92C47-CFC6-196A-F516-25AA2681C7E3}"/>
              </a:ext>
            </a:extLst>
          </p:cNvPr>
          <p:cNvSpPr/>
          <p:nvPr/>
        </p:nvSpPr>
        <p:spPr>
          <a:xfrm>
            <a:off x="8182165" y="564384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065CEC0-97DE-2389-F4BD-66013AC9BA43}"/>
                  </a:ext>
                </a:extLst>
              </p:cNvPr>
              <p:cNvSpPr/>
              <p:nvPr/>
            </p:nvSpPr>
            <p:spPr>
              <a:xfrm>
                <a:off x="10890039" y="564384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065CEC0-97DE-2389-F4BD-66013AC9BA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0039" y="564384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343CCAC4-20B2-CD8E-4EF7-FF5D5C0F41F1}"/>
              </a:ext>
            </a:extLst>
          </p:cNvPr>
          <p:cNvGrpSpPr/>
          <p:nvPr/>
        </p:nvGrpSpPr>
        <p:grpSpPr>
          <a:xfrm>
            <a:off x="6235280" y="4463947"/>
            <a:ext cx="1059735" cy="896233"/>
            <a:chOff x="1792466" y="2749256"/>
            <a:chExt cx="1059735" cy="89623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4366A16-A11C-94A7-4CC0-049F0F4CA4B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FFF820C-ECF5-B093-F321-CC483B6A790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800B2FF-6ACB-A3DC-D075-A1EC26281C28}"/>
              </a:ext>
            </a:extLst>
          </p:cNvPr>
          <p:cNvGrpSpPr/>
          <p:nvPr/>
        </p:nvGrpSpPr>
        <p:grpSpPr>
          <a:xfrm>
            <a:off x="8137757" y="446394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CA4F3D8-20D6-430F-6E33-9A4CACAD6096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252DCC8-E249-DC93-8DAA-62A83933742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6BE24A4-3B2A-979F-A52A-E72ACF6D014F}"/>
              </a:ext>
            </a:extLst>
          </p:cNvPr>
          <p:cNvGrpSpPr/>
          <p:nvPr/>
        </p:nvGrpSpPr>
        <p:grpSpPr>
          <a:xfrm>
            <a:off x="11039413" y="4463946"/>
            <a:ext cx="1059735" cy="896233"/>
            <a:chOff x="1792466" y="2749256"/>
            <a:chExt cx="1059735" cy="89623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E812B3D-C6D8-815B-4C70-0E60A543B2C7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1B9F2F5-2355-DB5F-0704-E8066A6C10B5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EFF3A7B-4B14-3FD8-44CA-C0CF9A22C4FB}"/>
              </a:ext>
            </a:extLst>
          </p:cNvPr>
          <p:cNvCxnSpPr>
            <a:stCxn id="23" idx="2"/>
            <a:endCxn id="29" idx="0"/>
          </p:cNvCxnSpPr>
          <p:nvPr/>
        </p:nvCxnSpPr>
        <p:spPr>
          <a:xfrm flipH="1">
            <a:off x="6765148" y="2970253"/>
            <a:ext cx="2289027" cy="14936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B96F9F1-124C-F157-57F2-BD132D35134F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8618170" y="2970253"/>
            <a:ext cx="436005" cy="14936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7922A4-2AC3-6435-18E0-C65285CAA016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9054175" y="2970253"/>
            <a:ext cx="2515105" cy="14936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7669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54A9D-0ED5-696B-99DC-2A600E3A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B5F5-1B0B-8775-CD43-0DBB85EE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81085" cy="1325563"/>
          </a:xfrm>
        </p:spPr>
        <p:txBody>
          <a:bodyPr/>
          <a:lstStyle/>
          <a:p>
            <a:r>
              <a:rPr lang="en-US" dirty="0"/>
              <a:t>Parameter Server Using Communication Collectives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F9718-63F5-C656-55AA-0123DFBC5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16259" cy="4351338"/>
          </a:xfrm>
        </p:spPr>
        <p:txBody>
          <a:bodyPr>
            <a:normAutofit/>
          </a:bodyPr>
          <a:lstStyle/>
          <a:p>
            <a:r>
              <a:rPr lang="en-US" dirty="0"/>
              <a:t>In each Iteration</a:t>
            </a:r>
          </a:p>
          <a:p>
            <a:pPr lvl="1"/>
            <a:r>
              <a:rPr lang="en-US" dirty="0"/>
              <a:t>#1: </a:t>
            </a:r>
            <a:r>
              <a:rPr lang="en-US" dirty="0" err="1"/>
              <a:t>MPI_Broadcast</a:t>
            </a:r>
            <a:r>
              <a:rPr lang="en-US" dirty="0"/>
              <a:t>(W)</a:t>
            </a:r>
          </a:p>
          <a:p>
            <a:pPr lvl="1"/>
            <a:r>
              <a:rPr lang="en-US" dirty="0"/>
              <a:t>#2: Forward/Backward/gradient computation in each processor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#3: Each processor sends the gradient back to the parameter server which takes an average of the gradients</a:t>
            </a:r>
          </a:p>
          <a:p>
            <a:pPr lvl="1"/>
            <a:r>
              <a:rPr lang="en-US" dirty="0"/>
              <a:t>#4: Parameter server performs the gradient update step</a:t>
            </a:r>
          </a:p>
          <a:p>
            <a:r>
              <a:rPr lang="en-US" dirty="0"/>
              <a:t>Repeat</a:t>
            </a:r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2B2B63-419D-2684-A6DD-48FC13DA221F}"/>
              </a:ext>
            </a:extLst>
          </p:cNvPr>
          <p:cNvGrpSpPr/>
          <p:nvPr/>
        </p:nvGrpSpPr>
        <p:grpSpPr>
          <a:xfrm>
            <a:off x="8617159" y="2485802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7B983D6-6BB9-2348-597E-45EBBBFBF2A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831EE84-9EDB-DEC8-DAEA-4F1002F38159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FE4086F0-EED9-640E-FCA8-3062E5776AA1}"/>
              </a:ext>
            </a:extLst>
          </p:cNvPr>
          <p:cNvSpPr/>
          <p:nvPr/>
        </p:nvSpPr>
        <p:spPr>
          <a:xfrm>
            <a:off x="6408874" y="6055629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03C8A63-0320-778F-97AB-B001D131C826}"/>
              </a:ext>
            </a:extLst>
          </p:cNvPr>
          <p:cNvSpPr/>
          <p:nvPr/>
        </p:nvSpPr>
        <p:spPr>
          <a:xfrm>
            <a:off x="8275017" y="6055629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2CA7EDE-C1A6-5266-0708-EADF9F7DED9D}"/>
                  </a:ext>
                </a:extLst>
              </p:cNvPr>
              <p:cNvSpPr/>
              <p:nvPr/>
            </p:nvSpPr>
            <p:spPr>
              <a:xfrm>
                <a:off x="10982891" y="6055628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2CA7EDE-C1A6-5266-0708-EADF9F7DED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2891" y="6055628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AEC4796B-9387-43FF-786F-5250EF201405}"/>
              </a:ext>
            </a:extLst>
          </p:cNvPr>
          <p:cNvGrpSpPr/>
          <p:nvPr/>
        </p:nvGrpSpPr>
        <p:grpSpPr>
          <a:xfrm>
            <a:off x="6328132" y="4875729"/>
            <a:ext cx="1059735" cy="896233"/>
            <a:chOff x="1792466" y="2749256"/>
            <a:chExt cx="1059735" cy="89623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181C96-9DB5-60C3-B89B-1841B4DEE4A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4976866-C86E-580B-00C7-8A13759A23C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33935C-3B44-29E1-2DB1-9B6984151B6C}"/>
              </a:ext>
            </a:extLst>
          </p:cNvPr>
          <p:cNvGrpSpPr/>
          <p:nvPr/>
        </p:nvGrpSpPr>
        <p:grpSpPr>
          <a:xfrm>
            <a:off x="8230609" y="4875728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638F24-C8F4-1C0E-CFB2-397FD97AB208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F8D88C2-9B1C-81DC-DC92-CF2976E07F4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A41C5C-D5BA-2687-32CC-062585A3A4F8}"/>
              </a:ext>
            </a:extLst>
          </p:cNvPr>
          <p:cNvGrpSpPr/>
          <p:nvPr/>
        </p:nvGrpSpPr>
        <p:grpSpPr>
          <a:xfrm>
            <a:off x="11132265" y="4875728"/>
            <a:ext cx="1059735" cy="896233"/>
            <a:chOff x="1792466" y="2749256"/>
            <a:chExt cx="1059735" cy="89623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06FBEC4-E52A-7CCA-519B-72F77ECFDA6E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7801CA6-8DE6-DA77-4EA3-9E5CCBBD0DEB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879538-1574-D33E-F341-F8DDA09D21A0}"/>
              </a:ext>
            </a:extLst>
          </p:cNvPr>
          <p:cNvGrpSpPr/>
          <p:nvPr/>
        </p:nvGrpSpPr>
        <p:grpSpPr>
          <a:xfrm>
            <a:off x="5604642" y="4875728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E693DFC-89F3-606F-E68C-91E09A97CE6E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3B20C16-FB54-D13B-0057-1A9D54B3E29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AC6CF15-74C4-7E55-A9B7-1A58FE219F7A}"/>
              </a:ext>
            </a:extLst>
          </p:cNvPr>
          <p:cNvGrpSpPr/>
          <p:nvPr/>
        </p:nvGrpSpPr>
        <p:grpSpPr>
          <a:xfrm>
            <a:off x="7939021" y="4875728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A7CCAA8-C546-54BE-7437-3AFF08786E4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12185BF-3BA3-69C8-C3ED-89E59F82B2C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BBCBA76-7531-BA34-15D8-A90FAD12304F}"/>
              </a:ext>
            </a:extLst>
          </p:cNvPr>
          <p:cNvGrpSpPr/>
          <p:nvPr/>
        </p:nvGrpSpPr>
        <p:grpSpPr>
          <a:xfrm>
            <a:off x="10672521" y="4875727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865AB90-3C07-3032-B93F-030DC7385D2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3784131-D7EB-9A67-23FC-634B3AC74B72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B0D6734-E8FC-4B82-C071-25E33395C4FC}"/>
              </a:ext>
            </a:extLst>
          </p:cNvPr>
          <p:cNvCxnSpPr>
            <a:cxnSpLocks/>
          </p:cNvCxnSpPr>
          <p:nvPr/>
        </p:nvCxnSpPr>
        <p:spPr>
          <a:xfrm flipV="1">
            <a:off x="6214203" y="3106473"/>
            <a:ext cx="1001169" cy="17692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562C01C-58D9-EF0A-CC73-71F015187F00}"/>
              </a:ext>
            </a:extLst>
          </p:cNvPr>
          <p:cNvCxnSpPr>
            <a:cxnSpLocks/>
          </p:cNvCxnSpPr>
          <p:nvPr/>
        </p:nvCxnSpPr>
        <p:spPr>
          <a:xfrm flipH="1" flipV="1">
            <a:off x="7273938" y="3106473"/>
            <a:ext cx="1224233" cy="17692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15B5DD8-B368-5148-54FD-98BAC1C837B1}"/>
              </a:ext>
            </a:extLst>
          </p:cNvPr>
          <p:cNvCxnSpPr>
            <a:cxnSpLocks/>
          </p:cNvCxnSpPr>
          <p:nvPr/>
        </p:nvCxnSpPr>
        <p:spPr>
          <a:xfrm flipH="1" flipV="1">
            <a:off x="7446433" y="3185199"/>
            <a:ext cx="3848414" cy="16905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B30E664-A31E-5A14-A9E4-99BB869D889B}"/>
                  </a:ext>
                </a:extLst>
              </p:cNvPr>
              <p:cNvSpPr txBox="1"/>
              <p:nvPr/>
            </p:nvSpPr>
            <p:spPr>
              <a:xfrm>
                <a:off x="6773353" y="2690198"/>
                <a:ext cx="9435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B30E664-A31E-5A14-A9E4-99BB869D8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353" y="2690198"/>
                <a:ext cx="943537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06879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EA980-47DD-7ABE-5F35-17835A10D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DE84-32E6-7DDD-2CA2-3647C4375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81085" cy="1325563"/>
          </a:xfrm>
        </p:spPr>
        <p:txBody>
          <a:bodyPr/>
          <a:lstStyle/>
          <a:p>
            <a:r>
              <a:rPr lang="en-US" dirty="0"/>
              <a:t>Parameter Server Using Communication Collectives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D4A8C-9B52-85F2-386C-852BCC0693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9162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each Iteration</a:t>
                </a:r>
              </a:p>
              <a:p>
                <a:pPr lvl="1"/>
                <a:r>
                  <a:rPr lang="en-US" dirty="0"/>
                  <a:t>#1: </a:t>
                </a:r>
                <a:r>
                  <a:rPr lang="en-US" dirty="0" err="1"/>
                  <a:t>MPI_Broadcast</a:t>
                </a:r>
                <a:r>
                  <a:rPr lang="en-US" dirty="0"/>
                  <a:t>(W)</a:t>
                </a:r>
              </a:p>
              <a:p>
                <a:pPr lvl="1"/>
                <a:r>
                  <a:rPr lang="en-US" dirty="0"/>
                  <a:t>#2: Forward/Backward/gradient computation in each processor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#3: MPI_REDUCE(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,AVG)</a:t>
                </a:r>
              </a:p>
              <a:p>
                <a:pPr lvl="1"/>
                <a:r>
                  <a:rPr lang="en-US" dirty="0"/>
                  <a:t>#4: Parameter server performs the gradient update step</a:t>
                </a:r>
              </a:p>
              <a:p>
                <a:r>
                  <a:rPr lang="en-US" dirty="0"/>
                  <a:t>Repeat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D4A8C-9B52-85F2-386C-852BCC0693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916259" cy="4351338"/>
              </a:xfrm>
              <a:blipFill>
                <a:blip r:embed="rId2"/>
                <a:stretch>
                  <a:fillRect l="-223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DDA150E-1A6C-D572-FAA5-5D57C05F2027}"/>
              </a:ext>
            </a:extLst>
          </p:cNvPr>
          <p:cNvGrpSpPr/>
          <p:nvPr/>
        </p:nvGrpSpPr>
        <p:grpSpPr>
          <a:xfrm>
            <a:off x="8617159" y="2485802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B90508-8FC2-5CA7-A102-5A6BEEA426C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EFE77D6-3328-E3DA-5D13-B163AB3AE11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C8D5EB97-1853-381D-576E-46ABCA319E61}"/>
              </a:ext>
            </a:extLst>
          </p:cNvPr>
          <p:cNvSpPr/>
          <p:nvPr/>
        </p:nvSpPr>
        <p:spPr>
          <a:xfrm>
            <a:off x="6408874" y="6055629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7FFC0D-81ED-D4B6-4BF6-8B15575A09C2}"/>
              </a:ext>
            </a:extLst>
          </p:cNvPr>
          <p:cNvSpPr/>
          <p:nvPr/>
        </p:nvSpPr>
        <p:spPr>
          <a:xfrm>
            <a:off x="8275017" y="6055629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13970E4-902D-527A-D2E8-FBAF7B651685}"/>
                  </a:ext>
                </a:extLst>
              </p:cNvPr>
              <p:cNvSpPr/>
              <p:nvPr/>
            </p:nvSpPr>
            <p:spPr>
              <a:xfrm>
                <a:off x="10982891" y="6055628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13970E4-902D-527A-D2E8-FBAF7B6516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2891" y="6055628"/>
                <a:ext cx="1027439" cy="7327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A8A3918B-389C-8D64-03D5-2DE767A370A6}"/>
              </a:ext>
            </a:extLst>
          </p:cNvPr>
          <p:cNvGrpSpPr/>
          <p:nvPr/>
        </p:nvGrpSpPr>
        <p:grpSpPr>
          <a:xfrm>
            <a:off x="6328132" y="4875729"/>
            <a:ext cx="1059735" cy="896233"/>
            <a:chOff x="1792466" y="2749256"/>
            <a:chExt cx="1059735" cy="89623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3F8044E-B8CE-21EB-CB97-28BA757B981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77C851E-8A92-880D-8655-766AA66A780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C850834-E1FC-5865-6B7B-B0F43725EBF8}"/>
              </a:ext>
            </a:extLst>
          </p:cNvPr>
          <p:cNvGrpSpPr/>
          <p:nvPr/>
        </p:nvGrpSpPr>
        <p:grpSpPr>
          <a:xfrm>
            <a:off x="8230609" y="4875728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9AD7C8-61F6-96CC-8300-A67D86AE2490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AC41907-0B9A-1868-1BE0-2D20BC4990D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7AA04CD-9E8C-ED23-B28E-ADA7207DE1DC}"/>
              </a:ext>
            </a:extLst>
          </p:cNvPr>
          <p:cNvGrpSpPr/>
          <p:nvPr/>
        </p:nvGrpSpPr>
        <p:grpSpPr>
          <a:xfrm>
            <a:off x="11132265" y="4875728"/>
            <a:ext cx="1059735" cy="896233"/>
            <a:chOff x="1792466" y="2749256"/>
            <a:chExt cx="1059735" cy="89623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DDEE77-E20F-5587-03D1-9DBD49C5A22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D7E1DDF-A002-1FA0-BF5C-EEC41DB1CEE1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FA571B8-8C96-6A5C-79D4-038633D8E644}"/>
              </a:ext>
            </a:extLst>
          </p:cNvPr>
          <p:cNvGrpSpPr/>
          <p:nvPr/>
        </p:nvGrpSpPr>
        <p:grpSpPr>
          <a:xfrm>
            <a:off x="5604642" y="4875728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81B7850-9FD5-9FA7-E625-5A503A3BDC4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30172E0-0B61-1FAD-28A2-BB95BA0F05C1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C69D118-CB9E-2529-CBE1-7D6B1DF1C697}"/>
              </a:ext>
            </a:extLst>
          </p:cNvPr>
          <p:cNvGrpSpPr/>
          <p:nvPr/>
        </p:nvGrpSpPr>
        <p:grpSpPr>
          <a:xfrm>
            <a:off x="7939021" y="4875728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81B71D1-E163-FB01-AEEE-ABE091565B1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C893A1B-8B02-EA4E-2A25-CB6F8483E89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B7AA80D-D85D-3460-79B7-3938BABFCFBB}"/>
              </a:ext>
            </a:extLst>
          </p:cNvPr>
          <p:cNvGrpSpPr/>
          <p:nvPr/>
        </p:nvGrpSpPr>
        <p:grpSpPr>
          <a:xfrm>
            <a:off x="10672521" y="4875727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95D4D91-4416-A067-06D4-BD446193669E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739D82D7-DD77-9C7B-3F09-D9B96FB5671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41F2280-D0C9-FD39-1BC1-D7C49663857B}"/>
              </a:ext>
            </a:extLst>
          </p:cNvPr>
          <p:cNvCxnSpPr>
            <a:cxnSpLocks/>
          </p:cNvCxnSpPr>
          <p:nvPr/>
        </p:nvCxnSpPr>
        <p:spPr>
          <a:xfrm flipV="1">
            <a:off x="6214203" y="3106473"/>
            <a:ext cx="1001169" cy="17692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7D9AA47-8870-FFD9-0CB7-C3EAC1F007DA}"/>
              </a:ext>
            </a:extLst>
          </p:cNvPr>
          <p:cNvCxnSpPr>
            <a:cxnSpLocks/>
          </p:cNvCxnSpPr>
          <p:nvPr/>
        </p:nvCxnSpPr>
        <p:spPr>
          <a:xfrm flipH="1" flipV="1">
            <a:off x="7273938" y="3106473"/>
            <a:ext cx="1224233" cy="17692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B9C8AA1-902A-232C-8D06-E9493B1A0B26}"/>
              </a:ext>
            </a:extLst>
          </p:cNvPr>
          <p:cNvCxnSpPr>
            <a:cxnSpLocks/>
          </p:cNvCxnSpPr>
          <p:nvPr/>
        </p:nvCxnSpPr>
        <p:spPr>
          <a:xfrm flipH="1" flipV="1">
            <a:off x="7446433" y="3185199"/>
            <a:ext cx="3848414" cy="16905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334854C-BC98-16A2-1934-BFEF88403B09}"/>
                  </a:ext>
                </a:extLst>
              </p:cNvPr>
              <p:cNvSpPr txBox="1"/>
              <p:nvPr/>
            </p:nvSpPr>
            <p:spPr>
              <a:xfrm>
                <a:off x="6773353" y="2690198"/>
                <a:ext cx="9435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334854C-BC98-16A2-1934-BFEF88403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353" y="2690198"/>
                <a:ext cx="943537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74877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9D81D-BE4A-C53D-49EB-104DA952B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63AE4-8C14-686D-71F0-C15335DE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81085" cy="1325563"/>
          </a:xfrm>
        </p:spPr>
        <p:txBody>
          <a:bodyPr/>
          <a:lstStyle/>
          <a:p>
            <a:r>
              <a:rPr lang="en-US" dirty="0"/>
              <a:t>Parameter Server Using Communication Collectives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7D619-8813-D9DF-F81C-67B57F6321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916259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In each Iteration</a:t>
                </a:r>
              </a:p>
              <a:p>
                <a:pPr lvl="1"/>
                <a:r>
                  <a:rPr lang="en-US" dirty="0"/>
                  <a:t>#1: </a:t>
                </a:r>
                <a:r>
                  <a:rPr lang="en-US" dirty="0" err="1"/>
                  <a:t>MPI_Broadcast</a:t>
                </a:r>
                <a:r>
                  <a:rPr lang="en-US" dirty="0"/>
                  <a:t>(W)</a:t>
                </a:r>
              </a:p>
              <a:p>
                <a:pPr lvl="1"/>
                <a:r>
                  <a:rPr lang="en-US" dirty="0"/>
                  <a:t>#2: Forward/Backward/gradient computation in each processor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#3: MPI_REDUCE(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,AVG)</a:t>
                </a:r>
              </a:p>
              <a:p>
                <a:pPr lvl="1"/>
                <a:r>
                  <a:rPr lang="en-US" dirty="0"/>
                  <a:t>#4: Parameter server performs the gradient update step</a:t>
                </a:r>
              </a:p>
              <a:p>
                <a:r>
                  <a:rPr lang="en-US" dirty="0"/>
                  <a:t>Repeat</a:t>
                </a:r>
              </a:p>
              <a:p>
                <a:endParaRPr lang="en-US" dirty="0"/>
              </a:p>
              <a:p>
                <a:r>
                  <a:rPr lang="en-US" dirty="0"/>
                  <a:t>Communication Complexity per Iteration (assume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): </a:t>
                </a:r>
                <a:r>
                  <a:rPr lang="en-US" dirty="0">
                    <a:solidFill>
                      <a:srgbClr val="C00000"/>
                    </a:solidFill>
                  </a:rPr>
                  <a:t>??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7D619-8813-D9DF-F81C-67B57F6321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916259" cy="4351338"/>
              </a:xfrm>
              <a:blipFill>
                <a:blip r:embed="rId2"/>
                <a:stretch>
                  <a:fillRect l="-1985" t="-2101" r="-372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332B36B-8248-0833-94EF-4C1C52C2F22F}"/>
              </a:ext>
            </a:extLst>
          </p:cNvPr>
          <p:cNvGrpSpPr/>
          <p:nvPr/>
        </p:nvGrpSpPr>
        <p:grpSpPr>
          <a:xfrm>
            <a:off x="8617159" y="2485802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E7EE78-4B60-65A8-09F7-89A7A5AA384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E31570E-6210-9188-F779-0BFD12DEEB7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A620A987-E8FB-08D6-2599-F16507D9740D}"/>
              </a:ext>
            </a:extLst>
          </p:cNvPr>
          <p:cNvSpPr/>
          <p:nvPr/>
        </p:nvSpPr>
        <p:spPr>
          <a:xfrm>
            <a:off x="6408874" y="6055629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B632AFD-1064-C5C5-86B0-3CD6BADD8A98}"/>
              </a:ext>
            </a:extLst>
          </p:cNvPr>
          <p:cNvSpPr/>
          <p:nvPr/>
        </p:nvSpPr>
        <p:spPr>
          <a:xfrm>
            <a:off x="8275017" y="6055629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424B166-E265-AB3E-91D8-FDFE26E55980}"/>
                  </a:ext>
                </a:extLst>
              </p:cNvPr>
              <p:cNvSpPr/>
              <p:nvPr/>
            </p:nvSpPr>
            <p:spPr>
              <a:xfrm>
                <a:off x="10982891" y="6055628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424B166-E265-AB3E-91D8-FDFE26E559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2891" y="6055628"/>
                <a:ext cx="1027439" cy="7327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BF2CE577-3471-247F-E476-5A9F952A9496}"/>
              </a:ext>
            </a:extLst>
          </p:cNvPr>
          <p:cNvGrpSpPr/>
          <p:nvPr/>
        </p:nvGrpSpPr>
        <p:grpSpPr>
          <a:xfrm>
            <a:off x="6328132" y="4875729"/>
            <a:ext cx="1059735" cy="896233"/>
            <a:chOff x="1792466" y="2749256"/>
            <a:chExt cx="1059735" cy="89623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31B13A1-BFEF-D99C-9A02-766230D8D8D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B05C706-D53F-08C4-74BC-9E60B26A3C7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BF5B087-6BFF-D6AD-8CB7-D7921E471119}"/>
              </a:ext>
            </a:extLst>
          </p:cNvPr>
          <p:cNvGrpSpPr/>
          <p:nvPr/>
        </p:nvGrpSpPr>
        <p:grpSpPr>
          <a:xfrm>
            <a:off x="8230609" y="4875728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30BD445-B8EF-0AAE-F9B9-6AC9747F8883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A7780FE-0ED6-FD21-44E1-28101AFC6AF6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51BEB4-1F3B-6581-21D9-55C866480D15}"/>
              </a:ext>
            </a:extLst>
          </p:cNvPr>
          <p:cNvGrpSpPr/>
          <p:nvPr/>
        </p:nvGrpSpPr>
        <p:grpSpPr>
          <a:xfrm>
            <a:off x="11132265" y="4875728"/>
            <a:ext cx="1059735" cy="896233"/>
            <a:chOff x="1792466" y="2749256"/>
            <a:chExt cx="1059735" cy="89623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B20FDD5-A772-9DD6-D6DC-7C541CD694EF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DAB68F7-D74E-2116-3314-ECD89E72AE0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FA90CA8-AD68-4CD0-AA1D-091FD9FC88A0}"/>
              </a:ext>
            </a:extLst>
          </p:cNvPr>
          <p:cNvGrpSpPr/>
          <p:nvPr/>
        </p:nvGrpSpPr>
        <p:grpSpPr>
          <a:xfrm>
            <a:off x="5604642" y="4875728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8DF9F00-3B7E-E1C4-57DE-31D1448ACBB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AFCFE53-D8FD-1E9D-8DA3-BB870F709BA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9317DAB-5A5D-29D8-1999-4D04FEE957F2}"/>
              </a:ext>
            </a:extLst>
          </p:cNvPr>
          <p:cNvGrpSpPr/>
          <p:nvPr/>
        </p:nvGrpSpPr>
        <p:grpSpPr>
          <a:xfrm>
            <a:off x="7939021" y="4875728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7AE38EB-59E4-0AB1-BB3A-E4097E49CC9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C45D693-395C-E771-7061-314D9715B7B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AE16E6E-1E62-C617-7969-F0B74BE45DC9}"/>
              </a:ext>
            </a:extLst>
          </p:cNvPr>
          <p:cNvGrpSpPr/>
          <p:nvPr/>
        </p:nvGrpSpPr>
        <p:grpSpPr>
          <a:xfrm>
            <a:off x="10672521" y="4875727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62C4CBF-CA7D-39E0-0303-E29623E96F45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BDD6D10-D1D5-0F9C-899B-9921B86B720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D3F6BB9-7C6D-1F54-9835-7069695DF1BA}"/>
              </a:ext>
            </a:extLst>
          </p:cNvPr>
          <p:cNvCxnSpPr>
            <a:cxnSpLocks/>
          </p:cNvCxnSpPr>
          <p:nvPr/>
        </p:nvCxnSpPr>
        <p:spPr>
          <a:xfrm flipV="1">
            <a:off x="6214203" y="3106473"/>
            <a:ext cx="1001169" cy="17692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E2FF2FB-6FA5-AFAC-8E83-74B52C8BFE6A}"/>
              </a:ext>
            </a:extLst>
          </p:cNvPr>
          <p:cNvCxnSpPr>
            <a:cxnSpLocks/>
          </p:cNvCxnSpPr>
          <p:nvPr/>
        </p:nvCxnSpPr>
        <p:spPr>
          <a:xfrm flipH="1" flipV="1">
            <a:off x="7273938" y="3106473"/>
            <a:ext cx="1224233" cy="17692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A1BE6AD-A424-0D53-A4EF-08A1F0B8BA1C}"/>
              </a:ext>
            </a:extLst>
          </p:cNvPr>
          <p:cNvCxnSpPr>
            <a:cxnSpLocks/>
          </p:cNvCxnSpPr>
          <p:nvPr/>
        </p:nvCxnSpPr>
        <p:spPr>
          <a:xfrm flipH="1" flipV="1">
            <a:off x="7446433" y="3185199"/>
            <a:ext cx="3848414" cy="16905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85AD00A-2A13-05E4-CE23-8A40EA413E73}"/>
                  </a:ext>
                </a:extLst>
              </p:cNvPr>
              <p:cNvSpPr txBox="1"/>
              <p:nvPr/>
            </p:nvSpPr>
            <p:spPr>
              <a:xfrm>
                <a:off x="6773353" y="2690198"/>
                <a:ext cx="9435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85AD00A-2A13-05E4-CE23-8A40EA413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353" y="2690198"/>
                <a:ext cx="943537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22213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B7DB-AEF8-A10C-46BB-6ED349239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82E966-4536-F019-13F1-B52569042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MPI_Broadcast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size of data to broadcast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 Number of processors</a:t>
                </a:r>
              </a:p>
              <a:p>
                <a:pPr lvl="1"/>
                <a:r>
                  <a:rPr lang="en-US" dirty="0"/>
                  <a:t>Algorithm proceeds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r>
                  <a:rPr lang="en-US" dirty="0"/>
                  <a:t> steps, each step communicates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amount of data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82E966-4536-F019-13F1-B52569042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2107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EC5B9-95A4-7CF1-3A26-969D650E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07DC-52FE-8CC5-CDDE-4EBF9D9CC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9BB159D-074B-DD02-CE96-CCC0F207724D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F532762-40D5-D273-1BF0-929F10AE95E8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F04A205-EEB9-2462-AFF8-3BC25AD192B2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2D56EC0-27B7-04CD-E800-CA5651005045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F267B2D-CF0D-6E4C-D3E4-8D8C42973D88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B7CBF21-53A8-8C2D-1451-85FB7C32837B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14D73AB-CC96-CEEB-8231-0600C1E03899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8ED8772-5BA9-CD4C-B506-B00A15A49249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5BDDFD9-A5E9-FC60-B716-0C0B520E2DB0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4D041E-9910-E05C-8082-F4DBD714B430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31E54F-FC54-AB59-028E-616EC2F8287D}"/>
                  </a:ext>
                </a:extLst>
              </p:cNvPr>
              <p:cNvSpPr txBox="1"/>
              <p:nvPr/>
            </p:nvSpPr>
            <p:spPr>
              <a:xfrm>
                <a:off x="2931007" y="1769273"/>
                <a:ext cx="668506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Can you calculate the communication complexity?</a:t>
                </a:r>
              </a:p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1 + 1 + … 1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times =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31E54F-FC54-AB59-028E-616EC2F82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007" y="1769273"/>
                <a:ext cx="6685061" cy="646331"/>
              </a:xfrm>
              <a:prstGeom prst="rect">
                <a:avLst/>
              </a:prstGeom>
              <a:blipFill>
                <a:blip r:embed="rId10"/>
                <a:stretch>
                  <a:fillRect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5180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3A416-0F55-2BFC-864E-B95BE1595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D9148-771B-8ACA-8339-119E1E88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81085" cy="1325563"/>
          </a:xfrm>
        </p:spPr>
        <p:txBody>
          <a:bodyPr/>
          <a:lstStyle/>
          <a:p>
            <a:r>
              <a:rPr lang="en-US" dirty="0"/>
              <a:t>Parameter Server Using Communication Collectives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CA5868-2854-146C-00C1-52FC7FF431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916259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In each Iteration</a:t>
                </a:r>
              </a:p>
              <a:p>
                <a:pPr lvl="1"/>
                <a:r>
                  <a:rPr lang="en-US" dirty="0"/>
                  <a:t>#1: </a:t>
                </a:r>
                <a:r>
                  <a:rPr lang="en-US" dirty="0" err="1"/>
                  <a:t>MPI_Broadcast</a:t>
                </a:r>
                <a:r>
                  <a:rPr lang="en-US" dirty="0"/>
                  <a:t>(W)</a:t>
                </a:r>
              </a:p>
              <a:p>
                <a:pPr lvl="1"/>
                <a:r>
                  <a:rPr lang="en-US" dirty="0"/>
                  <a:t>#2: Forward/Backward/gradient computation in each processor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#3: MPI_REDUCE(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,AVG)</a:t>
                </a:r>
              </a:p>
              <a:p>
                <a:pPr lvl="1"/>
                <a:r>
                  <a:rPr lang="en-US" dirty="0"/>
                  <a:t>#4: Parameter server performs the gradient update step</a:t>
                </a:r>
              </a:p>
              <a:p>
                <a:r>
                  <a:rPr lang="en-US" dirty="0"/>
                  <a:t>Repeat</a:t>
                </a:r>
              </a:p>
              <a:p>
                <a:endParaRPr lang="en-US" dirty="0"/>
              </a:p>
              <a:p>
                <a:r>
                  <a:rPr lang="en-US" dirty="0"/>
                  <a:t>Communication Complexity per Iteration (assume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):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CA5868-2854-146C-00C1-52FC7FF431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916259" cy="4351338"/>
              </a:xfrm>
              <a:blipFill>
                <a:blip r:embed="rId2"/>
                <a:stretch>
                  <a:fillRect l="-1985" t="-2801" r="-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EEF5916-D8A5-D9D9-D638-1DB261FCCE32}"/>
              </a:ext>
            </a:extLst>
          </p:cNvPr>
          <p:cNvGrpSpPr/>
          <p:nvPr/>
        </p:nvGrpSpPr>
        <p:grpSpPr>
          <a:xfrm>
            <a:off x="8617159" y="2485802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B012E40-EDDE-2D84-A29F-CB19E719109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60F4443-5110-3BC7-1C00-BADE3B54032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AC484270-7D8C-6DB5-93AB-1F23C3F467DE}"/>
              </a:ext>
            </a:extLst>
          </p:cNvPr>
          <p:cNvSpPr/>
          <p:nvPr/>
        </p:nvSpPr>
        <p:spPr>
          <a:xfrm>
            <a:off x="6408874" y="6055629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DD027A9-1726-A617-C6B9-06D465E1F5E5}"/>
              </a:ext>
            </a:extLst>
          </p:cNvPr>
          <p:cNvSpPr/>
          <p:nvPr/>
        </p:nvSpPr>
        <p:spPr>
          <a:xfrm>
            <a:off x="8275017" y="6055629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AB60A3F-0ABE-45DB-9DBF-E0F0C8C78D26}"/>
                  </a:ext>
                </a:extLst>
              </p:cNvPr>
              <p:cNvSpPr/>
              <p:nvPr/>
            </p:nvSpPr>
            <p:spPr>
              <a:xfrm>
                <a:off x="10982891" y="6055628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AB60A3F-0ABE-45DB-9DBF-E0F0C8C78D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2891" y="6055628"/>
                <a:ext cx="1027439" cy="7327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62EE687A-262A-8C44-31F0-D219063C81D4}"/>
              </a:ext>
            </a:extLst>
          </p:cNvPr>
          <p:cNvGrpSpPr/>
          <p:nvPr/>
        </p:nvGrpSpPr>
        <p:grpSpPr>
          <a:xfrm>
            <a:off x="6328132" y="4875729"/>
            <a:ext cx="1059735" cy="896233"/>
            <a:chOff x="1792466" y="2749256"/>
            <a:chExt cx="1059735" cy="89623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AE7DD7-6C43-639D-F186-B7D36D23F09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A41D307-90D2-ED6A-045D-68358EDC9AF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6B0F8A5-19BC-5D49-67FE-1AFEBBB613AC}"/>
              </a:ext>
            </a:extLst>
          </p:cNvPr>
          <p:cNvGrpSpPr/>
          <p:nvPr/>
        </p:nvGrpSpPr>
        <p:grpSpPr>
          <a:xfrm>
            <a:off x="8230609" y="4875728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AFB340-3BEB-F3B9-36A8-770B7B1109ED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D3E25B2-36DD-B4AB-9792-27F01461B9F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07C96E-E08C-CE92-B12D-C3625699EA6B}"/>
              </a:ext>
            </a:extLst>
          </p:cNvPr>
          <p:cNvGrpSpPr/>
          <p:nvPr/>
        </p:nvGrpSpPr>
        <p:grpSpPr>
          <a:xfrm>
            <a:off x="11132265" y="4875728"/>
            <a:ext cx="1059735" cy="896233"/>
            <a:chOff x="1792466" y="2749256"/>
            <a:chExt cx="1059735" cy="89623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9C9BE84-B1B5-7EFD-3AB8-5701B8B701F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B1148E2-E2AD-AC95-16C2-3E5B88F77AC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63BAB30-46F0-97D2-A87E-0DBC0DAD9E2A}"/>
              </a:ext>
            </a:extLst>
          </p:cNvPr>
          <p:cNvGrpSpPr/>
          <p:nvPr/>
        </p:nvGrpSpPr>
        <p:grpSpPr>
          <a:xfrm>
            <a:off x="5604642" y="4875728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4B88A2B-C845-CA59-B1F1-A66EC2FC97B5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CD01431-201B-016D-FBAF-EAB7D7038F4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6947F30-DC14-6307-698C-666618D47542}"/>
              </a:ext>
            </a:extLst>
          </p:cNvPr>
          <p:cNvGrpSpPr/>
          <p:nvPr/>
        </p:nvGrpSpPr>
        <p:grpSpPr>
          <a:xfrm>
            <a:off x="7939021" y="4875728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0BDA9AA-A85F-BBEC-AC5D-B476138778D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DCA59DF-0D1B-8C09-5769-CBB87359C84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23EDD00-8254-A5E8-F568-4BE4B12BF652}"/>
              </a:ext>
            </a:extLst>
          </p:cNvPr>
          <p:cNvGrpSpPr/>
          <p:nvPr/>
        </p:nvGrpSpPr>
        <p:grpSpPr>
          <a:xfrm>
            <a:off x="10672521" y="4875727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84C6330-AB20-C629-1DC2-C8630D177145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11BF66C-EECE-712E-0CAA-D3D697AA9349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8839C8C-9931-677D-F872-A8E6F1DAFFF7}"/>
              </a:ext>
            </a:extLst>
          </p:cNvPr>
          <p:cNvCxnSpPr>
            <a:cxnSpLocks/>
          </p:cNvCxnSpPr>
          <p:nvPr/>
        </p:nvCxnSpPr>
        <p:spPr>
          <a:xfrm flipV="1">
            <a:off x="6214203" y="3106473"/>
            <a:ext cx="1001169" cy="17692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E9EB370-61D9-11E4-9F64-97D2F1AD10F1}"/>
              </a:ext>
            </a:extLst>
          </p:cNvPr>
          <p:cNvCxnSpPr>
            <a:cxnSpLocks/>
          </p:cNvCxnSpPr>
          <p:nvPr/>
        </p:nvCxnSpPr>
        <p:spPr>
          <a:xfrm flipH="1" flipV="1">
            <a:off x="7273938" y="3106473"/>
            <a:ext cx="1224233" cy="17692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2DC78E0-3A38-40C4-50EB-F84F3CE26D57}"/>
              </a:ext>
            </a:extLst>
          </p:cNvPr>
          <p:cNvCxnSpPr>
            <a:cxnSpLocks/>
          </p:cNvCxnSpPr>
          <p:nvPr/>
        </p:nvCxnSpPr>
        <p:spPr>
          <a:xfrm flipH="1" flipV="1">
            <a:off x="7446433" y="3185199"/>
            <a:ext cx="3848414" cy="16905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1483F6F-20CD-9C93-0113-6BAEFC8D6937}"/>
                  </a:ext>
                </a:extLst>
              </p:cNvPr>
              <p:cNvSpPr txBox="1"/>
              <p:nvPr/>
            </p:nvSpPr>
            <p:spPr>
              <a:xfrm>
                <a:off x="6773353" y="2690198"/>
                <a:ext cx="9435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1483F6F-20CD-9C93-0113-6BAEFC8D6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353" y="2690198"/>
                <a:ext cx="943537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6942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5B6B-8ED0-8258-28B8-123282B95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 Training of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B33FE-D071-984D-27E1-2A5C61DAF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10845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How do we synchronize?</a:t>
            </a:r>
          </a:p>
          <a:p>
            <a:endParaRPr lang="en-US" dirty="0"/>
          </a:p>
          <a:p>
            <a:r>
              <a:rPr lang="en-US" dirty="0"/>
              <a:t>Model #2: All-reduce based Synchronization</a:t>
            </a:r>
          </a:p>
          <a:p>
            <a:endParaRPr lang="en-US" dirty="0"/>
          </a:p>
          <a:p>
            <a:r>
              <a:rPr lang="en-US" dirty="0"/>
              <a:t>No dedicated parameter server. Each worker calculates the gradients and broadcasts it to all other workers</a:t>
            </a:r>
          </a:p>
          <a:p>
            <a:r>
              <a:rPr lang="en-US" dirty="0"/>
              <a:t>Each worker aggregates the gradients collected by all other workers and performs the update step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CE9CD-892D-5044-EBF3-B7FA65F84493}"/>
              </a:ext>
            </a:extLst>
          </p:cNvPr>
          <p:cNvSpPr txBox="1"/>
          <p:nvPr/>
        </p:nvSpPr>
        <p:spPr>
          <a:xfrm>
            <a:off x="6715125" y="4505325"/>
            <a:ext cx="51027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Iandola</a:t>
            </a:r>
            <a:r>
              <a:rPr lang="en-US" sz="1600" dirty="0"/>
              <a:t>, F. N., </a:t>
            </a:r>
            <a:r>
              <a:rPr lang="en-US" sz="1600" dirty="0" err="1"/>
              <a:t>Moskewicz</a:t>
            </a:r>
            <a:r>
              <a:rPr lang="en-US" sz="1600" dirty="0"/>
              <a:t>, M. W., Ashraf, K., &amp; </a:t>
            </a:r>
            <a:r>
              <a:rPr lang="en-US" sz="1600" dirty="0" err="1"/>
              <a:t>Keutzer</a:t>
            </a:r>
            <a:r>
              <a:rPr lang="en-US" sz="1600" dirty="0"/>
              <a:t>, K. (2016). </a:t>
            </a:r>
            <a:r>
              <a:rPr lang="en-US" sz="1600" dirty="0" err="1"/>
              <a:t>Firecaffe</a:t>
            </a:r>
            <a:r>
              <a:rPr lang="en-US" sz="1600" dirty="0"/>
              <a:t>: near-linear acceleration of deep neural network training on compute clusters. In </a:t>
            </a:r>
            <a:r>
              <a:rPr lang="en-US" sz="1600" i="1" dirty="0"/>
              <a:t>Proceedings of the IEEE conference on computer vision and pattern recognition</a:t>
            </a:r>
            <a:r>
              <a:rPr lang="en-US" sz="1600" dirty="0"/>
              <a:t> (pp. 2592-2600).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DBC8A-3524-B17C-4385-48BCB4A8D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1569395"/>
            <a:ext cx="4793790" cy="262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6338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00C04F-DDC4-9A95-D73D-E7C622E1623B}"/>
              </a:ext>
            </a:extLst>
          </p:cNvPr>
          <p:cNvCxnSpPr>
            <a:cxnSpLocks/>
          </p:cNvCxnSpPr>
          <p:nvPr/>
        </p:nvCxnSpPr>
        <p:spPr>
          <a:xfrm>
            <a:off x="4742567" y="5773314"/>
            <a:ext cx="0" cy="3890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2BB0B5-1F8B-E89C-F8E8-6D70F68FEF34}"/>
              </a:ext>
            </a:extLst>
          </p:cNvPr>
          <p:cNvCxnSpPr>
            <a:cxnSpLocks/>
          </p:cNvCxnSpPr>
          <p:nvPr/>
        </p:nvCxnSpPr>
        <p:spPr>
          <a:xfrm flipV="1">
            <a:off x="4913133" y="5788998"/>
            <a:ext cx="0" cy="3576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B11B83-5965-F73E-A59D-65C65AB18C14}"/>
              </a:ext>
            </a:extLst>
          </p:cNvPr>
          <p:cNvCxnSpPr>
            <a:cxnSpLocks/>
          </p:cNvCxnSpPr>
          <p:nvPr/>
        </p:nvCxnSpPr>
        <p:spPr>
          <a:xfrm>
            <a:off x="6705600" y="5757630"/>
            <a:ext cx="0" cy="3890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65875E-E9BE-BDB2-BA0B-2FB349239DF0}"/>
              </a:ext>
            </a:extLst>
          </p:cNvPr>
          <p:cNvCxnSpPr>
            <a:cxnSpLocks/>
          </p:cNvCxnSpPr>
          <p:nvPr/>
        </p:nvCxnSpPr>
        <p:spPr>
          <a:xfrm flipV="1">
            <a:off x="6876166" y="5773314"/>
            <a:ext cx="0" cy="3576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D3D4601-AD80-3890-75BA-4E5B068A7423}"/>
              </a:ext>
            </a:extLst>
          </p:cNvPr>
          <p:cNvCxnSpPr>
            <a:cxnSpLocks/>
          </p:cNvCxnSpPr>
          <p:nvPr/>
        </p:nvCxnSpPr>
        <p:spPr>
          <a:xfrm>
            <a:off x="9401364" y="5755609"/>
            <a:ext cx="0" cy="3890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17468E-B12A-B62E-F648-FD1F844B3B9C}"/>
              </a:ext>
            </a:extLst>
          </p:cNvPr>
          <p:cNvCxnSpPr>
            <a:cxnSpLocks/>
          </p:cNvCxnSpPr>
          <p:nvPr/>
        </p:nvCxnSpPr>
        <p:spPr>
          <a:xfrm flipV="1">
            <a:off x="9571930" y="5771293"/>
            <a:ext cx="0" cy="3576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1C61774-CB3D-D7C4-158D-80209B08E60E}"/>
              </a:ext>
            </a:extLst>
          </p:cNvPr>
          <p:cNvSpPr txBox="1"/>
          <p:nvPr/>
        </p:nvSpPr>
        <p:spPr>
          <a:xfrm>
            <a:off x="2147518" y="5644654"/>
            <a:ext cx="2097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Forward/Backward/</a:t>
            </a:r>
          </a:p>
          <a:p>
            <a:r>
              <a:rPr lang="en-US" dirty="0"/>
              <a:t>Gradient Calculation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E2559C4-77FE-9269-F01A-793F17F9E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35" y="1390619"/>
            <a:ext cx="4916259" cy="4351338"/>
          </a:xfrm>
        </p:spPr>
        <p:txBody>
          <a:bodyPr>
            <a:normAutofit/>
          </a:bodyPr>
          <a:lstStyle/>
          <a:p>
            <a:r>
              <a:rPr lang="en-US" dirty="0"/>
              <a:t>In each Iteration:</a:t>
            </a:r>
          </a:p>
          <a:p>
            <a:pPr lvl="1"/>
            <a:r>
              <a:rPr lang="en-US" dirty="0"/>
              <a:t>Forward/Backward Propagation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521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78419B-2A6C-4F3B-2E32-DD817A28CDFB}"/>
              </a:ext>
            </a:extLst>
          </p:cNvPr>
          <p:cNvGrpSpPr/>
          <p:nvPr/>
        </p:nvGrpSpPr>
        <p:grpSpPr>
          <a:xfrm>
            <a:off x="4312775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695F72-087A-2182-F2CE-9F141CB65A7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1DDC59-2C24-98C8-F303-626917ED6C40}"/>
              </a:ext>
            </a:extLst>
          </p:cNvPr>
          <p:cNvGrpSpPr/>
          <p:nvPr/>
        </p:nvGrpSpPr>
        <p:grpSpPr>
          <a:xfrm>
            <a:off x="6647154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FC6B92D-7252-5FD2-B964-1FB2A6241075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EC839A-0C84-6273-1BF0-7B4064A8743D}"/>
              </a:ext>
            </a:extLst>
          </p:cNvPr>
          <p:cNvGrpSpPr/>
          <p:nvPr/>
        </p:nvGrpSpPr>
        <p:grpSpPr>
          <a:xfrm>
            <a:off x="9380654" y="4421555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79C7672-888B-06A1-574C-A346152FAF3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90D3EF-1D0E-038E-2BA1-CE5A3BBE4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35" y="1390619"/>
            <a:ext cx="4916259" cy="4351338"/>
          </a:xfrm>
        </p:spPr>
        <p:txBody>
          <a:bodyPr>
            <a:normAutofit/>
          </a:bodyPr>
          <a:lstStyle/>
          <a:p>
            <a:r>
              <a:rPr lang="en-US" dirty="0"/>
              <a:t>In each Iteration:</a:t>
            </a:r>
          </a:p>
          <a:p>
            <a:pPr lvl="1"/>
            <a:r>
              <a:rPr lang="en-US" dirty="0"/>
              <a:t>Forward/Backward Propagation</a:t>
            </a:r>
          </a:p>
          <a:p>
            <a:pPr lvl="1"/>
            <a:r>
              <a:rPr lang="en-US" dirty="0"/>
              <a:t>Gradient Calculation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9368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78419B-2A6C-4F3B-2E32-DD817A28CDFB}"/>
              </a:ext>
            </a:extLst>
          </p:cNvPr>
          <p:cNvGrpSpPr/>
          <p:nvPr/>
        </p:nvGrpSpPr>
        <p:grpSpPr>
          <a:xfrm>
            <a:off x="4312775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695F72-087A-2182-F2CE-9F141CB65A7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1DDC59-2C24-98C8-F303-626917ED6C40}"/>
              </a:ext>
            </a:extLst>
          </p:cNvPr>
          <p:cNvGrpSpPr/>
          <p:nvPr/>
        </p:nvGrpSpPr>
        <p:grpSpPr>
          <a:xfrm>
            <a:off x="6647154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FC6B92D-7252-5FD2-B964-1FB2A6241075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EC839A-0C84-6273-1BF0-7B4064A8743D}"/>
              </a:ext>
            </a:extLst>
          </p:cNvPr>
          <p:cNvGrpSpPr/>
          <p:nvPr/>
        </p:nvGrpSpPr>
        <p:grpSpPr>
          <a:xfrm>
            <a:off x="9380654" y="4421555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79C7672-888B-06A1-574C-A346152FAF3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E091855-7D17-5F77-F765-A2DD87215AE5}"/>
              </a:ext>
            </a:extLst>
          </p:cNvPr>
          <p:cNvCxnSpPr>
            <a:cxnSpLocks/>
          </p:cNvCxnSpPr>
          <p:nvPr/>
        </p:nvCxnSpPr>
        <p:spPr>
          <a:xfrm>
            <a:off x="5989017" y="5973878"/>
            <a:ext cx="994133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FB649F-852F-EE33-005C-467332395CA9}"/>
              </a:ext>
            </a:extLst>
          </p:cNvPr>
          <p:cNvCxnSpPr>
            <a:cxnSpLocks/>
          </p:cNvCxnSpPr>
          <p:nvPr/>
        </p:nvCxnSpPr>
        <p:spPr>
          <a:xfrm>
            <a:off x="8696891" y="5973878"/>
            <a:ext cx="994133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34195ED-1FC4-CB59-AD68-042227219889}"/>
              </a:ext>
            </a:extLst>
          </p:cNvPr>
          <p:cNvCxnSpPr>
            <a:cxnSpLocks/>
          </p:cNvCxnSpPr>
          <p:nvPr/>
        </p:nvCxnSpPr>
        <p:spPr>
          <a:xfrm>
            <a:off x="5598933" y="6334187"/>
            <a:ext cx="4332299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880D477-A7AC-CAF2-FF82-0B0543053B29}"/>
              </a:ext>
            </a:extLst>
          </p:cNvPr>
          <p:cNvSpPr txBox="1"/>
          <p:nvPr/>
        </p:nvSpPr>
        <p:spPr>
          <a:xfrm>
            <a:off x="6596345" y="6471742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Reduce Gradients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A97E08-2D29-0403-1E31-3FF6229E6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35" y="1390619"/>
            <a:ext cx="4916259" cy="4351338"/>
          </a:xfrm>
        </p:spPr>
        <p:txBody>
          <a:bodyPr>
            <a:normAutofit/>
          </a:bodyPr>
          <a:lstStyle/>
          <a:p>
            <a:r>
              <a:rPr lang="en-US" dirty="0"/>
              <a:t>In each Iteration:</a:t>
            </a:r>
          </a:p>
          <a:p>
            <a:pPr lvl="1"/>
            <a:r>
              <a:rPr lang="en-US" dirty="0"/>
              <a:t>Forward/Backward Propagation</a:t>
            </a:r>
          </a:p>
          <a:p>
            <a:pPr lvl="1"/>
            <a:r>
              <a:rPr lang="en-US" dirty="0"/>
              <a:t>Gradient Calculation</a:t>
            </a:r>
          </a:p>
          <a:p>
            <a:pPr lvl="1"/>
            <a:r>
              <a:rPr lang="en-US" dirty="0"/>
              <a:t>Each processor collects gradients from all the other processors.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8675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8EE52-C58A-C1BE-9CDB-BD40C7C7B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ACC3F-C80C-D35A-28C6-135A2100A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7330A-2A02-B2EF-B38D-D230262623E8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8F508A-8AF1-48A8-00DB-FF2ABA6DBA9F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FC023DE-53CA-1740-3454-F57F13037AF9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B7BC1DA-873D-374E-D76B-51C838D19B48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F7E4BBFA-5E1E-F544-9C5A-E14DD6DF25DE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5EC871C-85A5-6255-80E2-52C7ECAFBA8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6E99782-A255-47AF-101A-6343E82F3112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20469B-AC4C-7B75-702E-7BECACCFD8A4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08DAA70-4251-EC50-0D90-FB6540617E0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44952C9-065A-94CB-2EDD-340470AAA130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33604C1-73BC-40AF-978F-F55755C4005D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7D47CE1-58E5-3CFD-F57A-1C4F335168C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8889A9A-A90B-D472-B8F3-330EC54D52C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C432F2-FBF2-04FF-4AF4-1F3645DD3B68}"/>
              </a:ext>
            </a:extLst>
          </p:cNvPr>
          <p:cNvGrpSpPr/>
          <p:nvPr/>
        </p:nvGrpSpPr>
        <p:grpSpPr>
          <a:xfrm>
            <a:off x="4312775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DB99A06-BDD2-832C-F569-F24169628D96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F8A2C7F-33C8-DA1E-609E-AF4511F7CEE2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02DEC46-B3AC-7E5A-8943-4119473C450D}"/>
              </a:ext>
            </a:extLst>
          </p:cNvPr>
          <p:cNvGrpSpPr/>
          <p:nvPr/>
        </p:nvGrpSpPr>
        <p:grpSpPr>
          <a:xfrm>
            <a:off x="6647154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E4558E3-98F1-1B8C-C46F-C1E4FA100D38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F577ED5-8F16-2138-3F70-2CA9B49FCB15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39E3B93-89C8-F376-1B03-BBB9D12CBD39}"/>
              </a:ext>
            </a:extLst>
          </p:cNvPr>
          <p:cNvGrpSpPr/>
          <p:nvPr/>
        </p:nvGrpSpPr>
        <p:grpSpPr>
          <a:xfrm>
            <a:off x="9380654" y="4421555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A793AF7-40DF-3CDF-BF6C-0DFA472B7B36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BCFE539-4B1F-1E0A-72FE-7FCE7FFDC2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0026C1-1A06-9315-6B44-D7C15791B6B2}"/>
              </a:ext>
            </a:extLst>
          </p:cNvPr>
          <p:cNvCxnSpPr>
            <a:cxnSpLocks/>
          </p:cNvCxnSpPr>
          <p:nvPr/>
        </p:nvCxnSpPr>
        <p:spPr>
          <a:xfrm>
            <a:off x="5989017" y="5973878"/>
            <a:ext cx="994133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2A6F4DB-8E2B-DE98-C6C2-CDD6CDCAEFBB}"/>
              </a:ext>
            </a:extLst>
          </p:cNvPr>
          <p:cNvCxnSpPr>
            <a:cxnSpLocks/>
          </p:cNvCxnSpPr>
          <p:nvPr/>
        </p:nvCxnSpPr>
        <p:spPr>
          <a:xfrm>
            <a:off x="8696891" y="5973878"/>
            <a:ext cx="994133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F24A10C-B083-58FD-4DA0-269067D1ED7D}"/>
              </a:ext>
            </a:extLst>
          </p:cNvPr>
          <p:cNvCxnSpPr>
            <a:cxnSpLocks/>
          </p:cNvCxnSpPr>
          <p:nvPr/>
        </p:nvCxnSpPr>
        <p:spPr>
          <a:xfrm>
            <a:off x="5598933" y="6334187"/>
            <a:ext cx="4332299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B9777FF-7623-DE36-3E0C-20073661A0CF}"/>
              </a:ext>
            </a:extLst>
          </p:cNvPr>
          <p:cNvSpPr txBox="1"/>
          <p:nvPr/>
        </p:nvSpPr>
        <p:spPr>
          <a:xfrm>
            <a:off x="6596345" y="6471742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Reduce Gradients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066CD2-B5EF-DA55-656F-063879A04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35" y="1390619"/>
            <a:ext cx="4916259" cy="4351338"/>
          </a:xfrm>
        </p:spPr>
        <p:txBody>
          <a:bodyPr>
            <a:normAutofit/>
          </a:bodyPr>
          <a:lstStyle/>
          <a:p>
            <a:r>
              <a:rPr lang="en-US" dirty="0"/>
              <a:t>In each Iteration:</a:t>
            </a:r>
          </a:p>
          <a:p>
            <a:pPr lvl="1"/>
            <a:r>
              <a:rPr lang="en-US" dirty="0"/>
              <a:t>Forward/Backward Propagation</a:t>
            </a:r>
          </a:p>
          <a:p>
            <a:pPr lvl="1"/>
            <a:r>
              <a:rPr lang="en-US" dirty="0"/>
              <a:t>Gradient Calculation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Each processor collects gradients from all the other processors.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0369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832E4-A96C-011B-9BF6-31ED84C7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DA10-1C9C-60F9-FD8D-BAC133E4F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6B567E-D391-C5E4-7C23-F58AF6B34D1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A3797F-7B1B-383F-63CA-CA9E4A9AA908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8DE809-5494-7A56-A239-65F22B7CAB1C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6DA510E-9126-F16E-26DF-A505F1DC304A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A07F97C2-46DF-4A4B-C37B-867D384FD1A5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C361BA-0D12-8236-41C9-904D716C9FD3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AB2FA76-73C6-728E-888C-CE74B5C41DB0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6CAF16-E944-426D-5B63-BD1200E57D05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DD8A7DA-7980-A1DC-1467-2811A55FBEA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588A623-B2A9-7E89-D941-D17B787BF890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F1CFD4-2E22-24E0-0FC4-23233BBF1D1C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BA817AC-698C-02B5-5830-C5D8CBD32CEE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7F28EE8-E97F-30D3-CFDC-D1AC47EF4620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46C7C5-5138-5404-E928-FE0142E2FD55}"/>
              </a:ext>
            </a:extLst>
          </p:cNvPr>
          <p:cNvGrpSpPr/>
          <p:nvPr/>
        </p:nvGrpSpPr>
        <p:grpSpPr>
          <a:xfrm>
            <a:off x="4312775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D339C12-4A72-BC15-58B7-890C56CF993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DAB4D4E-ADE1-9806-43CF-633F8F6F2760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F1804BE-875A-8315-5902-CD673F9C8CA4}"/>
              </a:ext>
            </a:extLst>
          </p:cNvPr>
          <p:cNvGrpSpPr/>
          <p:nvPr/>
        </p:nvGrpSpPr>
        <p:grpSpPr>
          <a:xfrm>
            <a:off x="6647154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4B8FF25-E9A2-371F-32C7-19D0104EF070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CD22927-4416-1CF4-196C-60BF806D4F3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BF161CF-201D-17BF-AB4E-C0101AF5D1D8}"/>
              </a:ext>
            </a:extLst>
          </p:cNvPr>
          <p:cNvGrpSpPr/>
          <p:nvPr/>
        </p:nvGrpSpPr>
        <p:grpSpPr>
          <a:xfrm>
            <a:off x="9380654" y="4421555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F92F36-09D0-7F14-5744-5BB279DD0DF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3407612-F85D-83FA-370D-0D16358CE23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AC16F57-5C5A-55C0-B5DE-97A4120C51B3}"/>
              </a:ext>
            </a:extLst>
          </p:cNvPr>
          <p:cNvCxnSpPr>
            <a:cxnSpLocks/>
          </p:cNvCxnSpPr>
          <p:nvPr/>
        </p:nvCxnSpPr>
        <p:spPr>
          <a:xfrm>
            <a:off x="5989017" y="5973878"/>
            <a:ext cx="994133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10B3F81-7A37-50CC-230A-63B23E1C7F58}"/>
              </a:ext>
            </a:extLst>
          </p:cNvPr>
          <p:cNvCxnSpPr>
            <a:cxnSpLocks/>
          </p:cNvCxnSpPr>
          <p:nvPr/>
        </p:nvCxnSpPr>
        <p:spPr>
          <a:xfrm>
            <a:off x="8696891" y="5973878"/>
            <a:ext cx="994133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E22FFC-D4C6-72D3-F6CE-087ECE329DF3}"/>
              </a:ext>
            </a:extLst>
          </p:cNvPr>
          <p:cNvCxnSpPr>
            <a:cxnSpLocks/>
          </p:cNvCxnSpPr>
          <p:nvPr/>
        </p:nvCxnSpPr>
        <p:spPr>
          <a:xfrm>
            <a:off x="5598933" y="6334187"/>
            <a:ext cx="4332299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98328A1-CB72-44AB-CC30-5F4D029201B5}"/>
              </a:ext>
            </a:extLst>
          </p:cNvPr>
          <p:cNvSpPr txBox="1"/>
          <p:nvPr/>
        </p:nvSpPr>
        <p:spPr>
          <a:xfrm>
            <a:off x="6596345" y="6471742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Reduce Gradients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EFAF4CE-AC75-8D2D-67B1-BA555B4C79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5935" y="1390619"/>
                <a:ext cx="49162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each Iteration:</a:t>
                </a:r>
              </a:p>
              <a:p>
                <a:pPr lvl="1"/>
                <a:r>
                  <a:rPr lang="en-US" dirty="0"/>
                  <a:t>Forward/Backward Propagation</a:t>
                </a:r>
              </a:p>
              <a:p>
                <a:pPr lvl="1"/>
                <a:r>
                  <a:rPr lang="en-US" dirty="0"/>
                  <a:t>Gradient Calculation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MPI_ALLREDUCE(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,AVG)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EFAF4CE-AC75-8D2D-67B1-BA555B4C79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935" y="1390619"/>
                <a:ext cx="4916259" cy="4351338"/>
              </a:xfrm>
              <a:blipFill>
                <a:blip r:embed="rId10"/>
                <a:stretch>
                  <a:fillRect l="-223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27980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8F2B9-974B-A5D3-8F66-7602AC62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MPI_AllReduce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80642-4848-9991-046E-F05A7BE11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MPI_AllReduce</a:t>
            </a:r>
            <a:r>
              <a:rPr lang="en-US" dirty="0"/>
              <a:t>(</a:t>
            </a:r>
            <a:r>
              <a:rPr lang="en-US" dirty="0" err="1"/>
              <a:t>inbuf</a:t>
            </a:r>
            <a:r>
              <a:rPr lang="en-US" dirty="0"/>
              <a:t>, </a:t>
            </a:r>
            <a:r>
              <a:rPr lang="en-US" dirty="0" err="1"/>
              <a:t>resultbuf</a:t>
            </a:r>
            <a:r>
              <a:rPr lang="en-US" dirty="0"/>
              <a:t>, size)</a:t>
            </a:r>
          </a:p>
          <a:p>
            <a:endParaRPr lang="en-US" dirty="0"/>
          </a:p>
          <a:p>
            <a:r>
              <a:rPr lang="en-US" dirty="0"/>
              <a:t>Same as </a:t>
            </a:r>
            <a:r>
              <a:rPr lang="en-US" dirty="0" err="1"/>
              <a:t>MPI_Reduce</a:t>
            </a:r>
            <a:r>
              <a:rPr lang="en-US" dirty="0"/>
              <a:t>() but stores the results in all the processors</a:t>
            </a:r>
          </a:p>
          <a:p>
            <a:endParaRPr lang="en-US" dirty="0"/>
          </a:p>
          <a:p>
            <a:r>
              <a:rPr lang="en-US" dirty="0"/>
              <a:t>Equivalent to:</a:t>
            </a:r>
          </a:p>
          <a:p>
            <a:pPr lvl="1"/>
            <a:r>
              <a:rPr lang="en-US" dirty="0" err="1"/>
              <a:t>MPI_Reduce</a:t>
            </a:r>
            <a:r>
              <a:rPr lang="en-US" dirty="0"/>
              <a:t>(</a:t>
            </a:r>
            <a:r>
              <a:rPr lang="en-US" dirty="0" err="1"/>
              <a:t>inbuf</a:t>
            </a:r>
            <a:r>
              <a:rPr lang="en-US" dirty="0"/>
              <a:t>, </a:t>
            </a:r>
            <a:r>
              <a:rPr lang="en-US" dirty="0" err="1"/>
              <a:t>ibsize</a:t>
            </a:r>
            <a:r>
              <a:rPr lang="en-US" dirty="0"/>
              <a:t>, </a:t>
            </a:r>
            <a:r>
              <a:rPr lang="en-US" dirty="0" err="1"/>
              <a:t>resultbuf</a:t>
            </a:r>
            <a:r>
              <a:rPr lang="en-US" dirty="0"/>
              <a:t>, </a:t>
            </a:r>
            <a:r>
              <a:rPr lang="en-US" dirty="0" err="1"/>
              <a:t>rbsize</a:t>
            </a:r>
            <a:r>
              <a:rPr lang="en-US" dirty="0"/>
              <a:t>, </a:t>
            </a:r>
            <a:r>
              <a:rPr lang="en-US" dirty="0" err="1"/>
              <a:t>Aggr_op</a:t>
            </a:r>
            <a:r>
              <a:rPr lang="en-US" dirty="0"/>
              <a:t>, root)</a:t>
            </a:r>
          </a:p>
          <a:p>
            <a:pPr lvl="1"/>
            <a:r>
              <a:rPr lang="en-US" dirty="0" err="1"/>
              <a:t>MPI_Broadcast</a:t>
            </a:r>
            <a:r>
              <a:rPr lang="en-US" dirty="0"/>
              <a:t>(</a:t>
            </a:r>
            <a:r>
              <a:rPr lang="en-US" dirty="0" err="1"/>
              <a:t>resultbuf</a:t>
            </a:r>
            <a:r>
              <a:rPr lang="en-US" dirty="0"/>
              <a:t>, </a:t>
            </a:r>
            <a:r>
              <a:rPr lang="en-US" dirty="0" err="1"/>
              <a:t>rbsize</a:t>
            </a:r>
            <a:r>
              <a:rPr lang="en-US" dirty="0"/>
              <a:t>, root )</a:t>
            </a:r>
          </a:p>
        </p:txBody>
      </p:sp>
    </p:spTree>
    <p:extLst>
      <p:ext uri="{BB962C8B-B14F-4D97-AF65-F5344CB8AC3E}">
        <p14:creationId xmlns:p14="http://schemas.microsoft.com/office/powerpoint/2010/main" val="12849284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8C77B-E319-8455-45B2-61877FFA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5B9EE-F49F-FF23-4F1A-B30DCDE22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8F96F1-6919-C6FC-A644-F9EB4E98AEF8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1C503C-1DB0-6916-8F31-81670FC10CD1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56B71CC-1C0F-8D79-37B9-DDA9E6F40070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2E3046B-F0E4-2EA4-1A96-14C928144B68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DED92411-C12B-53AE-494A-AD8ABCE069FD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796D49D-C040-6E3D-BA66-B383E591D64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EF06863-D3D2-E4C4-D239-AE1F6832391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D6FA444-0888-6CE6-269A-EF6DAA3F21AA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610027E-572E-DC88-74DE-CA9ACA8879F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1359384-08C1-F6C3-FA32-1FA35A93DD5B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62181C-77DA-B805-91C8-138E2DDD38CA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F73918D-34F1-743C-D8E6-A2515DEF6B33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1A6ECAC-8E74-939F-2C2C-45E76325453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836A405-5E61-DCF0-E866-BC3B11D4EAB4}"/>
              </a:ext>
            </a:extLst>
          </p:cNvPr>
          <p:cNvGrpSpPr/>
          <p:nvPr/>
        </p:nvGrpSpPr>
        <p:grpSpPr>
          <a:xfrm>
            <a:off x="4312775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5C3A48-53E7-AB04-3D30-97D822F17858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A90560D-A5EF-392E-B5CC-8753FBB4AD1B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331C29B-4136-CF60-97D5-F3C2A8E6E851}"/>
              </a:ext>
            </a:extLst>
          </p:cNvPr>
          <p:cNvGrpSpPr/>
          <p:nvPr/>
        </p:nvGrpSpPr>
        <p:grpSpPr>
          <a:xfrm>
            <a:off x="6647154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5677406-95C5-015A-8166-CD5AE376836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42892CB-7ED8-842F-E951-CB50A31E6932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E3588D7-F36F-E60A-31BC-8590CDDE1BE3}"/>
              </a:ext>
            </a:extLst>
          </p:cNvPr>
          <p:cNvGrpSpPr/>
          <p:nvPr/>
        </p:nvGrpSpPr>
        <p:grpSpPr>
          <a:xfrm>
            <a:off x="9380654" y="4421555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AECD793-5104-ED2F-AD49-36D34D156577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9D4A405-3D4B-B4E0-C6CA-D28886B8AAA5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E5340DB-72CD-1A42-3CAD-C294723E5FF2}"/>
              </a:ext>
            </a:extLst>
          </p:cNvPr>
          <p:cNvCxnSpPr>
            <a:cxnSpLocks/>
          </p:cNvCxnSpPr>
          <p:nvPr/>
        </p:nvCxnSpPr>
        <p:spPr>
          <a:xfrm>
            <a:off x="5989017" y="5973878"/>
            <a:ext cx="994133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3315FA5-F35F-0EDF-5F00-6EC25BFFB5E0}"/>
              </a:ext>
            </a:extLst>
          </p:cNvPr>
          <p:cNvCxnSpPr>
            <a:cxnSpLocks/>
          </p:cNvCxnSpPr>
          <p:nvPr/>
        </p:nvCxnSpPr>
        <p:spPr>
          <a:xfrm>
            <a:off x="8696891" y="5973878"/>
            <a:ext cx="994133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7EB817-051C-A4BB-6AA2-38FF622631C0}"/>
              </a:ext>
            </a:extLst>
          </p:cNvPr>
          <p:cNvCxnSpPr>
            <a:cxnSpLocks/>
          </p:cNvCxnSpPr>
          <p:nvPr/>
        </p:nvCxnSpPr>
        <p:spPr>
          <a:xfrm>
            <a:off x="5598933" y="6334187"/>
            <a:ext cx="4332299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2357643-8C9C-E7F6-7D79-1D806A550502}"/>
              </a:ext>
            </a:extLst>
          </p:cNvPr>
          <p:cNvSpPr txBox="1"/>
          <p:nvPr/>
        </p:nvSpPr>
        <p:spPr>
          <a:xfrm>
            <a:off x="6596345" y="6471742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Reduce Gradients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76CA79F-912A-F3CA-AF79-6492F4C80B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5935" y="1390619"/>
                <a:ext cx="49162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each Iteration:</a:t>
                </a:r>
              </a:p>
              <a:p>
                <a:pPr lvl="1"/>
                <a:r>
                  <a:rPr lang="en-US" dirty="0"/>
                  <a:t>Forward/Backward Propagation</a:t>
                </a:r>
              </a:p>
              <a:p>
                <a:pPr lvl="1"/>
                <a:r>
                  <a:rPr lang="en-US" dirty="0"/>
                  <a:t>Gradient Calculation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MPI_ALLREDUCE(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,AVG)</a:t>
                </a:r>
              </a:p>
              <a:p>
                <a:pPr lvl="1"/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/>
                  <a:t>Complexity: </a:t>
                </a:r>
                <a:r>
                  <a:rPr lang="en-US" dirty="0">
                    <a:solidFill>
                      <a:srgbClr val="C00000"/>
                    </a:solidFill>
                  </a:rPr>
                  <a:t>??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76CA79F-912A-F3CA-AF79-6492F4C80B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935" y="1390619"/>
                <a:ext cx="4916259" cy="4351338"/>
              </a:xfrm>
              <a:blipFill>
                <a:blip r:embed="rId10"/>
                <a:stretch>
                  <a:fillRect l="-223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802293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E7183-2074-2D85-9478-E6423CEA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B78A-335C-4BE7-98F4-E8683E6E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9700D1-26E7-7E92-220E-D2F59CC79E57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36B2B2-FCCA-31AD-89F7-9E45F46EC99D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F5232FF-1D1C-2F64-B3FF-E2863F14A8C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0AE652C-C4FA-0DB8-273B-1DE0145770EF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BB812B48-E562-05C7-8845-1CC357130BB8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7DA9A-79AE-E238-70EB-EE99F686CF53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41B574E-CA78-34D4-7502-C9F4A26FA18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F5BB33-05AA-8647-3651-D80CC14CA937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8033E2-04A2-3E33-97E9-2D5E3C79BE9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EE63958-9AA1-9CA9-8611-7A931D310CF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247D1E-CEBE-4A14-3E2F-71D78F4DD74A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A10E472-3519-1BDF-2458-C09628607115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69EA89A-7E60-517D-94B7-D93C33E728A6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42A76A2-FE5C-E145-B4DC-0BF81B07259F}"/>
              </a:ext>
            </a:extLst>
          </p:cNvPr>
          <p:cNvGrpSpPr/>
          <p:nvPr/>
        </p:nvGrpSpPr>
        <p:grpSpPr>
          <a:xfrm>
            <a:off x="4312775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9A205F6-A470-D3FD-D138-02558CE3F930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78C437C-1054-78AB-48F4-AC2B100371F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015F052-0A66-71C5-DBCD-E9943BC3AFE6}"/>
              </a:ext>
            </a:extLst>
          </p:cNvPr>
          <p:cNvGrpSpPr/>
          <p:nvPr/>
        </p:nvGrpSpPr>
        <p:grpSpPr>
          <a:xfrm>
            <a:off x="6647154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3911BB1-F85A-4E6B-233A-40CCB63DC8D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6D65FF8-F2DA-33F8-7DED-2A2A2AC47ED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394B935-8E27-E753-884B-7A028DA6C79F}"/>
              </a:ext>
            </a:extLst>
          </p:cNvPr>
          <p:cNvGrpSpPr/>
          <p:nvPr/>
        </p:nvGrpSpPr>
        <p:grpSpPr>
          <a:xfrm>
            <a:off x="9380654" y="4421555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B03947C-2759-4124-C614-D901B88AB62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C0B93DE-EE83-7587-27B6-31BA1E2C53A0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174C5CC-80D3-AF3C-FB63-61F302DA1EEA}"/>
              </a:ext>
            </a:extLst>
          </p:cNvPr>
          <p:cNvCxnSpPr>
            <a:cxnSpLocks/>
          </p:cNvCxnSpPr>
          <p:nvPr/>
        </p:nvCxnSpPr>
        <p:spPr>
          <a:xfrm>
            <a:off x="5989017" y="5973878"/>
            <a:ext cx="994133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B3EEA5-98BC-81DB-C9B9-944BE4C7EB90}"/>
              </a:ext>
            </a:extLst>
          </p:cNvPr>
          <p:cNvCxnSpPr>
            <a:cxnSpLocks/>
          </p:cNvCxnSpPr>
          <p:nvPr/>
        </p:nvCxnSpPr>
        <p:spPr>
          <a:xfrm>
            <a:off x="8696891" y="5973878"/>
            <a:ext cx="994133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5F0FF4-EA91-B4EA-6EC0-BB8B08C688D4}"/>
              </a:ext>
            </a:extLst>
          </p:cNvPr>
          <p:cNvCxnSpPr>
            <a:cxnSpLocks/>
          </p:cNvCxnSpPr>
          <p:nvPr/>
        </p:nvCxnSpPr>
        <p:spPr>
          <a:xfrm>
            <a:off x="5598933" y="6334187"/>
            <a:ext cx="4332299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7B80653-6E85-8C4A-6A61-C78865EF7349}"/>
              </a:ext>
            </a:extLst>
          </p:cNvPr>
          <p:cNvSpPr txBox="1"/>
          <p:nvPr/>
        </p:nvSpPr>
        <p:spPr>
          <a:xfrm>
            <a:off x="6596345" y="6471742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Reduce Gradients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C439ED6-841E-6BB2-CC4D-F32B759242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5935" y="1390619"/>
                <a:ext cx="49162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each Iteration:</a:t>
                </a:r>
              </a:p>
              <a:p>
                <a:pPr lvl="1"/>
                <a:r>
                  <a:rPr lang="en-US" dirty="0"/>
                  <a:t>Forward/Backward Propagation</a:t>
                </a:r>
              </a:p>
              <a:p>
                <a:pPr lvl="1"/>
                <a:r>
                  <a:rPr lang="en-US" dirty="0"/>
                  <a:t>Gradient Calculation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MPI_ALLREDUCE(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,AVG)</a:t>
                </a:r>
              </a:p>
              <a:p>
                <a:pPr lvl="1"/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/>
                  <a:t>Complexity: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lvl="1"/>
                <a:endParaRPr lang="en-US" dirty="0">
                  <a:solidFill>
                    <a:srgbClr val="C00000"/>
                  </a:solidFill>
                </a:endParaRP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C439ED6-841E-6BB2-CC4D-F32B759242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935" y="1390619"/>
                <a:ext cx="4916259" cy="4351338"/>
              </a:xfrm>
              <a:blipFill>
                <a:blip r:embed="rId10"/>
                <a:stretch>
                  <a:fillRect l="-223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94533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9191-0F1E-B42D-2D56-F7AF86CB3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46DF7-BCC7-C9D5-C278-3EF424EDF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practice, all three parallelisms are combined</a:t>
            </a:r>
          </a:p>
          <a:p>
            <a:endParaRPr lang="en-US" dirty="0"/>
          </a:p>
          <a:p>
            <a:r>
              <a:rPr lang="en-US" dirty="0"/>
              <a:t>Data + Pipeline + Tensor = 3D parallelism</a:t>
            </a:r>
          </a:p>
          <a:p>
            <a:endParaRPr lang="en-US" dirty="0"/>
          </a:p>
          <a:p>
            <a:r>
              <a:rPr lang="en-US" dirty="0" err="1"/>
              <a:t>DeepSpeed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https://github.com/microsoft/DeepSpeed/tree/master?tab=readme-ov-file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097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11/25 Final exam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24081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7773</TotalTime>
  <Words>2865</Words>
  <Application>Microsoft Office PowerPoint</Application>
  <PresentationFormat>Widescreen</PresentationFormat>
  <Paragraphs>768</Paragraphs>
  <Slides>73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8" baseType="lpstr"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Announcements</vt:lpstr>
      <vt:lpstr>Midterm Logistics</vt:lpstr>
      <vt:lpstr>Midterm Logistics</vt:lpstr>
      <vt:lpstr>Midterm Logistics</vt:lpstr>
      <vt:lpstr>Outline</vt:lpstr>
      <vt:lpstr>Cluster of Accelerators</vt:lpstr>
      <vt:lpstr>Anatomy of an MPI Program</vt:lpstr>
      <vt:lpstr>Inter-Process Communication</vt:lpstr>
      <vt:lpstr>Inter-Process Communication</vt:lpstr>
      <vt:lpstr>Message Passing Program</vt:lpstr>
      <vt:lpstr>Message Passing Program</vt:lpstr>
      <vt:lpstr>Message Passing Program</vt:lpstr>
      <vt:lpstr>Blocking Non-Buffered Send/Receive</vt:lpstr>
      <vt:lpstr>Virtual Topology</vt:lpstr>
      <vt:lpstr>Message Passing Programming Paradigm</vt:lpstr>
      <vt:lpstr>MPI_Broadcast</vt:lpstr>
      <vt:lpstr>MPI_Scatter</vt:lpstr>
      <vt:lpstr>MPI_Gather</vt:lpstr>
      <vt:lpstr>MPI_Reduce</vt:lpstr>
      <vt:lpstr>MPI_AllReduce</vt:lpstr>
      <vt:lpstr>Training</vt:lpstr>
      <vt:lpstr>Training</vt:lpstr>
      <vt:lpstr>CNN Training: Forward Propagation</vt:lpstr>
      <vt:lpstr>CNN Training: Forward Propagation</vt:lpstr>
      <vt:lpstr>CNN Training: Forward Propagation</vt:lpstr>
      <vt:lpstr>CNN Training: Forward Propagation</vt:lpstr>
      <vt:lpstr>CNN Training: Error Calculation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Training</vt:lpstr>
      <vt:lpstr>Gradient Update</vt:lpstr>
      <vt:lpstr>Gradient Update</vt:lpstr>
      <vt:lpstr>Gradient Update</vt:lpstr>
      <vt:lpstr>Gradient Update</vt:lpstr>
      <vt:lpstr>Gradient Update</vt:lpstr>
      <vt:lpstr>Gradient Update</vt:lpstr>
      <vt:lpstr>Gradient Update</vt:lpstr>
      <vt:lpstr>Gradient Update</vt:lpstr>
      <vt:lpstr>Gradient Update</vt:lpstr>
      <vt:lpstr>Data Parallel Training of Neural Networks</vt:lpstr>
      <vt:lpstr>Data Parallel Training of Neural Networks</vt:lpstr>
      <vt:lpstr>Parameter Server Model</vt:lpstr>
      <vt:lpstr>Parameter Server Model</vt:lpstr>
      <vt:lpstr>Parameter Server Model</vt:lpstr>
      <vt:lpstr>Parameter Server Model</vt:lpstr>
      <vt:lpstr>Parameter Server Model</vt:lpstr>
      <vt:lpstr>Parameter Server Model</vt:lpstr>
      <vt:lpstr>Parameter Server Model</vt:lpstr>
      <vt:lpstr>Parameter Server Using Communication Collectives</vt:lpstr>
      <vt:lpstr>Parameter Server Using Communication Collectives</vt:lpstr>
      <vt:lpstr>Parameter Server Using Communication Collectives</vt:lpstr>
      <vt:lpstr>Parameter Server Using Communication Collectives</vt:lpstr>
      <vt:lpstr>Parameter Server Using Communication Collectives</vt:lpstr>
      <vt:lpstr>Parameter Server Using Communication Collectives</vt:lpstr>
      <vt:lpstr>MPI_Broadcast</vt:lpstr>
      <vt:lpstr>MPI_Reduce</vt:lpstr>
      <vt:lpstr>Parameter Server Using Communication Collectives</vt:lpstr>
      <vt:lpstr>Data Parallel Training of Neural Networks</vt:lpstr>
      <vt:lpstr>All Reduce Model</vt:lpstr>
      <vt:lpstr>All Reduce Model</vt:lpstr>
      <vt:lpstr>All Reduce Model</vt:lpstr>
      <vt:lpstr>All Reduce Model</vt:lpstr>
      <vt:lpstr>All Reduce Model</vt:lpstr>
      <vt:lpstr>MPI_AllReduce</vt:lpstr>
      <vt:lpstr>All Reduce Model</vt:lpstr>
      <vt:lpstr>All Reduce Model</vt:lpstr>
      <vt:lpstr>3D Parallelism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99</cp:revision>
  <dcterms:created xsi:type="dcterms:W3CDTF">2022-08-26T11:47:57Z</dcterms:created>
  <dcterms:modified xsi:type="dcterms:W3CDTF">2025-11-20T18:12:39Z</dcterms:modified>
</cp:coreProperties>
</file>
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7"/>
  </p:notesMasterIdLst>
  <p:sldIdLst>
    <p:sldId id="256" r:id="rId2"/>
    <p:sldId id="261" r:id="rId3"/>
    <p:sldId id="1654" r:id="rId4"/>
    <p:sldId id="1655" r:id="rId5"/>
    <p:sldId id="1431" r:id="rId6"/>
    <p:sldId id="1432" r:id="rId7"/>
    <p:sldId id="1656" r:id="rId8"/>
    <p:sldId id="1657" r:id="rId9"/>
    <p:sldId id="1658" r:id="rId10"/>
    <p:sldId id="1659" r:id="rId11"/>
    <p:sldId id="1660" r:id="rId12"/>
    <p:sldId id="1253" r:id="rId13"/>
    <p:sldId id="1332" r:id="rId14"/>
    <p:sldId id="1628" r:id="rId15"/>
    <p:sldId id="1272" r:id="rId16"/>
    <p:sldId id="1629" r:id="rId17"/>
    <p:sldId id="1413" r:id="rId18"/>
    <p:sldId id="1412" r:id="rId19"/>
    <p:sldId id="1414" r:id="rId20"/>
    <p:sldId id="1630" r:id="rId21"/>
    <p:sldId id="1418" r:id="rId22"/>
    <p:sldId id="1420" r:id="rId23"/>
    <p:sldId id="1631" r:id="rId24"/>
    <p:sldId id="1632" r:id="rId25"/>
    <p:sldId id="1633" r:id="rId26"/>
    <p:sldId id="1421" r:id="rId27"/>
    <p:sldId id="1634" r:id="rId28"/>
    <p:sldId id="1635" r:id="rId29"/>
    <p:sldId id="1636" r:id="rId30"/>
    <p:sldId id="1422" r:id="rId31"/>
    <p:sldId id="1616" r:id="rId32"/>
    <p:sldId id="1617" r:id="rId33"/>
    <p:sldId id="1423" r:id="rId34"/>
    <p:sldId id="1424" r:id="rId35"/>
    <p:sldId id="1425" r:id="rId36"/>
    <p:sldId id="1426" r:id="rId37"/>
    <p:sldId id="1637" r:id="rId38"/>
    <p:sldId id="1643" r:id="rId39"/>
    <p:sldId id="1644" r:id="rId40"/>
    <p:sldId id="1645" r:id="rId41"/>
    <p:sldId id="1646" r:id="rId42"/>
    <p:sldId id="1647" r:id="rId43"/>
    <p:sldId id="1648" r:id="rId44"/>
    <p:sldId id="1650" r:id="rId45"/>
    <p:sldId id="1651" r:id="rId46"/>
    <p:sldId id="1649" r:id="rId47"/>
    <p:sldId id="1427" r:id="rId48"/>
    <p:sldId id="1428" r:id="rId49"/>
    <p:sldId id="1429" r:id="rId50"/>
    <p:sldId id="1430" r:id="rId51"/>
    <p:sldId id="1652" r:id="rId52"/>
    <p:sldId id="1653" r:id="rId53"/>
    <p:sldId id="1433" r:id="rId54"/>
    <p:sldId id="1434" r:id="rId55"/>
    <p:sldId id="1435" r:id="rId56"/>
    <p:sldId id="1436" r:id="rId57"/>
    <p:sldId id="1437" r:id="rId58"/>
    <p:sldId id="1438" r:id="rId59"/>
    <p:sldId id="1439" r:id="rId60"/>
    <p:sldId id="1440" r:id="rId61"/>
    <p:sldId id="1441" r:id="rId62"/>
    <p:sldId id="1442" r:id="rId63"/>
    <p:sldId id="1419" r:id="rId64"/>
    <p:sldId id="1551" r:id="rId65"/>
    <p:sldId id="391" r:id="rId6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5DD4BA-CA47-4698-B293-0B4D7A75F19F}" v="261" dt="2025-09-30T15:47:27.4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325" autoAdjust="0"/>
  </p:normalViewPr>
  <p:slideViewPr>
    <p:cSldViewPr snapToGrid="0">
      <p:cViewPr>
        <p:scale>
          <a:sx n="74" d="100"/>
          <a:sy n="74" d="100"/>
        </p:scale>
        <p:origin x="684" y="1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mukh Kuppannagari" userId="ad215094-da36-4b66-9c79-369a17aea26b" providerId="ADAL" clId="{685DD4BA-CA47-4698-B293-0B4D7A75F19F}"/>
    <pc:docChg chg="undo custSel addSld delSld modSld">
      <pc:chgData name="Sanmukh Kuppannagari" userId="ad215094-da36-4b66-9c79-369a17aea26b" providerId="ADAL" clId="{685DD4BA-CA47-4698-B293-0B4D7A75F19F}" dt="2025-09-30T15:49:40.981" v="3355" actId="20577"/>
      <pc:docMkLst>
        <pc:docMk/>
      </pc:docMkLst>
      <pc:sldChg chg="modSp mod">
        <pc:chgData name="Sanmukh Kuppannagari" userId="ad215094-da36-4b66-9c79-369a17aea26b" providerId="ADAL" clId="{685DD4BA-CA47-4698-B293-0B4D7A75F19F}" dt="2025-09-30T13:39:58.402" v="3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685DD4BA-CA47-4698-B293-0B4D7A75F19F}" dt="2025-09-30T13:39:58.402" v="3" actId="20577"/>
          <ac:spMkLst>
            <pc:docMk/>
            <pc:sldMk cId="728785357" sldId="256"/>
            <ac:spMk id="3" creationId="{C46BB279-3651-105A-8503-217F67B1FED8}"/>
          </ac:spMkLst>
        </pc:spChg>
      </pc:sldChg>
      <pc:sldChg chg="modSp mod">
        <pc:chgData name="Sanmukh Kuppannagari" userId="ad215094-da36-4b66-9c79-369a17aea26b" providerId="ADAL" clId="{685DD4BA-CA47-4698-B293-0B4D7A75F19F}" dt="2025-09-30T13:42:54.600" v="27" actId="20577"/>
        <pc:sldMkLst>
          <pc:docMk/>
          <pc:sldMk cId="2017305151" sldId="261"/>
        </pc:sldMkLst>
        <pc:spChg chg="mod">
          <ac:chgData name="Sanmukh Kuppannagari" userId="ad215094-da36-4b66-9c79-369a17aea26b" providerId="ADAL" clId="{685DD4BA-CA47-4698-B293-0B4D7A75F19F}" dt="2025-09-30T13:42:54.600" v="27" actId="20577"/>
          <ac:spMkLst>
            <pc:docMk/>
            <pc:sldMk cId="2017305151" sldId="261"/>
            <ac:spMk id="3" creationId="{D61E7643-79A8-EFA8-035B-07E3457DA90C}"/>
          </ac:spMkLst>
        </pc:spChg>
      </pc:sldChg>
      <pc:sldChg chg="modSp mod">
        <pc:chgData name="Sanmukh Kuppannagari" userId="ad215094-da36-4b66-9c79-369a17aea26b" providerId="ADAL" clId="{685DD4BA-CA47-4698-B293-0B4D7A75F19F}" dt="2025-09-30T14:11:27.514" v="676"/>
        <pc:sldMkLst>
          <pc:docMk/>
          <pc:sldMk cId="3630924" sldId="1253"/>
        </pc:sldMkLst>
        <pc:spChg chg="mod">
          <ac:chgData name="Sanmukh Kuppannagari" userId="ad215094-da36-4b66-9c79-369a17aea26b" providerId="ADAL" clId="{685DD4BA-CA47-4698-B293-0B4D7A75F19F}" dt="2025-09-30T14:11:27.514" v="676"/>
          <ac:spMkLst>
            <pc:docMk/>
            <pc:sldMk cId="3630924" sldId="1253"/>
            <ac:spMk id="3" creationId="{FAB84D86-2480-F6C6-1CC0-FABC5ED98208}"/>
          </ac:spMkLst>
        </pc:spChg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120621833" sldId="1301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761206213" sldId="1302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947096827" sldId="1348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4042243871" sldId="1349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4189498737" sldId="1350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540455608" sldId="1351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955974285" sldId="1352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90843385" sldId="1353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949718224" sldId="1354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944983638" sldId="1355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602010999" sldId="1356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928916360" sldId="1357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554485064" sldId="1358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255597569" sldId="1359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55600020" sldId="1360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091206708" sldId="1361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324345654" sldId="1363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952027562" sldId="1364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681935685" sldId="1365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694987608" sldId="1366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906755194" sldId="1371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289880766" sldId="1393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547436486" sldId="1394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202618607" sldId="1395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76476748" sldId="1396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26597970" sldId="1397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317642017" sldId="1398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917602464" sldId="1399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35936496" sldId="1400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700221882" sldId="1401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296018570" sldId="1402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582163347" sldId="1403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904800431" sldId="1404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392244592" sldId="1405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697652818" sldId="1406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455634612" sldId="1407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839119350" sldId="1408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080220527" sldId="1409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247426298" sldId="1410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4009862055" sldId="1411"/>
        </pc:sldMkLst>
      </pc:sldChg>
      <pc:sldChg chg="add">
        <pc:chgData name="Sanmukh Kuppannagari" userId="ad215094-da36-4b66-9c79-369a17aea26b" providerId="ADAL" clId="{685DD4BA-CA47-4698-B293-0B4D7A75F19F}" dt="2025-09-30T13:55:09.159" v="89"/>
        <pc:sldMkLst>
          <pc:docMk/>
          <pc:sldMk cId="4085597991" sldId="1418"/>
        </pc:sldMkLst>
      </pc:sldChg>
      <pc:sldChg chg="modSp add mod">
        <pc:chgData name="Sanmukh Kuppannagari" userId="ad215094-da36-4b66-9c79-369a17aea26b" providerId="ADAL" clId="{685DD4BA-CA47-4698-B293-0B4D7A75F19F}" dt="2025-09-30T15:38:00.210" v="2808" actId="20577"/>
        <pc:sldMkLst>
          <pc:docMk/>
          <pc:sldMk cId="2151372455" sldId="1419"/>
        </pc:sldMkLst>
        <pc:spChg chg="mod">
          <ac:chgData name="Sanmukh Kuppannagari" userId="ad215094-da36-4b66-9c79-369a17aea26b" providerId="ADAL" clId="{685DD4BA-CA47-4698-B293-0B4D7A75F19F}" dt="2025-09-30T15:38:00.210" v="2808" actId="20577"/>
          <ac:spMkLst>
            <pc:docMk/>
            <pc:sldMk cId="2151372455" sldId="1419"/>
            <ac:spMk id="3" creationId="{8F970DB4-CEA3-290F-D1F5-FA86F216DE3B}"/>
          </ac:spMkLst>
        </pc:spChg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565169132" sldId="1420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2252650841" sldId="1421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2777539220" sldId="1422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2831660177" sldId="1423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2959762428" sldId="1424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3018266416" sldId="1425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2264869930" sldId="1426"/>
        </pc:sldMkLst>
      </pc:sldChg>
      <pc:sldChg chg="addSp delSp modSp add mod">
        <pc:chgData name="Sanmukh Kuppannagari" userId="ad215094-da36-4b66-9c79-369a17aea26b" providerId="ADAL" clId="{685DD4BA-CA47-4698-B293-0B4D7A75F19F}" dt="2025-09-30T15:03:48.963" v="2453" actId="1076"/>
        <pc:sldMkLst>
          <pc:docMk/>
          <pc:sldMk cId="3229075924" sldId="1427"/>
        </pc:sldMkLst>
        <pc:spChg chg="mod">
          <ac:chgData name="Sanmukh Kuppannagari" userId="ad215094-da36-4b66-9c79-369a17aea26b" providerId="ADAL" clId="{685DD4BA-CA47-4698-B293-0B4D7A75F19F}" dt="2025-09-30T14:54:31.844" v="2397" actId="20577"/>
          <ac:spMkLst>
            <pc:docMk/>
            <pc:sldMk cId="3229075924" sldId="1427"/>
            <ac:spMk id="3" creationId="{5E3CBD81-3AF3-0C0F-E5C9-B59B116442AB}"/>
          </ac:spMkLst>
        </pc:spChg>
        <pc:spChg chg="del mod">
          <ac:chgData name="Sanmukh Kuppannagari" userId="ad215094-da36-4b66-9c79-369a17aea26b" providerId="ADAL" clId="{685DD4BA-CA47-4698-B293-0B4D7A75F19F}" dt="2025-09-30T15:02:34.374" v="2432" actId="478"/>
          <ac:spMkLst>
            <pc:docMk/>
            <pc:sldMk cId="3229075924" sldId="1427"/>
            <ac:spMk id="4" creationId="{7CF4B469-98CB-9FA4-DAAE-F25EABD694A8}"/>
          </ac:spMkLst>
        </pc:spChg>
        <pc:spChg chg="del mod">
          <ac:chgData name="Sanmukh Kuppannagari" userId="ad215094-da36-4b66-9c79-369a17aea26b" providerId="ADAL" clId="{685DD4BA-CA47-4698-B293-0B4D7A75F19F}" dt="2025-09-30T15:01:02.616" v="2402" actId="478"/>
          <ac:spMkLst>
            <pc:docMk/>
            <pc:sldMk cId="3229075924" sldId="1427"/>
            <ac:spMk id="29" creationId="{B832FCE5-29BB-E8F2-EA9A-49DD2F1E58BA}"/>
          </ac:spMkLst>
        </pc:spChg>
        <pc:spChg chg="del mod">
          <ac:chgData name="Sanmukh Kuppannagari" userId="ad215094-da36-4b66-9c79-369a17aea26b" providerId="ADAL" clId="{685DD4BA-CA47-4698-B293-0B4D7A75F19F}" dt="2025-09-30T15:01:02.616" v="2402" actId="478"/>
          <ac:spMkLst>
            <pc:docMk/>
            <pc:sldMk cId="3229075924" sldId="1427"/>
            <ac:spMk id="30" creationId="{42AE1E98-5CAD-6A67-75FC-9DCF1393D025}"/>
          </ac:spMkLst>
        </pc:spChg>
        <pc:spChg chg="del">
          <ac:chgData name="Sanmukh Kuppannagari" userId="ad215094-da36-4b66-9c79-369a17aea26b" providerId="ADAL" clId="{685DD4BA-CA47-4698-B293-0B4D7A75F19F}" dt="2025-09-30T15:01:02.616" v="2402" actId="478"/>
          <ac:spMkLst>
            <pc:docMk/>
            <pc:sldMk cId="3229075924" sldId="1427"/>
            <ac:spMk id="31" creationId="{18748ACD-C09E-A6CE-DF57-EC3C7D1246C7}"/>
          </ac:spMkLst>
        </pc:spChg>
        <pc:spChg chg="del">
          <ac:chgData name="Sanmukh Kuppannagari" userId="ad215094-da36-4b66-9c79-369a17aea26b" providerId="ADAL" clId="{685DD4BA-CA47-4698-B293-0B4D7A75F19F}" dt="2025-09-30T15:01:02.616" v="2402" actId="478"/>
          <ac:spMkLst>
            <pc:docMk/>
            <pc:sldMk cId="3229075924" sldId="1427"/>
            <ac:spMk id="32" creationId="{6C613022-A5FE-98D8-4BC3-2B6990EFC48B}"/>
          </ac:spMkLst>
        </pc:spChg>
        <pc:spChg chg="del">
          <ac:chgData name="Sanmukh Kuppannagari" userId="ad215094-da36-4b66-9c79-369a17aea26b" providerId="ADAL" clId="{685DD4BA-CA47-4698-B293-0B4D7A75F19F}" dt="2025-09-30T15:01:02.616" v="2402" actId="478"/>
          <ac:spMkLst>
            <pc:docMk/>
            <pc:sldMk cId="3229075924" sldId="1427"/>
            <ac:spMk id="33" creationId="{0CEABA36-A5FC-8C0A-2213-1565C069C509}"/>
          </ac:spMkLst>
        </pc:spChg>
        <pc:spChg chg="del mod">
          <ac:chgData name="Sanmukh Kuppannagari" userId="ad215094-da36-4b66-9c79-369a17aea26b" providerId="ADAL" clId="{685DD4BA-CA47-4698-B293-0B4D7A75F19F}" dt="2025-09-30T15:01:02.616" v="2402" actId="478"/>
          <ac:spMkLst>
            <pc:docMk/>
            <pc:sldMk cId="3229075924" sldId="1427"/>
            <ac:spMk id="34" creationId="{7270FA43-3142-05F9-EBE9-953225752793}"/>
          </ac:spMkLst>
        </pc:spChg>
        <pc:spChg chg="mod">
          <ac:chgData name="Sanmukh Kuppannagari" userId="ad215094-da36-4b66-9c79-369a17aea26b" providerId="ADAL" clId="{685DD4BA-CA47-4698-B293-0B4D7A75F19F}" dt="2025-09-30T15:02:38.079" v="2433" actId="1076"/>
          <ac:spMkLst>
            <pc:docMk/>
            <pc:sldMk cId="3229075924" sldId="1427"/>
            <ac:spMk id="35" creationId="{EA831E72-BF9F-B089-BFD4-FE403404541B}"/>
          </ac:spMkLst>
        </pc:spChg>
        <pc:spChg chg="mod">
          <ac:chgData name="Sanmukh Kuppannagari" userId="ad215094-da36-4b66-9c79-369a17aea26b" providerId="ADAL" clId="{685DD4BA-CA47-4698-B293-0B4D7A75F19F}" dt="2025-09-30T15:03:48.963" v="2453" actId="1076"/>
          <ac:spMkLst>
            <pc:docMk/>
            <pc:sldMk cId="3229075924" sldId="1427"/>
            <ac:spMk id="40" creationId="{3EC3FE5D-E61A-C0A7-A769-E8DD47BCDBE6}"/>
          </ac:spMkLst>
        </pc:spChg>
        <pc:spChg chg="mod">
          <ac:chgData name="Sanmukh Kuppannagari" userId="ad215094-da36-4b66-9c79-369a17aea26b" providerId="ADAL" clId="{685DD4BA-CA47-4698-B293-0B4D7A75F19F}" dt="2025-09-30T15:01:36.119" v="2415" actId="1076"/>
          <ac:spMkLst>
            <pc:docMk/>
            <pc:sldMk cId="3229075924" sldId="1427"/>
            <ac:spMk id="41" creationId="{5D507E0D-17BF-030E-5956-CA8B4A591629}"/>
          </ac:spMkLst>
        </pc:spChg>
        <pc:spChg chg="del mod">
          <ac:chgData name="Sanmukh Kuppannagari" userId="ad215094-da36-4b66-9c79-369a17aea26b" providerId="ADAL" clId="{685DD4BA-CA47-4698-B293-0B4D7A75F19F}" dt="2025-09-30T15:01:02.616" v="2402" actId="478"/>
          <ac:spMkLst>
            <pc:docMk/>
            <pc:sldMk cId="3229075924" sldId="1427"/>
            <ac:spMk id="42" creationId="{82FD582A-207F-35D2-258F-8238A924EC7B}"/>
          </ac:spMkLst>
        </pc:spChg>
        <pc:spChg chg="del mod">
          <ac:chgData name="Sanmukh Kuppannagari" userId="ad215094-da36-4b66-9c79-369a17aea26b" providerId="ADAL" clId="{685DD4BA-CA47-4698-B293-0B4D7A75F19F}" dt="2025-09-30T15:01:02.616" v="2402" actId="478"/>
          <ac:spMkLst>
            <pc:docMk/>
            <pc:sldMk cId="3229075924" sldId="1427"/>
            <ac:spMk id="43" creationId="{CD2564F4-9073-9EC1-C4EF-707F78D82D7C}"/>
          </ac:spMkLst>
        </pc:spChg>
        <pc:spChg chg="del mod">
          <ac:chgData name="Sanmukh Kuppannagari" userId="ad215094-da36-4b66-9c79-369a17aea26b" providerId="ADAL" clId="{685DD4BA-CA47-4698-B293-0B4D7A75F19F}" dt="2025-09-30T15:01:02.616" v="2402" actId="478"/>
          <ac:spMkLst>
            <pc:docMk/>
            <pc:sldMk cId="3229075924" sldId="1427"/>
            <ac:spMk id="44" creationId="{B1137F92-1AED-3B44-DBAD-3F18F26A9E1B}"/>
          </ac:spMkLst>
        </pc:spChg>
        <pc:spChg chg="del">
          <ac:chgData name="Sanmukh Kuppannagari" userId="ad215094-da36-4b66-9c79-369a17aea26b" providerId="ADAL" clId="{685DD4BA-CA47-4698-B293-0B4D7A75F19F}" dt="2025-09-30T15:00:34.848" v="2398" actId="478"/>
          <ac:spMkLst>
            <pc:docMk/>
            <pc:sldMk cId="3229075924" sldId="1427"/>
            <ac:spMk id="45" creationId="{749C123A-66DF-2E29-50A4-2DEE47B00137}"/>
          </ac:spMkLst>
        </pc:spChg>
        <pc:spChg chg="mod">
          <ac:chgData name="Sanmukh Kuppannagari" userId="ad215094-da36-4b66-9c79-369a17aea26b" providerId="ADAL" clId="{685DD4BA-CA47-4698-B293-0B4D7A75F19F}" dt="2025-09-30T15:01:22.725" v="2410" actId="1076"/>
          <ac:spMkLst>
            <pc:docMk/>
            <pc:sldMk cId="3229075924" sldId="1427"/>
            <ac:spMk id="49" creationId="{62ADE7F2-AE8B-D42C-E28C-A73F013AAC92}"/>
          </ac:spMkLst>
        </pc:spChg>
        <pc:spChg chg="del">
          <ac:chgData name="Sanmukh Kuppannagari" userId="ad215094-da36-4b66-9c79-369a17aea26b" providerId="ADAL" clId="{685DD4BA-CA47-4698-B293-0B4D7A75F19F}" dt="2025-09-30T15:00:34.848" v="2398" actId="478"/>
          <ac:spMkLst>
            <pc:docMk/>
            <pc:sldMk cId="3229075924" sldId="1427"/>
            <ac:spMk id="50" creationId="{2B67A1AB-8991-DA2D-CFEB-D6F216B1242C}"/>
          </ac:spMkLst>
        </pc:spChg>
        <pc:spChg chg="del">
          <ac:chgData name="Sanmukh Kuppannagari" userId="ad215094-da36-4b66-9c79-369a17aea26b" providerId="ADAL" clId="{685DD4BA-CA47-4698-B293-0B4D7A75F19F}" dt="2025-09-30T15:00:34.848" v="2398" actId="478"/>
          <ac:spMkLst>
            <pc:docMk/>
            <pc:sldMk cId="3229075924" sldId="1427"/>
            <ac:spMk id="51" creationId="{EEAEF040-2E90-CC97-5085-75A21D32CA3E}"/>
          </ac:spMkLst>
        </pc:spChg>
        <pc:spChg chg="del">
          <ac:chgData name="Sanmukh Kuppannagari" userId="ad215094-da36-4b66-9c79-369a17aea26b" providerId="ADAL" clId="{685DD4BA-CA47-4698-B293-0B4D7A75F19F}" dt="2025-09-30T15:00:34.848" v="2398" actId="478"/>
          <ac:spMkLst>
            <pc:docMk/>
            <pc:sldMk cId="3229075924" sldId="1427"/>
            <ac:spMk id="52" creationId="{848E0A03-9E70-EF20-DFE6-CCF8F6239C67}"/>
          </ac:spMkLst>
        </pc:spChg>
        <pc:spChg chg="del">
          <ac:chgData name="Sanmukh Kuppannagari" userId="ad215094-da36-4b66-9c79-369a17aea26b" providerId="ADAL" clId="{685DD4BA-CA47-4698-B293-0B4D7A75F19F}" dt="2025-09-30T15:00:34.848" v="2398" actId="478"/>
          <ac:spMkLst>
            <pc:docMk/>
            <pc:sldMk cId="3229075924" sldId="1427"/>
            <ac:spMk id="55" creationId="{056BD071-6E5A-9ACD-F5DE-393696F335C7}"/>
          </ac:spMkLst>
        </pc:spChg>
        <pc:spChg chg="del">
          <ac:chgData name="Sanmukh Kuppannagari" userId="ad215094-da36-4b66-9c79-369a17aea26b" providerId="ADAL" clId="{685DD4BA-CA47-4698-B293-0B4D7A75F19F}" dt="2025-09-30T15:00:34.848" v="2398" actId="478"/>
          <ac:spMkLst>
            <pc:docMk/>
            <pc:sldMk cId="3229075924" sldId="1427"/>
            <ac:spMk id="56" creationId="{13B5C800-C570-E58F-0A52-BF00BD127D05}"/>
          </ac:spMkLst>
        </pc:spChg>
        <pc:spChg chg="del">
          <ac:chgData name="Sanmukh Kuppannagari" userId="ad215094-da36-4b66-9c79-369a17aea26b" providerId="ADAL" clId="{685DD4BA-CA47-4698-B293-0B4D7A75F19F}" dt="2025-09-30T15:00:34.848" v="2398" actId="478"/>
          <ac:spMkLst>
            <pc:docMk/>
            <pc:sldMk cId="3229075924" sldId="1427"/>
            <ac:spMk id="57" creationId="{BA7E031B-A719-C6E3-A367-AECAF3804B42}"/>
          </ac:spMkLst>
        </pc:spChg>
        <pc:spChg chg="mod">
          <ac:chgData name="Sanmukh Kuppannagari" userId="ad215094-da36-4b66-9c79-369a17aea26b" providerId="ADAL" clId="{685DD4BA-CA47-4698-B293-0B4D7A75F19F}" dt="2025-09-30T15:00:41.835" v="2400"/>
          <ac:spMkLst>
            <pc:docMk/>
            <pc:sldMk cId="3229075924" sldId="1427"/>
            <ac:spMk id="58" creationId="{4D6B262B-8036-BD5C-E8CC-FB739291FE7F}"/>
          </ac:spMkLst>
        </pc:spChg>
        <pc:spChg chg="mod">
          <ac:chgData name="Sanmukh Kuppannagari" userId="ad215094-da36-4b66-9c79-369a17aea26b" providerId="ADAL" clId="{685DD4BA-CA47-4698-B293-0B4D7A75F19F}" dt="2025-09-30T15:00:41.835" v="2400"/>
          <ac:spMkLst>
            <pc:docMk/>
            <pc:sldMk cId="3229075924" sldId="1427"/>
            <ac:spMk id="60" creationId="{4F661104-9B2D-D65A-813E-22AD9FE78BA8}"/>
          </ac:spMkLst>
        </pc:spChg>
        <pc:spChg chg="mod">
          <ac:chgData name="Sanmukh Kuppannagari" userId="ad215094-da36-4b66-9c79-369a17aea26b" providerId="ADAL" clId="{685DD4BA-CA47-4698-B293-0B4D7A75F19F}" dt="2025-09-30T15:00:41.835" v="2400"/>
          <ac:spMkLst>
            <pc:docMk/>
            <pc:sldMk cId="3229075924" sldId="1427"/>
            <ac:spMk id="64" creationId="{27E0AA1A-C0D0-EBCE-8916-A3E26F7E9670}"/>
          </ac:spMkLst>
        </pc:spChg>
        <pc:spChg chg="mod">
          <ac:chgData name="Sanmukh Kuppannagari" userId="ad215094-da36-4b66-9c79-369a17aea26b" providerId="ADAL" clId="{685DD4BA-CA47-4698-B293-0B4D7A75F19F}" dt="2025-09-30T15:00:41.835" v="2400"/>
          <ac:spMkLst>
            <pc:docMk/>
            <pc:sldMk cId="3229075924" sldId="1427"/>
            <ac:spMk id="65" creationId="{EC7E3608-2378-1A15-42CD-F90347D12C07}"/>
          </ac:spMkLst>
        </pc:spChg>
        <pc:spChg chg="mod">
          <ac:chgData name="Sanmukh Kuppannagari" userId="ad215094-da36-4b66-9c79-369a17aea26b" providerId="ADAL" clId="{685DD4BA-CA47-4698-B293-0B4D7A75F19F}" dt="2025-09-30T15:00:41.835" v="2400"/>
          <ac:spMkLst>
            <pc:docMk/>
            <pc:sldMk cId="3229075924" sldId="1427"/>
            <ac:spMk id="77" creationId="{706673ED-60E8-4A29-F02F-9C61C185EBC9}"/>
          </ac:spMkLst>
        </pc:spChg>
        <pc:spChg chg="mod">
          <ac:chgData name="Sanmukh Kuppannagari" userId="ad215094-da36-4b66-9c79-369a17aea26b" providerId="ADAL" clId="{685DD4BA-CA47-4698-B293-0B4D7A75F19F}" dt="2025-09-30T15:00:41.835" v="2400"/>
          <ac:spMkLst>
            <pc:docMk/>
            <pc:sldMk cId="3229075924" sldId="1427"/>
            <ac:spMk id="78" creationId="{E2521DB1-804F-9EE8-2D63-445D76185D4E}"/>
          </ac:spMkLst>
        </pc:spChg>
        <pc:spChg chg="mod">
          <ac:chgData name="Sanmukh Kuppannagari" userId="ad215094-da36-4b66-9c79-369a17aea26b" providerId="ADAL" clId="{685DD4BA-CA47-4698-B293-0B4D7A75F19F}" dt="2025-09-30T15:00:41.835" v="2400"/>
          <ac:spMkLst>
            <pc:docMk/>
            <pc:sldMk cId="3229075924" sldId="1427"/>
            <ac:spMk id="84" creationId="{EB88D64D-40D1-3445-5B94-8C8FC84AA913}"/>
          </ac:spMkLst>
        </pc:spChg>
        <pc:spChg chg="mod">
          <ac:chgData name="Sanmukh Kuppannagari" userId="ad215094-da36-4b66-9c79-369a17aea26b" providerId="ADAL" clId="{685DD4BA-CA47-4698-B293-0B4D7A75F19F}" dt="2025-09-30T15:00:41.835" v="2400"/>
          <ac:spMkLst>
            <pc:docMk/>
            <pc:sldMk cId="3229075924" sldId="1427"/>
            <ac:spMk id="90" creationId="{859A4892-587A-C1F6-25A5-749D19353D50}"/>
          </ac:spMkLst>
        </pc:spChg>
        <pc:spChg chg="mod">
          <ac:chgData name="Sanmukh Kuppannagari" userId="ad215094-da36-4b66-9c79-369a17aea26b" providerId="ADAL" clId="{685DD4BA-CA47-4698-B293-0B4D7A75F19F}" dt="2025-09-30T15:00:41.835" v="2400"/>
          <ac:spMkLst>
            <pc:docMk/>
            <pc:sldMk cId="3229075924" sldId="1427"/>
            <ac:spMk id="100" creationId="{A4473F23-FAD9-D7E8-FA99-7D82B663DF73}"/>
          </ac:spMkLst>
        </pc:spChg>
        <pc:spChg chg="mod">
          <ac:chgData name="Sanmukh Kuppannagari" userId="ad215094-da36-4b66-9c79-369a17aea26b" providerId="ADAL" clId="{685DD4BA-CA47-4698-B293-0B4D7A75F19F}" dt="2025-09-30T15:00:41.835" v="2400"/>
          <ac:spMkLst>
            <pc:docMk/>
            <pc:sldMk cId="3229075924" sldId="1427"/>
            <ac:spMk id="102" creationId="{CDDDE847-8684-E591-0E60-CB173E70248B}"/>
          </ac:spMkLst>
        </pc:spChg>
        <pc:spChg chg="add mod">
          <ac:chgData name="Sanmukh Kuppannagari" userId="ad215094-da36-4b66-9c79-369a17aea26b" providerId="ADAL" clId="{685DD4BA-CA47-4698-B293-0B4D7A75F19F}" dt="2025-09-30T15:01:51.746" v="2419" actId="1076"/>
          <ac:spMkLst>
            <pc:docMk/>
            <pc:sldMk cId="3229075924" sldId="1427"/>
            <ac:spMk id="107" creationId="{1F521F32-C0DF-DF83-56ED-4CB9AEC1200B}"/>
          </ac:spMkLst>
        </pc:spChg>
        <pc:spChg chg="add mod">
          <ac:chgData name="Sanmukh Kuppannagari" userId="ad215094-da36-4b66-9c79-369a17aea26b" providerId="ADAL" clId="{685DD4BA-CA47-4698-B293-0B4D7A75F19F}" dt="2025-09-30T15:03:38.050" v="2450" actId="1076"/>
          <ac:spMkLst>
            <pc:docMk/>
            <pc:sldMk cId="3229075924" sldId="1427"/>
            <ac:spMk id="108" creationId="{357D711D-3BDF-6D20-2A6B-B42EA3DF97A8}"/>
          </ac:spMkLst>
        </pc:spChg>
        <pc:spChg chg="add mod">
          <ac:chgData name="Sanmukh Kuppannagari" userId="ad215094-da36-4b66-9c79-369a17aea26b" providerId="ADAL" clId="{685DD4BA-CA47-4698-B293-0B4D7A75F19F}" dt="2025-09-30T15:02:18.366" v="2427" actId="1076"/>
          <ac:spMkLst>
            <pc:docMk/>
            <pc:sldMk cId="3229075924" sldId="1427"/>
            <ac:spMk id="111" creationId="{16B66131-60AE-3C03-99AE-00B5184EA578}"/>
          </ac:spMkLst>
        </pc:spChg>
        <pc:spChg chg="add mod">
          <ac:chgData name="Sanmukh Kuppannagari" userId="ad215094-da36-4b66-9c79-369a17aea26b" providerId="ADAL" clId="{685DD4BA-CA47-4698-B293-0B4D7A75F19F}" dt="2025-09-30T15:02:25.303" v="2429" actId="1076"/>
          <ac:spMkLst>
            <pc:docMk/>
            <pc:sldMk cId="3229075924" sldId="1427"/>
            <ac:spMk id="112" creationId="{3870645E-7E1F-4CDC-B763-63A32E284BA1}"/>
          </ac:spMkLst>
        </pc:spChg>
        <pc:spChg chg="add mod">
          <ac:chgData name="Sanmukh Kuppannagari" userId="ad215094-da36-4b66-9c79-369a17aea26b" providerId="ADAL" clId="{685DD4BA-CA47-4698-B293-0B4D7A75F19F}" dt="2025-09-30T15:02:48.274" v="2437" actId="1076"/>
          <ac:spMkLst>
            <pc:docMk/>
            <pc:sldMk cId="3229075924" sldId="1427"/>
            <ac:spMk id="113" creationId="{48EA41C3-4785-5E06-0E03-CCBAB21E99B2}"/>
          </ac:spMkLst>
        </pc:spChg>
        <pc:spChg chg="mod">
          <ac:chgData name="Sanmukh Kuppannagari" userId="ad215094-da36-4b66-9c79-369a17aea26b" providerId="ADAL" clId="{685DD4BA-CA47-4698-B293-0B4D7A75F19F}" dt="2025-09-30T15:03:01.391" v="2440" actId="207"/>
          <ac:spMkLst>
            <pc:docMk/>
            <pc:sldMk cId="3229075924" sldId="1427"/>
            <ac:spMk id="116" creationId="{5736A10E-3B4A-5D8A-0822-CE978D28EFDB}"/>
          </ac:spMkLst>
        </pc:spChg>
        <pc:spChg chg="mod">
          <ac:chgData name="Sanmukh Kuppannagari" userId="ad215094-da36-4b66-9c79-369a17aea26b" providerId="ADAL" clId="{685DD4BA-CA47-4698-B293-0B4D7A75F19F}" dt="2025-09-30T15:03:01.391" v="2440" actId="207"/>
          <ac:spMkLst>
            <pc:docMk/>
            <pc:sldMk cId="3229075924" sldId="1427"/>
            <ac:spMk id="117" creationId="{3DAB8F83-C8A0-BEC0-A04C-21CF84C57F5D}"/>
          </ac:spMkLst>
        </pc:spChg>
        <pc:spChg chg="mod">
          <ac:chgData name="Sanmukh Kuppannagari" userId="ad215094-da36-4b66-9c79-369a17aea26b" providerId="ADAL" clId="{685DD4BA-CA47-4698-B293-0B4D7A75F19F}" dt="2025-09-30T15:03:01.391" v="2440" actId="207"/>
          <ac:spMkLst>
            <pc:docMk/>
            <pc:sldMk cId="3229075924" sldId="1427"/>
            <ac:spMk id="118" creationId="{95EDACE5-5E49-B8F1-856C-1E09E5178046}"/>
          </ac:spMkLst>
        </pc:spChg>
        <pc:spChg chg="mod">
          <ac:chgData name="Sanmukh Kuppannagari" userId="ad215094-da36-4b66-9c79-369a17aea26b" providerId="ADAL" clId="{685DD4BA-CA47-4698-B293-0B4D7A75F19F}" dt="2025-09-30T15:03:01.391" v="2440" actId="207"/>
          <ac:spMkLst>
            <pc:docMk/>
            <pc:sldMk cId="3229075924" sldId="1427"/>
            <ac:spMk id="122" creationId="{C2777221-86B1-EEFF-BCA3-9B9D57253A53}"/>
          </ac:spMkLst>
        </pc:spChg>
        <pc:spChg chg="mod">
          <ac:chgData name="Sanmukh Kuppannagari" userId="ad215094-da36-4b66-9c79-369a17aea26b" providerId="ADAL" clId="{685DD4BA-CA47-4698-B293-0B4D7A75F19F}" dt="2025-09-30T15:03:01.391" v="2440" actId="207"/>
          <ac:spMkLst>
            <pc:docMk/>
            <pc:sldMk cId="3229075924" sldId="1427"/>
            <ac:spMk id="123" creationId="{E04E6C23-27CC-19EB-4361-19F391F03C73}"/>
          </ac:spMkLst>
        </pc:spChg>
        <pc:spChg chg="mod">
          <ac:chgData name="Sanmukh Kuppannagari" userId="ad215094-da36-4b66-9c79-369a17aea26b" providerId="ADAL" clId="{685DD4BA-CA47-4698-B293-0B4D7A75F19F}" dt="2025-09-30T15:03:01.391" v="2440" actId="207"/>
          <ac:spMkLst>
            <pc:docMk/>
            <pc:sldMk cId="3229075924" sldId="1427"/>
            <ac:spMk id="124" creationId="{9E865CC6-3903-D44A-A166-6443B15DAB0A}"/>
          </ac:spMkLst>
        </pc:spChg>
        <pc:spChg chg="add mod">
          <ac:chgData name="Sanmukh Kuppannagari" userId="ad215094-da36-4b66-9c79-369a17aea26b" providerId="ADAL" clId="{685DD4BA-CA47-4698-B293-0B4D7A75F19F}" dt="2025-09-30T15:03:14.412" v="2444" actId="14100"/>
          <ac:spMkLst>
            <pc:docMk/>
            <pc:sldMk cId="3229075924" sldId="1427"/>
            <ac:spMk id="126" creationId="{1CA2727E-A85A-1F16-CF20-FF6EDE1623E7}"/>
          </ac:spMkLst>
        </pc:spChg>
        <pc:spChg chg="add mod">
          <ac:chgData name="Sanmukh Kuppannagari" userId="ad215094-da36-4b66-9c79-369a17aea26b" providerId="ADAL" clId="{685DD4BA-CA47-4698-B293-0B4D7A75F19F}" dt="2025-09-30T15:03:29.088" v="2449" actId="113"/>
          <ac:spMkLst>
            <pc:docMk/>
            <pc:sldMk cId="3229075924" sldId="1427"/>
            <ac:spMk id="127" creationId="{FA3EA7A8-BD1A-0C7F-56BE-67FC7B4814A7}"/>
          </ac:spMkLst>
        </pc:spChg>
        <pc:grpChg chg="del">
          <ac:chgData name="Sanmukh Kuppannagari" userId="ad215094-da36-4b66-9c79-369a17aea26b" providerId="ADAL" clId="{685DD4BA-CA47-4698-B293-0B4D7A75F19F}" dt="2025-09-30T15:01:02.616" v="2402" actId="478"/>
          <ac:grpSpMkLst>
            <pc:docMk/>
            <pc:sldMk cId="3229075924" sldId="1427"/>
            <ac:grpSpMk id="14" creationId="{8676A44B-A0B8-641E-E7CC-C79E6443BF61}"/>
          </ac:grpSpMkLst>
        </pc:grpChg>
        <pc:grpChg chg="mod">
          <ac:chgData name="Sanmukh Kuppannagari" userId="ad215094-da36-4b66-9c79-369a17aea26b" providerId="ADAL" clId="{685DD4BA-CA47-4698-B293-0B4D7A75F19F}" dt="2025-09-30T15:00:47.605" v="2401" actId="1076"/>
          <ac:grpSpMkLst>
            <pc:docMk/>
            <pc:sldMk cId="3229075924" sldId="1427"/>
            <ac:grpSpMk id="37" creationId="{72A0E541-9D97-D1A2-7310-CF8E22ED2A2B}"/>
          </ac:grpSpMkLst>
        </pc:grpChg>
        <pc:grpChg chg="mod">
          <ac:chgData name="Sanmukh Kuppannagari" userId="ad215094-da36-4b66-9c79-369a17aea26b" providerId="ADAL" clId="{685DD4BA-CA47-4698-B293-0B4D7A75F19F}" dt="2025-09-30T15:00:47.605" v="2401" actId="1076"/>
          <ac:grpSpMkLst>
            <pc:docMk/>
            <pc:sldMk cId="3229075924" sldId="1427"/>
            <ac:grpSpMk id="62" creationId="{8E5C6DBD-4A8D-FA0E-9A60-CA0DC8334308}"/>
          </ac:grpSpMkLst>
        </pc:grpChg>
        <pc:grpChg chg="mod">
          <ac:chgData name="Sanmukh Kuppannagari" userId="ad215094-da36-4b66-9c79-369a17aea26b" providerId="ADAL" clId="{685DD4BA-CA47-4698-B293-0B4D7A75F19F}" dt="2025-09-30T15:00:47.605" v="2401" actId="1076"/>
          <ac:grpSpMkLst>
            <pc:docMk/>
            <pc:sldMk cId="3229075924" sldId="1427"/>
            <ac:grpSpMk id="68" creationId="{321D004E-3178-0619-4CAC-A838FAB370C5}"/>
          </ac:grpSpMkLst>
        </pc:grpChg>
        <pc:grpChg chg="mod">
          <ac:chgData name="Sanmukh Kuppannagari" userId="ad215094-da36-4b66-9c79-369a17aea26b" providerId="ADAL" clId="{685DD4BA-CA47-4698-B293-0B4D7A75F19F}" dt="2025-09-30T15:00:47.605" v="2401" actId="1076"/>
          <ac:grpSpMkLst>
            <pc:docMk/>
            <pc:sldMk cId="3229075924" sldId="1427"/>
            <ac:grpSpMk id="74" creationId="{351ECEE2-D11C-65C8-B9BF-8BEC40035C28}"/>
          </ac:grpSpMkLst>
        </pc:grpChg>
        <pc:grpChg chg="mod">
          <ac:chgData name="Sanmukh Kuppannagari" userId="ad215094-da36-4b66-9c79-369a17aea26b" providerId="ADAL" clId="{685DD4BA-CA47-4698-B293-0B4D7A75F19F}" dt="2025-09-30T15:00:47.605" v="2401" actId="1076"/>
          <ac:grpSpMkLst>
            <pc:docMk/>
            <pc:sldMk cId="3229075924" sldId="1427"/>
            <ac:grpSpMk id="80" creationId="{81FB50DC-636B-9FA0-EF4C-3F30E88FDD42}"/>
          </ac:grpSpMkLst>
        </pc:grpChg>
        <pc:grpChg chg="mod">
          <ac:chgData name="Sanmukh Kuppannagari" userId="ad215094-da36-4b66-9c79-369a17aea26b" providerId="ADAL" clId="{685DD4BA-CA47-4698-B293-0B4D7A75F19F}" dt="2025-09-30T15:00:47.605" v="2401" actId="1076"/>
          <ac:grpSpMkLst>
            <pc:docMk/>
            <pc:sldMk cId="3229075924" sldId="1427"/>
            <ac:grpSpMk id="86" creationId="{97A7DA32-C5E3-4C7A-A081-1ACAEE31A14F}"/>
          </ac:grpSpMkLst>
        </pc:grpChg>
        <pc:grpChg chg="mod">
          <ac:chgData name="Sanmukh Kuppannagari" userId="ad215094-da36-4b66-9c79-369a17aea26b" providerId="ADAL" clId="{685DD4BA-CA47-4698-B293-0B4D7A75F19F}" dt="2025-09-30T15:00:47.605" v="2401" actId="1076"/>
          <ac:grpSpMkLst>
            <pc:docMk/>
            <pc:sldMk cId="3229075924" sldId="1427"/>
            <ac:grpSpMk id="92" creationId="{ECB95172-6ED4-CF0B-60A6-CACFDB74B303}"/>
          </ac:grpSpMkLst>
        </pc:grpChg>
        <pc:grpChg chg="mod">
          <ac:chgData name="Sanmukh Kuppannagari" userId="ad215094-da36-4b66-9c79-369a17aea26b" providerId="ADAL" clId="{685DD4BA-CA47-4698-B293-0B4D7A75F19F}" dt="2025-09-30T15:00:47.605" v="2401" actId="1076"/>
          <ac:grpSpMkLst>
            <pc:docMk/>
            <pc:sldMk cId="3229075924" sldId="1427"/>
            <ac:grpSpMk id="98" creationId="{C0028ADA-20CA-0E6E-E4C3-18A481F576D8}"/>
          </ac:grpSpMkLst>
        </pc:grpChg>
        <pc:grpChg chg="add mod">
          <ac:chgData name="Sanmukh Kuppannagari" userId="ad215094-da36-4b66-9c79-369a17aea26b" providerId="ADAL" clId="{685DD4BA-CA47-4698-B293-0B4D7A75F19F}" dt="2025-09-30T15:03:01.391" v="2440" actId="207"/>
          <ac:grpSpMkLst>
            <pc:docMk/>
            <pc:sldMk cId="3229075924" sldId="1427"/>
            <ac:grpSpMk id="114" creationId="{23606480-ED6F-9530-F793-42676FE71CA1}"/>
          </ac:grpSpMkLst>
        </pc:grpChg>
        <pc:grpChg chg="mod">
          <ac:chgData name="Sanmukh Kuppannagari" userId="ad215094-da36-4b66-9c79-369a17aea26b" providerId="ADAL" clId="{685DD4BA-CA47-4698-B293-0B4D7A75F19F}" dt="2025-09-30T15:03:01.391" v="2440" actId="207"/>
          <ac:grpSpMkLst>
            <pc:docMk/>
            <pc:sldMk cId="3229075924" sldId="1427"/>
            <ac:grpSpMk id="115" creationId="{DDC97B8D-5A78-C88D-C542-3393ED9E6BBF}"/>
          </ac:grpSpMkLst>
        </pc:grpChg>
        <pc:grpChg chg="add mod">
          <ac:chgData name="Sanmukh Kuppannagari" userId="ad215094-da36-4b66-9c79-369a17aea26b" providerId="ADAL" clId="{685DD4BA-CA47-4698-B293-0B4D7A75F19F}" dt="2025-09-30T15:03:01.391" v="2440" actId="207"/>
          <ac:grpSpMkLst>
            <pc:docMk/>
            <pc:sldMk cId="3229075924" sldId="1427"/>
            <ac:grpSpMk id="120" creationId="{C021D983-81E8-02E0-D3C4-1B5C3FF4D681}"/>
          </ac:grpSpMkLst>
        </pc:grpChg>
        <pc:grpChg chg="mod">
          <ac:chgData name="Sanmukh Kuppannagari" userId="ad215094-da36-4b66-9c79-369a17aea26b" providerId="ADAL" clId="{685DD4BA-CA47-4698-B293-0B4D7A75F19F}" dt="2025-09-30T15:03:01.391" v="2440" actId="207"/>
          <ac:grpSpMkLst>
            <pc:docMk/>
            <pc:sldMk cId="3229075924" sldId="1427"/>
            <ac:grpSpMk id="121" creationId="{DD4F2A88-DFC4-1BE5-5909-BEC42B85EE04}"/>
          </ac:grpSpMkLst>
        </pc:grpChg>
        <pc:cxnChg chg="mod">
          <ac:chgData name="Sanmukh Kuppannagari" userId="ad215094-da36-4b66-9c79-369a17aea26b" providerId="ADAL" clId="{685DD4BA-CA47-4698-B293-0B4D7A75F19F}" dt="2025-09-30T15:03:44.579" v="2452" actId="14100"/>
          <ac:cxnSpMkLst>
            <pc:docMk/>
            <pc:sldMk cId="3229075924" sldId="1427"/>
            <ac:cxnSpMk id="46" creationId="{114B8B41-10DD-B2F5-8F59-339D7B0391F6}"/>
          </ac:cxnSpMkLst>
        </pc:cxnChg>
        <pc:cxnChg chg="del">
          <ac:chgData name="Sanmukh Kuppannagari" userId="ad215094-da36-4b66-9c79-369a17aea26b" providerId="ADAL" clId="{685DD4BA-CA47-4698-B293-0B4D7A75F19F}" dt="2025-09-30T15:01:31.166" v="2414" actId="478"/>
          <ac:cxnSpMkLst>
            <pc:docMk/>
            <pc:sldMk cId="3229075924" sldId="1427"/>
            <ac:cxnSpMk id="47" creationId="{8F78E2E1-C41F-193D-A076-7572BA3A25FF}"/>
          </ac:cxnSpMkLst>
        </pc:cxnChg>
        <pc:cxnChg chg="del">
          <ac:chgData name="Sanmukh Kuppannagari" userId="ad215094-da36-4b66-9c79-369a17aea26b" providerId="ADAL" clId="{685DD4BA-CA47-4698-B293-0B4D7A75F19F}" dt="2025-09-30T15:00:34.848" v="2398" actId="478"/>
          <ac:cxnSpMkLst>
            <pc:docMk/>
            <pc:sldMk cId="3229075924" sldId="1427"/>
            <ac:cxnSpMk id="53" creationId="{142263BF-C02C-D7D5-94CC-1BE9A2A36B89}"/>
          </ac:cxnSpMkLst>
        </pc:cxnChg>
        <pc:cxnChg chg="del">
          <ac:chgData name="Sanmukh Kuppannagari" userId="ad215094-da36-4b66-9c79-369a17aea26b" providerId="ADAL" clId="{685DD4BA-CA47-4698-B293-0B4D7A75F19F}" dt="2025-09-30T15:00:34.848" v="2398" actId="478"/>
          <ac:cxnSpMkLst>
            <pc:docMk/>
            <pc:sldMk cId="3229075924" sldId="1427"/>
            <ac:cxnSpMk id="54" creationId="{C905AE7E-E3CC-35D7-D7FF-163D085EB9E4}"/>
          </ac:cxnSpMkLst>
        </pc:cxnChg>
        <pc:cxnChg chg="mod">
          <ac:chgData name="Sanmukh Kuppannagari" userId="ad215094-da36-4b66-9c79-369a17aea26b" providerId="ADAL" clId="{685DD4BA-CA47-4698-B293-0B4D7A75F19F}" dt="2025-09-30T15:00:47.605" v="2401" actId="1076"/>
          <ac:cxnSpMkLst>
            <pc:docMk/>
            <pc:sldMk cId="3229075924" sldId="1427"/>
            <ac:cxnSpMk id="104" creationId="{0733356E-7D10-E615-E3B2-C6189003FED9}"/>
          </ac:cxnSpMkLst>
        </pc:cxnChg>
        <pc:cxnChg chg="add del mod">
          <ac:chgData name="Sanmukh Kuppannagari" userId="ad215094-da36-4b66-9c79-369a17aea26b" providerId="ADAL" clId="{685DD4BA-CA47-4698-B293-0B4D7A75F19F}" dt="2025-09-30T15:02:01.281" v="2420" actId="478"/>
          <ac:cxnSpMkLst>
            <pc:docMk/>
            <pc:sldMk cId="3229075924" sldId="1427"/>
            <ac:cxnSpMk id="105" creationId="{561EA1F2-BCB5-6BC2-89CA-3B5BC4B3A03B}"/>
          </ac:cxnSpMkLst>
        </pc:cxnChg>
        <pc:cxnChg chg="add mod">
          <ac:chgData name="Sanmukh Kuppannagari" userId="ad215094-da36-4b66-9c79-369a17aea26b" providerId="ADAL" clId="{685DD4BA-CA47-4698-B293-0B4D7A75F19F}" dt="2025-09-30T15:02:13.729" v="2425" actId="14100"/>
          <ac:cxnSpMkLst>
            <pc:docMk/>
            <pc:sldMk cId="3229075924" sldId="1427"/>
            <ac:cxnSpMk id="109" creationId="{C8540FCB-DF52-108A-76CC-13231DE9172C}"/>
          </ac:cxnSpMkLst>
        </pc:cxnChg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2588611062" sldId="1428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598700407" sldId="1429"/>
        </pc:sldMkLst>
      </pc:sldChg>
      <pc:sldChg chg="addSp delSp modSp add mod">
        <pc:chgData name="Sanmukh Kuppannagari" userId="ad215094-da36-4b66-9c79-369a17aea26b" providerId="ADAL" clId="{685DD4BA-CA47-4698-B293-0B4D7A75F19F}" dt="2025-09-30T15:11:52.532" v="2498" actId="20577"/>
        <pc:sldMkLst>
          <pc:docMk/>
          <pc:sldMk cId="381585255" sldId="1430"/>
        </pc:sldMkLst>
        <pc:spChg chg="add mod">
          <ac:chgData name="Sanmukh Kuppannagari" userId="ad215094-da36-4b66-9c79-369a17aea26b" providerId="ADAL" clId="{685DD4BA-CA47-4698-B293-0B4D7A75F19F}" dt="2025-09-30T15:10:56.923" v="2473" actId="20577"/>
          <ac:spMkLst>
            <pc:docMk/>
            <pc:sldMk cId="381585255" sldId="1430"/>
            <ac:spMk id="29" creationId="{CE973DF7-3948-38AB-9ECD-97BB06966207}"/>
          </ac:spMkLst>
        </pc:spChg>
        <pc:spChg chg="add mod">
          <ac:chgData name="Sanmukh Kuppannagari" userId="ad215094-da36-4b66-9c79-369a17aea26b" providerId="ADAL" clId="{685DD4BA-CA47-4698-B293-0B4D7A75F19F}" dt="2025-09-30T15:10:59.923" v="2474" actId="20577"/>
          <ac:spMkLst>
            <pc:docMk/>
            <pc:sldMk cId="381585255" sldId="1430"/>
            <ac:spMk id="30" creationId="{7594B79D-6108-E20F-BCE1-C5C17DA72D6C}"/>
          </ac:spMkLst>
        </pc:spChg>
        <pc:spChg chg="add mod">
          <ac:chgData name="Sanmukh Kuppannagari" userId="ad215094-da36-4b66-9c79-369a17aea26b" providerId="ADAL" clId="{685DD4BA-CA47-4698-B293-0B4D7A75F19F}" dt="2025-09-30T15:11:02.527" v="2476" actId="20577"/>
          <ac:spMkLst>
            <pc:docMk/>
            <pc:sldMk cId="381585255" sldId="1430"/>
            <ac:spMk id="31" creationId="{9A54F942-AE2C-F95B-F148-9D441A23EF56}"/>
          </ac:spMkLst>
        </pc:spChg>
        <pc:spChg chg="add mod">
          <ac:chgData name="Sanmukh Kuppannagari" userId="ad215094-da36-4b66-9c79-369a17aea26b" providerId="ADAL" clId="{685DD4BA-CA47-4698-B293-0B4D7A75F19F}" dt="2025-09-30T15:11:05.013" v="2478" actId="20577"/>
          <ac:spMkLst>
            <pc:docMk/>
            <pc:sldMk cId="381585255" sldId="1430"/>
            <ac:spMk id="32" creationId="{60FF5575-1443-8346-BC69-6C24F41EF634}"/>
          </ac:spMkLst>
        </pc:spChg>
        <pc:spChg chg="add mod">
          <ac:chgData name="Sanmukh Kuppannagari" userId="ad215094-da36-4b66-9c79-369a17aea26b" providerId="ADAL" clId="{685DD4BA-CA47-4698-B293-0B4D7A75F19F}" dt="2025-09-30T15:11:07.438" v="2480" actId="20577"/>
          <ac:spMkLst>
            <pc:docMk/>
            <pc:sldMk cId="381585255" sldId="1430"/>
            <ac:spMk id="33" creationId="{E9D0B4E3-6FE0-695A-FBF8-043098719F47}"/>
          </ac:spMkLst>
        </pc:spChg>
        <pc:spChg chg="add mod">
          <ac:chgData name="Sanmukh Kuppannagari" userId="ad215094-da36-4b66-9c79-369a17aea26b" providerId="ADAL" clId="{685DD4BA-CA47-4698-B293-0B4D7A75F19F}" dt="2025-09-30T15:11:10.460" v="2482" actId="20577"/>
          <ac:spMkLst>
            <pc:docMk/>
            <pc:sldMk cId="381585255" sldId="1430"/>
            <ac:spMk id="34" creationId="{AD9060B3-F1D1-F6E8-32F6-1063200CEED4}"/>
          </ac:spMkLst>
        </pc:spChg>
        <pc:spChg chg="mod">
          <ac:chgData name="Sanmukh Kuppannagari" userId="ad215094-da36-4b66-9c79-369a17aea26b" providerId="ADAL" clId="{685DD4BA-CA47-4698-B293-0B4D7A75F19F}" dt="2025-09-30T15:10:45.736" v="2470" actId="12789"/>
          <ac:spMkLst>
            <pc:docMk/>
            <pc:sldMk cId="381585255" sldId="1430"/>
            <ac:spMk id="39" creationId="{FB967EFB-DEB1-E665-E722-F7EE9F41E654}"/>
          </ac:spMkLst>
        </pc:spChg>
        <pc:spChg chg="mod">
          <ac:chgData name="Sanmukh Kuppannagari" userId="ad215094-da36-4b66-9c79-369a17aea26b" providerId="ADAL" clId="{685DD4BA-CA47-4698-B293-0B4D7A75F19F}" dt="2025-09-30T15:10:45.736" v="2470" actId="12789"/>
          <ac:spMkLst>
            <pc:docMk/>
            <pc:sldMk cId="381585255" sldId="1430"/>
            <ac:spMk id="40" creationId="{3D7D027D-8CD8-101B-ABAB-0806C535405C}"/>
          </ac:spMkLst>
        </pc:spChg>
        <pc:spChg chg="mod">
          <ac:chgData name="Sanmukh Kuppannagari" userId="ad215094-da36-4b66-9c79-369a17aea26b" providerId="ADAL" clId="{685DD4BA-CA47-4698-B293-0B4D7A75F19F}" dt="2025-09-30T15:10:45.736" v="2470" actId="12789"/>
          <ac:spMkLst>
            <pc:docMk/>
            <pc:sldMk cId="381585255" sldId="1430"/>
            <ac:spMk id="41" creationId="{23CD2208-42A1-B4D0-F569-69C312FA6F8B}"/>
          </ac:spMkLst>
        </pc:spChg>
        <pc:spChg chg="mod">
          <ac:chgData name="Sanmukh Kuppannagari" userId="ad215094-da36-4b66-9c79-369a17aea26b" providerId="ADAL" clId="{685DD4BA-CA47-4698-B293-0B4D7A75F19F}" dt="2025-09-30T15:10:45.736" v="2470" actId="12789"/>
          <ac:spMkLst>
            <pc:docMk/>
            <pc:sldMk cId="381585255" sldId="1430"/>
            <ac:spMk id="42" creationId="{12FCC147-DDBD-9926-55F2-2DC1520D930D}"/>
          </ac:spMkLst>
        </pc:spChg>
        <pc:spChg chg="mod">
          <ac:chgData name="Sanmukh Kuppannagari" userId="ad215094-da36-4b66-9c79-369a17aea26b" providerId="ADAL" clId="{685DD4BA-CA47-4698-B293-0B4D7A75F19F}" dt="2025-09-30T15:10:45.736" v="2470" actId="12789"/>
          <ac:spMkLst>
            <pc:docMk/>
            <pc:sldMk cId="381585255" sldId="1430"/>
            <ac:spMk id="74" creationId="{D7E4AC98-76E7-678A-514F-16A1DBF72AD7}"/>
          </ac:spMkLst>
        </pc:spChg>
        <pc:spChg chg="mod">
          <ac:chgData name="Sanmukh Kuppannagari" userId="ad215094-da36-4b66-9c79-369a17aea26b" providerId="ADAL" clId="{685DD4BA-CA47-4698-B293-0B4D7A75F19F}" dt="2025-09-30T15:10:45.736" v="2470" actId="12789"/>
          <ac:spMkLst>
            <pc:docMk/>
            <pc:sldMk cId="381585255" sldId="1430"/>
            <ac:spMk id="75" creationId="{7C2427F9-0CEB-8390-7C9A-BDDA9C8B75F5}"/>
          </ac:spMkLst>
        </pc:spChg>
        <pc:spChg chg="mod">
          <ac:chgData name="Sanmukh Kuppannagari" userId="ad215094-da36-4b66-9c79-369a17aea26b" providerId="ADAL" clId="{685DD4BA-CA47-4698-B293-0B4D7A75F19F}" dt="2025-09-30T15:10:45.736" v="2470" actId="12789"/>
          <ac:spMkLst>
            <pc:docMk/>
            <pc:sldMk cId="381585255" sldId="1430"/>
            <ac:spMk id="76" creationId="{B23CCE1F-14CB-14EA-2E14-EE598CD4EE1A}"/>
          </ac:spMkLst>
        </pc:spChg>
        <pc:spChg chg="mod">
          <ac:chgData name="Sanmukh Kuppannagari" userId="ad215094-da36-4b66-9c79-369a17aea26b" providerId="ADAL" clId="{685DD4BA-CA47-4698-B293-0B4D7A75F19F}" dt="2025-09-30T15:10:45.736" v="2470" actId="12789"/>
          <ac:spMkLst>
            <pc:docMk/>
            <pc:sldMk cId="381585255" sldId="1430"/>
            <ac:spMk id="77" creationId="{B3C70ADA-361C-553F-CC89-BD23596DED4E}"/>
          </ac:spMkLst>
        </pc:spChg>
        <pc:spChg chg="add mod">
          <ac:chgData name="Sanmukh Kuppannagari" userId="ad215094-da36-4b66-9c79-369a17aea26b" providerId="ADAL" clId="{685DD4BA-CA47-4698-B293-0B4D7A75F19F}" dt="2025-09-30T15:11:13.230" v="2484" actId="20577"/>
          <ac:spMkLst>
            <pc:docMk/>
            <pc:sldMk cId="381585255" sldId="1430"/>
            <ac:spMk id="126" creationId="{26FFC1F1-F257-9413-8360-F08A052EED9A}"/>
          </ac:spMkLst>
        </pc:spChg>
        <pc:spChg chg="add mod">
          <ac:chgData name="Sanmukh Kuppannagari" userId="ad215094-da36-4b66-9c79-369a17aea26b" providerId="ADAL" clId="{685DD4BA-CA47-4698-B293-0B4D7A75F19F}" dt="2025-09-30T15:11:15.853" v="2486" actId="20577"/>
          <ac:spMkLst>
            <pc:docMk/>
            <pc:sldMk cId="381585255" sldId="1430"/>
            <ac:spMk id="127" creationId="{D3DE538D-F77A-9D61-2E84-699B5685D786}"/>
          </ac:spMkLst>
        </pc:spChg>
        <pc:spChg chg="add mod">
          <ac:chgData name="Sanmukh Kuppannagari" userId="ad215094-da36-4b66-9c79-369a17aea26b" providerId="ADAL" clId="{685DD4BA-CA47-4698-B293-0B4D7A75F19F}" dt="2025-09-30T15:11:24.304" v="2488" actId="1076"/>
          <ac:spMkLst>
            <pc:docMk/>
            <pc:sldMk cId="381585255" sldId="1430"/>
            <ac:spMk id="128" creationId="{9E15FF2F-D6C4-DD78-B616-7F97EDA4E6F4}"/>
          </ac:spMkLst>
        </pc:spChg>
        <pc:spChg chg="add mod">
          <ac:chgData name="Sanmukh Kuppannagari" userId="ad215094-da36-4b66-9c79-369a17aea26b" providerId="ADAL" clId="{685DD4BA-CA47-4698-B293-0B4D7A75F19F}" dt="2025-09-30T15:11:33.213" v="2492" actId="20577"/>
          <ac:spMkLst>
            <pc:docMk/>
            <pc:sldMk cId="381585255" sldId="1430"/>
            <ac:spMk id="129" creationId="{8850E615-E192-8092-C0F1-4A10739E2EEE}"/>
          </ac:spMkLst>
        </pc:spChg>
        <pc:spChg chg="add mod">
          <ac:chgData name="Sanmukh Kuppannagari" userId="ad215094-da36-4b66-9c79-369a17aea26b" providerId="ADAL" clId="{685DD4BA-CA47-4698-B293-0B4D7A75F19F}" dt="2025-09-30T15:11:40.147" v="2495" actId="20577"/>
          <ac:spMkLst>
            <pc:docMk/>
            <pc:sldMk cId="381585255" sldId="1430"/>
            <ac:spMk id="130" creationId="{E4F99B17-A3C4-7127-8C91-E6F148CDC344}"/>
          </ac:spMkLst>
        </pc:spChg>
        <pc:spChg chg="add mod">
          <ac:chgData name="Sanmukh Kuppannagari" userId="ad215094-da36-4b66-9c79-369a17aea26b" providerId="ADAL" clId="{685DD4BA-CA47-4698-B293-0B4D7A75F19F}" dt="2025-09-30T15:11:52.532" v="2498" actId="20577"/>
          <ac:spMkLst>
            <pc:docMk/>
            <pc:sldMk cId="381585255" sldId="1430"/>
            <ac:spMk id="131" creationId="{2E85768F-18C3-55A5-590A-43B7ED82AA3E}"/>
          </ac:spMkLst>
        </pc:spChg>
        <pc:cxnChg chg="del mod">
          <ac:chgData name="Sanmukh Kuppannagari" userId="ad215094-da36-4b66-9c79-369a17aea26b" providerId="ADAL" clId="{685DD4BA-CA47-4698-B293-0B4D7A75F19F}" dt="2025-09-30T15:09:45.927" v="2455" actId="478"/>
          <ac:cxnSpMkLst>
            <pc:docMk/>
            <pc:sldMk cId="381585255" sldId="1430"/>
            <ac:cxnSpMk id="35" creationId="{64387BB0-48DB-744A-AC51-601E1875FBD2}"/>
          </ac:cxnSpMkLst>
        </pc:cxnChg>
        <pc:cxnChg chg="del">
          <ac:chgData name="Sanmukh Kuppannagari" userId="ad215094-da36-4b66-9c79-369a17aea26b" providerId="ADAL" clId="{685DD4BA-CA47-4698-B293-0B4D7A75F19F}" dt="2025-09-30T15:09:47.502" v="2456" actId="478"/>
          <ac:cxnSpMkLst>
            <pc:docMk/>
            <pc:sldMk cId="381585255" sldId="1430"/>
            <ac:cxnSpMk id="36" creationId="{1D8E7163-300A-1905-979E-559BEF7C81B4}"/>
          </ac:cxnSpMkLst>
        </pc:cxnChg>
        <pc:cxnChg chg="del">
          <ac:chgData name="Sanmukh Kuppannagari" userId="ad215094-da36-4b66-9c79-369a17aea26b" providerId="ADAL" clId="{685DD4BA-CA47-4698-B293-0B4D7A75F19F}" dt="2025-09-30T15:09:48.920" v="2457" actId="478"/>
          <ac:cxnSpMkLst>
            <pc:docMk/>
            <pc:sldMk cId="381585255" sldId="1430"/>
            <ac:cxnSpMk id="37" creationId="{1B113343-82B7-70C4-6E5A-4840BCAA3D35}"/>
          </ac:cxnSpMkLst>
        </pc:cxnChg>
        <pc:cxnChg chg="del">
          <ac:chgData name="Sanmukh Kuppannagari" userId="ad215094-da36-4b66-9c79-369a17aea26b" providerId="ADAL" clId="{685DD4BA-CA47-4698-B293-0B4D7A75F19F}" dt="2025-09-30T15:09:49.996" v="2458" actId="478"/>
          <ac:cxnSpMkLst>
            <pc:docMk/>
            <pc:sldMk cId="381585255" sldId="1430"/>
            <ac:cxnSpMk id="70" creationId="{C5606CE6-3431-0A7E-B26C-E8B789D4E055}"/>
          </ac:cxnSpMkLst>
        </pc:cxnChg>
        <pc:cxnChg chg="del">
          <ac:chgData name="Sanmukh Kuppannagari" userId="ad215094-da36-4b66-9c79-369a17aea26b" providerId="ADAL" clId="{685DD4BA-CA47-4698-B293-0B4D7A75F19F}" dt="2025-09-30T15:09:50.978" v="2459" actId="478"/>
          <ac:cxnSpMkLst>
            <pc:docMk/>
            <pc:sldMk cId="381585255" sldId="1430"/>
            <ac:cxnSpMk id="71" creationId="{663E5092-8836-F089-6B0A-6924AF25D04C}"/>
          </ac:cxnSpMkLst>
        </pc:cxnChg>
        <pc:cxnChg chg="del">
          <ac:chgData name="Sanmukh Kuppannagari" userId="ad215094-da36-4b66-9c79-369a17aea26b" providerId="ADAL" clId="{685DD4BA-CA47-4698-B293-0B4D7A75F19F}" dt="2025-09-30T15:09:52.049" v="2460" actId="478"/>
          <ac:cxnSpMkLst>
            <pc:docMk/>
            <pc:sldMk cId="381585255" sldId="1430"/>
            <ac:cxnSpMk id="72" creationId="{2DAC8A44-B4B7-0715-BD5F-B8442B953E36}"/>
          </ac:cxnSpMkLst>
        </pc:cxnChg>
        <pc:cxnChg chg="del">
          <ac:chgData name="Sanmukh Kuppannagari" userId="ad215094-da36-4b66-9c79-369a17aea26b" providerId="ADAL" clId="{685DD4BA-CA47-4698-B293-0B4D7A75F19F}" dt="2025-09-30T15:09:53.140" v="2461" actId="478"/>
          <ac:cxnSpMkLst>
            <pc:docMk/>
            <pc:sldMk cId="381585255" sldId="1430"/>
            <ac:cxnSpMk id="73" creationId="{EE7C70DD-85FA-4831-4ECC-3526D6C56F9A}"/>
          </ac:cxnSpMkLst>
        </pc:cxnChg>
      </pc:sldChg>
      <pc:sldChg chg="add del">
        <pc:chgData name="Sanmukh Kuppannagari" userId="ad215094-da36-4b66-9c79-369a17aea26b" providerId="ADAL" clId="{685DD4BA-CA47-4698-B293-0B4D7A75F19F}" dt="2025-09-30T15:14:39.357" v="2512" actId="47"/>
        <pc:sldMkLst>
          <pc:docMk/>
          <pc:sldMk cId="3320575543" sldId="1431"/>
        </pc:sldMkLst>
      </pc:sldChg>
      <pc:sldChg chg="modSp add mod">
        <pc:chgData name="Sanmukh Kuppannagari" userId="ad215094-da36-4b66-9c79-369a17aea26b" providerId="ADAL" clId="{685DD4BA-CA47-4698-B293-0B4D7A75F19F}" dt="2025-09-30T15:44:40.532" v="2985" actId="20577"/>
        <pc:sldMkLst>
          <pc:docMk/>
          <pc:sldMk cId="3924068536" sldId="1431"/>
        </pc:sldMkLst>
        <pc:spChg chg="mod">
          <ac:chgData name="Sanmukh Kuppannagari" userId="ad215094-da36-4b66-9c79-369a17aea26b" providerId="ADAL" clId="{685DD4BA-CA47-4698-B293-0B4D7A75F19F}" dt="2025-09-30T15:44:40.532" v="2985" actId="20577"/>
          <ac:spMkLst>
            <pc:docMk/>
            <pc:sldMk cId="3924068536" sldId="1431"/>
            <ac:spMk id="3" creationId="{E2E6C40D-6B52-D6F5-35AA-B6EBB3183D19}"/>
          </ac:spMkLst>
        </pc:spChg>
      </pc:sldChg>
      <pc:sldChg chg="add">
        <pc:chgData name="Sanmukh Kuppannagari" userId="ad215094-da36-4b66-9c79-369a17aea26b" providerId="ADAL" clId="{685DD4BA-CA47-4698-B293-0B4D7A75F19F}" dt="2025-09-30T15:43:06.314" v="2879"/>
        <pc:sldMkLst>
          <pc:docMk/>
          <pc:sldMk cId="161308088" sldId="1432"/>
        </pc:sldMkLst>
      </pc:sldChg>
      <pc:sldChg chg="add del">
        <pc:chgData name="Sanmukh Kuppannagari" userId="ad215094-da36-4b66-9c79-369a17aea26b" providerId="ADAL" clId="{685DD4BA-CA47-4698-B293-0B4D7A75F19F}" dt="2025-09-30T15:14:39.357" v="2512" actId="47"/>
        <pc:sldMkLst>
          <pc:docMk/>
          <pc:sldMk cId="1263179583" sldId="1432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873356031" sldId="1433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2141082296" sldId="1434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2565562540" sldId="1435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1868073248" sldId="1436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2546537403" sldId="1437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3588532588" sldId="1438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1606166730" sldId="1439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832541632" sldId="1440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2439492477" sldId="1441"/>
        </pc:sldMkLst>
      </pc:sldChg>
      <pc:sldChg chg="modSp add mod">
        <pc:chgData name="Sanmukh Kuppannagari" userId="ad215094-da36-4b66-9c79-369a17aea26b" providerId="ADAL" clId="{685DD4BA-CA47-4698-B293-0B4D7A75F19F}" dt="2025-09-30T15:20:11.319" v="2706" actId="20577"/>
        <pc:sldMkLst>
          <pc:docMk/>
          <pc:sldMk cId="3863061003" sldId="1442"/>
        </pc:sldMkLst>
        <pc:spChg chg="mod">
          <ac:chgData name="Sanmukh Kuppannagari" userId="ad215094-da36-4b66-9c79-369a17aea26b" providerId="ADAL" clId="{685DD4BA-CA47-4698-B293-0B4D7A75F19F}" dt="2025-09-30T15:20:11.319" v="2706" actId="20577"/>
          <ac:spMkLst>
            <pc:docMk/>
            <pc:sldMk cId="3863061003" sldId="1442"/>
            <ac:spMk id="3" creationId="{B998BA11-5FF2-BEDC-3420-19B4B51AEF13}"/>
          </ac:spMkLst>
        </pc:spChg>
      </pc:sldChg>
      <pc:sldChg chg="modSp mod">
        <pc:chgData name="Sanmukh Kuppannagari" userId="ad215094-da36-4b66-9c79-369a17aea26b" providerId="ADAL" clId="{685DD4BA-CA47-4698-B293-0B4D7A75F19F}" dt="2025-09-30T15:20:44.149" v="2741" actId="20577"/>
        <pc:sldMkLst>
          <pc:docMk/>
          <pc:sldMk cId="1297240811" sldId="1551"/>
        </pc:sldMkLst>
        <pc:spChg chg="mod">
          <ac:chgData name="Sanmukh Kuppannagari" userId="ad215094-da36-4b66-9c79-369a17aea26b" providerId="ADAL" clId="{685DD4BA-CA47-4698-B293-0B4D7A75F19F}" dt="2025-09-30T15:20:44.149" v="2741" actId="20577"/>
          <ac:spMkLst>
            <pc:docMk/>
            <pc:sldMk cId="1297240811" sldId="1551"/>
            <ac:spMk id="3" creationId="{E7FF2391-E8AE-9A93-A4FC-0E02B54BC29C}"/>
          </ac:spMkLst>
        </pc:spChg>
      </pc:sldChg>
      <pc:sldChg chg="del">
        <pc:chgData name="Sanmukh Kuppannagari" userId="ad215094-da36-4b66-9c79-369a17aea26b" providerId="ADAL" clId="{685DD4BA-CA47-4698-B293-0B4D7A75F19F}" dt="2025-09-30T13:43:01.564" v="29" actId="47"/>
        <pc:sldMkLst>
          <pc:docMk/>
          <pc:sldMk cId="1031082684" sldId="1554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102655080" sldId="1555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603436171" sldId="1556"/>
        </pc:sldMkLst>
      </pc:sldChg>
      <pc:sldChg chg="del">
        <pc:chgData name="Sanmukh Kuppannagari" userId="ad215094-da36-4b66-9c79-369a17aea26b" providerId="ADAL" clId="{685DD4BA-CA47-4698-B293-0B4D7A75F19F}" dt="2025-09-30T13:42:56.806" v="28" actId="47"/>
        <pc:sldMkLst>
          <pc:docMk/>
          <pc:sldMk cId="3219012261" sldId="1557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055355578" sldId="1563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3587678191" sldId="1616"/>
        </pc:sldMkLst>
      </pc:sldChg>
      <pc:sldChg chg="add">
        <pc:chgData name="Sanmukh Kuppannagari" userId="ad215094-da36-4b66-9c79-369a17aea26b" providerId="ADAL" clId="{685DD4BA-CA47-4698-B293-0B4D7A75F19F}" dt="2025-09-30T13:55:45.740" v="90"/>
        <pc:sldMkLst>
          <pc:docMk/>
          <pc:sldMk cId="2602862771" sldId="1617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528811919" sldId="1630"/>
        </pc:sldMkLst>
      </pc:sldChg>
      <pc:sldChg chg="modSp new mod">
        <pc:chgData name="Sanmukh Kuppannagari" userId="ad215094-da36-4b66-9c79-369a17aea26b" providerId="ADAL" clId="{685DD4BA-CA47-4698-B293-0B4D7A75F19F}" dt="2025-09-30T13:54:01.536" v="88" actId="20577"/>
        <pc:sldMkLst>
          <pc:docMk/>
          <pc:sldMk cId="3151454259" sldId="1630"/>
        </pc:sldMkLst>
        <pc:spChg chg="mod">
          <ac:chgData name="Sanmukh Kuppannagari" userId="ad215094-da36-4b66-9c79-369a17aea26b" providerId="ADAL" clId="{685DD4BA-CA47-4698-B293-0B4D7A75F19F}" dt="2025-09-30T13:53:20.458" v="54" actId="20577"/>
          <ac:spMkLst>
            <pc:docMk/>
            <pc:sldMk cId="3151454259" sldId="1630"/>
            <ac:spMk id="2" creationId="{CEACC2AE-79A1-FDDF-9B83-360285D1100B}"/>
          </ac:spMkLst>
        </pc:spChg>
        <pc:spChg chg="mod">
          <ac:chgData name="Sanmukh Kuppannagari" userId="ad215094-da36-4b66-9c79-369a17aea26b" providerId="ADAL" clId="{685DD4BA-CA47-4698-B293-0B4D7A75F19F}" dt="2025-09-30T13:54:01.536" v="88" actId="20577"/>
          <ac:spMkLst>
            <pc:docMk/>
            <pc:sldMk cId="3151454259" sldId="1630"/>
            <ac:spMk id="3" creationId="{CC65CA90-8AB1-5CD8-68FF-422699157F98}"/>
          </ac:spMkLst>
        </pc:spChg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580660460" sldId="1631"/>
        </pc:sldMkLst>
      </pc:sldChg>
      <pc:sldChg chg="addSp modSp new mod">
        <pc:chgData name="Sanmukh Kuppannagari" userId="ad215094-da36-4b66-9c79-369a17aea26b" providerId="ADAL" clId="{685DD4BA-CA47-4698-B293-0B4D7A75F19F}" dt="2025-09-30T14:00:59.370" v="194" actId="207"/>
        <pc:sldMkLst>
          <pc:docMk/>
          <pc:sldMk cId="2698497501" sldId="1631"/>
        </pc:sldMkLst>
        <pc:spChg chg="mod">
          <ac:chgData name="Sanmukh Kuppannagari" userId="ad215094-da36-4b66-9c79-369a17aea26b" providerId="ADAL" clId="{685DD4BA-CA47-4698-B293-0B4D7A75F19F}" dt="2025-09-30T13:59:40.699" v="116" actId="20577"/>
          <ac:spMkLst>
            <pc:docMk/>
            <pc:sldMk cId="2698497501" sldId="1631"/>
            <ac:spMk id="2" creationId="{3C541EBF-9ADD-FB01-EEFE-2CA8A01DFC80}"/>
          </ac:spMkLst>
        </pc:spChg>
        <pc:spChg chg="mod">
          <ac:chgData name="Sanmukh Kuppannagari" userId="ad215094-da36-4b66-9c79-369a17aea26b" providerId="ADAL" clId="{685DD4BA-CA47-4698-B293-0B4D7A75F19F}" dt="2025-09-30T14:00:39.869" v="190" actId="20577"/>
          <ac:spMkLst>
            <pc:docMk/>
            <pc:sldMk cId="2698497501" sldId="1631"/>
            <ac:spMk id="3" creationId="{30E0F43B-766E-F9E3-5D67-901C624391AE}"/>
          </ac:spMkLst>
        </pc:spChg>
        <pc:spChg chg="mod">
          <ac:chgData name="Sanmukh Kuppannagari" userId="ad215094-da36-4b66-9c79-369a17aea26b" providerId="ADAL" clId="{685DD4BA-CA47-4698-B293-0B4D7A75F19F}" dt="2025-09-30T14:00:01.792" v="118"/>
          <ac:spMkLst>
            <pc:docMk/>
            <pc:sldMk cId="2698497501" sldId="1631"/>
            <ac:spMk id="5" creationId="{863E750F-3844-107D-24B5-057EA3E86E70}"/>
          </ac:spMkLst>
        </pc:spChg>
        <pc:spChg chg="mod">
          <ac:chgData name="Sanmukh Kuppannagari" userId="ad215094-da36-4b66-9c79-369a17aea26b" providerId="ADAL" clId="{685DD4BA-CA47-4698-B293-0B4D7A75F19F}" dt="2025-09-30T14:00:01.792" v="118"/>
          <ac:spMkLst>
            <pc:docMk/>
            <pc:sldMk cId="2698497501" sldId="1631"/>
            <ac:spMk id="11" creationId="{F6EFD42F-7A46-CFC3-8300-E7F4AEEAD737}"/>
          </ac:spMkLst>
        </pc:spChg>
        <pc:spChg chg="mod">
          <ac:chgData name="Sanmukh Kuppannagari" userId="ad215094-da36-4b66-9c79-369a17aea26b" providerId="ADAL" clId="{685DD4BA-CA47-4698-B293-0B4D7A75F19F}" dt="2025-09-30T14:00:01.792" v="118"/>
          <ac:spMkLst>
            <pc:docMk/>
            <pc:sldMk cId="2698497501" sldId="1631"/>
            <ac:spMk id="20" creationId="{1E727AF7-DEB6-5D54-7920-8F0EE35136ED}"/>
          </ac:spMkLst>
        </pc:spChg>
        <pc:spChg chg="mod">
          <ac:chgData name="Sanmukh Kuppannagari" userId="ad215094-da36-4b66-9c79-369a17aea26b" providerId="ADAL" clId="{685DD4BA-CA47-4698-B293-0B4D7A75F19F}" dt="2025-09-30T14:00:01.792" v="118"/>
          <ac:spMkLst>
            <pc:docMk/>
            <pc:sldMk cId="2698497501" sldId="1631"/>
            <ac:spMk id="23" creationId="{5C645C67-E2B0-69BF-FC50-D3B66C457EA9}"/>
          </ac:spMkLst>
        </pc:spChg>
        <pc:spChg chg="mod">
          <ac:chgData name="Sanmukh Kuppannagari" userId="ad215094-da36-4b66-9c79-369a17aea26b" providerId="ADAL" clId="{685DD4BA-CA47-4698-B293-0B4D7A75F19F}" dt="2025-09-30T14:00:01.792" v="118"/>
          <ac:spMkLst>
            <pc:docMk/>
            <pc:sldMk cId="2698497501" sldId="1631"/>
            <ac:spMk id="39" creationId="{31854BDE-8740-772B-F114-B713F2CD44E5}"/>
          </ac:spMkLst>
        </pc:spChg>
        <pc:spChg chg="mod">
          <ac:chgData name="Sanmukh Kuppannagari" userId="ad215094-da36-4b66-9c79-369a17aea26b" providerId="ADAL" clId="{685DD4BA-CA47-4698-B293-0B4D7A75F19F}" dt="2025-09-30T14:00:01.792" v="118"/>
          <ac:spMkLst>
            <pc:docMk/>
            <pc:sldMk cId="2698497501" sldId="1631"/>
            <ac:spMk id="49" creationId="{43FB2B3E-B88C-F017-3184-296AA57C7EED}"/>
          </ac:spMkLst>
        </pc:spChg>
        <pc:spChg chg="mod">
          <ac:chgData name="Sanmukh Kuppannagari" userId="ad215094-da36-4b66-9c79-369a17aea26b" providerId="ADAL" clId="{685DD4BA-CA47-4698-B293-0B4D7A75F19F}" dt="2025-09-30T14:00:01.792" v="118"/>
          <ac:spMkLst>
            <pc:docMk/>
            <pc:sldMk cId="2698497501" sldId="1631"/>
            <ac:spMk id="54" creationId="{D5BB9723-5025-B3AD-4CF7-8DD55FD8E418}"/>
          </ac:spMkLst>
        </pc:spChg>
        <pc:spChg chg="mod">
          <ac:chgData name="Sanmukh Kuppannagari" userId="ad215094-da36-4b66-9c79-369a17aea26b" providerId="ADAL" clId="{685DD4BA-CA47-4698-B293-0B4D7A75F19F}" dt="2025-09-30T14:00:59.370" v="194" actId="207"/>
          <ac:spMkLst>
            <pc:docMk/>
            <pc:sldMk cId="2698497501" sldId="1631"/>
            <ac:spMk id="58" creationId="{69D88D78-7BB1-755B-2EB9-88BA22E0365D}"/>
          </ac:spMkLst>
        </pc:spChg>
        <pc:spChg chg="add mod">
          <ac:chgData name="Sanmukh Kuppannagari" userId="ad215094-da36-4b66-9c79-369a17aea26b" providerId="ADAL" clId="{685DD4BA-CA47-4698-B293-0B4D7A75F19F}" dt="2025-09-30T14:00:59.370" v="194" actId="207"/>
          <ac:spMkLst>
            <pc:docMk/>
            <pc:sldMk cId="2698497501" sldId="1631"/>
            <ac:spMk id="59" creationId="{9F81DEE8-97F9-243E-FFA7-0F1E6FF1A74A}"/>
          </ac:spMkLst>
        </pc:spChg>
        <pc:spChg chg="mod">
          <ac:chgData name="Sanmukh Kuppannagari" userId="ad215094-da36-4b66-9c79-369a17aea26b" providerId="ADAL" clId="{685DD4BA-CA47-4698-B293-0B4D7A75F19F}" dt="2025-09-30T14:00:59.370" v="194" actId="207"/>
          <ac:spMkLst>
            <pc:docMk/>
            <pc:sldMk cId="2698497501" sldId="1631"/>
            <ac:spMk id="60" creationId="{BFB50312-0FA8-00F1-72C9-4443611F3B56}"/>
          </ac:spMkLst>
        </pc:spChg>
        <pc:spChg chg="mod">
          <ac:chgData name="Sanmukh Kuppannagari" userId="ad215094-da36-4b66-9c79-369a17aea26b" providerId="ADAL" clId="{685DD4BA-CA47-4698-B293-0B4D7A75F19F}" dt="2025-09-30T14:00:59.370" v="194" actId="207"/>
          <ac:spMkLst>
            <pc:docMk/>
            <pc:sldMk cId="2698497501" sldId="1631"/>
            <ac:spMk id="61" creationId="{FF401298-B51F-6DC7-13B5-FB5C443C1BBA}"/>
          </ac:spMkLst>
        </pc:spChg>
        <pc:spChg chg="add mod">
          <ac:chgData name="Sanmukh Kuppannagari" userId="ad215094-da36-4b66-9c79-369a17aea26b" providerId="ADAL" clId="{685DD4BA-CA47-4698-B293-0B4D7A75F19F}" dt="2025-09-30T14:00:21.572" v="145" actId="1076"/>
          <ac:spMkLst>
            <pc:docMk/>
            <pc:sldMk cId="2698497501" sldId="1631"/>
            <ac:spMk id="62" creationId="{BBADD3CE-0E32-7FE3-957A-EA4A451E8AC2}"/>
          </ac:spMkLst>
        </pc:spChg>
        <pc:spChg chg="mod">
          <ac:chgData name="Sanmukh Kuppannagari" userId="ad215094-da36-4b66-9c79-369a17aea26b" providerId="ADAL" clId="{685DD4BA-CA47-4698-B293-0B4D7A75F19F}" dt="2025-09-30T14:00:13.088" v="144" actId="1035"/>
          <ac:spMkLst>
            <pc:docMk/>
            <pc:sldMk cId="2698497501" sldId="1631"/>
            <ac:spMk id="63" creationId="{665CA14B-1CD6-FAE9-6E2B-0FB839C14608}"/>
          </ac:spMkLst>
        </pc:spChg>
        <pc:spChg chg="add mod">
          <ac:chgData name="Sanmukh Kuppannagari" userId="ad215094-da36-4b66-9c79-369a17aea26b" providerId="ADAL" clId="{685DD4BA-CA47-4698-B293-0B4D7A75F19F}" dt="2025-09-30T14:00:59.370" v="194" actId="207"/>
          <ac:spMkLst>
            <pc:docMk/>
            <pc:sldMk cId="2698497501" sldId="1631"/>
            <ac:spMk id="64" creationId="{D1B38FA4-1917-73F0-D9E6-66E5C29FAECA}"/>
          </ac:spMkLst>
        </pc:spChg>
        <pc:spChg chg="mod">
          <ac:chgData name="Sanmukh Kuppannagari" userId="ad215094-da36-4b66-9c79-369a17aea26b" providerId="ADAL" clId="{685DD4BA-CA47-4698-B293-0B4D7A75F19F}" dt="2025-09-30T14:00:59.370" v="194" actId="207"/>
          <ac:spMkLst>
            <pc:docMk/>
            <pc:sldMk cId="2698497501" sldId="1631"/>
            <ac:spMk id="65" creationId="{21D46992-34B1-67E1-6A73-420A93F527D6}"/>
          </ac:spMkLst>
        </pc:spChg>
        <pc:grpChg chg="mod">
          <ac:chgData name="Sanmukh Kuppannagari" userId="ad215094-da36-4b66-9c79-369a17aea26b" providerId="ADAL" clId="{685DD4BA-CA47-4698-B293-0B4D7A75F19F}" dt="2025-09-30T14:00:21.572" v="145" actId="1076"/>
          <ac:grpSpMkLst>
            <pc:docMk/>
            <pc:sldMk cId="2698497501" sldId="1631"/>
            <ac:grpSpMk id="4" creationId="{FB4A5864-9C3B-45CA-21B3-27352A2B24A0}"/>
          </ac:grpSpMkLst>
        </pc:grpChg>
        <pc:grpChg chg="mod">
          <ac:chgData name="Sanmukh Kuppannagari" userId="ad215094-da36-4b66-9c79-369a17aea26b" providerId="ADAL" clId="{685DD4BA-CA47-4698-B293-0B4D7A75F19F}" dt="2025-09-30T14:00:13.088" v="144" actId="1035"/>
          <ac:grpSpMkLst>
            <pc:docMk/>
            <pc:sldMk cId="2698497501" sldId="1631"/>
            <ac:grpSpMk id="7" creationId="{E6DA22FC-AC09-0EDA-6375-D104E42AE9D7}"/>
          </ac:grpSpMkLst>
        </pc:grpChg>
        <pc:grpChg chg="mod">
          <ac:chgData name="Sanmukh Kuppannagari" userId="ad215094-da36-4b66-9c79-369a17aea26b" providerId="ADAL" clId="{685DD4BA-CA47-4698-B293-0B4D7A75F19F}" dt="2025-09-30T14:00:21.572" v="145" actId="1076"/>
          <ac:grpSpMkLst>
            <pc:docMk/>
            <pc:sldMk cId="2698497501" sldId="1631"/>
            <ac:grpSpMk id="10" creationId="{780DC06B-53ED-41E9-3162-762BEF588D53}"/>
          </ac:grpSpMkLst>
        </pc:grpChg>
        <pc:grpChg chg="mod">
          <ac:chgData name="Sanmukh Kuppannagari" userId="ad215094-da36-4b66-9c79-369a17aea26b" providerId="ADAL" clId="{685DD4BA-CA47-4698-B293-0B4D7A75F19F}" dt="2025-09-30T14:00:21.572" v="145" actId="1076"/>
          <ac:grpSpMkLst>
            <pc:docMk/>
            <pc:sldMk cId="2698497501" sldId="1631"/>
            <ac:grpSpMk id="19" creationId="{471C430A-FBC3-B48E-7E66-3F79B6CF1E3F}"/>
          </ac:grpSpMkLst>
        </pc:grpChg>
        <pc:grpChg chg="mod">
          <ac:chgData name="Sanmukh Kuppannagari" userId="ad215094-da36-4b66-9c79-369a17aea26b" providerId="ADAL" clId="{685DD4BA-CA47-4698-B293-0B4D7A75F19F}" dt="2025-09-30T14:00:13.088" v="144" actId="1035"/>
          <ac:grpSpMkLst>
            <pc:docMk/>
            <pc:sldMk cId="2698497501" sldId="1631"/>
            <ac:grpSpMk id="43" creationId="{C47479C3-6B3F-D2D7-215C-72B57469A749}"/>
          </ac:grpSpMkLst>
        </pc:grpChg>
      </pc:sldChg>
      <pc:sldChg chg="modSp new del mod">
        <pc:chgData name="Sanmukh Kuppannagari" userId="ad215094-da36-4b66-9c79-369a17aea26b" providerId="ADAL" clId="{685DD4BA-CA47-4698-B293-0B4D7A75F19F}" dt="2025-09-30T13:59:17.499" v="95" actId="47"/>
        <pc:sldMkLst>
          <pc:docMk/>
          <pc:sldMk cId="3939962016" sldId="1631"/>
        </pc:sldMkLst>
        <pc:spChg chg="mod">
          <ac:chgData name="Sanmukh Kuppannagari" userId="ad215094-da36-4b66-9c79-369a17aea26b" providerId="ADAL" clId="{685DD4BA-CA47-4698-B293-0B4D7A75F19F}" dt="2025-09-30T13:59:14.315" v="94" actId="20577"/>
          <ac:spMkLst>
            <pc:docMk/>
            <pc:sldMk cId="3939962016" sldId="1631"/>
            <ac:spMk id="2" creationId="{FEBE9153-C44A-638D-CA3B-0DAEE4FF8AB9}"/>
          </ac:spMkLst>
        </pc:spChg>
      </pc:sldChg>
      <pc:sldChg chg="add">
        <pc:chgData name="Sanmukh Kuppannagari" userId="ad215094-da36-4b66-9c79-369a17aea26b" providerId="ADAL" clId="{685DD4BA-CA47-4698-B293-0B4D7A75F19F}" dt="2025-09-30T14:00:52.248" v="193"/>
        <pc:sldMkLst>
          <pc:docMk/>
          <pc:sldMk cId="1043968361" sldId="1632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919249467" sldId="1632"/>
        </pc:sldMkLst>
      </pc:sldChg>
      <pc:sldChg chg="modSp new mod">
        <pc:chgData name="Sanmukh Kuppannagari" userId="ad215094-da36-4b66-9c79-369a17aea26b" providerId="ADAL" clId="{685DD4BA-CA47-4698-B293-0B4D7A75F19F}" dt="2025-09-30T14:12:55.001" v="879" actId="20577"/>
        <pc:sldMkLst>
          <pc:docMk/>
          <pc:sldMk cId="692312538" sldId="1633"/>
        </pc:sldMkLst>
        <pc:spChg chg="mod">
          <ac:chgData name="Sanmukh Kuppannagari" userId="ad215094-da36-4b66-9c79-369a17aea26b" providerId="ADAL" clId="{685DD4BA-CA47-4698-B293-0B4D7A75F19F}" dt="2025-09-30T14:06:26.411" v="546" actId="20577"/>
          <ac:spMkLst>
            <pc:docMk/>
            <pc:sldMk cId="692312538" sldId="1633"/>
            <ac:spMk id="2" creationId="{02856551-2E84-93E6-175B-0CEF9C90ED3C}"/>
          </ac:spMkLst>
        </pc:spChg>
        <pc:spChg chg="mod">
          <ac:chgData name="Sanmukh Kuppannagari" userId="ad215094-da36-4b66-9c79-369a17aea26b" providerId="ADAL" clId="{685DD4BA-CA47-4698-B293-0B4D7A75F19F}" dt="2025-09-30T14:12:55.001" v="879" actId="20577"/>
          <ac:spMkLst>
            <pc:docMk/>
            <pc:sldMk cId="692312538" sldId="1633"/>
            <ac:spMk id="3" creationId="{9864ADE6-2320-E420-ED24-48F5A6408307}"/>
          </ac:spMkLst>
        </pc:spChg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489840245" sldId="1633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41087495" sldId="1634"/>
        </pc:sldMkLst>
      </pc:sldChg>
      <pc:sldChg chg="addSp modSp new mod">
        <pc:chgData name="Sanmukh Kuppannagari" userId="ad215094-da36-4b66-9c79-369a17aea26b" providerId="ADAL" clId="{685DD4BA-CA47-4698-B293-0B4D7A75F19F}" dt="2025-09-30T14:17:56.546" v="941" actId="20577"/>
        <pc:sldMkLst>
          <pc:docMk/>
          <pc:sldMk cId="4037935196" sldId="1634"/>
        </pc:sldMkLst>
        <pc:spChg chg="mod">
          <ac:chgData name="Sanmukh Kuppannagari" userId="ad215094-da36-4b66-9c79-369a17aea26b" providerId="ADAL" clId="{685DD4BA-CA47-4698-B293-0B4D7A75F19F}" dt="2025-09-30T14:16:30.038" v="881"/>
          <ac:spMkLst>
            <pc:docMk/>
            <pc:sldMk cId="4037935196" sldId="1634"/>
            <ac:spMk id="2" creationId="{CFBC537E-7DFC-E978-75C0-B364B0E1BF59}"/>
          </ac:spMkLst>
        </pc:spChg>
        <pc:spChg chg="mod">
          <ac:chgData name="Sanmukh Kuppannagari" userId="ad215094-da36-4b66-9c79-369a17aea26b" providerId="ADAL" clId="{685DD4BA-CA47-4698-B293-0B4D7A75F19F}" dt="2025-09-30T14:17:00.895" v="911" actId="14100"/>
          <ac:spMkLst>
            <pc:docMk/>
            <pc:sldMk cId="4037935196" sldId="1634"/>
            <ac:spMk id="3" creationId="{32608F2D-3DD6-FFD0-E0B5-4B1E9F0A9881}"/>
          </ac:spMkLst>
        </pc:spChg>
        <pc:spChg chg="mod">
          <ac:chgData name="Sanmukh Kuppannagari" userId="ad215094-da36-4b66-9c79-369a17aea26b" providerId="ADAL" clId="{685DD4BA-CA47-4698-B293-0B4D7A75F19F}" dt="2025-09-30T14:17:13.491" v="912"/>
          <ac:spMkLst>
            <pc:docMk/>
            <pc:sldMk cId="4037935196" sldId="1634"/>
            <ac:spMk id="14" creationId="{0CD7E31F-15D4-587B-65B7-14CCE0808BEC}"/>
          </ac:spMkLst>
        </pc:spChg>
        <pc:spChg chg="mod">
          <ac:chgData name="Sanmukh Kuppannagari" userId="ad215094-da36-4b66-9c79-369a17aea26b" providerId="ADAL" clId="{685DD4BA-CA47-4698-B293-0B4D7A75F19F}" dt="2025-09-30T14:17:13.491" v="912"/>
          <ac:spMkLst>
            <pc:docMk/>
            <pc:sldMk cId="4037935196" sldId="1634"/>
            <ac:spMk id="17" creationId="{DFC1B736-E84B-3635-8C17-70C5E24FEB63}"/>
          </ac:spMkLst>
        </pc:spChg>
        <pc:spChg chg="mod">
          <ac:chgData name="Sanmukh Kuppannagari" userId="ad215094-da36-4b66-9c79-369a17aea26b" providerId="ADAL" clId="{685DD4BA-CA47-4698-B293-0B4D7A75F19F}" dt="2025-09-30T14:17:13.491" v="912"/>
          <ac:spMkLst>
            <pc:docMk/>
            <pc:sldMk cId="4037935196" sldId="1634"/>
            <ac:spMk id="20" creationId="{5145FA05-524F-10E8-9292-BB817A814CBC}"/>
          </ac:spMkLst>
        </pc:spChg>
        <pc:spChg chg="mod">
          <ac:chgData name="Sanmukh Kuppannagari" userId="ad215094-da36-4b66-9c79-369a17aea26b" providerId="ADAL" clId="{685DD4BA-CA47-4698-B293-0B4D7A75F19F}" dt="2025-09-30T14:17:13.491" v="912"/>
          <ac:spMkLst>
            <pc:docMk/>
            <pc:sldMk cId="4037935196" sldId="1634"/>
            <ac:spMk id="23" creationId="{619E236B-7CCC-4D76-27B4-4FFCD5793840}"/>
          </ac:spMkLst>
        </pc:spChg>
        <pc:spChg chg="mod">
          <ac:chgData name="Sanmukh Kuppannagari" userId="ad215094-da36-4b66-9c79-369a17aea26b" providerId="ADAL" clId="{685DD4BA-CA47-4698-B293-0B4D7A75F19F}" dt="2025-09-30T14:17:13.491" v="912"/>
          <ac:spMkLst>
            <pc:docMk/>
            <pc:sldMk cId="4037935196" sldId="1634"/>
            <ac:spMk id="26" creationId="{01BAA57F-798A-5DAC-8B63-9CE94852D01D}"/>
          </ac:spMkLst>
        </pc:spChg>
        <pc:spChg chg="mod">
          <ac:chgData name="Sanmukh Kuppannagari" userId="ad215094-da36-4b66-9c79-369a17aea26b" providerId="ADAL" clId="{685DD4BA-CA47-4698-B293-0B4D7A75F19F}" dt="2025-09-30T14:17:13.491" v="912"/>
          <ac:spMkLst>
            <pc:docMk/>
            <pc:sldMk cId="4037935196" sldId="1634"/>
            <ac:spMk id="39" creationId="{ED7F9992-D478-5AA8-0E30-6259057AE3C3}"/>
          </ac:spMkLst>
        </pc:spChg>
        <pc:spChg chg="mod">
          <ac:chgData name="Sanmukh Kuppannagari" userId="ad215094-da36-4b66-9c79-369a17aea26b" providerId="ADAL" clId="{685DD4BA-CA47-4698-B293-0B4D7A75F19F}" dt="2025-09-30T14:17:13.491" v="912"/>
          <ac:spMkLst>
            <pc:docMk/>
            <pc:sldMk cId="4037935196" sldId="1634"/>
            <ac:spMk id="49" creationId="{6140EBB5-5353-4F32-7C5C-9589C39B3AF8}"/>
          </ac:spMkLst>
        </pc:spChg>
        <pc:spChg chg="mod">
          <ac:chgData name="Sanmukh Kuppannagari" userId="ad215094-da36-4b66-9c79-369a17aea26b" providerId="ADAL" clId="{685DD4BA-CA47-4698-B293-0B4D7A75F19F}" dt="2025-09-30T14:17:16.427" v="913" actId="1076"/>
          <ac:spMkLst>
            <pc:docMk/>
            <pc:sldMk cId="4037935196" sldId="1634"/>
            <ac:spMk id="58" creationId="{AAF4991B-F2D9-ED1D-6330-FB772E8287C7}"/>
          </ac:spMkLst>
        </pc:spChg>
        <pc:spChg chg="mod">
          <ac:chgData name="Sanmukh Kuppannagari" userId="ad215094-da36-4b66-9c79-369a17aea26b" providerId="ADAL" clId="{685DD4BA-CA47-4698-B293-0B4D7A75F19F}" dt="2025-09-30T14:17:16.427" v="913" actId="1076"/>
          <ac:spMkLst>
            <pc:docMk/>
            <pc:sldMk cId="4037935196" sldId="1634"/>
            <ac:spMk id="59" creationId="{7090B932-A3FF-876B-269B-D327AD3C8FD9}"/>
          </ac:spMkLst>
        </pc:spChg>
        <pc:spChg chg="add mod">
          <ac:chgData name="Sanmukh Kuppannagari" userId="ad215094-da36-4b66-9c79-369a17aea26b" providerId="ADAL" clId="{685DD4BA-CA47-4698-B293-0B4D7A75F19F}" dt="2025-09-30T14:17:16.427" v="913" actId="1076"/>
          <ac:spMkLst>
            <pc:docMk/>
            <pc:sldMk cId="4037935196" sldId="1634"/>
            <ac:spMk id="60" creationId="{94EAC910-CD82-F8CD-AE8C-5B279A5E6F81}"/>
          </ac:spMkLst>
        </pc:spChg>
        <pc:spChg chg="mod">
          <ac:chgData name="Sanmukh Kuppannagari" userId="ad215094-da36-4b66-9c79-369a17aea26b" providerId="ADAL" clId="{685DD4BA-CA47-4698-B293-0B4D7A75F19F}" dt="2025-09-30T14:17:16.427" v="913" actId="1076"/>
          <ac:spMkLst>
            <pc:docMk/>
            <pc:sldMk cId="4037935196" sldId="1634"/>
            <ac:spMk id="61" creationId="{B38B25EE-452A-55BB-EFC3-CE9B281D068E}"/>
          </ac:spMkLst>
        </pc:spChg>
        <pc:spChg chg="mod">
          <ac:chgData name="Sanmukh Kuppannagari" userId="ad215094-da36-4b66-9c79-369a17aea26b" providerId="ADAL" clId="{685DD4BA-CA47-4698-B293-0B4D7A75F19F}" dt="2025-09-30T14:17:16.427" v="913" actId="1076"/>
          <ac:spMkLst>
            <pc:docMk/>
            <pc:sldMk cId="4037935196" sldId="1634"/>
            <ac:spMk id="62" creationId="{8AE94D3C-4BA4-0DAD-17C6-E37603B25F4D}"/>
          </ac:spMkLst>
        </pc:spChg>
        <pc:spChg chg="add mod">
          <ac:chgData name="Sanmukh Kuppannagari" userId="ad215094-da36-4b66-9c79-369a17aea26b" providerId="ADAL" clId="{685DD4BA-CA47-4698-B293-0B4D7A75F19F}" dt="2025-09-30T14:17:16.427" v="913" actId="1076"/>
          <ac:spMkLst>
            <pc:docMk/>
            <pc:sldMk cId="4037935196" sldId="1634"/>
            <ac:spMk id="63" creationId="{EA17216E-A506-245B-7B5D-F1356A28AAD8}"/>
          </ac:spMkLst>
        </pc:spChg>
        <pc:spChg chg="add mod">
          <ac:chgData name="Sanmukh Kuppannagari" userId="ad215094-da36-4b66-9c79-369a17aea26b" providerId="ADAL" clId="{685DD4BA-CA47-4698-B293-0B4D7A75F19F}" dt="2025-09-30T14:17:16.427" v="913" actId="1076"/>
          <ac:spMkLst>
            <pc:docMk/>
            <pc:sldMk cId="4037935196" sldId="1634"/>
            <ac:spMk id="64" creationId="{B597CBEA-6BE0-C2D2-5224-ED6243388238}"/>
          </ac:spMkLst>
        </pc:spChg>
        <pc:spChg chg="mod">
          <ac:chgData name="Sanmukh Kuppannagari" userId="ad215094-da36-4b66-9c79-369a17aea26b" providerId="ADAL" clId="{685DD4BA-CA47-4698-B293-0B4D7A75F19F}" dt="2025-09-30T14:17:16.427" v="913" actId="1076"/>
          <ac:spMkLst>
            <pc:docMk/>
            <pc:sldMk cId="4037935196" sldId="1634"/>
            <ac:spMk id="65" creationId="{96DC95C6-E831-3A8A-738F-BCD0051E2DDB}"/>
          </ac:spMkLst>
        </pc:spChg>
        <pc:spChg chg="add mod">
          <ac:chgData name="Sanmukh Kuppannagari" userId="ad215094-da36-4b66-9c79-369a17aea26b" providerId="ADAL" clId="{685DD4BA-CA47-4698-B293-0B4D7A75F19F}" dt="2025-09-30T14:17:51.370" v="934" actId="1076"/>
          <ac:spMkLst>
            <pc:docMk/>
            <pc:sldMk cId="4037935196" sldId="1634"/>
            <ac:spMk id="70" creationId="{E8E5FA9D-8616-286D-CD74-FBA36E377E3F}"/>
          </ac:spMkLst>
        </pc:spChg>
        <pc:spChg chg="add mod">
          <ac:chgData name="Sanmukh Kuppannagari" userId="ad215094-da36-4b66-9c79-369a17aea26b" providerId="ADAL" clId="{685DD4BA-CA47-4698-B293-0B4D7A75F19F}" dt="2025-09-30T14:17:56.546" v="941" actId="20577"/>
          <ac:spMkLst>
            <pc:docMk/>
            <pc:sldMk cId="4037935196" sldId="1634"/>
            <ac:spMk id="71" creationId="{328BFF79-C19B-A5B9-A16C-45486ECD363F}"/>
          </ac:spMkLst>
        </pc:spChg>
        <pc:grpChg chg="mod">
          <ac:chgData name="Sanmukh Kuppannagari" userId="ad215094-da36-4b66-9c79-369a17aea26b" providerId="ADAL" clId="{685DD4BA-CA47-4698-B293-0B4D7A75F19F}" dt="2025-09-30T14:17:16.427" v="913" actId="1076"/>
          <ac:grpSpMkLst>
            <pc:docMk/>
            <pc:sldMk cId="4037935196" sldId="1634"/>
            <ac:grpSpMk id="4" creationId="{66528860-E847-0E15-E161-7B9EDF50C368}"/>
          </ac:grpSpMkLst>
        </pc:grpChg>
        <pc:grpChg chg="mod">
          <ac:chgData name="Sanmukh Kuppannagari" userId="ad215094-da36-4b66-9c79-369a17aea26b" providerId="ADAL" clId="{685DD4BA-CA47-4698-B293-0B4D7A75F19F}" dt="2025-09-30T14:17:16.427" v="913" actId="1076"/>
          <ac:grpSpMkLst>
            <pc:docMk/>
            <pc:sldMk cId="4037935196" sldId="1634"/>
            <ac:grpSpMk id="43" creationId="{46F7F00E-EC3A-592A-83DA-AACCBF2421B3}"/>
          </ac:grpSpMkLst>
        </pc:grpChg>
        <pc:cxnChg chg="add mod">
          <ac:chgData name="Sanmukh Kuppannagari" userId="ad215094-da36-4b66-9c79-369a17aea26b" providerId="ADAL" clId="{685DD4BA-CA47-4698-B293-0B4D7A75F19F}" dt="2025-09-30T14:17:31.516" v="916" actId="1582"/>
          <ac:cxnSpMkLst>
            <pc:docMk/>
            <pc:sldMk cId="4037935196" sldId="1634"/>
            <ac:cxnSpMk id="67" creationId="{0826798A-04AB-C656-6063-F20BF86753AB}"/>
          </ac:cxnSpMkLst>
        </pc:cxnChg>
        <pc:cxnChg chg="add mod">
          <ac:chgData name="Sanmukh Kuppannagari" userId="ad215094-da36-4b66-9c79-369a17aea26b" providerId="ADAL" clId="{685DD4BA-CA47-4698-B293-0B4D7A75F19F}" dt="2025-09-30T14:17:40.111" v="919" actId="14100"/>
          <ac:cxnSpMkLst>
            <pc:docMk/>
            <pc:sldMk cId="4037935196" sldId="1634"/>
            <ac:cxnSpMk id="68" creationId="{05E56A09-7FD8-4A16-24DE-FA66D6998B7F}"/>
          </ac:cxnSpMkLst>
        </pc:cxnChg>
      </pc:sldChg>
      <pc:sldChg chg="modSp new mod">
        <pc:chgData name="Sanmukh Kuppannagari" userId="ad215094-da36-4b66-9c79-369a17aea26b" providerId="ADAL" clId="{685DD4BA-CA47-4698-B293-0B4D7A75F19F}" dt="2025-09-30T14:19:46.078" v="1138" actId="113"/>
        <pc:sldMkLst>
          <pc:docMk/>
          <pc:sldMk cId="2217799582" sldId="1635"/>
        </pc:sldMkLst>
        <pc:spChg chg="mod">
          <ac:chgData name="Sanmukh Kuppannagari" userId="ad215094-da36-4b66-9c79-369a17aea26b" providerId="ADAL" clId="{685DD4BA-CA47-4698-B293-0B4D7A75F19F}" dt="2025-09-30T14:18:07.854" v="943"/>
          <ac:spMkLst>
            <pc:docMk/>
            <pc:sldMk cId="2217799582" sldId="1635"/>
            <ac:spMk id="2" creationId="{468C5B3E-602F-6BC6-7E66-D4FABEC0FFA1}"/>
          </ac:spMkLst>
        </pc:spChg>
        <pc:spChg chg="mod">
          <ac:chgData name="Sanmukh Kuppannagari" userId="ad215094-da36-4b66-9c79-369a17aea26b" providerId="ADAL" clId="{685DD4BA-CA47-4698-B293-0B4D7A75F19F}" dt="2025-09-30T14:19:46.078" v="1138" actId="113"/>
          <ac:spMkLst>
            <pc:docMk/>
            <pc:sldMk cId="2217799582" sldId="1635"/>
            <ac:spMk id="3" creationId="{181C7682-02E7-88B4-8751-B1A64A81B1F6}"/>
          </ac:spMkLst>
        </pc:spChg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909936989" sldId="1635"/>
        </pc:sldMkLst>
      </pc:sldChg>
      <pc:sldChg chg="add">
        <pc:chgData name="Sanmukh Kuppannagari" userId="ad215094-da36-4b66-9c79-369a17aea26b" providerId="ADAL" clId="{685DD4BA-CA47-4698-B293-0B4D7A75F19F}" dt="2025-09-30T14:20:05.213" v="1139"/>
        <pc:sldMkLst>
          <pc:docMk/>
          <pc:sldMk cId="488101590" sldId="1636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676574781" sldId="1636"/>
        </pc:sldMkLst>
      </pc:sldChg>
      <pc:sldChg chg="modSp new mod">
        <pc:chgData name="Sanmukh Kuppannagari" userId="ad215094-da36-4b66-9c79-369a17aea26b" providerId="ADAL" clId="{685DD4BA-CA47-4698-B293-0B4D7A75F19F}" dt="2025-09-30T14:27:02.752" v="1447" actId="20577"/>
        <pc:sldMkLst>
          <pc:docMk/>
          <pc:sldMk cId="267461701" sldId="1637"/>
        </pc:sldMkLst>
        <pc:spChg chg="mod">
          <ac:chgData name="Sanmukh Kuppannagari" userId="ad215094-da36-4b66-9c79-369a17aea26b" providerId="ADAL" clId="{685DD4BA-CA47-4698-B293-0B4D7A75F19F}" dt="2025-09-30T14:20:38.947" v="1141"/>
          <ac:spMkLst>
            <pc:docMk/>
            <pc:sldMk cId="267461701" sldId="1637"/>
            <ac:spMk id="2" creationId="{B6BF5A57-8173-D7A1-9F75-505D81379BD0}"/>
          </ac:spMkLst>
        </pc:spChg>
        <pc:spChg chg="mod">
          <ac:chgData name="Sanmukh Kuppannagari" userId="ad215094-da36-4b66-9c79-369a17aea26b" providerId="ADAL" clId="{685DD4BA-CA47-4698-B293-0B4D7A75F19F}" dt="2025-09-30T14:27:02.752" v="1447" actId="20577"/>
          <ac:spMkLst>
            <pc:docMk/>
            <pc:sldMk cId="267461701" sldId="1637"/>
            <ac:spMk id="3" creationId="{7F128194-E949-3761-E295-3ABBC1964769}"/>
          </ac:spMkLst>
        </pc:spChg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637544381" sldId="1637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015862891" sldId="1638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329980675" sldId="1639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945086714" sldId="1640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4214249919" sldId="1641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718443645" sldId="1642"/>
        </pc:sldMkLst>
      </pc:sldChg>
      <pc:sldChg chg="delSp modSp add del mod">
        <pc:chgData name="Sanmukh Kuppannagari" userId="ad215094-da36-4b66-9c79-369a17aea26b" providerId="ADAL" clId="{685DD4BA-CA47-4698-B293-0B4D7A75F19F}" dt="2025-09-30T14:30:03.224" v="1586" actId="14100"/>
        <pc:sldMkLst>
          <pc:docMk/>
          <pc:sldMk cId="1443863710" sldId="1643"/>
        </pc:sldMkLst>
        <pc:spChg chg="mod">
          <ac:chgData name="Sanmukh Kuppannagari" userId="ad215094-da36-4b66-9c79-369a17aea26b" providerId="ADAL" clId="{685DD4BA-CA47-4698-B293-0B4D7A75F19F}" dt="2025-09-30T14:30:03.224" v="1586" actId="14100"/>
          <ac:spMkLst>
            <pc:docMk/>
            <pc:sldMk cId="1443863710" sldId="1643"/>
            <ac:spMk id="2" creationId="{FBC8D4F8-76F6-F67B-7F39-63AB6F2D90B8}"/>
          </ac:spMkLst>
        </pc:spChg>
        <pc:spChg chg="del">
          <ac:chgData name="Sanmukh Kuppannagari" userId="ad215094-da36-4b66-9c79-369a17aea26b" providerId="ADAL" clId="{685DD4BA-CA47-4698-B293-0B4D7A75F19F}" dt="2025-09-30T14:29:37.223" v="1583" actId="478"/>
          <ac:spMkLst>
            <pc:docMk/>
            <pc:sldMk cId="1443863710" sldId="1643"/>
            <ac:spMk id="70" creationId="{96633483-A4E2-402F-6E5A-E8A680A9CAFC}"/>
          </ac:spMkLst>
        </pc:spChg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2123041264" sldId="1644"/>
        </pc:sldMkLst>
      </pc:sldChg>
      <pc:sldChg chg="addSp delSp modSp add mod">
        <pc:chgData name="Sanmukh Kuppannagari" userId="ad215094-da36-4b66-9c79-369a17aea26b" providerId="ADAL" clId="{685DD4BA-CA47-4698-B293-0B4D7A75F19F}" dt="2025-09-30T14:31:49.885" v="1701" actId="120"/>
        <pc:sldMkLst>
          <pc:docMk/>
          <pc:sldMk cId="3431322463" sldId="1644"/>
        </pc:sldMkLst>
        <pc:spChg chg="mod">
          <ac:chgData name="Sanmukh Kuppannagari" userId="ad215094-da36-4b66-9c79-369a17aea26b" providerId="ADAL" clId="{685DD4BA-CA47-4698-B293-0B4D7A75F19F}" dt="2025-09-30T14:27:54.962" v="1483" actId="14100"/>
          <ac:spMkLst>
            <pc:docMk/>
            <pc:sldMk cId="3431322463" sldId="1644"/>
            <ac:spMk id="2" creationId="{CBBBC119-AE90-C875-6035-98161DEBA8B8}"/>
          </ac:spMkLst>
        </pc:spChg>
        <pc:spChg chg="del mod">
          <ac:chgData name="Sanmukh Kuppannagari" userId="ad215094-da36-4b66-9c79-369a17aea26b" providerId="ADAL" clId="{685DD4BA-CA47-4698-B293-0B4D7A75F19F}" dt="2025-09-30T14:29:31.629" v="1582" actId="478"/>
          <ac:spMkLst>
            <pc:docMk/>
            <pc:sldMk cId="3431322463" sldId="1644"/>
            <ac:spMk id="70" creationId="{BFB66B25-3FC8-3E35-3984-CBF881CC5005}"/>
          </ac:spMkLst>
        </pc:spChg>
        <pc:spChg chg="add mod">
          <ac:chgData name="Sanmukh Kuppannagari" userId="ad215094-da36-4b66-9c79-369a17aea26b" providerId="ADAL" clId="{685DD4BA-CA47-4698-B293-0B4D7A75F19F}" dt="2025-09-30T14:31:49.885" v="1701" actId="120"/>
          <ac:spMkLst>
            <pc:docMk/>
            <pc:sldMk cId="3431322463" sldId="1644"/>
            <ac:spMk id="193" creationId="{8481A75B-9725-CD57-65FB-7E0825305E48}"/>
          </ac:spMkLst>
        </pc:spChg>
      </pc:sldChg>
      <pc:sldChg chg="modSp add mod">
        <pc:chgData name="Sanmukh Kuppannagari" userId="ad215094-da36-4b66-9c79-369a17aea26b" providerId="ADAL" clId="{685DD4BA-CA47-4698-B293-0B4D7A75F19F}" dt="2025-09-30T14:30:32.266" v="1598" actId="20577"/>
        <pc:sldMkLst>
          <pc:docMk/>
          <pc:sldMk cId="2598751497" sldId="1645"/>
        </pc:sldMkLst>
        <pc:spChg chg="mod">
          <ac:chgData name="Sanmukh Kuppannagari" userId="ad215094-da36-4b66-9c79-369a17aea26b" providerId="ADAL" clId="{685DD4BA-CA47-4698-B293-0B4D7A75F19F}" dt="2025-09-30T14:30:32.266" v="1598" actId="20577"/>
          <ac:spMkLst>
            <pc:docMk/>
            <pc:sldMk cId="2598751497" sldId="1645"/>
            <ac:spMk id="2" creationId="{CC71EAB0-E50F-6A75-7F07-DC3A2DCC27F7}"/>
          </ac:spMkLst>
        </pc:spChg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051466868" sldId="1645"/>
        </pc:sldMkLst>
      </pc:sldChg>
      <pc:sldChg chg="addSp modSp add mod">
        <pc:chgData name="Sanmukh Kuppannagari" userId="ad215094-da36-4b66-9c79-369a17aea26b" providerId="ADAL" clId="{685DD4BA-CA47-4698-B293-0B4D7A75F19F}" dt="2025-09-30T14:42:13.989" v="1867" actId="14100"/>
        <pc:sldMkLst>
          <pc:docMk/>
          <pc:sldMk cId="196595597" sldId="1646"/>
        </pc:sldMkLst>
        <pc:spChg chg="mod">
          <ac:chgData name="Sanmukh Kuppannagari" userId="ad215094-da36-4b66-9c79-369a17aea26b" providerId="ADAL" clId="{685DD4BA-CA47-4698-B293-0B4D7A75F19F}" dt="2025-09-30T14:30:44.959" v="1603" actId="20577"/>
          <ac:spMkLst>
            <pc:docMk/>
            <pc:sldMk cId="196595597" sldId="1646"/>
            <ac:spMk id="2" creationId="{661DB2B1-956E-6C90-4BE0-CEB2F800B780}"/>
          </ac:spMkLst>
        </pc:spChg>
        <pc:spChg chg="add mod">
          <ac:chgData name="Sanmukh Kuppannagari" userId="ad215094-da36-4b66-9c79-369a17aea26b" providerId="ADAL" clId="{685DD4BA-CA47-4698-B293-0B4D7A75F19F}" dt="2025-09-30T14:37:03.151" v="1709" actId="14100"/>
          <ac:spMkLst>
            <pc:docMk/>
            <pc:sldMk cId="196595597" sldId="1646"/>
            <ac:spMk id="70" creationId="{8BEAAD75-E5B2-99EC-5A94-F7E6AE386CDC}"/>
          </ac:spMkLst>
        </pc:spChg>
        <pc:spChg chg="mod">
          <ac:chgData name="Sanmukh Kuppannagari" userId="ad215094-da36-4b66-9c79-369a17aea26b" providerId="ADAL" clId="{685DD4BA-CA47-4698-B293-0B4D7A75F19F}" dt="2025-09-30T14:42:13.989" v="1867" actId="14100"/>
          <ac:spMkLst>
            <pc:docMk/>
            <pc:sldMk cId="196595597" sldId="1646"/>
            <ac:spMk id="193" creationId="{76DB7712-2F8C-5AB8-3EAD-793F23F0A161}"/>
          </ac:spMkLst>
        </pc:spChg>
        <pc:spChg chg="add mod">
          <ac:chgData name="Sanmukh Kuppannagari" userId="ad215094-da36-4b66-9c79-369a17aea26b" providerId="ADAL" clId="{685DD4BA-CA47-4698-B293-0B4D7A75F19F}" dt="2025-09-30T14:37:23.142" v="1716" actId="14100"/>
          <ac:spMkLst>
            <pc:docMk/>
            <pc:sldMk cId="196595597" sldId="1646"/>
            <ac:spMk id="194" creationId="{236D8D6C-A980-8362-2AA0-2703466287C3}"/>
          </ac:spMkLst>
        </pc:spChg>
        <pc:spChg chg="add mod">
          <ac:chgData name="Sanmukh Kuppannagari" userId="ad215094-da36-4b66-9c79-369a17aea26b" providerId="ADAL" clId="{685DD4BA-CA47-4698-B293-0B4D7A75F19F}" dt="2025-09-30T14:37:31.350" v="1719" actId="14100"/>
          <ac:spMkLst>
            <pc:docMk/>
            <pc:sldMk cId="196595597" sldId="1646"/>
            <ac:spMk id="197" creationId="{7505D041-23C5-9073-3050-D1393A9248CB}"/>
          </ac:spMkLst>
        </pc:spChg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023684649" sldId="1646"/>
        </pc:sldMkLst>
      </pc:sldChg>
      <pc:sldChg chg="modSp add mod">
        <pc:chgData name="Sanmukh Kuppannagari" userId="ad215094-da36-4b66-9c79-369a17aea26b" providerId="ADAL" clId="{685DD4BA-CA47-4698-B293-0B4D7A75F19F}" dt="2025-09-30T14:46:45.790" v="1893" actId="20577"/>
        <pc:sldMkLst>
          <pc:docMk/>
          <pc:sldMk cId="1149667612" sldId="1647"/>
        </pc:sldMkLst>
        <pc:spChg chg="mod">
          <ac:chgData name="Sanmukh Kuppannagari" userId="ad215094-da36-4b66-9c79-369a17aea26b" providerId="ADAL" clId="{685DD4BA-CA47-4698-B293-0B4D7A75F19F}" dt="2025-09-30T14:46:45.790" v="1893" actId="20577"/>
          <ac:spMkLst>
            <pc:docMk/>
            <pc:sldMk cId="1149667612" sldId="1647"/>
            <ac:spMk id="2" creationId="{80E47ABD-CAC6-8C5B-7DDE-B5A5B6C24464}"/>
          </ac:spMkLst>
        </pc:spChg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905001171" sldId="1647"/>
        </pc:sldMkLst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868606071" sldId="1648"/>
        </pc:sldMkLst>
      </pc:sldChg>
      <pc:sldChg chg="addSp delSp modSp add mod">
        <pc:chgData name="Sanmukh Kuppannagari" userId="ad215094-da36-4b66-9c79-369a17aea26b" providerId="ADAL" clId="{685DD4BA-CA47-4698-B293-0B4D7A75F19F}" dt="2025-09-30T14:49:39.280" v="1936" actId="20577"/>
        <pc:sldMkLst>
          <pc:docMk/>
          <pc:sldMk cId="4288108441" sldId="1648"/>
        </pc:sldMkLst>
        <pc:spChg chg="mod">
          <ac:chgData name="Sanmukh Kuppannagari" userId="ad215094-da36-4b66-9c79-369a17aea26b" providerId="ADAL" clId="{685DD4BA-CA47-4698-B293-0B4D7A75F19F}" dt="2025-09-30T14:46:56.451" v="1894"/>
          <ac:spMkLst>
            <pc:docMk/>
            <pc:sldMk cId="4288108441" sldId="1648"/>
            <ac:spMk id="2" creationId="{36C66BCA-B3DF-452B-6733-511FACCE85AF}"/>
          </ac:spMkLst>
        </pc:spChg>
        <pc:spChg chg="add del mod">
          <ac:chgData name="Sanmukh Kuppannagari" userId="ad215094-da36-4b66-9c79-369a17aea26b" providerId="ADAL" clId="{685DD4BA-CA47-4698-B293-0B4D7A75F19F}" dt="2025-09-30T14:47:58.664" v="1906" actId="478"/>
          <ac:spMkLst>
            <pc:docMk/>
            <pc:sldMk cId="4288108441" sldId="1648"/>
            <ac:spMk id="70" creationId="{871EE4D3-26DD-F9CB-9F22-A8772721E077}"/>
          </ac:spMkLst>
        </pc:spChg>
        <pc:spChg chg="mod">
          <ac:chgData name="Sanmukh Kuppannagari" userId="ad215094-da36-4b66-9c79-369a17aea26b" providerId="ADAL" clId="{685DD4BA-CA47-4698-B293-0B4D7A75F19F}" dt="2025-09-30T14:48:35.279" v="1910"/>
          <ac:spMkLst>
            <pc:docMk/>
            <pc:sldMk cId="4288108441" sldId="1648"/>
            <ac:spMk id="193" creationId="{69913093-10C5-E9E3-3449-E23A778AA5E5}"/>
          </ac:spMkLst>
        </pc:spChg>
        <pc:spChg chg="add mod">
          <ac:chgData name="Sanmukh Kuppannagari" userId="ad215094-da36-4b66-9c79-369a17aea26b" providerId="ADAL" clId="{685DD4BA-CA47-4698-B293-0B4D7A75F19F}" dt="2025-09-30T14:49:17.242" v="1933" actId="14100"/>
          <ac:spMkLst>
            <pc:docMk/>
            <pc:sldMk cId="4288108441" sldId="1648"/>
            <ac:spMk id="194" creationId="{0BCCCCA0-973D-72BA-BD49-14A3CBA13FA6}"/>
          </ac:spMkLst>
        </pc:spChg>
        <pc:spChg chg="add mod">
          <ac:chgData name="Sanmukh Kuppannagari" userId="ad215094-da36-4b66-9c79-369a17aea26b" providerId="ADAL" clId="{685DD4BA-CA47-4698-B293-0B4D7A75F19F}" dt="2025-09-30T14:49:39.280" v="1936" actId="20577"/>
          <ac:spMkLst>
            <pc:docMk/>
            <pc:sldMk cId="4288108441" sldId="1648"/>
            <ac:spMk id="197" creationId="{88AA9889-7DEB-1E98-C04C-878954CC715A}"/>
          </ac:spMkLst>
        </pc:spChg>
      </pc:sldChg>
      <pc:sldChg chg="modSp new mod">
        <pc:chgData name="Sanmukh Kuppannagari" userId="ad215094-da36-4b66-9c79-369a17aea26b" providerId="ADAL" clId="{685DD4BA-CA47-4698-B293-0B4D7A75F19F}" dt="2025-09-30T14:53:59.110" v="2359" actId="20577"/>
        <pc:sldMkLst>
          <pc:docMk/>
          <pc:sldMk cId="227517233" sldId="1649"/>
        </pc:sldMkLst>
        <pc:spChg chg="mod">
          <ac:chgData name="Sanmukh Kuppannagari" userId="ad215094-da36-4b66-9c79-369a17aea26b" providerId="ADAL" clId="{685DD4BA-CA47-4698-B293-0B4D7A75F19F}" dt="2025-09-30T14:50:27.021" v="1938"/>
          <ac:spMkLst>
            <pc:docMk/>
            <pc:sldMk cId="227517233" sldId="1649"/>
            <ac:spMk id="2" creationId="{A6BD9255-0B76-BFBA-A755-0D8828022E91}"/>
          </ac:spMkLst>
        </pc:spChg>
        <pc:spChg chg="mod">
          <ac:chgData name="Sanmukh Kuppannagari" userId="ad215094-da36-4b66-9c79-369a17aea26b" providerId="ADAL" clId="{685DD4BA-CA47-4698-B293-0B4D7A75F19F}" dt="2025-09-30T14:53:59.110" v="2359" actId="20577"/>
          <ac:spMkLst>
            <pc:docMk/>
            <pc:sldMk cId="227517233" sldId="1649"/>
            <ac:spMk id="3" creationId="{06AFD22D-22D8-FEC3-9331-00577E37DF98}"/>
          </ac:spMkLst>
        </pc:spChg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199362188" sldId="1649"/>
        </pc:sldMkLst>
      </pc:sldChg>
      <pc:sldChg chg="modSp add mod">
        <pc:chgData name="Sanmukh Kuppannagari" userId="ad215094-da36-4b66-9c79-369a17aea26b" providerId="ADAL" clId="{685DD4BA-CA47-4698-B293-0B4D7A75F19F}" dt="2025-09-30T14:50:39.925" v="1952" actId="20577"/>
        <pc:sldMkLst>
          <pc:docMk/>
          <pc:sldMk cId="126175481" sldId="1650"/>
        </pc:sldMkLst>
        <pc:spChg chg="mod">
          <ac:chgData name="Sanmukh Kuppannagari" userId="ad215094-da36-4b66-9c79-369a17aea26b" providerId="ADAL" clId="{685DD4BA-CA47-4698-B293-0B4D7A75F19F}" dt="2025-09-30T14:50:39.925" v="1952" actId="20577"/>
          <ac:spMkLst>
            <pc:docMk/>
            <pc:sldMk cId="126175481" sldId="1650"/>
            <ac:spMk id="2" creationId="{3F39E032-3A74-C182-A64A-C2789E0207AB}"/>
          </ac:spMkLst>
        </pc:spChg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920855987" sldId="1650"/>
        </pc:sldMkLst>
      </pc:sldChg>
      <pc:sldChg chg="addSp delSp modSp add mod">
        <pc:chgData name="Sanmukh Kuppannagari" userId="ad215094-da36-4b66-9c79-369a17aea26b" providerId="ADAL" clId="{685DD4BA-CA47-4698-B293-0B4D7A75F19F}" dt="2025-09-30T14:51:16.029" v="1958" actId="478"/>
        <pc:sldMkLst>
          <pc:docMk/>
          <pc:sldMk cId="2647550710" sldId="1651"/>
        </pc:sldMkLst>
        <pc:spChg chg="add del mod">
          <ac:chgData name="Sanmukh Kuppannagari" userId="ad215094-da36-4b66-9c79-369a17aea26b" providerId="ADAL" clId="{685DD4BA-CA47-4698-B293-0B4D7A75F19F}" dt="2025-09-30T14:51:16.029" v="1958" actId="478"/>
          <ac:spMkLst>
            <pc:docMk/>
            <pc:sldMk cId="2647550710" sldId="1651"/>
            <ac:spMk id="70" creationId="{9C55CFFC-ACF9-82FC-C219-3C04336F0603}"/>
          </ac:spMkLst>
        </pc:spChg>
        <pc:spChg chg="del">
          <ac:chgData name="Sanmukh Kuppannagari" userId="ad215094-da36-4b66-9c79-369a17aea26b" providerId="ADAL" clId="{685DD4BA-CA47-4698-B293-0B4D7A75F19F}" dt="2025-09-30T14:50:56.452" v="1954" actId="478"/>
          <ac:spMkLst>
            <pc:docMk/>
            <pc:sldMk cId="2647550710" sldId="1651"/>
            <ac:spMk id="173" creationId="{A0FA3978-A7EC-2B71-1BE9-49F1DC33873D}"/>
          </ac:spMkLst>
        </pc:spChg>
        <pc:spChg chg="del">
          <ac:chgData name="Sanmukh Kuppannagari" userId="ad215094-da36-4b66-9c79-369a17aea26b" providerId="ADAL" clId="{685DD4BA-CA47-4698-B293-0B4D7A75F19F}" dt="2025-09-30T14:50:56.452" v="1954" actId="478"/>
          <ac:spMkLst>
            <pc:docMk/>
            <pc:sldMk cId="2647550710" sldId="1651"/>
            <ac:spMk id="186" creationId="{5ED2BE42-EB22-8E8C-442D-DC504776707D}"/>
          </ac:spMkLst>
        </pc:spChg>
        <pc:spChg chg="del">
          <ac:chgData name="Sanmukh Kuppannagari" userId="ad215094-da36-4b66-9c79-369a17aea26b" providerId="ADAL" clId="{685DD4BA-CA47-4698-B293-0B4D7A75F19F}" dt="2025-09-30T14:50:56.452" v="1954" actId="478"/>
          <ac:spMkLst>
            <pc:docMk/>
            <pc:sldMk cId="2647550710" sldId="1651"/>
            <ac:spMk id="192" creationId="{28B53495-20BB-84F7-588F-73A4227A8B09}"/>
          </ac:spMkLst>
        </pc:spChg>
        <pc:spChg chg="del">
          <ac:chgData name="Sanmukh Kuppannagari" userId="ad215094-da36-4b66-9c79-369a17aea26b" providerId="ADAL" clId="{685DD4BA-CA47-4698-B293-0B4D7A75F19F}" dt="2025-09-30T14:50:56.452" v="1954" actId="478"/>
          <ac:spMkLst>
            <pc:docMk/>
            <pc:sldMk cId="2647550710" sldId="1651"/>
            <ac:spMk id="203" creationId="{03371A62-82C3-6E20-A308-B69CD37A6E8F}"/>
          </ac:spMkLst>
        </pc:spChg>
        <pc:spChg chg="del">
          <ac:chgData name="Sanmukh Kuppannagari" userId="ad215094-da36-4b66-9c79-369a17aea26b" providerId="ADAL" clId="{685DD4BA-CA47-4698-B293-0B4D7A75F19F}" dt="2025-09-30T14:50:56.452" v="1954" actId="478"/>
          <ac:spMkLst>
            <pc:docMk/>
            <pc:sldMk cId="2647550710" sldId="1651"/>
            <ac:spMk id="207" creationId="{4326F0C0-ABD8-439F-F1DC-4A64B61C8C1C}"/>
          </ac:spMkLst>
        </pc:spChg>
        <pc:spChg chg="del">
          <ac:chgData name="Sanmukh Kuppannagari" userId="ad215094-da36-4b66-9c79-369a17aea26b" providerId="ADAL" clId="{685DD4BA-CA47-4698-B293-0B4D7A75F19F}" dt="2025-09-30T14:50:56.452" v="1954" actId="478"/>
          <ac:spMkLst>
            <pc:docMk/>
            <pc:sldMk cId="2647550710" sldId="1651"/>
            <ac:spMk id="208" creationId="{54EC212D-46B4-E9A2-5D4C-BDFC5DE0B231}"/>
          </ac:spMkLst>
        </pc:spChg>
        <pc:spChg chg="del">
          <ac:chgData name="Sanmukh Kuppannagari" userId="ad215094-da36-4b66-9c79-369a17aea26b" providerId="ADAL" clId="{685DD4BA-CA47-4698-B293-0B4D7A75F19F}" dt="2025-09-30T14:50:56.452" v="1954" actId="478"/>
          <ac:spMkLst>
            <pc:docMk/>
            <pc:sldMk cId="2647550710" sldId="1651"/>
            <ac:spMk id="209" creationId="{E4EBCF38-F7F1-0A85-28D4-B5D980A4943B}"/>
          </ac:spMkLst>
        </pc:spChg>
        <pc:grpChg chg="del">
          <ac:chgData name="Sanmukh Kuppannagari" userId="ad215094-da36-4b66-9c79-369a17aea26b" providerId="ADAL" clId="{685DD4BA-CA47-4698-B293-0B4D7A75F19F}" dt="2025-09-30T14:50:56.452" v="1954" actId="478"/>
          <ac:grpSpMkLst>
            <pc:docMk/>
            <pc:sldMk cId="2647550710" sldId="1651"/>
            <ac:grpSpMk id="13" creationId="{893F922D-F777-7174-0333-7E81D1F84241}"/>
          </ac:grpSpMkLst>
        </pc:grpChg>
        <pc:grpChg chg="del">
          <ac:chgData name="Sanmukh Kuppannagari" userId="ad215094-da36-4b66-9c79-369a17aea26b" providerId="ADAL" clId="{685DD4BA-CA47-4698-B293-0B4D7A75F19F}" dt="2025-09-30T14:50:56.452" v="1954" actId="478"/>
          <ac:grpSpMkLst>
            <pc:docMk/>
            <pc:sldMk cId="2647550710" sldId="1651"/>
            <ac:grpSpMk id="76" creationId="{86513C61-DCF1-E8A8-0473-64849262E7E1}"/>
          </ac:grpSpMkLst>
        </pc:grpChg>
        <pc:grpChg chg="del">
          <ac:chgData name="Sanmukh Kuppannagari" userId="ad215094-da36-4b66-9c79-369a17aea26b" providerId="ADAL" clId="{685DD4BA-CA47-4698-B293-0B4D7A75F19F}" dt="2025-09-30T14:50:56.452" v="1954" actId="478"/>
          <ac:grpSpMkLst>
            <pc:docMk/>
            <pc:sldMk cId="2647550710" sldId="1651"/>
            <ac:grpSpMk id="113" creationId="{AA9CBF75-DCDD-94EC-B8C7-779B8E4C0821}"/>
          </ac:grpSpMkLst>
        </pc:grpChg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598749542" sldId="1651"/>
        </pc:sldMkLst>
      </pc:sldChg>
      <pc:sldChg chg="addSp delSp modSp add mod">
        <pc:chgData name="Sanmukh Kuppannagari" userId="ad215094-da36-4b66-9c79-369a17aea26b" providerId="ADAL" clId="{685DD4BA-CA47-4698-B293-0B4D7A75F19F}" dt="2025-09-30T15:13:11.179" v="2505" actId="478"/>
        <pc:sldMkLst>
          <pc:docMk/>
          <pc:sldMk cId="47936242" sldId="1652"/>
        </pc:sldMkLst>
        <pc:spChg chg="add mod">
          <ac:chgData name="Sanmukh Kuppannagari" userId="ad215094-da36-4b66-9c79-369a17aea26b" providerId="ADAL" clId="{685DD4BA-CA47-4698-B293-0B4D7A75F19F}" dt="2025-09-30T15:12:11.482" v="2500"/>
          <ac:spMkLst>
            <pc:docMk/>
            <pc:sldMk cId="47936242" sldId="1652"/>
            <ac:spMk id="35" creationId="{0E03B310-8206-9725-EDA2-F7F882A80D08}"/>
          </ac:spMkLst>
        </pc:spChg>
        <pc:spChg chg="add mod">
          <ac:chgData name="Sanmukh Kuppannagari" userId="ad215094-da36-4b66-9c79-369a17aea26b" providerId="ADAL" clId="{685DD4BA-CA47-4698-B293-0B4D7A75F19F}" dt="2025-09-30T15:12:45.485" v="2501"/>
          <ac:spMkLst>
            <pc:docMk/>
            <pc:sldMk cId="47936242" sldId="1652"/>
            <ac:spMk id="36" creationId="{72B45A0C-8861-BD7D-0D3D-1C610240AEAA}"/>
          </ac:spMkLst>
        </pc:spChg>
        <pc:spChg chg="add mod">
          <ac:chgData name="Sanmukh Kuppannagari" userId="ad215094-da36-4b66-9c79-369a17aea26b" providerId="ADAL" clId="{685DD4BA-CA47-4698-B293-0B4D7A75F19F}" dt="2025-09-30T15:12:45.485" v="2501"/>
          <ac:spMkLst>
            <pc:docMk/>
            <pc:sldMk cId="47936242" sldId="1652"/>
            <ac:spMk id="70" creationId="{D9ADBB04-5A2A-DD7F-2F65-C8D9ADEB94B5}"/>
          </ac:spMkLst>
        </pc:spChg>
        <pc:spChg chg="add mod">
          <ac:chgData name="Sanmukh Kuppannagari" userId="ad215094-da36-4b66-9c79-369a17aea26b" providerId="ADAL" clId="{685DD4BA-CA47-4698-B293-0B4D7A75F19F}" dt="2025-09-30T15:12:45.485" v="2501"/>
          <ac:spMkLst>
            <pc:docMk/>
            <pc:sldMk cId="47936242" sldId="1652"/>
            <ac:spMk id="72" creationId="{D5BAE901-25EA-AEB2-E203-68CB7444EECA}"/>
          </ac:spMkLst>
        </pc:spChg>
        <pc:spChg chg="del">
          <ac:chgData name="Sanmukh Kuppannagari" userId="ad215094-da36-4b66-9c79-369a17aea26b" providerId="ADAL" clId="{685DD4BA-CA47-4698-B293-0B4D7A75F19F}" dt="2025-09-30T15:12:56.356" v="2502" actId="478"/>
          <ac:spMkLst>
            <pc:docMk/>
            <pc:sldMk cId="47936242" sldId="1652"/>
            <ac:spMk id="128" creationId="{C54664AA-F5AE-512B-611A-44F57ACBA1AD}"/>
          </ac:spMkLst>
        </pc:spChg>
        <pc:spChg chg="del">
          <ac:chgData name="Sanmukh Kuppannagari" userId="ad215094-da36-4b66-9c79-369a17aea26b" providerId="ADAL" clId="{685DD4BA-CA47-4698-B293-0B4D7A75F19F}" dt="2025-09-30T15:13:11.179" v="2505" actId="478"/>
          <ac:spMkLst>
            <pc:docMk/>
            <pc:sldMk cId="47936242" sldId="1652"/>
            <ac:spMk id="129" creationId="{E99D1C83-2226-219D-D477-F42C70B24C7B}"/>
          </ac:spMkLst>
        </pc:spChg>
        <pc:spChg chg="del">
          <ac:chgData name="Sanmukh Kuppannagari" userId="ad215094-da36-4b66-9c79-369a17aea26b" providerId="ADAL" clId="{685DD4BA-CA47-4698-B293-0B4D7A75F19F}" dt="2025-09-30T15:13:07.957" v="2504" actId="478"/>
          <ac:spMkLst>
            <pc:docMk/>
            <pc:sldMk cId="47936242" sldId="1652"/>
            <ac:spMk id="130" creationId="{470843C6-7EC4-326A-3410-92C0CDB9B639}"/>
          </ac:spMkLst>
        </pc:spChg>
        <pc:spChg chg="del">
          <ac:chgData name="Sanmukh Kuppannagari" userId="ad215094-da36-4b66-9c79-369a17aea26b" providerId="ADAL" clId="{685DD4BA-CA47-4698-B293-0B4D7A75F19F}" dt="2025-09-30T15:13:02.779" v="2503" actId="478"/>
          <ac:spMkLst>
            <pc:docMk/>
            <pc:sldMk cId="47936242" sldId="1652"/>
            <ac:spMk id="131" creationId="{658FEE17-E4ED-5512-D046-BBF27F7DB44F}"/>
          </ac:spMkLst>
        </pc:spChg>
        <pc:spChg chg="add mod">
          <ac:chgData name="Sanmukh Kuppannagari" userId="ad215094-da36-4b66-9c79-369a17aea26b" providerId="ADAL" clId="{685DD4BA-CA47-4698-B293-0B4D7A75F19F}" dt="2025-09-30T15:12:45.485" v="2501"/>
          <ac:spMkLst>
            <pc:docMk/>
            <pc:sldMk cId="47936242" sldId="1652"/>
            <ac:spMk id="132" creationId="{CCAA56F2-2CA5-6D43-BACE-9745A1C573E9}"/>
          </ac:spMkLst>
        </pc:spChg>
        <pc:spChg chg="add mod">
          <ac:chgData name="Sanmukh Kuppannagari" userId="ad215094-da36-4b66-9c79-369a17aea26b" providerId="ADAL" clId="{685DD4BA-CA47-4698-B293-0B4D7A75F19F}" dt="2025-09-30T15:12:45.485" v="2501"/>
          <ac:spMkLst>
            <pc:docMk/>
            <pc:sldMk cId="47936242" sldId="1652"/>
            <ac:spMk id="133" creationId="{09C938B0-A081-FF80-3089-0E6FA8B07484}"/>
          </ac:spMkLst>
        </pc:spChg>
        <pc:spChg chg="add mod">
          <ac:chgData name="Sanmukh Kuppannagari" userId="ad215094-da36-4b66-9c79-369a17aea26b" providerId="ADAL" clId="{685DD4BA-CA47-4698-B293-0B4D7A75F19F}" dt="2025-09-30T15:12:45.485" v="2501"/>
          <ac:spMkLst>
            <pc:docMk/>
            <pc:sldMk cId="47936242" sldId="1652"/>
            <ac:spMk id="135" creationId="{50DD19E4-FB26-F1F8-2DB7-167C42AFACFF}"/>
          </ac:spMkLst>
        </pc:spChg>
        <pc:spChg chg="add mod">
          <ac:chgData name="Sanmukh Kuppannagari" userId="ad215094-da36-4b66-9c79-369a17aea26b" providerId="ADAL" clId="{685DD4BA-CA47-4698-B293-0B4D7A75F19F}" dt="2025-09-30T15:12:45.485" v="2501"/>
          <ac:spMkLst>
            <pc:docMk/>
            <pc:sldMk cId="47936242" sldId="1652"/>
            <ac:spMk id="136" creationId="{37408DEF-652F-63EE-BFD9-F408812CA76D}"/>
          </ac:spMkLst>
        </pc:spChg>
        <pc:spChg chg="add mod">
          <ac:chgData name="Sanmukh Kuppannagari" userId="ad215094-da36-4b66-9c79-369a17aea26b" providerId="ADAL" clId="{685DD4BA-CA47-4698-B293-0B4D7A75F19F}" dt="2025-09-30T15:12:45.485" v="2501"/>
          <ac:spMkLst>
            <pc:docMk/>
            <pc:sldMk cId="47936242" sldId="1652"/>
            <ac:spMk id="141" creationId="{B9A79B2D-9BBE-AC3C-6859-555892B3625D}"/>
          </ac:spMkLst>
        </pc:spChg>
        <pc:spChg chg="add mod">
          <ac:chgData name="Sanmukh Kuppannagari" userId="ad215094-da36-4b66-9c79-369a17aea26b" providerId="ADAL" clId="{685DD4BA-CA47-4698-B293-0B4D7A75F19F}" dt="2025-09-30T15:12:45.485" v="2501"/>
          <ac:spMkLst>
            <pc:docMk/>
            <pc:sldMk cId="47936242" sldId="1652"/>
            <ac:spMk id="142" creationId="{C11EDE77-C58C-8A25-ADA4-8A3E5011B3D9}"/>
          </ac:spMkLst>
        </pc:spChg>
        <pc:spChg chg="add mod">
          <ac:chgData name="Sanmukh Kuppannagari" userId="ad215094-da36-4b66-9c79-369a17aea26b" providerId="ADAL" clId="{685DD4BA-CA47-4698-B293-0B4D7A75F19F}" dt="2025-09-30T15:12:45.485" v="2501"/>
          <ac:spMkLst>
            <pc:docMk/>
            <pc:sldMk cId="47936242" sldId="1652"/>
            <ac:spMk id="143" creationId="{CC6A3507-CC51-7A20-9C7D-036D5E2C5273}"/>
          </ac:spMkLst>
        </pc:spChg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384978215" sldId="1652"/>
        </pc:sldMkLst>
      </pc:sldChg>
      <pc:sldChg chg="modSp add mod">
        <pc:chgData name="Sanmukh Kuppannagari" userId="ad215094-da36-4b66-9c79-369a17aea26b" providerId="ADAL" clId="{685DD4BA-CA47-4698-B293-0B4D7A75F19F}" dt="2025-09-30T15:14:19.122" v="2511" actId="207"/>
        <pc:sldMkLst>
          <pc:docMk/>
          <pc:sldMk cId="931150013" sldId="1653"/>
        </pc:sldMkLst>
        <pc:spChg chg="mod">
          <ac:chgData name="Sanmukh Kuppannagari" userId="ad215094-da36-4b66-9c79-369a17aea26b" providerId="ADAL" clId="{685DD4BA-CA47-4698-B293-0B4D7A75F19F}" dt="2025-09-30T15:14:05.579" v="2509" actId="207"/>
          <ac:spMkLst>
            <pc:docMk/>
            <pc:sldMk cId="931150013" sldId="1653"/>
            <ac:spMk id="12" creationId="{27D3DD4D-F7D1-97C7-A024-9F570B55056B}"/>
          </ac:spMkLst>
        </pc:spChg>
        <pc:spChg chg="mod">
          <ac:chgData name="Sanmukh Kuppannagari" userId="ad215094-da36-4b66-9c79-369a17aea26b" providerId="ADAL" clId="{685DD4BA-CA47-4698-B293-0B4D7A75F19F}" dt="2025-09-30T15:14:05.579" v="2509" actId="207"/>
          <ac:spMkLst>
            <pc:docMk/>
            <pc:sldMk cId="931150013" sldId="1653"/>
            <ac:spMk id="15" creationId="{20C59ED4-2B4E-67C3-D2A1-7EF1CB689FB7}"/>
          </ac:spMkLst>
        </pc:spChg>
        <pc:spChg chg="mod">
          <ac:chgData name="Sanmukh Kuppannagari" userId="ad215094-da36-4b66-9c79-369a17aea26b" providerId="ADAL" clId="{685DD4BA-CA47-4698-B293-0B4D7A75F19F}" dt="2025-09-30T15:13:57.019" v="2508" actId="207"/>
          <ac:spMkLst>
            <pc:docMk/>
            <pc:sldMk cId="931150013" sldId="1653"/>
            <ac:spMk id="18" creationId="{EBD335D9-7B43-DDAB-2D95-A1E0FB6E41D1}"/>
          </ac:spMkLst>
        </pc:spChg>
        <pc:spChg chg="mod">
          <ac:chgData name="Sanmukh Kuppannagari" userId="ad215094-da36-4b66-9c79-369a17aea26b" providerId="ADAL" clId="{685DD4BA-CA47-4698-B293-0B4D7A75F19F}" dt="2025-09-30T15:13:57.019" v="2508" actId="207"/>
          <ac:spMkLst>
            <pc:docMk/>
            <pc:sldMk cId="931150013" sldId="1653"/>
            <ac:spMk id="21" creationId="{C758E286-3A5C-5274-4D52-7EF6BA5BA662}"/>
          </ac:spMkLst>
        </pc:spChg>
        <pc:spChg chg="mod">
          <ac:chgData name="Sanmukh Kuppannagari" userId="ad215094-da36-4b66-9c79-369a17aea26b" providerId="ADAL" clId="{685DD4BA-CA47-4698-B293-0B4D7A75F19F}" dt="2025-09-30T15:13:45.844" v="2507"/>
          <ac:spMkLst>
            <pc:docMk/>
            <pc:sldMk cId="931150013" sldId="1653"/>
            <ac:spMk id="35" creationId="{509B01FA-4A06-C471-915E-1303B6963917}"/>
          </ac:spMkLst>
        </pc:spChg>
        <pc:spChg chg="mod">
          <ac:chgData name="Sanmukh Kuppannagari" userId="ad215094-da36-4b66-9c79-369a17aea26b" providerId="ADAL" clId="{685DD4BA-CA47-4698-B293-0B4D7A75F19F}" dt="2025-09-30T15:14:12.225" v="2510" actId="207"/>
          <ac:spMkLst>
            <pc:docMk/>
            <pc:sldMk cId="931150013" sldId="1653"/>
            <ac:spMk id="47" creationId="{E32EDBBE-9B6B-118C-046B-C72041E1238F}"/>
          </ac:spMkLst>
        </pc:spChg>
        <pc:spChg chg="mod">
          <ac:chgData name="Sanmukh Kuppannagari" userId="ad215094-da36-4b66-9c79-369a17aea26b" providerId="ADAL" clId="{685DD4BA-CA47-4698-B293-0B4D7A75F19F}" dt="2025-09-30T15:14:12.225" v="2510" actId="207"/>
          <ac:spMkLst>
            <pc:docMk/>
            <pc:sldMk cId="931150013" sldId="1653"/>
            <ac:spMk id="50" creationId="{0615D849-6FEC-F356-EA5B-09654CDC8B45}"/>
          </ac:spMkLst>
        </pc:spChg>
        <pc:spChg chg="mod">
          <ac:chgData name="Sanmukh Kuppannagari" userId="ad215094-da36-4b66-9c79-369a17aea26b" providerId="ADAL" clId="{685DD4BA-CA47-4698-B293-0B4D7A75F19F}" dt="2025-09-30T15:14:19.122" v="2511" actId="207"/>
          <ac:spMkLst>
            <pc:docMk/>
            <pc:sldMk cId="931150013" sldId="1653"/>
            <ac:spMk id="53" creationId="{62B85936-8697-9D36-9484-B30D50CA497E}"/>
          </ac:spMkLst>
        </pc:spChg>
        <pc:spChg chg="mod">
          <ac:chgData name="Sanmukh Kuppannagari" userId="ad215094-da36-4b66-9c79-369a17aea26b" providerId="ADAL" clId="{685DD4BA-CA47-4698-B293-0B4D7A75F19F}" dt="2025-09-30T15:14:19.122" v="2511" actId="207"/>
          <ac:spMkLst>
            <pc:docMk/>
            <pc:sldMk cId="931150013" sldId="1653"/>
            <ac:spMk id="56" creationId="{3C0FD3F6-29A1-04FE-8563-EF3A2CC74E09}"/>
          </ac:spMkLst>
        </pc:spChg>
        <pc:spChg chg="mod">
          <ac:chgData name="Sanmukh Kuppannagari" userId="ad215094-da36-4b66-9c79-369a17aea26b" providerId="ADAL" clId="{685DD4BA-CA47-4698-B293-0B4D7A75F19F}" dt="2025-09-30T15:14:12.225" v="2510" actId="207"/>
          <ac:spMkLst>
            <pc:docMk/>
            <pc:sldMk cId="931150013" sldId="1653"/>
            <ac:spMk id="59" creationId="{2A840675-6FDE-AB6E-B3AC-5362566A5816}"/>
          </ac:spMkLst>
        </pc:spChg>
        <pc:spChg chg="mod">
          <ac:chgData name="Sanmukh Kuppannagari" userId="ad215094-da36-4b66-9c79-369a17aea26b" providerId="ADAL" clId="{685DD4BA-CA47-4698-B293-0B4D7A75F19F}" dt="2025-09-30T15:14:12.225" v="2510" actId="207"/>
          <ac:spMkLst>
            <pc:docMk/>
            <pc:sldMk cId="931150013" sldId="1653"/>
            <ac:spMk id="62" creationId="{2141560C-9160-6545-B08A-606289235E7C}"/>
          </ac:spMkLst>
        </pc:spChg>
        <pc:spChg chg="mod">
          <ac:chgData name="Sanmukh Kuppannagari" userId="ad215094-da36-4b66-9c79-369a17aea26b" providerId="ADAL" clId="{685DD4BA-CA47-4698-B293-0B4D7A75F19F}" dt="2025-09-30T15:14:19.122" v="2511" actId="207"/>
          <ac:spMkLst>
            <pc:docMk/>
            <pc:sldMk cId="931150013" sldId="1653"/>
            <ac:spMk id="65" creationId="{C4778047-C109-D0A7-A6CE-009F382F500D}"/>
          </ac:spMkLst>
        </pc:spChg>
        <pc:spChg chg="mod">
          <ac:chgData name="Sanmukh Kuppannagari" userId="ad215094-da36-4b66-9c79-369a17aea26b" providerId="ADAL" clId="{685DD4BA-CA47-4698-B293-0B4D7A75F19F}" dt="2025-09-30T15:14:19.122" v="2511" actId="207"/>
          <ac:spMkLst>
            <pc:docMk/>
            <pc:sldMk cId="931150013" sldId="1653"/>
            <ac:spMk id="68" creationId="{7E04D2B3-6CBB-1DEF-2F32-CF6227A385A5}"/>
          </ac:spMkLst>
        </pc:spChg>
        <pc:spChg chg="mod">
          <ac:chgData name="Sanmukh Kuppannagari" userId="ad215094-da36-4b66-9c79-369a17aea26b" providerId="ADAL" clId="{685DD4BA-CA47-4698-B293-0B4D7A75F19F}" dt="2025-09-30T15:13:57.019" v="2508" actId="207"/>
          <ac:spMkLst>
            <pc:docMk/>
            <pc:sldMk cId="931150013" sldId="1653"/>
            <ac:spMk id="79" creationId="{2D3B2FAB-F917-29F6-3AB7-B0434D731BF8}"/>
          </ac:spMkLst>
        </pc:spChg>
        <pc:spChg chg="mod">
          <ac:chgData name="Sanmukh Kuppannagari" userId="ad215094-da36-4b66-9c79-369a17aea26b" providerId="ADAL" clId="{685DD4BA-CA47-4698-B293-0B4D7A75F19F}" dt="2025-09-30T15:13:57.019" v="2508" actId="207"/>
          <ac:spMkLst>
            <pc:docMk/>
            <pc:sldMk cId="931150013" sldId="1653"/>
            <ac:spMk id="82" creationId="{F9A673E2-F59D-AE7A-33E2-5FDFA24F639A}"/>
          </ac:spMkLst>
        </pc:spChg>
        <pc:spChg chg="mod">
          <ac:chgData name="Sanmukh Kuppannagari" userId="ad215094-da36-4b66-9c79-369a17aea26b" providerId="ADAL" clId="{685DD4BA-CA47-4698-B293-0B4D7A75F19F}" dt="2025-09-30T15:14:05.579" v="2509" actId="207"/>
          <ac:spMkLst>
            <pc:docMk/>
            <pc:sldMk cId="931150013" sldId="1653"/>
            <ac:spMk id="85" creationId="{5686EFB5-63D5-52E0-773D-96A022C1A27E}"/>
          </ac:spMkLst>
        </pc:spChg>
        <pc:spChg chg="mod">
          <ac:chgData name="Sanmukh Kuppannagari" userId="ad215094-da36-4b66-9c79-369a17aea26b" providerId="ADAL" clId="{685DD4BA-CA47-4698-B293-0B4D7A75F19F}" dt="2025-09-30T15:14:05.579" v="2509" actId="207"/>
          <ac:spMkLst>
            <pc:docMk/>
            <pc:sldMk cId="931150013" sldId="1653"/>
            <ac:spMk id="88" creationId="{685D1A02-1F0C-C690-5597-589F1EA37FA6}"/>
          </ac:spMkLst>
        </pc:spChg>
        <pc:spChg chg="mod">
          <ac:chgData name="Sanmukh Kuppannagari" userId="ad215094-da36-4b66-9c79-369a17aea26b" providerId="ADAL" clId="{685DD4BA-CA47-4698-B293-0B4D7A75F19F}" dt="2025-09-30T15:13:57.019" v="2508" actId="207"/>
          <ac:spMkLst>
            <pc:docMk/>
            <pc:sldMk cId="931150013" sldId="1653"/>
            <ac:spMk id="91" creationId="{BCB87BAD-E1FA-82FA-B91F-63B1F5976797}"/>
          </ac:spMkLst>
        </pc:spChg>
        <pc:spChg chg="mod">
          <ac:chgData name="Sanmukh Kuppannagari" userId="ad215094-da36-4b66-9c79-369a17aea26b" providerId="ADAL" clId="{685DD4BA-CA47-4698-B293-0B4D7A75F19F}" dt="2025-09-30T15:13:57.019" v="2508" actId="207"/>
          <ac:spMkLst>
            <pc:docMk/>
            <pc:sldMk cId="931150013" sldId="1653"/>
            <ac:spMk id="94" creationId="{72BE5BF5-1BA7-327A-E085-FA3E71C240B8}"/>
          </ac:spMkLst>
        </pc:spChg>
        <pc:spChg chg="mod">
          <ac:chgData name="Sanmukh Kuppannagari" userId="ad215094-da36-4b66-9c79-369a17aea26b" providerId="ADAL" clId="{685DD4BA-CA47-4698-B293-0B4D7A75F19F}" dt="2025-09-30T15:14:05.579" v="2509" actId="207"/>
          <ac:spMkLst>
            <pc:docMk/>
            <pc:sldMk cId="931150013" sldId="1653"/>
            <ac:spMk id="97" creationId="{2D30B977-857A-4F06-D178-34F38DCE6F3E}"/>
          </ac:spMkLst>
        </pc:spChg>
        <pc:spChg chg="mod">
          <ac:chgData name="Sanmukh Kuppannagari" userId="ad215094-da36-4b66-9c79-369a17aea26b" providerId="ADAL" clId="{685DD4BA-CA47-4698-B293-0B4D7A75F19F}" dt="2025-09-30T15:14:05.579" v="2509" actId="207"/>
          <ac:spMkLst>
            <pc:docMk/>
            <pc:sldMk cId="931150013" sldId="1653"/>
            <ac:spMk id="100" creationId="{A093D99F-6EB8-7A97-392D-C46FC5FF491A}"/>
          </ac:spMkLst>
        </pc:spChg>
        <pc:spChg chg="mod">
          <ac:chgData name="Sanmukh Kuppannagari" userId="ad215094-da36-4b66-9c79-369a17aea26b" providerId="ADAL" clId="{685DD4BA-CA47-4698-B293-0B4D7A75F19F}" dt="2025-09-30T15:14:19.122" v="2511" actId="207"/>
          <ac:spMkLst>
            <pc:docMk/>
            <pc:sldMk cId="931150013" sldId="1653"/>
            <ac:spMk id="109" creationId="{85741743-9DC2-2F15-9B16-FD1FDF557ACC}"/>
          </ac:spMkLst>
        </pc:spChg>
        <pc:spChg chg="mod">
          <ac:chgData name="Sanmukh Kuppannagari" userId="ad215094-da36-4b66-9c79-369a17aea26b" providerId="ADAL" clId="{685DD4BA-CA47-4698-B293-0B4D7A75F19F}" dt="2025-09-30T15:14:19.122" v="2511" actId="207"/>
          <ac:spMkLst>
            <pc:docMk/>
            <pc:sldMk cId="931150013" sldId="1653"/>
            <ac:spMk id="112" creationId="{58E1A625-7FB5-D190-BB7D-962DC6D3715D}"/>
          </ac:spMkLst>
        </pc:spChg>
        <pc:spChg chg="mod">
          <ac:chgData name="Sanmukh Kuppannagari" userId="ad215094-da36-4b66-9c79-369a17aea26b" providerId="ADAL" clId="{685DD4BA-CA47-4698-B293-0B4D7A75F19F}" dt="2025-09-30T15:14:12.225" v="2510" actId="207"/>
          <ac:spMkLst>
            <pc:docMk/>
            <pc:sldMk cId="931150013" sldId="1653"/>
            <ac:spMk id="115" creationId="{B9412641-AA8C-BB6D-3300-AD6BF9FC1D47}"/>
          </ac:spMkLst>
        </pc:spChg>
        <pc:spChg chg="mod">
          <ac:chgData name="Sanmukh Kuppannagari" userId="ad215094-da36-4b66-9c79-369a17aea26b" providerId="ADAL" clId="{685DD4BA-CA47-4698-B293-0B4D7A75F19F}" dt="2025-09-30T15:14:12.225" v="2510" actId="207"/>
          <ac:spMkLst>
            <pc:docMk/>
            <pc:sldMk cId="931150013" sldId="1653"/>
            <ac:spMk id="118" creationId="{6BA9AE98-BA71-8E62-7376-FC5932719596}"/>
          </ac:spMkLst>
        </pc:spChg>
        <pc:grpChg chg="mod">
          <ac:chgData name="Sanmukh Kuppannagari" userId="ad215094-da36-4b66-9c79-369a17aea26b" providerId="ADAL" clId="{685DD4BA-CA47-4698-B293-0B4D7A75F19F}" dt="2025-09-30T15:14:05.579" v="2509" actId="207"/>
          <ac:grpSpMkLst>
            <pc:docMk/>
            <pc:sldMk cId="931150013" sldId="1653"/>
            <ac:grpSpMk id="11" creationId="{59D946FC-4C2B-69EB-D6C2-59978166527B}"/>
          </ac:grpSpMkLst>
        </pc:grpChg>
        <pc:grpChg chg="mod">
          <ac:chgData name="Sanmukh Kuppannagari" userId="ad215094-da36-4b66-9c79-369a17aea26b" providerId="ADAL" clId="{685DD4BA-CA47-4698-B293-0B4D7A75F19F}" dt="2025-09-30T15:14:05.579" v="2509" actId="207"/>
          <ac:grpSpMkLst>
            <pc:docMk/>
            <pc:sldMk cId="931150013" sldId="1653"/>
            <ac:grpSpMk id="14" creationId="{C66ED12F-5054-BD27-72F1-16B2CC66D25A}"/>
          </ac:grpSpMkLst>
        </pc:grpChg>
        <pc:grpChg chg="mod">
          <ac:chgData name="Sanmukh Kuppannagari" userId="ad215094-da36-4b66-9c79-369a17aea26b" providerId="ADAL" clId="{685DD4BA-CA47-4698-B293-0B4D7A75F19F}" dt="2025-09-30T15:13:57.019" v="2508" actId="207"/>
          <ac:grpSpMkLst>
            <pc:docMk/>
            <pc:sldMk cId="931150013" sldId="1653"/>
            <ac:grpSpMk id="17" creationId="{7EC6E7AC-80F8-991D-E14E-28C6EBAA2756}"/>
          </ac:grpSpMkLst>
        </pc:grpChg>
        <pc:grpChg chg="mod">
          <ac:chgData name="Sanmukh Kuppannagari" userId="ad215094-da36-4b66-9c79-369a17aea26b" providerId="ADAL" clId="{685DD4BA-CA47-4698-B293-0B4D7A75F19F}" dt="2025-09-30T15:13:57.019" v="2508" actId="207"/>
          <ac:grpSpMkLst>
            <pc:docMk/>
            <pc:sldMk cId="931150013" sldId="1653"/>
            <ac:grpSpMk id="20" creationId="{C72F7331-0EDD-9883-3D39-2D971FF1B1D1}"/>
          </ac:grpSpMkLst>
        </pc:grpChg>
        <pc:grpChg chg="mod">
          <ac:chgData name="Sanmukh Kuppannagari" userId="ad215094-da36-4b66-9c79-369a17aea26b" providerId="ADAL" clId="{685DD4BA-CA47-4698-B293-0B4D7A75F19F}" dt="2025-09-30T15:14:12.225" v="2510" actId="207"/>
          <ac:grpSpMkLst>
            <pc:docMk/>
            <pc:sldMk cId="931150013" sldId="1653"/>
            <ac:grpSpMk id="46" creationId="{771ED1B8-DE59-151E-D8F4-B51E52F4CCF8}"/>
          </ac:grpSpMkLst>
        </pc:grpChg>
        <pc:grpChg chg="mod">
          <ac:chgData name="Sanmukh Kuppannagari" userId="ad215094-da36-4b66-9c79-369a17aea26b" providerId="ADAL" clId="{685DD4BA-CA47-4698-B293-0B4D7A75F19F}" dt="2025-09-30T15:14:12.225" v="2510" actId="207"/>
          <ac:grpSpMkLst>
            <pc:docMk/>
            <pc:sldMk cId="931150013" sldId="1653"/>
            <ac:grpSpMk id="49" creationId="{31F18196-59D4-F36F-49CF-CC2809263432}"/>
          </ac:grpSpMkLst>
        </pc:grpChg>
        <pc:grpChg chg="mod">
          <ac:chgData name="Sanmukh Kuppannagari" userId="ad215094-da36-4b66-9c79-369a17aea26b" providerId="ADAL" clId="{685DD4BA-CA47-4698-B293-0B4D7A75F19F}" dt="2025-09-30T15:14:19.122" v="2511" actId="207"/>
          <ac:grpSpMkLst>
            <pc:docMk/>
            <pc:sldMk cId="931150013" sldId="1653"/>
            <ac:grpSpMk id="55" creationId="{A5E564FD-179B-B702-958B-09D3D31BF73E}"/>
          </ac:grpSpMkLst>
        </pc:grpChg>
        <pc:grpChg chg="mod">
          <ac:chgData name="Sanmukh Kuppannagari" userId="ad215094-da36-4b66-9c79-369a17aea26b" providerId="ADAL" clId="{685DD4BA-CA47-4698-B293-0B4D7A75F19F}" dt="2025-09-30T15:14:12.225" v="2510" actId="207"/>
          <ac:grpSpMkLst>
            <pc:docMk/>
            <pc:sldMk cId="931150013" sldId="1653"/>
            <ac:grpSpMk id="61" creationId="{09F1EF58-682E-3110-43A4-3E0519B2DCD5}"/>
          </ac:grpSpMkLst>
        </pc:grpChg>
        <pc:grpChg chg="mod">
          <ac:chgData name="Sanmukh Kuppannagari" userId="ad215094-da36-4b66-9c79-369a17aea26b" providerId="ADAL" clId="{685DD4BA-CA47-4698-B293-0B4D7A75F19F}" dt="2025-09-30T15:14:19.122" v="2511" actId="207"/>
          <ac:grpSpMkLst>
            <pc:docMk/>
            <pc:sldMk cId="931150013" sldId="1653"/>
            <ac:grpSpMk id="67" creationId="{4FDEB990-A1F6-8256-016D-A8F626EF00A4}"/>
          </ac:grpSpMkLst>
        </pc:grpChg>
        <pc:grpChg chg="mod">
          <ac:chgData name="Sanmukh Kuppannagari" userId="ad215094-da36-4b66-9c79-369a17aea26b" providerId="ADAL" clId="{685DD4BA-CA47-4698-B293-0B4D7A75F19F}" dt="2025-09-30T15:14:05.579" v="2509" actId="207"/>
          <ac:grpSpMkLst>
            <pc:docMk/>
            <pc:sldMk cId="931150013" sldId="1653"/>
            <ac:grpSpMk id="87" creationId="{0ECD5072-4246-B85D-77F5-523BB655A4D2}"/>
          </ac:grpSpMkLst>
        </pc:grpChg>
        <pc:grpChg chg="mod">
          <ac:chgData name="Sanmukh Kuppannagari" userId="ad215094-da36-4b66-9c79-369a17aea26b" providerId="ADAL" clId="{685DD4BA-CA47-4698-B293-0B4D7A75F19F}" dt="2025-09-30T15:13:57.019" v="2508" actId="207"/>
          <ac:grpSpMkLst>
            <pc:docMk/>
            <pc:sldMk cId="931150013" sldId="1653"/>
            <ac:grpSpMk id="90" creationId="{713A38DF-0F9C-4C9A-CA8D-BF2FB7893CCA}"/>
          </ac:grpSpMkLst>
        </pc:grpChg>
        <pc:grpChg chg="mod">
          <ac:chgData name="Sanmukh Kuppannagari" userId="ad215094-da36-4b66-9c79-369a17aea26b" providerId="ADAL" clId="{685DD4BA-CA47-4698-B293-0B4D7A75F19F}" dt="2025-09-30T15:13:57.019" v="2508" actId="207"/>
          <ac:grpSpMkLst>
            <pc:docMk/>
            <pc:sldMk cId="931150013" sldId="1653"/>
            <ac:grpSpMk id="93" creationId="{E7EB564B-EF02-784D-CDF1-E03912E3EE01}"/>
          </ac:grpSpMkLst>
        </pc:grpChg>
        <pc:grpChg chg="mod">
          <ac:chgData name="Sanmukh Kuppannagari" userId="ad215094-da36-4b66-9c79-369a17aea26b" providerId="ADAL" clId="{685DD4BA-CA47-4698-B293-0B4D7A75F19F}" dt="2025-09-30T15:14:05.579" v="2509" actId="207"/>
          <ac:grpSpMkLst>
            <pc:docMk/>
            <pc:sldMk cId="931150013" sldId="1653"/>
            <ac:grpSpMk id="96" creationId="{4CE43933-22A7-513A-4FC3-F42DFE5E592A}"/>
          </ac:grpSpMkLst>
        </pc:grpChg>
        <pc:grpChg chg="mod">
          <ac:chgData name="Sanmukh Kuppannagari" userId="ad215094-da36-4b66-9c79-369a17aea26b" providerId="ADAL" clId="{685DD4BA-CA47-4698-B293-0B4D7A75F19F}" dt="2025-09-30T15:14:19.122" v="2511" actId="207"/>
          <ac:grpSpMkLst>
            <pc:docMk/>
            <pc:sldMk cId="931150013" sldId="1653"/>
            <ac:grpSpMk id="108" creationId="{CF6A60D5-093B-E99E-77C1-C6F6EFAF7DE7}"/>
          </ac:grpSpMkLst>
        </pc:grpChg>
        <pc:grpChg chg="mod">
          <ac:chgData name="Sanmukh Kuppannagari" userId="ad215094-da36-4b66-9c79-369a17aea26b" providerId="ADAL" clId="{685DD4BA-CA47-4698-B293-0B4D7A75F19F}" dt="2025-09-30T15:14:19.122" v="2511" actId="207"/>
          <ac:grpSpMkLst>
            <pc:docMk/>
            <pc:sldMk cId="931150013" sldId="1653"/>
            <ac:grpSpMk id="111" creationId="{A41D4A09-E437-F979-8DF5-480AB30CCFE8}"/>
          </ac:grpSpMkLst>
        </pc:grpChg>
        <pc:grpChg chg="mod">
          <ac:chgData name="Sanmukh Kuppannagari" userId="ad215094-da36-4b66-9c79-369a17aea26b" providerId="ADAL" clId="{685DD4BA-CA47-4698-B293-0B4D7A75F19F}" dt="2025-09-30T15:14:12.225" v="2510" actId="207"/>
          <ac:grpSpMkLst>
            <pc:docMk/>
            <pc:sldMk cId="931150013" sldId="1653"/>
            <ac:grpSpMk id="117" creationId="{32C458ED-88C6-4811-489C-49662B25842A}"/>
          </ac:grpSpMkLst>
        </pc:grpChg>
      </pc:sldChg>
      <pc:sldChg chg="del">
        <pc:chgData name="Sanmukh Kuppannagari" userId="ad215094-da36-4b66-9c79-369a17aea26b" providerId="ADAL" clId="{685DD4BA-CA47-4698-B293-0B4D7A75F19F}" dt="2025-09-30T13:53:07.628" v="30" actId="47"/>
        <pc:sldMkLst>
          <pc:docMk/>
          <pc:sldMk cId="1068987683" sldId="1653"/>
        </pc:sldMkLst>
      </pc:sldChg>
      <pc:sldChg chg="modSp new mod">
        <pc:chgData name="Sanmukh Kuppannagari" userId="ad215094-da36-4b66-9c79-369a17aea26b" providerId="ADAL" clId="{685DD4BA-CA47-4698-B293-0B4D7A75F19F}" dt="2025-09-30T15:49:40.981" v="3355" actId="20577"/>
        <pc:sldMkLst>
          <pc:docMk/>
          <pc:sldMk cId="4196385676" sldId="1654"/>
        </pc:sldMkLst>
        <pc:spChg chg="mod">
          <ac:chgData name="Sanmukh Kuppannagari" userId="ad215094-da36-4b66-9c79-369a17aea26b" providerId="ADAL" clId="{685DD4BA-CA47-4698-B293-0B4D7A75F19F}" dt="2025-09-30T15:39:42.594" v="2822" actId="20577"/>
          <ac:spMkLst>
            <pc:docMk/>
            <pc:sldMk cId="4196385676" sldId="1654"/>
            <ac:spMk id="2" creationId="{0987E6FD-2042-0C74-543E-86F5D38BBE31}"/>
          </ac:spMkLst>
        </pc:spChg>
        <pc:spChg chg="mod">
          <ac:chgData name="Sanmukh Kuppannagari" userId="ad215094-da36-4b66-9c79-369a17aea26b" providerId="ADAL" clId="{685DD4BA-CA47-4698-B293-0B4D7A75F19F}" dt="2025-09-30T15:49:40.981" v="3355" actId="20577"/>
          <ac:spMkLst>
            <pc:docMk/>
            <pc:sldMk cId="4196385676" sldId="1654"/>
            <ac:spMk id="3" creationId="{BA686383-F2F5-3E55-940F-988CE19CCA24}"/>
          </ac:spMkLst>
        </pc:spChg>
      </pc:sldChg>
      <pc:sldChg chg="modSp add mod">
        <pc:chgData name="Sanmukh Kuppannagari" userId="ad215094-da36-4b66-9c79-369a17aea26b" providerId="ADAL" clId="{685DD4BA-CA47-4698-B293-0B4D7A75F19F}" dt="2025-09-30T15:44:21.655" v="2974" actId="20577"/>
        <pc:sldMkLst>
          <pc:docMk/>
          <pc:sldMk cId="2866512624" sldId="1655"/>
        </pc:sldMkLst>
        <pc:spChg chg="mod">
          <ac:chgData name="Sanmukh Kuppannagari" userId="ad215094-da36-4b66-9c79-369a17aea26b" providerId="ADAL" clId="{685DD4BA-CA47-4698-B293-0B4D7A75F19F}" dt="2025-09-30T15:44:21.655" v="2974" actId="20577"/>
          <ac:spMkLst>
            <pc:docMk/>
            <pc:sldMk cId="2866512624" sldId="1655"/>
            <ac:spMk id="3" creationId="{712D3DBE-1FD4-1E71-5E50-C5BEF85AD490}"/>
          </ac:spMkLst>
        </pc:spChg>
      </pc:sldChg>
      <pc:sldChg chg="add">
        <pc:chgData name="Sanmukh Kuppannagari" userId="ad215094-da36-4b66-9c79-369a17aea26b" providerId="ADAL" clId="{685DD4BA-CA47-4698-B293-0B4D7A75F19F}" dt="2025-09-30T15:43:06.314" v="2879"/>
        <pc:sldMkLst>
          <pc:docMk/>
          <pc:sldMk cId="1015219598" sldId="1656"/>
        </pc:sldMkLst>
      </pc:sldChg>
      <pc:sldChg chg="add">
        <pc:chgData name="Sanmukh Kuppannagari" userId="ad215094-da36-4b66-9c79-369a17aea26b" providerId="ADAL" clId="{685DD4BA-CA47-4698-B293-0B4D7A75F19F}" dt="2025-09-30T15:43:06.314" v="2879"/>
        <pc:sldMkLst>
          <pc:docMk/>
          <pc:sldMk cId="1219106765" sldId="1657"/>
        </pc:sldMkLst>
      </pc:sldChg>
      <pc:sldChg chg="add">
        <pc:chgData name="Sanmukh Kuppannagari" userId="ad215094-da36-4b66-9c79-369a17aea26b" providerId="ADAL" clId="{685DD4BA-CA47-4698-B293-0B4D7A75F19F}" dt="2025-09-30T15:43:06.314" v="2879"/>
        <pc:sldMkLst>
          <pc:docMk/>
          <pc:sldMk cId="2052288365" sldId="1658"/>
        </pc:sldMkLst>
      </pc:sldChg>
      <pc:sldChg chg="modSp new mod">
        <pc:chgData name="Sanmukh Kuppannagari" userId="ad215094-da36-4b66-9c79-369a17aea26b" providerId="ADAL" clId="{685DD4BA-CA47-4698-B293-0B4D7A75F19F}" dt="2025-09-30T15:47:01.435" v="3198" actId="20577"/>
        <pc:sldMkLst>
          <pc:docMk/>
          <pc:sldMk cId="314716155" sldId="1659"/>
        </pc:sldMkLst>
        <pc:spChg chg="mod">
          <ac:chgData name="Sanmukh Kuppannagari" userId="ad215094-da36-4b66-9c79-369a17aea26b" providerId="ADAL" clId="{685DD4BA-CA47-4698-B293-0B4D7A75F19F}" dt="2025-09-30T15:43:26.742" v="2914" actId="20577"/>
          <ac:spMkLst>
            <pc:docMk/>
            <pc:sldMk cId="314716155" sldId="1659"/>
            <ac:spMk id="2" creationId="{C4B50145-CE6D-161A-C3CD-9796AE6B2645}"/>
          </ac:spMkLst>
        </pc:spChg>
        <pc:spChg chg="mod">
          <ac:chgData name="Sanmukh Kuppannagari" userId="ad215094-da36-4b66-9c79-369a17aea26b" providerId="ADAL" clId="{685DD4BA-CA47-4698-B293-0B4D7A75F19F}" dt="2025-09-30T15:47:01.435" v="3198" actId="20577"/>
          <ac:spMkLst>
            <pc:docMk/>
            <pc:sldMk cId="314716155" sldId="1659"/>
            <ac:spMk id="3" creationId="{C058BD83-15A9-2F16-2011-F4868E13CBFC}"/>
          </ac:spMkLst>
        </pc:spChg>
      </pc:sldChg>
      <pc:sldChg chg="add">
        <pc:chgData name="Sanmukh Kuppannagari" userId="ad215094-da36-4b66-9c79-369a17aea26b" providerId="ADAL" clId="{685DD4BA-CA47-4698-B293-0B4D7A75F19F}" dt="2025-09-30T15:47:27.430" v="3199"/>
        <pc:sldMkLst>
          <pc:docMk/>
          <pc:sldMk cId="8488340" sldId="1660"/>
        </pc:sldMkLst>
      </pc:sldChg>
    </pc:docChg>
  </pc:docChgLst>
  <pc:docChgLst>
    <pc:chgData name="Sanmukh Kuppannagari" userId="ad215094-da36-4b66-9c79-369a17aea26b" providerId="ADAL" clId="{AA11B565-206C-4EF0-881B-47DE8798C588}"/>
    <pc:docChg chg="undo custSel addSld delSld modSld sldOrd">
      <pc:chgData name="Sanmukh Kuppannagari" userId="ad215094-da36-4b66-9c79-369a17aea26b" providerId="ADAL" clId="{AA11B565-206C-4EF0-881B-47DE8798C588}" dt="2024-10-01T14:08:02.554" v="5632" actId="47"/>
      <pc:docMkLst>
        <pc:docMk/>
      </pc:docMkLst>
      <pc:sldChg chg="modSp mod">
        <pc:chgData name="Sanmukh Kuppannagari" userId="ad215094-da36-4b66-9c79-369a17aea26b" providerId="ADAL" clId="{AA11B565-206C-4EF0-881B-47DE8798C588}" dt="2024-10-01T09:58:55.217" v="4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AA11B565-206C-4EF0-881B-47DE8798C588}" dt="2024-10-01T09:59:06.456" v="19" actId="20577"/>
        <pc:sldMkLst>
          <pc:docMk/>
          <pc:sldMk cId="2017305151" sldId="261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34877374" sldId="31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37731969" sldId="31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275422666" sldId="31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230029266" sldId="31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79505598" sldId="3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64895541" sldId="32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496462880" sldId="36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289731522" sldId="36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086263254" sldId="37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34613010" sldId="37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54907447" sldId="38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38842979" sldId="38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771660" sldId="385"/>
        </pc:sldMkLst>
      </pc:sldChg>
      <pc:sldChg chg="add">
        <pc:chgData name="Sanmukh Kuppannagari" userId="ad215094-da36-4b66-9c79-369a17aea26b" providerId="ADAL" clId="{AA11B565-206C-4EF0-881B-47DE8798C588}" dt="2024-10-01T10:05:48.128" v="596"/>
        <pc:sldMkLst>
          <pc:docMk/>
          <pc:sldMk cId="1402981858" sldId="38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181382666" sldId="40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19194896" sldId="41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47479394" sldId="4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51680372" sldId="43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736426824" sldId="43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20019786" sldId="43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642145031" sldId="44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275163260" sldId="45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699708138" sldId="122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453964490" sldId="123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037780407" sldId="123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479534324" sldId="1233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3857326952" sldId="1234"/>
        </pc:sldMkLst>
      </pc:sldChg>
      <pc:sldChg chg="addSp delSp modSp add mod">
        <pc:chgData name="Sanmukh Kuppannagari" userId="ad215094-da36-4b66-9c79-369a17aea26b" providerId="ADAL" clId="{AA11B565-206C-4EF0-881B-47DE8798C588}" dt="2024-10-01T11:07:20.802" v="3082" actId="1076"/>
        <pc:sldMkLst>
          <pc:docMk/>
          <pc:sldMk cId="2152651734" sldId="123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124545071" sldId="1238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3423587688" sldId="1304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1249666363" sldId="1305"/>
        </pc:sldMkLst>
      </pc:sldChg>
      <pc:sldChg chg="addSp delSp modSp add mod">
        <pc:chgData name="Sanmukh Kuppannagari" userId="ad215094-da36-4b66-9c79-369a17aea26b" providerId="ADAL" clId="{AA11B565-206C-4EF0-881B-47DE8798C588}" dt="2024-10-01T11:14:09.005" v="3149" actId="20577"/>
        <pc:sldMkLst>
          <pc:docMk/>
          <pc:sldMk cId="2044792240" sldId="1306"/>
        </pc:sldMkLst>
      </pc:sldChg>
      <pc:sldChg chg="addSp modSp add mod">
        <pc:chgData name="Sanmukh Kuppannagari" userId="ad215094-da36-4b66-9c79-369a17aea26b" providerId="ADAL" clId="{AA11B565-206C-4EF0-881B-47DE8798C588}" dt="2024-10-01T11:14:16.062" v="3150"/>
        <pc:sldMkLst>
          <pc:docMk/>
          <pc:sldMk cId="1826032475" sldId="1307"/>
        </pc:sldMkLst>
      </pc:sldChg>
      <pc:sldChg chg="addSp modSp add mod">
        <pc:chgData name="Sanmukh Kuppannagari" userId="ad215094-da36-4b66-9c79-369a17aea26b" providerId="ADAL" clId="{AA11B565-206C-4EF0-881B-47DE8798C588}" dt="2024-10-01T11:14:19.432" v="3151"/>
        <pc:sldMkLst>
          <pc:docMk/>
          <pc:sldMk cId="2121754159" sldId="1308"/>
        </pc:sldMkLst>
      </pc:sldChg>
      <pc:sldChg chg="addSp modSp add mod">
        <pc:chgData name="Sanmukh Kuppannagari" userId="ad215094-da36-4b66-9c79-369a17aea26b" providerId="ADAL" clId="{AA11B565-206C-4EF0-881B-47DE8798C588}" dt="2024-10-01T11:05:27.831" v="2857" actId="20577"/>
        <pc:sldMkLst>
          <pc:docMk/>
          <pc:sldMk cId="3322226313" sldId="1309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2120287752" sldId="1310"/>
        </pc:sldMkLst>
      </pc:sldChg>
      <pc:sldChg chg="addSp modSp add mod">
        <pc:chgData name="Sanmukh Kuppannagari" userId="ad215094-da36-4b66-9c79-369a17aea26b" providerId="ADAL" clId="{AA11B565-206C-4EF0-881B-47DE8798C588}" dt="2024-10-01T11:16:51.587" v="3211" actId="14100"/>
        <pc:sldMkLst>
          <pc:docMk/>
          <pc:sldMk cId="2652461517" sldId="1311"/>
        </pc:sldMkLst>
      </pc:sldChg>
      <pc:sldChg chg="addSp modSp add">
        <pc:chgData name="Sanmukh Kuppannagari" userId="ad215094-da36-4b66-9c79-369a17aea26b" providerId="ADAL" clId="{AA11B565-206C-4EF0-881B-47DE8798C588}" dt="2024-10-01T11:17:00.366" v="3212"/>
        <pc:sldMkLst>
          <pc:docMk/>
          <pc:sldMk cId="284065558" sldId="1312"/>
        </pc:sldMkLst>
      </pc:sldChg>
      <pc:sldChg chg="addSp modSp add">
        <pc:chgData name="Sanmukh Kuppannagari" userId="ad215094-da36-4b66-9c79-369a17aea26b" providerId="ADAL" clId="{AA11B565-206C-4EF0-881B-47DE8798C588}" dt="2024-10-01T11:17:12.644" v="3213"/>
        <pc:sldMkLst>
          <pc:docMk/>
          <pc:sldMk cId="303362016" sldId="1313"/>
        </pc:sldMkLst>
      </pc:sldChg>
      <pc:sldChg chg="addSp delSp modSp add mod">
        <pc:chgData name="Sanmukh Kuppannagari" userId="ad215094-da36-4b66-9c79-369a17aea26b" providerId="ADAL" clId="{AA11B565-206C-4EF0-881B-47DE8798C588}" dt="2024-10-01T11:24:38.186" v="3272" actId="478"/>
        <pc:sldMkLst>
          <pc:docMk/>
          <pc:sldMk cId="1137941797" sldId="1314"/>
        </pc:sldMkLst>
      </pc:sldChg>
      <pc:sldChg chg="addSp modSp add mod">
        <pc:chgData name="Sanmukh Kuppannagari" userId="ad215094-da36-4b66-9c79-369a17aea26b" providerId="ADAL" clId="{AA11B565-206C-4EF0-881B-47DE8798C588}" dt="2024-10-01T11:36:59.712" v="3420" actId="1076"/>
        <pc:sldMkLst>
          <pc:docMk/>
          <pc:sldMk cId="1070225856" sldId="1315"/>
        </pc:sldMkLst>
      </pc:sldChg>
      <pc:sldChg chg="modSp add mod">
        <pc:chgData name="Sanmukh Kuppannagari" userId="ad215094-da36-4b66-9c79-369a17aea26b" providerId="ADAL" clId="{AA11B565-206C-4EF0-881B-47DE8798C588}" dt="2024-10-01T11:52:49.664" v="3890" actId="27636"/>
        <pc:sldMkLst>
          <pc:docMk/>
          <pc:sldMk cId="3769246865" sldId="1316"/>
        </pc:sldMkLst>
      </pc:sldChg>
      <pc:sldChg chg="modSp add mod">
        <pc:chgData name="Sanmukh Kuppannagari" userId="ad215094-da36-4b66-9c79-369a17aea26b" providerId="ADAL" clId="{AA11B565-206C-4EF0-881B-47DE8798C588}" dt="2024-10-01T13:51:42.692" v="5037"/>
        <pc:sldMkLst>
          <pc:docMk/>
          <pc:sldMk cId="3610053994" sldId="1317"/>
        </pc:sldMkLst>
      </pc:sldChg>
      <pc:sldChg chg="addSp delSp modSp add mod">
        <pc:chgData name="Sanmukh Kuppannagari" userId="ad215094-da36-4b66-9c79-369a17aea26b" providerId="ADAL" clId="{AA11B565-206C-4EF0-881B-47DE8798C588}" dt="2024-10-01T13:39:20.194" v="4580" actId="20577"/>
        <pc:sldMkLst>
          <pc:docMk/>
          <pc:sldMk cId="2864732836" sldId="1318"/>
        </pc:sldMkLst>
      </pc:sldChg>
      <pc:sldChg chg="modSp add">
        <pc:chgData name="Sanmukh Kuppannagari" userId="ad215094-da36-4b66-9c79-369a17aea26b" providerId="ADAL" clId="{AA11B565-206C-4EF0-881B-47DE8798C588}" dt="2024-10-01T13:51:57.821" v="5047" actId="20577"/>
        <pc:sldMkLst>
          <pc:docMk/>
          <pc:sldMk cId="1541579916" sldId="1319"/>
        </pc:sldMkLst>
      </pc:sldChg>
      <pc:sldChg chg="addSp modSp add mod">
        <pc:chgData name="Sanmukh Kuppannagari" userId="ad215094-da36-4b66-9c79-369a17aea26b" providerId="ADAL" clId="{AA11B565-206C-4EF0-881B-47DE8798C588}" dt="2024-10-01T11:50:28.923" v="3663" actId="20577"/>
        <pc:sldMkLst>
          <pc:docMk/>
          <pc:sldMk cId="3204193764" sldId="1320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42729149" sldId="1321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727594955" sldId="1322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025259238" sldId="1323"/>
        </pc:sldMkLst>
      </pc:sldChg>
      <pc:sldChg chg="modSp add mod">
        <pc:chgData name="Sanmukh Kuppannagari" userId="ad215094-da36-4b66-9c79-369a17aea26b" providerId="ADAL" clId="{AA11B565-206C-4EF0-881B-47DE8798C588}" dt="2024-10-01T14:05:54.496" v="5475" actId="20577"/>
        <pc:sldMkLst>
          <pc:docMk/>
          <pc:sldMk cId="433802440" sldId="1324"/>
        </pc:sldMkLst>
      </pc:sldChg>
      <pc:sldChg chg="modSp add mod">
        <pc:chgData name="Sanmukh Kuppannagari" userId="ad215094-da36-4b66-9c79-369a17aea26b" providerId="ADAL" clId="{AA11B565-206C-4EF0-881B-47DE8798C588}" dt="2024-10-01T14:07:04.043" v="5578" actId="20577"/>
        <pc:sldMkLst>
          <pc:docMk/>
          <pc:sldMk cId="1510092015" sldId="1325"/>
        </pc:sldMkLst>
      </pc:sldChg>
      <pc:sldChg chg="modSp add">
        <pc:chgData name="Sanmukh Kuppannagari" userId="ad215094-da36-4b66-9c79-369a17aea26b" providerId="ADAL" clId="{AA11B565-206C-4EF0-881B-47DE8798C588}" dt="2024-10-01T14:02:27.400" v="5259" actId="20577"/>
        <pc:sldMkLst>
          <pc:docMk/>
          <pc:sldMk cId="1032694092" sldId="1326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882075548" sldId="1327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213054822" sldId="1328"/>
        </pc:sldMkLst>
      </pc:sldChg>
      <pc:sldChg chg="modSp add mod">
        <pc:chgData name="Sanmukh Kuppannagari" userId="ad215094-da36-4b66-9c79-369a17aea26b" providerId="ADAL" clId="{AA11B565-206C-4EF0-881B-47DE8798C588}" dt="2024-10-01T14:07:59.552" v="5631" actId="6549"/>
        <pc:sldMkLst>
          <pc:docMk/>
          <pc:sldMk cId="2090666711" sldId="1329"/>
        </pc:sldMkLst>
      </pc:sldChg>
      <pc:sldChg chg="add del">
        <pc:chgData name="Sanmukh Kuppannagari" userId="ad215094-da36-4b66-9c79-369a17aea26b" providerId="ADAL" clId="{AA11B565-206C-4EF0-881B-47DE8798C588}" dt="2024-10-01T14:08:02.554" v="5632" actId="47"/>
        <pc:sldMkLst>
          <pc:docMk/>
          <pc:sldMk cId="517395871" sldId="1330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292168333" sldId="1331"/>
        </pc:sldMkLst>
      </pc:sldChg>
      <pc:sldChg chg="addSp delSp modSp add mod modShow">
        <pc:chgData name="Sanmukh Kuppannagari" userId="ad215094-da36-4b66-9c79-369a17aea26b" providerId="ADAL" clId="{AA11B565-206C-4EF0-881B-47DE8798C588}" dt="2024-10-01T14:00:57.584" v="5255" actId="20577"/>
        <pc:sldMkLst>
          <pc:docMk/>
          <pc:sldMk cId="4063916795" sldId="1332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49812825" sldId="1333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521760129" sldId="1334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697549759" sldId="1335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913952742" sldId="1336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246694647" sldId="1337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611822888" sldId="1338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3710810416" sldId="1339"/>
        </pc:sldMkLst>
      </pc:sldChg>
      <pc:sldChg chg="modSp add mod">
        <pc:chgData name="Sanmukh Kuppannagari" userId="ad215094-da36-4b66-9c79-369a17aea26b" providerId="ADAL" clId="{AA11B565-206C-4EF0-881B-47DE8798C588}" dt="2024-10-01T12:37:05.789" v="4494" actId="20577"/>
        <pc:sldMkLst>
          <pc:docMk/>
          <pc:sldMk cId="330368493" sldId="1340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2647962746" sldId="1341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662702247" sldId="1342"/>
        </pc:sldMkLst>
      </pc:sldChg>
      <pc:sldChg chg="addSp modSp add mod">
        <pc:chgData name="Sanmukh Kuppannagari" userId="ad215094-da36-4b66-9c79-369a17aea26b" providerId="ADAL" clId="{AA11B565-206C-4EF0-881B-47DE8798C588}" dt="2024-10-01T10:22:14.887" v="874" actId="208"/>
        <pc:sldMkLst>
          <pc:docMk/>
          <pc:sldMk cId="1718626453" sldId="1343"/>
        </pc:sldMkLst>
      </pc:sldChg>
      <pc:sldChg chg="add">
        <pc:chgData name="Sanmukh Kuppannagari" userId="ad215094-da36-4b66-9c79-369a17aea26b" providerId="ADAL" clId="{AA11B565-206C-4EF0-881B-47DE8798C588}" dt="2024-10-01T10:05:36.200" v="595"/>
        <pc:sldMkLst>
          <pc:docMk/>
          <pc:sldMk cId="3119197295" sldId="135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66141272" sldId="1453"/>
        </pc:sldMkLst>
      </pc:sldChg>
      <pc:sldChg chg="modSp mod">
        <pc:chgData name="Sanmukh Kuppannagari" userId="ad215094-da36-4b66-9c79-369a17aea26b" providerId="ADAL" clId="{AA11B565-206C-4EF0-881B-47DE8798C588}" dt="2024-10-01T09:59:35.031" v="135" actId="20577"/>
        <pc:sldMkLst>
          <pc:docMk/>
          <pc:sldMk cId="2091044005" sldId="1513"/>
        </pc:sldMkLst>
      </pc:sldChg>
      <pc:sldChg chg="modSp mod">
        <pc:chgData name="Sanmukh Kuppannagari" userId="ad215094-da36-4b66-9c79-369a17aea26b" providerId="ADAL" clId="{AA11B565-206C-4EF0-881B-47DE8798C588}" dt="2024-10-01T10:00:36.240" v="384" actId="20577"/>
        <pc:sldMkLst>
          <pc:docMk/>
          <pc:sldMk cId="48973366" sldId="151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02113540" sldId="151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51048179" sldId="151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170564833" sldId="151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223128325" sldId="15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63376498" sldId="152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29791837" sldId="152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93234935" sldId="152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481763059" sldId="152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617663034" sldId="152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939595551" sldId="152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78398838" sldId="152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27224132" sldId="152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7830899" sldId="152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863297826" sldId="152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83326334" sldId="153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97297747" sldId="153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72806902" sldId="153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249077636" sldId="153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35340187" sldId="153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563148363" sldId="153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060344090" sldId="153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17529413" sldId="153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64603884" sldId="153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96873436" sldId="154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73707918" sldId="154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634998908" sldId="154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27029584" sldId="154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63799951" sldId="154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64679798" sldId="154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78971665" sldId="154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055355578" sldId="154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72000199" sldId="1548"/>
        </pc:sldMkLst>
      </pc:sldChg>
      <pc:sldChg chg="modSp new mod">
        <pc:chgData name="Sanmukh Kuppannagari" userId="ad215094-da36-4b66-9c79-369a17aea26b" providerId="ADAL" clId="{AA11B565-206C-4EF0-881B-47DE8798C588}" dt="2024-10-01T10:01:30.466" v="557" actId="20577"/>
        <pc:sldMkLst>
          <pc:docMk/>
          <pc:sldMk cId="312789784" sldId="1549"/>
        </pc:sldMkLst>
      </pc:sldChg>
      <pc:sldChg chg="add">
        <pc:chgData name="Sanmukh Kuppannagari" userId="ad215094-da36-4b66-9c79-369a17aea26b" providerId="ADAL" clId="{AA11B565-206C-4EF0-881B-47DE8798C588}" dt="2024-10-01T10:01:43.558" v="558"/>
        <pc:sldMkLst>
          <pc:docMk/>
          <pc:sldMk cId="3693446765" sldId="1550"/>
        </pc:sldMkLst>
      </pc:sldChg>
      <pc:sldChg chg="modSp add mod">
        <pc:chgData name="Sanmukh Kuppannagari" userId="ad215094-da36-4b66-9c79-369a17aea26b" providerId="ADAL" clId="{AA11B565-206C-4EF0-881B-47DE8798C588}" dt="2024-10-01T10:03:59.521" v="594" actId="20577"/>
        <pc:sldMkLst>
          <pc:docMk/>
          <pc:sldMk cId="1297240811" sldId="1551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1944980054" sldId="1552"/>
        </pc:sldMkLst>
      </pc:sldChg>
      <pc:sldChg chg="addSp delSp modSp add mod">
        <pc:chgData name="Sanmukh Kuppannagari" userId="ad215094-da36-4b66-9c79-369a17aea26b" providerId="ADAL" clId="{AA11B565-206C-4EF0-881B-47DE8798C588}" dt="2024-10-01T10:14:52.887" v="676" actId="478"/>
        <pc:sldMkLst>
          <pc:docMk/>
          <pc:sldMk cId="3777170493" sldId="1553"/>
        </pc:sldMkLst>
      </pc:sldChg>
      <pc:sldChg chg="addSp delSp modSp add mod">
        <pc:chgData name="Sanmukh Kuppannagari" userId="ad215094-da36-4b66-9c79-369a17aea26b" providerId="ADAL" clId="{AA11B565-206C-4EF0-881B-47DE8798C588}" dt="2024-10-01T10:16:46.428" v="759" actId="208"/>
        <pc:sldMkLst>
          <pc:docMk/>
          <pc:sldMk cId="3166067996" sldId="1554"/>
        </pc:sldMkLst>
      </pc:sldChg>
      <pc:sldChg chg="modSp add">
        <pc:chgData name="Sanmukh Kuppannagari" userId="ad215094-da36-4b66-9c79-369a17aea26b" providerId="ADAL" clId="{AA11B565-206C-4EF0-881B-47DE8798C588}" dt="2024-10-01T10:17:44.613" v="781" actId="207"/>
        <pc:sldMkLst>
          <pc:docMk/>
          <pc:sldMk cId="3437991697" sldId="1555"/>
        </pc:sldMkLst>
      </pc:sldChg>
      <pc:sldChg chg="modSp add">
        <pc:chgData name="Sanmukh Kuppannagari" userId="ad215094-da36-4b66-9c79-369a17aea26b" providerId="ADAL" clId="{AA11B565-206C-4EF0-881B-47DE8798C588}" dt="2024-10-01T10:18:05.746" v="791" actId="207"/>
        <pc:sldMkLst>
          <pc:docMk/>
          <pc:sldMk cId="2404150593" sldId="1556"/>
        </pc:sldMkLst>
      </pc:sldChg>
      <pc:sldChg chg="addSp delSp modSp add mod">
        <pc:chgData name="Sanmukh Kuppannagari" userId="ad215094-da36-4b66-9c79-369a17aea26b" providerId="ADAL" clId="{AA11B565-206C-4EF0-881B-47DE8798C588}" dt="2024-10-01T10:23:01.334" v="930" actId="207"/>
        <pc:sldMkLst>
          <pc:docMk/>
          <pc:sldMk cId="3779503060" sldId="1557"/>
        </pc:sldMkLst>
      </pc:sldChg>
      <pc:sldChg chg="modSp add mod">
        <pc:chgData name="Sanmukh Kuppannagari" userId="ad215094-da36-4b66-9c79-369a17aea26b" providerId="ADAL" clId="{AA11B565-206C-4EF0-881B-47DE8798C588}" dt="2024-10-01T10:23:17.888" v="937" actId="207"/>
        <pc:sldMkLst>
          <pc:docMk/>
          <pc:sldMk cId="106497288" sldId="1558"/>
        </pc:sldMkLst>
      </pc:sldChg>
      <pc:sldChg chg="modSp add mod">
        <pc:chgData name="Sanmukh Kuppannagari" userId="ad215094-da36-4b66-9c79-369a17aea26b" providerId="ADAL" clId="{AA11B565-206C-4EF0-881B-47DE8798C588}" dt="2024-10-01T10:23:55.131" v="977" actId="207"/>
        <pc:sldMkLst>
          <pc:docMk/>
          <pc:sldMk cId="3799998865" sldId="1559"/>
        </pc:sldMkLst>
      </pc:sldChg>
      <pc:sldChg chg="modSp add mod">
        <pc:chgData name="Sanmukh Kuppannagari" userId="ad215094-da36-4b66-9c79-369a17aea26b" providerId="ADAL" clId="{AA11B565-206C-4EF0-881B-47DE8798C588}" dt="2024-10-01T10:24:31.261" v="992" actId="20577"/>
        <pc:sldMkLst>
          <pc:docMk/>
          <pc:sldMk cId="2468521858" sldId="1560"/>
        </pc:sldMkLst>
      </pc:sldChg>
      <pc:sldChg chg="modSp add mod">
        <pc:chgData name="Sanmukh Kuppannagari" userId="ad215094-da36-4b66-9c79-369a17aea26b" providerId="ADAL" clId="{AA11B565-206C-4EF0-881B-47DE8798C588}" dt="2024-10-01T10:25:19.458" v="1092" actId="207"/>
        <pc:sldMkLst>
          <pc:docMk/>
          <pc:sldMk cId="4139369451" sldId="1561"/>
        </pc:sldMkLst>
      </pc:sldChg>
      <pc:sldChg chg="modSp add">
        <pc:chgData name="Sanmukh Kuppannagari" userId="ad215094-da36-4b66-9c79-369a17aea26b" providerId="ADAL" clId="{AA11B565-206C-4EF0-881B-47DE8798C588}" dt="2024-10-01T10:25:51.260" v="1108" actId="207"/>
        <pc:sldMkLst>
          <pc:docMk/>
          <pc:sldMk cId="3842374225" sldId="1562"/>
        </pc:sldMkLst>
      </pc:sldChg>
      <pc:sldChg chg="modSp add">
        <pc:chgData name="Sanmukh Kuppannagari" userId="ad215094-da36-4b66-9c79-369a17aea26b" providerId="ADAL" clId="{AA11B565-206C-4EF0-881B-47DE8798C588}" dt="2024-10-01T10:26:43.345" v="1171" actId="207"/>
        <pc:sldMkLst>
          <pc:docMk/>
          <pc:sldMk cId="467876598" sldId="1563"/>
        </pc:sldMkLst>
      </pc:sldChg>
      <pc:sldChg chg="modSp add">
        <pc:chgData name="Sanmukh Kuppannagari" userId="ad215094-da36-4b66-9c79-369a17aea26b" providerId="ADAL" clId="{AA11B565-206C-4EF0-881B-47DE8798C588}" dt="2024-10-01T10:27:11.392" v="1179" actId="207"/>
        <pc:sldMkLst>
          <pc:docMk/>
          <pc:sldMk cId="2623927009" sldId="1564"/>
        </pc:sldMkLst>
      </pc:sldChg>
      <pc:sldChg chg="modSp new mod">
        <pc:chgData name="Sanmukh Kuppannagari" userId="ad215094-da36-4b66-9c79-369a17aea26b" providerId="ADAL" clId="{AA11B565-206C-4EF0-881B-47DE8798C588}" dt="2024-10-01T10:40:02.652" v="2383" actId="27636"/>
        <pc:sldMkLst>
          <pc:docMk/>
          <pc:sldMk cId="2204093479" sldId="1565"/>
        </pc:sldMkLst>
      </pc:sldChg>
      <pc:sldChg chg="modSp new mod">
        <pc:chgData name="Sanmukh Kuppannagari" userId="ad215094-da36-4b66-9c79-369a17aea26b" providerId="ADAL" clId="{AA11B565-206C-4EF0-881B-47DE8798C588}" dt="2024-10-01T11:06:03.324" v="2987" actId="20577"/>
        <pc:sldMkLst>
          <pc:docMk/>
          <pc:sldMk cId="4158087431" sldId="1566"/>
        </pc:sldMkLst>
      </pc:sldChg>
      <pc:sldChg chg="modSp new mod">
        <pc:chgData name="Sanmukh Kuppannagari" userId="ad215094-da36-4b66-9c79-369a17aea26b" providerId="ADAL" clId="{AA11B565-206C-4EF0-881B-47DE8798C588}" dt="2024-10-01T10:57:28.516" v="2762" actId="20577"/>
        <pc:sldMkLst>
          <pc:docMk/>
          <pc:sldMk cId="821460343" sldId="1567"/>
        </pc:sldMkLst>
      </pc:sldChg>
      <pc:sldChg chg="delSp modSp add mod">
        <pc:chgData name="Sanmukh Kuppannagari" userId="ad215094-da36-4b66-9c79-369a17aea26b" providerId="ADAL" clId="{AA11B565-206C-4EF0-881B-47DE8798C588}" dt="2024-10-01T11:11:59.348" v="3093" actId="122"/>
        <pc:sldMkLst>
          <pc:docMk/>
          <pc:sldMk cId="2973146182" sldId="1568"/>
        </pc:sldMkLst>
      </pc:sldChg>
      <pc:sldChg chg="add del">
        <pc:chgData name="Sanmukh Kuppannagari" userId="ad215094-da36-4b66-9c79-369a17aea26b" providerId="ADAL" clId="{AA11B565-206C-4EF0-881B-47DE8798C588}" dt="2024-10-01T11:04:30.100" v="2820"/>
        <pc:sldMkLst>
          <pc:docMk/>
          <pc:sldMk cId="3818436102" sldId="1568"/>
        </pc:sldMkLst>
      </pc:sldChg>
      <pc:sldChg chg="addSp modSp add mod">
        <pc:chgData name="Sanmukh Kuppannagari" userId="ad215094-da36-4b66-9c79-369a17aea26b" providerId="ADAL" clId="{AA11B565-206C-4EF0-881B-47DE8798C588}" dt="2024-10-01T11:12:45.543" v="3129" actId="20577"/>
        <pc:sldMkLst>
          <pc:docMk/>
          <pc:sldMk cId="2321545462" sldId="1569"/>
        </pc:sldMkLst>
      </pc:sldChg>
      <pc:sldChg chg="modSp add mod">
        <pc:chgData name="Sanmukh Kuppannagari" userId="ad215094-da36-4b66-9c79-369a17aea26b" providerId="ADAL" clId="{AA11B565-206C-4EF0-881B-47DE8798C588}" dt="2024-10-01T11:13:01.546" v="3131" actId="1076"/>
        <pc:sldMkLst>
          <pc:docMk/>
          <pc:sldMk cId="1024748460" sldId="1570"/>
        </pc:sldMkLst>
      </pc:sldChg>
      <pc:sldChg chg="addSp delSp modSp add mod">
        <pc:chgData name="Sanmukh Kuppannagari" userId="ad215094-da36-4b66-9c79-369a17aea26b" providerId="ADAL" clId="{AA11B565-206C-4EF0-881B-47DE8798C588}" dt="2024-10-01T11:13:33.815" v="3142" actId="1076"/>
        <pc:sldMkLst>
          <pc:docMk/>
          <pc:sldMk cId="3042058996" sldId="1571"/>
        </pc:sldMkLst>
      </pc:sldChg>
      <pc:sldChg chg="add">
        <pc:chgData name="Sanmukh Kuppannagari" userId="ad215094-da36-4b66-9c79-369a17aea26b" providerId="ADAL" clId="{AA11B565-206C-4EF0-881B-47DE8798C588}" dt="2024-10-01T11:13:20.810" v="3132"/>
        <pc:sldMkLst>
          <pc:docMk/>
          <pc:sldMk cId="2940334320" sldId="1572"/>
        </pc:sldMkLst>
      </pc:sldChg>
      <pc:sldChg chg="delSp modSp add mod">
        <pc:chgData name="Sanmukh Kuppannagari" userId="ad215094-da36-4b66-9c79-369a17aea26b" providerId="ADAL" clId="{AA11B565-206C-4EF0-881B-47DE8798C588}" dt="2024-10-01T11:24:45.046" v="3273" actId="478"/>
        <pc:sldMkLst>
          <pc:docMk/>
          <pc:sldMk cId="570117069" sldId="1573"/>
        </pc:sldMkLst>
      </pc:sldChg>
      <pc:sldChg chg="addSp delSp modSp add mod">
        <pc:chgData name="Sanmukh Kuppannagari" userId="ad215094-da36-4b66-9c79-369a17aea26b" providerId="ADAL" clId="{AA11B565-206C-4EF0-881B-47DE8798C588}" dt="2024-10-01T11:24:56.219" v="3274" actId="478"/>
        <pc:sldMkLst>
          <pc:docMk/>
          <pc:sldMk cId="995901004" sldId="1574"/>
        </pc:sldMkLst>
      </pc:sldChg>
      <pc:sldChg chg="delSp modSp add mod">
        <pc:chgData name="Sanmukh Kuppannagari" userId="ad215094-da36-4b66-9c79-369a17aea26b" providerId="ADAL" clId="{AA11B565-206C-4EF0-881B-47DE8798C588}" dt="2024-10-01T11:25:01.341" v="3275" actId="478"/>
        <pc:sldMkLst>
          <pc:docMk/>
          <pc:sldMk cId="440498288" sldId="1575"/>
        </pc:sldMkLst>
      </pc:sldChg>
      <pc:sldChg chg="delSp modSp add mod">
        <pc:chgData name="Sanmukh Kuppannagari" userId="ad215094-da36-4b66-9c79-369a17aea26b" providerId="ADAL" clId="{AA11B565-206C-4EF0-881B-47DE8798C588}" dt="2024-10-01T11:25:17.466" v="3277" actId="478"/>
        <pc:sldMkLst>
          <pc:docMk/>
          <pc:sldMk cId="670652363" sldId="1576"/>
        </pc:sldMkLst>
      </pc:sldChg>
      <pc:sldChg chg="modSp add mod">
        <pc:chgData name="Sanmukh Kuppannagari" userId="ad215094-da36-4b66-9c79-369a17aea26b" providerId="ADAL" clId="{AA11B565-206C-4EF0-881B-47DE8798C588}" dt="2024-10-01T11:37:50.448" v="3456" actId="20577"/>
        <pc:sldMkLst>
          <pc:docMk/>
          <pc:sldMk cId="3839101789" sldId="1577"/>
        </pc:sldMkLst>
      </pc:sldChg>
      <pc:sldChg chg="delSp modSp add del mod">
        <pc:chgData name="Sanmukh Kuppannagari" userId="ad215094-da36-4b66-9c79-369a17aea26b" providerId="ADAL" clId="{AA11B565-206C-4EF0-881B-47DE8798C588}" dt="2024-10-01T11:25:21.712" v="3278" actId="47"/>
        <pc:sldMkLst>
          <pc:docMk/>
          <pc:sldMk cId="3875852213" sldId="1577"/>
        </pc:sldMkLst>
      </pc:sldChg>
      <pc:sldChg chg="modSp add mod">
        <pc:chgData name="Sanmukh Kuppannagari" userId="ad215094-da36-4b66-9c79-369a17aea26b" providerId="ADAL" clId="{AA11B565-206C-4EF0-881B-47DE8798C588}" dt="2024-10-01T11:38:37.488" v="3475" actId="1076"/>
        <pc:sldMkLst>
          <pc:docMk/>
          <pc:sldMk cId="106292723" sldId="1578"/>
        </pc:sldMkLst>
      </pc:sldChg>
      <pc:sldChg chg="modSp add mod">
        <pc:chgData name="Sanmukh Kuppannagari" userId="ad215094-da36-4b66-9c79-369a17aea26b" providerId="ADAL" clId="{AA11B565-206C-4EF0-881B-47DE8798C588}" dt="2024-10-01T11:39:03.607" v="3515" actId="1076"/>
        <pc:sldMkLst>
          <pc:docMk/>
          <pc:sldMk cId="201330410" sldId="1579"/>
        </pc:sldMkLst>
      </pc:sldChg>
      <pc:sldChg chg="modSp add mod">
        <pc:chgData name="Sanmukh Kuppannagari" userId="ad215094-da36-4b66-9c79-369a17aea26b" providerId="ADAL" clId="{AA11B565-206C-4EF0-881B-47DE8798C588}" dt="2024-10-01T11:52:42.923" v="3885" actId="27636"/>
        <pc:sldMkLst>
          <pc:docMk/>
          <pc:sldMk cId="2481400793" sldId="1580"/>
        </pc:sldMkLst>
      </pc:sldChg>
      <pc:sldChg chg="modSp add">
        <pc:chgData name="Sanmukh Kuppannagari" userId="ad215094-da36-4b66-9c79-369a17aea26b" providerId="ADAL" clId="{AA11B565-206C-4EF0-881B-47DE8798C588}" dt="2024-10-01T13:43:50.810" v="4755" actId="207"/>
        <pc:sldMkLst>
          <pc:docMk/>
          <pc:sldMk cId="3218476509" sldId="1581"/>
        </pc:sldMkLst>
      </pc:sldChg>
      <pc:sldChg chg="modSp add mod">
        <pc:chgData name="Sanmukh Kuppannagari" userId="ad215094-da36-4b66-9c79-369a17aea26b" providerId="ADAL" clId="{AA11B565-206C-4EF0-881B-47DE8798C588}" dt="2024-10-01T13:55:19.647" v="5146" actId="20577"/>
        <pc:sldMkLst>
          <pc:docMk/>
          <pc:sldMk cId="535281774" sldId="1582"/>
        </pc:sldMkLst>
      </pc:sldChg>
      <pc:sldChg chg="add del">
        <pc:chgData name="Sanmukh Kuppannagari" userId="ad215094-da36-4b66-9c79-369a17aea26b" providerId="ADAL" clId="{AA11B565-206C-4EF0-881B-47DE8798C588}" dt="2024-10-01T13:49:44.294" v="5009"/>
        <pc:sldMkLst>
          <pc:docMk/>
          <pc:sldMk cId="2076416953" sldId="1582"/>
        </pc:sldMkLst>
      </pc:sldChg>
      <pc:sldChg chg="modSp add">
        <pc:chgData name="Sanmukh Kuppannagari" userId="ad215094-da36-4b66-9c79-369a17aea26b" providerId="ADAL" clId="{AA11B565-206C-4EF0-881B-47DE8798C588}" dt="2024-10-01T13:51:46.507" v="5038"/>
        <pc:sldMkLst>
          <pc:docMk/>
          <pc:sldMk cId="3330804335" sldId="1583"/>
        </pc:sldMkLst>
      </pc:sldChg>
      <pc:sldChg chg="addSp delSp modSp add mod">
        <pc:chgData name="Sanmukh Kuppannagari" userId="ad215094-da36-4b66-9c79-369a17aea26b" providerId="ADAL" clId="{AA11B565-206C-4EF0-881B-47DE8798C588}" dt="2024-10-01T13:54:07.958" v="5074" actId="478"/>
        <pc:sldMkLst>
          <pc:docMk/>
          <pc:sldMk cId="936452190" sldId="1584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652014047" sldId="1585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3673118713" sldId="1586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1582105460" sldId="1587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2630656864" sldId="1588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501396604" sldId="1589"/>
        </pc:sldMkLst>
      </pc:sldChg>
      <pc:sldChg chg="modSp add mod">
        <pc:chgData name="Sanmukh Kuppannagari" userId="ad215094-da36-4b66-9c79-369a17aea26b" providerId="ADAL" clId="{AA11B565-206C-4EF0-881B-47DE8798C588}" dt="2024-10-01T13:57:24.279" v="5244" actId="20577"/>
        <pc:sldMkLst>
          <pc:docMk/>
          <pc:sldMk cId="1936211990" sldId="1590"/>
        </pc:sldMkLst>
      </pc:sldChg>
      <pc:sldChg chg="add ord">
        <pc:chgData name="Sanmukh Kuppannagari" userId="ad215094-da36-4b66-9c79-369a17aea26b" providerId="ADAL" clId="{AA11B565-206C-4EF0-881B-47DE8798C588}" dt="2024-10-01T13:57:46.397" v="5247"/>
        <pc:sldMkLst>
          <pc:docMk/>
          <pc:sldMk cId="2024305596" sldId="1591"/>
        </pc:sldMkLst>
      </pc:sldChg>
      <pc:sldMasterChg chg="delSldLayout">
        <pc:chgData name="Sanmukh Kuppannagari" userId="ad215094-da36-4b66-9c79-369a17aea26b" providerId="ADAL" clId="{AA11B565-206C-4EF0-881B-47DE8798C588}" dt="2024-10-01T11:53:05.818" v="3891" actId="47"/>
        <pc:sldMasterMkLst>
          <pc:docMk/>
          <pc:sldMasterMk cId="1728476084" sldId="2147483648"/>
        </pc:sldMasterMkLst>
        <pc:sldLayoutChg chg="del">
          <pc:chgData name="Sanmukh Kuppannagari" userId="ad215094-da36-4b66-9c79-369a17aea26b" providerId="ADAL" clId="{AA11B565-206C-4EF0-881B-47DE8798C588}" dt="2024-10-01T11:53:05.818" v="3891" actId="47"/>
          <pc:sldLayoutMkLst>
            <pc:docMk/>
            <pc:sldMasterMk cId="1728476084" sldId="2147483648"/>
            <pc:sldLayoutMk cId="2002986407" sldId="2147483660"/>
          </pc:sldLayoutMkLst>
        </pc:sldLayoutChg>
      </pc:sldMasterChg>
    </pc:docChg>
  </pc:docChgLst>
  <pc:docChgLst>
    <pc:chgData name="Sanmukh Kuppannagari" userId="ad215094-da36-4b66-9c79-369a17aea26b" providerId="ADAL" clId="{11171A05-B6FC-4395-9957-15FB24B3E448}"/>
    <pc:docChg chg="undo custSel addSld delSld modSld sldOrd">
      <pc:chgData name="Sanmukh Kuppannagari" userId="ad215094-da36-4b66-9c79-369a17aea26b" providerId="ADAL" clId="{11171A05-B6FC-4395-9957-15FB24B3E448}" dt="2024-08-29T14:52:38.567" v="6676" actId="962"/>
      <pc:docMkLst>
        <pc:docMk/>
      </pc:docMkLst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11171A05-B6FC-4395-9957-15FB24B3E448}" dt="2024-08-29T13:54:11.711" v="6045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79812585" sldId="2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40158276" sldId="281"/>
        </pc:sldMkLst>
      </pc:sldChg>
      <pc:sldChg chg="modSp mod">
        <pc:chgData name="Sanmukh Kuppannagari" userId="ad215094-da36-4b66-9c79-369a17aea26b" providerId="ADAL" clId="{11171A05-B6FC-4395-9957-15FB24B3E448}" dt="2024-08-29T14:50:06.257" v="6646" actId="20577"/>
        <pc:sldMkLst>
          <pc:docMk/>
          <pc:sldMk cId="2158303791" sldId="288"/>
        </pc:sldMkLst>
      </pc:sldChg>
      <pc:sldChg chg="modSp add mod">
        <pc:chgData name="Sanmukh Kuppannagari" userId="ad215094-da36-4b66-9c79-369a17aea26b" providerId="ADAL" clId="{11171A05-B6FC-4395-9957-15FB24B3E448}" dt="2024-08-29T13:54:15.117" v="6046" actId="20577"/>
        <pc:sldMkLst>
          <pc:docMk/>
          <pc:sldMk cId="1737272183" sldId="289"/>
        </pc:sldMkLst>
      </pc:sldChg>
      <pc:sldChg chg="modSp new mod">
        <pc:chgData name="Sanmukh Kuppannagari" userId="ad215094-da36-4b66-9c79-369a17aea26b" providerId="ADAL" clId="{11171A05-B6FC-4395-9957-15FB24B3E448}" dt="2024-08-29T03:23:19.483" v="506" actId="113"/>
        <pc:sldMkLst>
          <pc:docMk/>
          <pc:sldMk cId="2096129851" sldId="290"/>
        </pc:sldMkLst>
      </pc:sldChg>
      <pc:sldChg chg="modSp add mod">
        <pc:chgData name="Sanmukh Kuppannagari" userId="ad215094-da36-4b66-9c79-369a17aea26b" providerId="ADAL" clId="{11171A05-B6FC-4395-9957-15FB24B3E448}" dt="2024-08-29T14:52:38.567" v="6676" actId="962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1869099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873626867" sldId="29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0871894" sldId="293"/>
        </pc:sldMkLst>
      </pc:sldChg>
      <pc:sldChg chg="modSp add">
        <pc:chgData name="Sanmukh Kuppannagari" userId="ad215094-da36-4b66-9c79-369a17aea26b" providerId="ADAL" clId="{11171A05-B6FC-4395-9957-15FB24B3E448}" dt="2024-08-29T04:32:03.469" v="1362" actId="12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20910546" sldId="29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65558418" sldId="300"/>
        </pc:sldMkLst>
      </pc:sldChg>
      <pc:sldChg chg="addSp delSp modSp add mod">
        <pc:chgData name="Sanmukh Kuppannagari" userId="ad215094-da36-4b66-9c79-369a17aea26b" providerId="ADAL" clId="{11171A05-B6FC-4395-9957-15FB24B3E448}" dt="2024-08-29T04:56:22.963" v="2261" actId="478"/>
        <pc:sldMkLst>
          <pc:docMk/>
          <pc:sldMk cId="2873989303" sldId="301"/>
        </pc:sldMkLst>
      </pc:sldChg>
      <pc:sldChg chg="modSp add mod">
        <pc:chgData name="Sanmukh Kuppannagari" userId="ad215094-da36-4b66-9c79-369a17aea26b" providerId="ADAL" clId="{11171A05-B6FC-4395-9957-15FB24B3E448}" dt="2024-08-29T05:04:51.928" v="2596" actId="20577"/>
        <pc:sldMkLst>
          <pc:docMk/>
          <pc:sldMk cId="1126324089" sldId="302"/>
        </pc:sldMkLst>
      </pc:sldChg>
      <pc:sldChg chg="modSp add mod">
        <pc:chgData name="Sanmukh Kuppannagari" userId="ad215094-da36-4b66-9c79-369a17aea26b" providerId="ADAL" clId="{11171A05-B6FC-4395-9957-15FB24B3E448}" dt="2024-08-29T14:42:13.950" v="6420" actId="20577"/>
        <pc:sldMkLst>
          <pc:docMk/>
          <pc:sldMk cId="1159033991" sldId="30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520937317" sldId="30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56202256" sldId="307"/>
        </pc:sldMkLst>
      </pc:sldChg>
      <pc:sldChg chg="modSp add mod">
        <pc:chgData name="Sanmukh Kuppannagari" userId="ad215094-da36-4b66-9c79-369a17aea26b" providerId="ADAL" clId="{11171A05-B6FC-4395-9957-15FB24B3E448}" dt="2024-08-29T06:15:27.501" v="5155" actId="20577"/>
        <pc:sldMkLst>
          <pc:docMk/>
          <pc:sldMk cId="276729432" sldId="30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3261310" sldId="31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0883220" sldId="3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961129123" sldId="3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05956743" sldId="3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89729582" sldId="3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37906077" sldId="3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47053487" sldId="34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11840423" sldId="344"/>
        </pc:sldMkLst>
      </pc:sldChg>
      <pc:sldChg chg="add">
        <pc:chgData name="Sanmukh Kuppannagari" userId="ad215094-da36-4b66-9c79-369a17aea26b" providerId="ADAL" clId="{11171A05-B6FC-4395-9957-15FB24B3E448}" dt="2024-08-29T03:00:03.375" v="317"/>
        <pc:sldMkLst>
          <pc:docMk/>
          <pc:sldMk cId="1479581269" sldId="344"/>
        </pc:sldMkLst>
      </pc:sldChg>
      <pc:sldChg chg="add">
        <pc:chgData name="Sanmukh Kuppannagari" userId="ad215094-da36-4b66-9c79-369a17aea26b" providerId="ADAL" clId="{11171A05-B6FC-4395-9957-15FB24B3E448}" dt="2024-08-29T02:59:36.373" v="315"/>
        <pc:sldMkLst>
          <pc:docMk/>
          <pc:sldMk cId="1462781511" sldId="345"/>
        </pc:sldMkLst>
      </pc:sldChg>
      <pc:sldChg chg="add">
        <pc:chgData name="Sanmukh Kuppannagari" userId="ad215094-da36-4b66-9c79-369a17aea26b" providerId="ADAL" clId="{11171A05-B6FC-4395-9957-15FB24B3E448}" dt="2024-08-29T02:59:44.248" v="316"/>
        <pc:sldMkLst>
          <pc:docMk/>
          <pc:sldMk cId="1801581427" sldId="346"/>
        </pc:sldMkLst>
      </pc:sldChg>
      <pc:sldChg chg="modSp add mod ord">
        <pc:chgData name="Sanmukh Kuppannagari" userId="ad215094-da36-4b66-9c79-369a17aea26b" providerId="ADAL" clId="{11171A05-B6FC-4395-9957-15FB24B3E448}" dt="2024-08-29T03:23:59.070" v="547" actId="20577"/>
        <pc:sldMkLst>
          <pc:docMk/>
          <pc:sldMk cId="770539502" sldId="347"/>
        </pc:sldMkLst>
      </pc:sldChg>
      <pc:sldChg chg="modSp add mod">
        <pc:chgData name="Sanmukh Kuppannagari" userId="ad215094-da36-4b66-9c79-369a17aea26b" providerId="ADAL" clId="{11171A05-B6FC-4395-9957-15FB24B3E448}" dt="2024-08-29T13:54:42.456" v="6047" actId="20577"/>
        <pc:sldMkLst>
          <pc:docMk/>
          <pc:sldMk cId="2297479372" sldId="348"/>
        </pc:sldMkLst>
      </pc:sldChg>
      <pc:sldChg chg="addSp delSp modSp add mod">
        <pc:chgData name="Sanmukh Kuppannagari" userId="ad215094-da36-4b66-9c79-369a17aea26b" providerId="ADAL" clId="{11171A05-B6FC-4395-9957-15FB24B3E448}" dt="2024-08-29T04:12:22.321" v="748" actId="478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90123102" sldId="349"/>
        </pc:sldMkLst>
      </pc:sldChg>
      <pc:sldChg chg="delSp modSp add mod">
        <pc:chgData name="Sanmukh Kuppannagari" userId="ad215094-da36-4b66-9c79-369a17aea26b" providerId="ADAL" clId="{11171A05-B6FC-4395-9957-15FB24B3E448}" dt="2024-08-29T04:10:35.198" v="723" actId="20577"/>
        <pc:sldMkLst>
          <pc:docMk/>
          <pc:sldMk cId="3256780983" sldId="350"/>
        </pc:sldMkLst>
      </pc:sldChg>
      <pc:sldChg chg="addSp delSp modSp add mod">
        <pc:chgData name="Sanmukh Kuppannagari" userId="ad215094-da36-4b66-9c79-369a17aea26b" providerId="ADAL" clId="{11171A05-B6FC-4395-9957-15FB24B3E448}" dt="2024-08-29T04:32:11.350" v="1364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8420558" sldId="351"/>
        </pc:sldMkLst>
      </pc:sldChg>
      <pc:sldChg chg="modSp add mod">
        <pc:chgData name="Sanmukh Kuppannagari" userId="ad215094-da36-4b66-9c79-369a17aea26b" providerId="ADAL" clId="{11171A05-B6FC-4395-9957-15FB24B3E448}" dt="2024-08-29T04:12:40.860" v="750" actId="20577"/>
        <pc:sldMkLst>
          <pc:docMk/>
          <pc:sldMk cId="3895847466" sldId="352"/>
        </pc:sldMkLst>
      </pc:sldChg>
      <pc:sldChg chg="delSp modSp add mod">
        <pc:chgData name="Sanmukh Kuppannagari" userId="ad215094-da36-4b66-9c79-369a17aea26b" providerId="ADAL" clId="{11171A05-B6FC-4395-9957-15FB24B3E448}" dt="2024-08-29T04:34:56.365" v="1410" actId="2057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492042211" sldId="354"/>
        </pc:sldMkLst>
      </pc:sldChg>
      <pc:sldChg chg="modSp add mod ord">
        <pc:chgData name="Sanmukh Kuppannagari" userId="ad215094-da36-4b66-9c79-369a17aea26b" providerId="ADAL" clId="{11171A05-B6FC-4395-9957-15FB24B3E448}" dt="2024-08-29T04:32:07.401" v="1363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65917714" sldId="355"/>
        </pc:sldMkLst>
      </pc:sldChg>
      <pc:sldChg chg="addSp modSp add mod">
        <pc:chgData name="Sanmukh Kuppannagari" userId="ad215094-da36-4b66-9c79-369a17aea26b" providerId="ADAL" clId="{11171A05-B6FC-4395-9957-15FB24B3E448}" dt="2024-08-29T04:32:15.343" v="1365"/>
        <pc:sldMkLst>
          <pc:docMk/>
          <pc:sldMk cId="4053306255" sldId="355"/>
        </pc:sldMkLst>
      </pc:sldChg>
      <pc:sldChg chg="modSp new mod">
        <pc:chgData name="Sanmukh Kuppannagari" userId="ad215094-da36-4b66-9c79-369a17aea26b" providerId="ADAL" clId="{11171A05-B6FC-4395-9957-15FB24B3E448}" dt="2024-08-29T04:28:58.024" v="1349" actId="20577"/>
        <pc:sldMkLst>
          <pc:docMk/>
          <pc:sldMk cId="4022701561" sldId="356"/>
        </pc:sldMkLst>
      </pc:sldChg>
      <pc:sldChg chg="delSp modSp add mod">
        <pc:chgData name="Sanmukh Kuppannagari" userId="ad215094-da36-4b66-9c79-369a17aea26b" providerId="ADAL" clId="{11171A05-B6FC-4395-9957-15FB24B3E448}" dt="2024-08-29T04:35:06.838" v="1411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14734292" sldId="357"/>
        </pc:sldMkLst>
      </pc:sldChg>
      <pc:sldChg chg="modSp add mod">
        <pc:chgData name="Sanmukh Kuppannagari" userId="ad215094-da36-4b66-9c79-369a17aea26b" providerId="ADAL" clId="{11171A05-B6FC-4395-9957-15FB24B3E448}" dt="2024-08-29T04:40:51.696" v="1816" actId="5793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08044999" sldId="359"/>
        </pc:sldMkLst>
      </pc:sldChg>
      <pc:sldChg chg="modSp add mod">
        <pc:chgData name="Sanmukh Kuppannagari" userId="ad215094-da36-4b66-9c79-369a17aea26b" providerId="ADAL" clId="{11171A05-B6FC-4395-9957-15FB24B3E448}" dt="2024-08-29T13:54:53.355" v="6048" actId="20577"/>
        <pc:sldMkLst>
          <pc:docMk/>
          <pc:sldMk cId="2439461653" sldId="359"/>
        </pc:sldMkLst>
      </pc:sldChg>
      <pc:sldChg chg="modSp add mod">
        <pc:chgData name="Sanmukh Kuppannagari" userId="ad215094-da36-4b66-9c79-369a17aea26b" providerId="ADAL" clId="{11171A05-B6FC-4395-9957-15FB24B3E448}" dt="2024-08-29T05:38:21.643" v="4008" actId="113"/>
        <pc:sldMkLst>
          <pc:docMk/>
          <pc:sldMk cId="1297561959" sldId="360"/>
        </pc:sldMkLst>
      </pc:sldChg>
      <pc:sldChg chg="addSp modSp add del mod">
        <pc:chgData name="Sanmukh Kuppannagari" userId="ad215094-da36-4b66-9c79-369a17aea26b" providerId="ADAL" clId="{11171A05-B6FC-4395-9957-15FB24B3E448}" dt="2024-08-29T04:39:20.330" v="1614" actId="47"/>
        <pc:sldMkLst>
          <pc:docMk/>
          <pc:sldMk cId="3344308429" sldId="36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582721875" sldId="361"/>
        </pc:sldMkLst>
      </pc:sldChg>
      <pc:sldChg chg="addSp modSp new mod">
        <pc:chgData name="Sanmukh Kuppannagari" userId="ad215094-da36-4b66-9c79-369a17aea26b" providerId="ADAL" clId="{11171A05-B6FC-4395-9957-15FB24B3E448}" dt="2024-08-29T04:39:02.116" v="1596" actId="20577"/>
        <pc:sldMkLst>
          <pc:docMk/>
          <pc:sldMk cId="3929262316" sldId="361"/>
        </pc:sldMkLst>
      </pc:sldChg>
      <pc:sldChg chg="modSp add mod">
        <pc:chgData name="Sanmukh Kuppannagari" userId="ad215094-da36-4b66-9c79-369a17aea26b" providerId="ADAL" clId="{11171A05-B6FC-4395-9957-15FB24B3E448}" dt="2024-08-29T04:39:11.472" v="1613" actId="2057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711586685" sldId="362"/>
        </pc:sldMkLst>
      </pc:sldChg>
      <pc:sldChg chg="modSp new mod">
        <pc:chgData name="Sanmukh Kuppannagari" userId="ad215094-da36-4b66-9c79-369a17aea26b" providerId="ADAL" clId="{11171A05-B6FC-4395-9957-15FB24B3E448}" dt="2024-08-29T04:44:10.032" v="2034" actId="2057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76817876" sldId="364"/>
        </pc:sldMkLst>
      </pc:sldChg>
      <pc:sldChg chg="addSp modSp new mod">
        <pc:chgData name="Sanmukh Kuppannagari" userId="ad215094-da36-4b66-9c79-369a17aea26b" providerId="ADAL" clId="{11171A05-B6FC-4395-9957-15FB24B3E448}" dt="2024-08-29T04:54:41.167" v="2230" actId="20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59025400" sldId="365"/>
        </pc:sldMkLst>
      </pc:sldChg>
      <pc:sldChg chg="modSp add mod">
        <pc:chgData name="Sanmukh Kuppannagari" userId="ad215094-da36-4b66-9c79-369a17aea26b" providerId="ADAL" clId="{11171A05-B6FC-4395-9957-15FB24B3E448}" dt="2024-08-29T04:55:25.790" v="2255" actId="20577"/>
        <pc:sldMkLst>
          <pc:docMk/>
          <pc:sldMk cId="3248262078" sldId="365"/>
        </pc:sldMkLst>
      </pc:sldChg>
      <pc:sldChg chg="modSp add mod">
        <pc:chgData name="Sanmukh Kuppannagari" userId="ad215094-da36-4b66-9c79-369a17aea26b" providerId="ADAL" clId="{11171A05-B6FC-4395-9957-15FB24B3E448}" dt="2024-08-29T04:56:34.507" v="2262" actId="20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11171A05-B6FC-4395-9957-15FB24B3E448}" dt="2024-08-29T04:57:32.754" v="2263"/>
        <pc:sldMkLst>
          <pc:docMk/>
          <pc:sldMk cId="4238699627" sldId="367"/>
        </pc:sldMkLst>
      </pc:sldChg>
      <pc:sldChg chg="modSp add mod">
        <pc:chgData name="Sanmukh Kuppannagari" userId="ad215094-da36-4b66-9c79-369a17aea26b" providerId="ADAL" clId="{11171A05-B6FC-4395-9957-15FB24B3E448}" dt="2024-08-29T05:00:42.811" v="2508" actId="207"/>
        <pc:sldMkLst>
          <pc:docMk/>
          <pc:sldMk cId="2321776317" sldId="368"/>
        </pc:sldMkLst>
      </pc:sldChg>
      <pc:sldChg chg="modSp add mod">
        <pc:chgData name="Sanmukh Kuppannagari" userId="ad215094-da36-4b66-9c79-369a17aea26b" providerId="ADAL" clId="{11171A05-B6FC-4395-9957-15FB24B3E448}" dt="2024-08-29T05:01:57.706" v="2572" actId="20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11171A05-B6FC-4395-9957-15FB24B3E448}" dt="2024-08-29T05:04:06.167" v="2592" actId="2057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04881137" sldId="370"/>
        </pc:sldMkLst>
      </pc:sldChg>
      <pc:sldChg chg="add ord">
        <pc:chgData name="Sanmukh Kuppannagari" userId="ad215094-da36-4b66-9c79-369a17aea26b" providerId="ADAL" clId="{11171A05-B6FC-4395-9957-15FB24B3E448}" dt="2024-08-29T05:04:12.943" v="2594"/>
        <pc:sldMkLst>
          <pc:docMk/>
          <pc:sldMk cId="2998747380" sldId="371"/>
        </pc:sldMkLst>
      </pc:sldChg>
      <pc:sldChg chg="addSp modSp add mod">
        <pc:chgData name="Sanmukh Kuppannagari" userId="ad215094-da36-4b66-9c79-369a17aea26b" providerId="ADAL" clId="{11171A05-B6FC-4395-9957-15FB24B3E448}" dt="2024-08-29T14:42:02.660" v="6414" actId="20577"/>
        <pc:sldMkLst>
          <pc:docMk/>
          <pc:sldMk cId="2379148958" sldId="372"/>
        </pc:sldMkLst>
      </pc:sldChg>
      <pc:sldChg chg="addSp modSp new mod">
        <pc:chgData name="Sanmukh Kuppannagari" userId="ad215094-da36-4b66-9c79-369a17aea26b" providerId="ADAL" clId="{11171A05-B6FC-4395-9957-15FB24B3E448}" dt="2024-08-29T14:42:38.760" v="6421" actId="113"/>
        <pc:sldMkLst>
          <pc:docMk/>
          <pc:sldMk cId="516672496" sldId="373"/>
        </pc:sldMkLst>
      </pc:sldChg>
      <pc:sldChg chg="modSp new mod ord">
        <pc:chgData name="Sanmukh Kuppannagari" userId="ad215094-da36-4b66-9c79-369a17aea26b" providerId="ADAL" clId="{11171A05-B6FC-4395-9957-15FB24B3E448}" dt="2024-08-29T14:40:40.631" v="6410"/>
        <pc:sldMkLst>
          <pc:docMk/>
          <pc:sldMk cId="3793747627" sldId="374"/>
        </pc:sldMkLst>
      </pc:sldChg>
      <pc:sldChg chg="addSp modSp add mod">
        <pc:chgData name="Sanmukh Kuppannagari" userId="ad215094-da36-4b66-9c79-369a17aea26b" providerId="ADAL" clId="{11171A05-B6FC-4395-9957-15FB24B3E448}" dt="2024-08-29T05:29:06.839" v="3626"/>
        <pc:sldMkLst>
          <pc:docMk/>
          <pc:sldMk cId="429392883" sldId="375"/>
        </pc:sldMkLst>
      </pc:sldChg>
      <pc:sldChg chg="modSp new mod">
        <pc:chgData name="Sanmukh Kuppannagari" userId="ad215094-da36-4b66-9c79-369a17aea26b" providerId="ADAL" clId="{11171A05-B6FC-4395-9957-15FB24B3E448}" dt="2024-08-29T14:43:44.626" v="6437" actId="20577"/>
        <pc:sldMkLst>
          <pc:docMk/>
          <pc:sldMk cId="1569227808" sldId="376"/>
        </pc:sldMkLst>
      </pc:sldChg>
      <pc:sldChg chg="modSp add del mod">
        <pc:chgData name="Sanmukh Kuppannagari" userId="ad215094-da36-4b66-9c79-369a17aea26b" providerId="ADAL" clId="{11171A05-B6FC-4395-9957-15FB24B3E448}" dt="2024-08-29T05:29:17.311" v="3628" actId="47"/>
        <pc:sldMkLst>
          <pc:docMk/>
          <pc:sldMk cId="2849554143" sldId="376"/>
        </pc:sldMkLst>
      </pc:sldChg>
      <pc:sldChg chg="add del">
        <pc:chgData name="Sanmukh Kuppannagari" userId="ad215094-da36-4b66-9c79-369a17aea26b" providerId="ADAL" clId="{11171A05-B6FC-4395-9957-15FB24B3E448}" dt="2024-08-29T05:29:29.409" v="3631"/>
        <pc:sldMkLst>
          <pc:docMk/>
          <pc:sldMk cId="359187930" sldId="377"/>
        </pc:sldMkLst>
      </pc:sldChg>
      <pc:sldChg chg="modSp add mod">
        <pc:chgData name="Sanmukh Kuppannagari" userId="ad215094-da36-4b66-9c79-369a17aea26b" providerId="ADAL" clId="{11171A05-B6FC-4395-9957-15FB24B3E448}" dt="2024-08-29T14:43:50.328" v="6447" actId="20577"/>
        <pc:sldMkLst>
          <pc:docMk/>
          <pc:sldMk cId="3476898497" sldId="377"/>
        </pc:sldMkLst>
      </pc:sldChg>
      <pc:sldChg chg="addSp modSp new mod">
        <pc:chgData name="Sanmukh Kuppannagari" userId="ad215094-da36-4b66-9c79-369a17aea26b" providerId="ADAL" clId="{11171A05-B6FC-4395-9957-15FB24B3E448}" dt="2024-08-29T05:52:17.083" v="4886" actId="20577"/>
        <pc:sldMkLst>
          <pc:docMk/>
          <pc:sldMk cId="3635117112" sldId="378"/>
        </pc:sldMkLst>
      </pc:sldChg>
      <pc:sldChg chg="addSp modSp new mod ord">
        <pc:chgData name="Sanmukh Kuppannagari" userId="ad215094-da36-4b66-9c79-369a17aea26b" providerId="ADAL" clId="{11171A05-B6FC-4395-9957-15FB24B3E448}" dt="2024-08-29T05:48:09.784" v="4605" actId="20577"/>
        <pc:sldMkLst>
          <pc:docMk/>
          <pc:sldMk cId="41816131" sldId="379"/>
        </pc:sldMkLst>
      </pc:sldChg>
      <pc:sldChg chg="modSp new mod">
        <pc:chgData name="Sanmukh Kuppannagari" userId="ad215094-da36-4b66-9c79-369a17aea26b" providerId="ADAL" clId="{11171A05-B6FC-4395-9957-15FB24B3E448}" dt="2024-08-29T05:53:16.792" v="4977" actId="20577"/>
        <pc:sldMkLst>
          <pc:docMk/>
          <pc:sldMk cId="2126930210" sldId="380"/>
        </pc:sldMkLst>
      </pc:sldChg>
      <pc:sldChg chg="addSp delSp modSp add mod">
        <pc:chgData name="Sanmukh Kuppannagari" userId="ad215094-da36-4b66-9c79-369a17aea26b" providerId="ADAL" clId="{11171A05-B6FC-4395-9957-15FB24B3E448}" dt="2024-08-29T14:45:36.314" v="6483" actId="113"/>
        <pc:sldMkLst>
          <pc:docMk/>
          <pc:sldMk cId="2509516140" sldId="381"/>
        </pc:sldMkLst>
      </pc:sldChg>
      <pc:sldChg chg="modSp add mod">
        <pc:chgData name="Sanmukh Kuppannagari" userId="ad215094-da36-4b66-9c79-369a17aea26b" providerId="ADAL" clId="{11171A05-B6FC-4395-9957-15FB24B3E448}" dt="2024-08-29T14:46:01.205" v="6484"/>
        <pc:sldMkLst>
          <pc:docMk/>
          <pc:sldMk cId="793354200" sldId="382"/>
        </pc:sldMkLst>
      </pc:sldChg>
      <pc:sldChg chg="addSp modSp add mod">
        <pc:chgData name="Sanmukh Kuppannagari" userId="ad215094-da36-4b66-9c79-369a17aea26b" providerId="ADAL" clId="{11171A05-B6FC-4395-9957-15FB24B3E448}" dt="2024-08-29T14:46:19.193" v="6485"/>
        <pc:sldMkLst>
          <pc:docMk/>
          <pc:sldMk cId="2098484828" sldId="383"/>
        </pc:sldMkLst>
      </pc:sldChg>
      <pc:sldChg chg="modSp add mod">
        <pc:chgData name="Sanmukh Kuppannagari" userId="ad215094-da36-4b66-9c79-369a17aea26b" providerId="ADAL" clId="{11171A05-B6FC-4395-9957-15FB24B3E448}" dt="2024-08-29T06:00:00.119" v="5113" actId="20577"/>
        <pc:sldMkLst>
          <pc:docMk/>
          <pc:sldMk cId="468428153" sldId="384"/>
        </pc:sldMkLst>
      </pc:sldChg>
      <pc:sldChg chg="modSp add mod">
        <pc:chgData name="Sanmukh Kuppannagari" userId="ad215094-da36-4b66-9c79-369a17aea26b" providerId="ADAL" clId="{11171A05-B6FC-4395-9957-15FB24B3E448}" dt="2024-08-29T14:51:11.632" v="6672" actId="20577"/>
        <pc:sldMkLst>
          <pc:docMk/>
          <pc:sldMk cId="3753143955" sldId="385"/>
        </pc:sldMkLst>
      </pc:sldChg>
      <pc:sldChg chg="modSp add del mod">
        <pc:chgData name="Sanmukh Kuppannagari" userId="ad215094-da36-4b66-9c79-369a17aea26b" providerId="ADAL" clId="{11171A05-B6FC-4395-9957-15FB24B3E448}" dt="2024-08-29T13:55:06.345" v="6049" actId="47"/>
        <pc:sldMkLst>
          <pc:docMk/>
          <pc:sldMk cId="3189588850" sldId="386"/>
        </pc:sldMkLst>
      </pc:sldChg>
      <pc:sldChg chg="modSp new mod">
        <pc:chgData name="Sanmukh Kuppannagari" userId="ad215094-da36-4b66-9c79-369a17aea26b" providerId="ADAL" clId="{11171A05-B6FC-4395-9957-15FB24B3E448}" dt="2024-08-29T13:50:23.094" v="5793" actId="20577"/>
        <pc:sldMkLst>
          <pc:docMk/>
          <pc:sldMk cId="3250158129" sldId="387"/>
        </pc:sldMkLst>
      </pc:sldChg>
      <pc:sldChg chg="modSp add mod">
        <pc:chgData name="Sanmukh Kuppannagari" userId="ad215094-da36-4b66-9c79-369a17aea26b" providerId="ADAL" clId="{11171A05-B6FC-4395-9957-15FB24B3E448}" dt="2024-08-29T14:48:00.793" v="6509" actId="20577"/>
        <pc:sldMkLst>
          <pc:docMk/>
          <pc:sldMk cId="1655728199" sldId="388"/>
        </pc:sldMkLst>
      </pc:sldChg>
      <pc:sldChg chg="modSp new mod">
        <pc:chgData name="Sanmukh Kuppannagari" userId="ad215094-da36-4b66-9c79-369a17aea26b" providerId="ADAL" clId="{11171A05-B6FC-4395-9957-15FB24B3E448}" dt="2024-08-29T13:58:03.672" v="6405" actId="20577"/>
        <pc:sldMkLst>
          <pc:docMk/>
          <pc:sldMk cId="531953894" sldId="38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5402012" sldId="14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5492823" sldId="14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99650778" sldId="14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24960510" sldId="14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42676586" sldId="14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171868693" sldId="142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70763525" sldId="142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5993282" sldId="142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88014077" sldId="142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64992614" sldId="142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00684070" sldId="142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1228576" sldId="142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23560490" sldId="142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0318750" sldId="142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58413754" sldId="1429"/>
        </pc:sldMkLst>
      </pc:sldChg>
    </pc:docChg>
  </pc:docChgLst>
  <pc:docChgLst>
    <pc:chgData name="Sanmukh Kuppannagari" userId="ad215094-da36-4b66-9c79-369a17aea26b" providerId="ADAL" clId="{4AADFD82-FDC5-4959-98F3-0F9C04BB9859}"/>
    <pc:docChg chg="undo custSel addSld delSld modSld sldOrd">
      <pc:chgData name="Sanmukh Kuppannagari" userId="ad215094-da36-4b66-9c79-369a17aea26b" providerId="ADAL" clId="{4AADFD82-FDC5-4959-98F3-0F9C04BB9859}" dt="2025-09-25T03:26:17.211" v="3947" actId="1076"/>
      <pc:docMkLst>
        <pc:docMk/>
      </pc:docMkLst>
      <pc:sldChg chg="modSp mod">
        <pc:chgData name="Sanmukh Kuppannagari" userId="ad215094-da36-4b66-9c79-369a17aea26b" providerId="ADAL" clId="{4AADFD82-FDC5-4959-98F3-0F9C04BB9859}" dt="2025-09-24T21:08:36.853" v="2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4AADFD82-FDC5-4959-98F3-0F9C04BB9859}" dt="2025-09-24T21:08:36.853" v="2" actId="20577"/>
          <ac:spMkLst>
            <pc:docMk/>
            <pc:sldMk cId="728785357" sldId="256"/>
            <ac:spMk id="3" creationId="{C46BB279-3651-105A-8503-217F67B1FED8}"/>
          </ac:spMkLst>
        </pc:spChg>
      </pc:sldChg>
      <pc:sldChg chg="modSp mod">
        <pc:chgData name="Sanmukh Kuppannagari" userId="ad215094-da36-4b66-9c79-369a17aea26b" providerId="ADAL" clId="{4AADFD82-FDC5-4959-98F3-0F9C04BB9859}" dt="2025-09-25T01:54:21.397" v="414" actId="5793"/>
        <pc:sldMkLst>
          <pc:docMk/>
          <pc:sldMk cId="2017305151" sldId="261"/>
        </pc:sldMkLst>
        <pc:spChg chg="mod">
          <ac:chgData name="Sanmukh Kuppannagari" userId="ad215094-da36-4b66-9c79-369a17aea26b" providerId="ADAL" clId="{4AADFD82-FDC5-4959-98F3-0F9C04BB9859}" dt="2025-09-25T01:54:21.397" v="414" actId="5793"/>
          <ac:spMkLst>
            <pc:docMk/>
            <pc:sldMk cId="2017305151" sldId="261"/>
            <ac:spMk id="3" creationId="{D61E7643-79A8-EFA8-035B-07E3457DA90C}"/>
          </ac:spMkLst>
        </pc:spChg>
      </pc:sldChg>
      <pc:sldChg chg="add del">
        <pc:chgData name="Sanmukh Kuppannagari" userId="ad215094-da36-4b66-9c79-369a17aea26b" providerId="ADAL" clId="{4AADFD82-FDC5-4959-98F3-0F9C04BB9859}" dt="2025-09-25T02:51:00.425" v="3225" actId="47"/>
        <pc:sldMkLst>
          <pc:docMk/>
          <pc:sldMk cId="882591950" sldId="1237"/>
        </pc:sldMkLst>
      </pc:sldChg>
      <pc:sldChg chg="modSp mod">
        <pc:chgData name="Sanmukh Kuppannagari" userId="ad215094-da36-4b66-9c79-369a17aea26b" providerId="ADAL" clId="{4AADFD82-FDC5-4959-98F3-0F9C04BB9859}" dt="2025-09-25T01:57:00.636" v="436" actId="113"/>
        <pc:sldMkLst>
          <pc:docMk/>
          <pc:sldMk cId="3630924" sldId="1253"/>
        </pc:sldMkLst>
        <pc:spChg chg="mod">
          <ac:chgData name="Sanmukh Kuppannagari" userId="ad215094-da36-4b66-9c79-369a17aea26b" providerId="ADAL" clId="{4AADFD82-FDC5-4959-98F3-0F9C04BB9859}" dt="2025-09-25T01:57:00.636" v="436" actId="113"/>
          <ac:spMkLst>
            <pc:docMk/>
            <pc:sldMk cId="3630924" sldId="1253"/>
            <ac:spMk id="3" creationId="{FAB84D86-2480-F6C6-1CC0-FABC5ED98208}"/>
          </ac:spMkLst>
        </pc:spChg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4284530624" sldId="1254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413064123" sldId="1255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574746539" sldId="1256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927700788" sldId="1257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750676043" sldId="1258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329904463" sldId="1259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892195865" sldId="1260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157439954" sldId="1261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769619670" sldId="1262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80733138" sldId="1263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116587120" sldId="1265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205148523" sldId="1266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207822773" sldId="1267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166595346" sldId="1268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888322834" sldId="1269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981461382" sldId="1270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073609131" sldId="1271"/>
        </pc:sldMkLst>
      </pc:sldChg>
      <pc:sldChg chg="add del">
        <pc:chgData name="Sanmukh Kuppannagari" userId="ad215094-da36-4b66-9c79-369a17aea26b" providerId="ADAL" clId="{4AADFD82-FDC5-4959-98F3-0F9C04BB9859}" dt="2025-09-25T02:00:41.573" v="496"/>
        <pc:sldMkLst>
          <pc:docMk/>
          <pc:sldMk cId="2505794832" sldId="1272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899752863" sldId="1280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199527142" sldId="1281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004796864" sldId="1282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558271014" sldId="1299"/>
        </pc:sldMkLst>
      </pc:sldChg>
      <pc:sldChg chg="add del">
        <pc:chgData name="Sanmukh Kuppannagari" userId="ad215094-da36-4b66-9c79-369a17aea26b" providerId="ADAL" clId="{4AADFD82-FDC5-4959-98F3-0F9C04BB9859}" dt="2025-09-25T02:50:58.036" v="3224" actId="47"/>
        <pc:sldMkLst>
          <pc:docMk/>
          <pc:sldMk cId="1958832422" sldId="1300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2120621833" sldId="1301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761206213" sldId="1302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902944658" sldId="1309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577631310" sldId="1310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692720287" sldId="1311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4072723455" sldId="1312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830590251" sldId="1313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979417289" sldId="1314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062603384" sldId="1315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238687387" sldId="1316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05581169" sldId="1317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626710577" sldId="1318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589855805" sldId="1319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870134566" sldId="1320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443015343" sldId="1321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08815486" sldId="1322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927615945" sldId="1323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48302563" sldId="1324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558153898" sldId="1325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579584412" sldId="1326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876399712" sldId="1327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577888197" sldId="1328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446468191" sldId="1329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270243835" sldId="1330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580580032" sldId="1331"/>
        </pc:sldMkLst>
      </pc:sldChg>
      <pc:sldChg chg="add del">
        <pc:chgData name="Sanmukh Kuppannagari" userId="ad215094-da36-4b66-9c79-369a17aea26b" providerId="ADAL" clId="{4AADFD82-FDC5-4959-98F3-0F9C04BB9859}" dt="2025-09-24T21:16:27.372" v="300"/>
        <pc:sldMkLst>
          <pc:docMk/>
          <pc:sldMk cId="189707620" sldId="1332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2947096827" sldId="1348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4042243871" sldId="1349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4189498737" sldId="1350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3540455608" sldId="1351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955974285" sldId="1352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190843385" sldId="1353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3949718224" sldId="1354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2944983638" sldId="1355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602010999" sldId="1356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3928916360" sldId="1357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554485064" sldId="1358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1255597569" sldId="1359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255600020" sldId="1360"/>
        </pc:sldMkLst>
      </pc:sldChg>
      <pc:sldChg chg="add">
        <pc:chgData name="Sanmukh Kuppannagari" userId="ad215094-da36-4b66-9c79-369a17aea26b" providerId="ADAL" clId="{4AADFD82-FDC5-4959-98F3-0F9C04BB9859}" dt="2025-09-24T21:16:49.528" v="301"/>
        <pc:sldMkLst>
          <pc:docMk/>
          <pc:sldMk cId="2091206708" sldId="1361"/>
        </pc:sldMkLst>
      </pc:sldChg>
      <pc:sldChg chg="addSp modSp add mod">
        <pc:chgData name="Sanmukh Kuppannagari" userId="ad215094-da36-4b66-9c79-369a17aea26b" providerId="ADAL" clId="{4AADFD82-FDC5-4959-98F3-0F9C04BB9859}" dt="2025-09-25T02:34:28.362" v="2673" actId="122"/>
        <pc:sldMkLst>
          <pc:docMk/>
          <pc:sldMk cId="1324345654" sldId="1363"/>
        </pc:sldMkLst>
      </pc:sldChg>
      <pc:sldChg chg="addSp modSp add">
        <pc:chgData name="Sanmukh Kuppannagari" userId="ad215094-da36-4b66-9c79-369a17aea26b" providerId="ADAL" clId="{4AADFD82-FDC5-4959-98F3-0F9C04BB9859}" dt="2025-09-25T02:34:32.266" v="2674"/>
        <pc:sldMkLst>
          <pc:docMk/>
          <pc:sldMk cId="1952027562" sldId="1364"/>
        </pc:sldMkLst>
      </pc:sldChg>
      <pc:sldChg chg="addSp modSp add">
        <pc:chgData name="Sanmukh Kuppannagari" userId="ad215094-da36-4b66-9c79-369a17aea26b" providerId="ADAL" clId="{4AADFD82-FDC5-4959-98F3-0F9C04BB9859}" dt="2025-09-25T02:34:33.995" v="2675"/>
        <pc:sldMkLst>
          <pc:docMk/>
          <pc:sldMk cId="2681935685" sldId="1365"/>
        </pc:sldMkLst>
      </pc:sldChg>
      <pc:sldChg chg="addSp delSp modSp add mod">
        <pc:chgData name="Sanmukh Kuppannagari" userId="ad215094-da36-4b66-9c79-369a17aea26b" providerId="ADAL" clId="{4AADFD82-FDC5-4959-98F3-0F9C04BB9859}" dt="2025-09-25T02:35:49.550" v="2685" actId="478"/>
        <pc:sldMkLst>
          <pc:docMk/>
          <pc:sldMk cId="1694987608" sldId="1366"/>
        </pc:sldMkLst>
      </pc:sldChg>
      <pc:sldChg chg="add">
        <pc:chgData name="Sanmukh Kuppannagari" userId="ad215094-da36-4b66-9c79-369a17aea26b" providerId="ADAL" clId="{4AADFD82-FDC5-4959-98F3-0F9C04BB9859}" dt="2025-09-25T02:05:47.787" v="830"/>
        <pc:sldMkLst>
          <pc:docMk/>
          <pc:sldMk cId="906755194" sldId="1371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2289880766" sldId="1393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547436486" sldId="1394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2202618607" sldId="1395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376476748" sldId="1396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326597970" sldId="1397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3317642017" sldId="1398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1917602464" sldId="1399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135936496" sldId="1400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3700221882" sldId="1401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3296018570" sldId="1402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1582163347" sldId="1403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904800431" sldId="1404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3392244592" sldId="1405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697652818" sldId="1406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2455634612" sldId="1407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2839119350" sldId="1408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3080220527" sldId="1409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2247426298" sldId="1410"/>
        </pc:sldMkLst>
      </pc:sldChg>
      <pc:sldChg chg="modSp add mod">
        <pc:chgData name="Sanmukh Kuppannagari" userId="ad215094-da36-4b66-9c79-369a17aea26b" providerId="ADAL" clId="{4AADFD82-FDC5-4959-98F3-0F9C04BB9859}" dt="2025-09-25T02:57:10.714" v="3518" actId="207"/>
        <pc:sldMkLst>
          <pc:docMk/>
          <pc:sldMk cId="4009862055" sldId="1411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3931076547" sldId="1412"/>
        </pc:sldMkLst>
      </pc:sldChg>
      <pc:sldChg chg="add">
        <pc:chgData name="Sanmukh Kuppannagari" userId="ad215094-da36-4b66-9c79-369a17aea26b" providerId="ADAL" clId="{4AADFD82-FDC5-4959-98F3-0F9C04BB9859}" dt="2025-09-24T21:17:45.977" v="302"/>
        <pc:sldMkLst>
          <pc:docMk/>
          <pc:sldMk cId="2299857702" sldId="1413"/>
        </pc:sldMkLst>
      </pc:sldChg>
      <pc:sldChg chg="modSp add mod">
        <pc:chgData name="Sanmukh Kuppannagari" userId="ad215094-da36-4b66-9c79-369a17aea26b" providerId="ADAL" clId="{4AADFD82-FDC5-4959-98F3-0F9C04BB9859}" dt="2025-09-25T02:57:29.454" v="3522" actId="20577"/>
        <pc:sldMkLst>
          <pc:docMk/>
          <pc:sldMk cId="2715450416" sldId="1414"/>
        </pc:sldMkLst>
        <pc:spChg chg="mod">
          <ac:chgData name="Sanmukh Kuppannagari" userId="ad215094-da36-4b66-9c79-369a17aea26b" providerId="ADAL" clId="{4AADFD82-FDC5-4959-98F3-0F9C04BB9859}" dt="2025-09-25T02:57:29.454" v="3522" actId="20577"/>
          <ac:spMkLst>
            <pc:docMk/>
            <pc:sldMk cId="2715450416" sldId="1414"/>
            <ac:spMk id="3" creationId="{031B3923-55C8-4D37-403B-BB79DCBB9ED4}"/>
          </ac:spMkLst>
        </pc:spChg>
      </pc:sldChg>
      <pc:sldChg chg="modSp mod">
        <pc:chgData name="Sanmukh Kuppannagari" userId="ad215094-da36-4b66-9c79-369a17aea26b" providerId="ADAL" clId="{4AADFD82-FDC5-4959-98F3-0F9C04BB9859}" dt="2025-09-24T21:10:18.936" v="150" actId="20577"/>
        <pc:sldMkLst>
          <pc:docMk/>
          <pc:sldMk cId="1297240811" sldId="1551"/>
        </pc:sldMkLst>
        <pc:spChg chg="mod">
          <ac:chgData name="Sanmukh Kuppannagari" userId="ad215094-da36-4b66-9c79-369a17aea26b" providerId="ADAL" clId="{4AADFD82-FDC5-4959-98F3-0F9C04BB9859}" dt="2025-09-24T21:10:18.936" v="150" actId="20577"/>
          <ac:spMkLst>
            <pc:docMk/>
            <pc:sldMk cId="1297240811" sldId="1551"/>
            <ac:spMk id="3" creationId="{E7FF2391-E8AE-9A93-A4FC-0E02B54BC29C}"/>
          </ac:spMkLst>
        </pc:spChg>
      </pc:sldChg>
      <pc:sldChg chg="modSp add del mod">
        <pc:chgData name="Sanmukh Kuppannagari" userId="ad215094-da36-4b66-9c79-369a17aea26b" providerId="ADAL" clId="{4AADFD82-FDC5-4959-98F3-0F9C04BB9859}" dt="2025-09-25T01:59:10.979" v="492" actId="47"/>
        <pc:sldMkLst>
          <pc:docMk/>
          <pc:sldMk cId="1756044707" sldId="1552"/>
        </pc:sldMkLst>
      </pc:sldChg>
      <pc:sldChg chg="modSp add del mod">
        <pc:chgData name="Sanmukh Kuppannagari" userId="ad215094-da36-4b66-9c79-369a17aea26b" providerId="ADAL" clId="{4AADFD82-FDC5-4959-98F3-0F9C04BB9859}" dt="2025-09-25T01:55:04.164" v="424" actId="47"/>
        <pc:sldMkLst>
          <pc:docMk/>
          <pc:sldMk cId="3061376612" sldId="1553"/>
        </pc:sldMkLst>
      </pc:sldChg>
      <pc:sldChg chg="modSp add mod ord">
        <pc:chgData name="Sanmukh Kuppannagari" userId="ad215094-da36-4b66-9c79-369a17aea26b" providerId="ADAL" clId="{4AADFD82-FDC5-4959-98F3-0F9C04BB9859}" dt="2025-09-25T01:59:17.059" v="494"/>
        <pc:sldMkLst>
          <pc:docMk/>
          <pc:sldMk cId="1031082684" sldId="1554"/>
        </pc:sldMkLst>
      </pc:sldChg>
      <pc:sldChg chg="modSp add mod">
        <pc:chgData name="Sanmukh Kuppannagari" userId="ad215094-da36-4b66-9c79-369a17aea26b" providerId="ADAL" clId="{4AADFD82-FDC5-4959-98F3-0F9C04BB9859}" dt="2025-09-25T01:54:52.226" v="422" actId="207"/>
        <pc:sldMkLst>
          <pc:docMk/>
          <pc:sldMk cId="3102655080" sldId="1555"/>
        </pc:sldMkLst>
      </pc:sldChg>
      <pc:sldChg chg="modSp add mod">
        <pc:chgData name="Sanmukh Kuppannagari" userId="ad215094-da36-4b66-9c79-369a17aea26b" providerId="ADAL" clId="{4AADFD82-FDC5-4959-98F3-0F9C04BB9859}" dt="2025-09-25T01:55:08.478" v="425" actId="207"/>
        <pc:sldMkLst>
          <pc:docMk/>
          <pc:sldMk cId="1603436171" sldId="1556"/>
        </pc:sldMkLst>
      </pc:sldChg>
      <pc:sldChg chg="modSp add mod">
        <pc:chgData name="Sanmukh Kuppannagari" userId="ad215094-da36-4b66-9c79-369a17aea26b" providerId="ADAL" clId="{4AADFD82-FDC5-4959-98F3-0F9C04BB9859}" dt="2025-09-25T01:58:48.876" v="487" actId="113"/>
        <pc:sldMkLst>
          <pc:docMk/>
          <pc:sldMk cId="3219012261" sldId="1557"/>
        </pc:sldMkLst>
      </pc:sldChg>
      <pc:sldChg chg="delSp modSp add mod">
        <pc:chgData name="Sanmukh Kuppannagari" userId="ad215094-da36-4b66-9c79-369a17aea26b" providerId="ADAL" clId="{4AADFD82-FDC5-4959-98F3-0F9C04BB9859}" dt="2025-09-25T02:03:41.650" v="829" actId="478"/>
        <pc:sldMkLst>
          <pc:docMk/>
          <pc:sldMk cId="2055355578" sldId="1563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95513352" sldId="1606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256665225" sldId="1607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4149257190" sldId="1608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25795403" sldId="1610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322584748" sldId="1611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368184345" sldId="1612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660858661" sldId="1613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075019539" sldId="1614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026419143" sldId="1615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32141421" sldId="1616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723772378" sldId="1617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299419835" sldId="1618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4038028448" sldId="1619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184318108" sldId="1620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088901676" sldId="1621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941417563" sldId="1622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0892369" sldId="1623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754744985" sldId="1624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19091824" sldId="1625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1290179611" sldId="1626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180180404" sldId="1627"/>
        </pc:sldMkLst>
      </pc:sldChg>
      <pc:sldChg chg="add del">
        <pc:chgData name="Sanmukh Kuppannagari" userId="ad215094-da36-4b66-9c79-369a17aea26b" providerId="ADAL" clId="{4AADFD82-FDC5-4959-98F3-0F9C04BB9859}" dt="2025-09-25T02:00:31.916" v="495"/>
        <pc:sldMkLst>
          <pc:docMk/>
          <pc:sldMk cId="1699230104" sldId="1628"/>
        </pc:sldMkLst>
      </pc:sldChg>
      <pc:sldChg chg="modSp new mod">
        <pc:chgData name="Sanmukh Kuppannagari" userId="ad215094-da36-4b66-9c79-369a17aea26b" providerId="ADAL" clId="{4AADFD82-FDC5-4959-98F3-0F9C04BB9859}" dt="2025-09-25T02:02:45.599" v="822" actId="20577"/>
        <pc:sldMkLst>
          <pc:docMk/>
          <pc:sldMk cId="975006680" sldId="1629"/>
        </pc:sldMkLst>
        <pc:spChg chg="mod">
          <ac:chgData name="Sanmukh Kuppannagari" userId="ad215094-da36-4b66-9c79-369a17aea26b" providerId="ADAL" clId="{4AADFD82-FDC5-4959-98F3-0F9C04BB9859}" dt="2025-09-25T02:01:29.305" v="498"/>
          <ac:spMkLst>
            <pc:docMk/>
            <pc:sldMk cId="975006680" sldId="1629"/>
            <ac:spMk id="2" creationId="{E42514A3-4489-25D3-D48C-3AEB66CFAE72}"/>
          </ac:spMkLst>
        </pc:spChg>
        <pc:spChg chg="mod">
          <ac:chgData name="Sanmukh Kuppannagari" userId="ad215094-da36-4b66-9c79-369a17aea26b" providerId="ADAL" clId="{4AADFD82-FDC5-4959-98F3-0F9C04BB9859}" dt="2025-09-25T02:02:45.599" v="822" actId="20577"/>
          <ac:spMkLst>
            <pc:docMk/>
            <pc:sldMk cId="975006680" sldId="1629"/>
            <ac:spMk id="3" creationId="{EF16DC7F-C51E-15A5-929A-FFDFD74F1656}"/>
          </ac:spMkLst>
        </pc:spChg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4173184227" sldId="1629"/>
        </pc:sldMkLst>
      </pc:sldChg>
      <pc:sldChg chg="modSp new mod">
        <pc:chgData name="Sanmukh Kuppannagari" userId="ad215094-da36-4b66-9c79-369a17aea26b" providerId="ADAL" clId="{4AADFD82-FDC5-4959-98F3-0F9C04BB9859}" dt="2025-09-25T02:08:43.061" v="1057" actId="20577"/>
        <pc:sldMkLst>
          <pc:docMk/>
          <pc:sldMk cId="2528811919" sldId="1630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474780682" sldId="1630"/>
        </pc:sldMkLst>
      </pc:sldChg>
      <pc:sldChg chg="modSp new mod">
        <pc:chgData name="Sanmukh Kuppannagari" userId="ad215094-da36-4b66-9c79-369a17aea26b" providerId="ADAL" clId="{4AADFD82-FDC5-4959-98F3-0F9C04BB9859}" dt="2025-09-25T02:12:50.175" v="1393" actId="20577"/>
        <pc:sldMkLst>
          <pc:docMk/>
          <pc:sldMk cId="2580660460" sldId="1631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692075067" sldId="1631"/>
        </pc:sldMkLst>
      </pc:sldChg>
      <pc:sldChg chg="modSp new mod">
        <pc:chgData name="Sanmukh Kuppannagari" userId="ad215094-da36-4b66-9c79-369a17aea26b" providerId="ADAL" clId="{4AADFD82-FDC5-4959-98F3-0F9C04BB9859}" dt="2025-09-25T02:17:18.487" v="1680" actId="20577"/>
        <pc:sldMkLst>
          <pc:docMk/>
          <pc:sldMk cId="2919249467" sldId="1632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3605704340" sldId="1632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421242867" sldId="1633"/>
        </pc:sldMkLst>
      </pc:sldChg>
      <pc:sldChg chg="addSp delSp modSp new mod">
        <pc:chgData name="Sanmukh Kuppannagari" userId="ad215094-da36-4b66-9c79-369a17aea26b" providerId="ADAL" clId="{4AADFD82-FDC5-4959-98F3-0F9C04BB9859}" dt="2025-09-25T02:22:03.504" v="1687" actId="12"/>
        <pc:sldMkLst>
          <pc:docMk/>
          <pc:sldMk cId="2489840245" sldId="1633"/>
        </pc:sldMkLst>
      </pc:sldChg>
      <pc:sldChg chg="addSp modSp add mod">
        <pc:chgData name="Sanmukh Kuppannagari" userId="ad215094-da36-4b66-9c79-369a17aea26b" providerId="ADAL" clId="{4AADFD82-FDC5-4959-98F3-0F9C04BB9859}" dt="2025-09-25T02:24:54.404" v="1871" actId="20577"/>
        <pc:sldMkLst>
          <pc:docMk/>
          <pc:sldMk cId="141087495" sldId="1634"/>
        </pc:sldMkLst>
      </pc:sldChg>
      <pc:sldChg chg="del">
        <pc:chgData name="Sanmukh Kuppannagari" userId="ad215094-da36-4b66-9c79-369a17aea26b" providerId="ADAL" clId="{4AADFD82-FDC5-4959-98F3-0F9C04BB9859}" dt="2025-09-24T21:09:26.798" v="95" actId="47"/>
        <pc:sldMkLst>
          <pc:docMk/>
          <pc:sldMk cId="2259558617" sldId="1634"/>
        </pc:sldMkLst>
      </pc:sldChg>
      <pc:sldChg chg="addSp modSp add mod">
        <pc:chgData name="Sanmukh Kuppannagari" userId="ad215094-da36-4b66-9c79-369a17aea26b" providerId="ADAL" clId="{4AADFD82-FDC5-4959-98F3-0F9C04BB9859}" dt="2025-09-25T02:25:33.305" v="1904" actId="20577"/>
        <pc:sldMkLst>
          <pc:docMk/>
          <pc:sldMk cId="3909936989" sldId="1635"/>
        </pc:sldMkLst>
      </pc:sldChg>
      <pc:sldChg chg="addSp modSp add mod">
        <pc:chgData name="Sanmukh Kuppannagari" userId="ad215094-da36-4b66-9c79-369a17aea26b" providerId="ADAL" clId="{4AADFD82-FDC5-4959-98F3-0F9C04BB9859}" dt="2025-09-25T02:26:13.114" v="1953" actId="20577"/>
        <pc:sldMkLst>
          <pc:docMk/>
          <pc:sldMk cId="676574781" sldId="1636"/>
        </pc:sldMkLst>
      </pc:sldChg>
      <pc:sldChg chg="addSp modSp add mod">
        <pc:chgData name="Sanmukh Kuppannagari" userId="ad215094-da36-4b66-9c79-369a17aea26b" providerId="ADAL" clId="{4AADFD82-FDC5-4959-98F3-0F9C04BB9859}" dt="2025-09-25T02:28:26.766" v="2099"/>
        <pc:sldMkLst>
          <pc:docMk/>
          <pc:sldMk cId="1637544381" sldId="1637"/>
        </pc:sldMkLst>
      </pc:sldChg>
      <pc:sldChg chg="modSp new mod">
        <pc:chgData name="Sanmukh Kuppannagari" userId="ad215094-da36-4b66-9c79-369a17aea26b" providerId="ADAL" clId="{4AADFD82-FDC5-4959-98F3-0F9C04BB9859}" dt="2025-09-25T02:31:14.164" v="2592" actId="20577"/>
        <pc:sldMkLst>
          <pc:docMk/>
          <pc:sldMk cId="1015862891" sldId="1638"/>
        </pc:sldMkLst>
      </pc:sldChg>
      <pc:sldChg chg="modSp new mod">
        <pc:chgData name="Sanmukh Kuppannagari" userId="ad215094-da36-4b66-9c79-369a17aea26b" providerId="ADAL" clId="{4AADFD82-FDC5-4959-98F3-0F9C04BB9859}" dt="2025-09-25T03:18:30.840" v="3703" actId="20577"/>
        <pc:sldMkLst>
          <pc:docMk/>
          <pc:sldMk cId="2329980675" sldId="1639"/>
        </pc:sldMkLst>
      </pc:sldChg>
      <pc:sldChg chg="add">
        <pc:chgData name="Sanmukh Kuppannagari" userId="ad215094-da36-4b66-9c79-369a17aea26b" providerId="ADAL" clId="{4AADFD82-FDC5-4959-98F3-0F9C04BB9859}" dt="2025-09-25T02:35:27.314" v="2680"/>
        <pc:sldMkLst>
          <pc:docMk/>
          <pc:sldMk cId="945086714" sldId="1640"/>
        </pc:sldMkLst>
      </pc:sldChg>
      <pc:sldChg chg="addSp delSp modSp add mod">
        <pc:chgData name="Sanmukh Kuppannagari" userId="ad215094-da36-4b66-9c79-369a17aea26b" providerId="ADAL" clId="{4AADFD82-FDC5-4959-98F3-0F9C04BB9859}" dt="2025-09-25T02:43:21.798" v="2804" actId="1076"/>
        <pc:sldMkLst>
          <pc:docMk/>
          <pc:sldMk cId="4214249919" sldId="1641"/>
        </pc:sldMkLst>
      </pc:sldChg>
      <pc:sldChg chg="addSp modSp add mod">
        <pc:chgData name="Sanmukh Kuppannagari" userId="ad215094-da36-4b66-9c79-369a17aea26b" providerId="ADAL" clId="{4AADFD82-FDC5-4959-98F3-0F9C04BB9859}" dt="2025-09-25T02:44:19.555" v="2947" actId="20577"/>
        <pc:sldMkLst>
          <pc:docMk/>
          <pc:sldMk cId="718443645" sldId="1642"/>
        </pc:sldMkLst>
      </pc:sldChg>
      <pc:sldChg chg="addSp delSp modSp add mod">
        <pc:chgData name="Sanmukh Kuppannagari" userId="ad215094-da36-4b66-9c79-369a17aea26b" providerId="ADAL" clId="{4AADFD82-FDC5-4959-98F3-0F9C04BB9859}" dt="2025-09-25T02:52:59.568" v="3305" actId="20577"/>
        <pc:sldMkLst>
          <pc:docMk/>
          <pc:sldMk cId="1443863710" sldId="1643"/>
        </pc:sldMkLst>
      </pc:sldChg>
      <pc:sldChg chg="addSp modSp add mod">
        <pc:chgData name="Sanmukh Kuppannagari" userId="ad215094-da36-4b66-9c79-369a17aea26b" providerId="ADAL" clId="{4AADFD82-FDC5-4959-98F3-0F9C04BB9859}" dt="2025-09-25T02:48:20.314" v="3127" actId="207"/>
        <pc:sldMkLst>
          <pc:docMk/>
          <pc:sldMk cId="2123041264" sldId="1644"/>
        </pc:sldMkLst>
      </pc:sldChg>
      <pc:sldChg chg="modSp add mod">
        <pc:chgData name="Sanmukh Kuppannagari" userId="ad215094-da36-4b66-9c79-369a17aea26b" providerId="ADAL" clId="{4AADFD82-FDC5-4959-98F3-0F9C04BB9859}" dt="2025-09-25T02:48:42.262" v="3142" actId="207"/>
        <pc:sldMkLst>
          <pc:docMk/>
          <pc:sldMk cId="3051466868" sldId="1645"/>
        </pc:sldMkLst>
      </pc:sldChg>
      <pc:sldChg chg="addSp modSp add mod">
        <pc:chgData name="Sanmukh Kuppannagari" userId="ad215094-da36-4b66-9c79-369a17aea26b" providerId="ADAL" clId="{4AADFD82-FDC5-4959-98F3-0F9C04BB9859}" dt="2025-09-25T02:49:49.410" v="3210" actId="207"/>
        <pc:sldMkLst>
          <pc:docMk/>
          <pc:sldMk cId="3023684649" sldId="1646"/>
        </pc:sldMkLst>
      </pc:sldChg>
      <pc:sldChg chg="modSp add">
        <pc:chgData name="Sanmukh Kuppannagari" userId="ad215094-da36-4b66-9c79-369a17aea26b" providerId="ADAL" clId="{4AADFD82-FDC5-4959-98F3-0F9C04BB9859}" dt="2025-09-25T02:50:16.156" v="3223" actId="207"/>
        <pc:sldMkLst>
          <pc:docMk/>
          <pc:sldMk cId="3905001171" sldId="1647"/>
        </pc:sldMkLst>
      </pc:sldChg>
      <pc:sldChg chg="addSp delSp modSp add mod">
        <pc:chgData name="Sanmukh Kuppannagari" userId="ad215094-da36-4b66-9c79-369a17aea26b" providerId="ADAL" clId="{4AADFD82-FDC5-4959-98F3-0F9C04BB9859}" dt="2025-09-25T03:23:57.683" v="3881" actId="1076"/>
        <pc:sldMkLst>
          <pc:docMk/>
          <pc:sldMk cId="3868606071" sldId="1648"/>
        </pc:sldMkLst>
      </pc:sldChg>
      <pc:sldChg chg="addSp modSp add mod">
        <pc:chgData name="Sanmukh Kuppannagari" userId="ad215094-da36-4b66-9c79-369a17aea26b" providerId="ADAL" clId="{4AADFD82-FDC5-4959-98F3-0F9C04BB9859}" dt="2025-09-25T03:23:11.234" v="3802" actId="1076"/>
        <pc:sldMkLst>
          <pc:docMk/>
          <pc:sldMk cId="1199362188" sldId="1649"/>
        </pc:sldMkLst>
      </pc:sldChg>
      <pc:sldChg chg="modSp add mod">
        <pc:chgData name="Sanmukh Kuppannagari" userId="ad215094-da36-4b66-9c79-369a17aea26b" providerId="ADAL" clId="{4AADFD82-FDC5-4959-98F3-0F9C04BB9859}" dt="2025-09-25T03:24:26.457" v="3925" actId="1036"/>
        <pc:sldMkLst>
          <pc:docMk/>
          <pc:sldMk cId="1920855987" sldId="1650"/>
        </pc:sldMkLst>
      </pc:sldChg>
      <pc:sldChg chg="modSp add mod">
        <pc:chgData name="Sanmukh Kuppannagari" userId="ad215094-da36-4b66-9c79-369a17aea26b" providerId="ADAL" clId="{4AADFD82-FDC5-4959-98F3-0F9C04BB9859}" dt="2025-09-25T03:26:17.211" v="3947" actId="1076"/>
        <pc:sldMkLst>
          <pc:docMk/>
          <pc:sldMk cId="3598749542" sldId="1651"/>
        </pc:sldMkLst>
      </pc:sldChg>
      <pc:sldChg chg="modSp add mod">
        <pc:chgData name="Sanmukh Kuppannagari" userId="ad215094-da36-4b66-9c79-369a17aea26b" providerId="ADAL" clId="{4AADFD82-FDC5-4959-98F3-0F9C04BB9859}" dt="2025-09-25T03:26:07.824" v="3946" actId="1076"/>
        <pc:sldMkLst>
          <pc:docMk/>
          <pc:sldMk cId="384978215" sldId="1652"/>
        </pc:sldMkLst>
      </pc:sldChg>
    </pc:docChg>
  </pc:docChgLst>
  <pc:docChgLst>
    <pc:chgData name="Sanmukh Kuppannagari" userId="ad215094-da36-4b66-9c79-369a17aea26b" providerId="ADAL" clId="{613A0AB2-BD56-483A-AC30-AF62202992E8}"/>
    <pc:docChg chg="undo custSel addSld delSld modSld sldOrd">
      <pc:chgData name="Sanmukh Kuppannagari" userId="ad215094-da36-4b66-9c79-369a17aea26b" providerId="ADAL" clId="{613A0AB2-BD56-483A-AC30-AF62202992E8}" dt="2024-09-10T14:08:58.540" v="4073" actId="20577"/>
      <pc:docMkLst>
        <pc:docMk/>
      </pc:docMkLst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76729432" sldId="30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950079441" sldId="32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07569566" sldId="33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522483144" sldId="341"/>
        </pc:sldMkLst>
      </pc:sldChg>
      <pc:sldChg chg="add">
        <pc:chgData name="Sanmukh Kuppannagari" userId="ad215094-da36-4b66-9c79-369a17aea26b" providerId="ADAL" clId="{613A0AB2-BD56-483A-AC30-AF62202992E8}" dt="2024-09-10T01:44:36.823" v="208"/>
        <pc:sldMkLst>
          <pc:docMk/>
          <pc:sldMk cId="2492042211" sldId="354"/>
        </pc:sldMkLst>
      </pc:sldChg>
      <pc:sldChg chg="modSp mod">
        <pc:chgData name="Sanmukh Kuppannagari" userId="ad215094-da36-4b66-9c79-369a17aea26b" providerId="ADAL" clId="{613A0AB2-BD56-483A-AC30-AF62202992E8}" dt="2024-09-10T02:49:54.542" v="3055" actId="15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314761624" sldId="39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158598040" sldId="39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83873654" sldId="42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888738288" sldId="42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793507665" sldId="43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87871764" sldId="43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8865837" sldId="43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302553672" sldId="43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361697695" sldId="43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738599002" sldId="44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845386772" sldId="125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683670839" sldId="125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018864358" sldId="125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787861397" sldId="125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706379635" sldId="1256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188572601" sldId="1257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11274223" sldId="1258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969816698" sldId="1259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375916416" sldId="126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96076742" sldId="126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8347974" sldId="126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163333809" sldId="126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061059533" sldId="126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769872445" sldId="126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1496660" sldId="1266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49417311" sldId="1267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981443244" sldId="1268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87788205" sldId="1269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224902270" sldId="127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430267348" sldId="127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564167782" sldId="127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926195366" sldId="127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115725712" sldId="127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712480366" sldId="127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839462493" sldId="128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17399218" sldId="128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73456708" sldId="134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62074433" sldId="134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85318733" sldId="134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90367929" sldId="134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799099576" sldId="134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227676260" sldId="134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262656913" sldId="135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7355194" sldId="135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04131373" sldId="135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34269155" sldId="135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967107891" sldId="135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794884751" sldId="135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315821937" sldId="135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63516898" sldId="136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886344154" sldId="136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56732028" sldId="136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03735269" sldId="136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326920156" sldId="136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59140757" sldId="136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078040195" sldId="136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4771599" sldId="137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906755194" sldId="137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518010934" sldId="137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532106449" sldId="137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3097358" sldId="1375"/>
        </pc:sldMkLst>
      </pc:sldChg>
      <pc:sldChg chg="addSp modSp add del mod">
        <pc:chgData name="Sanmukh Kuppannagari" userId="ad215094-da36-4b66-9c79-369a17aea26b" providerId="ADAL" clId="{613A0AB2-BD56-483A-AC30-AF62202992E8}" dt="2024-09-10T14:04:28.145" v="3383" actId="20577"/>
        <pc:sldMkLst>
          <pc:docMk/>
          <pc:sldMk cId="2155445605" sldId="137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373852911" sldId="137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785090204" sldId="137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78956546" sldId="137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387291192" sldId="138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729273499" sldId="138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04865990" sldId="138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40536196" sldId="138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028848195" sldId="138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55061855" sldId="138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07384733" sldId="138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06617072" sldId="138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178750" sldId="138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904397812" sldId="139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115784977" sldId="139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79675671" sldId="139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48896675" sldId="139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213479204" sldId="139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698062718" sldId="139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28240830" sldId="139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77004698" sldId="139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87165335" sldId="139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48802495" sldId="139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26423657" sldId="140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876721923" sldId="140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100405277" sldId="1402"/>
        </pc:sldMkLst>
      </pc:sldChg>
      <pc:sldChg chg="del ord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967499912" sldId="140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81972497" sldId="140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54475222" sldId="140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57037968" sldId="140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08826284" sldId="140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15060599" sldId="140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19380334" sldId="140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9742158" sldId="141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50716392" sldId="141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93658469" sldId="141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54853527" sldId="141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58868704" sldId="141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712966043" sldId="141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077281943" sldId="1417"/>
        </pc:sldMkLst>
      </pc:sldChg>
      <pc:sldChg chg="modSp mod">
        <pc:chgData name="Sanmukh Kuppannagari" userId="ad215094-da36-4b66-9c79-369a17aea26b" providerId="ADAL" clId="{613A0AB2-BD56-483A-AC30-AF62202992E8}" dt="2024-09-10T01:28:59.340" v="82" actId="20577"/>
        <pc:sldMkLst>
          <pc:docMk/>
          <pc:sldMk cId="2646681002" sldId="1418"/>
        </pc:sldMkLst>
      </pc:sldChg>
      <pc:sldChg chg="modSp add del mod">
        <pc:chgData name="Sanmukh Kuppannagari" userId="ad215094-da36-4b66-9c79-369a17aea26b" providerId="ADAL" clId="{613A0AB2-BD56-483A-AC30-AF62202992E8}" dt="2024-09-10T02:47:07.772" v="2980" actId="47"/>
        <pc:sldMkLst>
          <pc:docMk/>
          <pc:sldMk cId="1891067080" sldId="1419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2756067693" sldId="1419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519883686" sldId="1420"/>
        </pc:sldMkLst>
      </pc:sldChg>
      <pc:sldChg chg="modSp add del mod">
        <pc:chgData name="Sanmukh Kuppannagari" userId="ad215094-da36-4b66-9c79-369a17aea26b" providerId="ADAL" clId="{613A0AB2-BD56-483A-AC30-AF62202992E8}" dt="2024-09-10T02:47:34.895" v="2986" actId="47"/>
        <pc:sldMkLst>
          <pc:docMk/>
          <pc:sldMk cId="3547720413" sldId="1420"/>
        </pc:sldMkLst>
      </pc:sldChg>
      <pc:sldChg chg="modSp add del mod">
        <pc:chgData name="Sanmukh Kuppannagari" userId="ad215094-da36-4b66-9c79-369a17aea26b" providerId="ADAL" clId="{613A0AB2-BD56-483A-AC30-AF62202992E8}" dt="2024-09-10T02:49:59.467" v="3056" actId="47"/>
        <pc:sldMkLst>
          <pc:docMk/>
          <pc:sldMk cId="1861580155" sldId="1421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3752423486" sldId="1421"/>
        </pc:sldMkLst>
      </pc:sldChg>
      <pc:sldChg chg="modSp add mod">
        <pc:chgData name="Sanmukh Kuppannagari" userId="ad215094-da36-4b66-9c79-369a17aea26b" providerId="ADAL" clId="{613A0AB2-BD56-483A-AC30-AF62202992E8}" dt="2024-09-10T01:45:21.111" v="210" actId="1076"/>
        <pc:sldMkLst>
          <pc:docMk/>
          <pc:sldMk cId="2024660992" sldId="1422"/>
        </pc:sldMkLst>
      </pc:sldChg>
      <pc:sldChg chg="add">
        <pc:chgData name="Sanmukh Kuppannagari" userId="ad215094-da36-4b66-9c79-369a17aea26b" providerId="ADAL" clId="{613A0AB2-BD56-483A-AC30-AF62202992E8}" dt="2024-09-10T01:32:16.478" v="100"/>
        <pc:sldMkLst>
          <pc:docMk/>
          <pc:sldMk cId="2732262" sldId="1423"/>
        </pc:sldMkLst>
      </pc:sldChg>
      <pc:sldChg chg="add">
        <pc:chgData name="Sanmukh Kuppannagari" userId="ad215094-da36-4b66-9c79-369a17aea26b" providerId="ADAL" clId="{613A0AB2-BD56-483A-AC30-AF62202992E8}" dt="2024-09-10T01:32:48.711" v="101"/>
        <pc:sldMkLst>
          <pc:docMk/>
          <pc:sldMk cId="2162645904" sldId="1424"/>
        </pc:sldMkLst>
      </pc:sldChg>
      <pc:sldChg chg="add">
        <pc:chgData name="Sanmukh Kuppannagari" userId="ad215094-da36-4b66-9c79-369a17aea26b" providerId="ADAL" clId="{613A0AB2-BD56-483A-AC30-AF62202992E8}" dt="2024-09-10T01:33:49.182" v="102"/>
        <pc:sldMkLst>
          <pc:docMk/>
          <pc:sldMk cId="3423648906" sldId="1425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061472416" sldId="1426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109825613" sldId="1427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521121717" sldId="1428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988378371" sldId="1429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300145823" sldId="1430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799776817" sldId="1431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670905119" sldId="1432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681725977" sldId="1433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410148444" sldId="1434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2895113626" sldId="1435"/>
        </pc:sldMkLst>
      </pc:sldChg>
      <pc:sldChg chg="addSp modSp add mod">
        <pc:chgData name="Sanmukh Kuppannagari" userId="ad215094-da36-4b66-9c79-369a17aea26b" providerId="ADAL" clId="{613A0AB2-BD56-483A-AC30-AF62202992E8}" dt="2024-09-10T13:56:57.442" v="3070" actId="14100"/>
        <pc:sldMkLst>
          <pc:docMk/>
          <pc:sldMk cId="1065455456" sldId="1436"/>
        </pc:sldMkLst>
      </pc:sldChg>
      <pc:sldChg chg="addSp modSp add mod">
        <pc:chgData name="Sanmukh Kuppannagari" userId="ad215094-da36-4b66-9c79-369a17aea26b" providerId="ADAL" clId="{613A0AB2-BD56-483A-AC30-AF62202992E8}" dt="2024-09-10T13:57:58.634" v="3083" actId="1076"/>
        <pc:sldMkLst>
          <pc:docMk/>
          <pc:sldMk cId="4249774978" sldId="1437"/>
        </pc:sldMkLst>
      </pc:sldChg>
      <pc:sldChg chg="addSp modSp add mod">
        <pc:chgData name="Sanmukh Kuppannagari" userId="ad215094-da36-4b66-9c79-369a17aea26b" providerId="ADAL" clId="{613A0AB2-BD56-483A-AC30-AF62202992E8}" dt="2024-09-10T13:58:06.256" v="3085" actId="1076"/>
        <pc:sldMkLst>
          <pc:docMk/>
          <pc:sldMk cId="3744848553" sldId="1438"/>
        </pc:sldMkLst>
      </pc:sldChg>
      <pc:sldChg chg="addSp modSp add mod">
        <pc:chgData name="Sanmukh Kuppannagari" userId="ad215094-da36-4b66-9c79-369a17aea26b" providerId="ADAL" clId="{613A0AB2-BD56-483A-AC30-AF62202992E8}" dt="2024-09-10T13:58:13.021" v="3087" actId="1076"/>
        <pc:sldMkLst>
          <pc:docMk/>
          <pc:sldMk cId="3911730472" sldId="1439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806484747" sldId="1440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510140089" sldId="1441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198400876" sldId="1442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310307108" sldId="1443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239455098" sldId="1444"/>
        </pc:sldMkLst>
      </pc:sldChg>
      <pc:sldChg chg="addSp delSp modSp new mod">
        <pc:chgData name="Sanmukh Kuppannagari" userId="ad215094-da36-4b66-9c79-369a17aea26b" providerId="ADAL" clId="{613A0AB2-BD56-483A-AC30-AF62202992E8}" dt="2024-09-10T01:50:59.559" v="518" actId="20577"/>
        <pc:sldMkLst>
          <pc:docMk/>
          <pc:sldMk cId="2435438658" sldId="1445"/>
        </pc:sldMkLst>
      </pc:sldChg>
      <pc:sldChg chg="addSp modSp add mod">
        <pc:chgData name="Sanmukh Kuppannagari" userId="ad215094-da36-4b66-9c79-369a17aea26b" providerId="ADAL" clId="{613A0AB2-BD56-483A-AC30-AF62202992E8}" dt="2024-09-10T01:56:07.079" v="824" actId="20577"/>
        <pc:sldMkLst>
          <pc:docMk/>
          <pc:sldMk cId="2528700108" sldId="1446"/>
        </pc:sldMkLst>
      </pc:sldChg>
      <pc:sldChg chg="addSp modSp add mod">
        <pc:chgData name="Sanmukh Kuppannagari" userId="ad215094-da36-4b66-9c79-369a17aea26b" providerId="ADAL" clId="{613A0AB2-BD56-483A-AC30-AF62202992E8}" dt="2024-09-10T02:02:04.139" v="1119" actId="20577"/>
        <pc:sldMkLst>
          <pc:docMk/>
          <pc:sldMk cId="3448580318" sldId="1447"/>
        </pc:sldMkLst>
      </pc:sldChg>
      <pc:sldChg chg="modSp add del mod">
        <pc:chgData name="Sanmukh Kuppannagari" userId="ad215094-da36-4b66-9c79-369a17aea26b" providerId="ADAL" clId="{613A0AB2-BD56-483A-AC30-AF62202992E8}" dt="2024-09-10T01:57:11.036" v="974" actId="47"/>
        <pc:sldMkLst>
          <pc:docMk/>
          <pc:sldMk cId="2249879898" sldId="1448"/>
        </pc:sldMkLst>
      </pc:sldChg>
      <pc:sldChg chg="modSp new mod ord">
        <pc:chgData name="Sanmukh Kuppannagari" userId="ad215094-da36-4b66-9c79-369a17aea26b" providerId="ADAL" clId="{613A0AB2-BD56-483A-AC30-AF62202992E8}" dt="2024-09-10T14:00:41.014" v="3120" actId="20577"/>
        <pc:sldMkLst>
          <pc:docMk/>
          <pc:sldMk cId="3596653468" sldId="1448"/>
        </pc:sldMkLst>
      </pc:sldChg>
      <pc:sldChg chg="addSp delSp modSp add mod">
        <pc:chgData name="Sanmukh Kuppannagari" userId="ad215094-da36-4b66-9c79-369a17aea26b" providerId="ADAL" clId="{613A0AB2-BD56-483A-AC30-AF62202992E8}" dt="2024-09-10T02:08:38.970" v="1516" actId="6549"/>
        <pc:sldMkLst>
          <pc:docMk/>
          <pc:sldMk cId="1880408666" sldId="1449"/>
        </pc:sldMkLst>
      </pc:sldChg>
      <pc:sldChg chg="addSp delSp modSp add mod">
        <pc:chgData name="Sanmukh Kuppannagari" userId="ad215094-da36-4b66-9c79-369a17aea26b" providerId="ADAL" clId="{613A0AB2-BD56-483A-AC30-AF62202992E8}" dt="2024-09-10T02:09:46.167" v="1529" actId="1076"/>
        <pc:sldMkLst>
          <pc:docMk/>
          <pc:sldMk cId="4060134973" sldId="1450"/>
        </pc:sldMkLst>
      </pc:sldChg>
      <pc:sldChg chg="add del">
        <pc:chgData name="Sanmukh Kuppannagari" userId="ad215094-da36-4b66-9c79-369a17aea26b" providerId="ADAL" clId="{613A0AB2-BD56-483A-AC30-AF62202992E8}" dt="2024-09-10T02:12:44.420" v="1601" actId="47"/>
        <pc:sldMkLst>
          <pc:docMk/>
          <pc:sldMk cId="3891841292" sldId="1451"/>
        </pc:sldMkLst>
      </pc:sldChg>
      <pc:sldChg chg="addSp delSp modSp add mod">
        <pc:chgData name="Sanmukh Kuppannagari" userId="ad215094-da36-4b66-9c79-369a17aea26b" providerId="ADAL" clId="{613A0AB2-BD56-483A-AC30-AF62202992E8}" dt="2024-09-10T02:12:32.181" v="1600" actId="1076"/>
        <pc:sldMkLst>
          <pc:docMk/>
          <pc:sldMk cId="2002584918" sldId="1452"/>
        </pc:sldMkLst>
      </pc:sldChg>
      <pc:sldChg chg="addSp delSp modSp add mod">
        <pc:chgData name="Sanmukh Kuppannagari" userId="ad215094-da36-4b66-9c79-369a17aea26b" providerId="ADAL" clId="{613A0AB2-BD56-483A-AC30-AF62202992E8}" dt="2024-09-10T02:17:07.136" v="2022" actId="20577"/>
        <pc:sldMkLst>
          <pc:docMk/>
          <pc:sldMk cId="166141272" sldId="1453"/>
        </pc:sldMkLst>
      </pc:sldChg>
      <pc:sldChg chg="addSp delSp modSp new mod">
        <pc:chgData name="Sanmukh Kuppannagari" userId="ad215094-da36-4b66-9c79-369a17aea26b" providerId="ADAL" clId="{613A0AB2-BD56-483A-AC30-AF62202992E8}" dt="2024-09-10T02:29:06.513" v="2400" actId="1076"/>
        <pc:sldMkLst>
          <pc:docMk/>
          <pc:sldMk cId="1637042343" sldId="1454"/>
        </pc:sldMkLst>
      </pc:sldChg>
      <pc:sldChg chg="modSp add mod">
        <pc:chgData name="Sanmukh Kuppannagari" userId="ad215094-da36-4b66-9c79-369a17aea26b" providerId="ADAL" clId="{613A0AB2-BD56-483A-AC30-AF62202992E8}" dt="2024-09-10T02:29:26.921" v="2405" actId="20577"/>
        <pc:sldMkLst>
          <pc:docMk/>
          <pc:sldMk cId="2077584720" sldId="1455"/>
        </pc:sldMkLst>
      </pc:sldChg>
      <pc:sldChg chg="modSp add mod">
        <pc:chgData name="Sanmukh Kuppannagari" userId="ad215094-da36-4b66-9c79-369a17aea26b" providerId="ADAL" clId="{613A0AB2-BD56-483A-AC30-AF62202992E8}" dt="2024-09-10T02:29:53.701" v="2417" actId="1076"/>
        <pc:sldMkLst>
          <pc:docMk/>
          <pc:sldMk cId="1601611775" sldId="1456"/>
        </pc:sldMkLst>
      </pc:sldChg>
      <pc:sldChg chg="addSp delSp modSp add mod">
        <pc:chgData name="Sanmukh Kuppannagari" userId="ad215094-da36-4b66-9c79-369a17aea26b" providerId="ADAL" clId="{613A0AB2-BD56-483A-AC30-AF62202992E8}" dt="2024-09-10T02:32:55.484" v="2474" actId="207"/>
        <pc:sldMkLst>
          <pc:docMk/>
          <pc:sldMk cId="432978893" sldId="1457"/>
        </pc:sldMkLst>
      </pc:sldChg>
      <pc:sldChg chg="addSp modSp add mod">
        <pc:chgData name="Sanmukh Kuppannagari" userId="ad215094-da36-4b66-9c79-369a17aea26b" providerId="ADAL" clId="{613A0AB2-BD56-483A-AC30-AF62202992E8}" dt="2024-09-10T14:01:30.592" v="3123" actId="1076"/>
        <pc:sldMkLst>
          <pc:docMk/>
          <pc:sldMk cId="3977200157" sldId="1458"/>
        </pc:sldMkLst>
      </pc:sldChg>
      <pc:sldChg chg="addSp modSp add mod">
        <pc:chgData name="Sanmukh Kuppannagari" userId="ad215094-da36-4b66-9c79-369a17aea26b" providerId="ADAL" clId="{613A0AB2-BD56-483A-AC30-AF62202992E8}" dt="2024-09-10T02:33:37.620" v="2486" actId="1076"/>
        <pc:sldMkLst>
          <pc:docMk/>
          <pc:sldMk cId="1026247998" sldId="1459"/>
        </pc:sldMkLst>
      </pc:sldChg>
      <pc:sldChg chg="addSp delSp modSp add mod">
        <pc:chgData name="Sanmukh Kuppannagari" userId="ad215094-da36-4b66-9c79-369a17aea26b" providerId="ADAL" clId="{613A0AB2-BD56-483A-AC30-AF62202992E8}" dt="2024-09-10T02:34:39.581" v="2497" actId="478"/>
        <pc:sldMkLst>
          <pc:docMk/>
          <pc:sldMk cId="2306065322" sldId="1460"/>
        </pc:sldMkLst>
      </pc:sldChg>
      <pc:sldChg chg="delSp modSp add mod">
        <pc:chgData name="Sanmukh Kuppannagari" userId="ad215094-da36-4b66-9c79-369a17aea26b" providerId="ADAL" clId="{613A0AB2-BD56-483A-AC30-AF62202992E8}" dt="2024-09-10T02:35:27.251" v="2511" actId="208"/>
        <pc:sldMkLst>
          <pc:docMk/>
          <pc:sldMk cId="3428985795" sldId="1461"/>
        </pc:sldMkLst>
      </pc:sldChg>
      <pc:sldChg chg="delSp modSp add mod">
        <pc:chgData name="Sanmukh Kuppannagari" userId="ad215094-da36-4b66-9c79-369a17aea26b" providerId="ADAL" clId="{613A0AB2-BD56-483A-AC30-AF62202992E8}" dt="2024-09-10T02:35:30.985" v="2514" actId="208"/>
        <pc:sldMkLst>
          <pc:docMk/>
          <pc:sldMk cId="3519324463" sldId="1462"/>
        </pc:sldMkLst>
      </pc:sldChg>
      <pc:sldChg chg="addSp delSp modSp add mod">
        <pc:chgData name="Sanmukh Kuppannagari" userId="ad215094-da36-4b66-9c79-369a17aea26b" providerId="ADAL" clId="{613A0AB2-BD56-483A-AC30-AF62202992E8}" dt="2024-09-10T02:35:34.634" v="2517" actId="208"/>
        <pc:sldMkLst>
          <pc:docMk/>
          <pc:sldMk cId="1373048709" sldId="1463"/>
        </pc:sldMkLst>
      </pc:sldChg>
      <pc:sldChg chg="modSp add mod">
        <pc:chgData name="Sanmukh Kuppannagari" userId="ad215094-da36-4b66-9c79-369a17aea26b" providerId="ADAL" clId="{613A0AB2-BD56-483A-AC30-AF62202992E8}" dt="2024-09-10T02:35:55.507" v="2546" actId="207"/>
        <pc:sldMkLst>
          <pc:docMk/>
          <pc:sldMk cId="3075436054" sldId="1464"/>
        </pc:sldMkLst>
      </pc:sldChg>
      <pc:sldChg chg="modSp add mod">
        <pc:chgData name="Sanmukh Kuppannagari" userId="ad215094-da36-4b66-9c79-369a17aea26b" providerId="ADAL" clId="{613A0AB2-BD56-483A-AC30-AF62202992E8}" dt="2024-09-10T02:36:50.235" v="2590" actId="207"/>
        <pc:sldMkLst>
          <pc:docMk/>
          <pc:sldMk cId="872022406" sldId="1465"/>
        </pc:sldMkLst>
      </pc:sldChg>
      <pc:sldChg chg="modSp add mod">
        <pc:chgData name="Sanmukh Kuppannagari" userId="ad215094-da36-4b66-9c79-369a17aea26b" providerId="ADAL" clId="{613A0AB2-BD56-483A-AC30-AF62202992E8}" dt="2024-09-10T02:48:35.346" v="2990" actId="6549"/>
        <pc:sldMkLst>
          <pc:docMk/>
          <pc:sldMk cId="3474961130" sldId="1466"/>
        </pc:sldMkLst>
      </pc:sldChg>
      <pc:sldChg chg="modSp add mod">
        <pc:chgData name="Sanmukh Kuppannagari" userId="ad215094-da36-4b66-9c79-369a17aea26b" providerId="ADAL" clId="{613A0AB2-BD56-483A-AC30-AF62202992E8}" dt="2024-09-10T02:48:43.494" v="2991" actId="6549"/>
        <pc:sldMkLst>
          <pc:docMk/>
          <pc:sldMk cId="3693279848" sldId="1467"/>
        </pc:sldMkLst>
      </pc:sldChg>
      <pc:sldChg chg="modSp add mod">
        <pc:chgData name="Sanmukh Kuppannagari" userId="ad215094-da36-4b66-9c79-369a17aea26b" providerId="ADAL" clId="{613A0AB2-BD56-483A-AC30-AF62202992E8}" dt="2024-09-10T02:48:52.479" v="2992" actId="6549"/>
        <pc:sldMkLst>
          <pc:docMk/>
          <pc:sldMk cId="1977406003" sldId="1468"/>
        </pc:sldMkLst>
      </pc:sldChg>
      <pc:sldChg chg="addSp modSp add mod">
        <pc:chgData name="Sanmukh Kuppannagari" userId="ad215094-da36-4b66-9c79-369a17aea26b" providerId="ADAL" clId="{613A0AB2-BD56-483A-AC30-AF62202992E8}" dt="2024-09-10T14:04:35.399" v="3385"/>
        <pc:sldMkLst>
          <pc:docMk/>
          <pc:sldMk cId="913176791" sldId="1469"/>
        </pc:sldMkLst>
      </pc:sldChg>
      <pc:sldChg chg="add del">
        <pc:chgData name="Sanmukh Kuppannagari" userId="ad215094-da36-4b66-9c79-369a17aea26b" providerId="ADAL" clId="{613A0AB2-BD56-483A-AC30-AF62202992E8}" dt="2024-09-10T13:57:19.646" v="3075"/>
        <pc:sldMkLst>
          <pc:docMk/>
          <pc:sldMk cId="2349840647" sldId="1469"/>
        </pc:sldMkLst>
      </pc:sldChg>
      <pc:sldChg chg="modSp add mod">
        <pc:chgData name="Sanmukh Kuppannagari" userId="ad215094-da36-4b66-9c79-369a17aea26b" providerId="ADAL" clId="{613A0AB2-BD56-483A-AC30-AF62202992E8}" dt="2024-09-10T14:04:39.925" v="3387"/>
        <pc:sldMkLst>
          <pc:docMk/>
          <pc:sldMk cId="4190536048" sldId="1470"/>
        </pc:sldMkLst>
      </pc:sldChg>
      <pc:sldChg chg="modSp add mod">
        <pc:chgData name="Sanmukh Kuppannagari" userId="ad215094-da36-4b66-9c79-369a17aea26b" providerId="ADAL" clId="{613A0AB2-BD56-483A-AC30-AF62202992E8}" dt="2024-09-10T14:04:44.899" v="3389"/>
        <pc:sldMkLst>
          <pc:docMk/>
          <pc:sldMk cId="2020050802" sldId="1471"/>
        </pc:sldMkLst>
      </pc:sldChg>
      <pc:sldChg chg="modSp add mod">
        <pc:chgData name="Sanmukh Kuppannagari" userId="ad215094-da36-4b66-9c79-369a17aea26b" providerId="ADAL" clId="{613A0AB2-BD56-483A-AC30-AF62202992E8}" dt="2024-09-10T14:05:25.609" v="3495" actId="20577"/>
        <pc:sldMkLst>
          <pc:docMk/>
          <pc:sldMk cId="184454124" sldId="1472"/>
        </pc:sldMkLst>
      </pc:sldChg>
      <pc:sldChg chg="modSp add mod">
        <pc:chgData name="Sanmukh Kuppannagari" userId="ad215094-da36-4b66-9c79-369a17aea26b" providerId="ADAL" clId="{613A0AB2-BD56-483A-AC30-AF62202992E8}" dt="2024-09-10T14:06:05.107" v="3569" actId="20577"/>
        <pc:sldMkLst>
          <pc:docMk/>
          <pc:sldMk cId="1095382800" sldId="1473"/>
        </pc:sldMkLst>
      </pc:sldChg>
      <pc:sldChg chg="modSp add mod">
        <pc:chgData name="Sanmukh Kuppannagari" userId="ad215094-da36-4b66-9c79-369a17aea26b" providerId="ADAL" clId="{613A0AB2-BD56-483A-AC30-AF62202992E8}" dt="2024-09-10T14:07:07.913" v="3714" actId="14100"/>
        <pc:sldMkLst>
          <pc:docMk/>
          <pc:sldMk cId="702332589" sldId="1474"/>
        </pc:sldMkLst>
      </pc:sldChg>
      <pc:sldChg chg="addSp modSp add mod">
        <pc:chgData name="Sanmukh Kuppannagari" userId="ad215094-da36-4b66-9c79-369a17aea26b" providerId="ADAL" clId="{613A0AB2-BD56-483A-AC30-AF62202992E8}" dt="2024-09-10T14:08:58.540" v="4073" actId="20577"/>
        <pc:sldMkLst>
          <pc:docMk/>
          <pc:sldMk cId="3957084145" sldId="1475"/>
        </pc:sldMkLst>
      </pc:sldChg>
    </pc:docChg>
  </pc:docChgLst>
  <pc:docChgLst>
    <pc:chgData name="Sanmukh Kuppannagari" userId="ad215094-da36-4b66-9c79-369a17aea26b" providerId="ADAL" clId="{211AAAC7-5250-492F-AD78-DC6370DC9F86}"/>
    <pc:docChg chg="undo custSel addSld delSld modSld">
      <pc:chgData name="Sanmukh Kuppannagari" userId="ad215094-da36-4b66-9c79-369a17aea26b" providerId="ADAL" clId="{211AAAC7-5250-492F-AD78-DC6370DC9F86}" dt="2023-01-17T19:03:05.967" v="5107" actId="20577"/>
      <pc:docMkLst>
        <pc:docMk/>
      </pc:docMkLst>
      <pc:sldChg chg="modSp mod">
        <pc:chgData name="Sanmukh Kuppannagari" userId="ad215094-da36-4b66-9c79-369a17aea26b" providerId="ADAL" clId="{211AAAC7-5250-492F-AD78-DC6370DC9F86}" dt="2023-01-17T00:10:26.149" v="62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211AAAC7-5250-492F-AD78-DC6370DC9F86}" dt="2023-01-17T00:13:53.144" v="165" actId="2057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211AAAC7-5250-492F-AD78-DC6370DC9F86}" dt="2023-01-17T00:14:37.645" v="166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211AAAC7-5250-492F-AD78-DC6370DC9F86}" dt="2023-01-17T05:21:29.636" v="3029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211AAAC7-5250-492F-AD78-DC6370DC9F86}" dt="2023-01-17T00:14:40.024" v="167" actId="47"/>
        <pc:sldMkLst>
          <pc:docMk/>
          <pc:sldMk cId="935783954" sldId="262"/>
        </pc:sldMkLst>
      </pc:sldChg>
      <pc:sldChg chg="modSp mod">
        <pc:chgData name="Sanmukh Kuppannagari" userId="ad215094-da36-4b66-9c79-369a17aea26b" providerId="ADAL" clId="{211AAAC7-5250-492F-AD78-DC6370DC9F86}" dt="2023-01-17T05:27:42.704" v="3061" actId="2057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211AAAC7-5250-492F-AD78-DC6370DC9F86}" dt="2023-01-17T00:31:13.296" v="259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211AAAC7-5250-492F-AD78-DC6370DC9F86}" dt="2023-01-17T00:34:34.466" v="465" actId="2057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546929182" sldId="26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141319369" sldId="26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869887146" sldId="26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405443998" sldId="27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7832347" sldId="27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974194003" sldId="27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517079826" sldId="27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21001467" sldId="28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056812290" sldId="28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7679245" sldId="28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965516982" sldId="28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839782843" sldId="286"/>
        </pc:sldMkLst>
      </pc:sldChg>
      <pc:sldChg chg="modSp mod">
        <pc:chgData name="Sanmukh Kuppannagari" userId="ad215094-da36-4b66-9c79-369a17aea26b" providerId="ADAL" clId="{211AAAC7-5250-492F-AD78-DC6370DC9F86}" dt="2023-01-17T19:03:05.967" v="5107" actId="20577"/>
        <pc:sldMkLst>
          <pc:docMk/>
          <pc:sldMk cId="2158303791" sldId="288"/>
        </pc:sldMkLst>
      </pc:sldChg>
      <pc:sldChg chg="modSp mod">
        <pc:chgData name="Sanmukh Kuppannagari" userId="ad215094-da36-4b66-9c79-369a17aea26b" providerId="ADAL" clId="{211AAAC7-5250-492F-AD78-DC6370DC9F86}" dt="2023-01-17T05:27:35.099" v="3045" actId="20577"/>
        <pc:sldMkLst>
          <pc:docMk/>
          <pc:sldMk cId="570291501" sldId="289"/>
        </pc:sldMkLst>
      </pc:sldChg>
      <pc:sldChg chg="modSp new mod">
        <pc:chgData name="Sanmukh Kuppannagari" userId="ad215094-da36-4b66-9c79-369a17aea26b" providerId="ADAL" clId="{211AAAC7-5250-492F-AD78-DC6370DC9F86}" dt="2023-01-17T16:57:39.252" v="3298" actId="20577"/>
        <pc:sldMkLst>
          <pc:docMk/>
          <pc:sldMk cId="2156678824" sldId="290"/>
        </pc:sldMkLst>
      </pc:sldChg>
      <pc:sldChg chg="modSp new mod">
        <pc:chgData name="Sanmukh Kuppannagari" userId="ad215094-da36-4b66-9c79-369a17aea26b" providerId="ADAL" clId="{211AAAC7-5250-492F-AD78-DC6370DC9F86}" dt="2023-01-17T16:58:07.896" v="3380" actId="20577"/>
        <pc:sldMkLst>
          <pc:docMk/>
          <pc:sldMk cId="2291869099" sldId="291"/>
        </pc:sldMkLst>
      </pc:sldChg>
      <pc:sldChg chg="modSp new mod">
        <pc:chgData name="Sanmukh Kuppannagari" userId="ad215094-da36-4b66-9c79-369a17aea26b" providerId="ADAL" clId="{211AAAC7-5250-492F-AD78-DC6370DC9F86}" dt="2023-01-17T00:52:03.469" v="1234" actId="20577"/>
        <pc:sldMkLst>
          <pc:docMk/>
          <pc:sldMk cId="3873626867" sldId="292"/>
        </pc:sldMkLst>
      </pc:sldChg>
      <pc:sldChg chg="modSp new mod">
        <pc:chgData name="Sanmukh Kuppannagari" userId="ad215094-da36-4b66-9c79-369a17aea26b" providerId="ADAL" clId="{211AAAC7-5250-492F-AD78-DC6370DC9F86}" dt="2023-01-17T00:53:22.245" v="1376" actId="20577"/>
        <pc:sldMkLst>
          <pc:docMk/>
          <pc:sldMk cId="1774998115" sldId="293"/>
        </pc:sldMkLst>
      </pc:sldChg>
      <pc:sldChg chg="modSp new mod">
        <pc:chgData name="Sanmukh Kuppannagari" userId="ad215094-da36-4b66-9c79-369a17aea26b" providerId="ADAL" clId="{211AAAC7-5250-492F-AD78-DC6370DC9F86}" dt="2023-01-17T17:07:59.378" v="3662" actId="20577"/>
        <pc:sldMkLst>
          <pc:docMk/>
          <pc:sldMk cId="2638425655" sldId="294"/>
        </pc:sldMkLst>
      </pc:sldChg>
      <pc:sldChg chg="modSp new mod">
        <pc:chgData name="Sanmukh Kuppannagari" userId="ad215094-da36-4b66-9c79-369a17aea26b" providerId="ADAL" clId="{211AAAC7-5250-492F-AD78-DC6370DC9F86}" dt="2023-01-17T04:46:26.863" v="1821" actId="20577"/>
        <pc:sldMkLst>
          <pc:docMk/>
          <pc:sldMk cId="2615144390" sldId="295"/>
        </pc:sldMkLst>
      </pc:sldChg>
      <pc:sldChg chg="modSp new mod">
        <pc:chgData name="Sanmukh Kuppannagari" userId="ad215094-da36-4b66-9c79-369a17aea26b" providerId="ADAL" clId="{211AAAC7-5250-492F-AD78-DC6370DC9F86}" dt="2023-01-17T04:50:22.336" v="2113" actId="20577"/>
        <pc:sldMkLst>
          <pc:docMk/>
          <pc:sldMk cId="3329329736" sldId="296"/>
        </pc:sldMkLst>
      </pc:sldChg>
      <pc:sldChg chg="modSp new mod">
        <pc:chgData name="Sanmukh Kuppannagari" userId="ad215094-da36-4b66-9c79-369a17aea26b" providerId="ADAL" clId="{211AAAC7-5250-492F-AD78-DC6370DC9F86}" dt="2023-01-17T17:57:00.676" v="3862" actId="20577"/>
        <pc:sldMkLst>
          <pc:docMk/>
          <pc:sldMk cId="99553615" sldId="297"/>
        </pc:sldMkLst>
      </pc:sldChg>
      <pc:sldChg chg="modSp new mod">
        <pc:chgData name="Sanmukh Kuppannagari" userId="ad215094-da36-4b66-9c79-369a17aea26b" providerId="ADAL" clId="{211AAAC7-5250-492F-AD78-DC6370DC9F86}" dt="2023-01-17T04:55:37.586" v="2539" actId="20577"/>
        <pc:sldMkLst>
          <pc:docMk/>
          <pc:sldMk cId="3682190543" sldId="298"/>
        </pc:sldMkLst>
      </pc:sldChg>
      <pc:sldChg chg="modSp new mod">
        <pc:chgData name="Sanmukh Kuppannagari" userId="ad215094-da36-4b66-9c79-369a17aea26b" providerId="ADAL" clId="{211AAAC7-5250-492F-AD78-DC6370DC9F86}" dt="2023-01-17T17:59:25.345" v="4026" actId="20577"/>
        <pc:sldMkLst>
          <pc:docMk/>
          <pc:sldMk cId="1020910546" sldId="299"/>
        </pc:sldMkLst>
      </pc:sldChg>
      <pc:sldChg chg="modSp new mod">
        <pc:chgData name="Sanmukh Kuppannagari" userId="ad215094-da36-4b66-9c79-369a17aea26b" providerId="ADAL" clId="{211AAAC7-5250-492F-AD78-DC6370DC9F86}" dt="2023-01-17T05:02:26.766" v="2961" actId="20577"/>
        <pc:sldMkLst>
          <pc:docMk/>
          <pc:sldMk cId="3765558418" sldId="300"/>
        </pc:sldMkLst>
      </pc:sldChg>
      <pc:sldChg chg="modSp add mod">
        <pc:chgData name="Sanmukh Kuppannagari" userId="ad215094-da36-4b66-9c79-369a17aea26b" providerId="ADAL" clId="{211AAAC7-5250-492F-AD78-DC6370DC9F86}" dt="2023-01-17T05:27:59.040" v="3096" actId="207"/>
        <pc:sldMkLst>
          <pc:docMk/>
          <pc:sldMk cId="670794243" sldId="301"/>
        </pc:sldMkLst>
      </pc:sldChg>
      <pc:sldChg chg="modSp new mod">
        <pc:chgData name="Sanmukh Kuppannagari" userId="ad215094-da36-4b66-9c79-369a17aea26b" providerId="ADAL" clId="{211AAAC7-5250-492F-AD78-DC6370DC9F86}" dt="2023-01-17T05:04:14.702" v="3013" actId="20577"/>
        <pc:sldMkLst>
          <pc:docMk/>
          <pc:sldMk cId="2162272" sldId="302"/>
        </pc:sldMkLst>
      </pc:sldChg>
      <pc:sldChg chg="modSp add mod">
        <pc:chgData name="Sanmukh Kuppannagari" userId="ad215094-da36-4b66-9c79-369a17aea26b" providerId="ADAL" clId="{211AAAC7-5250-492F-AD78-DC6370DC9F86}" dt="2023-01-17T05:28:17.340" v="3098" actId="207"/>
        <pc:sldMkLst>
          <pc:docMk/>
          <pc:sldMk cId="2602328554" sldId="303"/>
        </pc:sldMkLst>
      </pc:sldChg>
      <pc:sldChg chg="modSp new mod">
        <pc:chgData name="Sanmukh Kuppannagari" userId="ad215094-da36-4b66-9c79-369a17aea26b" providerId="ADAL" clId="{211AAAC7-5250-492F-AD78-DC6370DC9F86}" dt="2023-01-17T05:32:46.400" v="3279" actId="20577"/>
        <pc:sldMkLst>
          <pc:docMk/>
          <pc:sldMk cId="3182011601" sldId="304"/>
        </pc:sldMkLst>
      </pc:sldChg>
      <pc:sldChg chg="modSp new mod">
        <pc:chgData name="Sanmukh Kuppannagari" userId="ad215094-da36-4b66-9c79-369a17aea26b" providerId="ADAL" clId="{211AAAC7-5250-492F-AD78-DC6370DC9F86}" dt="2023-01-17T18:00:34.818" v="4104" actId="20577"/>
        <pc:sldMkLst>
          <pc:docMk/>
          <pc:sldMk cId="2520937317" sldId="305"/>
        </pc:sldMkLst>
      </pc:sldChg>
      <pc:sldChg chg="addSp delSp modSp new mod">
        <pc:chgData name="Sanmukh Kuppannagari" userId="ad215094-da36-4b66-9c79-369a17aea26b" providerId="ADAL" clId="{211AAAC7-5250-492F-AD78-DC6370DC9F86}" dt="2023-01-17T18:15:02.850" v="4280" actId="1076"/>
        <pc:sldMkLst>
          <pc:docMk/>
          <pc:sldMk cId="787331322" sldId="306"/>
        </pc:sldMkLst>
      </pc:sldChg>
      <pc:sldChg chg="addSp delSp modSp new mod">
        <pc:chgData name="Sanmukh Kuppannagari" userId="ad215094-da36-4b66-9c79-369a17aea26b" providerId="ADAL" clId="{211AAAC7-5250-492F-AD78-DC6370DC9F86}" dt="2023-01-17T18:19:15.464" v="4300" actId="1076"/>
        <pc:sldMkLst>
          <pc:docMk/>
          <pc:sldMk cId="592458898" sldId="307"/>
        </pc:sldMkLst>
      </pc:sldChg>
      <pc:sldChg chg="addSp delSp modSp new mod">
        <pc:chgData name="Sanmukh Kuppannagari" userId="ad215094-da36-4b66-9c79-369a17aea26b" providerId="ADAL" clId="{211AAAC7-5250-492F-AD78-DC6370DC9F86}" dt="2023-01-17T18:20:47.319" v="4319" actId="1076"/>
        <pc:sldMkLst>
          <pc:docMk/>
          <pc:sldMk cId="1871853996" sldId="308"/>
        </pc:sldMkLst>
      </pc:sldChg>
      <pc:sldChg chg="addSp modSp new mod">
        <pc:chgData name="Sanmukh Kuppannagari" userId="ad215094-da36-4b66-9c79-369a17aea26b" providerId="ADAL" clId="{211AAAC7-5250-492F-AD78-DC6370DC9F86}" dt="2023-01-17T18:59:20.062" v="4992" actId="20577"/>
        <pc:sldMkLst>
          <pc:docMk/>
          <pc:sldMk cId="418652833" sldId="309"/>
        </pc:sldMkLst>
      </pc:sldChg>
      <pc:sldChg chg="addSp modSp new mod">
        <pc:chgData name="Sanmukh Kuppannagari" userId="ad215094-da36-4b66-9c79-369a17aea26b" providerId="ADAL" clId="{211AAAC7-5250-492F-AD78-DC6370DC9F86}" dt="2023-01-17T18:41:03.310" v="4764" actId="20577"/>
        <pc:sldMkLst>
          <pc:docMk/>
          <pc:sldMk cId="712137956" sldId="310"/>
        </pc:sldMkLst>
      </pc:sldChg>
      <pc:sldChg chg="addSp delSp modSp new mod">
        <pc:chgData name="Sanmukh Kuppannagari" userId="ad215094-da36-4b66-9c79-369a17aea26b" providerId="ADAL" clId="{211AAAC7-5250-492F-AD78-DC6370DC9F86}" dt="2023-01-17T18:47:03.341" v="4901" actId="20577"/>
        <pc:sldMkLst>
          <pc:docMk/>
          <pc:sldMk cId="670143684" sldId="311"/>
        </pc:sldMkLst>
      </pc:sldChg>
      <pc:sldChg chg="addSp modSp new mod">
        <pc:chgData name="Sanmukh Kuppannagari" userId="ad215094-da36-4b66-9c79-369a17aea26b" providerId="ADAL" clId="{211AAAC7-5250-492F-AD78-DC6370DC9F86}" dt="2023-01-17T18:56:38.874" v="4978" actId="1076"/>
        <pc:sldMkLst>
          <pc:docMk/>
          <pc:sldMk cId="1402496708" sldId="312"/>
        </pc:sldMkLst>
      </pc:sldChg>
      <pc:sldChg chg="modSp new mod">
        <pc:chgData name="Sanmukh Kuppannagari" userId="ad215094-da36-4b66-9c79-369a17aea26b" providerId="ADAL" clId="{211AAAC7-5250-492F-AD78-DC6370DC9F86}" dt="2023-01-17T19:02:16.888" v="5028" actId="20577"/>
        <pc:sldMkLst>
          <pc:docMk/>
          <pc:sldMk cId="4113171285" sldId="313"/>
        </pc:sldMkLst>
      </pc:sldChg>
    </pc:docChg>
  </pc:docChgLst>
  <pc:docChgLst>
    <pc:chgData name="Sanmukh Kuppannagari" userId="ad215094-da36-4b66-9c79-369a17aea26b" providerId="ADAL" clId="{F314163E-0D0E-4B4A-87A3-2D09C5CCF801}"/>
    <pc:docChg chg="custSel addSld delSld modSld">
      <pc:chgData name="Sanmukh Kuppannagari" userId="ad215094-da36-4b66-9c79-369a17aea26b" providerId="ADAL" clId="{F314163E-0D0E-4B4A-87A3-2D09C5CCF801}" dt="2025-09-25T18:09:34.781" v="92" actId="478"/>
      <pc:docMkLst>
        <pc:docMk/>
      </pc:docMkLst>
      <pc:sldChg chg="del">
        <pc:chgData name="Sanmukh Kuppannagari" userId="ad215094-da36-4b66-9c79-369a17aea26b" providerId="ADAL" clId="{F314163E-0D0E-4B4A-87A3-2D09C5CCF801}" dt="2025-09-25T17:23:35.661" v="0" actId="47"/>
        <pc:sldMkLst>
          <pc:docMk/>
          <pc:sldMk cId="558271014" sldId="1299"/>
        </pc:sldMkLst>
      </pc:sldChg>
      <pc:sldChg chg="addSp delSp modSp mod">
        <pc:chgData name="Sanmukh Kuppannagari" userId="ad215094-da36-4b66-9c79-369a17aea26b" providerId="ADAL" clId="{F314163E-0D0E-4B4A-87A3-2D09C5CCF801}" dt="2025-09-25T18:09:22.246" v="86" actId="1076"/>
        <pc:sldMkLst>
          <pc:docMk/>
          <pc:sldMk cId="2202618607" sldId="1395"/>
        </pc:sldMkLst>
      </pc:sldChg>
      <pc:sldChg chg="modSp">
        <pc:chgData name="Sanmukh Kuppannagari" userId="ad215094-da36-4b66-9c79-369a17aea26b" providerId="ADAL" clId="{F314163E-0D0E-4B4A-87A3-2D09C5CCF801}" dt="2025-09-25T18:06:05.956" v="53"/>
        <pc:sldMkLst>
          <pc:docMk/>
          <pc:sldMk cId="3931076547" sldId="1412"/>
        </pc:sldMkLst>
        <pc:spChg chg="mod">
          <ac:chgData name="Sanmukh Kuppannagari" userId="ad215094-da36-4b66-9c79-369a17aea26b" providerId="ADAL" clId="{F314163E-0D0E-4B4A-87A3-2D09C5CCF801}" dt="2025-09-25T18:06:05.956" v="53"/>
          <ac:spMkLst>
            <pc:docMk/>
            <pc:sldMk cId="3931076547" sldId="1412"/>
            <ac:spMk id="3" creationId="{9308D1EA-1D66-6926-AB1F-4D222F670062}"/>
          </ac:spMkLst>
        </pc:spChg>
      </pc:sldChg>
      <pc:sldChg chg="modSp">
        <pc:chgData name="Sanmukh Kuppannagari" userId="ad215094-da36-4b66-9c79-369a17aea26b" providerId="ADAL" clId="{F314163E-0D0E-4B4A-87A3-2D09C5CCF801}" dt="2025-09-25T18:05:57.721" v="51" actId="20577"/>
        <pc:sldMkLst>
          <pc:docMk/>
          <pc:sldMk cId="2299857702" sldId="1413"/>
        </pc:sldMkLst>
        <pc:spChg chg="mod">
          <ac:chgData name="Sanmukh Kuppannagari" userId="ad215094-da36-4b66-9c79-369a17aea26b" providerId="ADAL" clId="{F314163E-0D0E-4B4A-87A3-2D09C5CCF801}" dt="2025-09-25T18:05:57.721" v="51" actId="20577"/>
          <ac:spMkLst>
            <pc:docMk/>
            <pc:sldMk cId="2299857702" sldId="1413"/>
            <ac:spMk id="3" creationId="{031B3923-55C8-4D37-403B-BB79DCBB9ED4}"/>
          </ac:spMkLst>
        </pc:spChg>
      </pc:sldChg>
      <pc:sldChg chg="addSp modSp mod">
        <pc:chgData name="Sanmukh Kuppannagari" userId="ad215094-da36-4b66-9c79-369a17aea26b" providerId="ADAL" clId="{F314163E-0D0E-4B4A-87A3-2D09C5CCF801}" dt="2025-09-25T17:28:31.926" v="10" actId="20577"/>
        <pc:sldMkLst>
          <pc:docMk/>
          <pc:sldMk cId="1443863710" sldId="1643"/>
        </pc:sldMkLst>
      </pc:sldChg>
      <pc:sldChg chg="delSp modSp add mod">
        <pc:chgData name="Sanmukh Kuppannagari" userId="ad215094-da36-4b66-9c79-369a17aea26b" providerId="ADAL" clId="{F314163E-0D0E-4B4A-87A3-2D09C5CCF801}" dt="2025-09-25T18:09:34.781" v="92" actId="478"/>
        <pc:sldMkLst>
          <pc:docMk/>
          <pc:sldMk cId="1068987683" sldId="1653"/>
        </pc:sldMkLst>
      </pc:sldChg>
    </pc:docChg>
  </pc:docChgLst>
  <pc:docChgLst>
    <pc:chgData name="Sanmukh Kuppannagari" userId="ad215094-da36-4b66-9c79-369a17aea26b" providerId="ADAL" clId="{81DCEDA7-60EA-499B-B80C-1BDE2D6C1E99}"/>
    <pc:docChg chg="undo custSel addSld delSld modSld sldOrd">
      <pc:chgData name="Sanmukh Kuppannagari" userId="ad215094-da36-4b66-9c79-369a17aea26b" providerId="ADAL" clId="{81DCEDA7-60EA-499B-B80C-1BDE2D6C1E99}" dt="2024-09-12T15:51:00.215" v="2933" actId="478"/>
      <pc:docMkLst>
        <pc:docMk/>
      </pc:docMkLst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818063122" sldId="34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287006485" sldId="348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541016882" sldId="34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430606432" sldId="3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92042211" sldId="354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998572678" sldId="355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590445591" sldId="356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349920142" sldId="35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740634628" sldId="358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82194659" sldId="35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431469683" sldId="373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72326915" sldId="375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598278600" sldId="389"/>
        </pc:sldMkLst>
      </pc:sldChg>
      <pc:sldChg chg="modSp mod">
        <pc:chgData name="Sanmukh Kuppannagari" userId="ad215094-da36-4b66-9c79-369a17aea26b" providerId="ADAL" clId="{81DCEDA7-60EA-499B-B80C-1BDE2D6C1E99}" dt="2024-09-12T15:36:10.680" v="2760" actId="20577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83873654" sldId="42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888738288" sldId="42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793507665" sldId="43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87871764" sldId="43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8865837" sldId="43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02553672" sldId="43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61697695" sldId="43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738599002" sldId="444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967081645" sldId="466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829024903" sldId="640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233672176" sldId="1228"/>
        </pc:sldMkLst>
      </pc:sldChg>
      <pc:sldChg chg="modSp add mod">
        <pc:chgData name="Sanmukh Kuppannagari" userId="ad215094-da36-4b66-9c79-369a17aea26b" providerId="ADAL" clId="{81DCEDA7-60EA-499B-B80C-1BDE2D6C1E99}" dt="2024-09-12T12:57:24.938" v="256"/>
        <pc:sldMkLst>
          <pc:docMk/>
          <pc:sldMk cId="4246288794" sldId="123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692180613" sldId="123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4095821644" sldId="1240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559763505" sldId="1241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178271313" sldId="1242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505400230" sldId="124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845386772" sldId="125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83670839" sldId="125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018864358" sldId="12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787861397" sldId="125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706379635" sldId="125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188572601" sldId="125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11274223" sldId="125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969816698" sldId="125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375916416" sldId="126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96076742" sldId="126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8347974" sldId="126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63333809" sldId="126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61059533" sldId="126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769872445" sldId="126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1496660" sldId="126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49417311" sldId="126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981443244" sldId="126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87788205" sldId="126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224902270" sldId="127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30267348" sldId="127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564167782" sldId="127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926195366" sldId="127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15725712" sldId="127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712480366" sldId="127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839462493" sldId="128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17399218" sldId="128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155445605" sldId="1376"/>
        </pc:sldMkLst>
      </pc:sldChg>
      <pc:sldChg chg="del">
        <pc:chgData name="Sanmukh Kuppannagari" userId="ad215094-da36-4b66-9c79-369a17aea26b" providerId="ADAL" clId="{81DCEDA7-60EA-499B-B80C-1BDE2D6C1E99}" dt="2024-09-12T12:44:56.821" v="144" actId="47"/>
        <pc:sldMkLst>
          <pc:docMk/>
          <pc:sldMk cId="2646681002" sldId="1418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024660992" sldId="142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732262" sldId="142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162645904" sldId="1424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23648906" sldId="1425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061472416" sldId="1426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109825613" sldId="1427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521121717" sldId="1428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988378371" sldId="1429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300145823" sldId="1430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799776817" sldId="1431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670905119" sldId="143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681725977" sldId="143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10148444" sldId="1434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2895113626" sldId="1435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1065455456" sldId="1436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4249774978" sldId="1437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3744848553" sldId="1438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3911730472" sldId="1439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806484747" sldId="1440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510140089" sldId="1441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198400876" sldId="144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310307108" sldId="144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39455098" sldId="144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35438658" sldId="144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528700108" sldId="144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448580318" sldId="144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596653468" sldId="144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880408666" sldId="144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060134973" sldId="145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02584918" sldId="1452"/>
        </pc:sldMkLst>
      </pc:sldChg>
      <pc:sldChg chg="modSp add del mod">
        <pc:chgData name="Sanmukh Kuppannagari" userId="ad215094-da36-4b66-9c79-369a17aea26b" providerId="ADAL" clId="{81DCEDA7-60EA-499B-B80C-1BDE2D6C1E99}" dt="2024-09-12T13:58:59.660" v="579" actId="20577"/>
        <pc:sldMkLst>
          <pc:docMk/>
          <pc:sldMk cId="166141272" sldId="145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37042343" sldId="14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77584720" sldId="145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01611775" sldId="145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32978893" sldId="145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977200157" sldId="145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026247998" sldId="145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06065322" sldId="146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428985795" sldId="146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519324463" sldId="146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373048709" sldId="146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075436054" sldId="146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872022406" sldId="1465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74961130" sldId="146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693279848" sldId="146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77406003" sldId="146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913176791" sldId="146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90536048" sldId="147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20050802" sldId="147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84454124" sldId="147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095382800" sldId="147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702332589" sldId="147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957084145" sldId="1475"/>
        </pc:sldMkLst>
      </pc:sldChg>
      <pc:sldChg chg="modSp add mod">
        <pc:chgData name="Sanmukh Kuppannagari" userId="ad215094-da36-4b66-9c79-369a17aea26b" providerId="ADAL" clId="{81DCEDA7-60EA-499B-B80C-1BDE2D6C1E99}" dt="2024-09-12T12:58:38.148" v="273" actId="20577"/>
        <pc:sldMkLst>
          <pc:docMk/>
          <pc:sldMk cId="1535296341" sldId="1476"/>
        </pc:sldMkLst>
      </pc:sldChg>
      <pc:sldChg chg="modSp add mod">
        <pc:chgData name="Sanmukh Kuppannagari" userId="ad215094-da36-4b66-9c79-369a17aea26b" providerId="ADAL" clId="{81DCEDA7-60EA-499B-B80C-1BDE2D6C1E99}" dt="2024-09-12T12:59:20.577" v="294"/>
        <pc:sldMkLst>
          <pc:docMk/>
          <pc:sldMk cId="359220519" sldId="1477"/>
        </pc:sldMkLst>
      </pc:sldChg>
      <pc:sldChg chg="modSp add del mod">
        <pc:chgData name="Sanmukh Kuppannagari" userId="ad215094-da36-4b66-9c79-369a17aea26b" providerId="ADAL" clId="{81DCEDA7-60EA-499B-B80C-1BDE2D6C1E99}" dt="2024-09-12T12:59:01.682" v="283" actId="2696"/>
        <pc:sldMkLst>
          <pc:docMk/>
          <pc:sldMk cId="4025197292" sldId="1477"/>
        </pc:sldMkLst>
      </pc:sldChg>
      <pc:sldChg chg="modSp add mod">
        <pc:chgData name="Sanmukh Kuppannagari" userId="ad215094-da36-4b66-9c79-369a17aea26b" providerId="ADAL" clId="{81DCEDA7-60EA-499B-B80C-1BDE2D6C1E99}" dt="2024-09-12T12:58:58.410" v="282" actId="20577"/>
        <pc:sldMkLst>
          <pc:docMk/>
          <pc:sldMk cId="3637780389" sldId="1478"/>
        </pc:sldMkLst>
      </pc:sldChg>
      <pc:sldChg chg="add">
        <pc:chgData name="Sanmukh Kuppannagari" userId="ad215094-da36-4b66-9c79-369a17aea26b" providerId="ADAL" clId="{81DCEDA7-60EA-499B-B80C-1BDE2D6C1E99}" dt="2024-09-12T12:47:09.761" v="153"/>
        <pc:sldMkLst>
          <pc:docMk/>
          <pc:sldMk cId="2565918572" sldId="1479"/>
        </pc:sldMkLst>
      </pc:sldChg>
      <pc:sldChg chg="add">
        <pc:chgData name="Sanmukh Kuppannagari" userId="ad215094-da36-4b66-9c79-369a17aea26b" providerId="ADAL" clId="{81DCEDA7-60EA-499B-B80C-1BDE2D6C1E99}" dt="2024-09-12T12:47:38.985" v="154"/>
        <pc:sldMkLst>
          <pc:docMk/>
          <pc:sldMk cId="1533588936" sldId="1480"/>
        </pc:sldMkLst>
      </pc:sldChg>
      <pc:sldChg chg="add">
        <pc:chgData name="Sanmukh Kuppannagari" userId="ad215094-da36-4b66-9c79-369a17aea26b" providerId="ADAL" clId="{81DCEDA7-60EA-499B-B80C-1BDE2D6C1E99}" dt="2024-09-12T12:47:38.985" v="154"/>
        <pc:sldMkLst>
          <pc:docMk/>
          <pc:sldMk cId="2551489107" sldId="1481"/>
        </pc:sldMkLst>
      </pc:sldChg>
      <pc:sldChg chg="add">
        <pc:chgData name="Sanmukh Kuppannagari" userId="ad215094-da36-4b66-9c79-369a17aea26b" providerId="ADAL" clId="{81DCEDA7-60EA-499B-B80C-1BDE2D6C1E99}" dt="2024-09-12T12:48:03.531" v="155"/>
        <pc:sldMkLst>
          <pc:docMk/>
          <pc:sldMk cId="1137888738" sldId="1482"/>
        </pc:sldMkLst>
      </pc:sldChg>
      <pc:sldChg chg="add">
        <pc:chgData name="Sanmukh Kuppannagari" userId="ad215094-da36-4b66-9c79-369a17aea26b" providerId="ADAL" clId="{81DCEDA7-60EA-499B-B80C-1BDE2D6C1E99}" dt="2024-09-12T12:48:30.050" v="156"/>
        <pc:sldMkLst>
          <pc:docMk/>
          <pc:sldMk cId="1749571042" sldId="1483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073926282" sldId="1484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951002451" sldId="1485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093951396" sldId="1486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327016912" sldId="1487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581566112" sldId="1488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895175968" sldId="1489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3883266803" sldId="1490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432030833" sldId="1491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851547733" sldId="1492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110247357" sldId="1493"/>
        </pc:sldMkLst>
      </pc:sldChg>
      <pc:sldChg chg="modSp new mod">
        <pc:chgData name="Sanmukh Kuppannagari" userId="ad215094-da36-4b66-9c79-369a17aea26b" providerId="ADAL" clId="{81DCEDA7-60EA-499B-B80C-1BDE2D6C1E99}" dt="2024-09-12T14:00:50.976" v="584" actId="207"/>
        <pc:sldMkLst>
          <pc:docMk/>
          <pc:sldMk cId="1048702013" sldId="1494"/>
        </pc:sldMkLst>
      </pc:sldChg>
      <pc:sldChg chg="modSp add mod">
        <pc:chgData name="Sanmukh Kuppannagari" userId="ad215094-da36-4b66-9c79-369a17aea26b" providerId="ADAL" clId="{81DCEDA7-60EA-499B-B80C-1BDE2D6C1E99}" dt="2024-09-12T14:05:25.961" v="700" actId="20577"/>
        <pc:sldMkLst>
          <pc:docMk/>
          <pc:sldMk cId="383901888" sldId="1495"/>
        </pc:sldMkLst>
      </pc:sldChg>
      <pc:sldChg chg="modSp new mod">
        <pc:chgData name="Sanmukh Kuppannagari" userId="ad215094-da36-4b66-9c79-369a17aea26b" providerId="ADAL" clId="{81DCEDA7-60EA-499B-B80C-1BDE2D6C1E99}" dt="2024-09-12T14:08:34.517" v="815" actId="20577"/>
        <pc:sldMkLst>
          <pc:docMk/>
          <pc:sldMk cId="1607590641" sldId="1496"/>
        </pc:sldMkLst>
      </pc:sldChg>
      <pc:sldChg chg="modSp add mod">
        <pc:chgData name="Sanmukh Kuppannagari" userId="ad215094-da36-4b66-9c79-369a17aea26b" providerId="ADAL" clId="{81DCEDA7-60EA-499B-B80C-1BDE2D6C1E99}" dt="2024-09-12T14:09:35.042" v="950" actId="207"/>
        <pc:sldMkLst>
          <pc:docMk/>
          <pc:sldMk cId="3416366971" sldId="1497"/>
        </pc:sldMkLst>
      </pc:sldChg>
      <pc:sldChg chg="addSp modSp new mod">
        <pc:chgData name="Sanmukh Kuppannagari" userId="ad215094-da36-4b66-9c79-369a17aea26b" providerId="ADAL" clId="{81DCEDA7-60EA-499B-B80C-1BDE2D6C1E99}" dt="2024-09-12T14:17:44.139" v="1359" actId="20577"/>
        <pc:sldMkLst>
          <pc:docMk/>
          <pc:sldMk cId="3466822053" sldId="1498"/>
        </pc:sldMkLst>
      </pc:sldChg>
      <pc:sldChg chg="addSp delSp modSp new mod">
        <pc:chgData name="Sanmukh Kuppannagari" userId="ad215094-da36-4b66-9c79-369a17aea26b" providerId="ADAL" clId="{81DCEDA7-60EA-499B-B80C-1BDE2D6C1E99}" dt="2024-09-12T14:57:18.679" v="1742" actId="20577"/>
        <pc:sldMkLst>
          <pc:docMk/>
          <pc:sldMk cId="1318329734" sldId="1499"/>
        </pc:sldMkLst>
      </pc:sldChg>
      <pc:sldChg chg="delSp modSp add del ord">
        <pc:chgData name="Sanmukh Kuppannagari" userId="ad215094-da36-4b66-9c79-369a17aea26b" providerId="ADAL" clId="{81DCEDA7-60EA-499B-B80C-1BDE2D6C1E99}" dt="2024-09-12T14:53:42.299" v="1716" actId="47"/>
        <pc:sldMkLst>
          <pc:docMk/>
          <pc:sldMk cId="838647199" sldId="1500"/>
        </pc:sldMkLst>
      </pc:sldChg>
      <pc:sldChg chg="addSp delSp modSp new mod">
        <pc:chgData name="Sanmukh Kuppannagari" userId="ad215094-da36-4b66-9c79-369a17aea26b" providerId="ADAL" clId="{81DCEDA7-60EA-499B-B80C-1BDE2D6C1E99}" dt="2024-09-12T14:58:26.565" v="1822" actId="207"/>
        <pc:sldMkLst>
          <pc:docMk/>
          <pc:sldMk cId="2356971427" sldId="1500"/>
        </pc:sldMkLst>
      </pc:sldChg>
      <pc:sldChg chg="modSp add mod">
        <pc:chgData name="Sanmukh Kuppannagari" userId="ad215094-da36-4b66-9c79-369a17aea26b" providerId="ADAL" clId="{81DCEDA7-60EA-499B-B80C-1BDE2D6C1E99}" dt="2024-09-12T14:59:46.295" v="1848" actId="207"/>
        <pc:sldMkLst>
          <pc:docMk/>
          <pc:sldMk cId="4018545262" sldId="1501"/>
        </pc:sldMkLst>
      </pc:sldChg>
      <pc:sldChg chg="addSp delSp modSp add mod">
        <pc:chgData name="Sanmukh Kuppannagari" userId="ad215094-da36-4b66-9c79-369a17aea26b" providerId="ADAL" clId="{81DCEDA7-60EA-499B-B80C-1BDE2D6C1E99}" dt="2024-09-12T15:01:27.407" v="1942" actId="207"/>
        <pc:sldMkLst>
          <pc:docMk/>
          <pc:sldMk cId="2635305440" sldId="1502"/>
        </pc:sldMkLst>
      </pc:sldChg>
      <pc:sldChg chg="modSp add mod">
        <pc:chgData name="Sanmukh Kuppannagari" userId="ad215094-da36-4b66-9c79-369a17aea26b" providerId="ADAL" clId="{81DCEDA7-60EA-499B-B80C-1BDE2D6C1E99}" dt="2024-09-12T15:02:55.224" v="1993" actId="20577"/>
        <pc:sldMkLst>
          <pc:docMk/>
          <pc:sldMk cId="1450447005" sldId="1503"/>
        </pc:sldMkLst>
      </pc:sldChg>
      <pc:sldChg chg="modSp add mod">
        <pc:chgData name="Sanmukh Kuppannagari" userId="ad215094-da36-4b66-9c79-369a17aea26b" providerId="ADAL" clId="{81DCEDA7-60EA-499B-B80C-1BDE2D6C1E99}" dt="2024-09-12T15:03:51.608" v="2086" actId="20577"/>
        <pc:sldMkLst>
          <pc:docMk/>
          <pc:sldMk cId="591644866" sldId="1504"/>
        </pc:sldMkLst>
      </pc:sldChg>
      <pc:sldChg chg="modSp add mod">
        <pc:chgData name="Sanmukh Kuppannagari" userId="ad215094-da36-4b66-9c79-369a17aea26b" providerId="ADAL" clId="{81DCEDA7-60EA-499B-B80C-1BDE2D6C1E99}" dt="2024-09-12T15:04:56.785" v="2252" actId="207"/>
        <pc:sldMkLst>
          <pc:docMk/>
          <pc:sldMk cId="4226465458" sldId="1505"/>
        </pc:sldMkLst>
      </pc:sldChg>
      <pc:sldChg chg="addSp modSp add mod">
        <pc:chgData name="Sanmukh Kuppannagari" userId="ad215094-da36-4b66-9c79-369a17aea26b" providerId="ADAL" clId="{81DCEDA7-60EA-499B-B80C-1BDE2D6C1E99}" dt="2024-09-12T15:30:38.888" v="2434" actId="20577"/>
        <pc:sldMkLst>
          <pc:docMk/>
          <pc:sldMk cId="2571495037" sldId="1506"/>
        </pc:sldMkLst>
      </pc:sldChg>
      <pc:sldChg chg="modSp add mod">
        <pc:chgData name="Sanmukh Kuppannagari" userId="ad215094-da36-4b66-9c79-369a17aea26b" providerId="ADAL" clId="{81DCEDA7-60EA-499B-B80C-1BDE2D6C1E99}" dt="2024-09-12T15:32:17.818" v="2477" actId="207"/>
        <pc:sldMkLst>
          <pc:docMk/>
          <pc:sldMk cId="2267279555" sldId="1507"/>
        </pc:sldMkLst>
      </pc:sldChg>
      <pc:sldChg chg="modSp new mod">
        <pc:chgData name="Sanmukh Kuppannagari" userId="ad215094-da36-4b66-9c79-369a17aea26b" providerId="ADAL" clId="{81DCEDA7-60EA-499B-B80C-1BDE2D6C1E99}" dt="2024-09-12T15:35:01.939" v="2561" actId="20577"/>
        <pc:sldMkLst>
          <pc:docMk/>
          <pc:sldMk cId="1753430728" sldId="1508"/>
        </pc:sldMkLst>
      </pc:sldChg>
      <pc:sldChg chg="modSp new mod">
        <pc:chgData name="Sanmukh Kuppannagari" userId="ad215094-da36-4b66-9c79-369a17aea26b" providerId="ADAL" clId="{81DCEDA7-60EA-499B-B80C-1BDE2D6C1E99}" dt="2024-09-12T15:35:55.337" v="2712" actId="20577"/>
        <pc:sldMkLst>
          <pc:docMk/>
          <pc:sldMk cId="1438830724" sldId="1509"/>
        </pc:sldMkLst>
      </pc:sldChg>
      <pc:sldChg chg="addSp delSp modSp new mod">
        <pc:chgData name="Sanmukh Kuppannagari" userId="ad215094-da36-4b66-9c79-369a17aea26b" providerId="ADAL" clId="{81DCEDA7-60EA-499B-B80C-1BDE2D6C1E99}" dt="2024-09-12T15:46:38.329" v="2852" actId="122"/>
        <pc:sldMkLst>
          <pc:docMk/>
          <pc:sldMk cId="1897212904" sldId="1510"/>
        </pc:sldMkLst>
      </pc:sldChg>
      <pc:sldChg chg="addSp modSp add mod">
        <pc:chgData name="Sanmukh Kuppannagari" userId="ad215094-da36-4b66-9c79-369a17aea26b" providerId="ADAL" clId="{81DCEDA7-60EA-499B-B80C-1BDE2D6C1E99}" dt="2024-09-12T15:49:36.633" v="2906" actId="207"/>
        <pc:sldMkLst>
          <pc:docMk/>
          <pc:sldMk cId="2991715139" sldId="1511"/>
        </pc:sldMkLst>
      </pc:sldChg>
      <pc:sldChg chg="addSp delSp modSp add mod">
        <pc:chgData name="Sanmukh Kuppannagari" userId="ad215094-da36-4b66-9c79-369a17aea26b" providerId="ADAL" clId="{81DCEDA7-60EA-499B-B80C-1BDE2D6C1E99}" dt="2024-09-12T15:51:00.215" v="2933" actId="478"/>
        <pc:sldMkLst>
          <pc:docMk/>
          <pc:sldMk cId="1042445932" sldId="1512"/>
        </pc:sldMkLst>
      </pc:sldChg>
    </pc:docChg>
  </pc:docChgLst>
  <pc:docChgLst>
    <pc:chgData name="Sanmukh Kuppannagari" userId="ad215094-da36-4b66-9c79-369a17aea26b" providerId="ADAL" clId="{57CFD692-4744-46EE-BC36-4B4ADFBE76FB}"/>
    <pc:docChg chg="undo custSel addSld delSld modSld">
      <pc:chgData name="Sanmukh Kuppannagari" userId="ad215094-da36-4b66-9c79-369a17aea26b" providerId="ADAL" clId="{57CFD692-4744-46EE-BC36-4B4ADFBE76FB}" dt="2024-09-17T17:25:16.114" v="6207" actId="14100"/>
      <pc:docMkLst>
        <pc:docMk/>
      </pc:docMkLst>
      <pc:sldChg chg="modSp mod">
        <pc:chgData name="Sanmukh Kuppannagari" userId="ad215094-da36-4b66-9c79-369a17aea26b" providerId="ADAL" clId="{57CFD692-4744-46EE-BC36-4B4ADFBE76FB}" dt="2024-09-17T14:18:24.778" v="1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57CFD692-4744-46EE-BC36-4B4ADFBE76FB}" dt="2024-09-17T15:18:46.245" v="3476" actId="20577"/>
        <pc:sldMkLst>
          <pc:docMk/>
          <pc:sldMk cId="2017305151" sldId="261"/>
        </pc:sldMkLst>
      </pc:sldChg>
      <pc:sldChg chg="modSp add mod">
        <pc:chgData name="Sanmukh Kuppannagari" userId="ad215094-da36-4b66-9c79-369a17aea26b" providerId="ADAL" clId="{57CFD692-4744-46EE-BC36-4B4ADFBE76FB}" dt="2024-09-17T14:30:17.188" v="519" actId="20577"/>
        <pc:sldMkLst>
          <pc:docMk/>
          <pc:sldMk cId="3934877374" sldId="311"/>
        </pc:sldMkLst>
      </pc:sldChg>
      <pc:sldChg chg="modSp add mod">
        <pc:chgData name="Sanmukh Kuppannagari" userId="ad215094-da36-4b66-9c79-369a17aea26b" providerId="ADAL" clId="{57CFD692-4744-46EE-BC36-4B4ADFBE76FB}" dt="2024-09-17T14:30:13.222" v="516" actId="27636"/>
        <pc:sldMkLst>
          <pc:docMk/>
          <pc:sldMk cId="1937731969" sldId="312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2275422666" sldId="313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230029266" sldId="316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879505598" sldId="31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964895541" sldId="32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18063122" sldId="34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287006485" sldId="34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41016882" sldId="34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430606432" sldId="35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998572678" sldId="35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590445591" sldId="35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349920142" sldId="35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740634628" sldId="35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2194659" sldId="359"/>
        </pc:sldMkLst>
      </pc:sldChg>
      <pc:sldChg chg="modSp add mod">
        <pc:chgData name="Sanmukh Kuppannagari" userId="ad215094-da36-4b66-9c79-369a17aea26b" providerId="ADAL" clId="{57CFD692-4744-46EE-BC36-4B4ADFBE76FB}" dt="2024-09-17T14:30:20.712" v="522" actId="20577"/>
        <pc:sldMkLst>
          <pc:docMk/>
          <pc:sldMk cId="2496462880" sldId="363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4289731522" sldId="367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4086263254" sldId="371"/>
        </pc:sldMkLst>
      </pc:sldChg>
      <pc:sldChg chg="modSp add mod">
        <pc:chgData name="Sanmukh Kuppannagari" userId="ad215094-da36-4b66-9c79-369a17aea26b" providerId="ADAL" clId="{57CFD692-4744-46EE-BC36-4B4ADFBE76FB}" dt="2024-09-17T14:33:11.060" v="566" actId="20577"/>
        <pc:sldMkLst>
          <pc:docMk/>
          <pc:sldMk cId="2834613010" sldId="37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431469683" sldId="37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72326915" sldId="375"/>
        </pc:sldMkLst>
      </pc:sldChg>
      <pc:sldChg chg="modSp add mod">
        <pc:chgData name="Sanmukh Kuppannagari" userId="ad215094-da36-4b66-9c79-369a17aea26b" providerId="ADAL" clId="{57CFD692-4744-46EE-BC36-4B4ADFBE76FB}" dt="2024-09-17T14:39:45.023" v="570" actId="113"/>
        <pc:sldMkLst>
          <pc:docMk/>
          <pc:sldMk cId="854907447" sldId="382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338842979" sldId="384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3771660" sldId="38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98278600" sldId="389"/>
        </pc:sldMkLst>
      </pc:sldChg>
      <pc:sldChg chg="modSp mod">
        <pc:chgData name="Sanmukh Kuppannagari" userId="ad215094-da36-4b66-9c79-369a17aea26b" providerId="ADAL" clId="{57CFD692-4744-46EE-BC36-4B4ADFBE76FB}" dt="2024-09-17T14:40:31.818" v="621" actId="20577"/>
        <pc:sldMkLst>
          <pc:docMk/>
          <pc:sldMk cId="3837875043" sldId="390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181382666" sldId="404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319194896" sldId="41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947479394" sldId="41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51680372" sldId="437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736426824" sldId="43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820019786" sldId="43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642145031" sldId="441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275163260" sldId="45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967081645" sldId="46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29024903" sldId="64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233672176" sldId="122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699708138" sldId="122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453964490" sldId="1230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037780407" sldId="1232"/>
        </pc:sldMkLst>
      </pc:sldChg>
      <pc:sldChg chg="add">
        <pc:chgData name="Sanmukh Kuppannagari" userId="ad215094-da36-4b66-9c79-369a17aea26b" providerId="ADAL" clId="{57CFD692-4744-46EE-BC36-4B4ADFBE76FB}" dt="2024-09-17T14:37:27.956" v="567"/>
        <pc:sldMkLst>
          <pc:docMk/>
          <pc:sldMk cId="1479534324" sldId="123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46288794" sldId="1237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124545071" sldId="123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692180613" sldId="123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095821644" sldId="124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59763505" sldId="124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178271313" sldId="124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05400230" sldId="124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95113626" sldId="143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65455456" sldId="143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49774978" sldId="143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744848553" sldId="143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911730472" sldId="1439"/>
        </pc:sldMkLst>
      </pc:sldChg>
      <pc:sldChg chg="addSp delSp modSp add del mod">
        <pc:chgData name="Sanmukh Kuppannagari" userId="ad215094-da36-4b66-9c79-369a17aea26b" providerId="ADAL" clId="{57CFD692-4744-46EE-BC36-4B4ADFBE76FB}" dt="2024-09-17T15:55:41.974" v="3822" actId="21"/>
        <pc:sldMkLst>
          <pc:docMk/>
          <pc:sldMk cId="166141272" sldId="145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35296341" sldId="147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59220519" sldId="147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637780389" sldId="147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65918572" sldId="147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33588936" sldId="148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51489107" sldId="148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137888738" sldId="148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749571042" sldId="148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73926282" sldId="148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951002451" sldId="148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093951396" sldId="148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27016912" sldId="148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81566112" sldId="148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895175968" sldId="148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883266803" sldId="149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32030833" sldId="149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51547733" sldId="149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110247357" sldId="149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48702013" sldId="149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83901888" sldId="149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607590641" sldId="149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416366971" sldId="149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466822053" sldId="149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318329734" sldId="149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356971427" sldId="150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018545262" sldId="150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635305440" sldId="150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50447005" sldId="150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91644866" sldId="150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26465458" sldId="150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71495037" sldId="150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267279555" sldId="150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753430728" sldId="150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38830724" sldId="150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97212904" sldId="151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991715139" sldId="151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42445932" sldId="1512"/>
        </pc:sldMkLst>
      </pc:sldChg>
      <pc:sldChg chg="modSp new mod">
        <pc:chgData name="Sanmukh Kuppannagari" userId="ad215094-da36-4b66-9c79-369a17aea26b" providerId="ADAL" clId="{57CFD692-4744-46EE-BC36-4B4ADFBE76FB}" dt="2024-09-17T14:19:49.941" v="229" actId="20577"/>
        <pc:sldMkLst>
          <pc:docMk/>
          <pc:sldMk cId="2091044005" sldId="1513"/>
        </pc:sldMkLst>
      </pc:sldChg>
      <pc:sldChg chg="modSp new mod">
        <pc:chgData name="Sanmukh Kuppannagari" userId="ad215094-da36-4b66-9c79-369a17aea26b" providerId="ADAL" clId="{57CFD692-4744-46EE-BC36-4B4ADFBE76FB}" dt="2024-09-17T14:21:09.571" v="413" actId="20577"/>
        <pc:sldMkLst>
          <pc:docMk/>
          <pc:sldMk cId="48973366" sldId="1514"/>
        </pc:sldMkLst>
      </pc:sldChg>
      <pc:sldChg chg="modSp new del mod">
        <pc:chgData name="Sanmukh Kuppannagari" userId="ad215094-da36-4b66-9c79-369a17aea26b" providerId="ADAL" clId="{57CFD692-4744-46EE-BC36-4B4ADFBE76FB}" dt="2024-09-17T15:06:44.715" v="1416" actId="47"/>
        <pc:sldMkLst>
          <pc:docMk/>
          <pc:sldMk cId="877053149" sldId="1515"/>
        </pc:sldMkLst>
      </pc:sldChg>
      <pc:sldChg chg="modSp add mod">
        <pc:chgData name="Sanmukh Kuppannagari" userId="ad215094-da36-4b66-9c79-369a17aea26b" providerId="ADAL" clId="{57CFD692-4744-46EE-BC36-4B4ADFBE76FB}" dt="2024-09-17T15:18:38.206" v="3463" actId="20577"/>
        <pc:sldMkLst>
          <pc:docMk/>
          <pc:sldMk cId="202113540" sldId="1516"/>
        </pc:sldMkLst>
      </pc:sldChg>
      <pc:sldChg chg="modSp add mod">
        <pc:chgData name="Sanmukh Kuppannagari" userId="ad215094-da36-4b66-9c79-369a17aea26b" providerId="ADAL" clId="{57CFD692-4744-46EE-BC36-4B4ADFBE76FB}" dt="2024-09-17T15:18:59.063" v="3489" actId="20577"/>
        <pc:sldMkLst>
          <pc:docMk/>
          <pc:sldMk cId="2851048179" sldId="1517"/>
        </pc:sldMkLst>
      </pc:sldChg>
      <pc:sldChg chg="add">
        <pc:chgData name="Sanmukh Kuppannagari" userId="ad215094-da36-4b66-9c79-369a17aea26b" providerId="ADAL" clId="{57CFD692-4744-46EE-BC36-4B4ADFBE76FB}" dt="2024-09-17T14:39:54.780" v="571"/>
        <pc:sldMkLst>
          <pc:docMk/>
          <pc:sldMk cId="2170564833" sldId="1518"/>
        </pc:sldMkLst>
      </pc:sldChg>
      <pc:sldChg chg="modSp new mod">
        <pc:chgData name="Sanmukh Kuppannagari" userId="ad215094-da36-4b66-9c79-369a17aea26b" providerId="ADAL" clId="{57CFD692-4744-46EE-BC36-4B4ADFBE76FB}" dt="2024-09-17T14:52:17.795" v="1015" actId="20577"/>
        <pc:sldMkLst>
          <pc:docMk/>
          <pc:sldMk cId="1223128325" sldId="1519"/>
        </pc:sldMkLst>
      </pc:sldChg>
      <pc:sldChg chg="modSp new mod">
        <pc:chgData name="Sanmukh Kuppannagari" userId="ad215094-da36-4b66-9c79-369a17aea26b" providerId="ADAL" clId="{57CFD692-4744-46EE-BC36-4B4ADFBE76FB}" dt="2024-09-17T15:50:27.077" v="3662" actId="20577"/>
        <pc:sldMkLst>
          <pc:docMk/>
          <pc:sldMk cId="1363376498" sldId="1520"/>
        </pc:sldMkLst>
      </pc:sldChg>
      <pc:sldChg chg="modSp new mod">
        <pc:chgData name="Sanmukh Kuppannagari" userId="ad215094-da36-4b66-9c79-369a17aea26b" providerId="ADAL" clId="{57CFD692-4744-46EE-BC36-4B4ADFBE76FB}" dt="2024-09-17T15:50:00.221" v="3615" actId="20577"/>
        <pc:sldMkLst>
          <pc:docMk/>
          <pc:sldMk cId="2829791837" sldId="1521"/>
        </pc:sldMkLst>
      </pc:sldChg>
      <pc:sldChg chg="modSp new mod">
        <pc:chgData name="Sanmukh Kuppannagari" userId="ad215094-da36-4b66-9c79-369a17aea26b" providerId="ADAL" clId="{57CFD692-4744-46EE-BC36-4B4ADFBE76FB}" dt="2024-09-17T15:10:08.920" v="1852" actId="20577"/>
        <pc:sldMkLst>
          <pc:docMk/>
          <pc:sldMk cId="3893234935" sldId="1522"/>
        </pc:sldMkLst>
      </pc:sldChg>
      <pc:sldChg chg="modSp new mod">
        <pc:chgData name="Sanmukh Kuppannagari" userId="ad215094-da36-4b66-9c79-369a17aea26b" providerId="ADAL" clId="{57CFD692-4744-46EE-BC36-4B4ADFBE76FB}" dt="2024-09-17T15:11:33.231" v="2175" actId="20577"/>
        <pc:sldMkLst>
          <pc:docMk/>
          <pc:sldMk cId="3481763059" sldId="1523"/>
        </pc:sldMkLst>
      </pc:sldChg>
      <pc:sldChg chg="modSp new mod">
        <pc:chgData name="Sanmukh Kuppannagari" userId="ad215094-da36-4b66-9c79-369a17aea26b" providerId="ADAL" clId="{57CFD692-4744-46EE-BC36-4B4ADFBE76FB}" dt="2024-09-17T15:14:34.208" v="2893" actId="20577"/>
        <pc:sldMkLst>
          <pc:docMk/>
          <pc:sldMk cId="2617663034" sldId="1524"/>
        </pc:sldMkLst>
      </pc:sldChg>
      <pc:sldChg chg="modSp new mod">
        <pc:chgData name="Sanmukh Kuppannagari" userId="ad215094-da36-4b66-9c79-369a17aea26b" providerId="ADAL" clId="{57CFD692-4744-46EE-BC36-4B4ADFBE76FB}" dt="2024-09-17T15:18:21.833" v="3452" actId="20577"/>
        <pc:sldMkLst>
          <pc:docMk/>
          <pc:sldMk cId="939595551" sldId="1525"/>
        </pc:sldMkLst>
      </pc:sldChg>
      <pc:sldChg chg="addSp delSp modSp new mod">
        <pc:chgData name="Sanmukh Kuppannagari" userId="ad215094-da36-4b66-9c79-369a17aea26b" providerId="ADAL" clId="{57CFD692-4744-46EE-BC36-4B4ADFBE76FB}" dt="2024-09-17T15:57:35.506" v="3887" actId="14100"/>
        <pc:sldMkLst>
          <pc:docMk/>
          <pc:sldMk cId="878398838" sldId="1526"/>
        </pc:sldMkLst>
      </pc:sldChg>
      <pc:sldChg chg="modSp new del mod">
        <pc:chgData name="Sanmukh Kuppannagari" userId="ad215094-da36-4b66-9c79-369a17aea26b" providerId="ADAL" clId="{57CFD692-4744-46EE-BC36-4B4ADFBE76FB}" dt="2024-09-17T15:26:03.633" v="3599" actId="47"/>
        <pc:sldMkLst>
          <pc:docMk/>
          <pc:sldMk cId="3481160692" sldId="1526"/>
        </pc:sldMkLst>
      </pc:sldChg>
      <pc:sldChg chg="addSp delSp modSp add mod">
        <pc:chgData name="Sanmukh Kuppannagari" userId="ad215094-da36-4b66-9c79-369a17aea26b" providerId="ADAL" clId="{57CFD692-4744-46EE-BC36-4B4ADFBE76FB}" dt="2024-09-17T16:00:17.033" v="3942" actId="1076"/>
        <pc:sldMkLst>
          <pc:docMk/>
          <pc:sldMk cId="827224132" sldId="1527"/>
        </pc:sldMkLst>
      </pc:sldChg>
      <pc:sldChg chg="addSp delSp modSp add mod">
        <pc:chgData name="Sanmukh Kuppannagari" userId="ad215094-da36-4b66-9c79-369a17aea26b" providerId="ADAL" clId="{57CFD692-4744-46EE-BC36-4B4ADFBE76FB}" dt="2024-09-17T16:03:26.446" v="4105" actId="14100"/>
        <pc:sldMkLst>
          <pc:docMk/>
          <pc:sldMk cId="297830899" sldId="1528"/>
        </pc:sldMkLst>
      </pc:sldChg>
      <pc:sldChg chg="modSp add mod">
        <pc:chgData name="Sanmukh Kuppannagari" userId="ad215094-da36-4b66-9c79-369a17aea26b" providerId="ADAL" clId="{57CFD692-4744-46EE-BC36-4B4ADFBE76FB}" dt="2024-09-17T16:00:57.279" v="3987" actId="207"/>
        <pc:sldMkLst>
          <pc:docMk/>
          <pc:sldMk cId="1863297826" sldId="1529"/>
        </pc:sldMkLst>
      </pc:sldChg>
      <pc:sldChg chg="modSp add mod">
        <pc:chgData name="Sanmukh Kuppannagari" userId="ad215094-da36-4b66-9c79-369a17aea26b" providerId="ADAL" clId="{57CFD692-4744-46EE-BC36-4B4ADFBE76FB}" dt="2024-09-17T16:01:16.796" v="3993" actId="207"/>
        <pc:sldMkLst>
          <pc:docMk/>
          <pc:sldMk cId="3983326334" sldId="1530"/>
        </pc:sldMkLst>
      </pc:sldChg>
      <pc:sldChg chg="modSp new mod">
        <pc:chgData name="Sanmukh Kuppannagari" userId="ad215094-da36-4b66-9c79-369a17aea26b" providerId="ADAL" clId="{57CFD692-4744-46EE-BC36-4B4ADFBE76FB}" dt="2024-09-17T16:05:32.807" v="4277" actId="20577"/>
        <pc:sldMkLst>
          <pc:docMk/>
          <pc:sldMk cId="3897297747" sldId="1531"/>
        </pc:sldMkLst>
      </pc:sldChg>
      <pc:sldChg chg="addSp delSp modSp new mod">
        <pc:chgData name="Sanmukh Kuppannagari" userId="ad215094-da36-4b66-9c79-369a17aea26b" providerId="ADAL" clId="{57CFD692-4744-46EE-BC36-4B4ADFBE76FB}" dt="2024-09-17T16:32:52.796" v="4804" actId="20577"/>
        <pc:sldMkLst>
          <pc:docMk/>
          <pc:sldMk cId="172806902" sldId="1532"/>
        </pc:sldMkLst>
      </pc:sldChg>
      <pc:sldChg chg="addSp modSp add del mod">
        <pc:chgData name="Sanmukh Kuppannagari" userId="ad215094-da36-4b66-9c79-369a17aea26b" providerId="ADAL" clId="{57CFD692-4744-46EE-BC36-4B4ADFBE76FB}" dt="2024-09-17T16:29:14.144" v="4682" actId="47"/>
        <pc:sldMkLst>
          <pc:docMk/>
          <pc:sldMk cId="600423300" sldId="1533"/>
        </pc:sldMkLst>
      </pc:sldChg>
      <pc:sldChg chg="addSp delSp modSp add mod">
        <pc:chgData name="Sanmukh Kuppannagari" userId="ad215094-da36-4b66-9c79-369a17aea26b" providerId="ADAL" clId="{57CFD692-4744-46EE-BC36-4B4ADFBE76FB}" dt="2024-09-17T16:33:10.745" v="4806"/>
        <pc:sldMkLst>
          <pc:docMk/>
          <pc:sldMk cId="4249077636" sldId="1534"/>
        </pc:sldMkLst>
      </pc:sldChg>
      <pc:sldChg chg="addSp delSp modSp add mod">
        <pc:chgData name="Sanmukh Kuppannagari" userId="ad215094-da36-4b66-9c79-369a17aea26b" providerId="ADAL" clId="{57CFD692-4744-46EE-BC36-4B4ADFBE76FB}" dt="2024-09-17T16:33:16.361" v="4808"/>
        <pc:sldMkLst>
          <pc:docMk/>
          <pc:sldMk cId="335340187" sldId="1535"/>
        </pc:sldMkLst>
      </pc:sldChg>
      <pc:sldChg chg="addSp delSp modSp add mod">
        <pc:chgData name="Sanmukh Kuppannagari" userId="ad215094-da36-4b66-9c79-369a17aea26b" providerId="ADAL" clId="{57CFD692-4744-46EE-BC36-4B4ADFBE76FB}" dt="2024-09-17T16:33:22.104" v="4810"/>
        <pc:sldMkLst>
          <pc:docMk/>
          <pc:sldMk cId="2563148363" sldId="1536"/>
        </pc:sldMkLst>
      </pc:sldChg>
      <pc:sldChg chg="addSp delSp modSp add mod">
        <pc:chgData name="Sanmukh Kuppannagari" userId="ad215094-da36-4b66-9c79-369a17aea26b" providerId="ADAL" clId="{57CFD692-4744-46EE-BC36-4B4ADFBE76FB}" dt="2024-09-17T16:36:38.349" v="4866" actId="1076"/>
        <pc:sldMkLst>
          <pc:docMk/>
          <pc:sldMk cId="4060344090" sldId="1537"/>
        </pc:sldMkLst>
      </pc:sldChg>
      <pc:sldChg chg="addSp delSp modSp add mod">
        <pc:chgData name="Sanmukh Kuppannagari" userId="ad215094-da36-4b66-9c79-369a17aea26b" providerId="ADAL" clId="{57CFD692-4744-46EE-BC36-4B4ADFBE76FB}" dt="2024-09-17T16:34:47.230" v="4830" actId="207"/>
        <pc:sldMkLst>
          <pc:docMk/>
          <pc:sldMk cId="1917529413" sldId="1538"/>
        </pc:sldMkLst>
      </pc:sldChg>
      <pc:sldChg chg="modSp add mod">
        <pc:chgData name="Sanmukh Kuppannagari" userId="ad215094-da36-4b66-9c79-369a17aea26b" providerId="ADAL" clId="{57CFD692-4744-46EE-BC36-4B4ADFBE76FB}" dt="2024-09-17T16:35:38.286" v="4841" actId="207"/>
        <pc:sldMkLst>
          <pc:docMk/>
          <pc:sldMk cId="2364603884" sldId="1539"/>
        </pc:sldMkLst>
      </pc:sldChg>
      <pc:sldChg chg="modSp add">
        <pc:chgData name="Sanmukh Kuppannagari" userId="ad215094-da36-4b66-9c79-369a17aea26b" providerId="ADAL" clId="{57CFD692-4744-46EE-BC36-4B4ADFBE76FB}" dt="2024-09-17T16:36:08.447" v="4858" actId="207"/>
        <pc:sldMkLst>
          <pc:docMk/>
          <pc:sldMk cId="2896873436" sldId="1540"/>
        </pc:sldMkLst>
      </pc:sldChg>
      <pc:sldChg chg="addSp delSp modSp add mod">
        <pc:chgData name="Sanmukh Kuppannagari" userId="ad215094-da36-4b66-9c79-369a17aea26b" providerId="ADAL" clId="{57CFD692-4744-46EE-BC36-4B4ADFBE76FB}" dt="2024-09-17T16:37:32.517" v="4880" actId="207"/>
        <pc:sldMkLst>
          <pc:docMk/>
          <pc:sldMk cId="2873707918" sldId="1541"/>
        </pc:sldMkLst>
      </pc:sldChg>
      <pc:sldChg chg="delSp modSp add mod">
        <pc:chgData name="Sanmukh Kuppannagari" userId="ad215094-da36-4b66-9c79-369a17aea26b" providerId="ADAL" clId="{57CFD692-4744-46EE-BC36-4B4ADFBE76FB}" dt="2024-09-17T16:38:43.291" v="4909" actId="207"/>
        <pc:sldMkLst>
          <pc:docMk/>
          <pc:sldMk cId="2634998908" sldId="1542"/>
        </pc:sldMkLst>
      </pc:sldChg>
      <pc:sldChg chg="modSp add mod">
        <pc:chgData name="Sanmukh Kuppannagari" userId="ad215094-da36-4b66-9c79-369a17aea26b" providerId="ADAL" clId="{57CFD692-4744-46EE-BC36-4B4ADFBE76FB}" dt="2024-09-17T16:39:58.305" v="4918" actId="207"/>
        <pc:sldMkLst>
          <pc:docMk/>
          <pc:sldMk cId="1327029584" sldId="1543"/>
        </pc:sldMkLst>
      </pc:sldChg>
      <pc:sldChg chg="modSp add">
        <pc:chgData name="Sanmukh Kuppannagari" userId="ad215094-da36-4b66-9c79-369a17aea26b" providerId="ADAL" clId="{57CFD692-4744-46EE-BC36-4B4ADFBE76FB}" dt="2024-09-17T16:40:21.164" v="4935" actId="207"/>
        <pc:sldMkLst>
          <pc:docMk/>
          <pc:sldMk cId="2963799951" sldId="1544"/>
        </pc:sldMkLst>
      </pc:sldChg>
      <pc:sldChg chg="addSp modSp add mod">
        <pc:chgData name="Sanmukh Kuppannagari" userId="ad215094-da36-4b66-9c79-369a17aea26b" providerId="ADAL" clId="{57CFD692-4744-46EE-BC36-4B4ADFBE76FB}" dt="2024-09-17T16:40:48.746" v="4941" actId="14100"/>
        <pc:sldMkLst>
          <pc:docMk/>
          <pc:sldMk cId="64679798" sldId="1545"/>
        </pc:sldMkLst>
      </pc:sldChg>
      <pc:sldChg chg="modSp new mod">
        <pc:chgData name="Sanmukh Kuppannagari" userId="ad215094-da36-4b66-9c79-369a17aea26b" providerId="ADAL" clId="{57CFD692-4744-46EE-BC36-4B4ADFBE76FB}" dt="2024-09-17T17:22:57.522" v="6126" actId="20577"/>
        <pc:sldMkLst>
          <pc:docMk/>
          <pc:sldMk cId="1378971665" sldId="1546"/>
        </pc:sldMkLst>
      </pc:sldChg>
      <pc:sldChg chg="addSp modSp new mod">
        <pc:chgData name="Sanmukh Kuppannagari" userId="ad215094-da36-4b66-9c79-369a17aea26b" providerId="ADAL" clId="{57CFD692-4744-46EE-BC36-4B4ADFBE76FB}" dt="2024-09-17T17:25:16.114" v="6207" actId="14100"/>
        <pc:sldMkLst>
          <pc:docMk/>
          <pc:sldMk cId="2055355578" sldId="1547"/>
        </pc:sldMkLst>
      </pc:sldChg>
      <pc:sldChg chg="modSp add mod">
        <pc:chgData name="Sanmukh Kuppannagari" userId="ad215094-da36-4b66-9c79-369a17aea26b" providerId="ADAL" clId="{57CFD692-4744-46EE-BC36-4B4ADFBE76FB}" dt="2024-09-17T17:20:59.089" v="5991" actId="20577"/>
        <pc:sldMkLst>
          <pc:docMk/>
          <pc:sldMk cId="3972000199" sldId="1548"/>
        </pc:sldMkLst>
      </pc:sldChg>
    </pc:docChg>
  </pc:docChgLst>
  <pc:docChgLst>
    <pc:chgData name="Sanmukh Kuppannagari" userId="ad215094-da36-4b66-9c79-369a17aea26b" providerId="ADAL" clId="{7B61D3EF-15B8-4F04-8033-014CD468CBC4}"/>
    <pc:docChg chg="undo custSel delSld modSld">
      <pc:chgData name="Sanmukh Kuppannagari" userId="ad215094-da36-4b66-9c79-369a17aea26b" providerId="ADAL" clId="{7B61D3EF-15B8-4F04-8033-014CD468CBC4}" dt="2025-09-18T14:57:35.710" v="344" actId="20577"/>
      <pc:docMkLst>
        <pc:docMk/>
      </pc:docMkLst>
      <pc:sldChg chg="modSp mod">
        <pc:chgData name="Sanmukh Kuppannagari" userId="ad215094-da36-4b66-9c79-369a17aea26b" providerId="ADAL" clId="{7B61D3EF-15B8-4F04-8033-014CD468CBC4}" dt="2025-09-18T13:44:24.799" v="4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7B61D3EF-15B8-4F04-8033-014CD468CBC4}" dt="2025-09-18T13:44:24.799" v="4" actId="20577"/>
          <ac:spMkLst>
            <pc:docMk/>
            <pc:sldMk cId="728785357" sldId="256"/>
            <ac:spMk id="3" creationId="{C46BB279-3651-105A-8503-217F67B1FED8}"/>
          </ac:spMkLst>
        </pc:spChg>
      </pc:sldChg>
      <pc:sldChg chg="addSp modSp mod">
        <pc:chgData name="Sanmukh Kuppannagari" userId="ad215094-da36-4b66-9c79-369a17aea26b" providerId="ADAL" clId="{7B61D3EF-15B8-4F04-8033-014CD468CBC4}" dt="2025-09-18T14:53:04.114" v="197" actId="1076"/>
        <pc:sldMkLst>
          <pc:docMk/>
          <pc:sldMk cId="2120287752" sldId="1310"/>
        </pc:sldMkLst>
      </pc:sldChg>
      <pc:sldChg chg="addSp modSp">
        <pc:chgData name="Sanmukh Kuppannagari" userId="ad215094-da36-4b66-9c79-369a17aea26b" providerId="ADAL" clId="{7B61D3EF-15B8-4F04-8033-014CD468CBC4}" dt="2025-09-18T14:53:07.704" v="198"/>
        <pc:sldMkLst>
          <pc:docMk/>
          <pc:sldMk cId="2652461517" sldId="1311"/>
        </pc:sldMkLst>
      </pc:sldChg>
      <pc:sldChg chg="addSp modSp">
        <pc:chgData name="Sanmukh Kuppannagari" userId="ad215094-da36-4b66-9c79-369a17aea26b" providerId="ADAL" clId="{7B61D3EF-15B8-4F04-8033-014CD468CBC4}" dt="2025-09-18T14:53:11.101" v="199"/>
        <pc:sldMkLst>
          <pc:docMk/>
          <pc:sldMk cId="284065558" sldId="1312"/>
        </pc:sldMkLst>
      </pc:sldChg>
      <pc:sldChg chg="addSp modSp">
        <pc:chgData name="Sanmukh Kuppannagari" userId="ad215094-da36-4b66-9c79-369a17aea26b" providerId="ADAL" clId="{7B61D3EF-15B8-4F04-8033-014CD468CBC4}" dt="2025-09-18T14:53:15.067" v="200"/>
        <pc:sldMkLst>
          <pc:docMk/>
          <pc:sldMk cId="303362016" sldId="1313"/>
        </pc:sldMkLst>
      </pc:sldChg>
      <pc:sldChg chg="addSp delSp modSp mod">
        <pc:chgData name="Sanmukh Kuppannagari" userId="ad215094-da36-4b66-9c79-369a17aea26b" providerId="ADAL" clId="{7B61D3EF-15B8-4F04-8033-014CD468CBC4}" dt="2025-09-18T14:53:57.784" v="210" actId="478"/>
        <pc:sldMkLst>
          <pc:docMk/>
          <pc:sldMk cId="1137941797" sldId="1314"/>
        </pc:sldMkLst>
      </pc:sldChg>
      <pc:sldChg chg="modSp">
        <pc:chgData name="Sanmukh Kuppannagari" userId="ad215094-da36-4b66-9c79-369a17aea26b" providerId="ADAL" clId="{7B61D3EF-15B8-4F04-8033-014CD468CBC4}" dt="2025-09-18T14:38:31.893" v="193" actId="207"/>
        <pc:sldMkLst>
          <pc:docMk/>
          <pc:sldMk cId="3610053994" sldId="1317"/>
        </pc:sldMkLst>
      </pc:sldChg>
      <pc:sldChg chg="modSp mod">
        <pc:chgData name="Sanmukh Kuppannagari" userId="ad215094-da36-4b66-9c79-369a17aea26b" providerId="ADAL" clId="{7B61D3EF-15B8-4F04-8033-014CD468CBC4}" dt="2025-09-18T14:57:35.710" v="344" actId="20577"/>
        <pc:sldMkLst>
          <pc:docMk/>
          <pc:sldMk cId="3204193764" sldId="1320"/>
        </pc:sldMkLst>
      </pc:sldChg>
      <pc:sldChg chg="modSp mod">
        <pc:chgData name="Sanmukh Kuppannagari" userId="ad215094-da36-4b66-9c79-369a17aea26b" providerId="ADAL" clId="{7B61D3EF-15B8-4F04-8033-014CD468CBC4}" dt="2025-09-18T13:48:17.769" v="170" actId="5793"/>
        <pc:sldMkLst>
          <pc:docMk/>
          <pc:sldMk cId="330368493" sldId="1340"/>
        </pc:sldMkLst>
      </pc:sldChg>
      <pc:sldChg chg="modSp mod">
        <pc:chgData name="Sanmukh Kuppannagari" userId="ad215094-da36-4b66-9c79-369a17aea26b" providerId="ADAL" clId="{7B61D3EF-15B8-4F04-8033-014CD468CBC4}" dt="2025-09-18T13:44:41.742" v="58" actId="20577"/>
        <pc:sldMkLst>
          <pc:docMk/>
          <pc:sldMk cId="2091044005" sldId="1513"/>
        </pc:sldMkLst>
      </pc:sldChg>
      <pc:sldChg chg="del">
        <pc:chgData name="Sanmukh Kuppannagari" userId="ad215094-da36-4b66-9c79-369a17aea26b" providerId="ADAL" clId="{7B61D3EF-15B8-4F04-8033-014CD468CBC4}" dt="2025-09-18T13:44:50.370" v="59" actId="47"/>
        <pc:sldMkLst>
          <pc:docMk/>
          <pc:sldMk cId="48973366" sldId="1514"/>
        </pc:sldMkLst>
      </pc:sldChg>
      <pc:sldChg chg="del">
        <pc:chgData name="Sanmukh Kuppannagari" userId="ad215094-da36-4b66-9c79-369a17aea26b" providerId="ADAL" clId="{7B61D3EF-15B8-4F04-8033-014CD468CBC4}" dt="2025-09-18T13:44:54.750" v="60" actId="47"/>
        <pc:sldMkLst>
          <pc:docMk/>
          <pc:sldMk cId="312789784" sldId="1549"/>
        </pc:sldMkLst>
      </pc:sldChg>
      <pc:sldChg chg="modSp mod">
        <pc:chgData name="Sanmukh Kuppannagari" userId="ad215094-da36-4b66-9c79-369a17aea26b" providerId="ADAL" clId="{7B61D3EF-15B8-4F04-8033-014CD468CBC4}" dt="2025-09-18T13:47:34.750" v="133" actId="20577"/>
        <pc:sldMkLst>
          <pc:docMk/>
          <pc:sldMk cId="1297240811" sldId="1551"/>
        </pc:sldMkLst>
        <pc:spChg chg="mod">
          <ac:chgData name="Sanmukh Kuppannagari" userId="ad215094-da36-4b66-9c79-369a17aea26b" providerId="ADAL" clId="{7B61D3EF-15B8-4F04-8033-014CD468CBC4}" dt="2025-09-18T13:47:34.750" v="133" actId="20577"/>
          <ac:spMkLst>
            <pc:docMk/>
            <pc:sldMk cId="1297240811" sldId="1551"/>
            <ac:spMk id="3" creationId="{E7FF2391-E8AE-9A93-A4FC-0E02B54BC29C}"/>
          </ac:spMkLst>
        </pc:spChg>
      </pc:sldChg>
      <pc:sldChg chg="addSp delSp modSp mod">
        <pc:chgData name="Sanmukh Kuppannagari" userId="ad215094-da36-4b66-9c79-369a17aea26b" providerId="ADAL" clId="{7B61D3EF-15B8-4F04-8033-014CD468CBC4}" dt="2025-09-18T14:53:47.982" v="209" actId="478"/>
        <pc:sldMkLst>
          <pc:docMk/>
          <pc:sldMk cId="570117069" sldId="1573"/>
        </pc:sldMkLst>
      </pc:sldChg>
      <pc:sldChg chg="addSp delSp modSp mod">
        <pc:chgData name="Sanmukh Kuppannagari" userId="ad215094-da36-4b66-9c79-369a17aea26b" providerId="ADAL" clId="{7B61D3EF-15B8-4F04-8033-014CD468CBC4}" dt="2025-09-18T14:53:44.767" v="208" actId="478"/>
        <pc:sldMkLst>
          <pc:docMk/>
          <pc:sldMk cId="995901004" sldId="1574"/>
        </pc:sldMkLst>
      </pc:sldChg>
      <pc:sldChg chg="addSp delSp modSp mod">
        <pc:chgData name="Sanmukh Kuppannagari" userId="ad215094-da36-4b66-9c79-369a17aea26b" providerId="ADAL" clId="{7B61D3EF-15B8-4F04-8033-014CD468CBC4}" dt="2025-09-18T14:53:42.215" v="207" actId="478"/>
        <pc:sldMkLst>
          <pc:docMk/>
          <pc:sldMk cId="440498288" sldId="1575"/>
        </pc:sldMkLst>
      </pc:sldChg>
      <pc:sldChg chg="addSp delSp modSp mod">
        <pc:chgData name="Sanmukh Kuppannagari" userId="ad215094-da36-4b66-9c79-369a17aea26b" providerId="ADAL" clId="{7B61D3EF-15B8-4F04-8033-014CD468CBC4}" dt="2025-09-18T14:53:37.119" v="206" actId="478"/>
        <pc:sldMkLst>
          <pc:docMk/>
          <pc:sldMk cId="670652363" sldId="1576"/>
        </pc:sldMkLst>
      </pc:sldChg>
      <pc:sldChg chg="modSp">
        <pc:chgData name="Sanmukh Kuppannagari" userId="ad215094-da36-4b66-9c79-369a17aea26b" providerId="ADAL" clId="{7B61D3EF-15B8-4F04-8033-014CD468CBC4}" dt="2025-09-18T14:38:15.855" v="191" actId="20577"/>
        <pc:sldMkLst>
          <pc:docMk/>
          <pc:sldMk cId="3330804335" sldId="1583"/>
        </pc:sldMkLst>
      </pc:sldChg>
      <pc:sldChg chg="addSp modSp">
        <pc:chgData name="Sanmukh Kuppannagari" userId="ad215094-da36-4b66-9c79-369a17aea26b" providerId="ADAL" clId="{7B61D3EF-15B8-4F04-8033-014CD468CBC4}" dt="2025-09-18T14:57:13.460" v="341" actId="571"/>
        <pc:sldMkLst>
          <pc:docMk/>
          <pc:sldMk cId="936452190" sldId="1584"/>
        </pc:sldMkLst>
      </pc:sldChg>
      <pc:sldChg chg="addSp modSp">
        <pc:chgData name="Sanmukh Kuppannagari" userId="ad215094-da36-4b66-9c79-369a17aea26b" providerId="ADAL" clId="{7B61D3EF-15B8-4F04-8033-014CD468CBC4}" dt="2025-09-18T14:57:22.432" v="342"/>
        <pc:sldMkLst>
          <pc:docMk/>
          <pc:sldMk cId="652014047" sldId="1585"/>
        </pc:sldMkLst>
      </pc:sldChg>
      <pc:sldChg chg="addSp modSp">
        <pc:chgData name="Sanmukh Kuppannagari" userId="ad215094-da36-4b66-9c79-369a17aea26b" providerId="ADAL" clId="{7B61D3EF-15B8-4F04-8033-014CD468CBC4}" dt="2025-09-18T14:57:26.014" v="343"/>
        <pc:sldMkLst>
          <pc:docMk/>
          <pc:sldMk cId="3673118713" sldId="1586"/>
        </pc:sldMkLst>
      </pc:sldChg>
    </pc:docChg>
  </pc:docChgLst>
  <pc:docChgLst>
    <pc:chgData name="Sanmukh Kuppannagari" userId="ad215094-da36-4b66-9c79-369a17aea26b" providerId="ADAL" clId="{F807B796-0606-4BF0-9A84-6557326C69B2}"/>
    <pc:docChg chg="undo custSel addSld delSld modSld">
      <pc:chgData name="Sanmukh Kuppannagari" userId="ad215094-da36-4b66-9c79-369a17aea26b" providerId="ADAL" clId="{F807B796-0606-4BF0-9A84-6557326C69B2}" dt="2024-09-03T17:27:21.796" v="6281" actId="20577"/>
      <pc:docMkLst>
        <pc:docMk/>
      </pc:docMkLst>
      <pc:sldChg chg="modSp mod">
        <pc:chgData name="Sanmukh Kuppannagari" userId="ad215094-da36-4b66-9c79-369a17aea26b" providerId="ADAL" clId="{F807B796-0606-4BF0-9A84-6557326C69B2}" dt="2024-09-02T20:54:53.692" v="3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F807B796-0606-4BF0-9A84-6557326C69B2}" dt="2024-09-02T21:00:55.314" v="267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396895355" sldId="2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737272183" sldId="28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6129851" sldId="29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873989303" sldId="30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26324089" sldId="30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59033991" sldId="303"/>
        </pc:sldMkLst>
      </pc:sldChg>
      <pc:sldChg chg="modSp add del mod">
        <pc:chgData name="Sanmukh Kuppannagari" userId="ad215094-da36-4b66-9c79-369a17aea26b" providerId="ADAL" clId="{F807B796-0606-4BF0-9A84-6557326C69B2}" dt="2024-09-03T12:45:55.217" v="3724" actId="20577"/>
        <pc:sldMkLst>
          <pc:docMk/>
          <pc:sldMk cId="276729432" sldId="309"/>
        </pc:sldMkLst>
      </pc:sldChg>
      <pc:sldChg chg="addSp delSp modSp add mod">
        <pc:chgData name="Sanmukh Kuppannagari" userId="ad215094-da36-4b66-9c79-369a17aea26b" providerId="ADAL" clId="{F807B796-0606-4BF0-9A84-6557326C69B2}" dt="2024-09-03T02:17:35.441" v="1671" actId="20577"/>
        <pc:sldMkLst>
          <pc:docMk/>
          <pc:sldMk cId="2950079441" sldId="328"/>
        </pc:sldMkLst>
      </pc:sldChg>
      <pc:sldChg chg="modSp add mod">
        <pc:chgData name="Sanmukh Kuppannagari" userId="ad215094-da36-4b66-9c79-369a17aea26b" providerId="ADAL" clId="{F807B796-0606-4BF0-9A84-6557326C69B2}" dt="2024-09-03T02:40:17.050" v="2520" actId="20577"/>
        <pc:sldMkLst>
          <pc:docMk/>
          <pc:sldMk cId="607569566" sldId="335"/>
        </pc:sldMkLst>
      </pc:sldChg>
      <pc:sldChg chg="add">
        <pc:chgData name="Sanmukh Kuppannagari" userId="ad215094-da36-4b66-9c79-369a17aea26b" providerId="ADAL" clId="{F807B796-0606-4BF0-9A84-6557326C69B2}" dt="2024-09-03T13:08:49.519" v="3811"/>
        <pc:sldMkLst>
          <pc:docMk/>
          <pc:sldMk cId="2522483144" sldId="34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79581269" sldId="34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62781511" sldId="34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01581427" sldId="34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70539502" sldId="34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297479372" sldId="34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6780983" sldId="35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895847466" sldId="35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53306255" sldId="35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22701561" sldId="35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39461653" sldId="35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97561959" sldId="36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929262316" sldId="3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48262078" sldId="36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38699627" sldId="36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21776317" sldId="36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998747380" sldId="37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79148958" sldId="37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16672496" sldId="37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93747627" sldId="37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9392883" sldId="37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69227808" sldId="37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76898497" sldId="37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635117112" sldId="37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1816131" sldId="37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26930210" sldId="38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509516140" sldId="38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93354200" sldId="38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8484828" sldId="38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68428153" sldId="38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53143955" sldId="38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0158129" sldId="3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655728199" sldId="3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31953894" sldId="389"/>
        </pc:sldMkLst>
      </pc:sldChg>
      <pc:sldChg chg="modSp add mod">
        <pc:chgData name="Sanmukh Kuppannagari" userId="ad215094-da36-4b66-9c79-369a17aea26b" providerId="ADAL" clId="{F807B796-0606-4BF0-9A84-6557326C69B2}" dt="2024-09-02T20:55:49.175" v="65" actId="20577"/>
        <pc:sldMkLst>
          <pc:docMk/>
          <pc:sldMk cId="3837875043" sldId="390"/>
        </pc:sldMkLst>
      </pc:sldChg>
      <pc:sldChg chg="add">
        <pc:chgData name="Sanmukh Kuppannagari" userId="ad215094-da36-4b66-9c79-369a17aea26b" providerId="ADAL" clId="{F807B796-0606-4BF0-9A84-6557326C69B2}" dt="2024-09-02T20:55:16.300" v="4"/>
        <pc:sldMkLst>
          <pc:docMk/>
          <pc:sldMk cId="4141662449" sldId="391"/>
        </pc:sldMkLst>
      </pc:sldChg>
      <pc:sldChg chg="add">
        <pc:chgData name="Sanmukh Kuppannagari" userId="ad215094-da36-4b66-9c79-369a17aea26b" providerId="ADAL" clId="{F807B796-0606-4BF0-9A84-6557326C69B2}" dt="2024-09-02T20:59:42.685" v="220"/>
        <pc:sldMkLst>
          <pc:docMk/>
          <pc:sldMk cId="2314761624" sldId="392"/>
        </pc:sldMkLst>
      </pc:sldChg>
      <pc:sldChg chg="add del">
        <pc:chgData name="Sanmukh Kuppannagari" userId="ad215094-da36-4b66-9c79-369a17aea26b" providerId="ADAL" clId="{F807B796-0606-4BF0-9A84-6557326C69B2}" dt="2024-09-03T12:45:51.099" v="3716" actId="47"/>
        <pc:sldMkLst>
          <pc:docMk/>
          <pc:sldMk cId="3854406681" sldId="393"/>
        </pc:sldMkLst>
      </pc:sldChg>
      <pc:sldChg chg="modSp add mod">
        <pc:chgData name="Sanmukh Kuppannagari" userId="ad215094-da36-4b66-9c79-369a17aea26b" providerId="ADAL" clId="{F807B796-0606-4BF0-9A84-6557326C69B2}" dt="2024-09-03T12:46:30.391" v="3736" actId="20577"/>
        <pc:sldMkLst>
          <pc:docMk/>
          <pc:sldMk cId="4158598040" sldId="394"/>
        </pc:sldMkLst>
      </pc:sldChg>
      <pc:sldChg chg="add">
        <pc:chgData name="Sanmukh Kuppannagari" userId="ad215094-da36-4b66-9c79-369a17aea26b" providerId="ADAL" clId="{F807B796-0606-4BF0-9A84-6557326C69B2}" dt="2024-09-02T20:59:56.248" v="221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73456708" sldId="1344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62074433" sldId="1345"/>
        </pc:sldMkLst>
      </pc:sldChg>
      <pc:sldChg chg="addSp modSp add mod">
        <pc:chgData name="Sanmukh Kuppannagari" userId="ad215094-da36-4b66-9c79-369a17aea26b" providerId="ADAL" clId="{F807B796-0606-4BF0-9A84-6557326C69B2}" dt="2024-09-02T21:02:28.358" v="358" actId="20577"/>
        <pc:sldMkLst>
          <pc:docMk/>
          <pc:sldMk cId="3585318733" sldId="1346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3890367929" sldId="1347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1799099576" sldId="1348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4227676260" sldId="1349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262656913" sldId="1352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167355194" sldId="1353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804131373" sldId="1354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3834269155" sldId="1355"/>
        </pc:sldMkLst>
      </pc:sldChg>
      <pc:sldChg chg="modSp add mod">
        <pc:chgData name="Sanmukh Kuppannagari" userId="ad215094-da36-4b66-9c79-369a17aea26b" providerId="ADAL" clId="{F807B796-0606-4BF0-9A84-6557326C69B2}" dt="2024-09-02T21:08:32.777" v="697" actId="15"/>
        <pc:sldMkLst>
          <pc:docMk/>
          <pc:sldMk cId="1967107891" sldId="1356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794884751" sldId="1358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315821937" sldId="1359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463516898" sldId="1361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886344154" sldId="1362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856732028" sldId="1363"/>
        </pc:sldMkLst>
      </pc:sldChg>
      <pc:sldChg chg="modSp add mod">
        <pc:chgData name="Sanmukh Kuppannagari" userId="ad215094-da36-4b66-9c79-369a17aea26b" providerId="ADAL" clId="{F807B796-0606-4BF0-9A84-6557326C69B2}" dt="2024-09-03T13:12:03.900" v="3832" actId="20577"/>
        <pc:sldMkLst>
          <pc:docMk/>
          <pc:sldMk cId="603735269" sldId="1365"/>
        </pc:sldMkLst>
      </pc:sldChg>
      <pc:sldChg chg="modSp add mod">
        <pc:chgData name="Sanmukh Kuppannagari" userId="ad215094-da36-4b66-9c79-369a17aea26b" providerId="ADAL" clId="{F807B796-0606-4BF0-9A84-6557326C69B2}" dt="2024-09-03T13:13:47.455" v="3844" actId="20577"/>
        <pc:sldMkLst>
          <pc:docMk/>
          <pc:sldMk cId="3326920156" sldId="1366"/>
        </pc:sldMkLst>
      </pc:sldChg>
      <pc:sldChg chg="delSp modSp add mod">
        <pc:chgData name="Sanmukh Kuppannagari" userId="ad215094-da36-4b66-9c79-369a17aea26b" providerId="ADAL" clId="{F807B796-0606-4BF0-9A84-6557326C69B2}" dt="2024-09-03T13:49:28.301" v="5270" actId="1076"/>
        <pc:sldMkLst>
          <pc:docMk/>
          <pc:sldMk cId="3859140757" sldId="1367"/>
        </pc:sldMkLst>
      </pc:sldChg>
      <pc:sldChg chg="add">
        <pc:chgData name="Sanmukh Kuppannagari" userId="ad215094-da36-4b66-9c79-369a17aea26b" providerId="ADAL" clId="{F807B796-0606-4BF0-9A84-6557326C69B2}" dt="2024-09-03T02:55:12.122" v="3067"/>
        <pc:sldMkLst>
          <pc:docMk/>
          <pc:sldMk cId="4078040195" sldId="1369"/>
        </pc:sldMkLst>
      </pc:sldChg>
      <pc:sldChg chg="addSp modSp add mod">
        <pc:chgData name="Sanmukh Kuppannagari" userId="ad215094-da36-4b66-9c79-369a17aea26b" providerId="ADAL" clId="{F807B796-0606-4BF0-9A84-6557326C69B2}" dt="2024-09-03T13:52:40.634" v="5308" actId="1076"/>
        <pc:sldMkLst>
          <pc:docMk/>
          <pc:sldMk cId="284771599" sldId="1370"/>
        </pc:sldMkLst>
      </pc:sldChg>
      <pc:sldChg chg="modSp add mod">
        <pc:chgData name="Sanmukh Kuppannagari" userId="ad215094-da36-4b66-9c79-369a17aea26b" providerId="ADAL" clId="{F807B796-0606-4BF0-9A84-6557326C69B2}" dt="2024-09-03T13:54:59.046" v="5421" actId="20577"/>
        <pc:sldMkLst>
          <pc:docMk/>
          <pc:sldMk cId="906755194" sldId="1371"/>
        </pc:sldMkLst>
      </pc:sldChg>
      <pc:sldChg chg="modSp add mod">
        <pc:chgData name="Sanmukh Kuppannagari" userId="ad215094-da36-4b66-9c79-369a17aea26b" providerId="ADAL" clId="{F807B796-0606-4BF0-9A84-6557326C69B2}" dt="2024-09-03T02:37:21.221" v="2435" actId="20577"/>
        <pc:sldMkLst>
          <pc:docMk/>
          <pc:sldMk cId="518010934" sldId="1373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2532106449" sldId="1374"/>
        </pc:sldMkLst>
      </pc:sldChg>
      <pc:sldChg chg="modSp new mod">
        <pc:chgData name="Sanmukh Kuppannagari" userId="ad215094-da36-4b66-9c79-369a17aea26b" providerId="ADAL" clId="{F807B796-0606-4BF0-9A84-6557326C69B2}" dt="2024-09-02T21:42:29.989" v="1380" actId="20577"/>
        <pc:sldMkLst>
          <pc:docMk/>
          <pc:sldMk cId="63097358" sldId="1375"/>
        </pc:sldMkLst>
      </pc:sldChg>
      <pc:sldChg chg="delSp modSp add mod">
        <pc:chgData name="Sanmukh Kuppannagari" userId="ad215094-da36-4b66-9c79-369a17aea26b" providerId="ADAL" clId="{F807B796-0606-4BF0-9A84-6557326C69B2}" dt="2024-09-03T02:12:19.131" v="1602" actId="20577"/>
        <pc:sldMkLst>
          <pc:docMk/>
          <pc:sldMk cId="2155445605" sldId="1376"/>
        </pc:sldMkLst>
      </pc:sldChg>
      <pc:sldChg chg="addSp delSp modSp add mod">
        <pc:chgData name="Sanmukh Kuppannagari" userId="ad215094-da36-4b66-9c79-369a17aea26b" providerId="ADAL" clId="{F807B796-0606-4BF0-9A84-6557326C69B2}" dt="2024-09-03T02:15:33.103" v="1646" actId="20577"/>
        <pc:sldMkLst>
          <pc:docMk/>
          <pc:sldMk cId="2373852911" sldId="1377"/>
        </pc:sldMkLst>
      </pc:sldChg>
      <pc:sldChg chg="addSp delSp modSp add mod">
        <pc:chgData name="Sanmukh Kuppannagari" userId="ad215094-da36-4b66-9c79-369a17aea26b" providerId="ADAL" clId="{F807B796-0606-4BF0-9A84-6557326C69B2}" dt="2024-09-03T02:18:53.201" v="1704" actId="1076"/>
        <pc:sldMkLst>
          <pc:docMk/>
          <pc:sldMk cId="2785090204" sldId="1378"/>
        </pc:sldMkLst>
      </pc:sldChg>
      <pc:sldChg chg="modSp new mod">
        <pc:chgData name="Sanmukh Kuppannagari" userId="ad215094-da36-4b66-9c79-369a17aea26b" providerId="ADAL" clId="{F807B796-0606-4BF0-9A84-6557326C69B2}" dt="2024-09-03T02:19:58.369" v="1758" actId="207"/>
        <pc:sldMkLst>
          <pc:docMk/>
          <pc:sldMk cId="1578956546" sldId="1379"/>
        </pc:sldMkLst>
      </pc:sldChg>
      <pc:sldChg chg="modSp add mod">
        <pc:chgData name="Sanmukh Kuppannagari" userId="ad215094-da36-4b66-9c79-369a17aea26b" providerId="ADAL" clId="{F807B796-0606-4BF0-9A84-6557326C69B2}" dt="2024-09-03T02:26:15.664" v="2061" actId="20577"/>
        <pc:sldMkLst>
          <pc:docMk/>
          <pc:sldMk cId="1387291192" sldId="1380"/>
        </pc:sldMkLst>
      </pc:sldChg>
      <pc:sldChg chg="modSp new mod">
        <pc:chgData name="Sanmukh Kuppannagari" userId="ad215094-da36-4b66-9c79-369a17aea26b" providerId="ADAL" clId="{F807B796-0606-4BF0-9A84-6557326C69B2}" dt="2024-09-03T02:26:24.889" v="2064" actId="207"/>
        <pc:sldMkLst>
          <pc:docMk/>
          <pc:sldMk cId="3729273499" sldId="1381"/>
        </pc:sldMkLst>
      </pc:sldChg>
      <pc:sldChg chg="modSp add mod">
        <pc:chgData name="Sanmukh Kuppannagari" userId="ad215094-da36-4b66-9c79-369a17aea26b" providerId="ADAL" clId="{F807B796-0606-4BF0-9A84-6557326C69B2}" dt="2024-09-03T02:27:58.737" v="2084" actId="20577"/>
        <pc:sldMkLst>
          <pc:docMk/>
          <pc:sldMk cId="1604865990" sldId="1382"/>
        </pc:sldMkLst>
      </pc:sldChg>
      <pc:sldChg chg="add">
        <pc:chgData name="Sanmukh Kuppannagari" userId="ad215094-da36-4b66-9c79-369a17aea26b" providerId="ADAL" clId="{F807B796-0606-4BF0-9A84-6557326C69B2}" dt="2024-09-03T02:28:04.789" v="2085"/>
        <pc:sldMkLst>
          <pc:docMk/>
          <pc:sldMk cId="3140536196" sldId="1383"/>
        </pc:sldMkLst>
      </pc:sldChg>
      <pc:sldChg chg="modSp add mod">
        <pc:chgData name="Sanmukh Kuppannagari" userId="ad215094-da36-4b66-9c79-369a17aea26b" providerId="ADAL" clId="{F807B796-0606-4BF0-9A84-6557326C69B2}" dt="2024-09-03T02:28:44.396" v="2099" actId="20577"/>
        <pc:sldMkLst>
          <pc:docMk/>
          <pc:sldMk cId="4028848195" sldId="1384"/>
        </pc:sldMkLst>
      </pc:sldChg>
      <pc:sldChg chg="modSp new mod">
        <pc:chgData name="Sanmukh Kuppannagari" userId="ad215094-da36-4b66-9c79-369a17aea26b" providerId="ADAL" clId="{F807B796-0606-4BF0-9A84-6557326C69B2}" dt="2024-09-03T02:32:27.269" v="2432" actId="20577"/>
        <pc:sldMkLst>
          <pc:docMk/>
          <pc:sldMk cId="855061855" sldId="1385"/>
        </pc:sldMkLst>
      </pc:sldChg>
      <pc:sldChg chg="add">
        <pc:chgData name="Sanmukh Kuppannagari" userId="ad215094-da36-4b66-9c79-369a17aea26b" providerId="ADAL" clId="{F807B796-0606-4BF0-9A84-6557326C69B2}" dt="2024-09-03T02:38:51.879" v="2436"/>
        <pc:sldMkLst>
          <pc:docMk/>
          <pc:sldMk cId="3507384733" sldId="1386"/>
        </pc:sldMkLst>
      </pc:sldChg>
      <pc:sldChg chg="modSp new del mod">
        <pc:chgData name="Sanmukh Kuppannagari" userId="ad215094-da36-4b66-9c79-369a17aea26b" providerId="ADAL" clId="{F807B796-0606-4BF0-9A84-6557326C69B2}" dt="2024-09-03T13:20:40.100" v="4051" actId="47"/>
        <pc:sldMkLst>
          <pc:docMk/>
          <pc:sldMk cId="1227237758" sldId="1387"/>
        </pc:sldMkLst>
      </pc:sldChg>
      <pc:sldChg chg="modSp add mod">
        <pc:chgData name="Sanmukh Kuppannagari" userId="ad215094-da36-4b66-9c79-369a17aea26b" providerId="ADAL" clId="{F807B796-0606-4BF0-9A84-6557326C69B2}" dt="2024-09-03T02:45:20.826" v="2547" actId="207"/>
        <pc:sldMkLst>
          <pc:docMk/>
          <pc:sldMk cId="1406617072" sldId="1388"/>
        </pc:sldMkLst>
      </pc:sldChg>
      <pc:sldChg chg="modSp new mod">
        <pc:chgData name="Sanmukh Kuppannagari" userId="ad215094-da36-4b66-9c79-369a17aea26b" providerId="ADAL" clId="{F807B796-0606-4BF0-9A84-6557326C69B2}" dt="2024-09-03T12:43:53.169" v="3714" actId="20577"/>
        <pc:sldMkLst>
          <pc:docMk/>
          <pc:sldMk cId="15178750" sldId="1389"/>
        </pc:sldMkLst>
      </pc:sldChg>
      <pc:sldChg chg="addSp delSp modSp add mod">
        <pc:chgData name="Sanmukh Kuppannagari" userId="ad215094-da36-4b66-9c79-369a17aea26b" providerId="ADAL" clId="{F807B796-0606-4BF0-9A84-6557326C69B2}" dt="2024-09-03T13:47:41.899" v="5236" actId="14100"/>
        <pc:sldMkLst>
          <pc:docMk/>
          <pc:sldMk cId="3904397812" sldId="1390"/>
        </pc:sldMkLst>
      </pc:sldChg>
      <pc:sldChg chg="modSp new mod">
        <pc:chgData name="Sanmukh Kuppannagari" userId="ad215094-da36-4b66-9c79-369a17aea26b" providerId="ADAL" clId="{F807B796-0606-4BF0-9A84-6557326C69B2}" dt="2024-09-03T13:21:58.025" v="4299" actId="20577"/>
        <pc:sldMkLst>
          <pc:docMk/>
          <pc:sldMk cId="1115784977" sldId="1391"/>
        </pc:sldMkLst>
      </pc:sldChg>
      <pc:sldChg chg="addSp delSp modSp add mod">
        <pc:chgData name="Sanmukh Kuppannagari" userId="ad215094-da36-4b66-9c79-369a17aea26b" providerId="ADAL" clId="{F807B796-0606-4BF0-9A84-6557326C69B2}" dt="2024-09-03T12:51:33.052" v="3745" actId="20577"/>
        <pc:sldMkLst>
          <pc:docMk/>
          <pc:sldMk cId="3579675671" sldId="1392"/>
        </pc:sldMkLst>
      </pc:sldChg>
      <pc:sldChg chg="addSp modSp add mod">
        <pc:chgData name="Sanmukh Kuppannagari" userId="ad215094-da36-4b66-9c79-369a17aea26b" providerId="ADAL" clId="{F807B796-0606-4BF0-9A84-6557326C69B2}" dt="2024-09-03T12:51:38.226" v="3752" actId="20577"/>
        <pc:sldMkLst>
          <pc:docMk/>
          <pc:sldMk cId="3848896675" sldId="1393"/>
        </pc:sldMkLst>
      </pc:sldChg>
      <pc:sldChg chg="modSp add mod">
        <pc:chgData name="Sanmukh Kuppannagari" userId="ad215094-da36-4b66-9c79-369a17aea26b" providerId="ADAL" clId="{F807B796-0606-4BF0-9A84-6557326C69B2}" dt="2024-09-03T12:51:44.050" v="3753"/>
        <pc:sldMkLst>
          <pc:docMk/>
          <pc:sldMk cId="1213479204" sldId="1394"/>
        </pc:sldMkLst>
      </pc:sldChg>
      <pc:sldChg chg="modSp add mod">
        <pc:chgData name="Sanmukh Kuppannagari" userId="ad215094-da36-4b66-9c79-369a17aea26b" providerId="ADAL" clId="{F807B796-0606-4BF0-9A84-6557326C69B2}" dt="2024-09-03T12:51:47.861" v="3754"/>
        <pc:sldMkLst>
          <pc:docMk/>
          <pc:sldMk cId="3698062718" sldId="1395"/>
        </pc:sldMkLst>
      </pc:sldChg>
      <pc:sldChg chg="modSp add mod">
        <pc:chgData name="Sanmukh Kuppannagari" userId="ad215094-da36-4b66-9c79-369a17aea26b" providerId="ADAL" clId="{F807B796-0606-4BF0-9A84-6557326C69B2}" dt="2024-09-03T12:51:51.477" v="3755"/>
        <pc:sldMkLst>
          <pc:docMk/>
          <pc:sldMk cId="2428240830" sldId="1396"/>
        </pc:sldMkLst>
      </pc:sldChg>
      <pc:sldChg chg="addSp delSp modSp add mod">
        <pc:chgData name="Sanmukh Kuppannagari" userId="ad215094-da36-4b66-9c79-369a17aea26b" providerId="ADAL" clId="{F807B796-0606-4BF0-9A84-6557326C69B2}" dt="2024-09-03T12:38:02.576" v="3536" actId="207"/>
        <pc:sldMkLst>
          <pc:docMk/>
          <pc:sldMk cId="1577004698" sldId="1397"/>
        </pc:sldMkLst>
      </pc:sldChg>
      <pc:sldChg chg="modSp add mod">
        <pc:chgData name="Sanmukh Kuppannagari" userId="ad215094-da36-4b66-9c79-369a17aea26b" providerId="ADAL" clId="{F807B796-0606-4BF0-9A84-6557326C69B2}" dt="2024-09-03T12:52:00.900" v="3762" actId="20577"/>
        <pc:sldMkLst>
          <pc:docMk/>
          <pc:sldMk cId="3187165335" sldId="1398"/>
        </pc:sldMkLst>
      </pc:sldChg>
      <pc:sldChg chg="modSp add mod">
        <pc:chgData name="Sanmukh Kuppannagari" userId="ad215094-da36-4b66-9c79-369a17aea26b" providerId="ADAL" clId="{F807B796-0606-4BF0-9A84-6557326C69B2}" dt="2024-09-03T12:52:07.589" v="3763"/>
        <pc:sldMkLst>
          <pc:docMk/>
          <pc:sldMk cId="3448802495" sldId="1399"/>
        </pc:sldMkLst>
      </pc:sldChg>
      <pc:sldChg chg="modSp add mod">
        <pc:chgData name="Sanmukh Kuppannagari" userId="ad215094-da36-4b66-9c79-369a17aea26b" providerId="ADAL" clId="{F807B796-0606-4BF0-9A84-6557326C69B2}" dt="2024-09-03T12:52:11.223" v="3764"/>
        <pc:sldMkLst>
          <pc:docMk/>
          <pc:sldMk cId="1426423657" sldId="1400"/>
        </pc:sldMkLst>
      </pc:sldChg>
      <pc:sldChg chg="modSp add mod">
        <pc:chgData name="Sanmukh Kuppannagari" userId="ad215094-da36-4b66-9c79-369a17aea26b" providerId="ADAL" clId="{F807B796-0606-4BF0-9A84-6557326C69B2}" dt="2024-09-03T12:52:15.594" v="3765"/>
        <pc:sldMkLst>
          <pc:docMk/>
          <pc:sldMk cId="1876721923" sldId="1401"/>
        </pc:sldMkLst>
      </pc:sldChg>
      <pc:sldChg chg="modSp add mod">
        <pc:chgData name="Sanmukh Kuppannagari" userId="ad215094-da36-4b66-9c79-369a17aea26b" providerId="ADAL" clId="{F807B796-0606-4BF0-9A84-6557326C69B2}" dt="2024-09-03T12:52:19.348" v="3766"/>
        <pc:sldMkLst>
          <pc:docMk/>
          <pc:sldMk cId="4100405277" sldId="1402"/>
        </pc:sldMkLst>
      </pc:sldChg>
      <pc:sldChg chg="modSp add mod">
        <pc:chgData name="Sanmukh Kuppannagari" userId="ad215094-da36-4b66-9c79-369a17aea26b" providerId="ADAL" clId="{F807B796-0606-4BF0-9A84-6557326C69B2}" dt="2024-09-03T12:47:06.300" v="3738" actId="207"/>
        <pc:sldMkLst>
          <pc:docMk/>
          <pc:sldMk cId="2967499912" sldId="1403"/>
        </pc:sldMkLst>
      </pc:sldChg>
      <pc:sldChg chg="addSp modSp new mod">
        <pc:chgData name="Sanmukh Kuppannagari" userId="ad215094-da36-4b66-9c79-369a17aea26b" providerId="ADAL" clId="{F807B796-0606-4BF0-9A84-6557326C69B2}" dt="2024-09-03T13:09:42.209" v="3826" actId="1076"/>
        <pc:sldMkLst>
          <pc:docMk/>
          <pc:sldMk cId="3881972497" sldId="1404"/>
        </pc:sldMkLst>
      </pc:sldChg>
      <pc:sldChg chg="modSp add mod">
        <pc:chgData name="Sanmukh Kuppannagari" userId="ad215094-da36-4b66-9c79-369a17aea26b" providerId="ADAL" clId="{F807B796-0606-4BF0-9A84-6557326C69B2}" dt="2024-09-03T13:13:53.902" v="3850" actId="20577"/>
        <pc:sldMkLst>
          <pc:docMk/>
          <pc:sldMk cId="3154475222" sldId="1405"/>
        </pc:sldMkLst>
      </pc:sldChg>
      <pc:sldChg chg="addSp delSp modSp new mod">
        <pc:chgData name="Sanmukh Kuppannagari" userId="ad215094-da36-4b66-9c79-369a17aea26b" providerId="ADAL" clId="{F807B796-0606-4BF0-9A84-6557326C69B2}" dt="2024-09-03T13:23:06.940" v="4304" actId="20577"/>
        <pc:sldMkLst>
          <pc:docMk/>
          <pc:sldMk cId="1657037968" sldId="1406"/>
        </pc:sldMkLst>
      </pc:sldChg>
      <pc:sldChg chg="modSp add mod">
        <pc:chgData name="Sanmukh Kuppannagari" userId="ad215094-da36-4b66-9c79-369a17aea26b" providerId="ADAL" clId="{F807B796-0606-4BF0-9A84-6557326C69B2}" dt="2024-09-03T13:23:33.807" v="4333" actId="207"/>
        <pc:sldMkLst>
          <pc:docMk/>
          <pc:sldMk cId="808826284" sldId="1407"/>
        </pc:sldMkLst>
      </pc:sldChg>
      <pc:sldChg chg="modSp add mod">
        <pc:chgData name="Sanmukh Kuppannagari" userId="ad215094-da36-4b66-9c79-369a17aea26b" providerId="ADAL" clId="{F807B796-0606-4BF0-9A84-6557326C69B2}" dt="2024-09-03T13:26:30.186" v="4500" actId="20577"/>
        <pc:sldMkLst>
          <pc:docMk/>
          <pc:sldMk cId="2415060599" sldId="1408"/>
        </pc:sldMkLst>
      </pc:sldChg>
      <pc:sldChg chg="modSp add mod">
        <pc:chgData name="Sanmukh Kuppannagari" userId="ad215094-da36-4b66-9c79-369a17aea26b" providerId="ADAL" clId="{F807B796-0606-4BF0-9A84-6557326C69B2}" dt="2024-09-03T13:27:44.971" v="4531" actId="20577"/>
        <pc:sldMkLst>
          <pc:docMk/>
          <pc:sldMk cId="119380334" sldId="1409"/>
        </pc:sldMkLst>
      </pc:sldChg>
      <pc:sldChg chg="modSp new mod">
        <pc:chgData name="Sanmukh Kuppannagari" userId="ad215094-da36-4b66-9c79-369a17aea26b" providerId="ADAL" clId="{F807B796-0606-4BF0-9A84-6557326C69B2}" dt="2024-09-03T13:32:52.648" v="4947" actId="20577"/>
        <pc:sldMkLst>
          <pc:docMk/>
          <pc:sldMk cId="69742158" sldId="1410"/>
        </pc:sldMkLst>
      </pc:sldChg>
      <pc:sldChg chg="modSp new mod">
        <pc:chgData name="Sanmukh Kuppannagari" userId="ad215094-da36-4b66-9c79-369a17aea26b" providerId="ADAL" clId="{F807B796-0606-4BF0-9A84-6557326C69B2}" dt="2024-09-03T13:35:10.197" v="5167" actId="20577"/>
        <pc:sldMkLst>
          <pc:docMk/>
          <pc:sldMk cId="1450716392" sldId="1411"/>
        </pc:sldMkLst>
      </pc:sldChg>
      <pc:sldChg chg="add del">
        <pc:chgData name="Sanmukh Kuppannagari" userId="ad215094-da36-4b66-9c79-369a17aea26b" providerId="ADAL" clId="{F807B796-0606-4BF0-9A84-6557326C69B2}" dt="2024-09-03T13:48:45.238" v="5247" actId="47"/>
        <pc:sldMkLst>
          <pc:docMk/>
          <pc:sldMk cId="2820047232" sldId="1412"/>
        </pc:sldMkLst>
      </pc:sldChg>
      <pc:sldChg chg="modSp add mod">
        <pc:chgData name="Sanmukh Kuppannagari" userId="ad215094-da36-4b66-9c79-369a17aea26b" providerId="ADAL" clId="{F807B796-0606-4BF0-9A84-6557326C69B2}" dt="2024-09-03T13:48:02.122" v="5240" actId="14100"/>
        <pc:sldMkLst>
          <pc:docMk/>
          <pc:sldMk cId="393658469" sldId="1413"/>
        </pc:sldMkLst>
      </pc:sldChg>
      <pc:sldChg chg="modSp add">
        <pc:chgData name="Sanmukh Kuppannagari" userId="ad215094-da36-4b66-9c79-369a17aea26b" providerId="ADAL" clId="{F807B796-0606-4BF0-9A84-6557326C69B2}" dt="2024-09-03T13:48:24.868" v="5243" actId="1076"/>
        <pc:sldMkLst>
          <pc:docMk/>
          <pc:sldMk cId="2454853527" sldId="1414"/>
        </pc:sldMkLst>
      </pc:sldChg>
      <pc:sldChg chg="modSp add">
        <pc:chgData name="Sanmukh Kuppannagari" userId="ad215094-da36-4b66-9c79-369a17aea26b" providerId="ADAL" clId="{F807B796-0606-4BF0-9A84-6557326C69B2}" dt="2024-09-03T13:48:36.753" v="5246" actId="1076"/>
        <pc:sldMkLst>
          <pc:docMk/>
          <pc:sldMk cId="458868704" sldId="1415"/>
        </pc:sldMkLst>
      </pc:sldChg>
      <pc:sldChg chg="modSp add mod">
        <pc:chgData name="Sanmukh Kuppannagari" userId="ad215094-da36-4b66-9c79-369a17aea26b" providerId="ADAL" clId="{F807B796-0606-4BF0-9A84-6557326C69B2}" dt="2024-09-03T13:53:12.550" v="5332" actId="20577"/>
        <pc:sldMkLst>
          <pc:docMk/>
          <pc:sldMk cId="1712966043" sldId="1416"/>
        </pc:sldMkLst>
      </pc:sldChg>
      <pc:sldChg chg="modSp add mod">
        <pc:chgData name="Sanmukh Kuppannagari" userId="ad215094-da36-4b66-9c79-369a17aea26b" providerId="ADAL" clId="{F807B796-0606-4BF0-9A84-6557326C69B2}" dt="2024-09-03T13:54:02.045" v="5365" actId="1076"/>
        <pc:sldMkLst>
          <pc:docMk/>
          <pc:sldMk cId="2077281943" sldId="1417"/>
        </pc:sldMkLst>
      </pc:sldChg>
      <pc:sldChg chg="modSp new mod">
        <pc:chgData name="Sanmukh Kuppannagari" userId="ad215094-da36-4b66-9c79-369a17aea26b" providerId="ADAL" clId="{F807B796-0606-4BF0-9A84-6557326C69B2}" dt="2024-09-03T17:18:57.431" v="5611" actId="20577"/>
        <pc:sldMkLst>
          <pc:docMk/>
          <pc:sldMk cId="2646681002" sldId="1418"/>
        </pc:sldMkLst>
      </pc:sldChg>
      <pc:sldChg chg="modSp new mod">
        <pc:chgData name="Sanmukh Kuppannagari" userId="ad215094-da36-4b66-9c79-369a17aea26b" providerId="ADAL" clId="{F807B796-0606-4BF0-9A84-6557326C69B2}" dt="2024-09-03T17:20:30.540" v="5941" actId="20577"/>
        <pc:sldMkLst>
          <pc:docMk/>
          <pc:sldMk cId="2756067693" sldId="1419"/>
        </pc:sldMkLst>
      </pc:sldChg>
      <pc:sldChg chg="addSp modSp new mod">
        <pc:chgData name="Sanmukh Kuppannagari" userId="ad215094-da36-4b66-9c79-369a17aea26b" providerId="ADAL" clId="{F807B796-0606-4BF0-9A84-6557326C69B2}" dt="2024-09-03T17:26:17.273" v="6104" actId="27636"/>
        <pc:sldMkLst>
          <pc:docMk/>
          <pc:sldMk cId="519883686" sldId="1420"/>
        </pc:sldMkLst>
      </pc:sldChg>
      <pc:sldChg chg="modSp new mod">
        <pc:chgData name="Sanmukh Kuppannagari" userId="ad215094-da36-4b66-9c79-369a17aea26b" providerId="ADAL" clId="{F807B796-0606-4BF0-9A84-6557326C69B2}" dt="2024-09-03T17:27:21.796" v="6281" actId="20577"/>
        <pc:sldMkLst>
          <pc:docMk/>
          <pc:sldMk cId="3752423486" sldId="1421"/>
        </pc:sldMkLst>
      </pc:sldChg>
    </pc:docChg>
  </pc:docChgLst>
  <pc:docChgLst>
    <pc:chgData name="Sanmukh Kuppannagari" userId="ad215094-da36-4b66-9c79-369a17aea26b" providerId="ADAL" clId="{AD558336-AE15-4CDD-AB6D-EE016937268C}"/>
    <pc:docChg chg="undo custSel addSld delSld modSld">
      <pc:chgData name="Sanmukh Kuppannagari" userId="ad215094-da36-4b66-9c79-369a17aea26b" providerId="ADAL" clId="{AD558336-AE15-4CDD-AB6D-EE016937268C}" dt="2025-09-23T14:35:03.059" v="2126" actId="20577"/>
      <pc:docMkLst>
        <pc:docMk/>
      </pc:docMkLst>
      <pc:sldChg chg="modSp mod">
        <pc:chgData name="Sanmukh Kuppannagari" userId="ad215094-da36-4b66-9c79-369a17aea26b" providerId="ADAL" clId="{AD558336-AE15-4CDD-AB6D-EE016937268C}" dt="2025-09-22T23:30:25.200" v="2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AD558336-AE15-4CDD-AB6D-EE016937268C}" dt="2025-09-22T23:30:25.200" v="2" actId="20577"/>
          <ac:spMkLst>
            <pc:docMk/>
            <pc:sldMk cId="728785357" sldId="256"/>
            <ac:spMk id="3" creationId="{C46BB279-3651-105A-8503-217F67B1FED8}"/>
          </ac:spMkLst>
        </pc:spChg>
      </pc:sldChg>
      <pc:sldChg chg="modSp mod">
        <pc:chgData name="Sanmukh Kuppannagari" userId="ad215094-da36-4b66-9c79-369a17aea26b" providerId="ADAL" clId="{AD558336-AE15-4CDD-AB6D-EE016937268C}" dt="2025-09-22T23:37:32.583" v="682" actId="20577"/>
        <pc:sldMkLst>
          <pc:docMk/>
          <pc:sldMk cId="2017305151" sldId="261"/>
        </pc:sldMkLst>
        <pc:spChg chg="mod">
          <ac:chgData name="Sanmukh Kuppannagari" userId="ad215094-da36-4b66-9c79-369a17aea26b" providerId="ADAL" clId="{AD558336-AE15-4CDD-AB6D-EE016937268C}" dt="2025-09-22T23:37:32.583" v="682" actId="20577"/>
          <ac:spMkLst>
            <pc:docMk/>
            <pc:sldMk cId="2017305151" sldId="261"/>
            <ac:spMk id="3" creationId="{D61E7643-79A8-EFA8-035B-07E3457DA90C}"/>
          </ac:spMkLst>
        </pc:spChg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402981858" sldId="38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857326952" sldId="123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152651734" sldId="1235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3630924" sldId="1253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4284530624" sldId="1254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3413064123" sldId="1255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3574746539" sldId="1256"/>
        </pc:sldMkLst>
      </pc:sldChg>
      <pc:sldChg chg="addSp modSp add mod">
        <pc:chgData name="Sanmukh Kuppannagari" userId="ad215094-da36-4b66-9c79-369a17aea26b" providerId="ADAL" clId="{AD558336-AE15-4CDD-AB6D-EE016937268C}" dt="2025-09-22T23:39:08.349" v="691" actId="14100"/>
        <pc:sldMkLst>
          <pc:docMk/>
          <pc:sldMk cId="927700788" sldId="1257"/>
        </pc:sldMkLst>
      </pc:sldChg>
      <pc:sldChg chg="addSp delSp modSp add mod">
        <pc:chgData name="Sanmukh Kuppannagari" userId="ad215094-da36-4b66-9c79-369a17aea26b" providerId="ADAL" clId="{AD558336-AE15-4CDD-AB6D-EE016937268C}" dt="2025-09-22T23:41:08.121" v="695"/>
        <pc:sldMkLst>
          <pc:docMk/>
          <pc:sldMk cId="1750676043" sldId="1258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329904463" sldId="1259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3892195865" sldId="1260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157439954" sldId="1261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769619670" sldId="1262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80733138" sldId="1263"/>
        </pc:sldMkLst>
      </pc:sldChg>
      <pc:sldChg chg="modSp add del mod">
        <pc:chgData name="Sanmukh Kuppannagari" userId="ad215094-da36-4b66-9c79-369a17aea26b" providerId="ADAL" clId="{AD558336-AE15-4CDD-AB6D-EE016937268C}" dt="2025-09-22T23:49:05.875" v="937" actId="47"/>
        <pc:sldMkLst>
          <pc:docMk/>
          <pc:sldMk cId="1938244019" sldId="1264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3116587120" sldId="1265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205148523" sldId="1266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207822773" sldId="1267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3166595346" sldId="1268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888322834" sldId="1269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981461382" sldId="1270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3073609131" sldId="1271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505794832" sldId="1272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899752863" sldId="1280"/>
        </pc:sldMkLst>
      </pc:sldChg>
      <pc:sldChg chg="modSp add mod">
        <pc:chgData name="Sanmukh Kuppannagari" userId="ad215094-da36-4b66-9c79-369a17aea26b" providerId="ADAL" clId="{AD558336-AE15-4CDD-AB6D-EE016937268C}" dt="2025-09-23T13:56:06.564" v="1143" actId="20577"/>
        <pc:sldMkLst>
          <pc:docMk/>
          <pc:sldMk cId="1199527142" sldId="1281"/>
        </pc:sldMkLst>
      </pc:sldChg>
      <pc:sldChg chg="addSp modSp add mod">
        <pc:chgData name="Sanmukh Kuppannagari" userId="ad215094-da36-4b66-9c79-369a17aea26b" providerId="ADAL" clId="{AD558336-AE15-4CDD-AB6D-EE016937268C}" dt="2025-09-23T13:56:48.161" v="1193" actId="14100"/>
        <pc:sldMkLst>
          <pc:docMk/>
          <pc:sldMk cId="1004796864" sldId="128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423587688" sldId="130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249666363" sldId="1305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044792240" sldId="130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826032475" sldId="130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121754159" sldId="130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322226313" sldId="1309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902944658" sldId="1309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120287752" sldId="1310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2577631310" sldId="1310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692720287" sldId="1311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652461517" sldId="1311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84065558" sldId="1312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4072723455" sldId="131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03362016" sldId="1313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830590251" sldId="131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137941797" sldId="1314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979417289" sldId="131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070225856" sldId="1315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2062603384" sldId="1315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238687387" sldId="131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769246865" sldId="1316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105581169" sldId="131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610053994" sldId="1317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1626710577" sldId="131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864732836" sldId="131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541579916" sldId="1319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2589855805" sldId="1319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204193764" sldId="1320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870134566" sldId="1320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42729149" sldId="1321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443015343" sldId="1321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108815486" sldId="132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727594955" sldId="1322"/>
        </pc:sldMkLst>
      </pc:sldChg>
      <pc:sldChg chg="addSp modSp add mod">
        <pc:chgData name="Sanmukh Kuppannagari" userId="ad215094-da36-4b66-9c79-369a17aea26b" providerId="ADAL" clId="{AD558336-AE15-4CDD-AB6D-EE016937268C}" dt="2025-09-23T14:29:28.708" v="1868" actId="14100"/>
        <pc:sldMkLst>
          <pc:docMk/>
          <pc:sldMk cId="3927615945" sldId="132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025259238" sldId="1323"/>
        </pc:sldMkLst>
      </pc:sldChg>
      <pc:sldChg chg="addSp modSp add">
        <pc:chgData name="Sanmukh Kuppannagari" userId="ad215094-da36-4b66-9c79-369a17aea26b" providerId="ADAL" clId="{AD558336-AE15-4CDD-AB6D-EE016937268C}" dt="2025-09-23T14:29:10.839" v="1841"/>
        <pc:sldMkLst>
          <pc:docMk/>
          <pc:sldMk cId="48302563" sldId="132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33802440" sldId="132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510092015" sldId="1325"/>
        </pc:sldMkLst>
      </pc:sldChg>
      <pc:sldChg chg="addSp delSp modSp add mod">
        <pc:chgData name="Sanmukh Kuppannagari" userId="ad215094-da36-4b66-9c79-369a17aea26b" providerId="ADAL" clId="{AD558336-AE15-4CDD-AB6D-EE016937268C}" dt="2025-09-23T14:29:08.761" v="1840"/>
        <pc:sldMkLst>
          <pc:docMk/>
          <pc:sldMk cId="1558153898" sldId="1325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579584412" sldId="132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032694092" sldId="1326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1876399712" sldId="132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882075548" sldId="132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213054822" sldId="1328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577888197" sldId="132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090666711" sldId="1329"/>
        </pc:sldMkLst>
      </pc:sldChg>
      <pc:sldChg chg="addSp modSp add mod">
        <pc:chgData name="Sanmukh Kuppannagari" userId="ad215094-da36-4b66-9c79-369a17aea26b" providerId="ADAL" clId="{AD558336-AE15-4CDD-AB6D-EE016937268C}" dt="2025-09-23T14:35:03.059" v="2126" actId="20577"/>
        <pc:sldMkLst>
          <pc:docMk/>
          <pc:sldMk cId="3446468191" sldId="1329"/>
        </pc:sldMkLst>
      </pc:sldChg>
      <pc:sldChg chg="modSp add">
        <pc:chgData name="Sanmukh Kuppannagari" userId="ad215094-da36-4b66-9c79-369a17aea26b" providerId="ADAL" clId="{AD558336-AE15-4CDD-AB6D-EE016937268C}" dt="2025-09-23T14:11:07.280" v="1372" actId="20577"/>
        <pc:sldMkLst>
          <pc:docMk/>
          <pc:sldMk cId="3270243835" sldId="1330"/>
        </pc:sldMkLst>
      </pc:sldChg>
      <pc:sldChg chg="addSp modSp add mod">
        <pc:chgData name="Sanmukh Kuppannagari" userId="ad215094-da36-4b66-9c79-369a17aea26b" providerId="ADAL" clId="{AD558336-AE15-4CDD-AB6D-EE016937268C}" dt="2025-09-23T14:33:53.418" v="2114" actId="20577"/>
        <pc:sldMkLst>
          <pc:docMk/>
          <pc:sldMk cId="580580032" sldId="1331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292168333" sldId="1331"/>
        </pc:sldMkLst>
      </pc:sldChg>
      <pc:sldChg chg="modSp add">
        <pc:chgData name="Sanmukh Kuppannagari" userId="ad215094-da36-4b66-9c79-369a17aea26b" providerId="ADAL" clId="{AD558336-AE15-4CDD-AB6D-EE016937268C}" dt="2025-09-23T13:28:44.477" v="1086"/>
        <pc:sldMkLst>
          <pc:docMk/>
          <pc:sldMk cId="189707620" sldId="1332"/>
        </pc:sldMkLst>
        <pc:spChg chg="mod">
          <ac:chgData name="Sanmukh Kuppannagari" userId="ad215094-da36-4b66-9c79-369a17aea26b" providerId="ADAL" clId="{AD558336-AE15-4CDD-AB6D-EE016937268C}" dt="2025-09-23T13:28:44.477" v="1086"/>
          <ac:spMkLst>
            <pc:docMk/>
            <pc:sldMk cId="189707620" sldId="1332"/>
            <ac:spMk id="3" creationId="{90A4B006-13F0-C9EB-1BA3-1AD158389745}"/>
          </ac:spMkLst>
        </pc:spChg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063916795" sldId="133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49812825" sldId="133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521760129" sldId="133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697549759" sldId="1335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913952742" sldId="133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246694647" sldId="133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611822888" sldId="133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710810416" sldId="1339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30368493" sldId="1340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647962746" sldId="1341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662702247" sldId="134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718626453" sldId="134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119197295" sldId="135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091044005" sldId="151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693446765" sldId="1550"/>
        </pc:sldMkLst>
      </pc:sldChg>
      <pc:sldChg chg="modSp mod">
        <pc:chgData name="Sanmukh Kuppannagari" userId="ad215094-da36-4b66-9c79-369a17aea26b" providerId="ADAL" clId="{AD558336-AE15-4CDD-AB6D-EE016937268C}" dt="2025-09-22T23:31:13.027" v="56" actId="20577"/>
        <pc:sldMkLst>
          <pc:docMk/>
          <pc:sldMk cId="1297240811" sldId="1551"/>
        </pc:sldMkLst>
        <pc:spChg chg="mod">
          <ac:chgData name="Sanmukh Kuppannagari" userId="ad215094-da36-4b66-9c79-369a17aea26b" providerId="ADAL" clId="{AD558336-AE15-4CDD-AB6D-EE016937268C}" dt="2025-09-22T23:31:13.027" v="56" actId="20577"/>
          <ac:spMkLst>
            <pc:docMk/>
            <pc:sldMk cId="1297240811" sldId="1551"/>
            <ac:spMk id="3" creationId="{E7FF2391-E8AE-9A93-A4FC-0E02B54BC29C}"/>
          </ac:spMkLst>
        </pc:spChg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944980054" sldId="155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777170493" sldId="155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166067996" sldId="155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437991697" sldId="1555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404150593" sldId="155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779503060" sldId="155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06497288" sldId="155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799998865" sldId="1559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468521858" sldId="1560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139369451" sldId="1561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842374225" sldId="156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67876598" sldId="156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623927009" sldId="156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204093479" sldId="1565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158087431" sldId="156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821460343" sldId="156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973146182" sldId="156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321545462" sldId="1569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024748460" sldId="1570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042058996" sldId="1571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940334320" sldId="157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570117069" sldId="157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995901004" sldId="157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40498288" sldId="1575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670652363" sldId="157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839101789" sldId="157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06292723" sldId="157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01330410" sldId="1579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481400793" sldId="1580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218476509" sldId="1581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535281774" sldId="158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330804335" sldId="158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936452190" sldId="158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652014047" sldId="1585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673118713" sldId="158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582105460" sldId="158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630656864" sldId="158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501396604" sldId="1589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936211990" sldId="1590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024305596" sldId="1591"/>
        </pc:sldMkLst>
      </pc:sldChg>
      <pc:sldChg chg="add del">
        <pc:chgData name="Sanmukh Kuppannagari" userId="ad215094-da36-4b66-9c79-369a17aea26b" providerId="ADAL" clId="{AD558336-AE15-4CDD-AB6D-EE016937268C}" dt="2025-09-23T13:52:15.015" v="1123" actId="47"/>
        <pc:sldMkLst>
          <pc:docMk/>
          <pc:sldMk cId="1460223335" sldId="1605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95513352" sldId="1606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1256665225" sldId="1607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4149257190" sldId="1608"/>
        </pc:sldMkLst>
      </pc:sldChg>
      <pc:sldChg chg="addSp delSp modSp add del mod">
        <pc:chgData name="Sanmukh Kuppannagari" userId="ad215094-da36-4b66-9c79-369a17aea26b" providerId="ADAL" clId="{AD558336-AE15-4CDD-AB6D-EE016937268C}" dt="2025-09-23T14:01:21.472" v="1201" actId="47"/>
        <pc:sldMkLst>
          <pc:docMk/>
          <pc:sldMk cId="455736369" sldId="1609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25795403" sldId="1610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322584748" sldId="1611"/>
        </pc:sldMkLst>
      </pc:sldChg>
      <pc:sldChg chg="modSp new mod">
        <pc:chgData name="Sanmukh Kuppannagari" userId="ad215094-da36-4b66-9c79-369a17aea26b" providerId="ADAL" clId="{AD558336-AE15-4CDD-AB6D-EE016937268C}" dt="2025-09-22T23:34:34.650" v="313" actId="20577"/>
        <pc:sldMkLst>
          <pc:docMk/>
          <pc:sldMk cId="3368184345" sldId="1612"/>
        </pc:sldMkLst>
      </pc:sldChg>
      <pc:sldChg chg="modSp add mod">
        <pc:chgData name="Sanmukh Kuppannagari" userId="ad215094-da36-4b66-9c79-369a17aea26b" providerId="ADAL" clId="{AD558336-AE15-4CDD-AB6D-EE016937268C}" dt="2025-09-22T23:34:51.216" v="315" actId="113"/>
        <pc:sldMkLst>
          <pc:docMk/>
          <pc:sldMk cId="660858661" sldId="1613"/>
        </pc:sldMkLst>
      </pc:sldChg>
      <pc:sldChg chg="modSp add mod">
        <pc:chgData name="Sanmukh Kuppannagari" userId="ad215094-da36-4b66-9c79-369a17aea26b" providerId="ADAL" clId="{AD558336-AE15-4CDD-AB6D-EE016937268C}" dt="2025-09-22T23:34:58.850" v="317" actId="113"/>
        <pc:sldMkLst>
          <pc:docMk/>
          <pc:sldMk cId="2075019539" sldId="1614"/>
        </pc:sldMkLst>
      </pc:sldChg>
      <pc:sldChg chg="add">
        <pc:chgData name="Sanmukh Kuppannagari" userId="ad215094-da36-4b66-9c79-369a17aea26b" providerId="ADAL" clId="{AD558336-AE15-4CDD-AB6D-EE016937268C}" dt="2025-09-22T23:35:30.771" v="318"/>
        <pc:sldMkLst>
          <pc:docMk/>
          <pc:sldMk cId="2026419143" sldId="1615"/>
        </pc:sldMkLst>
      </pc:sldChg>
      <pc:sldChg chg="add">
        <pc:chgData name="Sanmukh Kuppannagari" userId="ad215094-da36-4b66-9c79-369a17aea26b" providerId="ADAL" clId="{AD558336-AE15-4CDD-AB6D-EE016937268C}" dt="2025-09-22T23:35:30.771" v="318"/>
        <pc:sldMkLst>
          <pc:docMk/>
          <pc:sldMk cId="332141421" sldId="1616"/>
        </pc:sldMkLst>
      </pc:sldChg>
      <pc:sldChg chg="add">
        <pc:chgData name="Sanmukh Kuppannagari" userId="ad215094-da36-4b66-9c79-369a17aea26b" providerId="ADAL" clId="{AD558336-AE15-4CDD-AB6D-EE016937268C}" dt="2025-09-22T23:35:30.771" v="318"/>
        <pc:sldMkLst>
          <pc:docMk/>
          <pc:sldMk cId="2723772378" sldId="1617"/>
        </pc:sldMkLst>
      </pc:sldChg>
      <pc:sldChg chg="add">
        <pc:chgData name="Sanmukh Kuppannagari" userId="ad215094-da36-4b66-9c79-369a17aea26b" providerId="ADAL" clId="{AD558336-AE15-4CDD-AB6D-EE016937268C}" dt="2025-09-22T23:35:30.771" v="318"/>
        <pc:sldMkLst>
          <pc:docMk/>
          <pc:sldMk cId="2299419835" sldId="1618"/>
        </pc:sldMkLst>
      </pc:sldChg>
      <pc:sldChg chg="modSp new mod">
        <pc:chgData name="Sanmukh Kuppannagari" userId="ad215094-da36-4b66-9c79-369a17aea26b" providerId="ADAL" clId="{AD558336-AE15-4CDD-AB6D-EE016937268C}" dt="2025-09-22T23:36:59.419" v="609" actId="20577"/>
        <pc:sldMkLst>
          <pc:docMk/>
          <pc:sldMk cId="4038028448" sldId="1619"/>
        </pc:sldMkLst>
      </pc:sldChg>
      <pc:sldChg chg="add">
        <pc:chgData name="Sanmukh Kuppannagari" userId="ad215094-da36-4b66-9c79-369a17aea26b" providerId="ADAL" clId="{AD558336-AE15-4CDD-AB6D-EE016937268C}" dt="2025-09-22T23:40:46.652" v="692"/>
        <pc:sldMkLst>
          <pc:docMk/>
          <pc:sldMk cId="3184318108" sldId="1620"/>
        </pc:sldMkLst>
      </pc:sldChg>
      <pc:sldChg chg="addSp delSp modSp new mod">
        <pc:chgData name="Sanmukh Kuppannagari" userId="ad215094-da36-4b66-9c79-369a17aea26b" providerId="ADAL" clId="{AD558336-AE15-4CDD-AB6D-EE016937268C}" dt="2025-09-22T23:43:21.755" v="808" actId="20577"/>
        <pc:sldMkLst>
          <pc:docMk/>
          <pc:sldMk cId="2088901676" sldId="1621"/>
        </pc:sldMkLst>
      </pc:sldChg>
      <pc:sldChg chg="addSp modSp new mod">
        <pc:chgData name="Sanmukh Kuppannagari" userId="ad215094-da36-4b66-9c79-369a17aea26b" providerId="ADAL" clId="{AD558336-AE15-4CDD-AB6D-EE016937268C}" dt="2025-09-22T23:45:02.890" v="817" actId="207"/>
        <pc:sldMkLst>
          <pc:docMk/>
          <pc:sldMk cId="1941417563" sldId="1622"/>
        </pc:sldMkLst>
      </pc:sldChg>
      <pc:sldChg chg="addSp modSp add mod">
        <pc:chgData name="Sanmukh Kuppannagari" userId="ad215094-da36-4b66-9c79-369a17aea26b" providerId="ADAL" clId="{AD558336-AE15-4CDD-AB6D-EE016937268C}" dt="2025-09-22T23:47:21.835" v="871" actId="207"/>
        <pc:sldMkLst>
          <pc:docMk/>
          <pc:sldMk cId="20892369" sldId="1623"/>
        </pc:sldMkLst>
      </pc:sldChg>
      <pc:sldChg chg="modSp add mod">
        <pc:chgData name="Sanmukh Kuppannagari" userId="ad215094-da36-4b66-9c79-369a17aea26b" providerId="ADAL" clId="{AD558336-AE15-4CDD-AB6D-EE016937268C}" dt="2025-09-22T23:48:34.691" v="934" actId="14100"/>
        <pc:sldMkLst>
          <pc:docMk/>
          <pc:sldMk cId="2754744985" sldId="1624"/>
        </pc:sldMkLst>
      </pc:sldChg>
      <pc:sldChg chg="delSp modSp add mod">
        <pc:chgData name="Sanmukh Kuppannagari" userId="ad215094-da36-4b66-9c79-369a17aea26b" providerId="ADAL" clId="{AD558336-AE15-4CDD-AB6D-EE016937268C}" dt="2025-09-22T23:48:46.444" v="936"/>
        <pc:sldMkLst>
          <pc:docMk/>
          <pc:sldMk cId="319091824" sldId="1625"/>
        </pc:sldMkLst>
      </pc:sldChg>
      <pc:sldChg chg="addSp delSp modSp new mod">
        <pc:chgData name="Sanmukh Kuppannagari" userId="ad215094-da36-4b66-9c79-369a17aea26b" providerId="ADAL" clId="{AD558336-AE15-4CDD-AB6D-EE016937268C}" dt="2025-09-22T23:56:02.308" v="1085" actId="478"/>
        <pc:sldMkLst>
          <pc:docMk/>
          <pc:sldMk cId="1290179611" sldId="1626"/>
        </pc:sldMkLst>
      </pc:sldChg>
      <pc:sldChg chg="addSp delSp modSp add mod">
        <pc:chgData name="Sanmukh Kuppannagari" userId="ad215094-da36-4b66-9c79-369a17aea26b" providerId="ADAL" clId="{AD558336-AE15-4CDD-AB6D-EE016937268C}" dt="2025-09-22T23:55:55.397" v="1084" actId="478"/>
        <pc:sldMkLst>
          <pc:docMk/>
          <pc:sldMk cId="3180180404" sldId="1627"/>
        </pc:sldMkLst>
      </pc:sldChg>
      <pc:sldChg chg="delSp modSp add mod">
        <pc:chgData name="Sanmukh Kuppannagari" userId="ad215094-da36-4b66-9c79-369a17aea26b" providerId="ADAL" clId="{AD558336-AE15-4CDD-AB6D-EE016937268C}" dt="2025-09-22T23:55:51.515" v="1083" actId="478"/>
        <pc:sldMkLst>
          <pc:docMk/>
          <pc:sldMk cId="1699230104" sldId="1628"/>
        </pc:sldMkLst>
      </pc:sldChg>
      <pc:sldChg chg="addSp modSp add mod">
        <pc:chgData name="Sanmukh Kuppannagari" userId="ad215094-da36-4b66-9c79-369a17aea26b" providerId="ADAL" clId="{AD558336-AE15-4CDD-AB6D-EE016937268C}" dt="2025-09-23T14:00:50.028" v="1199" actId="1076"/>
        <pc:sldMkLst>
          <pc:docMk/>
          <pc:sldMk cId="4173184227" sldId="1629"/>
        </pc:sldMkLst>
      </pc:sldChg>
      <pc:sldChg chg="addSp delSp modSp add mod">
        <pc:chgData name="Sanmukh Kuppannagari" userId="ad215094-da36-4b66-9c79-369a17aea26b" providerId="ADAL" clId="{AD558336-AE15-4CDD-AB6D-EE016937268C}" dt="2025-09-23T14:01:08.517" v="1200"/>
        <pc:sldMkLst>
          <pc:docMk/>
          <pc:sldMk cId="3474780682" sldId="1630"/>
        </pc:sldMkLst>
      </pc:sldChg>
      <pc:sldChg chg="addSp delSp modSp add mod">
        <pc:chgData name="Sanmukh Kuppannagari" userId="ad215094-da36-4b66-9c79-369a17aea26b" providerId="ADAL" clId="{AD558336-AE15-4CDD-AB6D-EE016937268C}" dt="2025-09-23T14:03:15.523" v="1215" actId="1076"/>
        <pc:sldMkLst>
          <pc:docMk/>
          <pc:sldMk cId="3692075067" sldId="1631"/>
        </pc:sldMkLst>
      </pc:sldChg>
      <pc:sldChg chg="delSp modSp add mod">
        <pc:chgData name="Sanmukh Kuppannagari" userId="ad215094-da36-4b66-9c79-369a17aea26b" providerId="ADAL" clId="{AD558336-AE15-4CDD-AB6D-EE016937268C}" dt="2025-09-23T14:09:31.650" v="1363" actId="14100"/>
        <pc:sldMkLst>
          <pc:docMk/>
          <pc:sldMk cId="3605704340" sldId="1632"/>
        </pc:sldMkLst>
      </pc:sldChg>
      <pc:sldChg chg="modSp add">
        <pc:chgData name="Sanmukh Kuppannagari" userId="ad215094-da36-4b66-9c79-369a17aea26b" providerId="ADAL" clId="{AD558336-AE15-4CDD-AB6D-EE016937268C}" dt="2025-09-23T14:11:38.691" v="1379" actId="20577"/>
        <pc:sldMkLst>
          <pc:docMk/>
          <pc:sldMk cId="421242867" sldId="1633"/>
        </pc:sldMkLst>
      </pc:sldChg>
      <pc:sldChg chg="modSp new mod">
        <pc:chgData name="Sanmukh Kuppannagari" userId="ad215094-da36-4b66-9c79-369a17aea26b" providerId="ADAL" clId="{AD558336-AE15-4CDD-AB6D-EE016937268C}" dt="2025-09-23T14:17:54.204" v="1839" actId="20577"/>
        <pc:sldMkLst>
          <pc:docMk/>
          <pc:sldMk cId="2259558617" sldId="1634"/>
        </pc:sldMkLst>
      </pc:sldChg>
    </pc:docChg>
  </pc:docChgLst>
  <pc:docChgLst>
    <pc:chgData name="Sanmukh Kuppannagari" userId="ad215094-da36-4b66-9c79-369a17aea26b" providerId="ADAL" clId="{5FCC71F3-C825-43C2-BB90-7A89A27DA80B}"/>
    <pc:docChg chg="undo custSel addSld delSld modSld sldOrd">
      <pc:chgData name="Sanmukh Kuppannagari" userId="ad215094-da36-4b66-9c79-369a17aea26b" providerId="ADAL" clId="{5FCC71F3-C825-43C2-BB90-7A89A27DA80B}" dt="2024-08-27T14:56:17.359" v="2869" actId="1076"/>
      <pc:docMkLst>
        <pc:docMk/>
      </pc:docMkLst>
      <pc:sldChg chg="modSp mod">
        <pc:chgData name="Sanmukh Kuppannagari" userId="ad215094-da36-4b66-9c79-369a17aea26b" providerId="ADAL" clId="{5FCC71F3-C825-43C2-BB90-7A89A27DA80B}" dt="2024-08-27T12:44:58.871" v="21" actId="20577"/>
        <pc:sldMkLst>
          <pc:docMk/>
          <pc:sldMk cId="728785357" sldId="256"/>
        </pc:sldMkLst>
      </pc:sldChg>
      <pc:sldChg chg="addSp delSp modSp mod">
        <pc:chgData name="Sanmukh Kuppannagari" userId="ad215094-da36-4b66-9c79-369a17aea26b" providerId="ADAL" clId="{5FCC71F3-C825-43C2-BB90-7A89A27DA80B}" dt="2024-08-27T14:56:17.359" v="2869" actId="1076"/>
        <pc:sldMkLst>
          <pc:docMk/>
          <pc:sldMk cId="1853368443" sldId="257"/>
        </pc:sldMkLst>
      </pc:sldChg>
      <pc:sldChg chg="modSp mod">
        <pc:chgData name="Sanmukh Kuppannagari" userId="ad215094-da36-4b66-9c79-369a17aea26b" providerId="ADAL" clId="{5FCC71F3-C825-43C2-BB90-7A89A27DA80B}" dt="2024-08-27T12:45:35.542" v="27" actId="6549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5FCC71F3-C825-43C2-BB90-7A89A27DA80B}" dt="2024-08-27T12:46:21.210" v="33" actId="4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5FCC71F3-C825-43C2-BB90-7A89A27DA80B}" dt="2024-08-27T12:47:52.206" v="81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5FCC71F3-C825-43C2-BB90-7A89A27DA80B}" dt="2024-08-27T13:46:38.444" v="734" actId="20577"/>
        <pc:sldMkLst>
          <pc:docMk/>
          <pc:sldMk cId="229327562" sldId="265"/>
        </pc:sldMkLst>
      </pc:sldChg>
      <pc:sldChg chg="modSp mod">
        <pc:chgData name="Sanmukh Kuppannagari" userId="ad215094-da36-4b66-9c79-369a17aea26b" providerId="ADAL" clId="{5FCC71F3-C825-43C2-BB90-7A89A27DA80B}" dt="2024-08-27T13:48:25.862" v="819" actId="20577"/>
        <pc:sldMkLst>
          <pc:docMk/>
          <pc:sldMk cId="773656466" sldId="266"/>
        </pc:sldMkLst>
      </pc:sldChg>
      <pc:sldChg chg="modSp mod">
        <pc:chgData name="Sanmukh Kuppannagari" userId="ad215094-da36-4b66-9c79-369a17aea26b" providerId="ADAL" clId="{5FCC71F3-C825-43C2-BB90-7A89A27DA80B}" dt="2024-08-27T13:44:27.239" v="709" actId="27636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517079826" sldId="274"/>
        </pc:sldMkLst>
      </pc:sldChg>
      <pc:sldChg chg="modSp mod">
        <pc:chgData name="Sanmukh Kuppannagari" userId="ad215094-da36-4b66-9c79-369a17aea26b" providerId="ADAL" clId="{5FCC71F3-C825-43C2-BB90-7A89A27DA80B}" dt="2024-08-27T14:22:04.340" v="2079" actId="20577"/>
        <pc:sldMkLst>
          <pc:docMk/>
          <pc:sldMk cId="1064585860" sldId="277"/>
        </pc:sldMkLst>
      </pc:sldChg>
      <pc:sldChg chg="modSp mod">
        <pc:chgData name="Sanmukh Kuppannagari" userId="ad215094-da36-4b66-9c79-369a17aea26b" providerId="ADAL" clId="{5FCC71F3-C825-43C2-BB90-7A89A27DA80B}" dt="2024-08-27T13:57:02.226" v="873" actId="20577"/>
        <pc:sldMkLst>
          <pc:docMk/>
          <pc:sldMk cId="2392899443" sldId="278"/>
        </pc:sldMkLst>
      </pc:sldChg>
      <pc:sldChg chg="modSp mod">
        <pc:chgData name="Sanmukh Kuppannagari" userId="ad215094-da36-4b66-9c79-369a17aea26b" providerId="ADAL" clId="{5FCC71F3-C825-43C2-BB90-7A89A27DA80B}" dt="2024-08-27T13:57:06.581" v="874" actId="20577"/>
        <pc:sldMkLst>
          <pc:docMk/>
          <pc:sldMk cId="3752910855" sldId="279"/>
        </pc:sldMkLst>
      </pc:sldChg>
      <pc:sldChg chg="modSp del mod">
        <pc:chgData name="Sanmukh Kuppannagari" userId="ad215094-da36-4b66-9c79-369a17aea26b" providerId="ADAL" clId="{5FCC71F3-C825-43C2-BB90-7A89A27DA80B}" dt="2024-08-27T14:01:55.303" v="877" actId="47"/>
        <pc:sldMkLst>
          <pc:docMk/>
          <pc:sldMk cId="621001467" sldId="280"/>
        </pc:sldMkLst>
      </pc:sldChg>
      <pc:sldChg chg="modSp mod">
        <pc:chgData name="Sanmukh Kuppannagari" userId="ad215094-da36-4b66-9c79-369a17aea26b" providerId="ADAL" clId="{5FCC71F3-C825-43C2-BB90-7A89A27DA80B}" dt="2024-08-27T14:18:22.939" v="1920" actId="2057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3056812290" sldId="283"/>
        </pc:sldMkLst>
      </pc:sldChg>
      <pc:sldChg chg="modSp mod">
        <pc:chgData name="Sanmukh Kuppannagari" userId="ad215094-da36-4b66-9c79-369a17aea26b" providerId="ADAL" clId="{5FCC71F3-C825-43C2-BB90-7A89A27DA80B}" dt="2024-08-27T14:30:48.700" v="2231" actId="2057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5FCC71F3-C825-43C2-BB90-7A89A27DA80B}" dt="2024-08-27T12:45:39.178" v="28" actId="47"/>
        <pc:sldMkLst>
          <pc:docMk/>
          <pc:sldMk cId="570291501" sldId="28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0871894" sldId="29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5FCC71F3-C825-43C2-BB90-7A89A27DA80B}" dt="2024-08-27T12:46:57.001" v="38" actId="47"/>
        <pc:sldMkLst>
          <pc:docMk/>
          <pc:sldMk cId="670794243" sldId="301"/>
        </pc:sldMkLst>
      </pc:sldChg>
      <pc:sldChg chg="del">
        <pc:chgData name="Sanmukh Kuppannagari" userId="ad215094-da36-4b66-9c79-369a17aea26b" providerId="ADAL" clId="{5FCC71F3-C825-43C2-BB90-7A89A27DA80B}" dt="2024-08-27T12:46:10.357" v="31" actId="47"/>
        <pc:sldMkLst>
          <pc:docMk/>
          <pc:sldMk cId="2162272" sldId="30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56202256" sldId="307"/>
        </pc:sldMkLst>
      </pc:sldChg>
      <pc:sldChg chg="modSp mod">
        <pc:chgData name="Sanmukh Kuppannagari" userId="ad215094-da36-4b66-9c79-369a17aea26b" providerId="ADAL" clId="{5FCC71F3-C825-43C2-BB90-7A89A27DA80B}" dt="2024-08-27T12:50:53.261" v="131" actId="20577"/>
        <pc:sldMkLst>
          <pc:docMk/>
          <pc:sldMk cId="4010883220" sldId="315"/>
        </pc:sldMkLst>
      </pc:sldChg>
      <pc:sldChg chg="modSp mod">
        <pc:chgData name="Sanmukh Kuppannagari" userId="ad215094-da36-4b66-9c79-369a17aea26b" providerId="ADAL" clId="{5FCC71F3-C825-43C2-BB90-7A89A27DA80B}" dt="2024-08-27T12:51:14.099" v="134" actId="20577"/>
        <pc:sldMkLst>
          <pc:docMk/>
          <pc:sldMk cId="961129123" sldId="316"/>
        </pc:sldMkLst>
      </pc:sldChg>
      <pc:sldChg chg="modSp mod">
        <pc:chgData name="Sanmukh Kuppannagari" userId="ad215094-da36-4b66-9c79-369a17aea26b" providerId="ADAL" clId="{5FCC71F3-C825-43C2-BB90-7A89A27DA80B}" dt="2024-08-27T13:47:13.431" v="812" actId="20577"/>
        <pc:sldMkLst>
          <pc:docMk/>
          <pc:sldMk cId="537906077" sldId="319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522483144" sldId="34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047053487" sldId="34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11840423" sldId="344"/>
        </pc:sldMkLst>
      </pc:sldChg>
      <pc:sldChg chg="add del">
        <pc:chgData name="Sanmukh Kuppannagari" userId="ad215094-da36-4b66-9c79-369a17aea26b" providerId="ADAL" clId="{5FCC71F3-C825-43C2-BB90-7A89A27DA80B}" dt="2024-08-27T13:06:08.936" v="354" actId="47"/>
        <pc:sldMkLst>
          <pc:docMk/>
          <pc:sldMk cId="3723127128" sldId="34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90123102" sldId="349"/>
        </pc:sldMkLst>
      </pc:sldChg>
      <pc:sldChg chg="add del">
        <pc:chgData name="Sanmukh Kuppannagari" userId="ad215094-da36-4b66-9c79-369a17aea26b" providerId="ADAL" clId="{5FCC71F3-C825-43C2-BB90-7A89A27DA80B}" dt="2024-08-27T13:06:03.574" v="352" actId="47"/>
        <pc:sldMkLst>
          <pc:docMk/>
          <pc:sldMk cId="3483887094" sldId="35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758420558" sldId="351"/>
        </pc:sldMkLst>
      </pc:sldChg>
      <pc:sldChg chg="add del">
        <pc:chgData name="Sanmukh Kuppannagari" userId="ad215094-da36-4b66-9c79-369a17aea26b" providerId="ADAL" clId="{5FCC71F3-C825-43C2-BB90-7A89A27DA80B}" dt="2024-08-27T13:06:06.715" v="353" actId="47"/>
        <pc:sldMkLst>
          <pc:docMk/>
          <pc:sldMk cId="1279029055" sldId="35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812071874" sldId="35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492042211" sldId="35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65917714" sldId="355"/>
        </pc:sldMkLst>
      </pc:sldChg>
      <pc:sldChg chg="add del">
        <pc:chgData name="Sanmukh Kuppannagari" userId="ad215094-da36-4b66-9c79-369a17aea26b" providerId="ADAL" clId="{5FCC71F3-C825-43C2-BB90-7A89A27DA80B}" dt="2024-08-27T14:28:26.121" v="2081" actId="47"/>
        <pc:sldMkLst>
          <pc:docMk/>
          <pc:sldMk cId="705628724" sldId="35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214734292" sldId="357"/>
        </pc:sldMkLst>
      </pc:sldChg>
      <pc:sldChg chg="add del">
        <pc:chgData name="Sanmukh Kuppannagari" userId="ad215094-da36-4b66-9c79-369a17aea26b" providerId="ADAL" clId="{5FCC71F3-C825-43C2-BB90-7A89A27DA80B}" dt="2024-08-27T14:28:33.065" v="2082" actId="47"/>
        <pc:sldMkLst>
          <pc:docMk/>
          <pc:sldMk cId="1027554099" sldId="358"/>
        </pc:sldMkLst>
      </pc:sldChg>
      <pc:sldChg chg="addSp modSp add mod">
        <pc:chgData name="Sanmukh Kuppannagari" userId="ad215094-da36-4b66-9c79-369a17aea26b" providerId="ADAL" clId="{5FCC71F3-C825-43C2-BB90-7A89A27DA80B}" dt="2024-08-27T14:30:12.508" v="2214" actId="20577"/>
        <pc:sldMkLst>
          <pc:docMk/>
          <pc:sldMk cId="508044999" sldId="359"/>
        </pc:sldMkLst>
      </pc:sldChg>
      <pc:sldChg chg="add del">
        <pc:chgData name="Sanmukh Kuppannagari" userId="ad215094-da36-4b66-9c79-369a17aea26b" providerId="ADAL" clId="{5FCC71F3-C825-43C2-BB90-7A89A27DA80B}" dt="2024-08-27T14:28:57.385" v="2085" actId="47"/>
        <pc:sldMkLst>
          <pc:docMk/>
          <pc:sldMk cId="1622640958" sldId="360"/>
        </pc:sldMkLst>
      </pc:sldChg>
      <pc:sldChg chg="add ord">
        <pc:chgData name="Sanmukh Kuppannagari" userId="ad215094-da36-4b66-9c79-369a17aea26b" providerId="ADAL" clId="{5FCC71F3-C825-43C2-BB90-7A89A27DA80B}" dt="2024-08-27T14:28:43.371" v="2084"/>
        <pc:sldMkLst>
          <pc:docMk/>
          <pc:sldMk cId="3582721875" sldId="36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711586685" sldId="36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76817876" sldId="36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059025400" sldId="365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5FCC71F3-C825-43C2-BB90-7A89A27DA80B}" dt="2024-08-27T14:27:51.019" v="2080" actId="20577"/>
        <pc:sldMkLst>
          <pc:docMk/>
          <pc:sldMk cId="3904881137" sldId="370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638638761" sldId="1242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3019430982" sldId="124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516867430" sldId="1244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4248992536" sldId="141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738820361" sldId="1414"/>
        </pc:sldMkLst>
      </pc:sldChg>
      <pc:sldChg chg="modSp add mod">
        <pc:chgData name="Sanmukh Kuppannagari" userId="ad215094-da36-4b66-9c79-369a17aea26b" providerId="ADAL" clId="{5FCC71F3-C825-43C2-BB90-7A89A27DA80B}" dt="2024-08-27T12:46:01.359" v="30" actId="207"/>
        <pc:sldMkLst>
          <pc:docMk/>
          <pc:sldMk cId="145402012" sldId="1415"/>
        </pc:sldMkLst>
      </pc:sldChg>
      <pc:sldChg chg="modSp add mod ord">
        <pc:chgData name="Sanmukh Kuppannagari" userId="ad215094-da36-4b66-9c79-369a17aea26b" providerId="ADAL" clId="{5FCC71F3-C825-43C2-BB90-7A89A27DA80B}" dt="2024-08-27T12:46:50.722" v="37"/>
        <pc:sldMkLst>
          <pc:docMk/>
          <pc:sldMk cId="295492823" sldId="141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99650778" sldId="1417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24960510" sldId="141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42676586" sldId="141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171868693" sldId="142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70763525" sldId="1421"/>
        </pc:sldMkLst>
      </pc:sldChg>
      <pc:sldChg chg="modSp add mod">
        <pc:chgData name="Sanmukh Kuppannagari" userId="ad215094-da36-4b66-9c79-369a17aea26b" providerId="ADAL" clId="{5FCC71F3-C825-43C2-BB90-7A89A27DA80B}" dt="2024-08-27T13:02:13.990" v="348" actId="207"/>
        <pc:sldMkLst>
          <pc:docMk/>
          <pc:sldMk cId="665993282" sldId="1422"/>
        </pc:sldMkLst>
      </pc:sldChg>
      <pc:sldChg chg="modSp add mod">
        <pc:chgData name="Sanmukh Kuppannagari" userId="ad215094-da36-4b66-9c79-369a17aea26b" providerId="ADAL" clId="{5FCC71F3-C825-43C2-BB90-7A89A27DA80B}" dt="2024-08-27T13:02:32.376" v="350" actId="207"/>
        <pc:sldMkLst>
          <pc:docMk/>
          <pc:sldMk cId="3988014077" sldId="1423"/>
        </pc:sldMkLst>
      </pc:sldChg>
      <pc:sldChg chg="addSp delSp modSp new mod modNotesTx">
        <pc:chgData name="Sanmukh Kuppannagari" userId="ad215094-da36-4b66-9c79-369a17aea26b" providerId="ADAL" clId="{5FCC71F3-C825-43C2-BB90-7A89A27DA80B}" dt="2024-08-27T13:56:52.839" v="871" actId="20577"/>
        <pc:sldMkLst>
          <pc:docMk/>
          <pc:sldMk cId="3464992614" sldId="1424"/>
        </pc:sldMkLst>
      </pc:sldChg>
      <pc:sldChg chg="modSp new mod">
        <pc:chgData name="Sanmukh Kuppannagari" userId="ad215094-da36-4b66-9c79-369a17aea26b" providerId="ADAL" clId="{5FCC71F3-C825-43C2-BB90-7A89A27DA80B}" dt="2024-08-27T14:07:06.102" v="1226" actId="20577"/>
        <pc:sldMkLst>
          <pc:docMk/>
          <pc:sldMk cId="2900684070" sldId="1425"/>
        </pc:sldMkLst>
      </pc:sldChg>
      <pc:sldChg chg="addSp modSp add mod">
        <pc:chgData name="Sanmukh Kuppannagari" userId="ad215094-da36-4b66-9c79-369a17aea26b" providerId="ADAL" clId="{5FCC71F3-C825-43C2-BB90-7A89A27DA80B}" dt="2024-08-27T14:19:41.285" v="1996" actId="403"/>
        <pc:sldMkLst>
          <pc:docMk/>
          <pc:sldMk cId="2221228576" sldId="1426"/>
        </pc:sldMkLst>
      </pc:sldChg>
      <pc:sldChg chg="modSp add mod">
        <pc:chgData name="Sanmukh Kuppannagari" userId="ad215094-da36-4b66-9c79-369a17aea26b" providerId="ADAL" clId="{5FCC71F3-C825-43C2-BB90-7A89A27DA80B}" dt="2024-08-27T14:20:05.515" v="2057" actId="20577"/>
        <pc:sldMkLst>
          <pc:docMk/>
          <pc:sldMk cId="2023560490" sldId="1427"/>
        </pc:sldMkLst>
      </pc:sldChg>
      <pc:sldChg chg="modSp new mod">
        <pc:chgData name="Sanmukh Kuppannagari" userId="ad215094-da36-4b66-9c79-369a17aea26b" providerId="ADAL" clId="{5FCC71F3-C825-43C2-BB90-7A89A27DA80B}" dt="2024-08-27T14:42:08.727" v="2618" actId="20577"/>
        <pc:sldMkLst>
          <pc:docMk/>
          <pc:sldMk cId="2220318750" sldId="1428"/>
        </pc:sldMkLst>
      </pc:sldChg>
      <pc:sldChg chg="modSp new mod">
        <pc:chgData name="Sanmukh Kuppannagari" userId="ad215094-da36-4b66-9c79-369a17aea26b" providerId="ADAL" clId="{5FCC71F3-C825-43C2-BB90-7A89A27DA80B}" dt="2024-08-27T14:43:10.500" v="2790" actId="20577"/>
        <pc:sldMkLst>
          <pc:docMk/>
          <pc:sldMk cId="3958413754" sldId="142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D5B98-A868-4A62-8240-BC6283F8264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0BF98-FCB6-413C-BFCD-EA7011EDE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54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8171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A0CA2-B17D-097A-EC01-E90E65DA6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5E5783-9559-D5CE-D7D8-EE4BF23F4A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AC8EA0-F8FE-C902-CE56-30752EAF3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89F84-A452-78B8-72E2-7F57A5E7DC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8058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2423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8633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5496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1354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8830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3389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555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967C0-BE4F-8AE7-59F6-9807CC487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DC0112-4A5B-EC08-3419-E43BAD396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E0AE5-C6AA-2469-E616-E3BA37F2B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B13D0-588E-8694-AE05-FA7C88CF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2596B-98C2-F7F3-D266-5CCF744F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60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45225-995A-126B-6B4C-634CA83CF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044CB-6CF2-5856-8672-E007A5CAA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AAC6E-6CB1-A687-8E15-1F9F56D21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47D7D-B252-9CD8-F5CB-5AF405C7F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48238-5C64-AA2E-1E80-95CADCB2F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14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8E93-BCB1-86EE-BC1A-ECF6DE7DF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52C9D-CB98-05E2-417B-A2B715882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99F77-8466-44D2-F17F-D0226B08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1D12D-7B1D-3586-21F6-773DC1C72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B3810-8AC5-E561-1F1E-9439664F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20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3E534-7DCC-5D20-C63C-3CC09EF70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4C404-D542-2902-0176-4DC041B9D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88E07-0D8B-1D23-65C4-39397F17E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732F92-264E-190A-EF5F-E11054A9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F1B26-0568-5079-8703-C744E3BF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4BE1B-F6CC-CD83-FB12-18117CE68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33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67EBB-D050-FDF3-BD8D-D48C1165E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CC139-24A6-503F-262B-734055E2A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129145-290F-9388-473E-CE3F5E9BE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819950-17C2-B3E8-0B6B-93E95A43D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E781A2-B576-9E25-0FE6-81A106BCE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C029B0-911C-DF02-4917-028738049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532C4B-FBDA-5956-F1B1-B2D278B05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454948-E0E2-7941-91C8-1589256FF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30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6CE6B-994A-3F68-BB1D-B87E17B40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665E36-017C-51A4-F80D-DEAC76250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E5F8D3-502A-92BF-83B3-888AD29D4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3CB3D-3281-0985-64B8-18FB8FE41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29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0487F7-64B2-4846-0EED-A0A30B3EC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F9DEF9-12C3-A37A-C6FA-D237DA3D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92C04-7DAC-0D99-FB02-59856E6A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99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14F4A-41FC-C49D-F859-DF8C794DA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A1B68-4B80-736A-15EB-357122DB2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0CE58-ED42-8E81-2883-C3EBD2B6B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1EB4C-49BD-31F6-E5B2-CE7ABF43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ED4FD-7E37-4C4B-4194-984559995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B4C4B-1BEC-E3ED-D50D-A03278DF1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90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F39F8-0D27-3825-36B9-76F8E9554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40651A-BBB3-7A98-1E35-53AF5E899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25D3B-06C4-94E7-2232-04F0B8A03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9B5B1-6CBB-E17C-70B1-01B0F089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A3B39-01B7-8F18-C3A5-5D04ACAE9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EB280-1211-D4FD-E01F-2179EB6B8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47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B5F8F-4B41-7CEC-C83C-C89270A93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D0A9D6-6B27-0666-8944-BC3B2775F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544-7F79-0F3E-3134-24EFDC3B7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4D4A5-4AA4-2F6F-6311-518B622B6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D4176-7E21-78F5-5774-C3E1B3B1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60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22D407-3181-DDA3-4811-D53ABA8B1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006DA-8227-F4CF-AF74-F3291B9CB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DA4A0-144A-D5DE-6CE7-03E89D1C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04D66-9C59-92BE-FF17-86811607F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C6B7D-9BE0-FADD-2917-A26A97E6F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081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037FEE-FC4D-E1A6-0990-5F671F66F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CDF9D-BCE3-3DBA-8B46-9FF06CD89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44048-0FF6-EF6B-A6BB-E8B3E1288E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3C466-C5EC-4335-AF21-70E314BE6FF3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5C041-BBCA-8ACF-388D-689059196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95F26-35FE-972B-D153-140D9A7B5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B17B2D61-3532-146F-7A4A-B249B49786C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735" y="61594"/>
            <a:ext cx="2565400" cy="64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8476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anmukh.github.io/" TargetMode="External"/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5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6.png"/><Relationship Id="rId21" Type="http://schemas.openxmlformats.org/officeDocument/2006/relationships/image" Target="../media/image104.png"/><Relationship Id="rId42" Type="http://schemas.openxmlformats.org/officeDocument/2006/relationships/image" Target="../media/image52.png"/><Relationship Id="rId47" Type="http://schemas.openxmlformats.org/officeDocument/2006/relationships/image" Target="../media/image57.png"/><Relationship Id="rId63" Type="http://schemas.openxmlformats.org/officeDocument/2006/relationships/image" Target="../media/image115.png"/><Relationship Id="rId68" Type="http://schemas.openxmlformats.org/officeDocument/2006/relationships/image" Target="../media/image120.png"/><Relationship Id="rId84" Type="http://schemas.openxmlformats.org/officeDocument/2006/relationships/image" Target="../media/image137.png"/><Relationship Id="rId89" Type="http://schemas.openxmlformats.org/officeDocument/2006/relationships/image" Target="../media/image142.png"/><Relationship Id="rId16" Type="http://schemas.openxmlformats.org/officeDocument/2006/relationships/image" Target="../media/image99.png"/><Relationship Id="rId11" Type="http://schemas.openxmlformats.org/officeDocument/2006/relationships/image" Target="../media/image94.png"/><Relationship Id="rId32" Type="http://schemas.openxmlformats.org/officeDocument/2006/relationships/image" Target="../media/image42.png"/><Relationship Id="rId37" Type="http://schemas.openxmlformats.org/officeDocument/2006/relationships/image" Target="../media/image47.png"/><Relationship Id="rId53" Type="http://schemas.openxmlformats.org/officeDocument/2006/relationships/image" Target="../media/image64.png"/><Relationship Id="rId58" Type="http://schemas.openxmlformats.org/officeDocument/2006/relationships/image" Target="../media/image110.png"/><Relationship Id="rId74" Type="http://schemas.openxmlformats.org/officeDocument/2006/relationships/image" Target="../media/image126.png"/><Relationship Id="rId79" Type="http://schemas.openxmlformats.org/officeDocument/2006/relationships/image" Target="../media/image132.png"/><Relationship Id="rId5" Type="http://schemas.openxmlformats.org/officeDocument/2006/relationships/image" Target="../media/image88.png"/><Relationship Id="rId90" Type="http://schemas.openxmlformats.org/officeDocument/2006/relationships/image" Target="../media/image143.png"/><Relationship Id="rId22" Type="http://schemas.openxmlformats.org/officeDocument/2006/relationships/image" Target="../media/image32.png"/><Relationship Id="rId27" Type="http://schemas.openxmlformats.org/officeDocument/2006/relationships/image" Target="../media/image37.png"/><Relationship Id="rId43" Type="http://schemas.openxmlformats.org/officeDocument/2006/relationships/image" Target="../media/image53.png"/><Relationship Id="rId48" Type="http://schemas.openxmlformats.org/officeDocument/2006/relationships/image" Target="../media/image59.png"/><Relationship Id="rId64" Type="http://schemas.openxmlformats.org/officeDocument/2006/relationships/image" Target="../media/image116.png"/><Relationship Id="rId69" Type="http://schemas.openxmlformats.org/officeDocument/2006/relationships/image" Target="../media/image121.png"/><Relationship Id="rId8" Type="http://schemas.openxmlformats.org/officeDocument/2006/relationships/image" Target="../media/image91.png"/><Relationship Id="rId51" Type="http://schemas.openxmlformats.org/officeDocument/2006/relationships/image" Target="../media/image62.png"/><Relationship Id="rId72" Type="http://schemas.openxmlformats.org/officeDocument/2006/relationships/image" Target="../media/image124.png"/><Relationship Id="rId80" Type="http://schemas.openxmlformats.org/officeDocument/2006/relationships/image" Target="../media/image133.png"/><Relationship Id="rId85" Type="http://schemas.openxmlformats.org/officeDocument/2006/relationships/image" Target="../media/image138.png"/><Relationship Id="rId93" Type="http://schemas.openxmlformats.org/officeDocument/2006/relationships/image" Target="../media/image146.png"/><Relationship Id="rId3" Type="http://schemas.openxmlformats.org/officeDocument/2006/relationships/image" Target="../media/image86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5" Type="http://schemas.openxmlformats.org/officeDocument/2006/relationships/image" Target="../media/image35.png"/><Relationship Id="rId33" Type="http://schemas.openxmlformats.org/officeDocument/2006/relationships/image" Target="../media/image43.png"/><Relationship Id="rId38" Type="http://schemas.openxmlformats.org/officeDocument/2006/relationships/image" Target="../media/image48.png"/><Relationship Id="rId46" Type="http://schemas.openxmlformats.org/officeDocument/2006/relationships/image" Target="../media/image56.png"/><Relationship Id="rId59" Type="http://schemas.openxmlformats.org/officeDocument/2006/relationships/image" Target="../media/image111.png"/><Relationship Id="rId67" Type="http://schemas.openxmlformats.org/officeDocument/2006/relationships/image" Target="../media/image119.png"/><Relationship Id="rId20" Type="http://schemas.openxmlformats.org/officeDocument/2006/relationships/image" Target="../media/image103.png"/><Relationship Id="rId41" Type="http://schemas.openxmlformats.org/officeDocument/2006/relationships/image" Target="../media/image51.png"/><Relationship Id="rId54" Type="http://schemas.openxmlformats.org/officeDocument/2006/relationships/image" Target="../media/image105.png"/><Relationship Id="rId62" Type="http://schemas.openxmlformats.org/officeDocument/2006/relationships/image" Target="../media/image114.png"/><Relationship Id="rId70" Type="http://schemas.openxmlformats.org/officeDocument/2006/relationships/image" Target="../media/image122.png"/><Relationship Id="rId75" Type="http://schemas.openxmlformats.org/officeDocument/2006/relationships/image" Target="../media/image127.png"/><Relationship Id="rId83" Type="http://schemas.openxmlformats.org/officeDocument/2006/relationships/image" Target="../media/image136.png"/><Relationship Id="rId88" Type="http://schemas.openxmlformats.org/officeDocument/2006/relationships/image" Target="../media/image141.png"/><Relationship Id="rId91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5" Type="http://schemas.openxmlformats.org/officeDocument/2006/relationships/image" Target="../media/image98.png"/><Relationship Id="rId23" Type="http://schemas.openxmlformats.org/officeDocument/2006/relationships/image" Target="../media/image33.png"/><Relationship Id="rId28" Type="http://schemas.openxmlformats.org/officeDocument/2006/relationships/image" Target="../media/image38.png"/><Relationship Id="rId36" Type="http://schemas.openxmlformats.org/officeDocument/2006/relationships/image" Target="../media/image46.png"/><Relationship Id="rId49" Type="http://schemas.openxmlformats.org/officeDocument/2006/relationships/image" Target="../media/image60.png"/><Relationship Id="rId57" Type="http://schemas.openxmlformats.org/officeDocument/2006/relationships/image" Target="../media/image108.png"/><Relationship Id="rId10" Type="http://schemas.openxmlformats.org/officeDocument/2006/relationships/image" Target="../media/image93.png"/><Relationship Id="rId31" Type="http://schemas.openxmlformats.org/officeDocument/2006/relationships/image" Target="../media/image41.png"/><Relationship Id="rId44" Type="http://schemas.openxmlformats.org/officeDocument/2006/relationships/image" Target="../media/image54.png"/><Relationship Id="rId52" Type="http://schemas.openxmlformats.org/officeDocument/2006/relationships/image" Target="../media/image63.png"/><Relationship Id="rId60" Type="http://schemas.openxmlformats.org/officeDocument/2006/relationships/image" Target="../media/image112.png"/><Relationship Id="rId65" Type="http://schemas.openxmlformats.org/officeDocument/2006/relationships/image" Target="../media/image117.png"/><Relationship Id="rId73" Type="http://schemas.openxmlformats.org/officeDocument/2006/relationships/image" Target="../media/image125.png"/><Relationship Id="rId78" Type="http://schemas.openxmlformats.org/officeDocument/2006/relationships/image" Target="../media/image130.png"/><Relationship Id="rId81" Type="http://schemas.openxmlformats.org/officeDocument/2006/relationships/image" Target="../media/image134.png"/><Relationship Id="rId86" Type="http://schemas.openxmlformats.org/officeDocument/2006/relationships/image" Target="../media/image139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39" Type="http://schemas.openxmlformats.org/officeDocument/2006/relationships/image" Target="../media/image49.png"/><Relationship Id="rId34" Type="http://schemas.openxmlformats.org/officeDocument/2006/relationships/image" Target="../media/image44.png"/><Relationship Id="rId50" Type="http://schemas.openxmlformats.org/officeDocument/2006/relationships/image" Target="../media/image61.png"/><Relationship Id="rId55" Type="http://schemas.openxmlformats.org/officeDocument/2006/relationships/image" Target="../media/image106.png"/><Relationship Id="rId76" Type="http://schemas.openxmlformats.org/officeDocument/2006/relationships/image" Target="../media/image128.png"/><Relationship Id="rId7" Type="http://schemas.openxmlformats.org/officeDocument/2006/relationships/image" Target="../media/image90.png"/><Relationship Id="rId71" Type="http://schemas.openxmlformats.org/officeDocument/2006/relationships/image" Target="../media/image123.png"/><Relationship Id="rId92" Type="http://schemas.openxmlformats.org/officeDocument/2006/relationships/image" Target="../media/image145.png"/><Relationship Id="rId2" Type="http://schemas.openxmlformats.org/officeDocument/2006/relationships/image" Target="../media/image85.png"/><Relationship Id="rId29" Type="http://schemas.openxmlformats.org/officeDocument/2006/relationships/image" Target="../media/image39.png"/><Relationship Id="rId24" Type="http://schemas.openxmlformats.org/officeDocument/2006/relationships/image" Target="../media/image34.png"/><Relationship Id="rId40" Type="http://schemas.openxmlformats.org/officeDocument/2006/relationships/image" Target="../media/image50.png"/><Relationship Id="rId45" Type="http://schemas.openxmlformats.org/officeDocument/2006/relationships/image" Target="../media/image55.png"/><Relationship Id="rId66" Type="http://schemas.openxmlformats.org/officeDocument/2006/relationships/image" Target="../media/image118.png"/><Relationship Id="rId87" Type="http://schemas.openxmlformats.org/officeDocument/2006/relationships/image" Target="../media/image140.png"/><Relationship Id="rId61" Type="http://schemas.openxmlformats.org/officeDocument/2006/relationships/image" Target="../media/image113.png"/><Relationship Id="rId82" Type="http://schemas.openxmlformats.org/officeDocument/2006/relationships/image" Target="../media/image135.png"/><Relationship Id="rId19" Type="http://schemas.openxmlformats.org/officeDocument/2006/relationships/image" Target="../media/image102.png"/><Relationship Id="rId14" Type="http://schemas.openxmlformats.org/officeDocument/2006/relationships/image" Target="../media/image97.png"/><Relationship Id="rId30" Type="http://schemas.openxmlformats.org/officeDocument/2006/relationships/image" Target="../media/image40.png"/><Relationship Id="rId35" Type="http://schemas.openxmlformats.org/officeDocument/2006/relationships/image" Target="../media/image45.png"/><Relationship Id="rId56" Type="http://schemas.openxmlformats.org/officeDocument/2006/relationships/image" Target="../media/image107.png"/><Relationship Id="rId77" Type="http://schemas.openxmlformats.org/officeDocument/2006/relationships/image" Target="../media/image129.png"/></Relationships>
</file>

<file path=ppt/slides/_rels/slide3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6.png"/><Relationship Id="rId21" Type="http://schemas.openxmlformats.org/officeDocument/2006/relationships/image" Target="../media/image104.png"/><Relationship Id="rId42" Type="http://schemas.openxmlformats.org/officeDocument/2006/relationships/image" Target="../media/image52.png"/><Relationship Id="rId47" Type="http://schemas.openxmlformats.org/officeDocument/2006/relationships/image" Target="../media/image57.png"/><Relationship Id="rId63" Type="http://schemas.openxmlformats.org/officeDocument/2006/relationships/image" Target="../media/image115.png"/><Relationship Id="rId68" Type="http://schemas.openxmlformats.org/officeDocument/2006/relationships/image" Target="../media/image120.png"/><Relationship Id="rId84" Type="http://schemas.openxmlformats.org/officeDocument/2006/relationships/image" Target="../media/image137.png"/><Relationship Id="rId89" Type="http://schemas.openxmlformats.org/officeDocument/2006/relationships/image" Target="../media/image142.png"/><Relationship Id="rId16" Type="http://schemas.openxmlformats.org/officeDocument/2006/relationships/image" Target="../media/image99.png"/><Relationship Id="rId11" Type="http://schemas.openxmlformats.org/officeDocument/2006/relationships/image" Target="../media/image94.png"/><Relationship Id="rId32" Type="http://schemas.openxmlformats.org/officeDocument/2006/relationships/image" Target="../media/image42.png"/><Relationship Id="rId37" Type="http://schemas.openxmlformats.org/officeDocument/2006/relationships/image" Target="../media/image47.png"/><Relationship Id="rId53" Type="http://schemas.openxmlformats.org/officeDocument/2006/relationships/image" Target="../media/image64.png"/><Relationship Id="rId58" Type="http://schemas.openxmlformats.org/officeDocument/2006/relationships/image" Target="../media/image110.png"/><Relationship Id="rId74" Type="http://schemas.openxmlformats.org/officeDocument/2006/relationships/image" Target="../media/image126.png"/><Relationship Id="rId79" Type="http://schemas.openxmlformats.org/officeDocument/2006/relationships/image" Target="../media/image132.png"/><Relationship Id="rId5" Type="http://schemas.openxmlformats.org/officeDocument/2006/relationships/image" Target="../media/image88.png"/><Relationship Id="rId90" Type="http://schemas.openxmlformats.org/officeDocument/2006/relationships/image" Target="../media/image143.png"/><Relationship Id="rId22" Type="http://schemas.openxmlformats.org/officeDocument/2006/relationships/image" Target="../media/image32.png"/><Relationship Id="rId27" Type="http://schemas.openxmlformats.org/officeDocument/2006/relationships/image" Target="../media/image37.png"/><Relationship Id="rId43" Type="http://schemas.openxmlformats.org/officeDocument/2006/relationships/image" Target="../media/image53.png"/><Relationship Id="rId48" Type="http://schemas.openxmlformats.org/officeDocument/2006/relationships/image" Target="../media/image59.png"/><Relationship Id="rId64" Type="http://schemas.openxmlformats.org/officeDocument/2006/relationships/image" Target="../media/image116.png"/><Relationship Id="rId69" Type="http://schemas.openxmlformats.org/officeDocument/2006/relationships/image" Target="../media/image121.png"/><Relationship Id="rId8" Type="http://schemas.openxmlformats.org/officeDocument/2006/relationships/image" Target="../media/image91.png"/><Relationship Id="rId51" Type="http://schemas.openxmlformats.org/officeDocument/2006/relationships/image" Target="../media/image62.png"/><Relationship Id="rId72" Type="http://schemas.openxmlformats.org/officeDocument/2006/relationships/image" Target="../media/image124.png"/><Relationship Id="rId80" Type="http://schemas.openxmlformats.org/officeDocument/2006/relationships/image" Target="../media/image133.png"/><Relationship Id="rId85" Type="http://schemas.openxmlformats.org/officeDocument/2006/relationships/image" Target="../media/image138.png"/><Relationship Id="rId93" Type="http://schemas.openxmlformats.org/officeDocument/2006/relationships/image" Target="../media/image146.png"/><Relationship Id="rId3" Type="http://schemas.openxmlformats.org/officeDocument/2006/relationships/image" Target="../media/image86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5" Type="http://schemas.openxmlformats.org/officeDocument/2006/relationships/image" Target="../media/image35.png"/><Relationship Id="rId33" Type="http://schemas.openxmlformats.org/officeDocument/2006/relationships/image" Target="../media/image43.png"/><Relationship Id="rId38" Type="http://schemas.openxmlformats.org/officeDocument/2006/relationships/image" Target="../media/image48.png"/><Relationship Id="rId46" Type="http://schemas.openxmlformats.org/officeDocument/2006/relationships/image" Target="../media/image56.png"/><Relationship Id="rId59" Type="http://schemas.openxmlformats.org/officeDocument/2006/relationships/image" Target="../media/image111.png"/><Relationship Id="rId67" Type="http://schemas.openxmlformats.org/officeDocument/2006/relationships/image" Target="../media/image119.png"/><Relationship Id="rId20" Type="http://schemas.openxmlformats.org/officeDocument/2006/relationships/image" Target="../media/image103.png"/><Relationship Id="rId41" Type="http://schemas.openxmlformats.org/officeDocument/2006/relationships/image" Target="../media/image51.png"/><Relationship Id="rId54" Type="http://schemas.openxmlformats.org/officeDocument/2006/relationships/image" Target="../media/image105.png"/><Relationship Id="rId62" Type="http://schemas.openxmlformats.org/officeDocument/2006/relationships/image" Target="../media/image114.png"/><Relationship Id="rId70" Type="http://schemas.openxmlformats.org/officeDocument/2006/relationships/image" Target="../media/image122.png"/><Relationship Id="rId75" Type="http://schemas.openxmlformats.org/officeDocument/2006/relationships/image" Target="../media/image127.png"/><Relationship Id="rId83" Type="http://schemas.openxmlformats.org/officeDocument/2006/relationships/image" Target="../media/image136.png"/><Relationship Id="rId88" Type="http://schemas.openxmlformats.org/officeDocument/2006/relationships/image" Target="../media/image141.png"/><Relationship Id="rId91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5" Type="http://schemas.openxmlformats.org/officeDocument/2006/relationships/image" Target="../media/image98.png"/><Relationship Id="rId23" Type="http://schemas.openxmlformats.org/officeDocument/2006/relationships/image" Target="../media/image33.png"/><Relationship Id="rId28" Type="http://schemas.openxmlformats.org/officeDocument/2006/relationships/image" Target="../media/image38.png"/><Relationship Id="rId36" Type="http://schemas.openxmlformats.org/officeDocument/2006/relationships/image" Target="../media/image46.png"/><Relationship Id="rId49" Type="http://schemas.openxmlformats.org/officeDocument/2006/relationships/image" Target="../media/image60.png"/><Relationship Id="rId57" Type="http://schemas.openxmlformats.org/officeDocument/2006/relationships/image" Target="../media/image108.png"/><Relationship Id="rId10" Type="http://schemas.openxmlformats.org/officeDocument/2006/relationships/image" Target="../media/image93.png"/><Relationship Id="rId31" Type="http://schemas.openxmlformats.org/officeDocument/2006/relationships/image" Target="../media/image41.png"/><Relationship Id="rId44" Type="http://schemas.openxmlformats.org/officeDocument/2006/relationships/image" Target="../media/image54.png"/><Relationship Id="rId52" Type="http://schemas.openxmlformats.org/officeDocument/2006/relationships/image" Target="../media/image63.png"/><Relationship Id="rId60" Type="http://schemas.openxmlformats.org/officeDocument/2006/relationships/image" Target="../media/image112.png"/><Relationship Id="rId65" Type="http://schemas.openxmlformats.org/officeDocument/2006/relationships/image" Target="../media/image117.png"/><Relationship Id="rId73" Type="http://schemas.openxmlformats.org/officeDocument/2006/relationships/image" Target="../media/image125.png"/><Relationship Id="rId78" Type="http://schemas.openxmlformats.org/officeDocument/2006/relationships/image" Target="../media/image130.png"/><Relationship Id="rId81" Type="http://schemas.openxmlformats.org/officeDocument/2006/relationships/image" Target="../media/image134.png"/><Relationship Id="rId86" Type="http://schemas.openxmlformats.org/officeDocument/2006/relationships/image" Target="../media/image139.png"/><Relationship Id="rId94" Type="http://schemas.openxmlformats.org/officeDocument/2006/relationships/image" Target="../media/image3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39" Type="http://schemas.openxmlformats.org/officeDocument/2006/relationships/image" Target="../media/image49.png"/><Relationship Id="rId34" Type="http://schemas.openxmlformats.org/officeDocument/2006/relationships/image" Target="../media/image44.png"/><Relationship Id="rId50" Type="http://schemas.openxmlformats.org/officeDocument/2006/relationships/image" Target="../media/image61.png"/><Relationship Id="rId55" Type="http://schemas.openxmlformats.org/officeDocument/2006/relationships/image" Target="../media/image106.png"/><Relationship Id="rId76" Type="http://schemas.openxmlformats.org/officeDocument/2006/relationships/image" Target="../media/image128.png"/><Relationship Id="rId7" Type="http://schemas.openxmlformats.org/officeDocument/2006/relationships/image" Target="../media/image90.png"/><Relationship Id="rId71" Type="http://schemas.openxmlformats.org/officeDocument/2006/relationships/image" Target="../media/image123.png"/><Relationship Id="rId92" Type="http://schemas.openxmlformats.org/officeDocument/2006/relationships/image" Target="../media/image145.png"/><Relationship Id="rId2" Type="http://schemas.openxmlformats.org/officeDocument/2006/relationships/image" Target="../media/image85.png"/><Relationship Id="rId29" Type="http://schemas.openxmlformats.org/officeDocument/2006/relationships/image" Target="../media/image39.png"/><Relationship Id="rId24" Type="http://schemas.openxmlformats.org/officeDocument/2006/relationships/image" Target="../media/image34.png"/><Relationship Id="rId40" Type="http://schemas.openxmlformats.org/officeDocument/2006/relationships/image" Target="../media/image50.png"/><Relationship Id="rId45" Type="http://schemas.openxmlformats.org/officeDocument/2006/relationships/image" Target="../media/image55.png"/><Relationship Id="rId66" Type="http://schemas.openxmlformats.org/officeDocument/2006/relationships/image" Target="../media/image118.png"/><Relationship Id="rId87" Type="http://schemas.openxmlformats.org/officeDocument/2006/relationships/image" Target="../media/image140.png"/><Relationship Id="rId61" Type="http://schemas.openxmlformats.org/officeDocument/2006/relationships/image" Target="../media/image113.png"/><Relationship Id="rId82" Type="http://schemas.openxmlformats.org/officeDocument/2006/relationships/image" Target="../media/image135.png"/><Relationship Id="rId19" Type="http://schemas.openxmlformats.org/officeDocument/2006/relationships/image" Target="../media/image102.png"/><Relationship Id="rId14" Type="http://schemas.openxmlformats.org/officeDocument/2006/relationships/image" Target="../media/image97.png"/><Relationship Id="rId30" Type="http://schemas.openxmlformats.org/officeDocument/2006/relationships/image" Target="../media/image40.png"/><Relationship Id="rId35" Type="http://schemas.openxmlformats.org/officeDocument/2006/relationships/image" Target="../media/image45.png"/><Relationship Id="rId56" Type="http://schemas.openxmlformats.org/officeDocument/2006/relationships/image" Target="../media/image107.png"/><Relationship Id="rId77" Type="http://schemas.openxmlformats.org/officeDocument/2006/relationships/image" Target="../media/image129.png"/></Relationships>
</file>

<file path=ppt/slides/_rels/slide4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6.png"/><Relationship Id="rId21" Type="http://schemas.openxmlformats.org/officeDocument/2006/relationships/image" Target="../media/image104.png"/><Relationship Id="rId42" Type="http://schemas.openxmlformats.org/officeDocument/2006/relationships/image" Target="../media/image52.png"/><Relationship Id="rId47" Type="http://schemas.openxmlformats.org/officeDocument/2006/relationships/image" Target="../media/image57.png"/><Relationship Id="rId63" Type="http://schemas.openxmlformats.org/officeDocument/2006/relationships/image" Target="../media/image115.png"/><Relationship Id="rId68" Type="http://schemas.openxmlformats.org/officeDocument/2006/relationships/image" Target="../media/image120.png"/><Relationship Id="rId84" Type="http://schemas.openxmlformats.org/officeDocument/2006/relationships/image" Target="../media/image137.png"/><Relationship Id="rId89" Type="http://schemas.openxmlformats.org/officeDocument/2006/relationships/image" Target="../media/image142.png"/><Relationship Id="rId16" Type="http://schemas.openxmlformats.org/officeDocument/2006/relationships/image" Target="../media/image99.png"/><Relationship Id="rId11" Type="http://schemas.openxmlformats.org/officeDocument/2006/relationships/image" Target="../media/image94.png"/><Relationship Id="rId32" Type="http://schemas.openxmlformats.org/officeDocument/2006/relationships/image" Target="../media/image42.png"/><Relationship Id="rId37" Type="http://schemas.openxmlformats.org/officeDocument/2006/relationships/image" Target="../media/image47.png"/><Relationship Id="rId53" Type="http://schemas.openxmlformats.org/officeDocument/2006/relationships/image" Target="../media/image64.png"/><Relationship Id="rId58" Type="http://schemas.openxmlformats.org/officeDocument/2006/relationships/image" Target="../media/image110.png"/><Relationship Id="rId74" Type="http://schemas.openxmlformats.org/officeDocument/2006/relationships/image" Target="../media/image126.png"/><Relationship Id="rId79" Type="http://schemas.openxmlformats.org/officeDocument/2006/relationships/image" Target="../media/image132.png"/><Relationship Id="rId5" Type="http://schemas.openxmlformats.org/officeDocument/2006/relationships/image" Target="../media/image88.png"/><Relationship Id="rId90" Type="http://schemas.openxmlformats.org/officeDocument/2006/relationships/image" Target="../media/image143.png"/><Relationship Id="rId22" Type="http://schemas.openxmlformats.org/officeDocument/2006/relationships/image" Target="../media/image32.png"/><Relationship Id="rId27" Type="http://schemas.openxmlformats.org/officeDocument/2006/relationships/image" Target="../media/image37.png"/><Relationship Id="rId43" Type="http://schemas.openxmlformats.org/officeDocument/2006/relationships/image" Target="../media/image53.png"/><Relationship Id="rId48" Type="http://schemas.openxmlformats.org/officeDocument/2006/relationships/image" Target="../media/image59.png"/><Relationship Id="rId64" Type="http://schemas.openxmlformats.org/officeDocument/2006/relationships/image" Target="../media/image116.png"/><Relationship Id="rId69" Type="http://schemas.openxmlformats.org/officeDocument/2006/relationships/image" Target="../media/image121.png"/><Relationship Id="rId8" Type="http://schemas.openxmlformats.org/officeDocument/2006/relationships/image" Target="../media/image91.png"/><Relationship Id="rId51" Type="http://schemas.openxmlformats.org/officeDocument/2006/relationships/image" Target="../media/image62.png"/><Relationship Id="rId72" Type="http://schemas.openxmlformats.org/officeDocument/2006/relationships/image" Target="../media/image124.png"/><Relationship Id="rId80" Type="http://schemas.openxmlformats.org/officeDocument/2006/relationships/image" Target="../media/image133.png"/><Relationship Id="rId85" Type="http://schemas.openxmlformats.org/officeDocument/2006/relationships/image" Target="../media/image138.png"/><Relationship Id="rId93" Type="http://schemas.openxmlformats.org/officeDocument/2006/relationships/image" Target="../media/image146.png"/><Relationship Id="rId3" Type="http://schemas.openxmlformats.org/officeDocument/2006/relationships/image" Target="../media/image86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5" Type="http://schemas.openxmlformats.org/officeDocument/2006/relationships/image" Target="../media/image35.png"/><Relationship Id="rId33" Type="http://schemas.openxmlformats.org/officeDocument/2006/relationships/image" Target="../media/image43.png"/><Relationship Id="rId38" Type="http://schemas.openxmlformats.org/officeDocument/2006/relationships/image" Target="../media/image48.png"/><Relationship Id="rId46" Type="http://schemas.openxmlformats.org/officeDocument/2006/relationships/image" Target="../media/image56.png"/><Relationship Id="rId59" Type="http://schemas.openxmlformats.org/officeDocument/2006/relationships/image" Target="../media/image111.png"/><Relationship Id="rId67" Type="http://schemas.openxmlformats.org/officeDocument/2006/relationships/image" Target="../media/image119.png"/><Relationship Id="rId20" Type="http://schemas.openxmlformats.org/officeDocument/2006/relationships/image" Target="../media/image103.png"/><Relationship Id="rId41" Type="http://schemas.openxmlformats.org/officeDocument/2006/relationships/image" Target="../media/image51.png"/><Relationship Id="rId54" Type="http://schemas.openxmlformats.org/officeDocument/2006/relationships/image" Target="../media/image105.png"/><Relationship Id="rId62" Type="http://schemas.openxmlformats.org/officeDocument/2006/relationships/image" Target="../media/image114.png"/><Relationship Id="rId70" Type="http://schemas.openxmlformats.org/officeDocument/2006/relationships/image" Target="../media/image122.png"/><Relationship Id="rId75" Type="http://schemas.openxmlformats.org/officeDocument/2006/relationships/image" Target="../media/image127.png"/><Relationship Id="rId83" Type="http://schemas.openxmlformats.org/officeDocument/2006/relationships/image" Target="../media/image136.png"/><Relationship Id="rId88" Type="http://schemas.openxmlformats.org/officeDocument/2006/relationships/image" Target="../media/image141.png"/><Relationship Id="rId91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5" Type="http://schemas.openxmlformats.org/officeDocument/2006/relationships/image" Target="../media/image98.png"/><Relationship Id="rId23" Type="http://schemas.openxmlformats.org/officeDocument/2006/relationships/image" Target="../media/image33.png"/><Relationship Id="rId28" Type="http://schemas.openxmlformats.org/officeDocument/2006/relationships/image" Target="../media/image38.png"/><Relationship Id="rId36" Type="http://schemas.openxmlformats.org/officeDocument/2006/relationships/image" Target="../media/image46.png"/><Relationship Id="rId49" Type="http://schemas.openxmlformats.org/officeDocument/2006/relationships/image" Target="../media/image60.png"/><Relationship Id="rId57" Type="http://schemas.openxmlformats.org/officeDocument/2006/relationships/image" Target="../media/image108.png"/><Relationship Id="rId10" Type="http://schemas.openxmlformats.org/officeDocument/2006/relationships/image" Target="../media/image93.png"/><Relationship Id="rId31" Type="http://schemas.openxmlformats.org/officeDocument/2006/relationships/image" Target="../media/image41.png"/><Relationship Id="rId44" Type="http://schemas.openxmlformats.org/officeDocument/2006/relationships/image" Target="../media/image54.png"/><Relationship Id="rId52" Type="http://schemas.openxmlformats.org/officeDocument/2006/relationships/image" Target="../media/image63.png"/><Relationship Id="rId60" Type="http://schemas.openxmlformats.org/officeDocument/2006/relationships/image" Target="../media/image112.png"/><Relationship Id="rId65" Type="http://schemas.openxmlformats.org/officeDocument/2006/relationships/image" Target="../media/image117.png"/><Relationship Id="rId73" Type="http://schemas.openxmlformats.org/officeDocument/2006/relationships/image" Target="../media/image125.png"/><Relationship Id="rId78" Type="http://schemas.openxmlformats.org/officeDocument/2006/relationships/image" Target="../media/image130.png"/><Relationship Id="rId81" Type="http://schemas.openxmlformats.org/officeDocument/2006/relationships/image" Target="../media/image134.png"/><Relationship Id="rId86" Type="http://schemas.openxmlformats.org/officeDocument/2006/relationships/image" Target="../media/image139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39" Type="http://schemas.openxmlformats.org/officeDocument/2006/relationships/image" Target="../media/image49.png"/><Relationship Id="rId34" Type="http://schemas.openxmlformats.org/officeDocument/2006/relationships/image" Target="../media/image44.png"/><Relationship Id="rId50" Type="http://schemas.openxmlformats.org/officeDocument/2006/relationships/image" Target="../media/image61.png"/><Relationship Id="rId55" Type="http://schemas.openxmlformats.org/officeDocument/2006/relationships/image" Target="../media/image106.png"/><Relationship Id="rId76" Type="http://schemas.openxmlformats.org/officeDocument/2006/relationships/image" Target="../media/image128.png"/><Relationship Id="rId7" Type="http://schemas.openxmlformats.org/officeDocument/2006/relationships/image" Target="../media/image90.png"/><Relationship Id="rId71" Type="http://schemas.openxmlformats.org/officeDocument/2006/relationships/image" Target="../media/image123.png"/><Relationship Id="rId92" Type="http://schemas.openxmlformats.org/officeDocument/2006/relationships/image" Target="../media/image145.png"/><Relationship Id="rId2" Type="http://schemas.openxmlformats.org/officeDocument/2006/relationships/image" Target="../media/image85.png"/><Relationship Id="rId29" Type="http://schemas.openxmlformats.org/officeDocument/2006/relationships/image" Target="../media/image39.png"/><Relationship Id="rId24" Type="http://schemas.openxmlformats.org/officeDocument/2006/relationships/image" Target="../media/image34.png"/><Relationship Id="rId40" Type="http://schemas.openxmlformats.org/officeDocument/2006/relationships/image" Target="../media/image50.png"/><Relationship Id="rId45" Type="http://schemas.openxmlformats.org/officeDocument/2006/relationships/image" Target="../media/image55.png"/><Relationship Id="rId66" Type="http://schemas.openxmlformats.org/officeDocument/2006/relationships/image" Target="../media/image118.png"/><Relationship Id="rId87" Type="http://schemas.openxmlformats.org/officeDocument/2006/relationships/image" Target="../media/image140.png"/><Relationship Id="rId61" Type="http://schemas.openxmlformats.org/officeDocument/2006/relationships/image" Target="../media/image113.png"/><Relationship Id="rId82" Type="http://schemas.openxmlformats.org/officeDocument/2006/relationships/image" Target="../media/image135.png"/><Relationship Id="rId19" Type="http://schemas.openxmlformats.org/officeDocument/2006/relationships/image" Target="../media/image102.png"/><Relationship Id="rId14" Type="http://schemas.openxmlformats.org/officeDocument/2006/relationships/image" Target="../media/image97.png"/><Relationship Id="rId30" Type="http://schemas.openxmlformats.org/officeDocument/2006/relationships/image" Target="../media/image40.png"/><Relationship Id="rId35" Type="http://schemas.openxmlformats.org/officeDocument/2006/relationships/image" Target="../media/image45.png"/><Relationship Id="rId56" Type="http://schemas.openxmlformats.org/officeDocument/2006/relationships/image" Target="../media/image107.png"/><Relationship Id="rId77" Type="http://schemas.openxmlformats.org/officeDocument/2006/relationships/image" Target="../media/image129.png"/></Relationships>
</file>

<file path=ppt/slides/_rels/slide4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6.png"/><Relationship Id="rId21" Type="http://schemas.openxmlformats.org/officeDocument/2006/relationships/image" Target="../media/image104.png"/><Relationship Id="rId42" Type="http://schemas.openxmlformats.org/officeDocument/2006/relationships/image" Target="../media/image52.png"/><Relationship Id="rId47" Type="http://schemas.openxmlformats.org/officeDocument/2006/relationships/image" Target="../media/image57.png"/><Relationship Id="rId63" Type="http://schemas.openxmlformats.org/officeDocument/2006/relationships/image" Target="../media/image115.png"/><Relationship Id="rId68" Type="http://schemas.openxmlformats.org/officeDocument/2006/relationships/image" Target="../media/image120.png"/><Relationship Id="rId84" Type="http://schemas.openxmlformats.org/officeDocument/2006/relationships/image" Target="../media/image137.png"/><Relationship Id="rId89" Type="http://schemas.openxmlformats.org/officeDocument/2006/relationships/image" Target="../media/image142.png"/><Relationship Id="rId16" Type="http://schemas.openxmlformats.org/officeDocument/2006/relationships/image" Target="../media/image99.png"/><Relationship Id="rId11" Type="http://schemas.openxmlformats.org/officeDocument/2006/relationships/image" Target="../media/image94.png"/><Relationship Id="rId32" Type="http://schemas.openxmlformats.org/officeDocument/2006/relationships/image" Target="../media/image42.png"/><Relationship Id="rId37" Type="http://schemas.openxmlformats.org/officeDocument/2006/relationships/image" Target="../media/image47.png"/><Relationship Id="rId53" Type="http://schemas.openxmlformats.org/officeDocument/2006/relationships/image" Target="../media/image64.png"/><Relationship Id="rId58" Type="http://schemas.openxmlformats.org/officeDocument/2006/relationships/image" Target="../media/image110.png"/><Relationship Id="rId74" Type="http://schemas.openxmlformats.org/officeDocument/2006/relationships/image" Target="../media/image126.png"/><Relationship Id="rId79" Type="http://schemas.openxmlformats.org/officeDocument/2006/relationships/image" Target="../media/image132.png"/><Relationship Id="rId5" Type="http://schemas.openxmlformats.org/officeDocument/2006/relationships/image" Target="../media/image88.png"/><Relationship Id="rId90" Type="http://schemas.openxmlformats.org/officeDocument/2006/relationships/image" Target="../media/image143.png"/><Relationship Id="rId22" Type="http://schemas.openxmlformats.org/officeDocument/2006/relationships/image" Target="../media/image32.png"/><Relationship Id="rId27" Type="http://schemas.openxmlformats.org/officeDocument/2006/relationships/image" Target="../media/image37.png"/><Relationship Id="rId43" Type="http://schemas.openxmlformats.org/officeDocument/2006/relationships/image" Target="../media/image53.png"/><Relationship Id="rId48" Type="http://schemas.openxmlformats.org/officeDocument/2006/relationships/image" Target="../media/image59.png"/><Relationship Id="rId64" Type="http://schemas.openxmlformats.org/officeDocument/2006/relationships/image" Target="../media/image116.png"/><Relationship Id="rId69" Type="http://schemas.openxmlformats.org/officeDocument/2006/relationships/image" Target="../media/image121.png"/><Relationship Id="rId8" Type="http://schemas.openxmlformats.org/officeDocument/2006/relationships/image" Target="../media/image91.png"/><Relationship Id="rId51" Type="http://schemas.openxmlformats.org/officeDocument/2006/relationships/image" Target="../media/image62.png"/><Relationship Id="rId72" Type="http://schemas.openxmlformats.org/officeDocument/2006/relationships/image" Target="../media/image124.png"/><Relationship Id="rId80" Type="http://schemas.openxmlformats.org/officeDocument/2006/relationships/image" Target="../media/image133.png"/><Relationship Id="rId85" Type="http://schemas.openxmlformats.org/officeDocument/2006/relationships/image" Target="../media/image138.png"/><Relationship Id="rId93" Type="http://schemas.openxmlformats.org/officeDocument/2006/relationships/image" Target="../media/image146.png"/><Relationship Id="rId3" Type="http://schemas.openxmlformats.org/officeDocument/2006/relationships/image" Target="../media/image86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5" Type="http://schemas.openxmlformats.org/officeDocument/2006/relationships/image" Target="../media/image35.png"/><Relationship Id="rId33" Type="http://schemas.openxmlformats.org/officeDocument/2006/relationships/image" Target="../media/image43.png"/><Relationship Id="rId38" Type="http://schemas.openxmlformats.org/officeDocument/2006/relationships/image" Target="../media/image48.png"/><Relationship Id="rId46" Type="http://schemas.openxmlformats.org/officeDocument/2006/relationships/image" Target="../media/image56.png"/><Relationship Id="rId59" Type="http://schemas.openxmlformats.org/officeDocument/2006/relationships/image" Target="../media/image111.png"/><Relationship Id="rId67" Type="http://schemas.openxmlformats.org/officeDocument/2006/relationships/image" Target="../media/image119.png"/><Relationship Id="rId20" Type="http://schemas.openxmlformats.org/officeDocument/2006/relationships/image" Target="../media/image103.png"/><Relationship Id="rId41" Type="http://schemas.openxmlformats.org/officeDocument/2006/relationships/image" Target="../media/image51.png"/><Relationship Id="rId54" Type="http://schemas.openxmlformats.org/officeDocument/2006/relationships/image" Target="../media/image105.png"/><Relationship Id="rId62" Type="http://schemas.openxmlformats.org/officeDocument/2006/relationships/image" Target="../media/image114.png"/><Relationship Id="rId70" Type="http://schemas.openxmlformats.org/officeDocument/2006/relationships/image" Target="../media/image122.png"/><Relationship Id="rId75" Type="http://schemas.openxmlformats.org/officeDocument/2006/relationships/image" Target="../media/image127.png"/><Relationship Id="rId83" Type="http://schemas.openxmlformats.org/officeDocument/2006/relationships/image" Target="../media/image136.png"/><Relationship Id="rId88" Type="http://schemas.openxmlformats.org/officeDocument/2006/relationships/image" Target="../media/image141.png"/><Relationship Id="rId91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5" Type="http://schemas.openxmlformats.org/officeDocument/2006/relationships/image" Target="../media/image98.png"/><Relationship Id="rId23" Type="http://schemas.openxmlformats.org/officeDocument/2006/relationships/image" Target="../media/image33.png"/><Relationship Id="rId28" Type="http://schemas.openxmlformats.org/officeDocument/2006/relationships/image" Target="../media/image38.png"/><Relationship Id="rId36" Type="http://schemas.openxmlformats.org/officeDocument/2006/relationships/image" Target="../media/image46.png"/><Relationship Id="rId49" Type="http://schemas.openxmlformats.org/officeDocument/2006/relationships/image" Target="../media/image60.png"/><Relationship Id="rId57" Type="http://schemas.openxmlformats.org/officeDocument/2006/relationships/image" Target="../media/image108.png"/><Relationship Id="rId10" Type="http://schemas.openxmlformats.org/officeDocument/2006/relationships/image" Target="../media/image93.png"/><Relationship Id="rId31" Type="http://schemas.openxmlformats.org/officeDocument/2006/relationships/image" Target="../media/image41.png"/><Relationship Id="rId44" Type="http://schemas.openxmlformats.org/officeDocument/2006/relationships/image" Target="../media/image54.png"/><Relationship Id="rId52" Type="http://schemas.openxmlformats.org/officeDocument/2006/relationships/image" Target="../media/image63.png"/><Relationship Id="rId60" Type="http://schemas.openxmlformats.org/officeDocument/2006/relationships/image" Target="../media/image112.png"/><Relationship Id="rId65" Type="http://schemas.openxmlformats.org/officeDocument/2006/relationships/image" Target="../media/image117.png"/><Relationship Id="rId73" Type="http://schemas.openxmlformats.org/officeDocument/2006/relationships/image" Target="../media/image125.png"/><Relationship Id="rId78" Type="http://schemas.openxmlformats.org/officeDocument/2006/relationships/image" Target="../media/image130.png"/><Relationship Id="rId81" Type="http://schemas.openxmlformats.org/officeDocument/2006/relationships/image" Target="../media/image134.png"/><Relationship Id="rId86" Type="http://schemas.openxmlformats.org/officeDocument/2006/relationships/image" Target="../media/image139.png"/><Relationship Id="rId94" Type="http://schemas.openxmlformats.org/officeDocument/2006/relationships/image" Target="../media/image4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39" Type="http://schemas.openxmlformats.org/officeDocument/2006/relationships/image" Target="../media/image49.png"/><Relationship Id="rId34" Type="http://schemas.openxmlformats.org/officeDocument/2006/relationships/image" Target="../media/image44.png"/><Relationship Id="rId50" Type="http://schemas.openxmlformats.org/officeDocument/2006/relationships/image" Target="../media/image61.png"/><Relationship Id="rId55" Type="http://schemas.openxmlformats.org/officeDocument/2006/relationships/image" Target="../media/image106.png"/><Relationship Id="rId76" Type="http://schemas.openxmlformats.org/officeDocument/2006/relationships/image" Target="../media/image128.png"/><Relationship Id="rId7" Type="http://schemas.openxmlformats.org/officeDocument/2006/relationships/image" Target="../media/image90.png"/><Relationship Id="rId71" Type="http://schemas.openxmlformats.org/officeDocument/2006/relationships/image" Target="../media/image123.png"/><Relationship Id="rId92" Type="http://schemas.openxmlformats.org/officeDocument/2006/relationships/image" Target="../media/image145.png"/><Relationship Id="rId2" Type="http://schemas.openxmlformats.org/officeDocument/2006/relationships/image" Target="../media/image85.png"/><Relationship Id="rId29" Type="http://schemas.openxmlformats.org/officeDocument/2006/relationships/image" Target="../media/image39.png"/><Relationship Id="rId24" Type="http://schemas.openxmlformats.org/officeDocument/2006/relationships/image" Target="../media/image34.png"/><Relationship Id="rId40" Type="http://schemas.openxmlformats.org/officeDocument/2006/relationships/image" Target="../media/image50.png"/><Relationship Id="rId45" Type="http://schemas.openxmlformats.org/officeDocument/2006/relationships/image" Target="../media/image55.png"/><Relationship Id="rId66" Type="http://schemas.openxmlformats.org/officeDocument/2006/relationships/image" Target="../media/image118.png"/><Relationship Id="rId87" Type="http://schemas.openxmlformats.org/officeDocument/2006/relationships/image" Target="../media/image140.png"/><Relationship Id="rId61" Type="http://schemas.openxmlformats.org/officeDocument/2006/relationships/image" Target="../media/image113.png"/><Relationship Id="rId82" Type="http://schemas.openxmlformats.org/officeDocument/2006/relationships/image" Target="../media/image135.png"/><Relationship Id="rId19" Type="http://schemas.openxmlformats.org/officeDocument/2006/relationships/image" Target="../media/image102.png"/><Relationship Id="rId14" Type="http://schemas.openxmlformats.org/officeDocument/2006/relationships/image" Target="../media/image97.png"/><Relationship Id="rId30" Type="http://schemas.openxmlformats.org/officeDocument/2006/relationships/image" Target="../media/image40.png"/><Relationship Id="rId35" Type="http://schemas.openxmlformats.org/officeDocument/2006/relationships/image" Target="../media/image45.png"/><Relationship Id="rId56" Type="http://schemas.openxmlformats.org/officeDocument/2006/relationships/image" Target="../media/image107.png"/><Relationship Id="rId77" Type="http://schemas.openxmlformats.org/officeDocument/2006/relationships/image" Target="../media/image129.png"/></Relationships>
</file>

<file path=ppt/slides/_rels/slide4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6.png"/><Relationship Id="rId21" Type="http://schemas.openxmlformats.org/officeDocument/2006/relationships/image" Target="../media/image104.png"/><Relationship Id="rId42" Type="http://schemas.openxmlformats.org/officeDocument/2006/relationships/image" Target="../media/image52.png"/><Relationship Id="rId47" Type="http://schemas.openxmlformats.org/officeDocument/2006/relationships/image" Target="../media/image57.png"/><Relationship Id="rId63" Type="http://schemas.openxmlformats.org/officeDocument/2006/relationships/image" Target="../media/image115.png"/><Relationship Id="rId68" Type="http://schemas.openxmlformats.org/officeDocument/2006/relationships/image" Target="../media/image120.png"/><Relationship Id="rId84" Type="http://schemas.openxmlformats.org/officeDocument/2006/relationships/image" Target="../media/image137.png"/><Relationship Id="rId89" Type="http://schemas.openxmlformats.org/officeDocument/2006/relationships/image" Target="../media/image142.png"/><Relationship Id="rId16" Type="http://schemas.openxmlformats.org/officeDocument/2006/relationships/image" Target="../media/image99.png"/><Relationship Id="rId11" Type="http://schemas.openxmlformats.org/officeDocument/2006/relationships/image" Target="../media/image94.png"/><Relationship Id="rId32" Type="http://schemas.openxmlformats.org/officeDocument/2006/relationships/image" Target="../media/image42.png"/><Relationship Id="rId37" Type="http://schemas.openxmlformats.org/officeDocument/2006/relationships/image" Target="../media/image47.png"/><Relationship Id="rId53" Type="http://schemas.openxmlformats.org/officeDocument/2006/relationships/image" Target="../media/image64.png"/><Relationship Id="rId58" Type="http://schemas.openxmlformats.org/officeDocument/2006/relationships/image" Target="../media/image110.png"/><Relationship Id="rId74" Type="http://schemas.openxmlformats.org/officeDocument/2006/relationships/image" Target="../media/image126.png"/><Relationship Id="rId79" Type="http://schemas.openxmlformats.org/officeDocument/2006/relationships/image" Target="../media/image132.png"/><Relationship Id="rId5" Type="http://schemas.openxmlformats.org/officeDocument/2006/relationships/image" Target="../media/image88.png"/><Relationship Id="rId90" Type="http://schemas.openxmlformats.org/officeDocument/2006/relationships/image" Target="../media/image143.png"/><Relationship Id="rId22" Type="http://schemas.openxmlformats.org/officeDocument/2006/relationships/image" Target="../media/image32.png"/><Relationship Id="rId27" Type="http://schemas.openxmlformats.org/officeDocument/2006/relationships/image" Target="../media/image37.png"/><Relationship Id="rId43" Type="http://schemas.openxmlformats.org/officeDocument/2006/relationships/image" Target="../media/image53.png"/><Relationship Id="rId48" Type="http://schemas.openxmlformats.org/officeDocument/2006/relationships/image" Target="../media/image59.png"/><Relationship Id="rId64" Type="http://schemas.openxmlformats.org/officeDocument/2006/relationships/image" Target="../media/image116.png"/><Relationship Id="rId69" Type="http://schemas.openxmlformats.org/officeDocument/2006/relationships/image" Target="../media/image121.png"/><Relationship Id="rId8" Type="http://schemas.openxmlformats.org/officeDocument/2006/relationships/image" Target="../media/image91.png"/><Relationship Id="rId51" Type="http://schemas.openxmlformats.org/officeDocument/2006/relationships/image" Target="../media/image62.png"/><Relationship Id="rId72" Type="http://schemas.openxmlformats.org/officeDocument/2006/relationships/image" Target="../media/image124.png"/><Relationship Id="rId80" Type="http://schemas.openxmlformats.org/officeDocument/2006/relationships/image" Target="../media/image133.png"/><Relationship Id="rId85" Type="http://schemas.openxmlformats.org/officeDocument/2006/relationships/image" Target="../media/image138.png"/><Relationship Id="rId93" Type="http://schemas.openxmlformats.org/officeDocument/2006/relationships/image" Target="../media/image146.png"/><Relationship Id="rId3" Type="http://schemas.openxmlformats.org/officeDocument/2006/relationships/image" Target="../media/image86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5" Type="http://schemas.openxmlformats.org/officeDocument/2006/relationships/image" Target="../media/image35.png"/><Relationship Id="rId33" Type="http://schemas.openxmlformats.org/officeDocument/2006/relationships/image" Target="../media/image43.png"/><Relationship Id="rId38" Type="http://schemas.openxmlformats.org/officeDocument/2006/relationships/image" Target="../media/image48.png"/><Relationship Id="rId46" Type="http://schemas.openxmlformats.org/officeDocument/2006/relationships/image" Target="../media/image56.png"/><Relationship Id="rId59" Type="http://schemas.openxmlformats.org/officeDocument/2006/relationships/image" Target="../media/image111.png"/><Relationship Id="rId67" Type="http://schemas.openxmlformats.org/officeDocument/2006/relationships/image" Target="../media/image119.png"/><Relationship Id="rId20" Type="http://schemas.openxmlformats.org/officeDocument/2006/relationships/image" Target="../media/image103.png"/><Relationship Id="rId41" Type="http://schemas.openxmlformats.org/officeDocument/2006/relationships/image" Target="../media/image51.png"/><Relationship Id="rId54" Type="http://schemas.openxmlformats.org/officeDocument/2006/relationships/image" Target="../media/image105.png"/><Relationship Id="rId62" Type="http://schemas.openxmlformats.org/officeDocument/2006/relationships/image" Target="../media/image114.png"/><Relationship Id="rId70" Type="http://schemas.openxmlformats.org/officeDocument/2006/relationships/image" Target="../media/image122.png"/><Relationship Id="rId75" Type="http://schemas.openxmlformats.org/officeDocument/2006/relationships/image" Target="../media/image127.png"/><Relationship Id="rId83" Type="http://schemas.openxmlformats.org/officeDocument/2006/relationships/image" Target="../media/image136.png"/><Relationship Id="rId88" Type="http://schemas.openxmlformats.org/officeDocument/2006/relationships/image" Target="../media/image141.png"/><Relationship Id="rId91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5" Type="http://schemas.openxmlformats.org/officeDocument/2006/relationships/image" Target="../media/image98.png"/><Relationship Id="rId23" Type="http://schemas.openxmlformats.org/officeDocument/2006/relationships/image" Target="../media/image33.png"/><Relationship Id="rId28" Type="http://schemas.openxmlformats.org/officeDocument/2006/relationships/image" Target="../media/image38.png"/><Relationship Id="rId36" Type="http://schemas.openxmlformats.org/officeDocument/2006/relationships/image" Target="../media/image46.png"/><Relationship Id="rId49" Type="http://schemas.openxmlformats.org/officeDocument/2006/relationships/image" Target="../media/image60.png"/><Relationship Id="rId57" Type="http://schemas.openxmlformats.org/officeDocument/2006/relationships/image" Target="../media/image108.png"/><Relationship Id="rId10" Type="http://schemas.openxmlformats.org/officeDocument/2006/relationships/image" Target="../media/image93.png"/><Relationship Id="rId31" Type="http://schemas.openxmlformats.org/officeDocument/2006/relationships/image" Target="../media/image41.png"/><Relationship Id="rId44" Type="http://schemas.openxmlformats.org/officeDocument/2006/relationships/image" Target="../media/image54.png"/><Relationship Id="rId52" Type="http://schemas.openxmlformats.org/officeDocument/2006/relationships/image" Target="../media/image63.png"/><Relationship Id="rId60" Type="http://schemas.openxmlformats.org/officeDocument/2006/relationships/image" Target="../media/image112.png"/><Relationship Id="rId65" Type="http://schemas.openxmlformats.org/officeDocument/2006/relationships/image" Target="../media/image117.png"/><Relationship Id="rId73" Type="http://schemas.openxmlformats.org/officeDocument/2006/relationships/image" Target="../media/image125.png"/><Relationship Id="rId78" Type="http://schemas.openxmlformats.org/officeDocument/2006/relationships/image" Target="../media/image130.png"/><Relationship Id="rId81" Type="http://schemas.openxmlformats.org/officeDocument/2006/relationships/image" Target="../media/image134.png"/><Relationship Id="rId86" Type="http://schemas.openxmlformats.org/officeDocument/2006/relationships/image" Target="../media/image139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39" Type="http://schemas.openxmlformats.org/officeDocument/2006/relationships/image" Target="../media/image49.png"/><Relationship Id="rId34" Type="http://schemas.openxmlformats.org/officeDocument/2006/relationships/image" Target="../media/image44.png"/><Relationship Id="rId50" Type="http://schemas.openxmlformats.org/officeDocument/2006/relationships/image" Target="../media/image61.png"/><Relationship Id="rId55" Type="http://schemas.openxmlformats.org/officeDocument/2006/relationships/image" Target="../media/image106.png"/><Relationship Id="rId76" Type="http://schemas.openxmlformats.org/officeDocument/2006/relationships/image" Target="../media/image128.png"/><Relationship Id="rId7" Type="http://schemas.openxmlformats.org/officeDocument/2006/relationships/image" Target="../media/image90.png"/><Relationship Id="rId71" Type="http://schemas.openxmlformats.org/officeDocument/2006/relationships/image" Target="../media/image123.png"/><Relationship Id="rId92" Type="http://schemas.openxmlformats.org/officeDocument/2006/relationships/image" Target="../media/image145.png"/><Relationship Id="rId2" Type="http://schemas.openxmlformats.org/officeDocument/2006/relationships/image" Target="../media/image85.png"/><Relationship Id="rId29" Type="http://schemas.openxmlformats.org/officeDocument/2006/relationships/image" Target="../media/image39.png"/><Relationship Id="rId24" Type="http://schemas.openxmlformats.org/officeDocument/2006/relationships/image" Target="../media/image34.png"/><Relationship Id="rId40" Type="http://schemas.openxmlformats.org/officeDocument/2006/relationships/image" Target="../media/image50.png"/><Relationship Id="rId45" Type="http://schemas.openxmlformats.org/officeDocument/2006/relationships/image" Target="../media/image55.png"/><Relationship Id="rId66" Type="http://schemas.openxmlformats.org/officeDocument/2006/relationships/image" Target="../media/image118.png"/><Relationship Id="rId87" Type="http://schemas.openxmlformats.org/officeDocument/2006/relationships/image" Target="../media/image140.png"/><Relationship Id="rId61" Type="http://schemas.openxmlformats.org/officeDocument/2006/relationships/image" Target="../media/image113.png"/><Relationship Id="rId82" Type="http://schemas.openxmlformats.org/officeDocument/2006/relationships/image" Target="../media/image135.png"/><Relationship Id="rId19" Type="http://schemas.openxmlformats.org/officeDocument/2006/relationships/image" Target="../media/image102.png"/><Relationship Id="rId14" Type="http://schemas.openxmlformats.org/officeDocument/2006/relationships/image" Target="../media/image97.png"/><Relationship Id="rId30" Type="http://schemas.openxmlformats.org/officeDocument/2006/relationships/image" Target="../media/image40.png"/><Relationship Id="rId35" Type="http://schemas.openxmlformats.org/officeDocument/2006/relationships/image" Target="../media/image45.png"/><Relationship Id="rId56" Type="http://schemas.openxmlformats.org/officeDocument/2006/relationships/image" Target="../media/image107.png"/><Relationship Id="rId77" Type="http://schemas.openxmlformats.org/officeDocument/2006/relationships/image" Target="../media/image129.png"/></Relationships>
</file>

<file path=ppt/slides/_rels/slide4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6.png"/><Relationship Id="rId21" Type="http://schemas.openxmlformats.org/officeDocument/2006/relationships/image" Target="../media/image104.png"/><Relationship Id="rId42" Type="http://schemas.openxmlformats.org/officeDocument/2006/relationships/image" Target="../media/image52.png"/><Relationship Id="rId47" Type="http://schemas.openxmlformats.org/officeDocument/2006/relationships/image" Target="../media/image57.png"/><Relationship Id="rId63" Type="http://schemas.openxmlformats.org/officeDocument/2006/relationships/image" Target="../media/image115.png"/><Relationship Id="rId68" Type="http://schemas.openxmlformats.org/officeDocument/2006/relationships/image" Target="../media/image120.png"/><Relationship Id="rId84" Type="http://schemas.openxmlformats.org/officeDocument/2006/relationships/image" Target="../media/image137.png"/><Relationship Id="rId89" Type="http://schemas.openxmlformats.org/officeDocument/2006/relationships/image" Target="../media/image142.png"/><Relationship Id="rId16" Type="http://schemas.openxmlformats.org/officeDocument/2006/relationships/image" Target="../media/image99.png"/><Relationship Id="rId11" Type="http://schemas.openxmlformats.org/officeDocument/2006/relationships/image" Target="../media/image94.png"/><Relationship Id="rId32" Type="http://schemas.openxmlformats.org/officeDocument/2006/relationships/image" Target="../media/image42.png"/><Relationship Id="rId37" Type="http://schemas.openxmlformats.org/officeDocument/2006/relationships/image" Target="../media/image47.png"/><Relationship Id="rId53" Type="http://schemas.openxmlformats.org/officeDocument/2006/relationships/image" Target="../media/image64.png"/><Relationship Id="rId58" Type="http://schemas.openxmlformats.org/officeDocument/2006/relationships/image" Target="../media/image110.png"/><Relationship Id="rId74" Type="http://schemas.openxmlformats.org/officeDocument/2006/relationships/image" Target="../media/image126.png"/><Relationship Id="rId79" Type="http://schemas.openxmlformats.org/officeDocument/2006/relationships/image" Target="../media/image132.png"/><Relationship Id="rId5" Type="http://schemas.openxmlformats.org/officeDocument/2006/relationships/image" Target="../media/image88.png"/><Relationship Id="rId90" Type="http://schemas.openxmlformats.org/officeDocument/2006/relationships/image" Target="../media/image143.png"/><Relationship Id="rId22" Type="http://schemas.openxmlformats.org/officeDocument/2006/relationships/image" Target="../media/image32.png"/><Relationship Id="rId27" Type="http://schemas.openxmlformats.org/officeDocument/2006/relationships/image" Target="../media/image37.png"/><Relationship Id="rId43" Type="http://schemas.openxmlformats.org/officeDocument/2006/relationships/image" Target="../media/image53.png"/><Relationship Id="rId48" Type="http://schemas.openxmlformats.org/officeDocument/2006/relationships/image" Target="../media/image59.png"/><Relationship Id="rId64" Type="http://schemas.openxmlformats.org/officeDocument/2006/relationships/image" Target="../media/image116.png"/><Relationship Id="rId69" Type="http://schemas.openxmlformats.org/officeDocument/2006/relationships/image" Target="../media/image121.png"/><Relationship Id="rId8" Type="http://schemas.openxmlformats.org/officeDocument/2006/relationships/image" Target="../media/image91.png"/><Relationship Id="rId51" Type="http://schemas.openxmlformats.org/officeDocument/2006/relationships/image" Target="../media/image62.png"/><Relationship Id="rId72" Type="http://schemas.openxmlformats.org/officeDocument/2006/relationships/image" Target="../media/image124.png"/><Relationship Id="rId80" Type="http://schemas.openxmlformats.org/officeDocument/2006/relationships/image" Target="../media/image133.png"/><Relationship Id="rId85" Type="http://schemas.openxmlformats.org/officeDocument/2006/relationships/image" Target="../media/image138.png"/><Relationship Id="rId93" Type="http://schemas.openxmlformats.org/officeDocument/2006/relationships/image" Target="../media/image146.png"/><Relationship Id="rId3" Type="http://schemas.openxmlformats.org/officeDocument/2006/relationships/image" Target="../media/image86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5" Type="http://schemas.openxmlformats.org/officeDocument/2006/relationships/image" Target="../media/image35.png"/><Relationship Id="rId33" Type="http://schemas.openxmlformats.org/officeDocument/2006/relationships/image" Target="../media/image43.png"/><Relationship Id="rId38" Type="http://schemas.openxmlformats.org/officeDocument/2006/relationships/image" Target="../media/image48.png"/><Relationship Id="rId46" Type="http://schemas.openxmlformats.org/officeDocument/2006/relationships/image" Target="../media/image56.png"/><Relationship Id="rId59" Type="http://schemas.openxmlformats.org/officeDocument/2006/relationships/image" Target="../media/image111.png"/><Relationship Id="rId67" Type="http://schemas.openxmlformats.org/officeDocument/2006/relationships/image" Target="../media/image119.png"/><Relationship Id="rId20" Type="http://schemas.openxmlformats.org/officeDocument/2006/relationships/image" Target="../media/image103.png"/><Relationship Id="rId41" Type="http://schemas.openxmlformats.org/officeDocument/2006/relationships/image" Target="../media/image51.png"/><Relationship Id="rId54" Type="http://schemas.openxmlformats.org/officeDocument/2006/relationships/image" Target="../media/image105.png"/><Relationship Id="rId62" Type="http://schemas.openxmlformats.org/officeDocument/2006/relationships/image" Target="../media/image114.png"/><Relationship Id="rId70" Type="http://schemas.openxmlformats.org/officeDocument/2006/relationships/image" Target="../media/image122.png"/><Relationship Id="rId75" Type="http://schemas.openxmlformats.org/officeDocument/2006/relationships/image" Target="../media/image127.png"/><Relationship Id="rId83" Type="http://schemas.openxmlformats.org/officeDocument/2006/relationships/image" Target="../media/image136.png"/><Relationship Id="rId88" Type="http://schemas.openxmlformats.org/officeDocument/2006/relationships/image" Target="../media/image141.png"/><Relationship Id="rId91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5" Type="http://schemas.openxmlformats.org/officeDocument/2006/relationships/image" Target="../media/image98.png"/><Relationship Id="rId23" Type="http://schemas.openxmlformats.org/officeDocument/2006/relationships/image" Target="../media/image33.png"/><Relationship Id="rId28" Type="http://schemas.openxmlformats.org/officeDocument/2006/relationships/image" Target="../media/image38.png"/><Relationship Id="rId36" Type="http://schemas.openxmlformats.org/officeDocument/2006/relationships/image" Target="../media/image46.png"/><Relationship Id="rId49" Type="http://schemas.openxmlformats.org/officeDocument/2006/relationships/image" Target="../media/image60.png"/><Relationship Id="rId57" Type="http://schemas.openxmlformats.org/officeDocument/2006/relationships/image" Target="../media/image108.png"/><Relationship Id="rId10" Type="http://schemas.openxmlformats.org/officeDocument/2006/relationships/image" Target="../media/image93.png"/><Relationship Id="rId31" Type="http://schemas.openxmlformats.org/officeDocument/2006/relationships/image" Target="../media/image41.png"/><Relationship Id="rId44" Type="http://schemas.openxmlformats.org/officeDocument/2006/relationships/image" Target="../media/image54.png"/><Relationship Id="rId52" Type="http://schemas.openxmlformats.org/officeDocument/2006/relationships/image" Target="../media/image63.png"/><Relationship Id="rId60" Type="http://schemas.openxmlformats.org/officeDocument/2006/relationships/image" Target="../media/image112.png"/><Relationship Id="rId65" Type="http://schemas.openxmlformats.org/officeDocument/2006/relationships/image" Target="../media/image117.png"/><Relationship Id="rId73" Type="http://schemas.openxmlformats.org/officeDocument/2006/relationships/image" Target="../media/image125.png"/><Relationship Id="rId78" Type="http://schemas.openxmlformats.org/officeDocument/2006/relationships/image" Target="../media/image130.png"/><Relationship Id="rId81" Type="http://schemas.openxmlformats.org/officeDocument/2006/relationships/image" Target="../media/image134.png"/><Relationship Id="rId86" Type="http://schemas.openxmlformats.org/officeDocument/2006/relationships/image" Target="../media/image139.png"/><Relationship Id="rId94" Type="http://schemas.openxmlformats.org/officeDocument/2006/relationships/image" Target="../media/image5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39" Type="http://schemas.openxmlformats.org/officeDocument/2006/relationships/image" Target="../media/image49.png"/><Relationship Id="rId34" Type="http://schemas.openxmlformats.org/officeDocument/2006/relationships/image" Target="../media/image44.png"/><Relationship Id="rId50" Type="http://schemas.openxmlformats.org/officeDocument/2006/relationships/image" Target="../media/image61.png"/><Relationship Id="rId55" Type="http://schemas.openxmlformats.org/officeDocument/2006/relationships/image" Target="../media/image106.png"/><Relationship Id="rId76" Type="http://schemas.openxmlformats.org/officeDocument/2006/relationships/image" Target="../media/image128.png"/><Relationship Id="rId7" Type="http://schemas.openxmlformats.org/officeDocument/2006/relationships/image" Target="../media/image90.png"/><Relationship Id="rId71" Type="http://schemas.openxmlformats.org/officeDocument/2006/relationships/image" Target="../media/image123.png"/><Relationship Id="rId92" Type="http://schemas.openxmlformats.org/officeDocument/2006/relationships/image" Target="../media/image145.png"/><Relationship Id="rId2" Type="http://schemas.openxmlformats.org/officeDocument/2006/relationships/image" Target="../media/image85.png"/><Relationship Id="rId29" Type="http://schemas.openxmlformats.org/officeDocument/2006/relationships/image" Target="../media/image39.png"/><Relationship Id="rId24" Type="http://schemas.openxmlformats.org/officeDocument/2006/relationships/image" Target="../media/image34.png"/><Relationship Id="rId40" Type="http://schemas.openxmlformats.org/officeDocument/2006/relationships/image" Target="../media/image50.png"/><Relationship Id="rId45" Type="http://schemas.openxmlformats.org/officeDocument/2006/relationships/image" Target="../media/image55.png"/><Relationship Id="rId66" Type="http://schemas.openxmlformats.org/officeDocument/2006/relationships/image" Target="../media/image118.png"/><Relationship Id="rId87" Type="http://schemas.openxmlformats.org/officeDocument/2006/relationships/image" Target="../media/image140.png"/><Relationship Id="rId61" Type="http://schemas.openxmlformats.org/officeDocument/2006/relationships/image" Target="../media/image113.png"/><Relationship Id="rId82" Type="http://schemas.openxmlformats.org/officeDocument/2006/relationships/image" Target="../media/image135.png"/><Relationship Id="rId19" Type="http://schemas.openxmlformats.org/officeDocument/2006/relationships/image" Target="../media/image102.png"/><Relationship Id="rId14" Type="http://schemas.openxmlformats.org/officeDocument/2006/relationships/image" Target="../media/image97.png"/><Relationship Id="rId30" Type="http://schemas.openxmlformats.org/officeDocument/2006/relationships/image" Target="../media/image40.png"/><Relationship Id="rId35" Type="http://schemas.openxmlformats.org/officeDocument/2006/relationships/image" Target="../media/image45.png"/><Relationship Id="rId56" Type="http://schemas.openxmlformats.org/officeDocument/2006/relationships/image" Target="../media/image107.png"/><Relationship Id="rId77" Type="http://schemas.openxmlformats.org/officeDocument/2006/relationships/image" Target="../media/image129.png"/></Relationships>
</file>

<file path=ppt/slides/_rels/slide4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6.png"/><Relationship Id="rId21" Type="http://schemas.openxmlformats.org/officeDocument/2006/relationships/image" Target="../media/image104.png"/><Relationship Id="rId42" Type="http://schemas.openxmlformats.org/officeDocument/2006/relationships/image" Target="../media/image52.png"/><Relationship Id="rId47" Type="http://schemas.openxmlformats.org/officeDocument/2006/relationships/image" Target="../media/image57.png"/><Relationship Id="rId63" Type="http://schemas.openxmlformats.org/officeDocument/2006/relationships/image" Target="../media/image115.png"/><Relationship Id="rId68" Type="http://schemas.openxmlformats.org/officeDocument/2006/relationships/image" Target="../media/image120.png"/><Relationship Id="rId84" Type="http://schemas.openxmlformats.org/officeDocument/2006/relationships/image" Target="../media/image137.png"/><Relationship Id="rId89" Type="http://schemas.openxmlformats.org/officeDocument/2006/relationships/image" Target="../media/image142.png"/><Relationship Id="rId16" Type="http://schemas.openxmlformats.org/officeDocument/2006/relationships/image" Target="../media/image99.png"/><Relationship Id="rId11" Type="http://schemas.openxmlformats.org/officeDocument/2006/relationships/image" Target="../media/image94.png"/><Relationship Id="rId32" Type="http://schemas.openxmlformats.org/officeDocument/2006/relationships/image" Target="../media/image42.png"/><Relationship Id="rId37" Type="http://schemas.openxmlformats.org/officeDocument/2006/relationships/image" Target="../media/image47.png"/><Relationship Id="rId53" Type="http://schemas.openxmlformats.org/officeDocument/2006/relationships/image" Target="../media/image64.png"/><Relationship Id="rId58" Type="http://schemas.openxmlformats.org/officeDocument/2006/relationships/image" Target="../media/image110.png"/><Relationship Id="rId74" Type="http://schemas.openxmlformats.org/officeDocument/2006/relationships/image" Target="../media/image126.png"/><Relationship Id="rId79" Type="http://schemas.openxmlformats.org/officeDocument/2006/relationships/image" Target="../media/image132.png"/><Relationship Id="rId5" Type="http://schemas.openxmlformats.org/officeDocument/2006/relationships/image" Target="../media/image88.png"/><Relationship Id="rId90" Type="http://schemas.openxmlformats.org/officeDocument/2006/relationships/image" Target="../media/image143.png"/><Relationship Id="rId22" Type="http://schemas.openxmlformats.org/officeDocument/2006/relationships/image" Target="../media/image32.png"/><Relationship Id="rId27" Type="http://schemas.openxmlformats.org/officeDocument/2006/relationships/image" Target="../media/image37.png"/><Relationship Id="rId43" Type="http://schemas.openxmlformats.org/officeDocument/2006/relationships/image" Target="../media/image53.png"/><Relationship Id="rId48" Type="http://schemas.openxmlformats.org/officeDocument/2006/relationships/image" Target="../media/image59.png"/><Relationship Id="rId64" Type="http://schemas.openxmlformats.org/officeDocument/2006/relationships/image" Target="../media/image116.png"/><Relationship Id="rId69" Type="http://schemas.openxmlformats.org/officeDocument/2006/relationships/image" Target="../media/image121.png"/><Relationship Id="rId8" Type="http://schemas.openxmlformats.org/officeDocument/2006/relationships/image" Target="../media/image91.png"/><Relationship Id="rId51" Type="http://schemas.openxmlformats.org/officeDocument/2006/relationships/image" Target="../media/image62.png"/><Relationship Id="rId72" Type="http://schemas.openxmlformats.org/officeDocument/2006/relationships/image" Target="../media/image124.png"/><Relationship Id="rId80" Type="http://schemas.openxmlformats.org/officeDocument/2006/relationships/image" Target="../media/image133.png"/><Relationship Id="rId85" Type="http://schemas.openxmlformats.org/officeDocument/2006/relationships/image" Target="../media/image138.png"/><Relationship Id="rId93" Type="http://schemas.openxmlformats.org/officeDocument/2006/relationships/image" Target="../media/image146.png"/><Relationship Id="rId3" Type="http://schemas.openxmlformats.org/officeDocument/2006/relationships/image" Target="../media/image86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5" Type="http://schemas.openxmlformats.org/officeDocument/2006/relationships/image" Target="../media/image35.png"/><Relationship Id="rId33" Type="http://schemas.openxmlformats.org/officeDocument/2006/relationships/image" Target="../media/image43.png"/><Relationship Id="rId38" Type="http://schemas.openxmlformats.org/officeDocument/2006/relationships/image" Target="../media/image48.png"/><Relationship Id="rId46" Type="http://schemas.openxmlformats.org/officeDocument/2006/relationships/image" Target="../media/image56.png"/><Relationship Id="rId59" Type="http://schemas.openxmlformats.org/officeDocument/2006/relationships/image" Target="../media/image111.png"/><Relationship Id="rId67" Type="http://schemas.openxmlformats.org/officeDocument/2006/relationships/image" Target="../media/image119.png"/><Relationship Id="rId20" Type="http://schemas.openxmlformats.org/officeDocument/2006/relationships/image" Target="../media/image103.png"/><Relationship Id="rId41" Type="http://schemas.openxmlformats.org/officeDocument/2006/relationships/image" Target="../media/image51.png"/><Relationship Id="rId54" Type="http://schemas.openxmlformats.org/officeDocument/2006/relationships/image" Target="../media/image105.png"/><Relationship Id="rId62" Type="http://schemas.openxmlformats.org/officeDocument/2006/relationships/image" Target="../media/image114.png"/><Relationship Id="rId70" Type="http://schemas.openxmlformats.org/officeDocument/2006/relationships/image" Target="../media/image122.png"/><Relationship Id="rId75" Type="http://schemas.openxmlformats.org/officeDocument/2006/relationships/image" Target="../media/image127.png"/><Relationship Id="rId83" Type="http://schemas.openxmlformats.org/officeDocument/2006/relationships/image" Target="../media/image136.png"/><Relationship Id="rId88" Type="http://schemas.openxmlformats.org/officeDocument/2006/relationships/image" Target="../media/image141.png"/><Relationship Id="rId91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5" Type="http://schemas.openxmlformats.org/officeDocument/2006/relationships/image" Target="../media/image98.png"/><Relationship Id="rId23" Type="http://schemas.openxmlformats.org/officeDocument/2006/relationships/image" Target="../media/image33.png"/><Relationship Id="rId28" Type="http://schemas.openxmlformats.org/officeDocument/2006/relationships/image" Target="../media/image38.png"/><Relationship Id="rId36" Type="http://schemas.openxmlformats.org/officeDocument/2006/relationships/image" Target="../media/image46.png"/><Relationship Id="rId49" Type="http://schemas.openxmlformats.org/officeDocument/2006/relationships/image" Target="../media/image60.png"/><Relationship Id="rId57" Type="http://schemas.openxmlformats.org/officeDocument/2006/relationships/image" Target="../media/image108.png"/><Relationship Id="rId10" Type="http://schemas.openxmlformats.org/officeDocument/2006/relationships/image" Target="../media/image93.png"/><Relationship Id="rId31" Type="http://schemas.openxmlformats.org/officeDocument/2006/relationships/image" Target="../media/image41.png"/><Relationship Id="rId44" Type="http://schemas.openxmlformats.org/officeDocument/2006/relationships/image" Target="../media/image54.png"/><Relationship Id="rId52" Type="http://schemas.openxmlformats.org/officeDocument/2006/relationships/image" Target="../media/image63.png"/><Relationship Id="rId60" Type="http://schemas.openxmlformats.org/officeDocument/2006/relationships/image" Target="../media/image112.png"/><Relationship Id="rId65" Type="http://schemas.openxmlformats.org/officeDocument/2006/relationships/image" Target="../media/image117.png"/><Relationship Id="rId73" Type="http://schemas.openxmlformats.org/officeDocument/2006/relationships/image" Target="../media/image125.png"/><Relationship Id="rId78" Type="http://schemas.openxmlformats.org/officeDocument/2006/relationships/image" Target="../media/image130.png"/><Relationship Id="rId81" Type="http://schemas.openxmlformats.org/officeDocument/2006/relationships/image" Target="../media/image134.png"/><Relationship Id="rId86" Type="http://schemas.openxmlformats.org/officeDocument/2006/relationships/image" Target="../media/image139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39" Type="http://schemas.openxmlformats.org/officeDocument/2006/relationships/image" Target="../media/image49.png"/><Relationship Id="rId34" Type="http://schemas.openxmlformats.org/officeDocument/2006/relationships/image" Target="../media/image44.png"/><Relationship Id="rId50" Type="http://schemas.openxmlformats.org/officeDocument/2006/relationships/image" Target="../media/image61.png"/><Relationship Id="rId55" Type="http://schemas.openxmlformats.org/officeDocument/2006/relationships/image" Target="../media/image106.png"/><Relationship Id="rId76" Type="http://schemas.openxmlformats.org/officeDocument/2006/relationships/image" Target="../media/image128.png"/><Relationship Id="rId7" Type="http://schemas.openxmlformats.org/officeDocument/2006/relationships/image" Target="../media/image90.png"/><Relationship Id="rId71" Type="http://schemas.openxmlformats.org/officeDocument/2006/relationships/image" Target="../media/image123.png"/><Relationship Id="rId92" Type="http://schemas.openxmlformats.org/officeDocument/2006/relationships/image" Target="../media/image145.png"/><Relationship Id="rId2" Type="http://schemas.openxmlformats.org/officeDocument/2006/relationships/image" Target="../media/image85.png"/><Relationship Id="rId29" Type="http://schemas.openxmlformats.org/officeDocument/2006/relationships/image" Target="../media/image39.png"/><Relationship Id="rId24" Type="http://schemas.openxmlformats.org/officeDocument/2006/relationships/image" Target="../media/image34.png"/><Relationship Id="rId40" Type="http://schemas.openxmlformats.org/officeDocument/2006/relationships/image" Target="../media/image50.png"/><Relationship Id="rId45" Type="http://schemas.openxmlformats.org/officeDocument/2006/relationships/image" Target="../media/image55.png"/><Relationship Id="rId66" Type="http://schemas.openxmlformats.org/officeDocument/2006/relationships/image" Target="../media/image118.png"/><Relationship Id="rId87" Type="http://schemas.openxmlformats.org/officeDocument/2006/relationships/image" Target="../media/image140.png"/><Relationship Id="rId61" Type="http://schemas.openxmlformats.org/officeDocument/2006/relationships/image" Target="../media/image113.png"/><Relationship Id="rId82" Type="http://schemas.openxmlformats.org/officeDocument/2006/relationships/image" Target="../media/image135.png"/><Relationship Id="rId19" Type="http://schemas.openxmlformats.org/officeDocument/2006/relationships/image" Target="../media/image102.png"/><Relationship Id="rId14" Type="http://schemas.openxmlformats.org/officeDocument/2006/relationships/image" Target="../media/image97.png"/><Relationship Id="rId30" Type="http://schemas.openxmlformats.org/officeDocument/2006/relationships/image" Target="../media/image40.png"/><Relationship Id="rId35" Type="http://schemas.openxmlformats.org/officeDocument/2006/relationships/image" Target="../media/image45.png"/><Relationship Id="rId56" Type="http://schemas.openxmlformats.org/officeDocument/2006/relationships/image" Target="../media/image107.png"/><Relationship Id="rId77" Type="http://schemas.openxmlformats.org/officeDocument/2006/relationships/image" Target="../media/image129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01.png"/><Relationship Id="rId72" Type="http://schemas.openxmlformats.org/officeDocument/2006/relationships/image" Target="../media/image124.png"/><Relationship Id="rId80" Type="http://schemas.openxmlformats.org/officeDocument/2006/relationships/image" Target="../media/image133.png"/><Relationship Id="rId93" Type="http://schemas.openxmlformats.org/officeDocument/2006/relationships/image" Target="../media/image13.png"/><Relationship Id="rId98" Type="http://schemas.openxmlformats.org/officeDocument/2006/relationships/image" Target="../media/image18.png"/><Relationship Id="rId3" Type="http://schemas.openxmlformats.org/officeDocument/2006/relationships/image" Target="../media/image7.png"/><Relationship Id="rId21" Type="http://schemas.openxmlformats.org/officeDocument/2006/relationships/image" Target="../media/image104.png"/><Relationship Id="rId89" Type="http://schemas.openxmlformats.org/officeDocument/2006/relationships/image" Target="../media/image142.png"/><Relationship Id="rId97" Type="http://schemas.openxmlformats.org/officeDocument/2006/relationships/image" Target="../media/image17.png"/><Relationship Id="rId71" Type="http://schemas.openxmlformats.org/officeDocument/2006/relationships/image" Target="../media/image123.png"/><Relationship Id="rId92" Type="http://schemas.openxmlformats.org/officeDocument/2006/relationships/image" Target="../media/image12.png"/><Relationship Id="rId2" Type="http://schemas.openxmlformats.org/officeDocument/2006/relationships/image" Target="../media/image6.png"/><Relationship Id="rId20" Type="http://schemas.openxmlformats.org/officeDocument/2006/relationships/image" Target="../media/image103.png"/><Relationship Id="rId70" Type="http://schemas.openxmlformats.org/officeDocument/2006/relationships/image" Target="../media/image122.png"/><Relationship Id="rId88" Type="http://schemas.openxmlformats.org/officeDocument/2006/relationships/image" Target="../media/image141.png"/><Relationship Id="rId91" Type="http://schemas.openxmlformats.org/officeDocument/2006/relationships/image" Target="../media/image11.png"/><Relationship Id="rId9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79" Type="http://schemas.openxmlformats.org/officeDocument/2006/relationships/image" Target="../media/image132.png"/><Relationship Id="rId87" Type="http://schemas.openxmlformats.org/officeDocument/2006/relationships/image" Target="../media/image140.png"/><Relationship Id="rId5" Type="http://schemas.openxmlformats.org/officeDocument/2006/relationships/image" Target="../media/image9.png"/><Relationship Id="rId90" Type="http://schemas.openxmlformats.org/officeDocument/2006/relationships/image" Target="../media/image10.png"/><Relationship Id="rId95" Type="http://schemas.openxmlformats.org/officeDocument/2006/relationships/image" Target="../media/image15.png"/><Relationship Id="rId19" Type="http://schemas.openxmlformats.org/officeDocument/2006/relationships/image" Target="../media/image102.png"/><Relationship Id="rId73" Type="http://schemas.openxmlformats.org/officeDocument/2006/relationships/image" Target="../media/image125.png"/><Relationship Id="rId78" Type="http://schemas.openxmlformats.org/officeDocument/2006/relationships/image" Target="../media/image130.png"/><Relationship Id="rId81" Type="http://schemas.openxmlformats.org/officeDocument/2006/relationships/image" Target="../media/image134.png"/><Relationship Id="rId86" Type="http://schemas.openxmlformats.org/officeDocument/2006/relationships/image" Target="../media/image139.png"/><Relationship Id="rId94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7.png"/><Relationship Id="rId18" Type="http://schemas.openxmlformats.org/officeDocument/2006/relationships/image" Target="../media/image58.png"/><Relationship Id="rId3" Type="http://schemas.openxmlformats.org/officeDocument/2006/relationships/image" Target="../media/image19.png"/><Relationship Id="rId21" Type="http://schemas.openxmlformats.org/officeDocument/2006/relationships/image" Target="../media/image67.png"/><Relationship Id="rId7" Type="http://schemas.openxmlformats.org/officeDocument/2006/relationships/image" Target="../media/image171.png"/><Relationship Id="rId12" Type="http://schemas.openxmlformats.org/officeDocument/2006/relationships/image" Target="../media/image1200.png"/><Relationship Id="rId17" Type="http://schemas.openxmlformats.org/officeDocument/2006/relationships/image" Target="../media/image31.png"/><Relationship Id="rId2" Type="http://schemas.openxmlformats.org/officeDocument/2006/relationships/image" Target="../media/image165.png"/><Relationship Id="rId16" Type="http://schemas.openxmlformats.org/officeDocument/2006/relationships/image" Target="../media/image30.png"/><Relationship Id="rId20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24" Type="http://schemas.openxmlformats.org/officeDocument/2006/relationships/image" Target="../media/image70.png"/><Relationship Id="rId5" Type="http://schemas.openxmlformats.org/officeDocument/2006/relationships/image" Target="../media/image21.png"/><Relationship Id="rId15" Type="http://schemas.openxmlformats.org/officeDocument/2006/relationships/image" Target="../media/image29.png"/><Relationship Id="rId23" Type="http://schemas.openxmlformats.org/officeDocument/2006/relationships/image" Target="../media/image69.png"/><Relationship Id="rId10" Type="http://schemas.openxmlformats.org/officeDocument/2006/relationships/image" Target="../media/image25.png"/><Relationship Id="rId19" Type="http://schemas.openxmlformats.org/officeDocument/2006/relationships/image" Target="../media/image65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Relationship Id="rId14" Type="http://schemas.openxmlformats.org/officeDocument/2006/relationships/image" Target="../media/image28.png"/><Relationship Id="rId22" Type="http://schemas.openxmlformats.org/officeDocument/2006/relationships/image" Target="../media/image68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7.png"/><Relationship Id="rId18" Type="http://schemas.openxmlformats.org/officeDocument/2006/relationships/image" Target="../media/image58.png"/><Relationship Id="rId26" Type="http://schemas.openxmlformats.org/officeDocument/2006/relationships/image" Target="../media/image76.png"/><Relationship Id="rId3" Type="http://schemas.openxmlformats.org/officeDocument/2006/relationships/image" Target="../media/image19.png"/><Relationship Id="rId21" Type="http://schemas.openxmlformats.org/officeDocument/2006/relationships/image" Target="../media/image71.png"/><Relationship Id="rId7" Type="http://schemas.openxmlformats.org/officeDocument/2006/relationships/image" Target="../media/image171.png"/><Relationship Id="rId12" Type="http://schemas.openxmlformats.org/officeDocument/2006/relationships/image" Target="../media/image1200.png"/><Relationship Id="rId17" Type="http://schemas.openxmlformats.org/officeDocument/2006/relationships/image" Target="../media/image31.png"/><Relationship Id="rId25" Type="http://schemas.openxmlformats.org/officeDocument/2006/relationships/image" Target="../media/image75.png"/><Relationship Id="rId2" Type="http://schemas.openxmlformats.org/officeDocument/2006/relationships/image" Target="../media/image165.png"/><Relationship Id="rId16" Type="http://schemas.openxmlformats.org/officeDocument/2006/relationships/image" Target="../media/image30.png"/><Relationship Id="rId20" Type="http://schemas.openxmlformats.org/officeDocument/2006/relationships/image" Target="../media/image66.png"/><Relationship Id="rId29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24" Type="http://schemas.openxmlformats.org/officeDocument/2006/relationships/image" Target="../media/image74.png"/><Relationship Id="rId5" Type="http://schemas.openxmlformats.org/officeDocument/2006/relationships/image" Target="../media/image21.png"/><Relationship Id="rId15" Type="http://schemas.openxmlformats.org/officeDocument/2006/relationships/image" Target="../media/image29.png"/><Relationship Id="rId23" Type="http://schemas.openxmlformats.org/officeDocument/2006/relationships/image" Target="../media/image73.png"/><Relationship Id="rId28" Type="http://schemas.openxmlformats.org/officeDocument/2006/relationships/image" Target="../media/image78.png"/><Relationship Id="rId10" Type="http://schemas.openxmlformats.org/officeDocument/2006/relationships/image" Target="../media/image25.png"/><Relationship Id="rId19" Type="http://schemas.openxmlformats.org/officeDocument/2006/relationships/image" Target="../media/image65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Relationship Id="rId14" Type="http://schemas.openxmlformats.org/officeDocument/2006/relationships/image" Target="../media/image28.png"/><Relationship Id="rId22" Type="http://schemas.openxmlformats.org/officeDocument/2006/relationships/image" Target="../media/image72.png"/><Relationship Id="rId27" Type="http://schemas.openxmlformats.org/officeDocument/2006/relationships/image" Target="../media/image77.png"/><Relationship Id="rId30" Type="http://schemas.openxmlformats.org/officeDocument/2006/relationships/image" Target="../media/image80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7.png"/><Relationship Id="rId18" Type="http://schemas.openxmlformats.org/officeDocument/2006/relationships/image" Target="../media/image58.png"/><Relationship Id="rId26" Type="http://schemas.openxmlformats.org/officeDocument/2006/relationships/image" Target="../media/image76.png"/><Relationship Id="rId3" Type="http://schemas.openxmlformats.org/officeDocument/2006/relationships/image" Target="../media/image19.png"/><Relationship Id="rId21" Type="http://schemas.openxmlformats.org/officeDocument/2006/relationships/image" Target="../media/image81.png"/><Relationship Id="rId7" Type="http://schemas.openxmlformats.org/officeDocument/2006/relationships/image" Target="../media/image171.png"/><Relationship Id="rId12" Type="http://schemas.openxmlformats.org/officeDocument/2006/relationships/image" Target="../media/image1200.png"/><Relationship Id="rId17" Type="http://schemas.openxmlformats.org/officeDocument/2006/relationships/image" Target="../media/image31.png"/><Relationship Id="rId25" Type="http://schemas.openxmlformats.org/officeDocument/2006/relationships/image" Target="../media/image75.png"/><Relationship Id="rId2" Type="http://schemas.openxmlformats.org/officeDocument/2006/relationships/image" Target="../media/image165.png"/><Relationship Id="rId16" Type="http://schemas.openxmlformats.org/officeDocument/2006/relationships/image" Target="../media/image30.png"/><Relationship Id="rId20" Type="http://schemas.openxmlformats.org/officeDocument/2006/relationships/image" Target="../media/image66.png"/><Relationship Id="rId29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24" Type="http://schemas.openxmlformats.org/officeDocument/2006/relationships/image" Target="../media/image74.png"/><Relationship Id="rId5" Type="http://schemas.openxmlformats.org/officeDocument/2006/relationships/image" Target="../media/image21.png"/><Relationship Id="rId15" Type="http://schemas.openxmlformats.org/officeDocument/2006/relationships/image" Target="../media/image29.png"/><Relationship Id="rId23" Type="http://schemas.openxmlformats.org/officeDocument/2006/relationships/image" Target="../media/image73.png"/><Relationship Id="rId28" Type="http://schemas.openxmlformats.org/officeDocument/2006/relationships/image" Target="../media/image78.png"/><Relationship Id="rId10" Type="http://schemas.openxmlformats.org/officeDocument/2006/relationships/image" Target="../media/image25.png"/><Relationship Id="rId19" Type="http://schemas.openxmlformats.org/officeDocument/2006/relationships/image" Target="../media/image65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Relationship Id="rId14" Type="http://schemas.openxmlformats.org/officeDocument/2006/relationships/image" Target="../media/image28.png"/><Relationship Id="rId22" Type="http://schemas.openxmlformats.org/officeDocument/2006/relationships/image" Target="../media/image72.png"/><Relationship Id="rId27" Type="http://schemas.openxmlformats.org/officeDocument/2006/relationships/image" Target="../media/image77.png"/><Relationship Id="rId30" Type="http://schemas.openxmlformats.org/officeDocument/2006/relationships/image" Target="../media/image80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png"/><Relationship Id="rId13" Type="http://schemas.openxmlformats.org/officeDocument/2006/relationships/image" Target="../media/image2050.png"/><Relationship Id="rId18" Type="http://schemas.openxmlformats.org/officeDocument/2006/relationships/image" Target="../media/image1300.png"/><Relationship Id="rId3" Type="http://schemas.openxmlformats.org/officeDocument/2006/relationships/image" Target="../media/image194.png"/><Relationship Id="rId7" Type="http://schemas.openxmlformats.org/officeDocument/2006/relationships/image" Target="../media/image198.png"/><Relationship Id="rId12" Type="http://schemas.openxmlformats.org/officeDocument/2006/relationships/image" Target="../media/image204.png"/><Relationship Id="rId17" Type="http://schemas.openxmlformats.org/officeDocument/2006/relationships/image" Target="../media/image209.png"/><Relationship Id="rId2" Type="http://schemas.openxmlformats.org/officeDocument/2006/relationships/image" Target="../media/image193.png"/><Relationship Id="rId16" Type="http://schemas.openxmlformats.org/officeDocument/2006/relationships/image" Target="../media/image2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7.png"/><Relationship Id="rId11" Type="http://schemas.openxmlformats.org/officeDocument/2006/relationships/image" Target="../media/image203.png"/><Relationship Id="rId5" Type="http://schemas.openxmlformats.org/officeDocument/2006/relationships/image" Target="../media/image196.png"/><Relationship Id="rId15" Type="http://schemas.openxmlformats.org/officeDocument/2006/relationships/image" Target="../media/image207.png"/><Relationship Id="rId10" Type="http://schemas.openxmlformats.org/officeDocument/2006/relationships/image" Target="../media/image202.png"/><Relationship Id="rId4" Type="http://schemas.openxmlformats.org/officeDocument/2006/relationships/image" Target="../media/image195.png"/><Relationship Id="rId9" Type="http://schemas.openxmlformats.org/officeDocument/2006/relationships/image" Target="../media/image201.png"/><Relationship Id="rId14" Type="http://schemas.openxmlformats.org/officeDocument/2006/relationships/image" Target="../media/image2060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png"/><Relationship Id="rId7" Type="http://schemas.openxmlformats.org/officeDocument/2006/relationships/image" Target="../media/image217.png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6.png"/><Relationship Id="rId5" Type="http://schemas.openxmlformats.org/officeDocument/2006/relationships/image" Target="../media/image215.png"/><Relationship Id="rId4" Type="http://schemas.openxmlformats.org/officeDocument/2006/relationships/image" Target="../media/image214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png"/><Relationship Id="rId3" Type="http://schemas.openxmlformats.org/officeDocument/2006/relationships/image" Target="../media/image219.png"/><Relationship Id="rId7" Type="http://schemas.openxmlformats.org/officeDocument/2006/relationships/image" Target="../media/image224.png"/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3.png"/><Relationship Id="rId5" Type="http://schemas.openxmlformats.org/officeDocument/2006/relationships/image" Target="../media/image222.png"/><Relationship Id="rId10" Type="http://schemas.openxmlformats.org/officeDocument/2006/relationships/image" Target="../media/image227.png"/><Relationship Id="rId4" Type="http://schemas.openxmlformats.org/officeDocument/2006/relationships/image" Target="../media/image220.png"/><Relationship Id="rId9" Type="http://schemas.openxmlformats.org/officeDocument/2006/relationships/image" Target="../media/image226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46217-8912-7E06-5B48-9C1AFAEFC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CSDS 451: Designing High Performant Systems for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6BB279-3651-105A-8503-217F67B1F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Lecture 11</a:t>
            </a:r>
          </a:p>
          <a:p>
            <a:r>
              <a:rPr lang="en-US" dirty="0"/>
              <a:t>9/30/2025</a:t>
            </a:r>
          </a:p>
          <a:p>
            <a:r>
              <a:rPr lang="en-US" dirty="0"/>
              <a:t>Sanmukh Kuppannagari</a:t>
            </a:r>
          </a:p>
          <a:p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r>
              <a:rPr lang="en-US" dirty="0">
                <a:hlinkClick r:id="rId3"/>
              </a:rPr>
              <a:t>https://sanmukh.research.st/</a:t>
            </a:r>
            <a:r>
              <a:rPr lang="en-US" dirty="0"/>
              <a:t> </a:t>
            </a:r>
          </a:p>
          <a:p>
            <a:r>
              <a:rPr lang="en-US" dirty="0"/>
              <a:t>Case Western Reserve University</a:t>
            </a:r>
          </a:p>
        </p:txBody>
      </p:sp>
    </p:spTree>
    <p:extLst>
      <p:ext uri="{BB962C8B-B14F-4D97-AF65-F5344CB8AC3E}">
        <p14:creationId xmlns:p14="http://schemas.microsoft.com/office/powerpoint/2010/main" val="728785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1AE3-5129-DFC9-C104-281E9186E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E7643-79A8-EFA8-035B-07E3457DA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Sparsity in Convolutions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305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7E6FD-2042-0C74-543E-86F5D38BB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86383-F2F5-3E55-940F-988CE19CC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 2 due by Friday</a:t>
            </a:r>
          </a:p>
          <a:p>
            <a:endParaRPr lang="en-US" dirty="0"/>
          </a:p>
          <a:p>
            <a:r>
              <a:rPr lang="en-US" dirty="0"/>
              <a:t>PA 1 will be out by Saturday Morning</a:t>
            </a:r>
          </a:p>
          <a:p>
            <a:endParaRPr lang="en-US" dirty="0"/>
          </a:p>
          <a:p>
            <a:r>
              <a:rPr lang="en-US" dirty="0"/>
              <a:t>Midterm next Thursday - 10/9</a:t>
            </a:r>
          </a:p>
          <a:p>
            <a:pPr lvl="1"/>
            <a:r>
              <a:rPr lang="en-US" dirty="0"/>
              <a:t>Will discuss logistics and other details in the next lecture</a:t>
            </a:r>
          </a:p>
          <a:p>
            <a:pPr lvl="1"/>
            <a:r>
              <a:rPr lang="en-US"/>
              <a:t>Will include topics </a:t>
            </a:r>
            <a:r>
              <a:rPr lang="en-US" dirty="0"/>
              <a:t>till today’s lecture</a:t>
            </a:r>
          </a:p>
        </p:txBody>
      </p:sp>
    </p:spTree>
    <p:extLst>
      <p:ext uri="{BB962C8B-B14F-4D97-AF65-F5344CB8AC3E}">
        <p14:creationId xmlns:p14="http://schemas.microsoft.com/office/powerpoint/2010/main" val="4196385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3AC12-E88D-9CB6-7463-69635BAA8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D3DBE-1FD4-1E71-5E50-C5BEF85AD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Two Types of Project</a:t>
            </a:r>
          </a:p>
          <a:p>
            <a:endParaRPr lang="en-US" dirty="0"/>
          </a:p>
          <a:p>
            <a:r>
              <a:rPr lang="en-US" dirty="0"/>
              <a:t>Type #1 (HIP based):</a:t>
            </a:r>
          </a:p>
          <a:p>
            <a:pPr lvl="1"/>
            <a:r>
              <a:rPr lang="en-US" dirty="0"/>
              <a:t>Take a CNN based Machine Learning Model</a:t>
            </a:r>
          </a:p>
          <a:p>
            <a:pPr lvl="1"/>
            <a:r>
              <a:rPr lang="en-US" dirty="0"/>
              <a:t>Calculate the inference time of the model using </a:t>
            </a:r>
            <a:r>
              <a:rPr lang="en-US" dirty="0" err="1"/>
              <a:t>pytorch</a:t>
            </a:r>
            <a:endParaRPr lang="en-US" dirty="0"/>
          </a:p>
          <a:p>
            <a:pPr lvl="1"/>
            <a:r>
              <a:rPr lang="en-US" dirty="0"/>
              <a:t>Implement each convolution layer using one of the convolution algorithm discussed in class using HIP</a:t>
            </a:r>
          </a:p>
          <a:p>
            <a:pPr lvl="2"/>
            <a:r>
              <a:rPr lang="en-US" dirty="0"/>
              <a:t>Convert the layer in correct matrix dimensions</a:t>
            </a:r>
          </a:p>
          <a:p>
            <a:pPr lvl="2"/>
            <a:r>
              <a:rPr lang="en-US" dirty="0"/>
              <a:t>Use your PA1 implementation of blocked matrix multiplication and </a:t>
            </a:r>
            <a:r>
              <a:rPr lang="en-US" dirty="0" err="1"/>
              <a:t>gemm</a:t>
            </a:r>
            <a:r>
              <a:rPr lang="en-US" dirty="0"/>
              <a:t> based matrix multiplication</a:t>
            </a:r>
          </a:p>
          <a:p>
            <a:pPr lvl="1"/>
            <a:r>
              <a:rPr lang="en-US" dirty="0"/>
              <a:t>Compare the inference times of </a:t>
            </a:r>
            <a:r>
              <a:rPr lang="en-US" dirty="0" err="1"/>
              <a:t>pytorch</a:t>
            </a:r>
            <a:r>
              <a:rPr lang="en-US" dirty="0"/>
              <a:t>, blocked mm with best parallelism parameter, and </a:t>
            </a:r>
            <a:r>
              <a:rPr lang="en-US" dirty="0" err="1"/>
              <a:t>gemm</a:t>
            </a:r>
            <a:r>
              <a:rPr lang="en-US" dirty="0"/>
              <a:t> based MM</a:t>
            </a:r>
          </a:p>
          <a:p>
            <a:pPr lvl="1"/>
            <a:r>
              <a:rPr lang="en-US" dirty="0"/>
              <a:t>Optional (for teams of size 3): we can discuss some addons, compare CO2 emissions of all three techniques, compare performance between different convolution algorithms, choose best convolution algorithm for each layer and then compare performance</a:t>
            </a:r>
          </a:p>
        </p:txBody>
      </p:sp>
    </p:spTree>
    <p:extLst>
      <p:ext uri="{BB962C8B-B14F-4D97-AF65-F5344CB8AC3E}">
        <p14:creationId xmlns:p14="http://schemas.microsoft.com/office/powerpoint/2010/main" val="2866512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5095B-E6E5-6541-6AE8-F0B0743E6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6C40D-6B52-D6F5-35AA-B6EBB3183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 #2</a:t>
            </a:r>
          </a:p>
          <a:p>
            <a:pPr lvl="1"/>
            <a:r>
              <a:rPr lang="en-US" dirty="0"/>
              <a:t>Take a LLM based machine learning model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pytorch</a:t>
            </a:r>
            <a:r>
              <a:rPr lang="en-US" dirty="0"/>
              <a:t> lightning for distributed training and calculate time (baseline)</a:t>
            </a:r>
          </a:p>
          <a:p>
            <a:pPr lvl="1"/>
            <a:r>
              <a:rPr lang="en-US" dirty="0"/>
              <a:t>Using mpi4python, implement your own distributed training framework and compare performance</a:t>
            </a:r>
          </a:p>
          <a:p>
            <a:pPr lvl="1"/>
            <a:r>
              <a:rPr lang="en-US" dirty="0"/>
              <a:t>Optional (for teams of size 3): Use your HIP MM codes for implementing the matrix multiplication of the LLM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068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D779B-4ADA-7225-AFEF-A73788C8A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B9144-57E2-8CAA-D072-2387C3FAB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Not </a:t>
            </a:r>
            <a:r>
              <a:rPr lang="en-US" dirty="0"/>
              <a:t>expecting an end to end framework that takes any model and performs the deployment.</a:t>
            </a:r>
          </a:p>
          <a:p>
            <a:endParaRPr lang="en-US" dirty="0"/>
          </a:p>
          <a:p>
            <a:r>
              <a:rPr lang="en-US" dirty="0"/>
              <a:t>You can have code that calculates the times for each layer separately and sums them up</a:t>
            </a:r>
          </a:p>
          <a:p>
            <a:endParaRPr lang="en-US" dirty="0"/>
          </a:p>
          <a:p>
            <a:r>
              <a:rPr lang="en-US" dirty="0"/>
              <a:t>Functional correctness is secondary, but there shouldn’t be obvious flaws. </a:t>
            </a:r>
          </a:p>
        </p:txBody>
      </p:sp>
    </p:spTree>
    <p:extLst>
      <p:ext uri="{BB962C8B-B14F-4D97-AF65-F5344CB8AC3E}">
        <p14:creationId xmlns:p14="http://schemas.microsoft.com/office/powerpoint/2010/main" val="161308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2D762-EAA4-0921-DC7F-BCA75842B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BF79F-7E0D-F945-37EC-C7BA60286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expecting your implementation will definitely beat the performance of </a:t>
            </a:r>
            <a:r>
              <a:rPr lang="en-US" dirty="0" err="1"/>
              <a:t>pytorch</a:t>
            </a:r>
            <a:r>
              <a:rPr lang="en-US" dirty="0"/>
              <a:t> or </a:t>
            </a:r>
            <a:r>
              <a:rPr lang="en-US" dirty="0" err="1"/>
              <a:t>pytorch</a:t>
            </a:r>
            <a:r>
              <a:rPr lang="en-US" dirty="0"/>
              <a:t>-lightning</a:t>
            </a:r>
          </a:p>
          <a:p>
            <a:pPr lvl="1"/>
            <a:r>
              <a:rPr lang="en-US" dirty="0"/>
              <a:t>(It is definitely possible, my research student has implementations that perform 2-3x better than </a:t>
            </a:r>
            <a:r>
              <a:rPr lang="en-US" dirty="0" err="1"/>
              <a:t>pytorch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Taking risks and failing will not be penalized</a:t>
            </a:r>
          </a:p>
          <a:p>
            <a:pPr lvl="1"/>
            <a:r>
              <a:rPr lang="en-US" dirty="0"/>
              <a:t>As long as you can show reasonable effort was put into the project</a:t>
            </a:r>
          </a:p>
        </p:txBody>
      </p:sp>
    </p:spTree>
    <p:extLst>
      <p:ext uri="{BB962C8B-B14F-4D97-AF65-F5344CB8AC3E}">
        <p14:creationId xmlns:p14="http://schemas.microsoft.com/office/powerpoint/2010/main" val="1015219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5E615-85C2-2A5F-DA4C-FEBEC6D67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6EBB4-315C-2AE9-522E-454C31888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 page project proposal (5 points)</a:t>
            </a:r>
          </a:p>
          <a:p>
            <a:pPr lvl="1"/>
            <a:r>
              <a:rPr lang="en-US" dirty="0"/>
              <a:t>Objective:</a:t>
            </a:r>
          </a:p>
          <a:p>
            <a:pPr lvl="1"/>
            <a:r>
              <a:rPr lang="en-US" dirty="0"/>
              <a:t>Approach:</a:t>
            </a:r>
          </a:p>
          <a:p>
            <a:pPr lvl="1"/>
            <a:r>
              <a:rPr lang="en-US" dirty="0"/>
              <a:t>Baselines for Comparison:</a:t>
            </a:r>
          </a:p>
          <a:p>
            <a:pPr lvl="1"/>
            <a:r>
              <a:rPr lang="en-US" dirty="0"/>
              <a:t>Metrics used for Comparison:</a:t>
            </a:r>
          </a:p>
          <a:p>
            <a:pPr lvl="1"/>
            <a:r>
              <a:rPr lang="en-US" dirty="0"/>
              <a:t>Definition of Success:</a:t>
            </a:r>
          </a:p>
          <a:p>
            <a:r>
              <a:rPr lang="en-US" dirty="0"/>
              <a:t>Send me after having a 1-1 meeting with 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106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2865C-6433-2A28-A4D7-885DDF7D3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0420F-0B0A-C6B6-73A0-0DEC6F6B2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Demonstration of the Project (10 points), includes</a:t>
            </a:r>
          </a:p>
          <a:p>
            <a:pPr lvl="1"/>
            <a:r>
              <a:rPr lang="en-US" dirty="0"/>
              <a:t>Code + data submission</a:t>
            </a:r>
          </a:p>
          <a:p>
            <a:pPr lvl="1"/>
            <a:r>
              <a:rPr lang="en-US" dirty="0"/>
              <a:t>Instructions and comments so that TA can reproduce the results</a:t>
            </a:r>
          </a:p>
          <a:p>
            <a:pPr lvl="1"/>
            <a:r>
              <a:rPr lang="en-US" dirty="0"/>
              <a:t>in-person or online walkthrough of the results </a:t>
            </a:r>
          </a:p>
          <a:p>
            <a:endParaRPr lang="en-US" dirty="0"/>
          </a:p>
          <a:p>
            <a:r>
              <a:rPr lang="en-US" dirty="0"/>
              <a:t>Project Report (5 points)</a:t>
            </a:r>
          </a:p>
          <a:p>
            <a:pPr lvl="1"/>
            <a:r>
              <a:rPr lang="en-US" dirty="0"/>
              <a:t>2 pages (can be larger too)</a:t>
            </a:r>
          </a:p>
          <a:p>
            <a:pPr lvl="1"/>
            <a:r>
              <a:rPr lang="en-US" dirty="0"/>
              <a:t>Expand the approach section of the project proposal with actual implementation details and challenges that you faces</a:t>
            </a:r>
          </a:p>
          <a:p>
            <a:pPr lvl="1"/>
            <a:r>
              <a:rPr lang="en-US" dirty="0"/>
              <a:t>Add an Experimental Results section to the project proposal that</a:t>
            </a:r>
          </a:p>
          <a:p>
            <a:pPr lvl="2"/>
            <a:r>
              <a:rPr lang="en-US" dirty="0"/>
              <a:t>Discusses your findings</a:t>
            </a:r>
          </a:p>
          <a:p>
            <a:pPr lvl="2"/>
            <a:r>
              <a:rPr lang="en-US" dirty="0"/>
              <a:t>Your thoughts or comments about any patterns you saw in the finding (most critical – simply saying algorithm A performs better than algorithm B in all cases is not a very thoughtful comment. Tell us why you think that is the case)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288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50145-CE6D-161A-C3CD-9796AE6B2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– Next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8BD83-15A9-2F16-2011-F4868E13C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Team information due by 10/16</a:t>
            </a:r>
          </a:p>
          <a:p>
            <a:pPr lvl="1"/>
            <a:r>
              <a:rPr lang="en-US" dirty="0"/>
              <a:t>I will upload an assignment for this</a:t>
            </a:r>
          </a:p>
          <a:p>
            <a:endParaRPr lang="en-US" dirty="0"/>
          </a:p>
          <a:p>
            <a:r>
              <a:rPr lang="en-US" dirty="0"/>
              <a:t>Preferred Team size – 2 students per team</a:t>
            </a:r>
          </a:p>
          <a:p>
            <a:endParaRPr lang="en-US" dirty="0"/>
          </a:p>
          <a:p>
            <a:r>
              <a:rPr lang="en-US" dirty="0"/>
              <a:t>3 or 1 will be allowed only if you make a strong case for it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16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A3F4E-DB8B-B501-5500-4A3DAB417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FE7B8-37BE-D1D2-F457-BED025BE0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78E29-F754-4134-DCDA-8EE0C3676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Sparsity in Convolutions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8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F3B62-C6B5-3B23-8925-A7F4A848E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Reading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84D86-2480-F6C6-1CC0-FABC5ED98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Cheng, </a:t>
            </a:r>
            <a:r>
              <a:rPr lang="en-US" dirty="0" err="1"/>
              <a:t>Hongrong</a:t>
            </a:r>
            <a:r>
              <a:rPr lang="en-US" dirty="0"/>
              <a:t>, Miao Zhang, and Javen </a:t>
            </a:r>
            <a:r>
              <a:rPr lang="en-US" dirty="0" err="1"/>
              <a:t>Qinfeng</a:t>
            </a:r>
            <a:r>
              <a:rPr lang="en-US" dirty="0"/>
              <a:t> Shi. "A survey on deep neural network pruning: Taxonomy, comparison, analysis, and recommendations." </a:t>
            </a:r>
            <a:r>
              <a:rPr lang="en-US" i="1" dirty="0"/>
              <a:t>IEEE Transactions on Pattern Analysis and Machine Intelligence</a:t>
            </a:r>
            <a:r>
              <a:rPr lang="en-US" dirty="0"/>
              <a:t> (2024).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116A7-A685-A7ED-5E26-E1EC95586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Operation in CNN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A4B006-13F0-C9EB-1BA3-1AD1583897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Forward Propagation: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𝐶𝑜𝑛𝑣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Backward Propagation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𝐶𝑜𝑛𝑣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 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𝐶𝑜𝑛𝑣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180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 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A4B006-13F0-C9EB-1BA3-1AD1583897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707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8B101-A2BD-6BC4-7903-5C9CDB9D2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CE9F8-DC07-01AC-297B-14433C30B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38695" cy="1325563"/>
          </a:xfrm>
        </p:spPr>
        <p:txBody>
          <a:bodyPr/>
          <a:lstStyle/>
          <a:p>
            <a:r>
              <a:rPr lang="en-US" dirty="0"/>
              <a:t>CNN on A100 Roofline Plot (assuming infinite cache)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33A62C-C0B5-7D40-7820-70B60344DF87}"/>
              </a:ext>
            </a:extLst>
          </p:cNvPr>
          <p:cNvSpPr/>
          <p:nvPr/>
        </p:nvSpPr>
        <p:spPr>
          <a:xfrm>
            <a:off x="4935857" y="3207847"/>
            <a:ext cx="3799932" cy="207132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3E550256-A77A-94E8-946D-B8FDE419A4BB}"/>
              </a:ext>
            </a:extLst>
          </p:cNvPr>
          <p:cNvSpPr/>
          <p:nvPr/>
        </p:nvSpPr>
        <p:spPr>
          <a:xfrm>
            <a:off x="2893287" y="3311664"/>
            <a:ext cx="1984101" cy="1950950"/>
          </a:xfrm>
          <a:prstGeom prst="triangle">
            <a:avLst>
              <a:gd name="adj" fmla="val 99069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F82DA2B-7CBB-5689-DB72-1DE325B9965E}"/>
              </a:ext>
            </a:extLst>
          </p:cNvPr>
          <p:cNvCxnSpPr>
            <a:cxnSpLocks/>
          </p:cNvCxnSpPr>
          <p:nvPr/>
        </p:nvCxnSpPr>
        <p:spPr>
          <a:xfrm>
            <a:off x="2065357" y="5271110"/>
            <a:ext cx="719797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E167BF7-777B-9CB6-C29D-CFBE7902DA39}"/>
              </a:ext>
            </a:extLst>
          </p:cNvPr>
          <p:cNvCxnSpPr>
            <a:cxnSpLocks/>
          </p:cNvCxnSpPr>
          <p:nvPr/>
        </p:nvCxnSpPr>
        <p:spPr>
          <a:xfrm flipV="1">
            <a:off x="2827357" y="2727202"/>
            <a:ext cx="0" cy="28135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5D009A6-00FD-85BA-A81D-96FB6AEC7CC4}"/>
              </a:ext>
            </a:extLst>
          </p:cNvPr>
          <p:cNvCxnSpPr/>
          <p:nvPr/>
        </p:nvCxnSpPr>
        <p:spPr>
          <a:xfrm flipV="1">
            <a:off x="2827357" y="3207848"/>
            <a:ext cx="2063262" cy="2063262"/>
          </a:xfrm>
          <a:prstGeom prst="line">
            <a:avLst/>
          </a:prstGeom>
          <a:ln w="635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2796B62-6C8D-43E8-0F78-8A258D8A6773}"/>
              </a:ext>
            </a:extLst>
          </p:cNvPr>
          <p:cNvCxnSpPr>
            <a:cxnSpLocks/>
          </p:cNvCxnSpPr>
          <p:nvPr/>
        </p:nvCxnSpPr>
        <p:spPr>
          <a:xfrm flipH="1">
            <a:off x="4878896" y="3207847"/>
            <a:ext cx="3856893" cy="1"/>
          </a:xfrm>
          <a:prstGeom prst="line">
            <a:avLst/>
          </a:prstGeom>
          <a:ln w="635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AC38A0A-72AF-E144-F212-C7586B48BEBE}"/>
              </a:ext>
            </a:extLst>
          </p:cNvPr>
          <p:cNvSpPr txBox="1"/>
          <p:nvPr/>
        </p:nvSpPr>
        <p:spPr>
          <a:xfrm>
            <a:off x="2904399" y="2624213"/>
            <a:ext cx="1974497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Memory Bound</a:t>
            </a: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D94CD3-C683-4948-FBC3-4B4CBDA85C47}"/>
              </a:ext>
            </a:extLst>
          </p:cNvPr>
          <p:cNvSpPr txBox="1"/>
          <p:nvPr/>
        </p:nvSpPr>
        <p:spPr>
          <a:xfrm>
            <a:off x="346094" y="3660874"/>
            <a:ext cx="23562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Sustained Performance</a:t>
            </a:r>
          </a:p>
          <a:p>
            <a:pPr algn="ctr"/>
            <a:r>
              <a:rPr lang="en-US" dirty="0"/>
              <a:t>(ops/sec)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F50280-ABC3-234A-907D-FE133FDFB6CE}"/>
              </a:ext>
            </a:extLst>
          </p:cNvPr>
          <p:cNvSpPr txBox="1"/>
          <p:nvPr/>
        </p:nvSpPr>
        <p:spPr>
          <a:xfrm>
            <a:off x="9257348" y="5403406"/>
            <a:ext cx="2187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Arithmetic Intensity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8863F9C-D9E8-7BF7-40F1-4BFD931D1FF0}"/>
              </a:ext>
            </a:extLst>
          </p:cNvPr>
          <p:cNvCxnSpPr>
            <a:cxnSpLocks/>
          </p:cNvCxnSpPr>
          <p:nvPr/>
        </p:nvCxnSpPr>
        <p:spPr>
          <a:xfrm>
            <a:off x="4890619" y="2573573"/>
            <a:ext cx="0" cy="2697537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F4F47C2-E52C-1EFA-02E8-2EB9AD0FA571}"/>
              </a:ext>
            </a:extLst>
          </p:cNvPr>
          <p:cNvSpPr txBox="1"/>
          <p:nvPr/>
        </p:nvSpPr>
        <p:spPr>
          <a:xfrm>
            <a:off x="5986575" y="2627614"/>
            <a:ext cx="1911164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000" b="1" dirty="0">
                <a:latin typeface="Calibri"/>
                <a:cs typeface="Calibri"/>
              </a:rPr>
              <a:t>Compute Bound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F2D583-5F07-BDC9-8057-3357AE26E8DC}"/>
              </a:ext>
            </a:extLst>
          </p:cNvPr>
          <p:cNvSpPr txBox="1"/>
          <p:nvPr/>
        </p:nvSpPr>
        <p:spPr>
          <a:xfrm>
            <a:off x="4001415" y="5263041"/>
            <a:ext cx="177511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Calibri"/>
                <a:cs typeface="Calibri"/>
              </a:rPr>
              <a:t>75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1F3F6B8-B2D7-5B61-56B4-D1944846D21B}"/>
              </a:ext>
            </a:extLst>
          </p:cNvPr>
          <p:cNvCxnSpPr>
            <a:cxnSpLocks/>
          </p:cNvCxnSpPr>
          <p:nvPr/>
        </p:nvCxnSpPr>
        <p:spPr>
          <a:xfrm flipV="1">
            <a:off x="1492584" y="4307205"/>
            <a:ext cx="0" cy="377566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2C59280-5ADA-5BA1-2B47-67FCD3AAE8F0}"/>
              </a:ext>
            </a:extLst>
          </p:cNvPr>
          <p:cNvCxnSpPr>
            <a:cxnSpLocks/>
          </p:cNvCxnSpPr>
          <p:nvPr/>
        </p:nvCxnSpPr>
        <p:spPr>
          <a:xfrm>
            <a:off x="8840743" y="5540742"/>
            <a:ext cx="453869" cy="0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F3427BF-179A-6AEE-AAC2-E14DCA767E22}"/>
              </a:ext>
            </a:extLst>
          </p:cNvPr>
          <p:cNvSpPr txBox="1"/>
          <p:nvPr/>
        </p:nvSpPr>
        <p:spPr>
          <a:xfrm>
            <a:off x="2770804" y="3014543"/>
            <a:ext cx="13918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Peak </a:t>
            </a:r>
          </a:p>
          <a:p>
            <a:pPr algn="ctr"/>
            <a:r>
              <a:rPr lang="en-US" dirty="0"/>
              <a:t>Performance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4B96F10-39C6-F903-E550-8145F4C09AAC}"/>
              </a:ext>
            </a:extLst>
          </p:cNvPr>
          <p:cNvCxnSpPr>
            <a:cxnSpLocks/>
          </p:cNvCxnSpPr>
          <p:nvPr/>
        </p:nvCxnSpPr>
        <p:spPr>
          <a:xfrm>
            <a:off x="3858988" y="3199351"/>
            <a:ext cx="316901" cy="0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07835D3-5D51-8543-FC37-F22AC1C81D65}"/>
              </a:ext>
            </a:extLst>
          </p:cNvPr>
          <p:cNvCxnSpPr>
            <a:cxnSpLocks/>
          </p:cNvCxnSpPr>
          <p:nvPr/>
        </p:nvCxnSpPr>
        <p:spPr>
          <a:xfrm flipH="1">
            <a:off x="4888971" y="2197111"/>
            <a:ext cx="1648" cy="314148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DD24DDF-6E5F-25D8-8D6D-7FA9A86A7261}"/>
              </a:ext>
            </a:extLst>
          </p:cNvPr>
          <p:cNvSpPr txBox="1"/>
          <p:nvPr/>
        </p:nvSpPr>
        <p:spPr>
          <a:xfrm>
            <a:off x="3039926" y="5837626"/>
            <a:ext cx="5934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Which area will the CNN Performance lie in?</a:t>
            </a:r>
            <a:r>
              <a:rPr lang="en-US" dirty="0">
                <a:solidFill>
                  <a:srgbClr val="C00000"/>
                </a:solidFill>
              </a:rPr>
              <a:t> Compute Bound</a:t>
            </a:r>
          </a:p>
        </p:txBody>
      </p:sp>
    </p:spTree>
    <p:extLst>
      <p:ext uri="{BB962C8B-B14F-4D97-AF65-F5344CB8AC3E}">
        <p14:creationId xmlns:p14="http://schemas.microsoft.com/office/powerpoint/2010/main" val="1699230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44739-307E-550A-FBC0-2BDD94618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Implications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C6A85C-8AF4-AB69-2804-FF92A416D6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Essentially a Compute Bound Problem, assuming large cache</a:t>
                </a:r>
              </a:p>
              <a:p>
                <a:endParaRPr lang="en-US" dirty="0"/>
              </a:p>
              <a:p>
                <a:r>
                  <a:rPr lang="en-US" dirty="0"/>
                  <a:t>Objective: How to ensure efficiency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, i.e., all compute units are fully utilized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If cache is limited</a:t>
                </a:r>
              </a:p>
              <a:p>
                <a:pPr lvl="1"/>
                <a:r>
                  <a:rPr lang="en-US" dirty="0"/>
                  <a:t>Objective 1: How to improve data reuse so that compute units have enough to work on?</a:t>
                </a:r>
              </a:p>
              <a:p>
                <a:pPr lvl="1"/>
                <a:r>
                  <a:rPr lang="en-US" dirty="0"/>
                  <a:t>Objective 2: How to ensure efficiency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, i.e., all compute units are fully utilized</a:t>
                </a:r>
              </a:p>
              <a:p>
                <a:endParaRPr lang="en-US" dirty="0"/>
              </a:p>
              <a:p>
                <a:r>
                  <a:rPr lang="en-US" dirty="0"/>
                  <a:t>Another approach: increase Number of Devices </a:t>
                </a:r>
              </a:p>
              <a:p>
                <a:pPr lvl="2"/>
                <a:r>
                  <a:rPr lang="en-US" dirty="0"/>
                  <a:t>+ Larger On-chip memory</a:t>
                </a:r>
              </a:p>
              <a:p>
                <a:pPr lvl="2"/>
                <a:r>
                  <a:rPr lang="en-US" dirty="0"/>
                  <a:t>+ Higher bandwidth</a:t>
                </a:r>
              </a:p>
              <a:p>
                <a:pPr lvl="2"/>
                <a:r>
                  <a:rPr lang="en-US" dirty="0"/>
                  <a:t>- Communication/Synchronization overheads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C6A85C-8AF4-AB69-2804-FF92A416D6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3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5794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514A3-4489-25D3-D48C-3AEB66CFA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 as Matrix Multiplications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6DC7F-C51E-15A5-929A-FFDFD74F1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Transform the input features and kernels into matrices and perform matrix multiplication.</a:t>
            </a:r>
          </a:p>
          <a:p>
            <a:endParaRPr lang="en-US" dirty="0"/>
          </a:p>
          <a:p>
            <a:r>
              <a:rPr lang="en-US" dirty="0"/>
              <a:t>Theoretically, matrix multiplication algorithms achieve cost optimality and good data reuse</a:t>
            </a:r>
          </a:p>
          <a:p>
            <a:endParaRPr lang="en-US" dirty="0"/>
          </a:p>
          <a:p>
            <a:r>
              <a:rPr lang="en-US" dirty="0"/>
              <a:t>Practically, every hardware vendor provides optimized implementations of matrix operations</a:t>
            </a:r>
          </a:p>
        </p:txBody>
      </p:sp>
    </p:spTree>
    <p:extLst>
      <p:ext uri="{BB962C8B-B14F-4D97-AF65-F5344CB8AC3E}">
        <p14:creationId xmlns:p14="http://schemas.microsoft.com/office/powerpoint/2010/main" val="9750066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62D8B-4B54-A2C9-5C57-928929794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Im2Col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1B3923-55C8-4D37-403B-BB79DCBB9E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 Matrix -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increase in size -&gt; leads to increase in memory transfers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Filter Matrix -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 increase in size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Output Matrix -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 increase in size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1B3923-55C8-4D37-403B-BB79DCBB9E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98577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19D32-129F-E2BA-0188-C9E8F65BD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Kn2Row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08D1EA-1D66-6926-AB1F-4D222F6700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 Matrix -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Filter Matrix -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 increase in size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Output Matrix -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increase in size -&gt; leads to increase in memory transfers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08D1EA-1D66-6926-AB1F-4D222F6700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1076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62D8B-4B54-A2C9-5C57-928929794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Scalar 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1B3923-55C8-4D37-403B-BB79DCBB9E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Input Matrix -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 increase in size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en-US" dirty="0"/>
                  <a:t>Filter Matrix -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 increase in size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Output Matrix -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 increase in size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Performs Matrix Scaling and Addition Operations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1B3923-55C8-4D37-403B-BB79DCBB9E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5450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CC2AE-79A1-FDDF-9B83-360285D11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Sparsity in Convolution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5CA90-8AB1-5CD8-68FF-422699157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Algorithms discussed till now do not change CNN models</a:t>
            </a:r>
          </a:p>
          <a:p>
            <a:pPr lvl="1"/>
            <a:r>
              <a:rPr lang="en-US" dirty="0"/>
              <a:t>Functionally Correct</a:t>
            </a:r>
          </a:p>
          <a:p>
            <a:pPr lvl="1"/>
            <a:r>
              <a:rPr lang="en-US" dirty="0"/>
              <a:t>No change in the number of operations performed</a:t>
            </a:r>
          </a:p>
          <a:p>
            <a:pPr lvl="1"/>
            <a:endParaRPr lang="en-US" dirty="0"/>
          </a:p>
          <a:p>
            <a:r>
              <a:rPr lang="en-US" b="1" dirty="0"/>
              <a:t>Sparsity:</a:t>
            </a:r>
            <a:r>
              <a:rPr lang="en-US" dirty="0"/>
              <a:t> An orthogonal research direction is to reduce the number of operations performed and memory transferred in the CNN, while ensuring accuracy loss is not too high</a:t>
            </a:r>
          </a:p>
        </p:txBody>
      </p:sp>
    </p:spTree>
    <p:extLst>
      <p:ext uri="{BB962C8B-B14F-4D97-AF65-F5344CB8AC3E}">
        <p14:creationId xmlns:p14="http://schemas.microsoft.com/office/powerpoint/2010/main" val="31514542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98029-5BC4-6090-74E4-D120340BE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Sparsity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FB4A0-09BD-BFC7-5CD5-A03EF364F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main techniques</a:t>
            </a:r>
          </a:p>
          <a:p>
            <a:endParaRPr lang="en-US" dirty="0"/>
          </a:p>
          <a:p>
            <a:r>
              <a:rPr lang="en-US" dirty="0"/>
              <a:t>#1: Remove some weights of the kernels - pruning</a:t>
            </a:r>
          </a:p>
          <a:p>
            <a:endParaRPr lang="en-US" dirty="0"/>
          </a:p>
          <a:p>
            <a:r>
              <a:rPr lang="en-US" dirty="0"/>
              <a:t>#2: Reduce the size of data type used to represent weights of the kernels - quantization</a:t>
            </a:r>
          </a:p>
        </p:txBody>
      </p:sp>
    </p:spTree>
    <p:extLst>
      <p:ext uri="{BB962C8B-B14F-4D97-AF65-F5344CB8AC3E}">
        <p14:creationId xmlns:p14="http://schemas.microsoft.com/office/powerpoint/2010/main" val="40855979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64E21-7871-8726-854D-5D51445A8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E92D5-2B56-75E4-9D57-816EBC88B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types:</a:t>
            </a:r>
          </a:p>
          <a:p>
            <a:endParaRPr lang="en-US" dirty="0"/>
          </a:p>
          <a:p>
            <a:r>
              <a:rPr lang="en-US" dirty="0"/>
              <a:t>Unstructured Pruning: Remove weights randomly (or using some rules) without considering the impact on hardware execution</a:t>
            </a:r>
          </a:p>
          <a:p>
            <a:endParaRPr lang="en-US" dirty="0"/>
          </a:p>
          <a:p>
            <a:r>
              <a:rPr lang="en-US" dirty="0"/>
              <a:t>Structured Pruning: Remove weights in a structured manner, so that</a:t>
            </a:r>
          </a:p>
          <a:p>
            <a:pPr lvl="1"/>
            <a:r>
              <a:rPr lang="en-US" dirty="0"/>
              <a:t>Non-zero elements are packed together, data transfers utilize maximum bandwidth due to sequential access</a:t>
            </a:r>
          </a:p>
        </p:txBody>
      </p:sp>
    </p:spTree>
    <p:extLst>
      <p:ext uri="{BB962C8B-B14F-4D97-AF65-F5344CB8AC3E}">
        <p14:creationId xmlns:p14="http://schemas.microsoft.com/office/powerpoint/2010/main" val="5651691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41EBF-9ADD-FB01-EEFE-2CA8A01DF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Unstructured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0F43B-766E-F9E3-5D67-901C62439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Remove weights randomly (or using some rules) without considering the impact on hardware execution</a:t>
            </a:r>
          </a:p>
          <a:p>
            <a:endParaRPr lang="en-US" dirty="0"/>
          </a:p>
          <a:p>
            <a:r>
              <a:rPr lang="en-US" dirty="0"/>
              <a:t>Consider Im2col based convolution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B4A5864-9C3B-45CA-21B3-27352A2B24A0}"/>
              </a:ext>
            </a:extLst>
          </p:cNvPr>
          <p:cNvGrpSpPr/>
          <p:nvPr/>
        </p:nvGrpSpPr>
        <p:grpSpPr>
          <a:xfrm>
            <a:off x="4821276" y="5175143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63E750F-3844-107D-24B5-057EA3E86E70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D655F21-D7B8-554D-5693-F7A7585F0681}"/>
                </a:ext>
              </a:extLst>
            </p:cNvPr>
            <p:cNvCxnSpPr>
              <a:cxnSpLocks/>
              <a:stCxn id="5" idx="0"/>
              <a:endCxn id="5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6DA22FC-AC09-0EDA-6375-D104E42AE9D7}"/>
              </a:ext>
            </a:extLst>
          </p:cNvPr>
          <p:cNvGrpSpPr/>
          <p:nvPr/>
        </p:nvGrpSpPr>
        <p:grpSpPr>
          <a:xfrm>
            <a:off x="5878761" y="5179683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615DB62-4F2F-7726-3A3D-8AA208F99E33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F288FB8-8AC2-0473-8A51-ADE52B97F9E7}"/>
                </a:ext>
              </a:extLst>
            </p:cNvPr>
            <p:cNvCxnSpPr>
              <a:cxnSpLocks/>
              <a:stCxn id="8" idx="0"/>
              <a:endCxn id="8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80DC06B-53ED-41E9-3162-762BEF588D53}"/>
              </a:ext>
            </a:extLst>
          </p:cNvPr>
          <p:cNvGrpSpPr/>
          <p:nvPr/>
        </p:nvGrpSpPr>
        <p:grpSpPr>
          <a:xfrm>
            <a:off x="6945144" y="5175143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6EFD42F-7A46-CFC3-8300-E7F4AEEAD737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9E16932-BCFA-4110-5A65-69A80813C722}"/>
                </a:ext>
              </a:extLst>
            </p:cNvPr>
            <p:cNvCxnSpPr>
              <a:cxnSpLocks/>
              <a:stCxn id="11" idx="0"/>
              <a:endCxn id="11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614F75B-717B-1337-B962-E707AD49CD96}"/>
              </a:ext>
            </a:extLst>
          </p:cNvPr>
          <p:cNvGrpSpPr/>
          <p:nvPr/>
        </p:nvGrpSpPr>
        <p:grpSpPr>
          <a:xfrm>
            <a:off x="8002629" y="5179683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883F1C-F623-367D-DFEB-92C5AD610D06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7CDBD4B-4431-773D-286A-2A94DFFB87BB}"/>
                </a:ext>
              </a:extLst>
            </p:cNvPr>
            <p:cNvCxnSpPr>
              <a:cxnSpLocks/>
              <a:stCxn id="14" idx="0"/>
              <a:endCxn id="14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76DEB68-46A0-6184-E788-56BCCBB8D7B1}"/>
              </a:ext>
            </a:extLst>
          </p:cNvPr>
          <p:cNvGrpSpPr/>
          <p:nvPr/>
        </p:nvGrpSpPr>
        <p:grpSpPr>
          <a:xfrm>
            <a:off x="4821276" y="5674540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D7E2920-357C-BB8F-1A4E-56EB03A80EF2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A4DA22A-1943-58D9-9271-D533B012BED9}"/>
                </a:ext>
              </a:extLst>
            </p:cNvPr>
            <p:cNvCxnSpPr>
              <a:cxnSpLocks/>
              <a:stCxn id="17" idx="0"/>
              <a:endCxn id="17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71C430A-FBC3-B48E-7E66-3F79B6CF1E3F}"/>
              </a:ext>
            </a:extLst>
          </p:cNvPr>
          <p:cNvGrpSpPr/>
          <p:nvPr/>
        </p:nvGrpSpPr>
        <p:grpSpPr>
          <a:xfrm>
            <a:off x="5878761" y="5679080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E727AF7-DEB6-5D54-7920-8F0EE35136ED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998502C-6409-6126-AEF6-3059722677E9}"/>
                </a:ext>
              </a:extLst>
            </p:cNvPr>
            <p:cNvCxnSpPr>
              <a:cxnSpLocks/>
              <a:stCxn id="20" idx="0"/>
              <a:endCxn id="20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8EB58D2-CD25-E1BA-BB0E-23342537A069}"/>
              </a:ext>
            </a:extLst>
          </p:cNvPr>
          <p:cNvGrpSpPr/>
          <p:nvPr/>
        </p:nvGrpSpPr>
        <p:grpSpPr>
          <a:xfrm>
            <a:off x="6945144" y="5674540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C645C67-E2B0-69BF-FC50-D3B66C457EA9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6AF6EAB-F95F-E9DC-7FB0-F13713CDD6B2}"/>
                </a:ext>
              </a:extLst>
            </p:cNvPr>
            <p:cNvCxnSpPr>
              <a:cxnSpLocks/>
              <a:stCxn id="23" idx="0"/>
              <a:endCxn id="23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691E6D4-AAE4-76B6-8A54-691518180968}"/>
              </a:ext>
            </a:extLst>
          </p:cNvPr>
          <p:cNvGrpSpPr/>
          <p:nvPr/>
        </p:nvGrpSpPr>
        <p:grpSpPr>
          <a:xfrm>
            <a:off x="8002629" y="5679080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7548EFB-098E-CA05-2571-BDE837FB3650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15766F7-193E-01B7-917E-243C61A38E03}"/>
                </a:ext>
              </a:extLst>
            </p:cNvPr>
            <p:cNvCxnSpPr>
              <a:cxnSpLocks/>
              <a:stCxn id="26" idx="0"/>
              <a:endCxn id="26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E4268F7-214A-48DB-BD07-0FA637D75FEF}"/>
              </a:ext>
            </a:extLst>
          </p:cNvPr>
          <p:cNvGrpSpPr/>
          <p:nvPr/>
        </p:nvGrpSpPr>
        <p:grpSpPr>
          <a:xfrm>
            <a:off x="10171153" y="2353660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A8446FD-9EB3-A8C6-A638-BC2262560E5E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9289D29-560F-8F49-260E-A685DE12D611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F0F3B8C-477B-139D-E722-6EB7738B5B59}"/>
                </a:ext>
              </a:extLst>
            </p:cNvPr>
            <p:cNvCxnSpPr>
              <a:cxnSpLocks/>
              <a:stCxn id="29" idx="1"/>
              <a:endCxn id="2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4D3B776-4B09-E5F4-B22C-2C20BB120E89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FAFD90B-5AD8-F2C9-7586-8D9CFD5CAC18}"/>
              </a:ext>
            </a:extLst>
          </p:cNvPr>
          <p:cNvGrpSpPr/>
          <p:nvPr/>
        </p:nvGrpSpPr>
        <p:grpSpPr>
          <a:xfrm>
            <a:off x="10801099" y="2353660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47764A0-B2CC-203D-9DF2-73E1C6A72D6D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A39FD96-6FD2-1CE5-F1D2-F34B4A70302B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C5C18B9-04B2-4544-E17E-DBC581BE247D}"/>
                </a:ext>
              </a:extLst>
            </p:cNvPr>
            <p:cNvCxnSpPr>
              <a:cxnSpLocks/>
              <a:stCxn id="34" idx="1"/>
              <a:endCxn id="34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BCB1B82-7D37-4DC9-9111-394319B4D649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307D0F8-2085-081A-9758-6BCAD7736268}"/>
              </a:ext>
            </a:extLst>
          </p:cNvPr>
          <p:cNvGrpSpPr/>
          <p:nvPr/>
        </p:nvGrpSpPr>
        <p:grpSpPr>
          <a:xfrm>
            <a:off x="11450378" y="2369178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1854BDE-8740-772B-F114-B713F2CD44E5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B9185F5-5E83-CD6E-9204-3000006F5F79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163D67E-C8BC-8A95-E523-30BB37F02678}"/>
                </a:ext>
              </a:extLst>
            </p:cNvPr>
            <p:cNvCxnSpPr>
              <a:cxnSpLocks/>
              <a:stCxn id="39" idx="1"/>
              <a:endCxn id="3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D57F214-B7B4-3386-2C6E-29EDB5029614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47479C3-6B3F-D2D7-215C-72B57469A749}"/>
              </a:ext>
            </a:extLst>
          </p:cNvPr>
          <p:cNvGrpSpPr/>
          <p:nvPr/>
        </p:nvGrpSpPr>
        <p:grpSpPr>
          <a:xfrm>
            <a:off x="10171153" y="4143555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CCEB33B-97F0-14CE-18C3-FCFEFFE7A867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5D0FBEF-4D25-496D-672C-F895C7CCB479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84228F3-B53E-7908-C8CE-DE0636BDEF69}"/>
                </a:ext>
              </a:extLst>
            </p:cNvPr>
            <p:cNvCxnSpPr>
              <a:cxnSpLocks/>
              <a:stCxn id="44" idx="1"/>
              <a:endCxn id="44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B1A423B-44D9-3E8C-327B-A536C1C001B4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0ECF48F-6B5F-2954-B388-E6C4C9437128}"/>
              </a:ext>
            </a:extLst>
          </p:cNvPr>
          <p:cNvGrpSpPr/>
          <p:nvPr/>
        </p:nvGrpSpPr>
        <p:grpSpPr>
          <a:xfrm>
            <a:off x="10801099" y="4143555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3FB2B3E-B88C-F017-3184-296AA57C7EED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576F350-7E41-8784-0E4E-3DE30FE82FDA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E97B2D7-64F3-1DFD-65D7-1A4D2DCE6D18}"/>
                </a:ext>
              </a:extLst>
            </p:cNvPr>
            <p:cNvCxnSpPr>
              <a:cxnSpLocks/>
              <a:stCxn id="49" idx="1"/>
              <a:endCxn id="4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50BB827D-0F1B-7374-BF20-3A953B8F80EA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0972DE3-94DC-AC6E-D488-9AED07A02257}"/>
              </a:ext>
            </a:extLst>
          </p:cNvPr>
          <p:cNvGrpSpPr/>
          <p:nvPr/>
        </p:nvGrpSpPr>
        <p:grpSpPr>
          <a:xfrm>
            <a:off x="11450378" y="4159073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5BB9723-5025-B3AD-4CF7-8DD55FD8E418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4E28B411-A4BC-7DBC-D403-96A3F772184E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4BF9F55-5DA1-C880-40EA-0F32BA3C0771}"/>
                </a:ext>
              </a:extLst>
            </p:cNvPr>
            <p:cNvCxnSpPr>
              <a:cxnSpLocks/>
              <a:stCxn id="54" idx="1"/>
              <a:endCxn id="54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DAC8C9A-A033-4E9E-8160-024A2CB8451F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69D88D78-7BB1-755B-2EB9-88BA22E0365D}"/>
              </a:ext>
            </a:extLst>
          </p:cNvPr>
          <p:cNvSpPr/>
          <p:nvPr/>
        </p:nvSpPr>
        <p:spPr>
          <a:xfrm>
            <a:off x="5878761" y="5175143"/>
            <a:ext cx="529866" cy="49485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F81DEE8-97F9-243E-FFA7-0F1E6FF1A74A}"/>
              </a:ext>
            </a:extLst>
          </p:cNvPr>
          <p:cNvSpPr/>
          <p:nvPr/>
        </p:nvSpPr>
        <p:spPr>
          <a:xfrm>
            <a:off x="6944445" y="5181953"/>
            <a:ext cx="529866" cy="49485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FB50312-0FA8-00F1-72C9-4443611F3B56}"/>
              </a:ext>
            </a:extLst>
          </p:cNvPr>
          <p:cNvSpPr/>
          <p:nvPr/>
        </p:nvSpPr>
        <p:spPr>
          <a:xfrm>
            <a:off x="5357094" y="5670000"/>
            <a:ext cx="529866" cy="49485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F401298-B51F-6DC7-13B5-FB5C443C1BBA}"/>
              </a:ext>
            </a:extLst>
          </p:cNvPr>
          <p:cNvSpPr/>
          <p:nvPr/>
        </p:nvSpPr>
        <p:spPr>
          <a:xfrm>
            <a:off x="8011527" y="5683620"/>
            <a:ext cx="529866" cy="49485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BADD3CE-0E32-7FE3-957A-EA4A451E8AC2}"/>
              </a:ext>
            </a:extLst>
          </p:cNvPr>
          <p:cNvSpPr txBox="1"/>
          <p:nvPr/>
        </p:nvSpPr>
        <p:spPr>
          <a:xfrm>
            <a:off x="5622027" y="6488668"/>
            <a:ext cx="1982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Kernel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65CA14B-1CD6-FAE9-6E2B-0FB839C14608}"/>
              </a:ext>
            </a:extLst>
          </p:cNvPr>
          <p:cNvSpPr txBox="1"/>
          <p:nvPr/>
        </p:nvSpPr>
        <p:spPr>
          <a:xfrm>
            <a:off x="10003224" y="6250014"/>
            <a:ext cx="1982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1B38FA4-1917-73F0-D9E6-66E5C29FAECA}"/>
              </a:ext>
            </a:extLst>
          </p:cNvPr>
          <p:cNvSpPr/>
          <p:nvPr/>
        </p:nvSpPr>
        <p:spPr>
          <a:xfrm>
            <a:off x="7484749" y="5188763"/>
            <a:ext cx="529866" cy="49485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1D46992-34B1-67E1-6A73-420A93F527D6}"/>
              </a:ext>
            </a:extLst>
          </p:cNvPr>
          <p:cNvSpPr/>
          <p:nvPr/>
        </p:nvSpPr>
        <p:spPr>
          <a:xfrm>
            <a:off x="8547342" y="5200881"/>
            <a:ext cx="529866" cy="49485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4975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F4C30-D0BF-90A0-E01E-C7AE4EC75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960BC-3CEE-C741-4E10-EB499AAD2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Unstructured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A3BB2-E976-76AF-123B-68273AFB5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Remove weights randomly (or using some rules) without considering the impact on hardware execution</a:t>
            </a:r>
          </a:p>
          <a:p>
            <a:endParaRPr lang="en-US" dirty="0"/>
          </a:p>
          <a:p>
            <a:r>
              <a:rPr lang="en-US" dirty="0"/>
              <a:t>Consider Im2col based convolution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5E5D202-061C-0F97-2DEE-FFBE732227F4}"/>
              </a:ext>
            </a:extLst>
          </p:cNvPr>
          <p:cNvGrpSpPr/>
          <p:nvPr/>
        </p:nvGrpSpPr>
        <p:grpSpPr>
          <a:xfrm>
            <a:off x="4821276" y="5175143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B903B8F-2FCA-02BA-3A51-E93BD987F82E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544D023-5798-4947-693B-53607C3D78D5}"/>
                </a:ext>
              </a:extLst>
            </p:cNvPr>
            <p:cNvCxnSpPr>
              <a:cxnSpLocks/>
              <a:stCxn id="5" idx="0"/>
              <a:endCxn id="5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BC6FFE6-2874-BC81-55BB-CD542D6C622F}"/>
              </a:ext>
            </a:extLst>
          </p:cNvPr>
          <p:cNvGrpSpPr/>
          <p:nvPr/>
        </p:nvGrpSpPr>
        <p:grpSpPr>
          <a:xfrm>
            <a:off x="5878761" y="5179683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91B9234-E6DE-F416-D845-8B84F17EE2DC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389CD32-DE85-92B4-8175-D61CF85981F5}"/>
                </a:ext>
              </a:extLst>
            </p:cNvPr>
            <p:cNvCxnSpPr>
              <a:cxnSpLocks/>
              <a:stCxn id="8" idx="0"/>
              <a:endCxn id="8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A7830CB-57F1-AD31-CD16-0C34E113309F}"/>
              </a:ext>
            </a:extLst>
          </p:cNvPr>
          <p:cNvGrpSpPr/>
          <p:nvPr/>
        </p:nvGrpSpPr>
        <p:grpSpPr>
          <a:xfrm>
            <a:off x="6945144" y="5175143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690DDF3-4CE3-D933-C958-749AF9B27927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521251B-957E-DE6E-9805-B245F9ECDFC1}"/>
                </a:ext>
              </a:extLst>
            </p:cNvPr>
            <p:cNvCxnSpPr>
              <a:cxnSpLocks/>
              <a:stCxn id="11" idx="0"/>
              <a:endCxn id="11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45B1589-84AA-3282-5DA6-A0B12DD4D2E3}"/>
              </a:ext>
            </a:extLst>
          </p:cNvPr>
          <p:cNvGrpSpPr/>
          <p:nvPr/>
        </p:nvGrpSpPr>
        <p:grpSpPr>
          <a:xfrm>
            <a:off x="8002629" y="5179683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4659058-0C48-AE85-7821-80A9E734C7C8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E1E2102-132C-ABB4-4704-6068B2E322B9}"/>
                </a:ext>
              </a:extLst>
            </p:cNvPr>
            <p:cNvCxnSpPr>
              <a:cxnSpLocks/>
              <a:stCxn id="14" idx="0"/>
              <a:endCxn id="14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A6AF44D-5BA5-DD54-04F6-8FE44E955829}"/>
              </a:ext>
            </a:extLst>
          </p:cNvPr>
          <p:cNvGrpSpPr/>
          <p:nvPr/>
        </p:nvGrpSpPr>
        <p:grpSpPr>
          <a:xfrm>
            <a:off x="4821276" y="5674540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CEA54E2-915A-F4DD-BBB7-7FF36562BD6D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68A92D9-A6C7-0DF7-7C8C-8B666B3B2A9F}"/>
                </a:ext>
              </a:extLst>
            </p:cNvPr>
            <p:cNvCxnSpPr>
              <a:cxnSpLocks/>
              <a:stCxn id="17" idx="0"/>
              <a:endCxn id="17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9CC991E-4747-3429-84F7-63F61C82078F}"/>
              </a:ext>
            </a:extLst>
          </p:cNvPr>
          <p:cNvGrpSpPr/>
          <p:nvPr/>
        </p:nvGrpSpPr>
        <p:grpSpPr>
          <a:xfrm>
            <a:off x="5878761" y="5679080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D747088-35E6-6CF2-32E4-3F2D0596C029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AA22881-70BC-6B48-004D-8CB9C1695376}"/>
                </a:ext>
              </a:extLst>
            </p:cNvPr>
            <p:cNvCxnSpPr>
              <a:cxnSpLocks/>
              <a:stCxn id="20" idx="0"/>
              <a:endCxn id="20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CBE919F-89E9-F728-2A74-42C1500B45D1}"/>
              </a:ext>
            </a:extLst>
          </p:cNvPr>
          <p:cNvGrpSpPr/>
          <p:nvPr/>
        </p:nvGrpSpPr>
        <p:grpSpPr>
          <a:xfrm>
            <a:off x="6945144" y="5674540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EC1CCA2-31A2-9A0E-E5F5-6CD71289D10F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1EC7F72-8C13-23A1-5421-511BFFE3382A}"/>
                </a:ext>
              </a:extLst>
            </p:cNvPr>
            <p:cNvCxnSpPr>
              <a:cxnSpLocks/>
              <a:stCxn id="23" idx="0"/>
              <a:endCxn id="23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B75D9BE-D3FC-58CA-901F-D026097E26FD}"/>
              </a:ext>
            </a:extLst>
          </p:cNvPr>
          <p:cNvGrpSpPr/>
          <p:nvPr/>
        </p:nvGrpSpPr>
        <p:grpSpPr>
          <a:xfrm>
            <a:off x="8002629" y="5679080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8B51801-E226-73F9-5E93-DC0286D9BA5C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70BC13C-CE05-5EE4-B19A-2CC17CC6DB2A}"/>
                </a:ext>
              </a:extLst>
            </p:cNvPr>
            <p:cNvCxnSpPr>
              <a:cxnSpLocks/>
              <a:stCxn id="26" idx="0"/>
              <a:endCxn id="26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28FFD8E-8BFC-0B48-7D34-30FE9CFF1884}"/>
              </a:ext>
            </a:extLst>
          </p:cNvPr>
          <p:cNvGrpSpPr/>
          <p:nvPr/>
        </p:nvGrpSpPr>
        <p:grpSpPr>
          <a:xfrm>
            <a:off x="10171153" y="2353660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2786743-F829-A305-A4AB-60A6BC528A27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03A2FD2-BD87-C34D-5AE3-454B320CDA28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6B92682-14A6-3078-678F-EF4B84869EA3}"/>
                </a:ext>
              </a:extLst>
            </p:cNvPr>
            <p:cNvCxnSpPr>
              <a:cxnSpLocks/>
              <a:stCxn id="29" idx="1"/>
              <a:endCxn id="2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9BDF7AD-BA48-0DC5-EE0F-524B4B7AC613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196D916-4D73-4C4A-9FA0-84FE581F199F}"/>
              </a:ext>
            </a:extLst>
          </p:cNvPr>
          <p:cNvGrpSpPr/>
          <p:nvPr/>
        </p:nvGrpSpPr>
        <p:grpSpPr>
          <a:xfrm>
            <a:off x="10801099" y="2353660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823DA6B-F19F-FD75-3F8F-6FCE7A7C0281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26E85AB-8CDA-8E3A-2A58-DD38E9299F17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ED7805F-B6FD-E93F-6DAD-CD07FE107DEB}"/>
                </a:ext>
              </a:extLst>
            </p:cNvPr>
            <p:cNvCxnSpPr>
              <a:cxnSpLocks/>
              <a:stCxn id="34" idx="1"/>
              <a:endCxn id="34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A91FE23-8652-1D7E-5D47-A29B8671BC80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65BBD46-3676-7DAF-C5FB-A933024B0E1C}"/>
              </a:ext>
            </a:extLst>
          </p:cNvPr>
          <p:cNvGrpSpPr/>
          <p:nvPr/>
        </p:nvGrpSpPr>
        <p:grpSpPr>
          <a:xfrm>
            <a:off x="11450378" y="2369178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B8250A9-CE68-472B-F159-B34D6E7D6E51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40A1750-11BF-3CE1-A499-1A59D9657A7C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A00F22A-FED3-1D0F-8715-D6018F9A5B40}"/>
                </a:ext>
              </a:extLst>
            </p:cNvPr>
            <p:cNvCxnSpPr>
              <a:cxnSpLocks/>
              <a:stCxn id="39" idx="1"/>
              <a:endCxn id="3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40F57FD-901F-0F61-75D9-A305B5F51291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4E286DD-6CBC-19CF-72C7-7444A68A45E9}"/>
              </a:ext>
            </a:extLst>
          </p:cNvPr>
          <p:cNvGrpSpPr/>
          <p:nvPr/>
        </p:nvGrpSpPr>
        <p:grpSpPr>
          <a:xfrm>
            <a:off x="10171153" y="4143555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00FFAC6-32EE-8F9F-449F-251353D22196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A7E2A95-AE0F-D791-A954-7E3AB7C03265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CEB8A70-CE5E-2FB1-E876-371FCC630F60}"/>
                </a:ext>
              </a:extLst>
            </p:cNvPr>
            <p:cNvCxnSpPr>
              <a:cxnSpLocks/>
              <a:stCxn id="44" idx="1"/>
              <a:endCxn id="44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18F089D-4853-D1B1-16DF-74CBCA65780B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2C0EC38-1B55-8FB7-1A2A-26408BCBC292}"/>
              </a:ext>
            </a:extLst>
          </p:cNvPr>
          <p:cNvGrpSpPr/>
          <p:nvPr/>
        </p:nvGrpSpPr>
        <p:grpSpPr>
          <a:xfrm>
            <a:off x="10801099" y="4143555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492DD91-43A5-620A-D50B-BEDD003C78CF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07DDAF5-0785-2D03-1C4A-36678775CD8D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09A96EA-38CC-3C4D-902E-EA957D83C041}"/>
                </a:ext>
              </a:extLst>
            </p:cNvPr>
            <p:cNvCxnSpPr>
              <a:cxnSpLocks/>
              <a:stCxn id="49" idx="1"/>
              <a:endCxn id="4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DBDBED5-3AC5-355D-5476-DCC9E3B04BA6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117FADE-DF8B-9278-81CB-AEB794040D5C}"/>
              </a:ext>
            </a:extLst>
          </p:cNvPr>
          <p:cNvGrpSpPr/>
          <p:nvPr/>
        </p:nvGrpSpPr>
        <p:grpSpPr>
          <a:xfrm>
            <a:off x="11450378" y="4159073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EE9BDC6-55BD-30DC-E6DB-C943E7C91249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DEF37D53-8474-42C8-4185-0776F0C2972E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89D201F-F274-D736-E084-2F39CB6E26CD}"/>
                </a:ext>
              </a:extLst>
            </p:cNvPr>
            <p:cNvCxnSpPr>
              <a:cxnSpLocks/>
              <a:stCxn id="54" idx="1"/>
              <a:endCxn id="54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218DE93-4ADA-FD54-5354-3D92362A3222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8D173D8C-EA86-B9CC-F95D-06EDF59934B7}"/>
              </a:ext>
            </a:extLst>
          </p:cNvPr>
          <p:cNvSpPr/>
          <p:nvPr/>
        </p:nvSpPr>
        <p:spPr>
          <a:xfrm>
            <a:off x="5878761" y="5175143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12D565A-5300-968D-F8ED-F5F58E9AE93A}"/>
              </a:ext>
            </a:extLst>
          </p:cNvPr>
          <p:cNvSpPr/>
          <p:nvPr/>
        </p:nvSpPr>
        <p:spPr>
          <a:xfrm>
            <a:off x="6944445" y="5181953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288D2EA-576A-5D37-B824-EFCE11C68F46}"/>
              </a:ext>
            </a:extLst>
          </p:cNvPr>
          <p:cNvSpPr/>
          <p:nvPr/>
        </p:nvSpPr>
        <p:spPr>
          <a:xfrm>
            <a:off x="5357094" y="5670000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5B5801F-3ABA-4019-AFB2-70EA8330BC17}"/>
              </a:ext>
            </a:extLst>
          </p:cNvPr>
          <p:cNvSpPr/>
          <p:nvPr/>
        </p:nvSpPr>
        <p:spPr>
          <a:xfrm>
            <a:off x="8011527" y="5683620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43DD1BA-EBE0-1BE1-1714-53ADFDB4CD63}"/>
              </a:ext>
            </a:extLst>
          </p:cNvPr>
          <p:cNvSpPr txBox="1"/>
          <p:nvPr/>
        </p:nvSpPr>
        <p:spPr>
          <a:xfrm>
            <a:off x="5622027" y="6488668"/>
            <a:ext cx="1982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Kernel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4F9761A-070A-2A4B-4BD7-AFCD8A3F6A14}"/>
              </a:ext>
            </a:extLst>
          </p:cNvPr>
          <p:cNvSpPr txBox="1"/>
          <p:nvPr/>
        </p:nvSpPr>
        <p:spPr>
          <a:xfrm>
            <a:off x="10003224" y="6250014"/>
            <a:ext cx="1982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F91F6E0-E2A6-1F6B-62D0-491E3143C672}"/>
              </a:ext>
            </a:extLst>
          </p:cNvPr>
          <p:cNvSpPr/>
          <p:nvPr/>
        </p:nvSpPr>
        <p:spPr>
          <a:xfrm>
            <a:off x="7484749" y="5188763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BBE4C28-B72A-F0FF-9CC3-63FE4CDF7A1C}"/>
              </a:ext>
            </a:extLst>
          </p:cNvPr>
          <p:cNvSpPr/>
          <p:nvPr/>
        </p:nvSpPr>
        <p:spPr>
          <a:xfrm>
            <a:off x="8547342" y="5200881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9683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56551-2E84-93E6-175B-0CEF9C90E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Unstructured Pruning -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4ADE6-2320-E420-ED24-48F5A6408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Magnitude based pruning</a:t>
            </a:r>
          </a:p>
          <a:p>
            <a:pPr lvl="1"/>
            <a:r>
              <a:rPr lang="en-US" dirty="0"/>
              <a:t>Example: In a trained model, keep only top-k percentage of weights in terms of magnitude or norm</a:t>
            </a:r>
          </a:p>
          <a:p>
            <a:pPr lvl="1"/>
            <a:r>
              <a:rPr lang="en-US" dirty="0"/>
              <a:t>Can also be done iteratively: Train a model, remove x% of weights, fine-tune the model, remove another x% and so on.</a:t>
            </a:r>
          </a:p>
          <a:p>
            <a:endParaRPr lang="en-US" dirty="0"/>
          </a:p>
          <a:p>
            <a:r>
              <a:rPr lang="en-US" dirty="0"/>
              <a:t>Gradient based pruning</a:t>
            </a:r>
          </a:p>
          <a:p>
            <a:pPr lvl="1"/>
            <a:r>
              <a:rPr lang="en-US" dirty="0"/>
              <a:t>Removes weights whose gradients with respect to the error function is lower</a:t>
            </a:r>
          </a:p>
          <a:p>
            <a:endParaRPr lang="en-US" dirty="0"/>
          </a:p>
          <a:p>
            <a:r>
              <a:rPr lang="en-US" dirty="0"/>
              <a:t>Refer to the survey paper for a thorough discussion on various pruning techniques. </a:t>
            </a:r>
          </a:p>
          <a:p>
            <a:pPr lvl="1"/>
            <a:r>
              <a:rPr lang="en-US" dirty="0"/>
              <a:t>We are simply interested in how to efficiently run a pruned model in this class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3125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90E54-2EC1-4637-E9F6-CFEF39142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Unstructured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9D9A5-E4D8-839C-1C75-D6BE3AE4E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48017"/>
          </a:xfrm>
        </p:spPr>
        <p:txBody>
          <a:bodyPr/>
          <a:lstStyle/>
          <a:p>
            <a:r>
              <a:rPr lang="en-US" dirty="0"/>
              <a:t>Consider Im2Col based Convolution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1A7CAD2-ADAD-87DC-FB0C-EAF3F9889B29}"/>
              </a:ext>
            </a:extLst>
          </p:cNvPr>
          <p:cNvGrpSpPr/>
          <p:nvPr/>
        </p:nvGrpSpPr>
        <p:grpSpPr>
          <a:xfrm>
            <a:off x="1867000" y="4859835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401DE8D-00B0-5E11-010F-0F213037DAFA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5FFA479-0DCF-8D3F-B4BC-5BB8FDD9CD8F}"/>
                </a:ext>
              </a:extLst>
            </p:cNvPr>
            <p:cNvCxnSpPr>
              <a:cxnSpLocks/>
              <a:stCxn id="8" idx="0"/>
              <a:endCxn id="8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C737897-328D-3D04-D180-7EBDA135A224}"/>
              </a:ext>
            </a:extLst>
          </p:cNvPr>
          <p:cNvGrpSpPr/>
          <p:nvPr/>
        </p:nvGrpSpPr>
        <p:grpSpPr>
          <a:xfrm>
            <a:off x="2924485" y="4864375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0F52BBA-7886-C0CA-BFE8-D1E1CD5CCCFE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DAC4FE2-C2E5-CDDA-ED37-4701DCD041ED}"/>
                </a:ext>
              </a:extLst>
            </p:cNvPr>
            <p:cNvCxnSpPr>
              <a:cxnSpLocks/>
              <a:stCxn id="14" idx="0"/>
              <a:endCxn id="14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1ADFF9A-8F3C-9767-E30E-2C061E6F990A}"/>
              </a:ext>
            </a:extLst>
          </p:cNvPr>
          <p:cNvGrpSpPr/>
          <p:nvPr/>
        </p:nvGrpSpPr>
        <p:grpSpPr>
          <a:xfrm>
            <a:off x="3990868" y="4859835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2A2A0E6-C007-0474-2F01-259AE100032C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407A271-93E6-36D1-B3C3-D61EFF85086C}"/>
                </a:ext>
              </a:extLst>
            </p:cNvPr>
            <p:cNvCxnSpPr>
              <a:cxnSpLocks/>
              <a:stCxn id="20" idx="0"/>
              <a:endCxn id="20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305CA88-E255-8F09-029D-F9372BBF4C69}"/>
              </a:ext>
            </a:extLst>
          </p:cNvPr>
          <p:cNvGrpSpPr/>
          <p:nvPr/>
        </p:nvGrpSpPr>
        <p:grpSpPr>
          <a:xfrm>
            <a:off x="5048353" y="4864375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D100E96-5CBF-0EF3-512D-A4CE20AC5A8B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5C4539D-A28D-D5B7-99FC-26AEFC301C7F}"/>
                </a:ext>
              </a:extLst>
            </p:cNvPr>
            <p:cNvCxnSpPr>
              <a:cxnSpLocks/>
              <a:stCxn id="26" idx="0"/>
              <a:endCxn id="26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6491122-EDE1-AC48-11F5-DE4AD550BED5}"/>
              </a:ext>
            </a:extLst>
          </p:cNvPr>
          <p:cNvGrpSpPr/>
          <p:nvPr/>
        </p:nvGrpSpPr>
        <p:grpSpPr>
          <a:xfrm>
            <a:off x="1867000" y="535923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1DB7001-A3F8-21EA-6ABF-9EDDB27214AB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FD5E8C0-652A-1BFE-73A7-AF37AA9BCE10}"/>
                </a:ext>
              </a:extLst>
            </p:cNvPr>
            <p:cNvCxnSpPr>
              <a:cxnSpLocks/>
              <a:stCxn id="32" idx="0"/>
              <a:endCxn id="32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58026F5-B9B2-F893-4456-DBF366CDE54A}"/>
              </a:ext>
            </a:extLst>
          </p:cNvPr>
          <p:cNvGrpSpPr/>
          <p:nvPr/>
        </p:nvGrpSpPr>
        <p:grpSpPr>
          <a:xfrm>
            <a:off x="2924485" y="536377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707A827-B35D-3FA7-4C43-3008BF5A76E1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E295987-4DE3-CDA9-1ADF-AD516D9539DC}"/>
                </a:ext>
              </a:extLst>
            </p:cNvPr>
            <p:cNvCxnSpPr>
              <a:cxnSpLocks/>
              <a:stCxn id="38" idx="0"/>
              <a:endCxn id="38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E8E74A1-CE3B-008F-477D-CC4950951A2D}"/>
              </a:ext>
            </a:extLst>
          </p:cNvPr>
          <p:cNvGrpSpPr/>
          <p:nvPr/>
        </p:nvGrpSpPr>
        <p:grpSpPr>
          <a:xfrm>
            <a:off x="3990868" y="535923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97EBB6C-EDFB-7C75-BDBF-B18298093883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DAFA81-4C96-B1DE-6EA0-C70C7D9ABD8B}"/>
                </a:ext>
              </a:extLst>
            </p:cNvPr>
            <p:cNvCxnSpPr>
              <a:cxnSpLocks/>
              <a:stCxn id="44" idx="0"/>
              <a:endCxn id="44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5790EC0-40D3-9662-5D7E-299292BAEE77}"/>
              </a:ext>
            </a:extLst>
          </p:cNvPr>
          <p:cNvGrpSpPr/>
          <p:nvPr/>
        </p:nvGrpSpPr>
        <p:grpSpPr>
          <a:xfrm>
            <a:off x="5048353" y="536377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C1E200B-0D1A-9AB4-37E2-3D7A1BFBF9C7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EEF9C99-4001-2FD3-CAEE-332304233494}"/>
                </a:ext>
              </a:extLst>
            </p:cNvPr>
            <p:cNvCxnSpPr>
              <a:cxnSpLocks/>
              <a:stCxn id="50" idx="0"/>
              <a:endCxn id="50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B9FE1F1-2BFD-9DDF-2A57-528E234F0069}"/>
              </a:ext>
            </a:extLst>
          </p:cNvPr>
          <p:cNvGrpSpPr/>
          <p:nvPr/>
        </p:nvGrpSpPr>
        <p:grpSpPr>
          <a:xfrm>
            <a:off x="9038750" y="1639105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F6663EC-820D-2970-0FA0-E111F3F8CECB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201DC89-992C-F3B7-285A-7532DFB1EEAA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6BF262B-90C3-25C5-AD04-D303264A55BB}"/>
                </a:ext>
              </a:extLst>
            </p:cNvPr>
            <p:cNvCxnSpPr>
              <a:cxnSpLocks/>
              <a:stCxn id="53" idx="1"/>
              <a:endCxn id="53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F67DB42-0211-E079-B232-249D8181C0D2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CE50EC8-013C-D7B4-6670-537EDFF83ABB}"/>
              </a:ext>
            </a:extLst>
          </p:cNvPr>
          <p:cNvGrpSpPr/>
          <p:nvPr/>
        </p:nvGrpSpPr>
        <p:grpSpPr>
          <a:xfrm>
            <a:off x="9668696" y="1639105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0088D06-72F9-6534-7615-6502305F5C4C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31A9BBB-073A-B536-1019-B1769412976D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D1BB6E88-5424-77BB-6FA4-DB0FB1AD9E58}"/>
                </a:ext>
              </a:extLst>
            </p:cNvPr>
            <p:cNvCxnSpPr>
              <a:cxnSpLocks/>
              <a:stCxn id="62" idx="1"/>
              <a:endCxn id="62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C75A9F8-89B6-A32D-EC3F-7A1DD9F6C9F3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5D24BFB-E179-6202-25CF-8B5AA0862EE4}"/>
              </a:ext>
            </a:extLst>
          </p:cNvPr>
          <p:cNvGrpSpPr/>
          <p:nvPr/>
        </p:nvGrpSpPr>
        <p:grpSpPr>
          <a:xfrm>
            <a:off x="10317975" y="1654623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DCE5E2DE-18E8-900A-7C69-2F5F967FE489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749F06F5-5C96-F194-09C0-2B7638CDFD33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CC966E14-0217-6DA8-4B42-AB1FC3A07D4F}"/>
                </a:ext>
              </a:extLst>
            </p:cNvPr>
            <p:cNvCxnSpPr>
              <a:cxnSpLocks/>
              <a:stCxn id="71" idx="1"/>
              <a:endCxn id="71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B4B0927-17FF-F895-9DB5-48DC5C45CAA2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118A047-E207-D2BC-36EB-B41EAAD26C7B}"/>
              </a:ext>
            </a:extLst>
          </p:cNvPr>
          <p:cNvGrpSpPr/>
          <p:nvPr/>
        </p:nvGrpSpPr>
        <p:grpSpPr>
          <a:xfrm>
            <a:off x="9038750" y="3429000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E8763922-A0A2-9804-19B0-D8D7F65D8E8B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EABB547-A709-A64A-3338-4E7015CAE81D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FDE0FF92-D82F-138B-C581-81419EB9C85C}"/>
                </a:ext>
              </a:extLst>
            </p:cNvPr>
            <p:cNvCxnSpPr>
              <a:cxnSpLocks/>
              <a:stCxn id="80" idx="1"/>
              <a:endCxn id="80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7F9E8218-534A-D789-3411-DC33E0D603A6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6B7C95F-FAD4-8255-8FB1-9C75455FD768}"/>
              </a:ext>
            </a:extLst>
          </p:cNvPr>
          <p:cNvGrpSpPr/>
          <p:nvPr/>
        </p:nvGrpSpPr>
        <p:grpSpPr>
          <a:xfrm>
            <a:off x="9668696" y="3429000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57E325B1-7151-3C97-40C6-4FC8F2854B04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78AAE68C-B636-A2E8-A591-D6328EF77557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16DF229F-90D9-7006-40D3-41A969243222}"/>
                </a:ext>
              </a:extLst>
            </p:cNvPr>
            <p:cNvCxnSpPr>
              <a:cxnSpLocks/>
              <a:stCxn id="89" idx="1"/>
              <a:endCxn id="8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40E25F8-E49B-1198-C989-173FA7B716F0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9DB1FCF-9307-001A-1543-05C9FA1BC937}"/>
              </a:ext>
            </a:extLst>
          </p:cNvPr>
          <p:cNvGrpSpPr/>
          <p:nvPr/>
        </p:nvGrpSpPr>
        <p:grpSpPr>
          <a:xfrm>
            <a:off x="10317975" y="3444518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1C422051-61C9-4798-FE73-889E9D5A71B7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61F3909-A241-E943-1982-CCE1DAD68EFB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65719F9F-780F-FE04-D0C4-989963852DD9}"/>
                </a:ext>
              </a:extLst>
            </p:cNvPr>
            <p:cNvCxnSpPr>
              <a:cxnSpLocks/>
              <a:stCxn id="98" idx="1"/>
              <a:endCxn id="98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3E902224-78E4-C026-4B96-57C827C24294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Rectangle 105">
            <a:extLst>
              <a:ext uri="{FF2B5EF4-FFF2-40B4-BE49-F238E27FC236}">
                <a16:creationId xmlns:a16="http://schemas.microsoft.com/office/drawing/2014/main" id="{586261EB-56A0-01BC-9182-54AB25B7051B}"/>
              </a:ext>
            </a:extLst>
          </p:cNvPr>
          <p:cNvSpPr/>
          <p:nvPr/>
        </p:nvSpPr>
        <p:spPr>
          <a:xfrm>
            <a:off x="2924485" y="4859835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CB262B6F-732E-45B6-D8DB-F8D6C401D3D4}"/>
              </a:ext>
            </a:extLst>
          </p:cNvPr>
          <p:cNvSpPr/>
          <p:nvPr/>
        </p:nvSpPr>
        <p:spPr>
          <a:xfrm>
            <a:off x="3990169" y="4866645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C3F66796-BC7C-CBB5-1F5F-0EBDD7A34FC9}"/>
              </a:ext>
            </a:extLst>
          </p:cNvPr>
          <p:cNvSpPr/>
          <p:nvPr/>
        </p:nvSpPr>
        <p:spPr>
          <a:xfrm>
            <a:off x="2402818" y="5354692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B07BC47-D38E-38C9-B4C0-94C26DA1DB36}"/>
              </a:ext>
            </a:extLst>
          </p:cNvPr>
          <p:cNvSpPr/>
          <p:nvPr/>
        </p:nvSpPr>
        <p:spPr>
          <a:xfrm>
            <a:off x="5057251" y="5368312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5041ED3-570A-A6EA-4071-E2307BE11EA2}"/>
              </a:ext>
            </a:extLst>
          </p:cNvPr>
          <p:cNvSpPr txBox="1"/>
          <p:nvPr/>
        </p:nvSpPr>
        <p:spPr>
          <a:xfrm>
            <a:off x="2667751" y="6173360"/>
            <a:ext cx="1982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Kernel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D6E1649-8B06-E50F-2586-DBAB230A5F1B}"/>
              </a:ext>
            </a:extLst>
          </p:cNvPr>
          <p:cNvSpPr txBox="1"/>
          <p:nvPr/>
        </p:nvSpPr>
        <p:spPr>
          <a:xfrm>
            <a:off x="8870821" y="5535459"/>
            <a:ext cx="1982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Inputs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87DC2736-5477-E0E1-CE29-908F52248785}"/>
              </a:ext>
            </a:extLst>
          </p:cNvPr>
          <p:cNvSpPr/>
          <p:nvPr/>
        </p:nvSpPr>
        <p:spPr>
          <a:xfrm>
            <a:off x="4530473" y="4873455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01D75896-0CF9-9592-1AA1-993BA1E91DFF}"/>
              </a:ext>
            </a:extLst>
          </p:cNvPr>
          <p:cNvSpPr/>
          <p:nvPr/>
        </p:nvSpPr>
        <p:spPr>
          <a:xfrm>
            <a:off x="5593066" y="4885573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6508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C537E-7DFC-E978-75C0-B364B0E1B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Unstructured Pruning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608F2D-3DD6-FFD0-E0B5-4B1E9F0A98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222375"/>
              </a:xfrm>
            </p:spPr>
            <p:txBody>
              <a:bodyPr/>
              <a:lstStyle/>
              <a:p>
                <a:r>
                  <a:rPr lang="en-US" dirty="0"/>
                  <a:t>Matrix Multiplication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608F2D-3DD6-FFD0-E0B5-4B1E9F0A98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222375"/>
              </a:xfrm>
              <a:blipFill>
                <a:blip r:embed="rId2"/>
                <a:stretch>
                  <a:fillRect l="-1101" t="-79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66528860-E847-0E15-E161-7B9EDF50C368}"/>
              </a:ext>
            </a:extLst>
          </p:cNvPr>
          <p:cNvGrpSpPr/>
          <p:nvPr/>
        </p:nvGrpSpPr>
        <p:grpSpPr>
          <a:xfrm>
            <a:off x="2282636" y="5123071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7B89319-E36B-294D-F6A0-1D43ACA1D5A7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06C78B3-7893-26E8-AE07-9C048B3997EE}"/>
                </a:ext>
              </a:extLst>
            </p:cNvPr>
            <p:cNvCxnSpPr>
              <a:cxnSpLocks/>
              <a:stCxn id="5" idx="0"/>
              <a:endCxn id="5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0DEDF2C-7CE4-CAEC-0D82-08AB614C4962}"/>
              </a:ext>
            </a:extLst>
          </p:cNvPr>
          <p:cNvGrpSpPr/>
          <p:nvPr/>
        </p:nvGrpSpPr>
        <p:grpSpPr>
          <a:xfrm>
            <a:off x="3340121" y="5127611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C4F04B3-CA7D-F9A0-28C7-8FC420D265A6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B203CF9-E586-EAA5-D5D6-06162C3FC5B2}"/>
                </a:ext>
              </a:extLst>
            </p:cNvPr>
            <p:cNvCxnSpPr>
              <a:cxnSpLocks/>
              <a:stCxn id="8" idx="0"/>
              <a:endCxn id="8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AB562AE-7AB0-289A-5852-7F581022D28F}"/>
              </a:ext>
            </a:extLst>
          </p:cNvPr>
          <p:cNvGrpSpPr/>
          <p:nvPr/>
        </p:nvGrpSpPr>
        <p:grpSpPr>
          <a:xfrm>
            <a:off x="4406504" y="5123071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84B1D01-1816-8D83-B205-7650353CC976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CA41F15-5CB5-F00B-EF65-DDDFACEA51C9}"/>
                </a:ext>
              </a:extLst>
            </p:cNvPr>
            <p:cNvCxnSpPr>
              <a:cxnSpLocks/>
              <a:stCxn id="11" idx="0"/>
              <a:endCxn id="11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E99902C-FF55-84F0-2B19-64EB8FC9CB16}"/>
              </a:ext>
            </a:extLst>
          </p:cNvPr>
          <p:cNvGrpSpPr/>
          <p:nvPr/>
        </p:nvGrpSpPr>
        <p:grpSpPr>
          <a:xfrm>
            <a:off x="5463989" y="5127611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CD7E31F-15D4-587B-65B7-14CCE0808BEC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B13777E-1ABA-1375-CA59-D149AA314DE0}"/>
                </a:ext>
              </a:extLst>
            </p:cNvPr>
            <p:cNvCxnSpPr>
              <a:cxnSpLocks/>
              <a:stCxn id="14" idx="0"/>
              <a:endCxn id="14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ADE0B34-8471-1A26-BCF5-93E437D1C053}"/>
              </a:ext>
            </a:extLst>
          </p:cNvPr>
          <p:cNvGrpSpPr/>
          <p:nvPr/>
        </p:nvGrpSpPr>
        <p:grpSpPr>
          <a:xfrm>
            <a:off x="2282636" y="5622468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FC1B736-E84B-3635-8C17-70C5E24FEB63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FF8B364-3255-FAB1-D0E1-C7C92619572D}"/>
                </a:ext>
              </a:extLst>
            </p:cNvPr>
            <p:cNvCxnSpPr>
              <a:cxnSpLocks/>
              <a:stCxn id="17" idx="0"/>
              <a:endCxn id="17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DEF0340-C405-E639-145F-492AC341EF73}"/>
              </a:ext>
            </a:extLst>
          </p:cNvPr>
          <p:cNvGrpSpPr/>
          <p:nvPr/>
        </p:nvGrpSpPr>
        <p:grpSpPr>
          <a:xfrm>
            <a:off x="3340121" y="5627008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145FA05-524F-10E8-9292-BB817A814CBC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B491993-B102-EFCE-61D4-81A8D1799949}"/>
                </a:ext>
              </a:extLst>
            </p:cNvPr>
            <p:cNvCxnSpPr>
              <a:cxnSpLocks/>
              <a:stCxn id="20" idx="0"/>
              <a:endCxn id="20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FCDE71C-9679-67A1-863D-4426321740B9}"/>
              </a:ext>
            </a:extLst>
          </p:cNvPr>
          <p:cNvGrpSpPr/>
          <p:nvPr/>
        </p:nvGrpSpPr>
        <p:grpSpPr>
          <a:xfrm>
            <a:off x="4406504" y="5622468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19E236B-7CCC-4D76-27B4-4FFCD5793840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B0F536E-1AC8-2060-8431-C8195D24E7F9}"/>
                </a:ext>
              </a:extLst>
            </p:cNvPr>
            <p:cNvCxnSpPr>
              <a:cxnSpLocks/>
              <a:stCxn id="23" idx="0"/>
              <a:endCxn id="23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6219C88-4C6D-AA3B-E8C9-847532167EDB}"/>
              </a:ext>
            </a:extLst>
          </p:cNvPr>
          <p:cNvGrpSpPr/>
          <p:nvPr/>
        </p:nvGrpSpPr>
        <p:grpSpPr>
          <a:xfrm>
            <a:off x="5463989" y="5627008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1BAA57F-798A-5DAC-8B63-9CE94852D01D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CDF41BF-D206-A403-F54E-10F2B2DE9310}"/>
                </a:ext>
              </a:extLst>
            </p:cNvPr>
            <p:cNvCxnSpPr>
              <a:cxnSpLocks/>
              <a:stCxn id="26" idx="0"/>
              <a:endCxn id="26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BA48711-56CC-B04E-7DCC-7112F7B2FCA4}"/>
              </a:ext>
            </a:extLst>
          </p:cNvPr>
          <p:cNvGrpSpPr/>
          <p:nvPr/>
        </p:nvGrpSpPr>
        <p:grpSpPr>
          <a:xfrm>
            <a:off x="9454386" y="1902341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F6F9681-A0FE-90FE-B6D1-DD4D3487956C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C4EEAE9-9880-46E2-A268-954CFED450C1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3459E61-8FE5-2488-76DA-B8DFEB4F7F87}"/>
                </a:ext>
              </a:extLst>
            </p:cNvPr>
            <p:cNvCxnSpPr>
              <a:cxnSpLocks/>
              <a:stCxn id="29" idx="1"/>
              <a:endCxn id="2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9F6A9C2-FB6C-146C-60CB-3EA0C7264AC5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EF3FB7F-411F-089D-F619-9451CA5CC22F}"/>
              </a:ext>
            </a:extLst>
          </p:cNvPr>
          <p:cNvGrpSpPr/>
          <p:nvPr/>
        </p:nvGrpSpPr>
        <p:grpSpPr>
          <a:xfrm>
            <a:off x="10084332" y="1902341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CE18EAE-6BC1-D127-BD44-5DFCC4669805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40DBE78-2155-48DE-DFE9-7F0F35CAEC81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D9354A1-C30D-008A-42AB-885AEA6D94AA}"/>
                </a:ext>
              </a:extLst>
            </p:cNvPr>
            <p:cNvCxnSpPr>
              <a:cxnSpLocks/>
              <a:stCxn id="34" idx="1"/>
              <a:endCxn id="34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25953B1-BBD7-14F6-9B42-4AB0BA5D2784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50E32CB-96D0-98FF-1AD9-90FB1A627436}"/>
              </a:ext>
            </a:extLst>
          </p:cNvPr>
          <p:cNvGrpSpPr/>
          <p:nvPr/>
        </p:nvGrpSpPr>
        <p:grpSpPr>
          <a:xfrm>
            <a:off x="10733611" y="1917859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D7F9992-D478-5AA8-0E30-6259057AE3C3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17D46EA-6102-B4F7-6324-E675EA3973D2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8CB67C1-6F54-2920-F9AE-E195513CB7C9}"/>
                </a:ext>
              </a:extLst>
            </p:cNvPr>
            <p:cNvCxnSpPr>
              <a:cxnSpLocks/>
              <a:stCxn id="39" idx="1"/>
              <a:endCxn id="3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E9CFD2C-AAA1-96D3-E7E4-D33445EF9D55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6F7F00E-EC3A-592A-83DA-AACCBF2421B3}"/>
              </a:ext>
            </a:extLst>
          </p:cNvPr>
          <p:cNvGrpSpPr/>
          <p:nvPr/>
        </p:nvGrpSpPr>
        <p:grpSpPr>
          <a:xfrm>
            <a:off x="9454386" y="3692236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1AFFD89-79C4-BE3E-29FA-61C537AAA4FE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757CE04-4774-FF93-DF97-ACAF43B31E00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4C6B06E-E44D-494F-75D1-3A6D66CECF60}"/>
                </a:ext>
              </a:extLst>
            </p:cNvPr>
            <p:cNvCxnSpPr>
              <a:cxnSpLocks/>
              <a:stCxn id="44" idx="1"/>
              <a:endCxn id="44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27D35E7-96BA-CEC1-EC8F-07184909B8C6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8BF995F-F4F5-458C-62FD-0BD55A934E92}"/>
              </a:ext>
            </a:extLst>
          </p:cNvPr>
          <p:cNvGrpSpPr/>
          <p:nvPr/>
        </p:nvGrpSpPr>
        <p:grpSpPr>
          <a:xfrm>
            <a:off x="10084332" y="3692236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140EBB5-5353-4F32-7C5C-9589C39B3AF8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6719B6A-F14C-3EEC-1617-FF8011726396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6831461-5C65-4585-FCD6-0EC25AE1D20D}"/>
                </a:ext>
              </a:extLst>
            </p:cNvPr>
            <p:cNvCxnSpPr>
              <a:cxnSpLocks/>
              <a:stCxn id="49" idx="1"/>
              <a:endCxn id="4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01ECE7A-D868-F152-BE7C-9943B581F984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81EB24F-CB0E-638C-22D9-C75097279051}"/>
              </a:ext>
            </a:extLst>
          </p:cNvPr>
          <p:cNvGrpSpPr/>
          <p:nvPr/>
        </p:nvGrpSpPr>
        <p:grpSpPr>
          <a:xfrm>
            <a:off x="10733611" y="3707754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6154001-5A30-FE29-759F-123CC235AEFA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B8660BB-2F9E-AD51-E730-D40C3D99ED2C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BCBB198-37AA-BDA4-F3A0-1A6DF3E096C5}"/>
                </a:ext>
              </a:extLst>
            </p:cNvPr>
            <p:cNvCxnSpPr>
              <a:cxnSpLocks/>
              <a:stCxn id="54" idx="1"/>
              <a:endCxn id="54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AB885F80-47DA-36A0-88F3-89D81C2DF2DD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AAF4991B-F2D9-ED1D-6330-FB772E8287C7}"/>
              </a:ext>
            </a:extLst>
          </p:cNvPr>
          <p:cNvSpPr/>
          <p:nvPr/>
        </p:nvSpPr>
        <p:spPr>
          <a:xfrm>
            <a:off x="3340121" y="5123071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090B932-A3FF-876B-269B-D327AD3C8FD9}"/>
              </a:ext>
            </a:extLst>
          </p:cNvPr>
          <p:cNvSpPr/>
          <p:nvPr/>
        </p:nvSpPr>
        <p:spPr>
          <a:xfrm>
            <a:off x="4405805" y="5129881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4EAC910-CD82-F8CD-AE8C-5B279A5E6F81}"/>
              </a:ext>
            </a:extLst>
          </p:cNvPr>
          <p:cNvSpPr/>
          <p:nvPr/>
        </p:nvSpPr>
        <p:spPr>
          <a:xfrm>
            <a:off x="2818454" y="5617928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38B25EE-452A-55BB-EFC3-CE9B281D068E}"/>
              </a:ext>
            </a:extLst>
          </p:cNvPr>
          <p:cNvSpPr/>
          <p:nvPr/>
        </p:nvSpPr>
        <p:spPr>
          <a:xfrm>
            <a:off x="5472887" y="5631548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AE94D3C-4BA4-0DAD-17C6-E37603B25F4D}"/>
              </a:ext>
            </a:extLst>
          </p:cNvPr>
          <p:cNvSpPr txBox="1"/>
          <p:nvPr/>
        </p:nvSpPr>
        <p:spPr>
          <a:xfrm>
            <a:off x="3083387" y="6436596"/>
            <a:ext cx="1982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Kernel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A17216E-A506-245B-7B5D-F1356A28AAD8}"/>
              </a:ext>
            </a:extLst>
          </p:cNvPr>
          <p:cNvSpPr txBox="1"/>
          <p:nvPr/>
        </p:nvSpPr>
        <p:spPr>
          <a:xfrm>
            <a:off x="9286457" y="5798695"/>
            <a:ext cx="1982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597CBEA-6BE0-C2D2-5224-ED6243388238}"/>
              </a:ext>
            </a:extLst>
          </p:cNvPr>
          <p:cNvSpPr/>
          <p:nvPr/>
        </p:nvSpPr>
        <p:spPr>
          <a:xfrm>
            <a:off x="4946109" y="5136691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6DC95C6-E831-3A8A-738F-BCD0051E2DDB}"/>
              </a:ext>
            </a:extLst>
          </p:cNvPr>
          <p:cNvSpPr/>
          <p:nvPr/>
        </p:nvSpPr>
        <p:spPr>
          <a:xfrm>
            <a:off x="6008702" y="5148809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0826798A-04AB-C656-6063-F20BF86753AB}"/>
              </a:ext>
            </a:extLst>
          </p:cNvPr>
          <p:cNvCxnSpPr/>
          <p:nvPr/>
        </p:nvCxnSpPr>
        <p:spPr>
          <a:xfrm flipH="1">
            <a:off x="4059382" y="2195945"/>
            <a:ext cx="1006976" cy="279861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05E56A09-7FD8-4A16-24DE-FA66D6998B7F}"/>
              </a:ext>
            </a:extLst>
          </p:cNvPr>
          <p:cNvCxnSpPr>
            <a:cxnSpLocks/>
          </p:cNvCxnSpPr>
          <p:nvPr/>
        </p:nvCxnSpPr>
        <p:spPr>
          <a:xfrm>
            <a:off x="5281103" y="2256793"/>
            <a:ext cx="4005354" cy="143544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E8E5FA9D-8616-286D-CD74-FBA36E377E3F}"/>
              </a:ext>
            </a:extLst>
          </p:cNvPr>
          <p:cNvSpPr txBox="1"/>
          <p:nvPr/>
        </p:nvSpPr>
        <p:spPr>
          <a:xfrm>
            <a:off x="2856036" y="3629590"/>
            <a:ext cx="1657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Sparse Matrix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28BFF79-C19B-A5B9-A16C-45486ECD363F}"/>
              </a:ext>
            </a:extLst>
          </p:cNvPr>
          <p:cNvSpPr txBox="1"/>
          <p:nvPr/>
        </p:nvSpPr>
        <p:spPr>
          <a:xfrm>
            <a:off x="7283780" y="3571330"/>
            <a:ext cx="1657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Dense Matrix</a:t>
            </a:r>
          </a:p>
        </p:txBody>
      </p:sp>
    </p:spTree>
    <p:extLst>
      <p:ext uri="{BB962C8B-B14F-4D97-AF65-F5344CB8AC3E}">
        <p14:creationId xmlns:p14="http://schemas.microsoft.com/office/powerpoint/2010/main" val="40379351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C5B3E-602F-6BC6-7E66-D4FABEC0F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Dense Matrix Multiplication (</a:t>
            </a:r>
            <a:r>
              <a:rPr lang="en-US" dirty="0" err="1"/>
              <a:t>SpMM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C7682-02E7-88B4-8751-B1A64A81B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An important kernel in Scientific Computing as well as Machine Learning applications</a:t>
            </a:r>
          </a:p>
          <a:p>
            <a:endParaRPr lang="en-US" dirty="0"/>
          </a:p>
          <a:p>
            <a:r>
              <a:rPr lang="en-US" dirty="0"/>
              <a:t>Extensive Research has been performed (and still continuing) on accelerating </a:t>
            </a:r>
            <a:r>
              <a:rPr lang="en-US" dirty="0" err="1"/>
              <a:t>SpMM</a:t>
            </a:r>
            <a:endParaRPr lang="en-US" dirty="0"/>
          </a:p>
          <a:p>
            <a:endParaRPr lang="en-US" dirty="0"/>
          </a:p>
          <a:p>
            <a:r>
              <a:rPr lang="en-US" dirty="0"/>
              <a:t>Key Challenge: Cannot use dense-dense matrix multiplication techniques</a:t>
            </a:r>
          </a:p>
          <a:p>
            <a:pPr lvl="1"/>
            <a:r>
              <a:rPr lang="en-US" dirty="0"/>
              <a:t>Inefficient Storage</a:t>
            </a:r>
          </a:p>
          <a:p>
            <a:pPr lvl="1"/>
            <a:r>
              <a:rPr lang="en-US" dirty="0"/>
              <a:t>Non-useful computations </a:t>
            </a:r>
          </a:p>
          <a:p>
            <a:endParaRPr lang="en-US" dirty="0"/>
          </a:p>
          <a:p>
            <a:r>
              <a:rPr lang="en-US" dirty="0"/>
              <a:t>Optimizations</a:t>
            </a:r>
          </a:p>
          <a:p>
            <a:pPr lvl="1"/>
            <a:r>
              <a:rPr lang="en-US" dirty="0"/>
              <a:t>Efficient Storage of Sparse Matrices</a:t>
            </a:r>
          </a:p>
          <a:p>
            <a:pPr lvl="1"/>
            <a:r>
              <a:rPr lang="en-US" dirty="0"/>
              <a:t>Work optimal task scheduling </a:t>
            </a:r>
          </a:p>
          <a:p>
            <a:endParaRPr lang="en-US" dirty="0"/>
          </a:p>
          <a:p>
            <a:r>
              <a:rPr lang="en-US" b="1" dirty="0"/>
              <a:t>We will discuss </a:t>
            </a:r>
            <a:r>
              <a:rPr lang="en-US" b="1" dirty="0" err="1"/>
              <a:t>SpMM</a:t>
            </a:r>
            <a:r>
              <a:rPr lang="en-US" b="1" dirty="0"/>
              <a:t> acceleration in Transformer lectures.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7995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00F30-56BD-3FDE-1EF2-D0C3D00C5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80AFD-2CA4-8A1B-4B47-5D49C45C1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Unstructured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636CF-6FB1-661E-91D4-B8201C54E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48017"/>
          </a:xfrm>
        </p:spPr>
        <p:txBody>
          <a:bodyPr/>
          <a:lstStyle/>
          <a:p>
            <a:r>
              <a:rPr lang="en-US" dirty="0"/>
              <a:t>Consider Im2Col based Convolution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F0675BA-3045-371A-E018-6DA4CF8DE851}"/>
              </a:ext>
            </a:extLst>
          </p:cNvPr>
          <p:cNvGrpSpPr/>
          <p:nvPr/>
        </p:nvGrpSpPr>
        <p:grpSpPr>
          <a:xfrm>
            <a:off x="1867000" y="4859835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C7FB4B4-1BAD-F71D-D5CC-AE8261449D5F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B11A5D-DDB6-0DD5-D357-5274D0FB1F53}"/>
                </a:ext>
              </a:extLst>
            </p:cNvPr>
            <p:cNvCxnSpPr>
              <a:cxnSpLocks/>
              <a:stCxn id="8" idx="0"/>
              <a:endCxn id="8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9CC2135-F873-3529-1878-57AD8C46287B}"/>
              </a:ext>
            </a:extLst>
          </p:cNvPr>
          <p:cNvGrpSpPr/>
          <p:nvPr/>
        </p:nvGrpSpPr>
        <p:grpSpPr>
          <a:xfrm>
            <a:off x="2924485" y="4864375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C918B7F-F5DF-4DE4-3B9A-A1D9C1403270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4441ABD-684B-DD57-5DE8-47515A11A993}"/>
                </a:ext>
              </a:extLst>
            </p:cNvPr>
            <p:cNvCxnSpPr>
              <a:cxnSpLocks/>
              <a:stCxn id="14" idx="0"/>
              <a:endCxn id="14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863C5FD-CE9D-2CEB-1FD4-8A75F9C661B8}"/>
              </a:ext>
            </a:extLst>
          </p:cNvPr>
          <p:cNvGrpSpPr/>
          <p:nvPr/>
        </p:nvGrpSpPr>
        <p:grpSpPr>
          <a:xfrm>
            <a:off x="3990868" y="4859835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9E53BA7-731B-4C93-FD97-2BCD56048C0A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C2282A3-D955-E8C6-7EEB-33FAFD08C9B1}"/>
                </a:ext>
              </a:extLst>
            </p:cNvPr>
            <p:cNvCxnSpPr>
              <a:cxnSpLocks/>
              <a:stCxn id="20" idx="0"/>
              <a:endCxn id="20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EB74291-8806-91AC-2FD7-FC1877A2236C}"/>
              </a:ext>
            </a:extLst>
          </p:cNvPr>
          <p:cNvGrpSpPr/>
          <p:nvPr/>
        </p:nvGrpSpPr>
        <p:grpSpPr>
          <a:xfrm>
            <a:off x="5048353" y="4864375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1D34233-13A2-B3EB-1E71-0A2C5C03EE86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BC1C2EF-5289-C61B-1894-67B852FAC802}"/>
                </a:ext>
              </a:extLst>
            </p:cNvPr>
            <p:cNvCxnSpPr>
              <a:cxnSpLocks/>
              <a:stCxn id="26" idx="0"/>
              <a:endCxn id="26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1194F72-26F4-2059-B3EF-82EC571D57A7}"/>
              </a:ext>
            </a:extLst>
          </p:cNvPr>
          <p:cNvGrpSpPr/>
          <p:nvPr/>
        </p:nvGrpSpPr>
        <p:grpSpPr>
          <a:xfrm>
            <a:off x="1867000" y="535923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B4C808F-CF84-444C-C292-7A653577508A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73957A2-ABC2-47B9-ABF2-EF9E77E5A549}"/>
                </a:ext>
              </a:extLst>
            </p:cNvPr>
            <p:cNvCxnSpPr>
              <a:cxnSpLocks/>
              <a:stCxn id="32" idx="0"/>
              <a:endCxn id="32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DA2E445-841B-BAFD-6A46-1FD8564959EF}"/>
              </a:ext>
            </a:extLst>
          </p:cNvPr>
          <p:cNvGrpSpPr/>
          <p:nvPr/>
        </p:nvGrpSpPr>
        <p:grpSpPr>
          <a:xfrm>
            <a:off x="2924485" y="536377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EE8E7B5-F5F2-39B5-9095-B9E2AEC8DE03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E1E4578-6C0C-4ED0-BAF0-47FCE2D8F34B}"/>
                </a:ext>
              </a:extLst>
            </p:cNvPr>
            <p:cNvCxnSpPr>
              <a:cxnSpLocks/>
              <a:stCxn id="38" idx="0"/>
              <a:endCxn id="38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D32AB20-B062-0220-7FA0-D534C5870394}"/>
              </a:ext>
            </a:extLst>
          </p:cNvPr>
          <p:cNvGrpSpPr/>
          <p:nvPr/>
        </p:nvGrpSpPr>
        <p:grpSpPr>
          <a:xfrm>
            <a:off x="3990868" y="535923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52504CF-1282-CE14-909A-F7334D1543F8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D0BA7E9E-6168-1829-6858-44E9DD6B236A}"/>
                </a:ext>
              </a:extLst>
            </p:cNvPr>
            <p:cNvCxnSpPr>
              <a:cxnSpLocks/>
              <a:stCxn id="44" idx="0"/>
              <a:endCxn id="44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88B84E6-2C84-A0B7-B9C2-B02E3FCA4921}"/>
              </a:ext>
            </a:extLst>
          </p:cNvPr>
          <p:cNvGrpSpPr/>
          <p:nvPr/>
        </p:nvGrpSpPr>
        <p:grpSpPr>
          <a:xfrm>
            <a:off x="5048353" y="536377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160935A-6DAD-AA47-E822-884B68977F1A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6D7A610-D1A0-313F-6501-30904876536B}"/>
                </a:ext>
              </a:extLst>
            </p:cNvPr>
            <p:cNvCxnSpPr>
              <a:cxnSpLocks/>
              <a:stCxn id="50" idx="0"/>
              <a:endCxn id="50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DEC0BFD-0503-75BB-8588-AF7B6E496DC2}"/>
              </a:ext>
            </a:extLst>
          </p:cNvPr>
          <p:cNvGrpSpPr/>
          <p:nvPr/>
        </p:nvGrpSpPr>
        <p:grpSpPr>
          <a:xfrm>
            <a:off x="9038750" y="1639105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A199EF3-5257-FEBF-750F-EA47C79868C6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01C5A65-1BE0-F378-E3A7-14CD64DA7AE5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E4901CE-F9FC-91C4-ED5D-DA039451FF1E}"/>
                </a:ext>
              </a:extLst>
            </p:cNvPr>
            <p:cNvCxnSpPr>
              <a:cxnSpLocks/>
              <a:stCxn id="53" idx="1"/>
              <a:endCxn id="53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5E84E5B-9CB5-591C-23E5-74187F2593F8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BE4D73B-E2AB-2AD7-78EC-9397821FCFAE}"/>
              </a:ext>
            </a:extLst>
          </p:cNvPr>
          <p:cNvGrpSpPr/>
          <p:nvPr/>
        </p:nvGrpSpPr>
        <p:grpSpPr>
          <a:xfrm>
            <a:off x="9668696" y="1639105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C84B4C7-FC42-AAD9-C50F-6A8AA5C9A606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95ED2AB0-2F0B-29B5-97E2-28E31450B1B7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04DFC61-A33A-2836-480C-948AE774F6AC}"/>
                </a:ext>
              </a:extLst>
            </p:cNvPr>
            <p:cNvCxnSpPr>
              <a:cxnSpLocks/>
              <a:stCxn id="62" idx="1"/>
              <a:endCxn id="62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A4720E2-C1E3-240C-B3D4-15404DAEC422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B4594D4-2316-E5D1-125F-046B06254FCA}"/>
              </a:ext>
            </a:extLst>
          </p:cNvPr>
          <p:cNvGrpSpPr/>
          <p:nvPr/>
        </p:nvGrpSpPr>
        <p:grpSpPr>
          <a:xfrm>
            <a:off x="10317975" y="1654623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6F995BFF-132B-6DF3-0B6E-117EC3A9C3CE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508F713-C5EC-E86E-5C3E-6CA252D8B4F5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B761F4FE-CE30-47A2-0272-7EAE6DFBF5B5}"/>
                </a:ext>
              </a:extLst>
            </p:cNvPr>
            <p:cNvCxnSpPr>
              <a:cxnSpLocks/>
              <a:stCxn id="71" idx="1"/>
              <a:endCxn id="71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4F3A2C12-B7FE-C480-C6BA-FD948954BA0A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B958B62-228F-8764-13B8-EE993412F2AD}"/>
              </a:ext>
            </a:extLst>
          </p:cNvPr>
          <p:cNvGrpSpPr/>
          <p:nvPr/>
        </p:nvGrpSpPr>
        <p:grpSpPr>
          <a:xfrm>
            <a:off x="9038750" y="3429000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A067C23A-F997-214E-8D54-1A101F28A129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7BE04B0A-196E-2866-87ED-67E42EEE2063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0B7D0C68-D2AC-6BEA-29A4-B2B2FBE4B3FA}"/>
                </a:ext>
              </a:extLst>
            </p:cNvPr>
            <p:cNvCxnSpPr>
              <a:cxnSpLocks/>
              <a:stCxn id="80" idx="1"/>
              <a:endCxn id="80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53253798-8878-0D5C-58AD-2DEE3F792567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62C9B395-5006-6CD6-A357-D2A61841DDAF}"/>
              </a:ext>
            </a:extLst>
          </p:cNvPr>
          <p:cNvGrpSpPr/>
          <p:nvPr/>
        </p:nvGrpSpPr>
        <p:grpSpPr>
          <a:xfrm>
            <a:off x="9668696" y="3429000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ACE5E564-E162-6D94-BCC6-ABB6EAA8B41E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1A980C22-FA8E-8DEF-E5E4-A25807E8A61A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5E58CBD2-FA33-4845-B49D-98D280F54ABD}"/>
                </a:ext>
              </a:extLst>
            </p:cNvPr>
            <p:cNvCxnSpPr>
              <a:cxnSpLocks/>
              <a:stCxn id="89" idx="1"/>
              <a:endCxn id="8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AEBF7C1D-6EFC-203F-CDE6-22C03629EEF0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24E1948-AA79-CBB3-CD9B-5C76AD28D015}"/>
              </a:ext>
            </a:extLst>
          </p:cNvPr>
          <p:cNvGrpSpPr/>
          <p:nvPr/>
        </p:nvGrpSpPr>
        <p:grpSpPr>
          <a:xfrm>
            <a:off x="10317975" y="3444518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C5233EF4-8785-02F2-4BC4-3C939409EC2D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7C22B474-4130-2800-C66A-C40FA287D41A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092629E6-EA06-11C7-170C-F8ED61EFC929}"/>
                </a:ext>
              </a:extLst>
            </p:cNvPr>
            <p:cNvCxnSpPr>
              <a:cxnSpLocks/>
              <a:stCxn id="98" idx="1"/>
              <a:endCxn id="98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E014264D-EF47-D7DE-E9AE-A4285C4CEE0E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Rectangle 105">
            <a:extLst>
              <a:ext uri="{FF2B5EF4-FFF2-40B4-BE49-F238E27FC236}">
                <a16:creationId xmlns:a16="http://schemas.microsoft.com/office/drawing/2014/main" id="{3CADB3C1-2FFB-D412-DA24-6F0D95331D58}"/>
              </a:ext>
            </a:extLst>
          </p:cNvPr>
          <p:cNvSpPr/>
          <p:nvPr/>
        </p:nvSpPr>
        <p:spPr>
          <a:xfrm>
            <a:off x="2924485" y="4859835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5C9E6FE2-27DA-459C-FDF0-B4E7230B1E19}"/>
              </a:ext>
            </a:extLst>
          </p:cNvPr>
          <p:cNvSpPr/>
          <p:nvPr/>
        </p:nvSpPr>
        <p:spPr>
          <a:xfrm>
            <a:off x="3990169" y="4866645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73249443-AABE-719F-817C-0E412A1B7077}"/>
              </a:ext>
            </a:extLst>
          </p:cNvPr>
          <p:cNvSpPr/>
          <p:nvPr/>
        </p:nvSpPr>
        <p:spPr>
          <a:xfrm>
            <a:off x="2402818" y="5354692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5D49A65-5B75-DBD9-9DD4-AF138EBA28E1}"/>
              </a:ext>
            </a:extLst>
          </p:cNvPr>
          <p:cNvSpPr/>
          <p:nvPr/>
        </p:nvSpPr>
        <p:spPr>
          <a:xfrm>
            <a:off x="5057251" y="5368312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8B0A4AB-6793-8B2D-CF73-5EA7CCDB6E55}"/>
              </a:ext>
            </a:extLst>
          </p:cNvPr>
          <p:cNvSpPr txBox="1"/>
          <p:nvPr/>
        </p:nvSpPr>
        <p:spPr>
          <a:xfrm>
            <a:off x="2667751" y="6173360"/>
            <a:ext cx="1982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Kernel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135B725-B44C-2B8D-4528-6CE17B0EBA75}"/>
              </a:ext>
            </a:extLst>
          </p:cNvPr>
          <p:cNvSpPr txBox="1"/>
          <p:nvPr/>
        </p:nvSpPr>
        <p:spPr>
          <a:xfrm>
            <a:off x="8870821" y="5535459"/>
            <a:ext cx="1982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Inputs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E5C3A003-3591-1B3F-1834-D545C9D13568}"/>
              </a:ext>
            </a:extLst>
          </p:cNvPr>
          <p:cNvSpPr/>
          <p:nvPr/>
        </p:nvSpPr>
        <p:spPr>
          <a:xfrm>
            <a:off x="4530473" y="4873455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171941D-2963-9248-01BC-E910E4F32FD9}"/>
              </a:ext>
            </a:extLst>
          </p:cNvPr>
          <p:cNvSpPr/>
          <p:nvPr/>
        </p:nvSpPr>
        <p:spPr>
          <a:xfrm>
            <a:off x="5593066" y="4885573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1015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90E54-2EC1-4637-E9F6-CFEF39142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Unstructured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9D9A5-E4D8-839C-1C75-D6BE3AE4E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31172" cy="2062469"/>
          </a:xfrm>
        </p:spPr>
        <p:txBody>
          <a:bodyPr>
            <a:normAutofit/>
          </a:bodyPr>
          <a:lstStyle/>
          <a:p>
            <a:r>
              <a:rPr lang="en-US" dirty="0"/>
              <a:t>Consider Im2Col based Convolution</a:t>
            </a:r>
          </a:p>
          <a:p>
            <a:endParaRPr lang="en-US" dirty="0"/>
          </a:p>
          <a:p>
            <a:r>
              <a:rPr lang="en-US" dirty="0"/>
              <a:t>Highlighted elements of Input need to be contiguous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1A7CAD2-ADAD-87DC-FB0C-EAF3F9889B29}"/>
              </a:ext>
            </a:extLst>
          </p:cNvPr>
          <p:cNvGrpSpPr/>
          <p:nvPr/>
        </p:nvGrpSpPr>
        <p:grpSpPr>
          <a:xfrm>
            <a:off x="1867000" y="4859835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401DE8D-00B0-5E11-010F-0F213037DAFA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5FFA479-0DCF-8D3F-B4BC-5BB8FDD9CD8F}"/>
                </a:ext>
              </a:extLst>
            </p:cNvPr>
            <p:cNvCxnSpPr>
              <a:cxnSpLocks/>
              <a:stCxn id="8" idx="0"/>
              <a:endCxn id="8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C737897-328D-3D04-D180-7EBDA135A224}"/>
              </a:ext>
            </a:extLst>
          </p:cNvPr>
          <p:cNvGrpSpPr/>
          <p:nvPr/>
        </p:nvGrpSpPr>
        <p:grpSpPr>
          <a:xfrm>
            <a:off x="2924485" y="4864375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0F52BBA-7886-C0CA-BFE8-D1E1CD5CCCFE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DAC4FE2-C2E5-CDDA-ED37-4701DCD041ED}"/>
                </a:ext>
              </a:extLst>
            </p:cNvPr>
            <p:cNvCxnSpPr>
              <a:cxnSpLocks/>
              <a:stCxn id="14" idx="0"/>
              <a:endCxn id="14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1ADFF9A-8F3C-9767-E30E-2C061E6F990A}"/>
              </a:ext>
            </a:extLst>
          </p:cNvPr>
          <p:cNvGrpSpPr/>
          <p:nvPr/>
        </p:nvGrpSpPr>
        <p:grpSpPr>
          <a:xfrm>
            <a:off x="3990868" y="4859835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2A2A0E6-C007-0474-2F01-259AE100032C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407A271-93E6-36D1-B3C3-D61EFF85086C}"/>
                </a:ext>
              </a:extLst>
            </p:cNvPr>
            <p:cNvCxnSpPr>
              <a:cxnSpLocks/>
              <a:stCxn id="20" idx="0"/>
              <a:endCxn id="20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305CA88-E255-8F09-029D-F9372BBF4C69}"/>
              </a:ext>
            </a:extLst>
          </p:cNvPr>
          <p:cNvGrpSpPr/>
          <p:nvPr/>
        </p:nvGrpSpPr>
        <p:grpSpPr>
          <a:xfrm>
            <a:off x="5048353" y="4864375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D100E96-5CBF-0EF3-512D-A4CE20AC5A8B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5C4539D-A28D-D5B7-99FC-26AEFC301C7F}"/>
                </a:ext>
              </a:extLst>
            </p:cNvPr>
            <p:cNvCxnSpPr>
              <a:cxnSpLocks/>
              <a:stCxn id="26" idx="0"/>
              <a:endCxn id="26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6491122-EDE1-AC48-11F5-DE4AD550BED5}"/>
              </a:ext>
            </a:extLst>
          </p:cNvPr>
          <p:cNvGrpSpPr/>
          <p:nvPr/>
        </p:nvGrpSpPr>
        <p:grpSpPr>
          <a:xfrm>
            <a:off x="1867000" y="535923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1DB7001-A3F8-21EA-6ABF-9EDDB27214AB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FD5E8C0-652A-1BFE-73A7-AF37AA9BCE10}"/>
                </a:ext>
              </a:extLst>
            </p:cNvPr>
            <p:cNvCxnSpPr>
              <a:cxnSpLocks/>
              <a:stCxn id="32" idx="0"/>
              <a:endCxn id="32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58026F5-B9B2-F893-4456-DBF366CDE54A}"/>
              </a:ext>
            </a:extLst>
          </p:cNvPr>
          <p:cNvGrpSpPr/>
          <p:nvPr/>
        </p:nvGrpSpPr>
        <p:grpSpPr>
          <a:xfrm>
            <a:off x="2924485" y="536377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707A827-B35D-3FA7-4C43-3008BF5A76E1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E295987-4DE3-CDA9-1ADF-AD516D9539DC}"/>
                </a:ext>
              </a:extLst>
            </p:cNvPr>
            <p:cNvCxnSpPr>
              <a:cxnSpLocks/>
              <a:stCxn id="38" idx="0"/>
              <a:endCxn id="38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E8E74A1-CE3B-008F-477D-CC4950951A2D}"/>
              </a:ext>
            </a:extLst>
          </p:cNvPr>
          <p:cNvGrpSpPr/>
          <p:nvPr/>
        </p:nvGrpSpPr>
        <p:grpSpPr>
          <a:xfrm>
            <a:off x="3990868" y="535923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97EBB6C-EDFB-7C75-BDBF-B18298093883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DAFA81-4C96-B1DE-6EA0-C70C7D9ABD8B}"/>
                </a:ext>
              </a:extLst>
            </p:cNvPr>
            <p:cNvCxnSpPr>
              <a:cxnSpLocks/>
              <a:stCxn id="44" idx="0"/>
              <a:endCxn id="44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5790EC0-40D3-9662-5D7E-299292BAEE77}"/>
              </a:ext>
            </a:extLst>
          </p:cNvPr>
          <p:cNvGrpSpPr/>
          <p:nvPr/>
        </p:nvGrpSpPr>
        <p:grpSpPr>
          <a:xfrm>
            <a:off x="5048353" y="536377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C1E200B-0D1A-9AB4-37E2-3D7A1BFBF9C7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EEF9C99-4001-2FD3-CAEE-332304233494}"/>
                </a:ext>
              </a:extLst>
            </p:cNvPr>
            <p:cNvCxnSpPr>
              <a:cxnSpLocks/>
              <a:stCxn id="50" idx="0"/>
              <a:endCxn id="50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B9FE1F1-2BFD-9DDF-2A57-528E234F0069}"/>
              </a:ext>
            </a:extLst>
          </p:cNvPr>
          <p:cNvGrpSpPr/>
          <p:nvPr/>
        </p:nvGrpSpPr>
        <p:grpSpPr>
          <a:xfrm>
            <a:off x="9038750" y="1639105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F6663EC-820D-2970-0FA0-E111F3F8CECB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201DC89-992C-F3B7-285A-7532DFB1EEAA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6BF262B-90C3-25C5-AD04-D303264A55BB}"/>
                </a:ext>
              </a:extLst>
            </p:cNvPr>
            <p:cNvCxnSpPr>
              <a:cxnSpLocks/>
              <a:stCxn id="53" idx="1"/>
              <a:endCxn id="53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F67DB42-0211-E079-B232-249D8181C0D2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CE50EC8-013C-D7B4-6670-537EDFF83ABB}"/>
              </a:ext>
            </a:extLst>
          </p:cNvPr>
          <p:cNvGrpSpPr/>
          <p:nvPr/>
        </p:nvGrpSpPr>
        <p:grpSpPr>
          <a:xfrm>
            <a:off x="9668696" y="1639105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0088D06-72F9-6534-7615-6502305F5C4C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31A9BBB-073A-B536-1019-B1769412976D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D1BB6E88-5424-77BB-6FA4-DB0FB1AD9E58}"/>
                </a:ext>
              </a:extLst>
            </p:cNvPr>
            <p:cNvCxnSpPr>
              <a:cxnSpLocks/>
              <a:stCxn id="62" idx="1"/>
              <a:endCxn id="62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C75A9F8-89B6-A32D-EC3F-7A1DD9F6C9F3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5D24BFB-E179-6202-25CF-8B5AA0862EE4}"/>
              </a:ext>
            </a:extLst>
          </p:cNvPr>
          <p:cNvGrpSpPr/>
          <p:nvPr/>
        </p:nvGrpSpPr>
        <p:grpSpPr>
          <a:xfrm>
            <a:off x="10317975" y="1654623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DCE5E2DE-18E8-900A-7C69-2F5F967FE489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749F06F5-5C96-F194-09C0-2B7638CDFD33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CC966E14-0217-6DA8-4B42-AB1FC3A07D4F}"/>
                </a:ext>
              </a:extLst>
            </p:cNvPr>
            <p:cNvCxnSpPr>
              <a:cxnSpLocks/>
              <a:stCxn id="71" idx="1"/>
              <a:endCxn id="71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B4B0927-17FF-F895-9DB5-48DC5C45CAA2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118A047-E207-D2BC-36EB-B41EAAD26C7B}"/>
              </a:ext>
            </a:extLst>
          </p:cNvPr>
          <p:cNvGrpSpPr/>
          <p:nvPr/>
        </p:nvGrpSpPr>
        <p:grpSpPr>
          <a:xfrm>
            <a:off x="9038750" y="3429000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E8763922-A0A2-9804-19B0-D8D7F65D8E8B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EABB547-A709-A64A-3338-4E7015CAE81D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FDE0FF92-D82F-138B-C581-81419EB9C85C}"/>
                </a:ext>
              </a:extLst>
            </p:cNvPr>
            <p:cNvCxnSpPr>
              <a:cxnSpLocks/>
              <a:stCxn id="80" idx="1"/>
              <a:endCxn id="80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7F9E8218-534A-D789-3411-DC33E0D603A6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6B7C95F-FAD4-8255-8FB1-9C75455FD768}"/>
              </a:ext>
            </a:extLst>
          </p:cNvPr>
          <p:cNvGrpSpPr/>
          <p:nvPr/>
        </p:nvGrpSpPr>
        <p:grpSpPr>
          <a:xfrm>
            <a:off x="9668696" y="3429000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57E325B1-7151-3C97-40C6-4FC8F2854B04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78AAE68C-B636-A2E8-A591-D6328EF77557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16DF229F-90D9-7006-40D3-41A969243222}"/>
                </a:ext>
              </a:extLst>
            </p:cNvPr>
            <p:cNvCxnSpPr>
              <a:cxnSpLocks/>
              <a:stCxn id="89" idx="1"/>
              <a:endCxn id="8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40E25F8-E49B-1198-C989-173FA7B716F0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9DB1FCF-9307-001A-1543-05C9FA1BC937}"/>
              </a:ext>
            </a:extLst>
          </p:cNvPr>
          <p:cNvGrpSpPr/>
          <p:nvPr/>
        </p:nvGrpSpPr>
        <p:grpSpPr>
          <a:xfrm>
            <a:off x="10317975" y="3444518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1C422051-61C9-4798-FE73-889E9D5A71B7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61F3909-A241-E943-1982-CCE1DAD68EFB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65719F9F-780F-FE04-D0C4-989963852DD9}"/>
                </a:ext>
              </a:extLst>
            </p:cNvPr>
            <p:cNvCxnSpPr>
              <a:cxnSpLocks/>
              <a:stCxn id="98" idx="1"/>
              <a:endCxn id="98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3E902224-78E4-C026-4B96-57C827C24294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Rectangle 105">
            <a:extLst>
              <a:ext uri="{FF2B5EF4-FFF2-40B4-BE49-F238E27FC236}">
                <a16:creationId xmlns:a16="http://schemas.microsoft.com/office/drawing/2014/main" id="{586261EB-56A0-01BC-9182-54AB25B7051B}"/>
              </a:ext>
            </a:extLst>
          </p:cNvPr>
          <p:cNvSpPr/>
          <p:nvPr/>
        </p:nvSpPr>
        <p:spPr>
          <a:xfrm>
            <a:off x="2924485" y="4859835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CB262B6F-732E-45B6-D8DB-F8D6C401D3D4}"/>
              </a:ext>
            </a:extLst>
          </p:cNvPr>
          <p:cNvSpPr/>
          <p:nvPr/>
        </p:nvSpPr>
        <p:spPr>
          <a:xfrm>
            <a:off x="3990169" y="4866645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C3F66796-BC7C-CBB5-1F5F-0EBDD7A34FC9}"/>
              </a:ext>
            </a:extLst>
          </p:cNvPr>
          <p:cNvSpPr/>
          <p:nvPr/>
        </p:nvSpPr>
        <p:spPr>
          <a:xfrm>
            <a:off x="2402818" y="5354692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B07BC47-D38E-38C9-B4C0-94C26DA1DB36}"/>
              </a:ext>
            </a:extLst>
          </p:cNvPr>
          <p:cNvSpPr/>
          <p:nvPr/>
        </p:nvSpPr>
        <p:spPr>
          <a:xfrm>
            <a:off x="5057251" y="5368312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5041ED3-570A-A6EA-4071-E2307BE11EA2}"/>
              </a:ext>
            </a:extLst>
          </p:cNvPr>
          <p:cNvSpPr txBox="1"/>
          <p:nvPr/>
        </p:nvSpPr>
        <p:spPr>
          <a:xfrm>
            <a:off x="2667751" y="6173360"/>
            <a:ext cx="1982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Kernel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D6E1649-8B06-E50F-2586-DBAB230A5F1B}"/>
              </a:ext>
            </a:extLst>
          </p:cNvPr>
          <p:cNvSpPr txBox="1"/>
          <p:nvPr/>
        </p:nvSpPr>
        <p:spPr>
          <a:xfrm>
            <a:off x="8870821" y="5535459"/>
            <a:ext cx="1982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Inputs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87DC2736-5477-E0E1-CE29-908F52248785}"/>
              </a:ext>
            </a:extLst>
          </p:cNvPr>
          <p:cNvSpPr/>
          <p:nvPr/>
        </p:nvSpPr>
        <p:spPr>
          <a:xfrm>
            <a:off x="4530473" y="4873455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01D75896-0CF9-9592-1AA1-993BA1E91DFF}"/>
              </a:ext>
            </a:extLst>
          </p:cNvPr>
          <p:cNvSpPr/>
          <p:nvPr/>
        </p:nvSpPr>
        <p:spPr>
          <a:xfrm>
            <a:off x="5593066" y="4885573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DCC0C00-329C-208A-095F-C3121DCEC914}"/>
              </a:ext>
            </a:extLst>
          </p:cNvPr>
          <p:cNvCxnSpPr/>
          <p:nvPr/>
        </p:nvCxnSpPr>
        <p:spPr>
          <a:xfrm>
            <a:off x="793287" y="5086728"/>
            <a:ext cx="76301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FC04FE8-B746-0C04-B60B-693E4C1C2BA7}"/>
              </a:ext>
            </a:extLst>
          </p:cNvPr>
          <p:cNvSpPr/>
          <p:nvPr/>
        </p:nvSpPr>
        <p:spPr>
          <a:xfrm>
            <a:off x="8870821" y="1572649"/>
            <a:ext cx="2221992" cy="93812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36B4D6-F514-B83C-C76D-E8D0C07E4024}"/>
              </a:ext>
            </a:extLst>
          </p:cNvPr>
          <p:cNvSpPr/>
          <p:nvPr/>
        </p:nvSpPr>
        <p:spPr>
          <a:xfrm>
            <a:off x="8825608" y="3037614"/>
            <a:ext cx="2221992" cy="42898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C0D89E-F44B-6032-28CF-43468AE73CE7}"/>
              </a:ext>
            </a:extLst>
          </p:cNvPr>
          <p:cNvSpPr/>
          <p:nvPr/>
        </p:nvSpPr>
        <p:spPr>
          <a:xfrm>
            <a:off x="8881833" y="4351105"/>
            <a:ext cx="2221992" cy="42898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5392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90E54-2EC1-4637-E9F6-CFEF39142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Unstructured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9D9A5-E4D8-839C-1C75-D6BE3AE4E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31172" cy="2062469"/>
          </a:xfrm>
        </p:spPr>
        <p:txBody>
          <a:bodyPr>
            <a:normAutofit/>
          </a:bodyPr>
          <a:lstStyle/>
          <a:p>
            <a:r>
              <a:rPr lang="en-US" dirty="0"/>
              <a:t>Consider Im2Col based Convolution</a:t>
            </a:r>
          </a:p>
          <a:p>
            <a:endParaRPr lang="en-US" dirty="0"/>
          </a:p>
          <a:p>
            <a:r>
              <a:rPr lang="en-US" dirty="0"/>
              <a:t>Highlighted elements of Input need to be contiguous </a:t>
            </a:r>
            <a:r>
              <a:rPr lang="en-US" dirty="0">
                <a:solidFill>
                  <a:srgbClr val="C00000"/>
                </a:solidFill>
              </a:rPr>
              <a:t>why??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1A7CAD2-ADAD-87DC-FB0C-EAF3F9889B29}"/>
              </a:ext>
            </a:extLst>
          </p:cNvPr>
          <p:cNvGrpSpPr/>
          <p:nvPr/>
        </p:nvGrpSpPr>
        <p:grpSpPr>
          <a:xfrm>
            <a:off x="1867000" y="4859835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401DE8D-00B0-5E11-010F-0F213037DAFA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5FFA479-0DCF-8D3F-B4BC-5BB8FDD9CD8F}"/>
                </a:ext>
              </a:extLst>
            </p:cNvPr>
            <p:cNvCxnSpPr>
              <a:cxnSpLocks/>
              <a:stCxn id="8" idx="0"/>
              <a:endCxn id="8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C737897-328D-3D04-D180-7EBDA135A224}"/>
              </a:ext>
            </a:extLst>
          </p:cNvPr>
          <p:cNvGrpSpPr/>
          <p:nvPr/>
        </p:nvGrpSpPr>
        <p:grpSpPr>
          <a:xfrm>
            <a:off x="2924485" y="4864375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0F52BBA-7886-C0CA-BFE8-D1E1CD5CCCFE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DAC4FE2-C2E5-CDDA-ED37-4701DCD041ED}"/>
                </a:ext>
              </a:extLst>
            </p:cNvPr>
            <p:cNvCxnSpPr>
              <a:cxnSpLocks/>
              <a:stCxn id="14" idx="0"/>
              <a:endCxn id="14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1ADFF9A-8F3C-9767-E30E-2C061E6F990A}"/>
              </a:ext>
            </a:extLst>
          </p:cNvPr>
          <p:cNvGrpSpPr/>
          <p:nvPr/>
        </p:nvGrpSpPr>
        <p:grpSpPr>
          <a:xfrm>
            <a:off x="3990868" y="4859835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2A2A0E6-C007-0474-2F01-259AE100032C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407A271-93E6-36D1-B3C3-D61EFF85086C}"/>
                </a:ext>
              </a:extLst>
            </p:cNvPr>
            <p:cNvCxnSpPr>
              <a:cxnSpLocks/>
              <a:stCxn id="20" idx="0"/>
              <a:endCxn id="20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305CA88-E255-8F09-029D-F9372BBF4C69}"/>
              </a:ext>
            </a:extLst>
          </p:cNvPr>
          <p:cNvGrpSpPr/>
          <p:nvPr/>
        </p:nvGrpSpPr>
        <p:grpSpPr>
          <a:xfrm>
            <a:off x="5048353" y="4864375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D100E96-5CBF-0EF3-512D-A4CE20AC5A8B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5C4539D-A28D-D5B7-99FC-26AEFC301C7F}"/>
                </a:ext>
              </a:extLst>
            </p:cNvPr>
            <p:cNvCxnSpPr>
              <a:cxnSpLocks/>
              <a:stCxn id="26" idx="0"/>
              <a:endCxn id="26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6491122-EDE1-AC48-11F5-DE4AD550BED5}"/>
              </a:ext>
            </a:extLst>
          </p:cNvPr>
          <p:cNvGrpSpPr/>
          <p:nvPr/>
        </p:nvGrpSpPr>
        <p:grpSpPr>
          <a:xfrm>
            <a:off x="1867000" y="535923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1DB7001-A3F8-21EA-6ABF-9EDDB27214AB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FD5E8C0-652A-1BFE-73A7-AF37AA9BCE10}"/>
                </a:ext>
              </a:extLst>
            </p:cNvPr>
            <p:cNvCxnSpPr>
              <a:cxnSpLocks/>
              <a:stCxn id="32" idx="0"/>
              <a:endCxn id="32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58026F5-B9B2-F893-4456-DBF366CDE54A}"/>
              </a:ext>
            </a:extLst>
          </p:cNvPr>
          <p:cNvGrpSpPr/>
          <p:nvPr/>
        </p:nvGrpSpPr>
        <p:grpSpPr>
          <a:xfrm>
            <a:off x="2924485" y="536377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707A827-B35D-3FA7-4C43-3008BF5A76E1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E295987-4DE3-CDA9-1ADF-AD516D9539DC}"/>
                </a:ext>
              </a:extLst>
            </p:cNvPr>
            <p:cNvCxnSpPr>
              <a:cxnSpLocks/>
              <a:stCxn id="38" idx="0"/>
              <a:endCxn id="38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E8E74A1-CE3B-008F-477D-CC4950951A2D}"/>
              </a:ext>
            </a:extLst>
          </p:cNvPr>
          <p:cNvGrpSpPr/>
          <p:nvPr/>
        </p:nvGrpSpPr>
        <p:grpSpPr>
          <a:xfrm>
            <a:off x="3990868" y="535923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97EBB6C-EDFB-7C75-BDBF-B18298093883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DAFA81-4C96-B1DE-6EA0-C70C7D9ABD8B}"/>
                </a:ext>
              </a:extLst>
            </p:cNvPr>
            <p:cNvCxnSpPr>
              <a:cxnSpLocks/>
              <a:stCxn id="44" idx="0"/>
              <a:endCxn id="44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5790EC0-40D3-9662-5D7E-299292BAEE77}"/>
              </a:ext>
            </a:extLst>
          </p:cNvPr>
          <p:cNvGrpSpPr/>
          <p:nvPr/>
        </p:nvGrpSpPr>
        <p:grpSpPr>
          <a:xfrm>
            <a:off x="5048353" y="536377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C1E200B-0D1A-9AB4-37E2-3D7A1BFBF9C7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EEF9C99-4001-2FD3-CAEE-332304233494}"/>
                </a:ext>
              </a:extLst>
            </p:cNvPr>
            <p:cNvCxnSpPr>
              <a:cxnSpLocks/>
              <a:stCxn id="50" idx="0"/>
              <a:endCxn id="50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B9FE1F1-2BFD-9DDF-2A57-528E234F0069}"/>
              </a:ext>
            </a:extLst>
          </p:cNvPr>
          <p:cNvGrpSpPr/>
          <p:nvPr/>
        </p:nvGrpSpPr>
        <p:grpSpPr>
          <a:xfrm>
            <a:off x="9038750" y="1639105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F6663EC-820D-2970-0FA0-E111F3F8CECB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201DC89-992C-F3B7-285A-7532DFB1EEAA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6BF262B-90C3-25C5-AD04-D303264A55BB}"/>
                </a:ext>
              </a:extLst>
            </p:cNvPr>
            <p:cNvCxnSpPr>
              <a:cxnSpLocks/>
              <a:stCxn id="53" idx="1"/>
              <a:endCxn id="53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F67DB42-0211-E079-B232-249D8181C0D2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CE50EC8-013C-D7B4-6670-537EDFF83ABB}"/>
              </a:ext>
            </a:extLst>
          </p:cNvPr>
          <p:cNvGrpSpPr/>
          <p:nvPr/>
        </p:nvGrpSpPr>
        <p:grpSpPr>
          <a:xfrm>
            <a:off x="9668696" y="1639105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0088D06-72F9-6534-7615-6502305F5C4C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31A9BBB-073A-B536-1019-B1769412976D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D1BB6E88-5424-77BB-6FA4-DB0FB1AD9E58}"/>
                </a:ext>
              </a:extLst>
            </p:cNvPr>
            <p:cNvCxnSpPr>
              <a:cxnSpLocks/>
              <a:stCxn id="62" idx="1"/>
              <a:endCxn id="62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C75A9F8-89B6-A32D-EC3F-7A1DD9F6C9F3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5D24BFB-E179-6202-25CF-8B5AA0862EE4}"/>
              </a:ext>
            </a:extLst>
          </p:cNvPr>
          <p:cNvGrpSpPr/>
          <p:nvPr/>
        </p:nvGrpSpPr>
        <p:grpSpPr>
          <a:xfrm>
            <a:off x="10317975" y="1654623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DCE5E2DE-18E8-900A-7C69-2F5F967FE489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749F06F5-5C96-F194-09C0-2B7638CDFD33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CC966E14-0217-6DA8-4B42-AB1FC3A07D4F}"/>
                </a:ext>
              </a:extLst>
            </p:cNvPr>
            <p:cNvCxnSpPr>
              <a:cxnSpLocks/>
              <a:stCxn id="71" idx="1"/>
              <a:endCxn id="71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B4B0927-17FF-F895-9DB5-48DC5C45CAA2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118A047-E207-D2BC-36EB-B41EAAD26C7B}"/>
              </a:ext>
            </a:extLst>
          </p:cNvPr>
          <p:cNvGrpSpPr/>
          <p:nvPr/>
        </p:nvGrpSpPr>
        <p:grpSpPr>
          <a:xfrm>
            <a:off x="9038750" y="3429000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E8763922-A0A2-9804-19B0-D8D7F65D8E8B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EABB547-A709-A64A-3338-4E7015CAE81D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FDE0FF92-D82F-138B-C581-81419EB9C85C}"/>
                </a:ext>
              </a:extLst>
            </p:cNvPr>
            <p:cNvCxnSpPr>
              <a:cxnSpLocks/>
              <a:stCxn id="80" idx="1"/>
              <a:endCxn id="80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7F9E8218-534A-D789-3411-DC33E0D603A6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6B7C95F-FAD4-8255-8FB1-9C75455FD768}"/>
              </a:ext>
            </a:extLst>
          </p:cNvPr>
          <p:cNvGrpSpPr/>
          <p:nvPr/>
        </p:nvGrpSpPr>
        <p:grpSpPr>
          <a:xfrm>
            <a:off x="9668696" y="3429000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57E325B1-7151-3C97-40C6-4FC8F2854B04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78AAE68C-B636-A2E8-A591-D6328EF77557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16DF229F-90D9-7006-40D3-41A969243222}"/>
                </a:ext>
              </a:extLst>
            </p:cNvPr>
            <p:cNvCxnSpPr>
              <a:cxnSpLocks/>
              <a:stCxn id="89" idx="1"/>
              <a:endCxn id="8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40E25F8-E49B-1198-C989-173FA7B716F0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9DB1FCF-9307-001A-1543-05C9FA1BC937}"/>
              </a:ext>
            </a:extLst>
          </p:cNvPr>
          <p:cNvGrpSpPr/>
          <p:nvPr/>
        </p:nvGrpSpPr>
        <p:grpSpPr>
          <a:xfrm>
            <a:off x="10317975" y="3444518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1C422051-61C9-4798-FE73-889E9D5A71B7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61F3909-A241-E943-1982-CCE1DAD68EFB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65719F9F-780F-FE04-D0C4-989963852DD9}"/>
                </a:ext>
              </a:extLst>
            </p:cNvPr>
            <p:cNvCxnSpPr>
              <a:cxnSpLocks/>
              <a:stCxn id="98" idx="1"/>
              <a:endCxn id="98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3E902224-78E4-C026-4B96-57C827C24294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Rectangle 105">
            <a:extLst>
              <a:ext uri="{FF2B5EF4-FFF2-40B4-BE49-F238E27FC236}">
                <a16:creationId xmlns:a16="http://schemas.microsoft.com/office/drawing/2014/main" id="{586261EB-56A0-01BC-9182-54AB25B7051B}"/>
              </a:ext>
            </a:extLst>
          </p:cNvPr>
          <p:cNvSpPr/>
          <p:nvPr/>
        </p:nvSpPr>
        <p:spPr>
          <a:xfrm>
            <a:off x="2924485" y="4859835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CB262B6F-732E-45B6-D8DB-F8D6C401D3D4}"/>
              </a:ext>
            </a:extLst>
          </p:cNvPr>
          <p:cNvSpPr/>
          <p:nvPr/>
        </p:nvSpPr>
        <p:spPr>
          <a:xfrm>
            <a:off x="3990169" y="4866645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C3F66796-BC7C-CBB5-1F5F-0EBDD7A34FC9}"/>
              </a:ext>
            </a:extLst>
          </p:cNvPr>
          <p:cNvSpPr/>
          <p:nvPr/>
        </p:nvSpPr>
        <p:spPr>
          <a:xfrm>
            <a:off x="2402818" y="5354692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B07BC47-D38E-38C9-B4C0-94C26DA1DB36}"/>
              </a:ext>
            </a:extLst>
          </p:cNvPr>
          <p:cNvSpPr/>
          <p:nvPr/>
        </p:nvSpPr>
        <p:spPr>
          <a:xfrm>
            <a:off x="5057251" y="5368312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5041ED3-570A-A6EA-4071-E2307BE11EA2}"/>
              </a:ext>
            </a:extLst>
          </p:cNvPr>
          <p:cNvSpPr txBox="1"/>
          <p:nvPr/>
        </p:nvSpPr>
        <p:spPr>
          <a:xfrm>
            <a:off x="2667751" y="6173360"/>
            <a:ext cx="1982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Kernel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D6E1649-8B06-E50F-2586-DBAB230A5F1B}"/>
              </a:ext>
            </a:extLst>
          </p:cNvPr>
          <p:cNvSpPr txBox="1"/>
          <p:nvPr/>
        </p:nvSpPr>
        <p:spPr>
          <a:xfrm>
            <a:off x="8870821" y="5535459"/>
            <a:ext cx="1982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Inputs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87DC2736-5477-E0E1-CE29-908F52248785}"/>
              </a:ext>
            </a:extLst>
          </p:cNvPr>
          <p:cNvSpPr/>
          <p:nvPr/>
        </p:nvSpPr>
        <p:spPr>
          <a:xfrm>
            <a:off x="4530473" y="4873455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01D75896-0CF9-9592-1AA1-993BA1E91DFF}"/>
              </a:ext>
            </a:extLst>
          </p:cNvPr>
          <p:cNvSpPr/>
          <p:nvPr/>
        </p:nvSpPr>
        <p:spPr>
          <a:xfrm>
            <a:off x="5593066" y="4885573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DCC0C00-329C-208A-095F-C3121DCEC914}"/>
              </a:ext>
            </a:extLst>
          </p:cNvPr>
          <p:cNvCxnSpPr/>
          <p:nvPr/>
        </p:nvCxnSpPr>
        <p:spPr>
          <a:xfrm>
            <a:off x="793287" y="5086728"/>
            <a:ext cx="76301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FC04FE8-B746-0C04-B60B-693E4C1C2BA7}"/>
              </a:ext>
            </a:extLst>
          </p:cNvPr>
          <p:cNvSpPr/>
          <p:nvPr/>
        </p:nvSpPr>
        <p:spPr>
          <a:xfrm>
            <a:off x="8870821" y="1572649"/>
            <a:ext cx="2221992" cy="93812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36B4D6-F514-B83C-C76D-E8D0C07E4024}"/>
              </a:ext>
            </a:extLst>
          </p:cNvPr>
          <p:cNvSpPr/>
          <p:nvPr/>
        </p:nvSpPr>
        <p:spPr>
          <a:xfrm>
            <a:off x="8825608" y="3037614"/>
            <a:ext cx="2221992" cy="42898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C0D89E-F44B-6032-28CF-43468AE73CE7}"/>
              </a:ext>
            </a:extLst>
          </p:cNvPr>
          <p:cNvSpPr/>
          <p:nvPr/>
        </p:nvSpPr>
        <p:spPr>
          <a:xfrm>
            <a:off x="8881833" y="4351105"/>
            <a:ext cx="2221992" cy="42898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6781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90E54-2EC1-4637-E9F6-CFEF39142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Unstructured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9D9A5-E4D8-839C-1C75-D6BE3AE4E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31172" cy="206246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Consider Im2Col based Convolution</a:t>
            </a:r>
          </a:p>
          <a:p>
            <a:endParaRPr lang="en-US" dirty="0"/>
          </a:p>
          <a:p>
            <a:r>
              <a:rPr lang="en-US" dirty="0"/>
              <a:t>Highlighted elements of Input need to be contiguous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Sequential layout leads to bandwidth maximization and latency reduction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1A7CAD2-ADAD-87DC-FB0C-EAF3F9889B29}"/>
              </a:ext>
            </a:extLst>
          </p:cNvPr>
          <p:cNvGrpSpPr/>
          <p:nvPr/>
        </p:nvGrpSpPr>
        <p:grpSpPr>
          <a:xfrm>
            <a:off x="1867000" y="4859835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401DE8D-00B0-5E11-010F-0F213037DAFA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5FFA479-0DCF-8D3F-B4BC-5BB8FDD9CD8F}"/>
                </a:ext>
              </a:extLst>
            </p:cNvPr>
            <p:cNvCxnSpPr>
              <a:cxnSpLocks/>
              <a:stCxn id="8" idx="0"/>
              <a:endCxn id="8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C737897-328D-3D04-D180-7EBDA135A224}"/>
              </a:ext>
            </a:extLst>
          </p:cNvPr>
          <p:cNvGrpSpPr/>
          <p:nvPr/>
        </p:nvGrpSpPr>
        <p:grpSpPr>
          <a:xfrm>
            <a:off x="2924485" y="4864375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0F52BBA-7886-C0CA-BFE8-D1E1CD5CCCFE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DAC4FE2-C2E5-CDDA-ED37-4701DCD041ED}"/>
                </a:ext>
              </a:extLst>
            </p:cNvPr>
            <p:cNvCxnSpPr>
              <a:cxnSpLocks/>
              <a:stCxn id="14" idx="0"/>
              <a:endCxn id="14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1ADFF9A-8F3C-9767-E30E-2C061E6F990A}"/>
              </a:ext>
            </a:extLst>
          </p:cNvPr>
          <p:cNvGrpSpPr/>
          <p:nvPr/>
        </p:nvGrpSpPr>
        <p:grpSpPr>
          <a:xfrm>
            <a:off x="3990868" y="4859835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2A2A0E6-C007-0474-2F01-259AE100032C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407A271-93E6-36D1-B3C3-D61EFF85086C}"/>
                </a:ext>
              </a:extLst>
            </p:cNvPr>
            <p:cNvCxnSpPr>
              <a:cxnSpLocks/>
              <a:stCxn id="20" idx="0"/>
              <a:endCxn id="20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305CA88-E255-8F09-029D-F9372BBF4C69}"/>
              </a:ext>
            </a:extLst>
          </p:cNvPr>
          <p:cNvGrpSpPr/>
          <p:nvPr/>
        </p:nvGrpSpPr>
        <p:grpSpPr>
          <a:xfrm>
            <a:off x="5048353" y="4864375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D100E96-5CBF-0EF3-512D-A4CE20AC5A8B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5C4539D-A28D-D5B7-99FC-26AEFC301C7F}"/>
                </a:ext>
              </a:extLst>
            </p:cNvPr>
            <p:cNvCxnSpPr>
              <a:cxnSpLocks/>
              <a:stCxn id="26" idx="0"/>
              <a:endCxn id="26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6491122-EDE1-AC48-11F5-DE4AD550BED5}"/>
              </a:ext>
            </a:extLst>
          </p:cNvPr>
          <p:cNvGrpSpPr/>
          <p:nvPr/>
        </p:nvGrpSpPr>
        <p:grpSpPr>
          <a:xfrm>
            <a:off x="1867000" y="535923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1DB7001-A3F8-21EA-6ABF-9EDDB27214AB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FD5E8C0-652A-1BFE-73A7-AF37AA9BCE10}"/>
                </a:ext>
              </a:extLst>
            </p:cNvPr>
            <p:cNvCxnSpPr>
              <a:cxnSpLocks/>
              <a:stCxn id="32" idx="0"/>
              <a:endCxn id="32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58026F5-B9B2-F893-4456-DBF366CDE54A}"/>
              </a:ext>
            </a:extLst>
          </p:cNvPr>
          <p:cNvGrpSpPr/>
          <p:nvPr/>
        </p:nvGrpSpPr>
        <p:grpSpPr>
          <a:xfrm>
            <a:off x="2924485" y="536377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707A827-B35D-3FA7-4C43-3008BF5A76E1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E295987-4DE3-CDA9-1ADF-AD516D9539DC}"/>
                </a:ext>
              </a:extLst>
            </p:cNvPr>
            <p:cNvCxnSpPr>
              <a:cxnSpLocks/>
              <a:stCxn id="38" idx="0"/>
              <a:endCxn id="38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E8E74A1-CE3B-008F-477D-CC4950951A2D}"/>
              </a:ext>
            </a:extLst>
          </p:cNvPr>
          <p:cNvGrpSpPr/>
          <p:nvPr/>
        </p:nvGrpSpPr>
        <p:grpSpPr>
          <a:xfrm>
            <a:off x="3990868" y="535923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97EBB6C-EDFB-7C75-BDBF-B18298093883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DAFA81-4C96-B1DE-6EA0-C70C7D9ABD8B}"/>
                </a:ext>
              </a:extLst>
            </p:cNvPr>
            <p:cNvCxnSpPr>
              <a:cxnSpLocks/>
              <a:stCxn id="44" idx="0"/>
              <a:endCxn id="44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5790EC0-40D3-9662-5D7E-299292BAEE77}"/>
              </a:ext>
            </a:extLst>
          </p:cNvPr>
          <p:cNvGrpSpPr/>
          <p:nvPr/>
        </p:nvGrpSpPr>
        <p:grpSpPr>
          <a:xfrm>
            <a:off x="5048353" y="536377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C1E200B-0D1A-9AB4-37E2-3D7A1BFBF9C7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EEF9C99-4001-2FD3-CAEE-332304233494}"/>
                </a:ext>
              </a:extLst>
            </p:cNvPr>
            <p:cNvCxnSpPr>
              <a:cxnSpLocks/>
              <a:stCxn id="50" idx="0"/>
              <a:endCxn id="50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B9FE1F1-2BFD-9DDF-2A57-528E234F0069}"/>
              </a:ext>
            </a:extLst>
          </p:cNvPr>
          <p:cNvGrpSpPr/>
          <p:nvPr/>
        </p:nvGrpSpPr>
        <p:grpSpPr>
          <a:xfrm>
            <a:off x="9038750" y="1639105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F6663EC-820D-2970-0FA0-E111F3F8CECB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201DC89-992C-F3B7-285A-7532DFB1EEAA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6BF262B-90C3-25C5-AD04-D303264A55BB}"/>
                </a:ext>
              </a:extLst>
            </p:cNvPr>
            <p:cNvCxnSpPr>
              <a:cxnSpLocks/>
              <a:stCxn id="53" idx="1"/>
              <a:endCxn id="53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F67DB42-0211-E079-B232-249D8181C0D2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CE50EC8-013C-D7B4-6670-537EDFF83ABB}"/>
              </a:ext>
            </a:extLst>
          </p:cNvPr>
          <p:cNvGrpSpPr/>
          <p:nvPr/>
        </p:nvGrpSpPr>
        <p:grpSpPr>
          <a:xfrm>
            <a:off x="9668696" y="1639105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0088D06-72F9-6534-7615-6502305F5C4C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31A9BBB-073A-B536-1019-B1769412976D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D1BB6E88-5424-77BB-6FA4-DB0FB1AD9E58}"/>
                </a:ext>
              </a:extLst>
            </p:cNvPr>
            <p:cNvCxnSpPr>
              <a:cxnSpLocks/>
              <a:stCxn id="62" idx="1"/>
              <a:endCxn id="62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C75A9F8-89B6-A32D-EC3F-7A1DD9F6C9F3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5D24BFB-E179-6202-25CF-8B5AA0862EE4}"/>
              </a:ext>
            </a:extLst>
          </p:cNvPr>
          <p:cNvGrpSpPr/>
          <p:nvPr/>
        </p:nvGrpSpPr>
        <p:grpSpPr>
          <a:xfrm>
            <a:off x="10317975" y="1654623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DCE5E2DE-18E8-900A-7C69-2F5F967FE489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749F06F5-5C96-F194-09C0-2B7638CDFD33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CC966E14-0217-6DA8-4B42-AB1FC3A07D4F}"/>
                </a:ext>
              </a:extLst>
            </p:cNvPr>
            <p:cNvCxnSpPr>
              <a:cxnSpLocks/>
              <a:stCxn id="71" idx="1"/>
              <a:endCxn id="71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B4B0927-17FF-F895-9DB5-48DC5C45CAA2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118A047-E207-D2BC-36EB-B41EAAD26C7B}"/>
              </a:ext>
            </a:extLst>
          </p:cNvPr>
          <p:cNvGrpSpPr/>
          <p:nvPr/>
        </p:nvGrpSpPr>
        <p:grpSpPr>
          <a:xfrm>
            <a:off x="9038750" y="3429000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E8763922-A0A2-9804-19B0-D8D7F65D8E8B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EABB547-A709-A64A-3338-4E7015CAE81D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FDE0FF92-D82F-138B-C581-81419EB9C85C}"/>
                </a:ext>
              </a:extLst>
            </p:cNvPr>
            <p:cNvCxnSpPr>
              <a:cxnSpLocks/>
              <a:stCxn id="80" idx="1"/>
              <a:endCxn id="80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7F9E8218-534A-D789-3411-DC33E0D603A6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6B7C95F-FAD4-8255-8FB1-9C75455FD768}"/>
              </a:ext>
            </a:extLst>
          </p:cNvPr>
          <p:cNvGrpSpPr/>
          <p:nvPr/>
        </p:nvGrpSpPr>
        <p:grpSpPr>
          <a:xfrm>
            <a:off x="9668696" y="3429000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57E325B1-7151-3C97-40C6-4FC8F2854B04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78AAE68C-B636-A2E8-A591-D6328EF77557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16DF229F-90D9-7006-40D3-41A969243222}"/>
                </a:ext>
              </a:extLst>
            </p:cNvPr>
            <p:cNvCxnSpPr>
              <a:cxnSpLocks/>
              <a:stCxn id="89" idx="1"/>
              <a:endCxn id="8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40E25F8-E49B-1198-C989-173FA7B716F0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9DB1FCF-9307-001A-1543-05C9FA1BC937}"/>
              </a:ext>
            </a:extLst>
          </p:cNvPr>
          <p:cNvGrpSpPr/>
          <p:nvPr/>
        </p:nvGrpSpPr>
        <p:grpSpPr>
          <a:xfrm>
            <a:off x="10317975" y="3444518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1C422051-61C9-4798-FE73-889E9D5A71B7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61F3909-A241-E943-1982-CCE1DAD68EFB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65719F9F-780F-FE04-D0C4-989963852DD9}"/>
                </a:ext>
              </a:extLst>
            </p:cNvPr>
            <p:cNvCxnSpPr>
              <a:cxnSpLocks/>
              <a:stCxn id="98" idx="1"/>
              <a:endCxn id="98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3E902224-78E4-C026-4B96-57C827C24294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Rectangle 105">
            <a:extLst>
              <a:ext uri="{FF2B5EF4-FFF2-40B4-BE49-F238E27FC236}">
                <a16:creationId xmlns:a16="http://schemas.microsoft.com/office/drawing/2014/main" id="{586261EB-56A0-01BC-9182-54AB25B7051B}"/>
              </a:ext>
            </a:extLst>
          </p:cNvPr>
          <p:cNvSpPr/>
          <p:nvPr/>
        </p:nvSpPr>
        <p:spPr>
          <a:xfrm>
            <a:off x="2924485" y="4859835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CB262B6F-732E-45B6-D8DB-F8D6C401D3D4}"/>
              </a:ext>
            </a:extLst>
          </p:cNvPr>
          <p:cNvSpPr/>
          <p:nvPr/>
        </p:nvSpPr>
        <p:spPr>
          <a:xfrm>
            <a:off x="3990169" y="4866645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C3F66796-BC7C-CBB5-1F5F-0EBDD7A34FC9}"/>
              </a:ext>
            </a:extLst>
          </p:cNvPr>
          <p:cNvSpPr/>
          <p:nvPr/>
        </p:nvSpPr>
        <p:spPr>
          <a:xfrm>
            <a:off x="2402818" y="5354692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B07BC47-D38E-38C9-B4C0-94C26DA1DB36}"/>
              </a:ext>
            </a:extLst>
          </p:cNvPr>
          <p:cNvSpPr/>
          <p:nvPr/>
        </p:nvSpPr>
        <p:spPr>
          <a:xfrm>
            <a:off x="5057251" y="5368312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5041ED3-570A-A6EA-4071-E2307BE11EA2}"/>
              </a:ext>
            </a:extLst>
          </p:cNvPr>
          <p:cNvSpPr txBox="1"/>
          <p:nvPr/>
        </p:nvSpPr>
        <p:spPr>
          <a:xfrm>
            <a:off x="2667751" y="6173360"/>
            <a:ext cx="1982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Kernel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D6E1649-8B06-E50F-2586-DBAB230A5F1B}"/>
              </a:ext>
            </a:extLst>
          </p:cNvPr>
          <p:cNvSpPr txBox="1"/>
          <p:nvPr/>
        </p:nvSpPr>
        <p:spPr>
          <a:xfrm>
            <a:off x="8870821" y="5535459"/>
            <a:ext cx="1982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Inputs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87DC2736-5477-E0E1-CE29-908F52248785}"/>
              </a:ext>
            </a:extLst>
          </p:cNvPr>
          <p:cNvSpPr/>
          <p:nvPr/>
        </p:nvSpPr>
        <p:spPr>
          <a:xfrm>
            <a:off x="4530473" y="4873455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01D75896-0CF9-9592-1AA1-993BA1E91DFF}"/>
              </a:ext>
            </a:extLst>
          </p:cNvPr>
          <p:cNvSpPr/>
          <p:nvPr/>
        </p:nvSpPr>
        <p:spPr>
          <a:xfrm>
            <a:off x="5593066" y="4885573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DCC0C00-329C-208A-095F-C3121DCEC914}"/>
              </a:ext>
            </a:extLst>
          </p:cNvPr>
          <p:cNvCxnSpPr/>
          <p:nvPr/>
        </p:nvCxnSpPr>
        <p:spPr>
          <a:xfrm>
            <a:off x="793287" y="5086728"/>
            <a:ext cx="76301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FC04FE8-B746-0C04-B60B-693E4C1C2BA7}"/>
              </a:ext>
            </a:extLst>
          </p:cNvPr>
          <p:cNvSpPr/>
          <p:nvPr/>
        </p:nvSpPr>
        <p:spPr>
          <a:xfrm>
            <a:off x="8870821" y="1572649"/>
            <a:ext cx="2221992" cy="93812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36B4D6-F514-B83C-C76D-E8D0C07E4024}"/>
              </a:ext>
            </a:extLst>
          </p:cNvPr>
          <p:cNvSpPr/>
          <p:nvPr/>
        </p:nvSpPr>
        <p:spPr>
          <a:xfrm>
            <a:off x="8825608" y="3037614"/>
            <a:ext cx="2221992" cy="42898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C0D89E-F44B-6032-28CF-43468AE73CE7}"/>
              </a:ext>
            </a:extLst>
          </p:cNvPr>
          <p:cNvSpPr/>
          <p:nvPr/>
        </p:nvSpPr>
        <p:spPr>
          <a:xfrm>
            <a:off x="8881833" y="4351105"/>
            <a:ext cx="2221992" cy="42898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8627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90E54-2EC1-4637-E9F6-CFEF39142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Unstructured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9D9A5-E4D8-839C-1C75-D6BE3AE4E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31172" cy="284932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Consider Im2Col based Convolution</a:t>
            </a:r>
          </a:p>
          <a:p>
            <a:endParaRPr lang="en-US" dirty="0"/>
          </a:p>
          <a:p>
            <a:r>
              <a:rPr lang="en-US" dirty="0"/>
              <a:t>Highlighted elements of Input need to be contiguous</a:t>
            </a:r>
          </a:p>
          <a:p>
            <a:endParaRPr lang="en-US" dirty="0"/>
          </a:p>
          <a:p>
            <a:r>
              <a:rPr lang="en-US" dirty="0"/>
              <a:t>No single sequential storage of Inputs works for both rows of the kernel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1A7CAD2-ADAD-87DC-FB0C-EAF3F9889B29}"/>
              </a:ext>
            </a:extLst>
          </p:cNvPr>
          <p:cNvGrpSpPr/>
          <p:nvPr/>
        </p:nvGrpSpPr>
        <p:grpSpPr>
          <a:xfrm>
            <a:off x="1867000" y="4859835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401DE8D-00B0-5E11-010F-0F213037DAFA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5FFA479-0DCF-8D3F-B4BC-5BB8FDD9CD8F}"/>
                </a:ext>
              </a:extLst>
            </p:cNvPr>
            <p:cNvCxnSpPr>
              <a:cxnSpLocks/>
              <a:stCxn id="8" idx="0"/>
              <a:endCxn id="8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C737897-328D-3D04-D180-7EBDA135A224}"/>
              </a:ext>
            </a:extLst>
          </p:cNvPr>
          <p:cNvGrpSpPr/>
          <p:nvPr/>
        </p:nvGrpSpPr>
        <p:grpSpPr>
          <a:xfrm>
            <a:off x="2924485" y="4864375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0F52BBA-7886-C0CA-BFE8-D1E1CD5CCCFE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DAC4FE2-C2E5-CDDA-ED37-4701DCD041ED}"/>
                </a:ext>
              </a:extLst>
            </p:cNvPr>
            <p:cNvCxnSpPr>
              <a:cxnSpLocks/>
              <a:stCxn id="14" idx="0"/>
              <a:endCxn id="14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1ADFF9A-8F3C-9767-E30E-2C061E6F990A}"/>
              </a:ext>
            </a:extLst>
          </p:cNvPr>
          <p:cNvGrpSpPr/>
          <p:nvPr/>
        </p:nvGrpSpPr>
        <p:grpSpPr>
          <a:xfrm>
            <a:off x="3990868" y="4859835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2A2A0E6-C007-0474-2F01-259AE100032C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407A271-93E6-36D1-B3C3-D61EFF85086C}"/>
                </a:ext>
              </a:extLst>
            </p:cNvPr>
            <p:cNvCxnSpPr>
              <a:cxnSpLocks/>
              <a:stCxn id="20" idx="0"/>
              <a:endCxn id="20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305CA88-E255-8F09-029D-F9372BBF4C69}"/>
              </a:ext>
            </a:extLst>
          </p:cNvPr>
          <p:cNvGrpSpPr/>
          <p:nvPr/>
        </p:nvGrpSpPr>
        <p:grpSpPr>
          <a:xfrm>
            <a:off x="5048353" y="4864375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D100E96-5CBF-0EF3-512D-A4CE20AC5A8B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5C4539D-A28D-D5B7-99FC-26AEFC301C7F}"/>
                </a:ext>
              </a:extLst>
            </p:cNvPr>
            <p:cNvCxnSpPr>
              <a:cxnSpLocks/>
              <a:stCxn id="26" idx="0"/>
              <a:endCxn id="26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6491122-EDE1-AC48-11F5-DE4AD550BED5}"/>
              </a:ext>
            </a:extLst>
          </p:cNvPr>
          <p:cNvGrpSpPr/>
          <p:nvPr/>
        </p:nvGrpSpPr>
        <p:grpSpPr>
          <a:xfrm>
            <a:off x="1867000" y="535923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1DB7001-A3F8-21EA-6ABF-9EDDB27214AB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FD5E8C0-652A-1BFE-73A7-AF37AA9BCE10}"/>
                </a:ext>
              </a:extLst>
            </p:cNvPr>
            <p:cNvCxnSpPr>
              <a:cxnSpLocks/>
              <a:stCxn id="32" idx="0"/>
              <a:endCxn id="32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58026F5-B9B2-F893-4456-DBF366CDE54A}"/>
              </a:ext>
            </a:extLst>
          </p:cNvPr>
          <p:cNvGrpSpPr/>
          <p:nvPr/>
        </p:nvGrpSpPr>
        <p:grpSpPr>
          <a:xfrm>
            <a:off x="2924485" y="536377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707A827-B35D-3FA7-4C43-3008BF5A76E1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E295987-4DE3-CDA9-1ADF-AD516D9539DC}"/>
                </a:ext>
              </a:extLst>
            </p:cNvPr>
            <p:cNvCxnSpPr>
              <a:cxnSpLocks/>
              <a:stCxn id="38" idx="0"/>
              <a:endCxn id="38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E8E74A1-CE3B-008F-477D-CC4950951A2D}"/>
              </a:ext>
            </a:extLst>
          </p:cNvPr>
          <p:cNvGrpSpPr/>
          <p:nvPr/>
        </p:nvGrpSpPr>
        <p:grpSpPr>
          <a:xfrm>
            <a:off x="3990868" y="535923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97EBB6C-EDFB-7C75-BDBF-B18298093883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DAFA81-4C96-B1DE-6EA0-C70C7D9ABD8B}"/>
                </a:ext>
              </a:extLst>
            </p:cNvPr>
            <p:cNvCxnSpPr>
              <a:cxnSpLocks/>
              <a:stCxn id="44" idx="0"/>
              <a:endCxn id="44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5790EC0-40D3-9662-5D7E-299292BAEE77}"/>
              </a:ext>
            </a:extLst>
          </p:cNvPr>
          <p:cNvGrpSpPr/>
          <p:nvPr/>
        </p:nvGrpSpPr>
        <p:grpSpPr>
          <a:xfrm>
            <a:off x="5048353" y="536377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C1E200B-0D1A-9AB4-37E2-3D7A1BFBF9C7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EEF9C99-4001-2FD3-CAEE-332304233494}"/>
                </a:ext>
              </a:extLst>
            </p:cNvPr>
            <p:cNvCxnSpPr>
              <a:cxnSpLocks/>
              <a:stCxn id="50" idx="0"/>
              <a:endCxn id="50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B9FE1F1-2BFD-9DDF-2A57-528E234F0069}"/>
              </a:ext>
            </a:extLst>
          </p:cNvPr>
          <p:cNvGrpSpPr/>
          <p:nvPr/>
        </p:nvGrpSpPr>
        <p:grpSpPr>
          <a:xfrm>
            <a:off x="9038750" y="1639105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F6663EC-820D-2970-0FA0-E111F3F8CECB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201DC89-992C-F3B7-285A-7532DFB1EEAA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6BF262B-90C3-25C5-AD04-D303264A55BB}"/>
                </a:ext>
              </a:extLst>
            </p:cNvPr>
            <p:cNvCxnSpPr>
              <a:cxnSpLocks/>
              <a:stCxn id="53" idx="1"/>
              <a:endCxn id="53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F67DB42-0211-E079-B232-249D8181C0D2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CE50EC8-013C-D7B4-6670-537EDFF83ABB}"/>
              </a:ext>
            </a:extLst>
          </p:cNvPr>
          <p:cNvGrpSpPr/>
          <p:nvPr/>
        </p:nvGrpSpPr>
        <p:grpSpPr>
          <a:xfrm>
            <a:off x="9668696" y="1639105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0088D06-72F9-6534-7615-6502305F5C4C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31A9BBB-073A-B536-1019-B1769412976D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D1BB6E88-5424-77BB-6FA4-DB0FB1AD9E58}"/>
                </a:ext>
              </a:extLst>
            </p:cNvPr>
            <p:cNvCxnSpPr>
              <a:cxnSpLocks/>
              <a:stCxn id="62" idx="1"/>
              <a:endCxn id="62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C75A9F8-89B6-A32D-EC3F-7A1DD9F6C9F3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5D24BFB-E179-6202-25CF-8B5AA0862EE4}"/>
              </a:ext>
            </a:extLst>
          </p:cNvPr>
          <p:cNvGrpSpPr/>
          <p:nvPr/>
        </p:nvGrpSpPr>
        <p:grpSpPr>
          <a:xfrm>
            <a:off x="10317975" y="1654623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DCE5E2DE-18E8-900A-7C69-2F5F967FE489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749F06F5-5C96-F194-09C0-2B7638CDFD33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CC966E14-0217-6DA8-4B42-AB1FC3A07D4F}"/>
                </a:ext>
              </a:extLst>
            </p:cNvPr>
            <p:cNvCxnSpPr>
              <a:cxnSpLocks/>
              <a:stCxn id="71" idx="1"/>
              <a:endCxn id="71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B4B0927-17FF-F895-9DB5-48DC5C45CAA2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118A047-E207-D2BC-36EB-B41EAAD26C7B}"/>
              </a:ext>
            </a:extLst>
          </p:cNvPr>
          <p:cNvGrpSpPr/>
          <p:nvPr/>
        </p:nvGrpSpPr>
        <p:grpSpPr>
          <a:xfrm>
            <a:off x="9038750" y="3429000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E8763922-A0A2-9804-19B0-D8D7F65D8E8B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EABB547-A709-A64A-3338-4E7015CAE81D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FDE0FF92-D82F-138B-C581-81419EB9C85C}"/>
                </a:ext>
              </a:extLst>
            </p:cNvPr>
            <p:cNvCxnSpPr>
              <a:cxnSpLocks/>
              <a:stCxn id="80" idx="1"/>
              <a:endCxn id="80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7F9E8218-534A-D789-3411-DC33E0D603A6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6B7C95F-FAD4-8255-8FB1-9C75455FD768}"/>
              </a:ext>
            </a:extLst>
          </p:cNvPr>
          <p:cNvGrpSpPr/>
          <p:nvPr/>
        </p:nvGrpSpPr>
        <p:grpSpPr>
          <a:xfrm>
            <a:off x="9668696" y="3429000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57E325B1-7151-3C97-40C6-4FC8F2854B04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78AAE68C-B636-A2E8-A591-D6328EF77557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16DF229F-90D9-7006-40D3-41A969243222}"/>
                </a:ext>
              </a:extLst>
            </p:cNvPr>
            <p:cNvCxnSpPr>
              <a:cxnSpLocks/>
              <a:stCxn id="89" idx="1"/>
              <a:endCxn id="8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40E25F8-E49B-1198-C989-173FA7B716F0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9DB1FCF-9307-001A-1543-05C9FA1BC937}"/>
              </a:ext>
            </a:extLst>
          </p:cNvPr>
          <p:cNvGrpSpPr/>
          <p:nvPr/>
        </p:nvGrpSpPr>
        <p:grpSpPr>
          <a:xfrm>
            <a:off x="10317975" y="3444518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1C422051-61C9-4798-FE73-889E9D5A71B7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61F3909-A241-E943-1982-CCE1DAD68EFB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65719F9F-780F-FE04-D0C4-989963852DD9}"/>
                </a:ext>
              </a:extLst>
            </p:cNvPr>
            <p:cNvCxnSpPr>
              <a:cxnSpLocks/>
              <a:stCxn id="98" idx="1"/>
              <a:endCxn id="98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3E902224-78E4-C026-4B96-57C827C24294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Rectangle 105">
            <a:extLst>
              <a:ext uri="{FF2B5EF4-FFF2-40B4-BE49-F238E27FC236}">
                <a16:creationId xmlns:a16="http://schemas.microsoft.com/office/drawing/2014/main" id="{586261EB-56A0-01BC-9182-54AB25B7051B}"/>
              </a:ext>
            </a:extLst>
          </p:cNvPr>
          <p:cNvSpPr/>
          <p:nvPr/>
        </p:nvSpPr>
        <p:spPr>
          <a:xfrm>
            <a:off x="2924485" y="4859835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CB262B6F-732E-45B6-D8DB-F8D6C401D3D4}"/>
              </a:ext>
            </a:extLst>
          </p:cNvPr>
          <p:cNvSpPr/>
          <p:nvPr/>
        </p:nvSpPr>
        <p:spPr>
          <a:xfrm>
            <a:off x="3990169" y="4866645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C3F66796-BC7C-CBB5-1F5F-0EBDD7A34FC9}"/>
              </a:ext>
            </a:extLst>
          </p:cNvPr>
          <p:cNvSpPr/>
          <p:nvPr/>
        </p:nvSpPr>
        <p:spPr>
          <a:xfrm>
            <a:off x="2402818" y="5354692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B07BC47-D38E-38C9-B4C0-94C26DA1DB36}"/>
              </a:ext>
            </a:extLst>
          </p:cNvPr>
          <p:cNvSpPr/>
          <p:nvPr/>
        </p:nvSpPr>
        <p:spPr>
          <a:xfrm>
            <a:off x="5057251" y="5368312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5041ED3-570A-A6EA-4071-E2307BE11EA2}"/>
              </a:ext>
            </a:extLst>
          </p:cNvPr>
          <p:cNvSpPr txBox="1"/>
          <p:nvPr/>
        </p:nvSpPr>
        <p:spPr>
          <a:xfrm>
            <a:off x="2667751" y="6173360"/>
            <a:ext cx="1982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Kernel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D6E1649-8B06-E50F-2586-DBAB230A5F1B}"/>
              </a:ext>
            </a:extLst>
          </p:cNvPr>
          <p:cNvSpPr txBox="1"/>
          <p:nvPr/>
        </p:nvSpPr>
        <p:spPr>
          <a:xfrm>
            <a:off x="8870821" y="5535459"/>
            <a:ext cx="1982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Inputs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87DC2736-5477-E0E1-CE29-908F52248785}"/>
              </a:ext>
            </a:extLst>
          </p:cNvPr>
          <p:cNvSpPr/>
          <p:nvPr/>
        </p:nvSpPr>
        <p:spPr>
          <a:xfrm>
            <a:off x="4530473" y="4873455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01D75896-0CF9-9592-1AA1-993BA1E91DFF}"/>
              </a:ext>
            </a:extLst>
          </p:cNvPr>
          <p:cNvSpPr/>
          <p:nvPr/>
        </p:nvSpPr>
        <p:spPr>
          <a:xfrm>
            <a:off x="5593066" y="4885573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DCC0C00-329C-208A-095F-C3121DCEC914}"/>
              </a:ext>
            </a:extLst>
          </p:cNvPr>
          <p:cNvCxnSpPr/>
          <p:nvPr/>
        </p:nvCxnSpPr>
        <p:spPr>
          <a:xfrm>
            <a:off x="787231" y="5619623"/>
            <a:ext cx="76301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FC04FE8-B746-0C04-B60B-693E4C1C2BA7}"/>
              </a:ext>
            </a:extLst>
          </p:cNvPr>
          <p:cNvSpPr/>
          <p:nvPr/>
        </p:nvSpPr>
        <p:spPr>
          <a:xfrm>
            <a:off x="8870821" y="1572649"/>
            <a:ext cx="2221992" cy="55711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36B4D6-F514-B83C-C76D-E8D0C07E4024}"/>
              </a:ext>
            </a:extLst>
          </p:cNvPr>
          <p:cNvSpPr/>
          <p:nvPr/>
        </p:nvSpPr>
        <p:spPr>
          <a:xfrm>
            <a:off x="8825608" y="2550855"/>
            <a:ext cx="2221992" cy="175770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C0D89E-F44B-6032-28CF-43468AE73CE7}"/>
              </a:ext>
            </a:extLst>
          </p:cNvPr>
          <p:cNvSpPr/>
          <p:nvPr/>
        </p:nvSpPr>
        <p:spPr>
          <a:xfrm>
            <a:off x="8825608" y="4794910"/>
            <a:ext cx="2221992" cy="42898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6601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90E54-2EC1-4637-E9F6-CFEF39142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9D9A5-E4D8-839C-1C75-D6BE3AE4E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48017"/>
          </a:xfrm>
        </p:spPr>
        <p:txBody>
          <a:bodyPr/>
          <a:lstStyle/>
          <a:p>
            <a:r>
              <a:rPr lang="en-US" dirty="0"/>
              <a:t>Consider Im2Col based Convolution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1A7CAD2-ADAD-87DC-FB0C-EAF3F9889B29}"/>
              </a:ext>
            </a:extLst>
          </p:cNvPr>
          <p:cNvGrpSpPr/>
          <p:nvPr/>
        </p:nvGrpSpPr>
        <p:grpSpPr>
          <a:xfrm>
            <a:off x="1867000" y="4859835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401DE8D-00B0-5E11-010F-0F213037DAFA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5FFA479-0DCF-8D3F-B4BC-5BB8FDD9CD8F}"/>
                </a:ext>
              </a:extLst>
            </p:cNvPr>
            <p:cNvCxnSpPr>
              <a:cxnSpLocks/>
              <a:stCxn id="8" idx="0"/>
              <a:endCxn id="8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C737897-328D-3D04-D180-7EBDA135A224}"/>
              </a:ext>
            </a:extLst>
          </p:cNvPr>
          <p:cNvGrpSpPr/>
          <p:nvPr/>
        </p:nvGrpSpPr>
        <p:grpSpPr>
          <a:xfrm>
            <a:off x="2924485" y="4864375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0F52BBA-7886-C0CA-BFE8-D1E1CD5CCCFE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DAC4FE2-C2E5-CDDA-ED37-4701DCD041ED}"/>
                </a:ext>
              </a:extLst>
            </p:cNvPr>
            <p:cNvCxnSpPr>
              <a:cxnSpLocks/>
              <a:stCxn id="14" idx="0"/>
              <a:endCxn id="14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1ADFF9A-8F3C-9767-E30E-2C061E6F990A}"/>
              </a:ext>
            </a:extLst>
          </p:cNvPr>
          <p:cNvGrpSpPr/>
          <p:nvPr/>
        </p:nvGrpSpPr>
        <p:grpSpPr>
          <a:xfrm>
            <a:off x="3990868" y="4859835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2A2A0E6-C007-0474-2F01-259AE100032C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407A271-93E6-36D1-B3C3-D61EFF85086C}"/>
                </a:ext>
              </a:extLst>
            </p:cNvPr>
            <p:cNvCxnSpPr>
              <a:cxnSpLocks/>
              <a:stCxn id="20" idx="0"/>
              <a:endCxn id="20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305CA88-E255-8F09-029D-F9372BBF4C69}"/>
              </a:ext>
            </a:extLst>
          </p:cNvPr>
          <p:cNvGrpSpPr/>
          <p:nvPr/>
        </p:nvGrpSpPr>
        <p:grpSpPr>
          <a:xfrm>
            <a:off x="5048353" y="4864375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D100E96-5CBF-0EF3-512D-A4CE20AC5A8B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5C4539D-A28D-D5B7-99FC-26AEFC301C7F}"/>
                </a:ext>
              </a:extLst>
            </p:cNvPr>
            <p:cNvCxnSpPr>
              <a:cxnSpLocks/>
              <a:stCxn id="26" idx="0"/>
              <a:endCxn id="26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6491122-EDE1-AC48-11F5-DE4AD550BED5}"/>
              </a:ext>
            </a:extLst>
          </p:cNvPr>
          <p:cNvGrpSpPr/>
          <p:nvPr/>
        </p:nvGrpSpPr>
        <p:grpSpPr>
          <a:xfrm>
            <a:off x="1867000" y="535923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1DB7001-A3F8-21EA-6ABF-9EDDB27214AB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FD5E8C0-652A-1BFE-73A7-AF37AA9BCE10}"/>
                </a:ext>
              </a:extLst>
            </p:cNvPr>
            <p:cNvCxnSpPr>
              <a:cxnSpLocks/>
              <a:stCxn id="32" idx="0"/>
              <a:endCxn id="32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58026F5-B9B2-F893-4456-DBF366CDE54A}"/>
              </a:ext>
            </a:extLst>
          </p:cNvPr>
          <p:cNvGrpSpPr/>
          <p:nvPr/>
        </p:nvGrpSpPr>
        <p:grpSpPr>
          <a:xfrm>
            <a:off x="2924485" y="536377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707A827-B35D-3FA7-4C43-3008BF5A76E1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E295987-4DE3-CDA9-1ADF-AD516D9539DC}"/>
                </a:ext>
              </a:extLst>
            </p:cNvPr>
            <p:cNvCxnSpPr>
              <a:cxnSpLocks/>
              <a:stCxn id="38" idx="0"/>
              <a:endCxn id="38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E8E74A1-CE3B-008F-477D-CC4950951A2D}"/>
              </a:ext>
            </a:extLst>
          </p:cNvPr>
          <p:cNvGrpSpPr/>
          <p:nvPr/>
        </p:nvGrpSpPr>
        <p:grpSpPr>
          <a:xfrm>
            <a:off x="3990868" y="535923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97EBB6C-EDFB-7C75-BDBF-B18298093883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DAFA81-4C96-B1DE-6EA0-C70C7D9ABD8B}"/>
                </a:ext>
              </a:extLst>
            </p:cNvPr>
            <p:cNvCxnSpPr>
              <a:cxnSpLocks/>
              <a:stCxn id="44" idx="0"/>
              <a:endCxn id="44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5790EC0-40D3-9662-5D7E-299292BAEE77}"/>
              </a:ext>
            </a:extLst>
          </p:cNvPr>
          <p:cNvGrpSpPr/>
          <p:nvPr/>
        </p:nvGrpSpPr>
        <p:grpSpPr>
          <a:xfrm>
            <a:off x="5048353" y="536377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C1E200B-0D1A-9AB4-37E2-3D7A1BFBF9C7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EEF9C99-4001-2FD3-CAEE-332304233494}"/>
                </a:ext>
              </a:extLst>
            </p:cNvPr>
            <p:cNvCxnSpPr>
              <a:cxnSpLocks/>
              <a:stCxn id="50" idx="0"/>
              <a:endCxn id="50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B9FE1F1-2BFD-9DDF-2A57-528E234F0069}"/>
              </a:ext>
            </a:extLst>
          </p:cNvPr>
          <p:cNvGrpSpPr/>
          <p:nvPr/>
        </p:nvGrpSpPr>
        <p:grpSpPr>
          <a:xfrm>
            <a:off x="9038750" y="1639105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F6663EC-820D-2970-0FA0-E111F3F8CECB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201DC89-992C-F3B7-285A-7532DFB1EEAA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6BF262B-90C3-25C5-AD04-D303264A55BB}"/>
                </a:ext>
              </a:extLst>
            </p:cNvPr>
            <p:cNvCxnSpPr>
              <a:cxnSpLocks/>
              <a:stCxn id="53" idx="1"/>
              <a:endCxn id="53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F67DB42-0211-E079-B232-249D8181C0D2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CE50EC8-013C-D7B4-6670-537EDFF83ABB}"/>
              </a:ext>
            </a:extLst>
          </p:cNvPr>
          <p:cNvGrpSpPr/>
          <p:nvPr/>
        </p:nvGrpSpPr>
        <p:grpSpPr>
          <a:xfrm>
            <a:off x="9668696" y="1639105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0088D06-72F9-6534-7615-6502305F5C4C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31A9BBB-073A-B536-1019-B1769412976D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D1BB6E88-5424-77BB-6FA4-DB0FB1AD9E58}"/>
                </a:ext>
              </a:extLst>
            </p:cNvPr>
            <p:cNvCxnSpPr>
              <a:cxnSpLocks/>
              <a:stCxn id="62" idx="1"/>
              <a:endCxn id="62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C75A9F8-89B6-A32D-EC3F-7A1DD9F6C9F3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5D24BFB-E179-6202-25CF-8B5AA0862EE4}"/>
              </a:ext>
            </a:extLst>
          </p:cNvPr>
          <p:cNvGrpSpPr/>
          <p:nvPr/>
        </p:nvGrpSpPr>
        <p:grpSpPr>
          <a:xfrm>
            <a:off x="10317975" y="1654623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DCE5E2DE-18E8-900A-7C69-2F5F967FE489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749F06F5-5C96-F194-09C0-2B7638CDFD33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CC966E14-0217-6DA8-4B42-AB1FC3A07D4F}"/>
                </a:ext>
              </a:extLst>
            </p:cNvPr>
            <p:cNvCxnSpPr>
              <a:cxnSpLocks/>
              <a:stCxn id="71" idx="1"/>
              <a:endCxn id="71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B4B0927-17FF-F895-9DB5-48DC5C45CAA2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118A047-E207-D2BC-36EB-B41EAAD26C7B}"/>
              </a:ext>
            </a:extLst>
          </p:cNvPr>
          <p:cNvGrpSpPr/>
          <p:nvPr/>
        </p:nvGrpSpPr>
        <p:grpSpPr>
          <a:xfrm>
            <a:off x="9038750" y="3429000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E8763922-A0A2-9804-19B0-D8D7F65D8E8B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EABB547-A709-A64A-3338-4E7015CAE81D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FDE0FF92-D82F-138B-C581-81419EB9C85C}"/>
                </a:ext>
              </a:extLst>
            </p:cNvPr>
            <p:cNvCxnSpPr>
              <a:cxnSpLocks/>
              <a:stCxn id="80" idx="1"/>
              <a:endCxn id="80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7F9E8218-534A-D789-3411-DC33E0D603A6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6B7C95F-FAD4-8255-8FB1-9C75455FD768}"/>
              </a:ext>
            </a:extLst>
          </p:cNvPr>
          <p:cNvGrpSpPr/>
          <p:nvPr/>
        </p:nvGrpSpPr>
        <p:grpSpPr>
          <a:xfrm>
            <a:off x="9668696" y="3429000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57E325B1-7151-3C97-40C6-4FC8F2854B04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78AAE68C-B636-A2E8-A591-D6328EF77557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16DF229F-90D9-7006-40D3-41A969243222}"/>
                </a:ext>
              </a:extLst>
            </p:cNvPr>
            <p:cNvCxnSpPr>
              <a:cxnSpLocks/>
              <a:stCxn id="89" idx="1"/>
              <a:endCxn id="8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40E25F8-E49B-1198-C989-173FA7B716F0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9DB1FCF-9307-001A-1543-05C9FA1BC937}"/>
              </a:ext>
            </a:extLst>
          </p:cNvPr>
          <p:cNvGrpSpPr/>
          <p:nvPr/>
        </p:nvGrpSpPr>
        <p:grpSpPr>
          <a:xfrm>
            <a:off x="10317975" y="3444518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1C422051-61C9-4798-FE73-889E9D5A71B7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61F3909-A241-E943-1982-CCE1DAD68EFB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65719F9F-780F-FE04-D0C4-989963852DD9}"/>
                </a:ext>
              </a:extLst>
            </p:cNvPr>
            <p:cNvCxnSpPr>
              <a:cxnSpLocks/>
              <a:stCxn id="98" idx="1"/>
              <a:endCxn id="98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3E902224-78E4-C026-4B96-57C827C24294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Rectangle 105">
            <a:extLst>
              <a:ext uri="{FF2B5EF4-FFF2-40B4-BE49-F238E27FC236}">
                <a16:creationId xmlns:a16="http://schemas.microsoft.com/office/drawing/2014/main" id="{586261EB-56A0-01BC-9182-54AB25B7051B}"/>
              </a:ext>
            </a:extLst>
          </p:cNvPr>
          <p:cNvSpPr/>
          <p:nvPr/>
        </p:nvSpPr>
        <p:spPr>
          <a:xfrm>
            <a:off x="2924485" y="4859835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CB262B6F-732E-45B6-D8DB-F8D6C401D3D4}"/>
              </a:ext>
            </a:extLst>
          </p:cNvPr>
          <p:cNvSpPr/>
          <p:nvPr/>
        </p:nvSpPr>
        <p:spPr>
          <a:xfrm>
            <a:off x="3461468" y="4867405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C3F66796-BC7C-CBB5-1F5F-0EBDD7A34FC9}"/>
              </a:ext>
            </a:extLst>
          </p:cNvPr>
          <p:cNvSpPr/>
          <p:nvPr/>
        </p:nvSpPr>
        <p:spPr>
          <a:xfrm>
            <a:off x="2931135" y="5380430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B07BC47-D38E-38C9-B4C0-94C26DA1DB36}"/>
              </a:ext>
            </a:extLst>
          </p:cNvPr>
          <p:cNvSpPr/>
          <p:nvPr/>
        </p:nvSpPr>
        <p:spPr>
          <a:xfrm>
            <a:off x="3463249" y="5377907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5041ED3-570A-A6EA-4071-E2307BE11EA2}"/>
              </a:ext>
            </a:extLst>
          </p:cNvPr>
          <p:cNvSpPr txBox="1"/>
          <p:nvPr/>
        </p:nvSpPr>
        <p:spPr>
          <a:xfrm>
            <a:off x="2667751" y="6173360"/>
            <a:ext cx="1982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Kernel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D6E1649-8B06-E50F-2586-DBAB230A5F1B}"/>
              </a:ext>
            </a:extLst>
          </p:cNvPr>
          <p:cNvSpPr txBox="1"/>
          <p:nvPr/>
        </p:nvSpPr>
        <p:spPr>
          <a:xfrm>
            <a:off x="8870821" y="5535459"/>
            <a:ext cx="1982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Inputs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87DC2736-5477-E0E1-CE29-908F52248785}"/>
              </a:ext>
            </a:extLst>
          </p:cNvPr>
          <p:cNvSpPr/>
          <p:nvPr/>
        </p:nvSpPr>
        <p:spPr>
          <a:xfrm>
            <a:off x="4530473" y="4873455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01D75896-0CF9-9592-1AA1-993BA1E91DFF}"/>
              </a:ext>
            </a:extLst>
          </p:cNvPr>
          <p:cNvSpPr/>
          <p:nvPr/>
        </p:nvSpPr>
        <p:spPr>
          <a:xfrm>
            <a:off x="4520735" y="5370679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7624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90E54-2EC1-4637-E9F6-CFEF39142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9D9A5-E4D8-839C-1C75-D6BE3AE4E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31172" cy="2062469"/>
          </a:xfrm>
        </p:spPr>
        <p:txBody>
          <a:bodyPr>
            <a:normAutofit/>
          </a:bodyPr>
          <a:lstStyle/>
          <a:p>
            <a:r>
              <a:rPr lang="en-US" dirty="0"/>
              <a:t>Consider Im2Col based Convolution</a:t>
            </a:r>
          </a:p>
          <a:p>
            <a:endParaRPr lang="en-US" dirty="0"/>
          </a:p>
          <a:p>
            <a:r>
              <a:rPr lang="en-US" dirty="0"/>
              <a:t>Highlighted elements of Input need to be contiguous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B9FE1F1-2BFD-9DDF-2A57-528E234F0069}"/>
              </a:ext>
            </a:extLst>
          </p:cNvPr>
          <p:cNvGrpSpPr/>
          <p:nvPr/>
        </p:nvGrpSpPr>
        <p:grpSpPr>
          <a:xfrm>
            <a:off x="9038750" y="1639105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F6663EC-820D-2970-0FA0-E111F3F8CECB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201DC89-992C-F3B7-285A-7532DFB1EEAA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6BF262B-90C3-25C5-AD04-D303264A55BB}"/>
                </a:ext>
              </a:extLst>
            </p:cNvPr>
            <p:cNvCxnSpPr>
              <a:cxnSpLocks/>
              <a:stCxn id="53" idx="1"/>
              <a:endCxn id="53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F67DB42-0211-E079-B232-249D8181C0D2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CE50EC8-013C-D7B4-6670-537EDFF83ABB}"/>
              </a:ext>
            </a:extLst>
          </p:cNvPr>
          <p:cNvGrpSpPr/>
          <p:nvPr/>
        </p:nvGrpSpPr>
        <p:grpSpPr>
          <a:xfrm>
            <a:off x="9668696" y="1639105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0088D06-72F9-6534-7615-6502305F5C4C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31A9BBB-073A-B536-1019-B1769412976D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D1BB6E88-5424-77BB-6FA4-DB0FB1AD9E58}"/>
                </a:ext>
              </a:extLst>
            </p:cNvPr>
            <p:cNvCxnSpPr>
              <a:cxnSpLocks/>
              <a:stCxn id="62" idx="1"/>
              <a:endCxn id="62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C75A9F8-89B6-A32D-EC3F-7A1DD9F6C9F3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5D24BFB-E179-6202-25CF-8B5AA0862EE4}"/>
              </a:ext>
            </a:extLst>
          </p:cNvPr>
          <p:cNvGrpSpPr/>
          <p:nvPr/>
        </p:nvGrpSpPr>
        <p:grpSpPr>
          <a:xfrm>
            <a:off x="10317975" y="1654623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DCE5E2DE-18E8-900A-7C69-2F5F967FE489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749F06F5-5C96-F194-09C0-2B7638CDFD33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CC966E14-0217-6DA8-4B42-AB1FC3A07D4F}"/>
                </a:ext>
              </a:extLst>
            </p:cNvPr>
            <p:cNvCxnSpPr>
              <a:cxnSpLocks/>
              <a:stCxn id="71" idx="1"/>
              <a:endCxn id="71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B4B0927-17FF-F895-9DB5-48DC5C45CAA2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118A047-E207-D2BC-36EB-B41EAAD26C7B}"/>
              </a:ext>
            </a:extLst>
          </p:cNvPr>
          <p:cNvGrpSpPr/>
          <p:nvPr/>
        </p:nvGrpSpPr>
        <p:grpSpPr>
          <a:xfrm>
            <a:off x="9038750" y="3429000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E8763922-A0A2-9804-19B0-D8D7F65D8E8B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EABB547-A709-A64A-3338-4E7015CAE81D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FDE0FF92-D82F-138B-C581-81419EB9C85C}"/>
                </a:ext>
              </a:extLst>
            </p:cNvPr>
            <p:cNvCxnSpPr>
              <a:cxnSpLocks/>
              <a:stCxn id="80" idx="1"/>
              <a:endCxn id="80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7F9E8218-534A-D789-3411-DC33E0D603A6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6B7C95F-FAD4-8255-8FB1-9C75455FD768}"/>
              </a:ext>
            </a:extLst>
          </p:cNvPr>
          <p:cNvGrpSpPr/>
          <p:nvPr/>
        </p:nvGrpSpPr>
        <p:grpSpPr>
          <a:xfrm>
            <a:off x="9668696" y="3429000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57E325B1-7151-3C97-40C6-4FC8F2854B04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78AAE68C-B636-A2E8-A591-D6328EF77557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16DF229F-90D9-7006-40D3-41A969243222}"/>
                </a:ext>
              </a:extLst>
            </p:cNvPr>
            <p:cNvCxnSpPr>
              <a:cxnSpLocks/>
              <a:stCxn id="89" idx="1"/>
              <a:endCxn id="8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40E25F8-E49B-1198-C989-173FA7B716F0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9DB1FCF-9307-001A-1543-05C9FA1BC937}"/>
              </a:ext>
            </a:extLst>
          </p:cNvPr>
          <p:cNvGrpSpPr/>
          <p:nvPr/>
        </p:nvGrpSpPr>
        <p:grpSpPr>
          <a:xfrm>
            <a:off x="10317975" y="3444518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1C422051-61C9-4798-FE73-889E9D5A71B7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61F3909-A241-E943-1982-CCE1DAD68EFB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65719F9F-780F-FE04-D0C4-989963852DD9}"/>
                </a:ext>
              </a:extLst>
            </p:cNvPr>
            <p:cNvCxnSpPr>
              <a:cxnSpLocks/>
              <a:stCxn id="98" idx="1"/>
              <a:endCxn id="98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3E902224-78E4-C026-4B96-57C827C24294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05041ED3-570A-A6EA-4071-E2307BE11EA2}"/>
              </a:ext>
            </a:extLst>
          </p:cNvPr>
          <p:cNvSpPr txBox="1"/>
          <p:nvPr/>
        </p:nvSpPr>
        <p:spPr>
          <a:xfrm>
            <a:off x="2667751" y="6173360"/>
            <a:ext cx="1982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Kernel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D6E1649-8B06-E50F-2586-DBAB230A5F1B}"/>
              </a:ext>
            </a:extLst>
          </p:cNvPr>
          <p:cNvSpPr txBox="1"/>
          <p:nvPr/>
        </p:nvSpPr>
        <p:spPr>
          <a:xfrm>
            <a:off x="8870821" y="5535459"/>
            <a:ext cx="1982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DCC0C00-329C-208A-095F-C3121DCEC914}"/>
              </a:ext>
            </a:extLst>
          </p:cNvPr>
          <p:cNvCxnSpPr/>
          <p:nvPr/>
        </p:nvCxnSpPr>
        <p:spPr>
          <a:xfrm>
            <a:off x="793287" y="5086728"/>
            <a:ext cx="76301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FC04FE8-B746-0C04-B60B-693E4C1C2BA7}"/>
              </a:ext>
            </a:extLst>
          </p:cNvPr>
          <p:cNvSpPr/>
          <p:nvPr/>
        </p:nvSpPr>
        <p:spPr>
          <a:xfrm>
            <a:off x="8870821" y="1572649"/>
            <a:ext cx="2221992" cy="93812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36B4D6-F514-B83C-C76D-E8D0C07E4024}"/>
              </a:ext>
            </a:extLst>
          </p:cNvPr>
          <p:cNvSpPr/>
          <p:nvPr/>
        </p:nvSpPr>
        <p:spPr>
          <a:xfrm>
            <a:off x="8825608" y="3442968"/>
            <a:ext cx="2221992" cy="42898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C0D89E-F44B-6032-28CF-43468AE73CE7}"/>
              </a:ext>
            </a:extLst>
          </p:cNvPr>
          <p:cNvSpPr/>
          <p:nvPr/>
        </p:nvSpPr>
        <p:spPr>
          <a:xfrm>
            <a:off x="8881833" y="4351104"/>
            <a:ext cx="2221992" cy="83017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9AABDDC-18D9-B43F-BDCD-A6B359745126}"/>
              </a:ext>
            </a:extLst>
          </p:cNvPr>
          <p:cNvGrpSpPr/>
          <p:nvPr/>
        </p:nvGrpSpPr>
        <p:grpSpPr>
          <a:xfrm>
            <a:off x="1867000" y="4859835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E29CDE9-B15D-B144-364A-21634B065E0C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85C2077-6E0B-330A-7DF4-E3300FB26ECF}"/>
                </a:ext>
              </a:extLst>
            </p:cNvPr>
            <p:cNvCxnSpPr>
              <a:cxnSpLocks/>
              <a:stCxn id="13" idx="0"/>
              <a:endCxn id="13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38480C2-926B-E4B1-FC01-50EA6B939FFC}"/>
              </a:ext>
            </a:extLst>
          </p:cNvPr>
          <p:cNvGrpSpPr/>
          <p:nvPr/>
        </p:nvGrpSpPr>
        <p:grpSpPr>
          <a:xfrm>
            <a:off x="2924485" y="4864375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ABA76B7-F40A-65CE-2396-8C7ABD78F7E9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D0706D1-A364-9385-72EF-325C508167A5}"/>
                </a:ext>
              </a:extLst>
            </p:cNvPr>
            <p:cNvCxnSpPr>
              <a:cxnSpLocks/>
              <a:stCxn id="19" idx="0"/>
              <a:endCxn id="19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CE709F2-C96D-B326-3D81-D1F43955088F}"/>
              </a:ext>
            </a:extLst>
          </p:cNvPr>
          <p:cNvGrpSpPr/>
          <p:nvPr/>
        </p:nvGrpSpPr>
        <p:grpSpPr>
          <a:xfrm>
            <a:off x="3990868" y="4859835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30EFD16-3AD5-2335-6A86-78831899CE34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F7E6B0F-901D-E67B-725B-8F8FAF2DF262}"/>
                </a:ext>
              </a:extLst>
            </p:cNvPr>
            <p:cNvCxnSpPr>
              <a:cxnSpLocks/>
              <a:stCxn id="25" idx="0"/>
              <a:endCxn id="25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A0FE910-BF98-89CD-1024-6F7D53F95768}"/>
              </a:ext>
            </a:extLst>
          </p:cNvPr>
          <p:cNvGrpSpPr/>
          <p:nvPr/>
        </p:nvGrpSpPr>
        <p:grpSpPr>
          <a:xfrm>
            <a:off x="5048353" y="4864375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BB620E8-DC2A-CABE-C8EA-4AA9B50BEBC6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9F280E-5042-A3D5-CEDE-EB586AB5CBEB}"/>
                </a:ext>
              </a:extLst>
            </p:cNvPr>
            <p:cNvCxnSpPr>
              <a:cxnSpLocks/>
              <a:stCxn id="31" idx="0"/>
              <a:endCxn id="31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2C73E1F-40C4-05F8-2A45-4A29D858C52A}"/>
              </a:ext>
            </a:extLst>
          </p:cNvPr>
          <p:cNvGrpSpPr/>
          <p:nvPr/>
        </p:nvGrpSpPr>
        <p:grpSpPr>
          <a:xfrm>
            <a:off x="1867000" y="535923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EA7809C-991F-E0C3-068E-A09A5EEF914E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7984B9E-50FE-60EC-6524-4E4069BA36A8}"/>
                </a:ext>
              </a:extLst>
            </p:cNvPr>
            <p:cNvCxnSpPr>
              <a:cxnSpLocks/>
              <a:stCxn id="37" idx="0"/>
              <a:endCxn id="37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E157C3D-D389-FB0F-C609-0F1E49EA90F6}"/>
              </a:ext>
            </a:extLst>
          </p:cNvPr>
          <p:cNvGrpSpPr/>
          <p:nvPr/>
        </p:nvGrpSpPr>
        <p:grpSpPr>
          <a:xfrm>
            <a:off x="2924485" y="536377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E0B79FC-234B-D2F1-05C2-C1A9AB9BD542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BC72DEB-DA69-172C-9024-4156B260F2E4}"/>
                </a:ext>
              </a:extLst>
            </p:cNvPr>
            <p:cNvCxnSpPr>
              <a:cxnSpLocks/>
              <a:stCxn id="43" idx="0"/>
              <a:endCxn id="43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6AE87BD-F98A-A569-4279-2005F1961F0D}"/>
              </a:ext>
            </a:extLst>
          </p:cNvPr>
          <p:cNvGrpSpPr/>
          <p:nvPr/>
        </p:nvGrpSpPr>
        <p:grpSpPr>
          <a:xfrm>
            <a:off x="3990868" y="535923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9169E6CF-30DF-EAB8-2388-CED860721AD5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93B11E1-3014-44AA-D266-EAF682C1EC3B}"/>
                </a:ext>
              </a:extLst>
            </p:cNvPr>
            <p:cNvCxnSpPr>
              <a:cxnSpLocks/>
              <a:stCxn id="49" idx="0"/>
              <a:endCxn id="49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FD9B759-123F-35E7-F86D-986412C4F6AC}"/>
              </a:ext>
            </a:extLst>
          </p:cNvPr>
          <p:cNvGrpSpPr/>
          <p:nvPr/>
        </p:nvGrpSpPr>
        <p:grpSpPr>
          <a:xfrm>
            <a:off x="5048353" y="536377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46F6A7A-7099-E273-8969-3FCCCDFF644E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2C21BEB-D9BE-20C7-99A7-8BDF60B7D8B1}"/>
                </a:ext>
              </a:extLst>
            </p:cNvPr>
            <p:cNvCxnSpPr>
              <a:cxnSpLocks/>
              <a:stCxn id="58" idx="0"/>
              <a:endCxn id="58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E6252305-D6B7-BF22-5D1C-28F3C02C9579}"/>
              </a:ext>
            </a:extLst>
          </p:cNvPr>
          <p:cNvSpPr/>
          <p:nvPr/>
        </p:nvSpPr>
        <p:spPr>
          <a:xfrm>
            <a:off x="2924485" y="4859835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B451E83-AD8E-3713-546B-916B2092A5B2}"/>
              </a:ext>
            </a:extLst>
          </p:cNvPr>
          <p:cNvSpPr/>
          <p:nvPr/>
        </p:nvSpPr>
        <p:spPr>
          <a:xfrm>
            <a:off x="3461468" y="4867405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F838215-D1EF-5E0D-8302-47AA9B0D5E3A}"/>
              </a:ext>
            </a:extLst>
          </p:cNvPr>
          <p:cNvSpPr/>
          <p:nvPr/>
        </p:nvSpPr>
        <p:spPr>
          <a:xfrm>
            <a:off x="2931135" y="5380430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625948A-0CDB-9439-41A6-B6D952ED8849}"/>
              </a:ext>
            </a:extLst>
          </p:cNvPr>
          <p:cNvSpPr/>
          <p:nvPr/>
        </p:nvSpPr>
        <p:spPr>
          <a:xfrm>
            <a:off x="3463249" y="5377907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D7C7630-8912-6F29-EA38-AAED364B9546}"/>
              </a:ext>
            </a:extLst>
          </p:cNvPr>
          <p:cNvSpPr/>
          <p:nvPr/>
        </p:nvSpPr>
        <p:spPr>
          <a:xfrm>
            <a:off x="4530473" y="4873455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B837194-BC2D-F14D-2745-B15703AE915F}"/>
              </a:ext>
            </a:extLst>
          </p:cNvPr>
          <p:cNvSpPr/>
          <p:nvPr/>
        </p:nvSpPr>
        <p:spPr>
          <a:xfrm>
            <a:off x="4520735" y="5370679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2664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90E54-2EC1-4637-E9F6-CFEF39142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9D9A5-E4D8-839C-1C75-D6BE3AE4E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31172" cy="284932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Consider Im2Col based Convolution</a:t>
            </a:r>
          </a:p>
          <a:p>
            <a:endParaRPr lang="en-US" dirty="0"/>
          </a:p>
          <a:p>
            <a:r>
              <a:rPr lang="en-US" dirty="0"/>
              <a:t>Highlighted elements of Input need to be contiguous</a:t>
            </a:r>
          </a:p>
          <a:p>
            <a:endParaRPr lang="en-US" dirty="0"/>
          </a:p>
          <a:p>
            <a:r>
              <a:rPr lang="en-US" dirty="0"/>
              <a:t>Same sequential storage of Inputs works for both rows of the kernel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B9FE1F1-2BFD-9DDF-2A57-528E234F0069}"/>
              </a:ext>
            </a:extLst>
          </p:cNvPr>
          <p:cNvGrpSpPr/>
          <p:nvPr/>
        </p:nvGrpSpPr>
        <p:grpSpPr>
          <a:xfrm>
            <a:off x="9038750" y="1639105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F6663EC-820D-2970-0FA0-E111F3F8CECB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201DC89-992C-F3B7-285A-7532DFB1EEAA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6BF262B-90C3-25C5-AD04-D303264A55BB}"/>
                </a:ext>
              </a:extLst>
            </p:cNvPr>
            <p:cNvCxnSpPr>
              <a:cxnSpLocks/>
              <a:stCxn id="53" idx="1"/>
              <a:endCxn id="53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F67DB42-0211-E079-B232-249D8181C0D2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CE50EC8-013C-D7B4-6670-537EDFF83ABB}"/>
              </a:ext>
            </a:extLst>
          </p:cNvPr>
          <p:cNvGrpSpPr/>
          <p:nvPr/>
        </p:nvGrpSpPr>
        <p:grpSpPr>
          <a:xfrm>
            <a:off x="9668696" y="1639105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0088D06-72F9-6534-7615-6502305F5C4C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31A9BBB-073A-B536-1019-B1769412976D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D1BB6E88-5424-77BB-6FA4-DB0FB1AD9E58}"/>
                </a:ext>
              </a:extLst>
            </p:cNvPr>
            <p:cNvCxnSpPr>
              <a:cxnSpLocks/>
              <a:stCxn id="62" idx="1"/>
              <a:endCxn id="62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C75A9F8-89B6-A32D-EC3F-7A1DD9F6C9F3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5D24BFB-E179-6202-25CF-8B5AA0862EE4}"/>
              </a:ext>
            </a:extLst>
          </p:cNvPr>
          <p:cNvGrpSpPr/>
          <p:nvPr/>
        </p:nvGrpSpPr>
        <p:grpSpPr>
          <a:xfrm>
            <a:off x="10317975" y="1654623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DCE5E2DE-18E8-900A-7C69-2F5F967FE489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749F06F5-5C96-F194-09C0-2B7638CDFD33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CC966E14-0217-6DA8-4B42-AB1FC3A07D4F}"/>
                </a:ext>
              </a:extLst>
            </p:cNvPr>
            <p:cNvCxnSpPr>
              <a:cxnSpLocks/>
              <a:stCxn id="71" idx="1"/>
              <a:endCxn id="71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B4B0927-17FF-F895-9DB5-48DC5C45CAA2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118A047-E207-D2BC-36EB-B41EAAD26C7B}"/>
              </a:ext>
            </a:extLst>
          </p:cNvPr>
          <p:cNvGrpSpPr/>
          <p:nvPr/>
        </p:nvGrpSpPr>
        <p:grpSpPr>
          <a:xfrm>
            <a:off x="9038750" y="3429000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E8763922-A0A2-9804-19B0-D8D7F65D8E8B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EABB547-A709-A64A-3338-4E7015CAE81D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FDE0FF92-D82F-138B-C581-81419EB9C85C}"/>
                </a:ext>
              </a:extLst>
            </p:cNvPr>
            <p:cNvCxnSpPr>
              <a:cxnSpLocks/>
              <a:stCxn id="80" idx="1"/>
              <a:endCxn id="80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7F9E8218-534A-D789-3411-DC33E0D603A6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6B7C95F-FAD4-8255-8FB1-9C75455FD768}"/>
              </a:ext>
            </a:extLst>
          </p:cNvPr>
          <p:cNvGrpSpPr/>
          <p:nvPr/>
        </p:nvGrpSpPr>
        <p:grpSpPr>
          <a:xfrm>
            <a:off x="9668696" y="3429000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57E325B1-7151-3C97-40C6-4FC8F2854B04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78AAE68C-B636-A2E8-A591-D6328EF77557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16DF229F-90D9-7006-40D3-41A969243222}"/>
                </a:ext>
              </a:extLst>
            </p:cNvPr>
            <p:cNvCxnSpPr>
              <a:cxnSpLocks/>
              <a:stCxn id="89" idx="1"/>
              <a:endCxn id="8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40E25F8-E49B-1198-C989-173FA7B716F0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9DB1FCF-9307-001A-1543-05C9FA1BC937}"/>
              </a:ext>
            </a:extLst>
          </p:cNvPr>
          <p:cNvGrpSpPr/>
          <p:nvPr/>
        </p:nvGrpSpPr>
        <p:grpSpPr>
          <a:xfrm>
            <a:off x="10317975" y="3444518"/>
            <a:ext cx="552468" cy="1774377"/>
            <a:chOff x="585073" y="2591561"/>
            <a:chExt cx="552468" cy="1774377"/>
          </a:xfrm>
          <a:solidFill>
            <a:schemeClr val="bg2"/>
          </a:solidFill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1C422051-61C9-4798-FE73-889E9D5A71B7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61F3909-A241-E943-1982-CCE1DAD68EFB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65719F9F-780F-FE04-D0C4-989963852DD9}"/>
                </a:ext>
              </a:extLst>
            </p:cNvPr>
            <p:cNvCxnSpPr>
              <a:cxnSpLocks/>
              <a:stCxn id="98" idx="1"/>
              <a:endCxn id="98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3E902224-78E4-C026-4B96-57C827C24294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05041ED3-570A-A6EA-4071-E2307BE11EA2}"/>
              </a:ext>
            </a:extLst>
          </p:cNvPr>
          <p:cNvSpPr txBox="1"/>
          <p:nvPr/>
        </p:nvSpPr>
        <p:spPr>
          <a:xfrm>
            <a:off x="2667751" y="6173360"/>
            <a:ext cx="1982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Kernel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D6E1649-8B06-E50F-2586-DBAB230A5F1B}"/>
              </a:ext>
            </a:extLst>
          </p:cNvPr>
          <p:cNvSpPr txBox="1"/>
          <p:nvPr/>
        </p:nvSpPr>
        <p:spPr>
          <a:xfrm>
            <a:off x="8870821" y="5535459"/>
            <a:ext cx="1982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DCC0C00-329C-208A-095F-C3121DCEC914}"/>
              </a:ext>
            </a:extLst>
          </p:cNvPr>
          <p:cNvCxnSpPr/>
          <p:nvPr/>
        </p:nvCxnSpPr>
        <p:spPr>
          <a:xfrm>
            <a:off x="787231" y="5619623"/>
            <a:ext cx="76301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6B72169F-E471-DF48-9E4A-118E98F7E2A9}"/>
              </a:ext>
            </a:extLst>
          </p:cNvPr>
          <p:cNvGrpSpPr/>
          <p:nvPr/>
        </p:nvGrpSpPr>
        <p:grpSpPr>
          <a:xfrm>
            <a:off x="1867000" y="4859835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E48234D-33ED-5563-65C9-905EE655225B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93EC03C-83B3-3561-DE29-E32D2AA799D6}"/>
                </a:ext>
              </a:extLst>
            </p:cNvPr>
            <p:cNvCxnSpPr>
              <a:cxnSpLocks/>
              <a:stCxn id="13" idx="0"/>
              <a:endCxn id="13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D98942C-E161-A248-6017-F8D5550F0B67}"/>
              </a:ext>
            </a:extLst>
          </p:cNvPr>
          <p:cNvGrpSpPr/>
          <p:nvPr/>
        </p:nvGrpSpPr>
        <p:grpSpPr>
          <a:xfrm>
            <a:off x="2924485" y="4864375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E6B2303-BACD-272D-59EC-A5C74FCEEFDA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E68F89C-952B-CCCE-2C94-E8A4DC561885}"/>
                </a:ext>
              </a:extLst>
            </p:cNvPr>
            <p:cNvCxnSpPr>
              <a:cxnSpLocks/>
              <a:stCxn id="19" idx="0"/>
              <a:endCxn id="19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22E4613-91AA-07E2-C45A-72F29296DDE6}"/>
              </a:ext>
            </a:extLst>
          </p:cNvPr>
          <p:cNvGrpSpPr/>
          <p:nvPr/>
        </p:nvGrpSpPr>
        <p:grpSpPr>
          <a:xfrm>
            <a:off x="3990868" y="4859835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0D9E8D7-8B15-C0AE-5CD2-60B8C16F5FB9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BB5A2F5-3266-45EE-830C-986C4682DA8E}"/>
                </a:ext>
              </a:extLst>
            </p:cNvPr>
            <p:cNvCxnSpPr>
              <a:cxnSpLocks/>
              <a:stCxn id="25" idx="0"/>
              <a:endCxn id="25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71D0BFD-3E86-F351-7536-1B1B0E29E2AE}"/>
              </a:ext>
            </a:extLst>
          </p:cNvPr>
          <p:cNvGrpSpPr/>
          <p:nvPr/>
        </p:nvGrpSpPr>
        <p:grpSpPr>
          <a:xfrm>
            <a:off x="5048353" y="4864375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4812030-1013-122A-A9D2-4461FC2827BE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B9BEAD5-CAAF-EF33-9D12-95509D7D83A0}"/>
                </a:ext>
              </a:extLst>
            </p:cNvPr>
            <p:cNvCxnSpPr>
              <a:cxnSpLocks/>
              <a:stCxn id="31" idx="0"/>
              <a:endCxn id="31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2F247CB-CC1B-1FE1-FA3A-F4A4AC69A79A}"/>
              </a:ext>
            </a:extLst>
          </p:cNvPr>
          <p:cNvGrpSpPr/>
          <p:nvPr/>
        </p:nvGrpSpPr>
        <p:grpSpPr>
          <a:xfrm>
            <a:off x="1867000" y="535923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CB12330-AB44-D2F6-D5B6-D1EF1CC22555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954F8D3-BDEA-0B7A-72AA-34D2ADA4C349}"/>
                </a:ext>
              </a:extLst>
            </p:cNvPr>
            <p:cNvCxnSpPr>
              <a:cxnSpLocks/>
              <a:stCxn id="37" idx="0"/>
              <a:endCxn id="37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47EA1E0-D1A4-70A8-9C44-904954CFB5BC}"/>
              </a:ext>
            </a:extLst>
          </p:cNvPr>
          <p:cNvGrpSpPr/>
          <p:nvPr/>
        </p:nvGrpSpPr>
        <p:grpSpPr>
          <a:xfrm>
            <a:off x="2924485" y="536377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CF6C9BC-3013-127E-D9C8-F7F2CEB0289C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7C8A163-729C-BB1C-CC82-64AAAD331C51}"/>
                </a:ext>
              </a:extLst>
            </p:cNvPr>
            <p:cNvCxnSpPr>
              <a:cxnSpLocks/>
              <a:stCxn id="43" idx="0"/>
              <a:endCxn id="43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0964D78-4A1C-350C-AC67-BC397E88BFC8}"/>
              </a:ext>
            </a:extLst>
          </p:cNvPr>
          <p:cNvGrpSpPr/>
          <p:nvPr/>
        </p:nvGrpSpPr>
        <p:grpSpPr>
          <a:xfrm>
            <a:off x="3990868" y="535923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F50C90E-49AB-907F-8559-CD401B6AD144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EDD4469-AEDC-3F8C-D675-043373B2DE2B}"/>
                </a:ext>
              </a:extLst>
            </p:cNvPr>
            <p:cNvCxnSpPr>
              <a:cxnSpLocks/>
              <a:stCxn id="49" idx="0"/>
              <a:endCxn id="49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D6356D2-B67E-F863-FBB8-54CE31FC1AA3}"/>
              </a:ext>
            </a:extLst>
          </p:cNvPr>
          <p:cNvGrpSpPr/>
          <p:nvPr/>
        </p:nvGrpSpPr>
        <p:grpSpPr>
          <a:xfrm>
            <a:off x="5048353" y="536377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C3616D18-47C9-A07C-6E9B-116A6145BBBF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41243F98-C7FF-0E9B-5D2F-3814A3954A1B}"/>
                </a:ext>
              </a:extLst>
            </p:cNvPr>
            <p:cNvCxnSpPr>
              <a:cxnSpLocks/>
              <a:stCxn id="58" idx="0"/>
              <a:endCxn id="58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A67522AA-A7A2-9676-CED1-E5C73D22A04B}"/>
              </a:ext>
            </a:extLst>
          </p:cNvPr>
          <p:cNvSpPr/>
          <p:nvPr/>
        </p:nvSpPr>
        <p:spPr>
          <a:xfrm>
            <a:off x="2924485" y="4859835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6D747ED-EA00-1951-4913-76B234FD5550}"/>
              </a:ext>
            </a:extLst>
          </p:cNvPr>
          <p:cNvSpPr/>
          <p:nvPr/>
        </p:nvSpPr>
        <p:spPr>
          <a:xfrm>
            <a:off x="3461468" y="4867405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C659B97-D69D-FF04-5641-904C2487FF99}"/>
              </a:ext>
            </a:extLst>
          </p:cNvPr>
          <p:cNvSpPr/>
          <p:nvPr/>
        </p:nvSpPr>
        <p:spPr>
          <a:xfrm>
            <a:off x="2931135" y="5380430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270B2DC-FB6F-BD40-35AC-EBCDC507E851}"/>
              </a:ext>
            </a:extLst>
          </p:cNvPr>
          <p:cNvSpPr/>
          <p:nvPr/>
        </p:nvSpPr>
        <p:spPr>
          <a:xfrm>
            <a:off x="3463249" y="5377907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BFD21D0-9FCB-BD14-46D2-F1CD2447BC33}"/>
              </a:ext>
            </a:extLst>
          </p:cNvPr>
          <p:cNvSpPr/>
          <p:nvPr/>
        </p:nvSpPr>
        <p:spPr>
          <a:xfrm>
            <a:off x="4530473" y="4873455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26D6811-5B39-4BD8-E255-3F87E4E31317}"/>
              </a:ext>
            </a:extLst>
          </p:cNvPr>
          <p:cNvSpPr/>
          <p:nvPr/>
        </p:nvSpPr>
        <p:spPr>
          <a:xfrm>
            <a:off x="4520735" y="5370679"/>
            <a:ext cx="529866" cy="49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685FA28-4B04-7F52-8E12-691BED20FBF6}"/>
              </a:ext>
            </a:extLst>
          </p:cNvPr>
          <p:cNvSpPr/>
          <p:nvPr/>
        </p:nvSpPr>
        <p:spPr>
          <a:xfrm>
            <a:off x="8870821" y="1572649"/>
            <a:ext cx="2221992" cy="93812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09E9761-0574-3AAB-EC0E-0F2DE4C30A52}"/>
              </a:ext>
            </a:extLst>
          </p:cNvPr>
          <p:cNvSpPr/>
          <p:nvPr/>
        </p:nvSpPr>
        <p:spPr>
          <a:xfrm>
            <a:off x="8825608" y="3442968"/>
            <a:ext cx="2221992" cy="42898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884E190-42CB-0D04-DB99-9FD06441BA3E}"/>
              </a:ext>
            </a:extLst>
          </p:cNvPr>
          <p:cNvSpPr/>
          <p:nvPr/>
        </p:nvSpPr>
        <p:spPr>
          <a:xfrm>
            <a:off x="8881833" y="4351104"/>
            <a:ext cx="2221992" cy="83017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699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F5A57-8173-D7A1-9F75-505D81379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28194-E949-3761-E295-3ABBC1964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Objective is to achieve structure in pruning that makes it hardware friendly</a:t>
            </a:r>
          </a:p>
          <a:p>
            <a:pPr lvl="1"/>
            <a:r>
              <a:rPr lang="en-US" dirty="0"/>
              <a:t>For example, by ensuring same sequential storage of inputs work for all channels in the previous example</a:t>
            </a:r>
          </a:p>
          <a:p>
            <a:endParaRPr lang="en-US" dirty="0"/>
          </a:p>
          <a:p>
            <a:r>
              <a:rPr lang="en-US" dirty="0"/>
              <a:t>Examples of “structures” that can be pruned</a:t>
            </a:r>
          </a:p>
          <a:p>
            <a:pPr lvl="1"/>
            <a:r>
              <a:rPr lang="en-US" dirty="0"/>
              <a:t>Entire Channels</a:t>
            </a:r>
          </a:p>
          <a:p>
            <a:pPr lvl="1"/>
            <a:r>
              <a:rPr lang="en-US" dirty="0"/>
              <a:t>Entire Filters</a:t>
            </a:r>
          </a:p>
          <a:p>
            <a:pPr lvl="1"/>
            <a:r>
              <a:rPr lang="en-US" dirty="0"/>
              <a:t>Entire Layers</a:t>
            </a:r>
          </a:p>
        </p:txBody>
      </p:sp>
    </p:spTree>
    <p:extLst>
      <p:ext uri="{BB962C8B-B14F-4D97-AF65-F5344CB8AC3E}">
        <p14:creationId xmlns:p14="http://schemas.microsoft.com/office/powerpoint/2010/main" val="2674617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573E6-6D9D-B04B-82DD-0BE635D51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8D4F8-76F6-F67B-7F39-63AB6F2D9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597900" cy="1325563"/>
          </a:xfrm>
        </p:spPr>
        <p:txBody>
          <a:bodyPr/>
          <a:lstStyle/>
          <a:p>
            <a:r>
              <a:rPr lang="en-US" dirty="0"/>
              <a:t>Structured Pruning – Output Channel Pruning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18F2DAC-09A6-EAF4-78F2-4F6F5E8BD246}"/>
              </a:ext>
            </a:extLst>
          </p:cNvPr>
          <p:cNvGrpSpPr/>
          <p:nvPr/>
        </p:nvGrpSpPr>
        <p:grpSpPr>
          <a:xfrm>
            <a:off x="838200" y="4765836"/>
            <a:ext cx="1059735" cy="896233"/>
            <a:chOff x="1980958" y="2952087"/>
            <a:chExt cx="1059735" cy="896233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8088743-1DD7-0DF6-0343-0C8C449A0F34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D85C51B-515A-6A06-3370-3E8022ECF202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0EF241CE-A3FC-3541-78E1-E2127E1740B5}"/>
                  </a:ext>
                </a:extLst>
              </p:cNvPr>
              <p:cNvCxnSpPr>
                <a:stCxn id="10" idx="0"/>
                <a:endCxn id="10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239ED40F-0919-F05C-BFF0-AE21E3716B6F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52E3FFF-72C0-A58F-E38F-515FBF60C251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52E3FFF-72C0-A58F-E38F-515FBF60C2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46BD4F3-AB76-5213-6F43-0A7A6632B4C3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46BD4F3-AB76-5213-6F43-0A7A6632B4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5C4299E-6501-EC3C-2BAD-A42A17FDBF3B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5C4299E-6501-EC3C-2BAD-A42A17FDBF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E307E01-2710-3E17-E01B-1F5B72579738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E307E01-2710-3E17-E01B-1F5B725797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2E27251-7063-1B74-B27C-59EAD482F8BB}"/>
              </a:ext>
            </a:extLst>
          </p:cNvPr>
          <p:cNvGrpSpPr/>
          <p:nvPr/>
        </p:nvGrpSpPr>
        <p:grpSpPr>
          <a:xfrm>
            <a:off x="9800665" y="868860"/>
            <a:ext cx="552468" cy="1776719"/>
            <a:chOff x="585073" y="2591561"/>
            <a:chExt cx="552468" cy="1776719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5387F46-D925-C524-93E0-B14E6EB7A0F5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7BFDF7F-8F51-6286-341E-452FD8DE53F2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B321ADA-8549-3EE4-D92C-42EDB088D6C3}"/>
                </a:ext>
              </a:extLst>
            </p:cNvPr>
            <p:cNvCxnSpPr>
              <a:cxnSpLocks/>
              <a:stCxn id="39" idx="1"/>
              <a:endCxn id="3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4B5ADF8-D3E9-A97E-C49B-F89DE5C782B3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4B5ADF8-D3E9-A97E-C49B-F89DE5C782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CD9A311-18DC-95F1-3AEF-BD94D3B5FF75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CD9A311-18DC-95F1-3AEF-BD94D3B5FF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938DCC4-588F-3CEC-16FC-FEB478FBC7B3}"/>
                    </a:ext>
                  </a:extLst>
                </p:cNvPr>
                <p:cNvSpPr txBox="1"/>
                <p:nvPr/>
              </p:nvSpPr>
              <p:spPr>
                <a:xfrm>
                  <a:off x="631489" y="353230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938DCC4-588F-3CEC-16FC-FEB478FBC7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32301"/>
                  <a:ext cx="41953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BF9087F-CA7F-35DB-D39D-6A6B64C99AE3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C9AD8F4C-AF2A-654F-604C-20D316464547}"/>
                    </a:ext>
                  </a:extLst>
                </p:cNvPr>
                <p:cNvSpPr txBox="1"/>
                <p:nvPr/>
              </p:nvSpPr>
              <p:spPr>
                <a:xfrm>
                  <a:off x="625541" y="39989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C9AD8F4C-AF2A-654F-604C-20D3164645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98948"/>
                  <a:ext cx="419538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E65B648-5F63-32CA-32FA-F5E96AE2DE0A}"/>
              </a:ext>
            </a:extLst>
          </p:cNvPr>
          <p:cNvGrpSpPr/>
          <p:nvPr/>
        </p:nvGrpSpPr>
        <p:grpSpPr>
          <a:xfrm>
            <a:off x="10347186" y="869562"/>
            <a:ext cx="552468" cy="1774377"/>
            <a:chOff x="585073" y="2591561"/>
            <a:chExt cx="552468" cy="1774377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214FEEE-B449-7260-7EDE-E77C72F28539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EB6662C-A47B-EC9C-93BE-42FC2D6E9C15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965D486D-CB62-F878-6F63-0178A364DEF6}"/>
                </a:ext>
              </a:extLst>
            </p:cNvPr>
            <p:cNvCxnSpPr>
              <a:cxnSpLocks/>
              <a:stCxn id="40" idx="1"/>
              <a:endCxn id="40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C59AE4E-3DB2-5ABF-69DF-889EEDB563CD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C59AE4E-3DB2-5ABF-69DF-889EEDB563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0A52F196-AB9D-87E6-975B-BE26F904EC8C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0A52F196-AB9D-87E6-975B-BE26F904EC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E06A3050-8AEB-4EF8-714F-6BA690331183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E06A3050-8AEB-4EF8-714F-6BA6903311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5B07ED1-EE30-4A60-B52C-B985CED55F4E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1F92445B-7D3A-010A-4480-1122D24922F4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1F92445B-7D3A-010A-4480-1122D24922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1A689C4-E9E1-B1EE-363B-B0D23F848E23}"/>
              </a:ext>
            </a:extLst>
          </p:cNvPr>
          <p:cNvGrpSpPr/>
          <p:nvPr/>
        </p:nvGrpSpPr>
        <p:grpSpPr>
          <a:xfrm>
            <a:off x="10899569" y="872968"/>
            <a:ext cx="552468" cy="1774377"/>
            <a:chOff x="585073" y="2591561"/>
            <a:chExt cx="552468" cy="1774377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BD65A8D-106E-7E56-1308-BA811757C57D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4A4F38B1-65AF-0ACE-EC38-B745A2D34663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D33F6CC-F790-3DC1-5C8A-CDA9011DA5D0}"/>
                </a:ext>
              </a:extLst>
            </p:cNvPr>
            <p:cNvCxnSpPr>
              <a:cxnSpLocks/>
              <a:stCxn id="54" idx="1"/>
              <a:endCxn id="54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F501E1D-B43D-8244-A9B9-448FD04D58B7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F501E1D-B43D-8244-A9B9-448FD04D58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6D2CAF22-3EFE-0C21-F80A-3921CFE849FA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6D2CAF22-3EFE-0C21-F80A-3921CFE849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35816E0B-5711-EE2F-4DF6-FBFE89381FF8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35816E0B-5711-EE2F-4DF6-FBFE89381F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B990C93D-39C7-B524-45DF-90C3E3F883EE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2FFD50D3-C1CC-2642-878F-885548F888F6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2FFD50D3-C1CC-2642-878F-885548F888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C2695F43-2745-41DA-554B-FEF651107613}"/>
              </a:ext>
            </a:extLst>
          </p:cNvPr>
          <p:cNvGrpSpPr/>
          <p:nvPr/>
        </p:nvGrpSpPr>
        <p:grpSpPr>
          <a:xfrm>
            <a:off x="5025416" y="4916979"/>
            <a:ext cx="1065058" cy="499397"/>
            <a:chOff x="1980958" y="2952087"/>
            <a:chExt cx="1065058" cy="499397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BA2D5EAF-21AC-554E-E0DD-6FF05C76F4F4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8144867F-70D7-36CA-E592-80884286D362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3972287C-B400-6502-A3DE-767C9EB091A1}"/>
                  </a:ext>
                </a:extLst>
              </p:cNvPr>
              <p:cNvCxnSpPr>
                <a:cxnSpLocks/>
                <a:stCxn id="72" idx="0"/>
                <a:endCxn id="72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09BC62B9-B233-333E-D436-24D6B3A77FB7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09BC62B9-B233-333E-D436-24D6B3A77F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4F5D04CC-6177-6382-99C0-CFA5F6726335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4F5D04CC-6177-6382-99C0-CFA5F67263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B94283C2-10F1-0321-38B6-0F7B67E11272}"/>
              </a:ext>
            </a:extLst>
          </p:cNvPr>
          <p:cNvGrpSpPr/>
          <p:nvPr/>
        </p:nvGrpSpPr>
        <p:grpSpPr>
          <a:xfrm>
            <a:off x="6082901" y="4921519"/>
            <a:ext cx="1065058" cy="499397"/>
            <a:chOff x="1980958" y="2952087"/>
            <a:chExt cx="1065058" cy="499397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1B37ABD9-88F9-F113-E6DA-2B4829BED858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A0FEABCB-41C9-9705-C39E-AABBCF54A5DC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1CA153A2-73BC-EC2C-1BE7-93C35D05E31E}"/>
                  </a:ext>
                </a:extLst>
              </p:cNvPr>
              <p:cNvCxnSpPr>
                <a:cxnSpLocks/>
                <a:stCxn id="80" idx="0"/>
                <a:endCxn id="8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02236777-AB1D-9738-0384-6F34D9ABABD6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02236777-AB1D-9738-0384-6F34D9ABAB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0EA24279-E344-9473-BD87-18A51A479611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0EA24279-E344-9473-BD87-18A51A4796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A5C651C-507A-AC2D-291C-42D9E843305C}"/>
              </a:ext>
            </a:extLst>
          </p:cNvPr>
          <p:cNvGrpSpPr/>
          <p:nvPr/>
        </p:nvGrpSpPr>
        <p:grpSpPr>
          <a:xfrm>
            <a:off x="228876" y="1805080"/>
            <a:ext cx="1946179" cy="1784524"/>
            <a:chOff x="585073" y="2581414"/>
            <a:chExt cx="1946179" cy="178452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6283D92C-7AB7-A54B-6ED2-8486378FCF53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CE03551-0383-957D-BAF9-4D0C72713BD7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9F7A4A9B-A6A4-50EC-4D57-261280CE2069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8308299F-B275-BC6D-6A46-88106246154A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AEEFB808-F51C-27A0-9555-D5D19B9111A2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D3231AB9-DB51-886A-4F48-1A37D22639B5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D3231AB9-DB51-886A-4F48-1A37D22639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189DD5B2-9655-7BF5-2276-5ADED3405D15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189DD5B2-9655-7BF5-2276-5ADED3405D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5F2CD041-8323-B457-BA8B-77EB241281B8}"/>
                    </a:ext>
                  </a:extLst>
                </p:cNvPr>
                <p:cNvSpPr txBox="1"/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5F2CD041-8323-B457-BA8B-77EB241281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696B129-6F50-4737-F4EB-34C83C5BE3EB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696B129-6F50-4737-F4EB-34C83C5BE3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1BF6C012-439A-A671-08FB-652BBDA6A0E3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1BF6C012-439A-A671-08FB-652BBDA6A0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FBE37040-44C2-BF91-27A5-338A59EFE52C}"/>
                    </a:ext>
                  </a:extLst>
                </p:cNvPr>
                <p:cNvSpPr txBox="1"/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FBE37040-44C2-BF91-27A5-338A59EFE5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044AD38F-FFD8-9FF9-7E19-FD141E6B449D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044AD38F-FFD8-9FF9-7E19-FD141E6B44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9469D4E6-3AF2-829A-322A-F368D8AD1667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9469D4E6-3AF2-829A-322A-F368D8AD16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C7F9447E-DEA0-3FA1-D081-A6F3B1B66AE4}"/>
                    </a:ext>
                  </a:extLst>
                </p:cNvPr>
                <p:cNvSpPr txBox="1"/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C7F9447E-DEA0-3FA1-D081-A6F3B1B66A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blipFill>
                  <a:blip r:embed="rId30"/>
                  <a:stretch>
                    <a:fillRect r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8B1508D3-EEFB-1C12-A3F4-C6F547C131C5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2ECFE52F-92A7-178D-5E3F-496525E36C72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2ECFE52F-92A7-178D-5E3F-496525E36C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1B167E96-C598-625F-4996-F05714922490}"/>
                    </a:ext>
                  </a:extLst>
                </p:cNvPr>
                <p:cNvSpPr txBox="1"/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1B167E96-C598-625F-4996-F057149224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D1873452-5F03-2EDE-5234-F8CD601318CF}"/>
                    </a:ext>
                  </a:extLst>
                </p:cNvPr>
                <p:cNvSpPr txBox="1"/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D1873452-5F03-2EDE-5234-F8CD601318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2096BDF-BF6A-CB19-8879-4BFB0960EF5B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6D0D9818-8F03-58DB-6AA7-60BB57043C89}"/>
                    </a:ext>
                  </a:extLst>
                </p:cNvPr>
                <p:cNvSpPr txBox="1"/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6D0D9818-8F03-58DB-6AA7-60BB57043C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D3A4D698-F82D-AAE2-5013-0BF7B7DCB02C}"/>
                    </a:ext>
                  </a:extLst>
                </p:cNvPr>
                <p:cNvSpPr txBox="1"/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D3A4D698-F82D-AAE2-5013-0BF7B7DCB0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5422B847-68D9-BA69-E47C-C1C5DCF559DD}"/>
                    </a:ext>
                  </a:extLst>
                </p:cNvPr>
                <p:cNvSpPr txBox="1"/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5422B847-68D9-BA69-E47C-C1C5DCF559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5DA7554D-74BF-FFC7-98DB-F6D0EB56B508}"/>
                    </a:ext>
                  </a:extLst>
                </p:cNvPr>
                <p:cNvSpPr txBox="1"/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5DA7554D-74BF-FFC7-98DB-F6D0EB56B5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79B80AB8-56C3-DB02-5CF1-345B37AEE965}"/>
              </a:ext>
            </a:extLst>
          </p:cNvPr>
          <p:cNvGrpSpPr/>
          <p:nvPr/>
        </p:nvGrpSpPr>
        <p:grpSpPr>
          <a:xfrm>
            <a:off x="2395904" y="1805080"/>
            <a:ext cx="1946179" cy="1784524"/>
            <a:chOff x="585073" y="2581414"/>
            <a:chExt cx="1946179" cy="1784524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C5B6B603-49D6-B3CD-C143-1163FF8B0799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BC3E4002-C766-59D4-7E78-3D0174329704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7126D3F0-C967-A228-554E-70825D2218D5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2802911E-3493-6447-5EFA-4FB487628A5E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CD929938-5359-FB34-CD4E-2E43E4BA82BA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BC8FDEB7-698A-25D8-6015-57D0E375C2B1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BC8FDEB7-698A-25D8-6015-57D0E375C2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1532CE20-06A7-0949-B11E-0BFC75B6969D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1532CE20-06A7-0949-B11E-0BFC75B696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B463CE69-2F8B-AECF-1D6B-51A7CBAFF935}"/>
                    </a:ext>
                  </a:extLst>
                </p:cNvPr>
                <p:cNvSpPr txBox="1"/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B463CE69-2F8B-AECF-1D6B-51A7CBAFF9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568EE9D2-86DC-5AFA-C6B4-C6715B68389C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568EE9D2-86DC-5AFA-C6B4-C6715B6838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640D3F01-1236-82BC-7FFB-E3F8DE3FBAD8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640D3F01-1236-82BC-7FFB-E3F8DE3FBA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17CE4308-D2DA-6C6E-FE37-F7097D29FFB0}"/>
                    </a:ext>
                  </a:extLst>
                </p:cNvPr>
                <p:cNvSpPr txBox="1"/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17CE4308-D2DA-6C6E-FE37-F7097D29FF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A9139897-2256-F3CA-2966-D0C015688B47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A9139897-2256-F3CA-2966-D0C015688B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DEC3C150-B9FE-EF90-CE04-FDFA9FF59554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DEC3C150-B9FE-EF90-CE04-FDFA9FF595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9C82E590-FAF1-FC67-0F66-97969AA4C3DD}"/>
                    </a:ext>
                  </a:extLst>
                </p:cNvPr>
                <p:cNvSpPr txBox="1"/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9C82E590-FAF1-FC67-0F66-97969AA4C3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blipFill>
                  <a:blip r:embed="rId46"/>
                  <a:stretch>
                    <a:fillRect r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D5ACD39E-5886-EC16-3E23-CF23320C2D58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C0CC2971-A12E-4B21-F031-E596B53B9ED0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C0CC2971-A12E-4B21-F031-E596B53B9E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44F58144-B76E-83CA-6338-3BBD0835F2C8}"/>
                    </a:ext>
                  </a:extLst>
                </p:cNvPr>
                <p:cNvSpPr txBox="1"/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44F58144-B76E-83CA-6338-3BBD0835F2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321C5055-1873-6987-D8E5-BB36409528CD}"/>
                    </a:ext>
                  </a:extLst>
                </p:cNvPr>
                <p:cNvSpPr txBox="1"/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321C5055-1873-6987-D8E5-BB36409528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3306ED27-55E9-D0A8-9707-0DB06675FD8A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1B2AB4CC-D45D-AA8D-99F8-187449844C46}"/>
                    </a:ext>
                  </a:extLst>
                </p:cNvPr>
                <p:cNvSpPr txBox="1"/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1B2AB4CC-D45D-AA8D-99F8-187449844C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1DD58497-82AD-457B-664F-77CE9A7632E5}"/>
                    </a:ext>
                  </a:extLst>
                </p:cNvPr>
                <p:cNvSpPr txBox="1"/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1DD58497-82AD-457B-664F-77CE9A7632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B72417EB-CA1E-25B1-038A-F188E1D6DA05}"/>
                    </a:ext>
                  </a:extLst>
                </p:cNvPr>
                <p:cNvSpPr txBox="1"/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B72417EB-CA1E-25B1-038A-F188E1D6DA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6D9FEA9D-54C4-D981-9CB6-DA7DDDAA696A}"/>
                    </a:ext>
                  </a:extLst>
                </p:cNvPr>
                <p:cNvSpPr txBox="1"/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6D9FEA9D-54C4-D981-9CB6-DA7DDDAA69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43271978-40A1-C052-0C87-467409277810}"/>
              </a:ext>
            </a:extLst>
          </p:cNvPr>
          <p:cNvGrpSpPr/>
          <p:nvPr/>
        </p:nvGrpSpPr>
        <p:grpSpPr>
          <a:xfrm>
            <a:off x="2175510" y="4769646"/>
            <a:ext cx="1059735" cy="896233"/>
            <a:chOff x="1980958" y="2952087"/>
            <a:chExt cx="1059735" cy="896233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6E2FF878-2CB1-2938-7B63-0317E087C3DE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E98AF679-53F4-229C-4BFD-D20CFBA8B189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E7502FA5-A036-F8AE-8892-A70EB25B7455}"/>
                  </a:ext>
                </a:extLst>
              </p:cNvPr>
              <p:cNvCxnSpPr>
                <a:stCxn id="143" idx="0"/>
                <a:endCxn id="143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F11F75E9-4B5C-5B74-7597-6B23B371590A}"/>
                  </a:ext>
                </a:extLst>
              </p:cNvPr>
              <p:cNvCxnSpPr>
                <a:cxnSpLocks/>
                <a:endCxn id="143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C28F4E77-375A-3437-312A-30FDFF52C01E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C28F4E77-375A-3437-312A-30FDFF52C0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5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05DFC0DA-BB74-B775-30F7-75D3C9C45343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05DFC0DA-BB74-B775-30F7-75D3C9C453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5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8DEA75EE-CDCE-4948-2604-73B3E0228A81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8DEA75EE-CDCE-4948-2604-73B3E0228A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56"/>
                  <a:stretch>
                    <a:fillRect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445431B2-118E-29A6-93D6-D48086475CCB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445431B2-118E-29A6-93D6-D48086475C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5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9B6B858B-961D-B8AF-8A42-6254F52F89BC}"/>
              </a:ext>
            </a:extLst>
          </p:cNvPr>
          <p:cNvGrpSpPr/>
          <p:nvPr/>
        </p:nvGrpSpPr>
        <p:grpSpPr>
          <a:xfrm>
            <a:off x="9800665" y="3020654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A933ED85-20ED-7B01-6797-592656CF9F06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E599515E-7BAD-8E5E-EE3D-0EDDAAC0E81E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2DABAB05-F288-8B38-E22F-FF846F1F8453}"/>
                </a:ext>
              </a:extLst>
            </p:cNvPr>
            <p:cNvCxnSpPr>
              <a:cxnSpLocks/>
              <a:stCxn id="147" idx="1"/>
              <a:endCxn id="147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669F1DEF-3F29-FB30-1A75-9C396020D8AA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669F1DEF-3F29-FB30-1A75-9C396020D8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5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E146F342-41E7-2D1E-0A2E-ACDBA0D9CB34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E146F342-41E7-2D1E-0A2E-ACDBA0D9CB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5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B6BBCDAF-759F-C3E3-5F13-42FB44C7F08B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B6BBCDAF-759F-C3E3-5F13-42FB44C7F0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51AB1CCF-E4C7-699C-70ED-1A1809FE0359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79F2178B-C767-9581-4E87-E313BF1477CA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79F2178B-C767-9581-4E87-E313BF1477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6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A26B4268-7D84-3AB4-F3D3-3CB217C7B292}"/>
              </a:ext>
            </a:extLst>
          </p:cNvPr>
          <p:cNvGrpSpPr/>
          <p:nvPr/>
        </p:nvGrpSpPr>
        <p:grpSpPr>
          <a:xfrm>
            <a:off x="10347186" y="3021356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15CE28C3-0421-E214-1D9E-342524D51B44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425F79EE-9662-ECAC-84D1-E1C0F92C08A7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4CB6BC69-52D6-DB20-1272-2ADEA5F30128}"/>
                </a:ext>
              </a:extLst>
            </p:cNvPr>
            <p:cNvCxnSpPr>
              <a:cxnSpLocks/>
              <a:stCxn id="156" idx="1"/>
              <a:endCxn id="156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18E9EA9A-6042-6A86-97BE-0BDB5CC53C7D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18E9EA9A-6042-6A86-97BE-0BDB5CC53C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6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05A7BD98-2304-5D1D-F8AF-FD90583AB5AC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05A7BD98-2304-5D1D-F8AF-FD90583AB5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6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BDEB138F-4D26-BF76-97DC-71CADCC6795D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BDEB138F-4D26-BF76-97DC-71CADCC679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3A9A2409-67BE-D41B-3D38-DD516B92E1C1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0B30877C-48A4-C5BC-1279-F64CF3AB531F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0B30877C-48A4-C5BC-1279-F64CF3AB53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6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3A38F0DD-458A-1358-B341-534C97A1B0B4}"/>
              </a:ext>
            </a:extLst>
          </p:cNvPr>
          <p:cNvGrpSpPr/>
          <p:nvPr/>
        </p:nvGrpSpPr>
        <p:grpSpPr>
          <a:xfrm>
            <a:off x="10899569" y="3024762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F95BCE66-C11E-925B-47E9-B02A843CE32E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00B9E4CA-8115-34B6-BA75-B1370C61B31A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C18F21DB-E8C2-F219-B0AF-B5112B4394D4}"/>
                </a:ext>
              </a:extLst>
            </p:cNvPr>
            <p:cNvCxnSpPr>
              <a:cxnSpLocks/>
              <a:stCxn id="165" idx="1"/>
              <a:endCxn id="165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56C41331-DA58-ADA8-6054-9D4AF18F6A36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56C41331-DA58-ADA8-6054-9D4AF18F6A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6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2094FB52-0056-D029-4294-166C19E6D323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2094FB52-0056-D029-4294-166C19E6D3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blipFill>
                  <a:blip r:embed="rId6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63DDDCCD-9E44-1D64-C4AE-124EBB05705C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63DDDCCD-9E44-1D64-C4AE-124EBB0570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37896AD3-32AB-828D-05BD-4DC8EEFA01E7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8B82D60E-706B-503A-CF58-44433E6F53F1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8B82D60E-706B-503A-CF58-44433E6F53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blipFill>
                  <a:blip r:embed="rId6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3" name="Arrow: Right 172">
            <a:extLst>
              <a:ext uri="{FF2B5EF4-FFF2-40B4-BE49-F238E27FC236}">
                <a16:creationId xmlns:a16="http://schemas.microsoft.com/office/drawing/2014/main" id="{6509965F-342C-5EF2-A297-14075740BEE3}"/>
              </a:ext>
            </a:extLst>
          </p:cNvPr>
          <p:cNvSpPr/>
          <p:nvPr/>
        </p:nvSpPr>
        <p:spPr>
          <a:xfrm>
            <a:off x="5486400" y="2322165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3580EAB3-D324-DFDB-3273-BA0F1E026065}"/>
              </a:ext>
            </a:extLst>
          </p:cNvPr>
          <p:cNvGrpSpPr/>
          <p:nvPr/>
        </p:nvGrpSpPr>
        <p:grpSpPr>
          <a:xfrm>
            <a:off x="7171716" y="4923329"/>
            <a:ext cx="1065058" cy="499397"/>
            <a:chOff x="1980958" y="2952087"/>
            <a:chExt cx="1065058" cy="499397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230790B8-466B-497A-27AC-726755F00BEA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AC3A88F3-E4EA-896E-D8BC-A34AEF83A716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34815495-ADFD-0A74-0D5A-F570BA56CEA3}"/>
                  </a:ext>
                </a:extLst>
              </p:cNvPr>
              <p:cNvCxnSpPr>
                <a:cxnSpLocks/>
                <a:stCxn id="178" idx="0"/>
                <a:endCxn id="178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F6C81FA9-02C3-69A8-CA47-28F0913AE61B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F6C81FA9-02C3-69A8-CA47-28F0913AE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7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7041A441-17D9-641B-5483-538D22C81A6B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7041A441-17D9-641B-5483-538D22C81A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6DCB65A3-5520-2E38-6622-A0796498F0DD}"/>
              </a:ext>
            </a:extLst>
          </p:cNvPr>
          <p:cNvGrpSpPr/>
          <p:nvPr/>
        </p:nvGrpSpPr>
        <p:grpSpPr>
          <a:xfrm>
            <a:off x="8229201" y="4927869"/>
            <a:ext cx="1065058" cy="499397"/>
            <a:chOff x="1980958" y="2952087"/>
            <a:chExt cx="1065058" cy="499397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E2499ECE-1E01-0179-95D5-65E97266C7F0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97E5482C-4E7B-A298-AB10-874FEE56C1E7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591DF06E-42A6-6AA8-44D5-728E31F0A49C}"/>
                  </a:ext>
                </a:extLst>
              </p:cNvPr>
              <p:cNvCxnSpPr>
                <a:cxnSpLocks/>
                <a:stCxn id="184" idx="0"/>
                <a:endCxn id="184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C5E9921B-67ED-88FF-DA62-2681E7E2BD94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C5E9921B-67ED-88FF-DA62-2681E7E2BD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7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8B2B3935-0131-4F52-71A7-8CBFE0396851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8B2B3935-0131-4F52-71A7-8CBFE03968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6" name="Arrow: Right 185">
            <a:extLst>
              <a:ext uri="{FF2B5EF4-FFF2-40B4-BE49-F238E27FC236}">
                <a16:creationId xmlns:a16="http://schemas.microsoft.com/office/drawing/2014/main" id="{FF0898DC-212C-D5B4-1299-3CB0AC5106FA}"/>
              </a:ext>
            </a:extLst>
          </p:cNvPr>
          <p:cNvSpPr/>
          <p:nvPr/>
        </p:nvSpPr>
        <p:spPr>
          <a:xfrm>
            <a:off x="3424506" y="4921877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23A8BB9-7154-7648-5A84-C09A22CD03DA}"/>
              </a:ext>
            </a:extLst>
          </p:cNvPr>
          <p:cNvGrpSpPr/>
          <p:nvPr/>
        </p:nvGrpSpPr>
        <p:grpSpPr>
          <a:xfrm>
            <a:off x="838200" y="5833099"/>
            <a:ext cx="1059735" cy="896233"/>
            <a:chOff x="1980958" y="2952087"/>
            <a:chExt cx="1059735" cy="896233"/>
          </a:xfrm>
          <a:pattFill prst="lgCheck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2422E8B-7AFB-B6E7-A29B-799F7C582D4F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0C724A0-2CA4-2F6F-6670-300F8AFA3ABC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5F54A9B0-FC4D-4142-E623-DAF4034F3EFD}"/>
                  </a:ext>
                </a:extLst>
              </p:cNvPr>
              <p:cNvCxnSpPr>
                <a:stCxn id="19" idx="0"/>
                <a:endCxn id="19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19CC7127-21BD-DC25-3095-5702ABBADCF2}"/>
                  </a:ext>
                </a:extLst>
              </p:cNvPr>
              <p:cNvCxnSpPr>
                <a:cxnSpLocks/>
                <a:endCxn id="19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98247F4-A89D-0375-15C7-F0693083F71E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98247F4-A89D-0375-15C7-F0693083F7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7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56FE1B0-8413-094A-4773-42ADBB1151A5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56FE1B0-8413-094A-4773-42ADBB1151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7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3D895BB-993F-9E25-C26F-68C80F79D9DC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3D895BB-993F-9E25-C26F-68C80F79D9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76"/>
                  <a:stretch>
                    <a:fillRect r="-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4E27109-2824-7B39-24C0-6D925A507AD5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4E27109-2824-7B39-24C0-6D925A507A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7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5AEE94E-77E0-5D28-067D-F4415A9D3555}"/>
              </a:ext>
            </a:extLst>
          </p:cNvPr>
          <p:cNvGrpSpPr/>
          <p:nvPr/>
        </p:nvGrpSpPr>
        <p:grpSpPr>
          <a:xfrm>
            <a:off x="5025416" y="5984242"/>
            <a:ext cx="1065058" cy="499397"/>
            <a:chOff x="1980958" y="2952087"/>
            <a:chExt cx="1065058" cy="499397"/>
          </a:xfrm>
          <a:pattFill prst="sphere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33A6876-DAE9-E80A-4E0C-232B5D7BBB0E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60F1250-FA5C-A81A-F873-7C1B896C17E6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F3C6AC36-852E-E8FC-380F-6166FA2DE368}"/>
                  </a:ext>
                </a:extLst>
              </p:cNvPr>
              <p:cNvCxnSpPr>
                <a:cxnSpLocks/>
                <a:stCxn id="26" idx="0"/>
                <a:endCxn id="26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FB890AF-35B9-8EC6-EE9F-06B9A0FAB516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FB890AF-35B9-8EC6-EE9F-06B9A0FAB5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7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4D03EF2-3704-E77D-45B6-4C3732CB6E87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4D03EF2-3704-E77D-45B6-4C3732CB6E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886BB4B-253A-1036-B01D-7D927E30AE6D}"/>
              </a:ext>
            </a:extLst>
          </p:cNvPr>
          <p:cNvGrpSpPr/>
          <p:nvPr/>
        </p:nvGrpSpPr>
        <p:grpSpPr>
          <a:xfrm>
            <a:off x="6082901" y="5988782"/>
            <a:ext cx="1065058" cy="499397"/>
            <a:chOff x="1980958" y="2952087"/>
            <a:chExt cx="1065058" cy="499397"/>
          </a:xfrm>
          <a:pattFill prst="sphere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E401336-39BD-8E01-38FD-F3ECDD5B5521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2E516016-BF45-5F6B-EEB3-8333AAC0F73B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90F756CC-308F-60B7-9177-C69EC6DBA8AF}"/>
                  </a:ext>
                </a:extLst>
              </p:cNvPr>
              <p:cNvCxnSpPr>
                <a:cxnSpLocks/>
                <a:stCxn id="32" idx="0"/>
                <a:endCxn id="32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C61F572-50FC-5270-9CE0-DC8DBDA4B37C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C61F572-50FC-5270-9CE0-DC8DBDA4B3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8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9A23FE2-8983-BC51-5593-EFFDA86342AE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9A23FE2-8983-BC51-5593-EFFDA86342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387B056-BC77-30D8-3794-412A6044F862}"/>
              </a:ext>
            </a:extLst>
          </p:cNvPr>
          <p:cNvGrpSpPr/>
          <p:nvPr/>
        </p:nvGrpSpPr>
        <p:grpSpPr>
          <a:xfrm>
            <a:off x="2175510" y="5836909"/>
            <a:ext cx="1059735" cy="896233"/>
            <a:chOff x="1980958" y="2952087"/>
            <a:chExt cx="1059735" cy="896233"/>
          </a:xfrm>
          <a:pattFill prst="lgCheck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57554D3-3EDA-CAA5-2B8C-2544F6DCDC37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4FCC6263-B575-FD34-5735-884E2DB004FD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338BF99B-E975-E092-518B-9D8A545D0E41}"/>
                  </a:ext>
                </a:extLst>
              </p:cNvPr>
              <p:cNvCxnSpPr>
                <a:stCxn id="82" idx="0"/>
                <a:endCxn id="82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7101EF44-7016-D3E1-D096-BEDEA9531867}"/>
                  </a:ext>
                </a:extLst>
              </p:cNvPr>
              <p:cNvCxnSpPr>
                <a:cxnSpLocks/>
                <a:endCxn id="82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21712B6C-A5F4-BD93-39BF-5980EA9809EC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21712B6C-A5F4-BD93-39BF-5980EA9809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8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937EF72F-7BB2-1C4B-F6CF-FDD99804334F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937EF72F-7BB2-1C4B-F6CF-FDD9980433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8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F95054B5-2768-7FB6-B6FE-3FACF1F74123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F95054B5-2768-7FB6-B6FE-3FACF1F741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84"/>
                  <a:stretch>
                    <a:fillRect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C385E579-E056-557E-4296-B912D09DE9F5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C385E579-E056-557E-4296-B912D09DE9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8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4286368-8C22-C0CA-1C0F-E1D22E6F3FAF}"/>
              </a:ext>
            </a:extLst>
          </p:cNvPr>
          <p:cNvGrpSpPr/>
          <p:nvPr/>
        </p:nvGrpSpPr>
        <p:grpSpPr>
          <a:xfrm>
            <a:off x="7171716" y="5990592"/>
            <a:ext cx="1065058" cy="499397"/>
            <a:chOff x="1980958" y="2952087"/>
            <a:chExt cx="1065058" cy="499397"/>
          </a:xfrm>
          <a:pattFill prst="sphere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9ED703F0-2B9A-3827-C290-B34616567D49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2E33D8E9-4E46-489D-045F-C4DBCDC46893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16BA7D5A-C3B2-516B-C121-B683A9A53E2D}"/>
                  </a:ext>
                </a:extLst>
              </p:cNvPr>
              <p:cNvCxnSpPr>
                <a:cxnSpLocks/>
                <a:stCxn id="110" idx="0"/>
                <a:endCxn id="11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8EB1922E-6BD5-EC4C-EC32-D8E043CBB525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8EB1922E-6BD5-EC4C-EC32-D8E043CBB5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8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0602271E-DAE7-B644-CF00-2074A77B8B9D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0602271E-DAE7-B644-CF00-2074A77B8B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99905D08-0FB1-9ECD-F651-BBA63CBC64D2}"/>
              </a:ext>
            </a:extLst>
          </p:cNvPr>
          <p:cNvGrpSpPr/>
          <p:nvPr/>
        </p:nvGrpSpPr>
        <p:grpSpPr>
          <a:xfrm>
            <a:off x="8229201" y="5995132"/>
            <a:ext cx="1065058" cy="499397"/>
            <a:chOff x="1980958" y="2952087"/>
            <a:chExt cx="1065058" cy="499397"/>
          </a:xfrm>
          <a:pattFill prst="sphere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9F8BB87C-26E3-2642-E1AD-B176DDEA3C40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2D2F5FD0-66B5-FBB8-644C-D622C4392C94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9B1489F6-E4BC-D7C3-D8AA-40BA55D7FF6E}"/>
                  </a:ext>
                </a:extLst>
              </p:cNvPr>
              <p:cNvCxnSpPr>
                <a:cxnSpLocks/>
                <a:stCxn id="190" idx="0"/>
                <a:endCxn id="19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247F584D-D2B3-F65F-B008-470074F563EA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247F584D-D2B3-F65F-B008-470074F563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8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2E366898-CA28-F827-679A-A1A8EE9E29AB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2E366898-CA28-F827-679A-A1A8EE9E29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2" name="Arrow: Right 191">
            <a:extLst>
              <a:ext uri="{FF2B5EF4-FFF2-40B4-BE49-F238E27FC236}">
                <a16:creationId xmlns:a16="http://schemas.microsoft.com/office/drawing/2014/main" id="{3B3F538C-A48D-A681-1667-9951E28771A3}"/>
              </a:ext>
            </a:extLst>
          </p:cNvPr>
          <p:cNvSpPr/>
          <p:nvPr/>
        </p:nvSpPr>
        <p:spPr>
          <a:xfrm>
            <a:off x="3424506" y="5989140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CD0387FE-6CD2-8CE6-6B44-37DE018246FC}"/>
              </a:ext>
            </a:extLst>
          </p:cNvPr>
          <p:cNvCxnSpPr/>
          <p:nvPr/>
        </p:nvCxnSpPr>
        <p:spPr>
          <a:xfrm>
            <a:off x="5022850" y="4629150"/>
            <a:ext cx="4248150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F6116E8E-58F7-2055-19D4-816F8E2C8BED}"/>
              </a:ext>
            </a:extLst>
          </p:cNvPr>
          <p:cNvCxnSpPr>
            <a:cxnSpLocks/>
          </p:cNvCxnSpPr>
          <p:nvPr/>
        </p:nvCxnSpPr>
        <p:spPr>
          <a:xfrm flipV="1">
            <a:off x="9436100" y="4921877"/>
            <a:ext cx="0" cy="1626568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E12D9143-5646-6C1E-646A-F52BA8B11E5B}"/>
              </a:ext>
            </a:extLst>
          </p:cNvPr>
          <p:cNvCxnSpPr>
            <a:cxnSpLocks/>
          </p:cNvCxnSpPr>
          <p:nvPr/>
        </p:nvCxnSpPr>
        <p:spPr>
          <a:xfrm>
            <a:off x="9696450" y="4921877"/>
            <a:ext cx="1797050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ED87231B-C13D-4E1E-EB33-8D9A8E425E47}"/>
                  </a:ext>
                </a:extLst>
              </p:cNvPr>
              <p:cNvSpPr txBox="1"/>
              <p:nvPr/>
            </p:nvSpPr>
            <p:spPr>
              <a:xfrm>
                <a:off x="9271000" y="5606018"/>
                <a:ext cx="9270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ED87231B-C13D-4E1E-EB33-8D9A8E425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1000" y="5606018"/>
                <a:ext cx="927099" cy="369332"/>
              </a:xfrm>
              <a:prstGeom prst="rect">
                <a:avLst/>
              </a:prstGeom>
              <a:blipFill>
                <a:blip r:embed="rId9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3EF98DBE-7AE8-7667-C3C1-71B129712574}"/>
              </a:ext>
            </a:extLst>
          </p:cNvPr>
          <p:cNvCxnSpPr>
            <a:cxnSpLocks/>
          </p:cNvCxnSpPr>
          <p:nvPr/>
        </p:nvCxnSpPr>
        <p:spPr>
          <a:xfrm>
            <a:off x="9696450" y="882650"/>
            <a:ext cx="0" cy="391160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FCA7DAB8-8814-7FAA-E179-B5D49E01A68D}"/>
                  </a:ext>
                </a:extLst>
              </p:cNvPr>
              <p:cNvSpPr txBox="1"/>
              <p:nvPr/>
            </p:nvSpPr>
            <p:spPr>
              <a:xfrm>
                <a:off x="8255000" y="2601817"/>
                <a:ext cx="1441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FCA7DAB8-8814-7FAA-E179-B5D49E01A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000" y="2601817"/>
                <a:ext cx="1441450" cy="369332"/>
              </a:xfrm>
              <a:prstGeom prst="rect">
                <a:avLst/>
              </a:prstGeom>
              <a:blipFill>
                <a:blip r:embed="rId9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E4488308-1B3C-22FC-9206-FD442FB861A5}"/>
                  </a:ext>
                </a:extLst>
              </p:cNvPr>
              <p:cNvSpPr txBox="1"/>
              <p:nvPr/>
            </p:nvSpPr>
            <p:spPr>
              <a:xfrm>
                <a:off x="6648450" y="4343400"/>
                <a:ext cx="1441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E4488308-1B3C-22FC-9206-FD442FB86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8450" y="4343400"/>
                <a:ext cx="1441450" cy="369332"/>
              </a:xfrm>
              <a:prstGeom prst="rect">
                <a:avLst/>
              </a:prstGeom>
              <a:blipFill>
                <a:blip r:embed="rId9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2390D319-29E3-0AFB-A70B-99C4965177A7}"/>
                  </a:ext>
                </a:extLst>
              </p:cNvPr>
              <p:cNvSpPr txBox="1"/>
              <p:nvPr/>
            </p:nvSpPr>
            <p:spPr>
              <a:xfrm>
                <a:off x="10131425" y="4921877"/>
                <a:ext cx="9270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2390D319-29E3-0AFB-A70B-99C496517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1425" y="4921877"/>
                <a:ext cx="927099" cy="369332"/>
              </a:xfrm>
              <a:prstGeom prst="rect">
                <a:avLst/>
              </a:prstGeom>
              <a:blipFill>
                <a:blip r:embed="rId9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38637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F76A8-BCCE-68D1-2A36-1167A66C5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BC119-AE90-C875-6035-98161DEBA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721434" cy="1325563"/>
          </a:xfrm>
        </p:spPr>
        <p:txBody>
          <a:bodyPr/>
          <a:lstStyle/>
          <a:p>
            <a:r>
              <a:rPr lang="en-US" dirty="0"/>
              <a:t>Structured Pruning – Output Channel Pruning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E929018-3657-02A4-0D7F-1D51E63A6977}"/>
              </a:ext>
            </a:extLst>
          </p:cNvPr>
          <p:cNvGrpSpPr/>
          <p:nvPr/>
        </p:nvGrpSpPr>
        <p:grpSpPr>
          <a:xfrm>
            <a:off x="838200" y="4765836"/>
            <a:ext cx="1059735" cy="896233"/>
            <a:chOff x="1980958" y="2952087"/>
            <a:chExt cx="1059735" cy="896233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B6A5A5F-8AB9-9991-C049-8FBBE87CA0FD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39F33B6-AA14-E97A-25D2-A0FE4DBEAB4F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3E4D70EC-AADA-9E57-4F10-F09A9B749CC4}"/>
                  </a:ext>
                </a:extLst>
              </p:cNvPr>
              <p:cNvCxnSpPr>
                <a:stCxn id="10" idx="0"/>
                <a:endCxn id="10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8812183-DB23-6FAB-A099-3D350C756A2B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3981514-1BB6-C41B-DAD5-0B34674C7B45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52E3FFF-72C0-A58F-E38F-515FBF60C2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2545168-9D40-C3AA-9787-DBA4008E5286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46BD4F3-AB76-5213-6F43-0A7A6632B4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5694BBD-E229-9979-2FDF-FA4CE385DE7E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5C4299E-6501-EC3C-2BAD-A42A17FDBF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6852FC3-346F-566D-2172-CA1473B7F420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E307E01-2710-3E17-E01B-1F5B725797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A356665-2879-22D6-C09B-32C57594529D}"/>
              </a:ext>
            </a:extLst>
          </p:cNvPr>
          <p:cNvGrpSpPr/>
          <p:nvPr/>
        </p:nvGrpSpPr>
        <p:grpSpPr>
          <a:xfrm>
            <a:off x="9800665" y="868860"/>
            <a:ext cx="552468" cy="1776719"/>
            <a:chOff x="585073" y="2591561"/>
            <a:chExt cx="552468" cy="1776719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52965D4-899A-C609-9351-A6D8089A3780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E360BC8-A980-F26D-9C3F-5640269B7E4D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E9E812A-7C07-BDED-1522-4810974FF168}"/>
                </a:ext>
              </a:extLst>
            </p:cNvPr>
            <p:cNvCxnSpPr>
              <a:cxnSpLocks/>
              <a:stCxn id="39" idx="1"/>
              <a:endCxn id="3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A7A4F97-6DE8-AAF1-4B60-6CB233D113F0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4B5ADF8-D3E9-A97E-C49B-F89DE5C782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632B5ECC-7548-5991-BEC6-E4BA6340DABD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CD9A311-18DC-95F1-3AEF-BD94D3B5FF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04BCA70A-2C7B-806F-EF8C-5D5D4048EC12}"/>
                    </a:ext>
                  </a:extLst>
                </p:cNvPr>
                <p:cNvSpPr txBox="1"/>
                <p:nvPr/>
              </p:nvSpPr>
              <p:spPr>
                <a:xfrm>
                  <a:off x="631489" y="353230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938DCC4-588F-3CEC-16FC-FEB478FBC7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32301"/>
                  <a:ext cx="41953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FDC44D8-6AF3-FB24-3912-95688067BA69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3AF31AA9-AD9C-8A6A-7030-C5AD059AF02D}"/>
                    </a:ext>
                  </a:extLst>
                </p:cNvPr>
                <p:cNvSpPr txBox="1"/>
                <p:nvPr/>
              </p:nvSpPr>
              <p:spPr>
                <a:xfrm>
                  <a:off x="625541" y="39989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C9AD8F4C-AF2A-654F-604C-20D3164645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98948"/>
                  <a:ext cx="419538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5769B3A-B1AA-A105-37EB-BD80703E92B1}"/>
              </a:ext>
            </a:extLst>
          </p:cNvPr>
          <p:cNvGrpSpPr/>
          <p:nvPr/>
        </p:nvGrpSpPr>
        <p:grpSpPr>
          <a:xfrm>
            <a:off x="10347186" y="869562"/>
            <a:ext cx="552468" cy="1774377"/>
            <a:chOff x="585073" y="2591561"/>
            <a:chExt cx="552468" cy="1774377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4CB7792-9949-BFE6-5E7C-0E78049F3E41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06B5B20-923F-3020-868F-8531A2166324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0434591-12A0-81B3-D1D6-EEF649445035}"/>
                </a:ext>
              </a:extLst>
            </p:cNvPr>
            <p:cNvCxnSpPr>
              <a:cxnSpLocks/>
              <a:stCxn id="40" idx="1"/>
              <a:endCxn id="40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ED7E646F-7ADA-9607-07B8-4B9399510CA7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C59AE4E-3DB2-5ABF-69DF-889EEDB563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B3D25C3F-FCB2-92FB-2E44-F4D09E48453F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0A52F196-AB9D-87E6-975B-BE26F904EC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8ECA7B51-8A1E-AF46-8241-DE65123CBEFF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E06A3050-8AEB-4EF8-714F-6BA6903311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B5949604-E288-4B3E-52C6-3C9FE98A85EE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7F7A1FA6-414D-EA1F-5E7E-A99D861C8CC7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1F92445B-7D3A-010A-4480-1122D24922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D421143-8BFA-0985-66FE-5A21AF13B450}"/>
              </a:ext>
            </a:extLst>
          </p:cNvPr>
          <p:cNvGrpSpPr/>
          <p:nvPr/>
        </p:nvGrpSpPr>
        <p:grpSpPr>
          <a:xfrm>
            <a:off x="10899569" y="872968"/>
            <a:ext cx="552468" cy="1774377"/>
            <a:chOff x="585073" y="2591561"/>
            <a:chExt cx="552468" cy="1774377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005ADB0-10F3-50B5-490F-5C9B48104CA4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7EBFF3F5-1BF8-0C28-F09E-3487F620D484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77EA53E-8106-1D89-B8F0-D4F7DC245AE8}"/>
                </a:ext>
              </a:extLst>
            </p:cNvPr>
            <p:cNvCxnSpPr>
              <a:cxnSpLocks/>
              <a:stCxn id="54" idx="1"/>
              <a:endCxn id="54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C3203716-5961-69E4-CFFD-88D3076C015F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F501E1D-B43D-8244-A9B9-448FD04D58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AA7E0300-E5E8-5EF8-15D4-967FA10D4381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6D2CAF22-3EFE-0C21-F80A-3921CFE849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B10E7DA4-2F18-EE84-C740-63F3D247DA23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35816E0B-5711-EE2F-4DF6-FBFE89381F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A0DC127A-CC6B-28D3-A409-B9E5A7F788FC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AD423281-9B0E-01A8-1C1B-0492576E3503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2FFD50D3-C1CC-2642-878F-885548F888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325528B-C710-B9D4-299F-C2A37CDC82C1}"/>
              </a:ext>
            </a:extLst>
          </p:cNvPr>
          <p:cNvGrpSpPr/>
          <p:nvPr/>
        </p:nvGrpSpPr>
        <p:grpSpPr>
          <a:xfrm>
            <a:off x="5025416" y="4916979"/>
            <a:ext cx="1065058" cy="499397"/>
            <a:chOff x="1980958" y="2952087"/>
            <a:chExt cx="1065058" cy="499397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737CCFB5-657D-FE76-9268-B2F7B4896E51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FC0F727D-2D78-379A-6854-6062EAD5753F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8AF6F8E6-A0AA-7FB5-7013-BBD02286520D}"/>
                  </a:ext>
                </a:extLst>
              </p:cNvPr>
              <p:cNvCxnSpPr>
                <a:cxnSpLocks/>
                <a:stCxn id="72" idx="0"/>
                <a:endCxn id="72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9059B6AE-326A-44F4-6397-D895C90EF528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09BC62B9-B233-333E-D436-24D6B3A77F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A5B3B5DE-3AE3-5845-1F74-141DC4303813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4F5D04CC-6177-6382-99C0-CFA5F67263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96B42DB-4DF8-0030-A288-E74F62670478}"/>
              </a:ext>
            </a:extLst>
          </p:cNvPr>
          <p:cNvGrpSpPr/>
          <p:nvPr/>
        </p:nvGrpSpPr>
        <p:grpSpPr>
          <a:xfrm>
            <a:off x="6082901" y="4921519"/>
            <a:ext cx="1065058" cy="499397"/>
            <a:chOff x="1980958" y="2952087"/>
            <a:chExt cx="1065058" cy="499397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B18C53A5-563A-8CB2-EF83-1B11CD73243F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FE351C23-0003-7BAB-1820-98B911F93C02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042E2C8B-D38E-FE22-2578-DAF0518CABB7}"/>
                  </a:ext>
                </a:extLst>
              </p:cNvPr>
              <p:cNvCxnSpPr>
                <a:cxnSpLocks/>
                <a:stCxn id="80" idx="0"/>
                <a:endCxn id="8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0431A1EE-580E-D4B2-CFBB-A57E9E283C92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02236777-AB1D-9738-0384-6F34D9ABAB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D9B875DE-C32F-B114-93CF-357C313F6C5A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0EA24279-E344-9473-BD87-18A51A4796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A20A1075-82C4-E372-4325-5AAA1EECD79A}"/>
              </a:ext>
            </a:extLst>
          </p:cNvPr>
          <p:cNvGrpSpPr/>
          <p:nvPr/>
        </p:nvGrpSpPr>
        <p:grpSpPr>
          <a:xfrm>
            <a:off x="228876" y="1805080"/>
            <a:ext cx="1946179" cy="1784524"/>
            <a:chOff x="585073" y="2581414"/>
            <a:chExt cx="1946179" cy="178452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B8ECCC00-3BC3-B04D-260B-1DD3267B669B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7B1C6184-E498-3357-1A31-16DCD6AE3C98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53F62D96-F3B6-0E79-3AC0-863F6919637F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A63F66B4-FEA1-06B3-0C80-42C5045EF123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2E66DCAC-1CA5-66FE-1FC4-76FC172C7EA2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4BC1089C-6A4B-DF9B-8AC8-E05A0589AC7B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D3231AB9-DB51-886A-4F48-1A37D22639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BE399CED-3C0B-2CE1-9E82-A88CA21E74E6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189DD5B2-9655-7BF5-2276-5ADED3405D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D5DCFD0D-733A-D2F3-E71A-F76701C1E66E}"/>
                    </a:ext>
                  </a:extLst>
                </p:cNvPr>
                <p:cNvSpPr txBox="1"/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5F2CD041-8323-B457-BA8B-77EB241281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20E86FC8-31FB-C8D7-D7FA-1C7C996C476D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696B129-6F50-4737-F4EB-34C83C5BE3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DF375618-8814-6B30-B76E-ACE4757B3EC2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1BF6C012-439A-A671-08FB-652BBDA6A0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43A81F74-4A89-0C7E-A8EF-1D5E44120C96}"/>
                    </a:ext>
                  </a:extLst>
                </p:cNvPr>
                <p:cNvSpPr txBox="1"/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FBE37040-44C2-BF91-27A5-338A59EFE5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D2332F12-6D22-05D2-947D-8226E1B67095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044AD38F-FFD8-9FF9-7E19-FD141E6B44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36C5D1BB-0B33-9AAA-4AB0-34AF07F33A26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9469D4E6-3AF2-829A-322A-F368D8AD16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0DF5659F-4774-992A-97E8-4BA3C0D7191D}"/>
                    </a:ext>
                  </a:extLst>
                </p:cNvPr>
                <p:cNvSpPr txBox="1"/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C7F9447E-DEA0-3FA1-D081-A6F3B1B66A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blipFill>
                  <a:blip r:embed="rId30"/>
                  <a:stretch>
                    <a:fillRect r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7ABBDD11-59BD-C3CC-54F9-6B9570219415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C5495AB3-8F04-5FD6-E436-F50604837F6E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2ECFE52F-92A7-178D-5E3F-496525E36C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587E7E38-13BE-CBF2-0AF0-3EF58DA5D9CB}"/>
                    </a:ext>
                  </a:extLst>
                </p:cNvPr>
                <p:cNvSpPr txBox="1"/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1B167E96-C598-625F-4996-F057149224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C8A99280-D0E3-DECC-EC76-DF947AF7D8C3}"/>
                    </a:ext>
                  </a:extLst>
                </p:cNvPr>
                <p:cNvSpPr txBox="1"/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D1873452-5F03-2EDE-5234-F8CD601318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AD18A574-8FB9-E956-687A-C4F0EE062EB5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BD0BCFCA-42B0-2DB1-E7E5-ABC854D47502}"/>
                    </a:ext>
                  </a:extLst>
                </p:cNvPr>
                <p:cNvSpPr txBox="1"/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6D0D9818-8F03-58DB-6AA7-60BB57043C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780AE968-C37A-0F48-5312-11BD5C85F009}"/>
                    </a:ext>
                  </a:extLst>
                </p:cNvPr>
                <p:cNvSpPr txBox="1"/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D3A4D698-F82D-AAE2-5013-0BF7B7DCB0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2A6FA5A4-F8A1-385E-1F21-0491B0C9ABD1}"/>
                    </a:ext>
                  </a:extLst>
                </p:cNvPr>
                <p:cNvSpPr txBox="1"/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5422B847-68D9-BA69-E47C-C1C5DCF559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1C1D29CE-99F0-14F1-95F4-1BCF64E0A889}"/>
                    </a:ext>
                  </a:extLst>
                </p:cNvPr>
                <p:cNvSpPr txBox="1"/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5DA7554D-74BF-FFC7-98DB-F6D0EB56B5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1EF97F1D-4AFC-5EF5-4325-01FE203C00E4}"/>
              </a:ext>
            </a:extLst>
          </p:cNvPr>
          <p:cNvGrpSpPr/>
          <p:nvPr/>
        </p:nvGrpSpPr>
        <p:grpSpPr>
          <a:xfrm>
            <a:off x="2395904" y="1805080"/>
            <a:ext cx="1946179" cy="1784524"/>
            <a:chOff x="585073" y="2581414"/>
            <a:chExt cx="1946179" cy="1784524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9A40201A-2B43-614C-3E65-9AFA089AC7EF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84756FD8-FF08-28EA-F8CF-654F5402AA07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739ADF61-2E7B-2E47-0ED8-4B05A0684E69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8DD015BC-0E2F-EEC8-77E6-67C24EAF413B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04CEEDCC-11E7-3DBF-3299-6C1EC7A70342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6E29215F-D0B1-F29C-487A-A065DB7ADD03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BC8FDEB7-698A-25D8-6015-57D0E375C2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17F12D3A-6DBB-E2F3-894C-5BF51DFD34EA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1532CE20-06A7-0949-B11E-0BFC75B696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B64A229F-859B-D7C1-FE17-463645F6EFD0}"/>
                    </a:ext>
                  </a:extLst>
                </p:cNvPr>
                <p:cNvSpPr txBox="1"/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B463CE69-2F8B-AECF-1D6B-51A7CBAFF9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94FF5948-0524-0DB7-A299-FCAEB4ED1A45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568EE9D2-86DC-5AFA-C6B4-C6715B6838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831036F0-06D2-48B4-4706-37C8852BECBF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640D3F01-1236-82BC-7FFB-E3F8DE3FBA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F1853152-0269-8FE4-B4CB-A3CF324C9A0C}"/>
                    </a:ext>
                  </a:extLst>
                </p:cNvPr>
                <p:cNvSpPr txBox="1"/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17CE4308-D2DA-6C6E-FE37-F7097D29FF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BF702F54-1FAD-614E-DDB3-A3FF58611048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A9139897-2256-F3CA-2966-D0C015688B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8C7350FA-E48B-EA84-2EC3-71B93A432478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DEC3C150-B9FE-EF90-CE04-FDFA9FF595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E9FFB010-785B-F31A-527F-FC4B43660CCD}"/>
                    </a:ext>
                  </a:extLst>
                </p:cNvPr>
                <p:cNvSpPr txBox="1"/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9C82E590-FAF1-FC67-0F66-97969AA4C3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blipFill>
                  <a:blip r:embed="rId46"/>
                  <a:stretch>
                    <a:fillRect r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A2A3BE04-F89D-33A1-F748-3F5BBD9957E0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0F3D4388-1C72-1174-EB3D-D0CAB8181D75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C0CC2971-A12E-4B21-F031-E596B53B9E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E2AD89B6-96B8-ECC7-FB70-CE46B675E782}"/>
                    </a:ext>
                  </a:extLst>
                </p:cNvPr>
                <p:cNvSpPr txBox="1"/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44F58144-B76E-83CA-6338-3BBD0835F2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C1340918-BC43-2127-BE47-D26713FDBFB4}"/>
                    </a:ext>
                  </a:extLst>
                </p:cNvPr>
                <p:cNvSpPr txBox="1"/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321C5055-1873-6987-D8E5-BB36409528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F98AF4C8-D5BA-0AEB-1DB8-CAD2B38874A5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1D533A6F-B721-1DB5-83FD-AB788F7ED257}"/>
                    </a:ext>
                  </a:extLst>
                </p:cNvPr>
                <p:cNvSpPr txBox="1"/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1B2AB4CC-D45D-AA8D-99F8-187449844C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ECBCD34D-7EAF-F566-D8C5-DE314E51FDEC}"/>
                    </a:ext>
                  </a:extLst>
                </p:cNvPr>
                <p:cNvSpPr txBox="1"/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1DD58497-82AD-457B-664F-77CE9A7632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265AE090-A444-F8B1-8AED-6A4AD61B1C66}"/>
                    </a:ext>
                  </a:extLst>
                </p:cNvPr>
                <p:cNvSpPr txBox="1"/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B72417EB-CA1E-25B1-038A-F188E1D6DA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8CD291B9-C715-2993-2AB0-E526AB51A5B6}"/>
                    </a:ext>
                  </a:extLst>
                </p:cNvPr>
                <p:cNvSpPr txBox="1"/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6D9FEA9D-54C4-D981-9CB6-DA7DDDAA69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BE7E2B3F-6F01-C012-FF6F-51BE8A472A05}"/>
              </a:ext>
            </a:extLst>
          </p:cNvPr>
          <p:cNvGrpSpPr/>
          <p:nvPr/>
        </p:nvGrpSpPr>
        <p:grpSpPr>
          <a:xfrm>
            <a:off x="2175510" y="4769646"/>
            <a:ext cx="1059735" cy="896233"/>
            <a:chOff x="1980958" y="2952087"/>
            <a:chExt cx="1059735" cy="896233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7A01A994-324E-06CF-BD89-B1D3F7E24745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0D98E389-2AFC-980F-2B91-669BEC83CE42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F65EA2D8-B82D-D551-EE27-79DBC486EE57}"/>
                  </a:ext>
                </a:extLst>
              </p:cNvPr>
              <p:cNvCxnSpPr>
                <a:stCxn id="143" idx="0"/>
                <a:endCxn id="143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0BB09D68-9B34-E898-1D51-FBF27360B915}"/>
                  </a:ext>
                </a:extLst>
              </p:cNvPr>
              <p:cNvCxnSpPr>
                <a:cxnSpLocks/>
                <a:endCxn id="143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F89E0E57-AF38-0895-B8EA-B95AD600DDB8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C28F4E77-375A-3437-312A-30FDFF52C0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5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B22BE668-F08E-FDA3-60FE-DB3C04BB8D1D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05DFC0DA-BB74-B775-30F7-75D3C9C453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5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893087EB-4251-1FCC-BE78-D846DBD21DCA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8DEA75EE-CDCE-4948-2604-73B3E0228A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56"/>
                  <a:stretch>
                    <a:fillRect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8E9F8855-7C29-E6C1-F9A1-425B8AA7A4DE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445431B2-118E-29A6-93D6-D48086475C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5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20809DE0-8189-3823-D307-B90776C7803B}"/>
              </a:ext>
            </a:extLst>
          </p:cNvPr>
          <p:cNvGrpSpPr/>
          <p:nvPr/>
        </p:nvGrpSpPr>
        <p:grpSpPr>
          <a:xfrm>
            <a:off x="9800665" y="3020654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52F6A499-D3EB-131B-4746-ABF0B69ACCCB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DF37302F-64A8-E841-9231-B081ABDD6253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F5A11473-F9CB-956B-720C-D2BF47D8BC08}"/>
                </a:ext>
              </a:extLst>
            </p:cNvPr>
            <p:cNvCxnSpPr>
              <a:cxnSpLocks/>
              <a:stCxn id="147" idx="1"/>
              <a:endCxn id="147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B189C394-1407-7577-1449-1ADF60CF20D8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669F1DEF-3F29-FB30-1A75-9C396020D8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5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5F07C24A-175F-BA82-83DD-35FF00AB89C6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E146F342-41E7-2D1E-0A2E-ACDBA0D9CB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5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0D63A9D4-F089-1B75-B8F9-87D89704E25A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B6BBCDAF-759F-C3E3-5F13-42FB44C7F0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37C93BD7-0466-307F-9C20-42B2C95EDA35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30A2CB59-E158-56AF-5541-C44396C905E0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79F2178B-C767-9581-4E87-E313BF1477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6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03305716-9A10-CE36-DDB7-17472AF2D192}"/>
              </a:ext>
            </a:extLst>
          </p:cNvPr>
          <p:cNvGrpSpPr/>
          <p:nvPr/>
        </p:nvGrpSpPr>
        <p:grpSpPr>
          <a:xfrm>
            <a:off x="10347186" y="3021356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F1D5D9F6-B2FC-F676-821C-AE6A703F5C9B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737A7DBF-FD1C-BFDB-3E43-F59CE7F9DCFB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1664375E-9A54-ADDC-A012-8E83319C5D90}"/>
                </a:ext>
              </a:extLst>
            </p:cNvPr>
            <p:cNvCxnSpPr>
              <a:cxnSpLocks/>
              <a:stCxn id="156" idx="1"/>
              <a:endCxn id="156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D4D80AB7-FB4C-E3B3-5A26-47BDA5AB0638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18E9EA9A-6042-6A86-97BE-0BDB5CC53C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6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9FA7B471-7948-B14A-B210-D83F687FD48C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05A7BD98-2304-5D1D-F8AF-FD90583AB5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6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96A48012-8AB0-2D2F-CBF0-873C3A1F5AEF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BDEB138F-4D26-BF76-97DC-71CADCC679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8612C942-5101-F987-63AF-DC6477855803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1B55255E-FA44-3260-6817-A62830AAF7A1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0B30877C-48A4-C5BC-1279-F64CF3AB53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6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9F3E7E1D-7ABC-CBF2-EAB5-488410BB0BE1}"/>
              </a:ext>
            </a:extLst>
          </p:cNvPr>
          <p:cNvGrpSpPr/>
          <p:nvPr/>
        </p:nvGrpSpPr>
        <p:grpSpPr>
          <a:xfrm>
            <a:off x="10899569" y="3024762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E0755EF6-7D7B-B16A-0F7E-6AD98B041D62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C9B3EEB9-219F-B63D-2AB3-A296E888A677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88BB9181-A445-F534-22CA-9C1E12242160}"/>
                </a:ext>
              </a:extLst>
            </p:cNvPr>
            <p:cNvCxnSpPr>
              <a:cxnSpLocks/>
              <a:stCxn id="165" idx="1"/>
              <a:endCxn id="165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E5E71B20-60F7-6467-E8E4-2416772F8132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56C41331-DA58-ADA8-6054-9D4AF18F6A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6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0CF8F70B-C1D2-DDBC-C7F5-F26AE5E53B01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2094FB52-0056-D029-4294-166C19E6D3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blipFill>
                  <a:blip r:embed="rId6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626CC316-47F8-B494-C878-F8B04799E74C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63DDDCCD-9E44-1D64-C4AE-124EBB0570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3FEAD94B-4D88-A623-A5A3-DE763FAF0900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09EAFAE3-2F12-DF74-96C5-4FAEB5E0D661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8B82D60E-706B-503A-CF58-44433E6F53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blipFill>
                  <a:blip r:embed="rId6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3" name="Arrow: Right 172">
            <a:extLst>
              <a:ext uri="{FF2B5EF4-FFF2-40B4-BE49-F238E27FC236}">
                <a16:creationId xmlns:a16="http://schemas.microsoft.com/office/drawing/2014/main" id="{79C99210-AE87-9416-CF35-8B07AAE514C6}"/>
              </a:ext>
            </a:extLst>
          </p:cNvPr>
          <p:cNvSpPr/>
          <p:nvPr/>
        </p:nvSpPr>
        <p:spPr>
          <a:xfrm>
            <a:off x="5486400" y="2322165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42F4C4CB-7B7F-38E1-A309-7FC5D2A52389}"/>
              </a:ext>
            </a:extLst>
          </p:cNvPr>
          <p:cNvGrpSpPr/>
          <p:nvPr/>
        </p:nvGrpSpPr>
        <p:grpSpPr>
          <a:xfrm>
            <a:off x="7171716" y="4923329"/>
            <a:ext cx="1065058" cy="499397"/>
            <a:chOff x="1980958" y="2952087"/>
            <a:chExt cx="1065058" cy="499397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ECCEAF04-B773-41A8-1892-990DC3F8D840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2C5BF4AF-9E8F-ED66-4460-C842D31A0DB6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53CF5222-CAC8-8F02-5BF3-9FA50BEAFC7C}"/>
                  </a:ext>
                </a:extLst>
              </p:cNvPr>
              <p:cNvCxnSpPr>
                <a:cxnSpLocks/>
                <a:stCxn id="178" idx="0"/>
                <a:endCxn id="178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178D97EE-3629-FF0C-3673-FEBDE982AC7C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F6C81FA9-02C3-69A8-CA47-28F0913AE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7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489DE4F6-0E38-8E03-7A41-EFA90261CDD2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7041A441-17D9-641B-5483-538D22C81A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E9270BEE-A6D0-4763-1455-6CCA5C8EE279}"/>
              </a:ext>
            </a:extLst>
          </p:cNvPr>
          <p:cNvGrpSpPr/>
          <p:nvPr/>
        </p:nvGrpSpPr>
        <p:grpSpPr>
          <a:xfrm>
            <a:off x="8229201" y="4927869"/>
            <a:ext cx="1065058" cy="499397"/>
            <a:chOff x="1980958" y="2952087"/>
            <a:chExt cx="1065058" cy="499397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2ED46B8C-2642-C30B-F924-009343E8CF69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DCC0622A-5FC0-E205-42FC-D2AC73C6A726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4918D6C3-991F-BF02-C8B4-0D3D27926C0D}"/>
                  </a:ext>
                </a:extLst>
              </p:cNvPr>
              <p:cNvCxnSpPr>
                <a:cxnSpLocks/>
                <a:stCxn id="184" idx="0"/>
                <a:endCxn id="184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ABD46B0B-2CFD-D0B7-0667-064E3910F04A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C5E9921B-67ED-88FF-DA62-2681E7E2BD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7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C8E4D590-222D-F896-BFD0-481B2F777889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8B2B3935-0131-4F52-71A7-8CBFE03968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6" name="Arrow: Right 185">
            <a:extLst>
              <a:ext uri="{FF2B5EF4-FFF2-40B4-BE49-F238E27FC236}">
                <a16:creationId xmlns:a16="http://schemas.microsoft.com/office/drawing/2014/main" id="{50F09A44-D330-2BAB-272C-70E1CFB19733}"/>
              </a:ext>
            </a:extLst>
          </p:cNvPr>
          <p:cNvSpPr/>
          <p:nvPr/>
        </p:nvSpPr>
        <p:spPr>
          <a:xfrm>
            <a:off x="3424506" y="4921877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32F3DF-46DF-AC76-639D-E5975C091C5C}"/>
              </a:ext>
            </a:extLst>
          </p:cNvPr>
          <p:cNvGrpSpPr/>
          <p:nvPr/>
        </p:nvGrpSpPr>
        <p:grpSpPr>
          <a:xfrm>
            <a:off x="838200" y="5833099"/>
            <a:ext cx="1059735" cy="896233"/>
            <a:chOff x="1980958" y="2952087"/>
            <a:chExt cx="1059735" cy="896233"/>
          </a:xfrm>
          <a:pattFill prst="lgCheck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A7D1CE3-62A4-44DC-D7D7-5E09A64DD795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1D6606C-86D4-1F08-C4FE-4164EF91BA75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E735968A-F005-A0B8-CD6E-44CCFAD19A85}"/>
                  </a:ext>
                </a:extLst>
              </p:cNvPr>
              <p:cNvCxnSpPr>
                <a:stCxn id="19" idx="0"/>
                <a:endCxn id="19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33AB682-6978-9193-EEC9-1CF40D48EFC9}"/>
                  </a:ext>
                </a:extLst>
              </p:cNvPr>
              <p:cNvCxnSpPr>
                <a:cxnSpLocks/>
                <a:endCxn id="19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91779C9-3FBE-251B-B61D-EFD5D8F2E9B3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98247F4-A89D-0375-15C7-F0693083F7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7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BA50D4AB-E43D-01D3-E785-B0537AB9D63A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56FE1B0-8413-094A-4773-42ADBB1151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7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D704C88-22BF-8250-ED05-52B8135056F9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3D895BB-993F-9E25-C26F-68C80F79D9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76"/>
                  <a:stretch>
                    <a:fillRect r="-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DF1C820-4F26-57B6-DF91-BA46FA427D9E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4E27109-2824-7B39-24C0-6D925A507A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7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BD079E2-56B6-F2B8-8692-61C55FC3BEC5}"/>
              </a:ext>
            </a:extLst>
          </p:cNvPr>
          <p:cNvGrpSpPr/>
          <p:nvPr/>
        </p:nvGrpSpPr>
        <p:grpSpPr>
          <a:xfrm>
            <a:off x="5025416" y="5984242"/>
            <a:ext cx="1065058" cy="499397"/>
            <a:chOff x="1980958" y="2952087"/>
            <a:chExt cx="1065058" cy="499397"/>
          </a:xfrm>
          <a:pattFill prst="sphere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6E8A97C-BBF4-CD0A-2585-6D7802F17ADC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5489467-4473-1B02-4FCB-213258F88FE9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0D3714AE-9721-C770-6BCB-68BAF06D0B85}"/>
                  </a:ext>
                </a:extLst>
              </p:cNvPr>
              <p:cNvCxnSpPr>
                <a:cxnSpLocks/>
                <a:stCxn id="26" idx="0"/>
                <a:endCxn id="26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587F1EE-83B1-C86E-ACA8-72DCC988AA69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FB890AF-35B9-8EC6-EE9F-06B9A0FAB5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7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1CF189B-19AF-36E9-8865-91AF8E32A730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4D03EF2-3704-E77D-45B6-4C3732CB6E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A5F272E-B5CA-0A88-DAEF-3F40FA905F8E}"/>
              </a:ext>
            </a:extLst>
          </p:cNvPr>
          <p:cNvGrpSpPr/>
          <p:nvPr/>
        </p:nvGrpSpPr>
        <p:grpSpPr>
          <a:xfrm>
            <a:off x="6082901" y="5988782"/>
            <a:ext cx="1065058" cy="499397"/>
            <a:chOff x="1980958" y="2952087"/>
            <a:chExt cx="1065058" cy="499397"/>
          </a:xfrm>
          <a:pattFill prst="sphere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B80E709-B9F5-07E1-68E9-FD96C9F20D46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75068D50-DFFD-FF51-1493-0BB35687AD04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454E192-5369-B4F1-8B45-E67CDC13B46E}"/>
                  </a:ext>
                </a:extLst>
              </p:cNvPr>
              <p:cNvCxnSpPr>
                <a:cxnSpLocks/>
                <a:stCxn id="32" idx="0"/>
                <a:endCxn id="32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64AE090-DF30-E00D-D8C2-CD9AF39B7D81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C61F572-50FC-5270-9CE0-DC8DBDA4B3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8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2BC57A0-9A27-6F89-091F-CC211D5D7781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9A23FE2-8983-BC51-5593-EFFDA86342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0783A18-0CD8-69C6-790C-4879452222AC}"/>
              </a:ext>
            </a:extLst>
          </p:cNvPr>
          <p:cNvGrpSpPr/>
          <p:nvPr/>
        </p:nvGrpSpPr>
        <p:grpSpPr>
          <a:xfrm>
            <a:off x="2175510" y="5836909"/>
            <a:ext cx="1059735" cy="896233"/>
            <a:chOff x="1980958" y="2952087"/>
            <a:chExt cx="1059735" cy="896233"/>
          </a:xfrm>
          <a:pattFill prst="lgCheck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131D4FD-A8E7-D521-630E-13CE3921B35D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BDFE8F56-54D3-BCFE-6989-005F848C7C3B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323F5CA4-4314-C027-695C-F1BC7D0BAC3C}"/>
                  </a:ext>
                </a:extLst>
              </p:cNvPr>
              <p:cNvCxnSpPr>
                <a:stCxn id="82" idx="0"/>
                <a:endCxn id="82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460A96A1-3D84-BA9A-EAC8-AABFB03D9900}"/>
                  </a:ext>
                </a:extLst>
              </p:cNvPr>
              <p:cNvCxnSpPr>
                <a:cxnSpLocks/>
                <a:endCxn id="82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35E7FEB-6586-13A9-0142-BAD3849B541A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21712B6C-A5F4-BD93-39BF-5980EA9809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8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967C1314-8C8B-A889-B670-8DA2A52B09F4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937EF72F-7BB2-1C4B-F6CF-FDD9980433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8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C92D3477-0072-A5F7-7A6D-2E9FC1AED56C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F95054B5-2768-7FB6-B6FE-3FACF1F741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84"/>
                  <a:stretch>
                    <a:fillRect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B2F1F0F-1956-DC9B-10A3-2956019D86C2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C385E579-E056-557E-4296-B912D09DE9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8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58827A54-9C5B-B7C9-4ACE-A49FBAA8F129}"/>
              </a:ext>
            </a:extLst>
          </p:cNvPr>
          <p:cNvGrpSpPr/>
          <p:nvPr/>
        </p:nvGrpSpPr>
        <p:grpSpPr>
          <a:xfrm>
            <a:off x="7171716" y="5990592"/>
            <a:ext cx="1065058" cy="499397"/>
            <a:chOff x="1980958" y="2952087"/>
            <a:chExt cx="1065058" cy="499397"/>
          </a:xfrm>
          <a:pattFill prst="sphere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973E6045-5680-A8C9-669B-CE6FC4CD16F1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7C326CDE-6096-69B0-A5F8-A2C3B208B508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9AA16C4A-632D-0AAB-EA90-B59132775062}"/>
                  </a:ext>
                </a:extLst>
              </p:cNvPr>
              <p:cNvCxnSpPr>
                <a:cxnSpLocks/>
                <a:stCxn id="110" idx="0"/>
                <a:endCxn id="11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195B04CE-E074-DDD1-27EC-9E0A2679628A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8EB1922E-6BD5-EC4C-EC32-D8E043CBB5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8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7A53C358-B26E-8A2C-B1FB-72FA59F7BC35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0602271E-DAE7-B644-CF00-2074A77B8B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187BB967-6424-D171-AD5F-1760DD7531F7}"/>
              </a:ext>
            </a:extLst>
          </p:cNvPr>
          <p:cNvGrpSpPr/>
          <p:nvPr/>
        </p:nvGrpSpPr>
        <p:grpSpPr>
          <a:xfrm>
            <a:off x="8229201" y="5995132"/>
            <a:ext cx="1065058" cy="499397"/>
            <a:chOff x="1980958" y="2952087"/>
            <a:chExt cx="1065058" cy="499397"/>
          </a:xfrm>
          <a:pattFill prst="sphere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721CC112-5A62-BECA-BA18-DE24A05C45E7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8A4BFC2A-6FBF-08FC-669E-412BB9598BFA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2810D0BA-B195-131E-9DB0-B7A1A55B55C1}"/>
                  </a:ext>
                </a:extLst>
              </p:cNvPr>
              <p:cNvCxnSpPr>
                <a:cxnSpLocks/>
                <a:stCxn id="190" idx="0"/>
                <a:endCxn id="19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6EADE269-3DD5-628A-9EC9-20880748E77A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247F584D-D2B3-F65F-B008-470074F563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8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CCF8BF07-83F0-3588-D468-4DD004FA1FB2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2E366898-CA28-F827-679A-A1A8EE9E29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2" name="Arrow: Right 191">
            <a:extLst>
              <a:ext uri="{FF2B5EF4-FFF2-40B4-BE49-F238E27FC236}">
                <a16:creationId xmlns:a16="http://schemas.microsoft.com/office/drawing/2014/main" id="{A0C48DBD-2418-1241-3663-A6C27EA51A75}"/>
              </a:ext>
            </a:extLst>
          </p:cNvPr>
          <p:cNvSpPr/>
          <p:nvPr/>
        </p:nvSpPr>
        <p:spPr>
          <a:xfrm>
            <a:off x="3424506" y="5989140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333AA041-25E0-C850-E390-1B84B5880F58}"/>
              </a:ext>
            </a:extLst>
          </p:cNvPr>
          <p:cNvCxnSpPr/>
          <p:nvPr/>
        </p:nvCxnSpPr>
        <p:spPr>
          <a:xfrm>
            <a:off x="5022850" y="4629150"/>
            <a:ext cx="4248150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BFB17E87-2E33-B58A-5B2E-5BAF7AF9C7FA}"/>
              </a:ext>
            </a:extLst>
          </p:cNvPr>
          <p:cNvCxnSpPr>
            <a:cxnSpLocks/>
          </p:cNvCxnSpPr>
          <p:nvPr/>
        </p:nvCxnSpPr>
        <p:spPr>
          <a:xfrm flipV="1">
            <a:off x="9436100" y="4921877"/>
            <a:ext cx="0" cy="1626568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DFB61D5A-AB09-C0E0-E646-F031E9354FED}"/>
              </a:ext>
            </a:extLst>
          </p:cNvPr>
          <p:cNvCxnSpPr>
            <a:cxnSpLocks/>
          </p:cNvCxnSpPr>
          <p:nvPr/>
        </p:nvCxnSpPr>
        <p:spPr>
          <a:xfrm>
            <a:off x="9696450" y="4921877"/>
            <a:ext cx="1797050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6155DE9D-062F-02AC-EB44-80C0E7A553DB}"/>
                  </a:ext>
                </a:extLst>
              </p:cNvPr>
              <p:cNvSpPr txBox="1"/>
              <p:nvPr/>
            </p:nvSpPr>
            <p:spPr>
              <a:xfrm>
                <a:off x="9271000" y="5606018"/>
                <a:ext cx="9270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ED87231B-C13D-4E1E-EB33-8D9A8E425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1000" y="5606018"/>
                <a:ext cx="927099" cy="369332"/>
              </a:xfrm>
              <a:prstGeom prst="rect">
                <a:avLst/>
              </a:prstGeom>
              <a:blipFill>
                <a:blip r:embed="rId9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18A08225-9CE7-500F-6512-2BBE5B3D6A15}"/>
              </a:ext>
            </a:extLst>
          </p:cNvPr>
          <p:cNvCxnSpPr>
            <a:cxnSpLocks/>
          </p:cNvCxnSpPr>
          <p:nvPr/>
        </p:nvCxnSpPr>
        <p:spPr>
          <a:xfrm>
            <a:off x="9696450" y="882650"/>
            <a:ext cx="0" cy="391160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F3B5D57F-3772-BCEA-5929-9576349D2150}"/>
                  </a:ext>
                </a:extLst>
              </p:cNvPr>
              <p:cNvSpPr txBox="1"/>
              <p:nvPr/>
            </p:nvSpPr>
            <p:spPr>
              <a:xfrm>
                <a:off x="8255000" y="2601817"/>
                <a:ext cx="1441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FCA7DAB8-8814-7FAA-E179-B5D49E01A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000" y="2601817"/>
                <a:ext cx="1441450" cy="369332"/>
              </a:xfrm>
              <a:prstGeom prst="rect">
                <a:avLst/>
              </a:prstGeom>
              <a:blipFill>
                <a:blip r:embed="rId9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6A21C634-BBA3-33A7-2816-B17AB26EA546}"/>
                  </a:ext>
                </a:extLst>
              </p:cNvPr>
              <p:cNvSpPr txBox="1"/>
              <p:nvPr/>
            </p:nvSpPr>
            <p:spPr>
              <a:xfrm>
                <a:off x="6648450" y="4343400"/>
                <a:ext cx="1441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E4488308-1B3C-22FC-9206-FD442FB86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8450" y="4343400"/>
                <a:ext cx="1441450" cy="369332"/>
              </a:xfrm>
              <a:prstGeom prst="rect">
                <a:avLst/>
              </a:prstGeom>
              <a:blipFill>
                <a:blip r:embed="rId9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AE53131A-820A-8836-B15E-92C1B9DCBFF2}"/>
                  </a:ext>
                </a:extLst>
              </p:cNvPr>
              <p:cNvSpPr txBox="1"/>
              <p:nvPr/>
            </p:nvSpPr>
            <p:spPr>
              <a:xfrm>
                <a:off x="10131425" y="4921877"/>
                <a:ext cx="9270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2390D319-29E3-0AFB-A70B-99C496517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1425" y="4921877"/>
                <a:ext cx="927099" cy="369332"/>
              </a:xfrm>
              <a:prstGeom prst="rect">
                <a:avLst/>
              </a:prstGeom>
              <a:blipFill>
                <a:blip r:embed="rId9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8481A75B-9725-CD57-65FB-7E0825305E48}"/>
                  </a:ext>
                </a:extLst>
              </p:cNvPr>
              <p:cNvSpPr/>
              <p:nvPr/>
            </p:nvSpPr>
            <p:spPr>
              <a:xfrm>
                <a:off x="394855" y="5694218"/>
                <a:ext cx="8984672" cy="109289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Avoid Matrix-Vector multiplication for an entire row of the kernel matrix</a:t>
                </a:r>
              </a:p>
              <a:p>
                <a:pPr marL="285750" indent="-285750">
                  <a:buFont typeface="Arial" panose="020B0604020202020204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Save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memory</a:t>
                </a:r>
              </a:p>
              <a:p>
                <a:pPr marL="285750" indent="-285750">
                  <a:buFont typeface="Arial" panose="020B0604020202020204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Save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computations</a:t>
                </a:r>
              </a:p>
            </p:txBody>
          </p:sp>
        </mc:Choice>
        <mc:Fallback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8481A75B-9725-CD57-65FB-7E0825305E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55" y="5694218"/>
                <a:ext cx="8984672" cy="1092898"/>
              </a:xfrm>
              <a:prstGeom prst="rect">
                <a:avLst/>
              </a:prstGeom>
              <a:blipFill>
                <a:blip r:embed="rId94"/>
                <a:stretch>
                  <a:fillRect l="-542" b="-552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13224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39868-503B-C906-B9A2-A198ABAF7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1EAB0-E50F-6A75-7F07-DC3A2DCC2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597900" cy="1325563"/>
          </a:xfrm>
        </p:spPr>
        <p:txBody>
          <a:bodyPr/>
          <a:lstStyle/>
          <a:p>
            <a:r>
              <a:rPr lang="en-US" dirty="0"/>
              <a:t>Structured Pruning – Input Channel Pruning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5EE770B-B111-0B09-C6DB-A06D0485A086}"/>
              </a:ext>
            </a:extLst>
          </p:cNvPr>
          <p:cNvGrpSpPr/>
          <p:nvPr/>
        </p:nvGrpSpPr>
        <p:grpSpPr>
          <a:xfrm>
            <a:off x="838200" y="4765836"/>
            <a:ext cx="1059735" cy="896233"/>
            <a:chOff x="1980958" y="2952087"/>
            <a:chExt cx="1059735" cy="896233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DA1298F-21BB-0A42-E36B-3AB71E25BFBC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61A87E0-B2F0-4EA5-B961-F7B74DC29EB9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09EDC838-CEE9-D9CD-66BD-0572FF6F0E2E}"/>
                  </a:ext>
                </a:extLst>
              </p:cNvPr>
              <p:cNvCxnSpPr>
                <a:stCxn id="10" idx="0"/>
                <a:endCxn id="10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B883131-DF96-F9F4-2A4C-F1F48413E6B1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2CFB682D-DDDA-CE63-5293-A3C8169F3114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52E3FFF-72C0-A58F-E38F-515FBF60C2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0EC76B0-1521-52EB-0A1C-E40748303CE1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46BD4F3-AB76-5213-6F43-0A7A6632B4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89914D6-8EB7-26BA-5048-4EE51A394175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5C4299E-6501-EC3C-2BAD-A42A17FDBF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F55C7AE-7947-6203-7E39-117FE545C4D0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E307E01-2710-3E17-E01B-1F5B725797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E7CEF94-AFEC-C322-2E54-A46F43648812}"/>
              </a:ext>
            </a:extLst>
          </p:cNvPr>
          <p:cNvGrpSpPr/>
          <p:nvPr/>
        </p:nvGrpSpPr>
        <p:grpSpPr>
          <a:xfrm>
            <a:off x="9800665" y="868860"/>
            <a:ext cx="552468" cy="1776719"/>
            <a:chOff x="585073" y="2591561"/>
            <a:chExt cx="552468" cy="1776719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65801F6-3695-3FFA-9913-DA1844A0CEBA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02122AC-0863-CBF1-116F-E832B540AFCA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05C3C07-0E85-6BD3-E137-79B6A86722DB}"/>
                </a:ext>
              </a:extLst>
            </p:cNvPr>
            <p:cNvCxnSpPr>
              <a:cxnSpLocks/>
              <a:stCxn id="39" idx="1"/>
              <a:endCxn id="3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99E8A93B-141C-66D1-CB93-407397BFCB73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4B5ADF8-D3E9-A97E-C49B-F89DE5C782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59F15026-8DFB-4002-EC91-2B8568FAB34B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CD9A311-18DC-95F1-3AEF-BD94D3B5FF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5215551E-EB34-597A-2BC3-DD0724C06372}"/>
                    </a:ext>
                  </a:extLst>
                </p:cNvPr>
                <p:cNvSpPr txBox="1"/>
                <p:nvPr/>
              </p:nvSpPr>
              <p:spPr>
                <a:xfrm>
                  <a:off x="631489" y="353230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938DCC4-588F-3CEC-16FC-FEB478FBC7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32301"/>
                  <a:ext cx="41953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4F2BEF5-5798-080C-79D7-10595197487D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D5738A51-1DA7-FE29-75A4-0846E95D71F3}"/>
                    </a:ext>
                  </a:extLst>
                </p:cNvPr>
                <p:cNvSpPr txBox="1"/>
                <p:nvPr/>
              </p:nvSpPr>
              <p:spPr>
                <a:xfrm>
                  <a:off x="625541" y="39989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C9AD8F4C-AF2A-654F-604C-20D3164645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98948"/>
                  <a:ext cx="419538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48C89FE-ECA1-1681-39A6-365FC563128D}"/>
              </a:ext>
            </a:extLst>
          </p:cNvPr>
          <p:cNvGrpSpPr/>
          <p:nvPr/>
        </p:nvGrpSpPr>
        <p:grpSpPr>
          <a:xfrm>
            <a:off x="10347186" y="869562"/>
            <a:ext cx="552468" cy="1774377"/>
            <a:chOff x="585073" y="2591561"/>
            <a:chExt cx="552468" cy="1774377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C7C9B46-0E34-5CF5-7C1A-498E0FC55070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0AE9335-EC55-CA34-B9DC-6A12ACCB0A58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B8CEA53-2952-4A5B-4F4C-7A75243C8D9C}"/>
                </a:ext>
              </a:extLst>
            </p:cNvPr>
            <p:cNvCxnSpPr>
              <a:cxnSpLocks/>
              <a:stCxn id="40" idx="1"/>
              <a:endCxn id="40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80746E51-2F43-4157-53A0-AA89EB8CA538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C59AE4E-3DB2-5ABF-69DF-889EEDB563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8B2D3A9-0B1D-E01A-4AA1-B64E87001C10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0A52F196-AB9D-87E6-975B-BE26F904EC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606C07B-37D8-2C60-113D-B1E65EE6868D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E06A3050-8AEB-4EF8-714F-6BA6903311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6CA7488-E37B-9031-E864-B088BEE1DAB2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A5435AB5-4B64-20B2-8FD6-69540791032F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1F92445B-7D3A-010A-4480-1122D24922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427FDB1-43A5-8934-F3EE-A35C5CB46202}"/>
              </a:ext>
            </a:extLst>
          </p:cNvPr>
          <p:cNvGrpSpPr/>
          <p:nvPr/>
        </p:nvGrpSpPr>
        <p:grpSpPr>
          <a:xfrm>
            <a:off x="10899569" y="872968"/>
            <a:ext cx="552468" cy="1774377"/>
            <a:chOff x="585073" y="2591561"/>
            <a:chExt cx="552468" cy="1774377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95EFCE6-D6D9-16EB-3CB6-E1BA6EE02573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4A574F9-1C0C-AAEC-0D73-5F0C5F74C9D9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76FC598-C36A-5373-764C-5BAE30D6600E}"/>
                </a:ext>
              </a:extLst>
            </p:cNvPr>
            <p:cNvCxnSpPr>
              <a:cxnSpLocks/>
              <a:stCxn id="54" idx="1"/>
              <a:endCxn id="54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EB096958-239D-A613-18CB-90B2EF88A9F4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F501E1D-B43D-8244-A9B9-448FD04D58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3DFF1BF4-53A5-B86C-4488-C32CE8D1FF65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6D2CAF22-3EFE-0C21-F80A-3921CFE849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C16923CE-55D3-0DB7-854F-46D85F018932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35816E0B-5711-EE2F-4DF6-FBFE89381F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0F0D66B2-132B-E06C-8841-BDB2A8C7110F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EC548E27-37B4-4BA2-899E-487D80D02B1A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2FFD50D3-C1CC-2642-878F-885548F888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E2F78A3-FEE7-8DB9-6D0A-307C2925B5CF}"/>
              </a:ext>
            </a:extLst>
          </p:cNvPr>
          <p:cNvGrpSpPr/>
          <p:nvPr/>
        </p:nvGrpSpPr>
        <p:grpSpPr>
          <a:xfrm>
            <a:off x="5025416" y="4916979"/>
            <a:ext cx="1065058" cy="499397"/>
            <a:chOff x="1980958" y="2952087"/>
            <a:chExt cx="1065058" cy="499397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2A543E9B-EDBE-FF7F-5059-6402CAC14F10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90A94D62-7A57-1027-22F1-25324F8E4CFE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A13F620E-B1D7-C1BE-1053-E61201BFE165}"/>
                  </a:ext>
                </a:extLst>
              </p:cNvPr>
              <p:cNvCxnSpPr>
                <a:cxnSpLocks/>
                <a:stCxn id="72" idx="0"/>
                <a:endCxn id="72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C628D2AD-10AE-E65E-2082-5F673E85C9E1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09BC62B9-B233-333E-D436-24D6B3A77F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D47E88DB-1766-090E-5AFD-1DF5B0B2ED60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4F5D04CC-6177-6382-99C0-CFA5F67263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B0317BB8-20EA-EB4E-2637-F76136B1F734}"/>
              </a:ext>
            </a:extLst>
          </p:cNvPr>
          <p:cNvGrpSpPr/>
          <p:nvPr/>
        </p:nvGrpSpPr>
        <p:grpSpPr>
          <a:xfrm>
            <a:off x="6082901" y="4921519"/>
            <a:ext cx="1065058" cy="499397"/>
            <a:chOff x="1980958" y="2952087"/>
            <a:chExt cx="1065058" cy="499397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BBCF5232-11E1-D910-30FA-723536012192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8E383B2B-5017-3FC3-5C4F-FB87F6BC05C7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3BE16EC3-F2B6-4319-9957-E9A72C3BE4C6}"/>
                  </a:ext>
                </a:extLst>
              </p:cNvPr>
              <p:cNvCxnSpPr>
                <a:cxnSpLocks/>
                <a:stCxn id="80" idx="0"/>
                <a:endCxn id="8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A382F1EC-BB08-8CF2-4911-097BF2CD04E7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02236777-AB1D-9738-0384-6F34D9ABAB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3F547A2E-7557-2AB0-7181-BCEB2669440B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0EA24279-E344-9473-BD87-18A51A4796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B03623A-638A-E9FB-07DD-F600D75BA774}"/>
              </a:ext>
            </a:extLst>
          </p:cNvPr>
          <p:cNvGrpSpPr/>
          <p:nvPr/>
        </p:nvGrpSpPr>
        <p:grpSpPr>
          <a:xfrm>
            <a:off x="228876" y="1805080"/>
            <a:ext cx="1946179" cy="1784524"/>
            <a:chOff x="585073" y="2581414"/>
            <a:chExt cx="1946179" cy="178452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8215586-B241-4064-4049-E099BFC95400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F341A3C-D199-FC74-F6C9-1DEB870C4F8B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46FF67DF-C584-7299-2717-7EFCFA7ADC4E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783E2A42-969A-F186-2BB1-F8CE71DBE7C8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21AE66E3-AD99-A6C1-EDE6-1D0C64A0EEBD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5FB920A9-2ED3-ADDA-A3F1-BF83ED3AC7E9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D3231AB9-DB51-886A-4F48-1A37D22639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96203A8A-263A-4DC3-22C0-F2CFC85C5A9A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189DD5B2-9655-7BF5-2276-5ADED3405D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BA882039-F04A-9F21-C50E-60F07329EA9F}"/>
                    </a:ext>
                  </a:extLst>
                </p:cNvPr>
                <p:cNvSpPr txBox="1"/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5F2CD041-8323-B457-BA8B-77EB241281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429CD1EC-8769-4E34-91A7-66BE3805FF7C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696B129-6F50-4737-F4EB-34C83C5BE3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C20D4BB2-8DE9-2EAF-D937-B9F76C41B5B0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1BF6C012-439A-A671-08FB-652BBDA6A0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B32D2B50-92AC-BC52-7CCC-421204ADF1D9}"/>
                    </a:ext>
                  </a:extLst>
                </p:cNvPr>
                <p:cNvSpPr txBox="1"/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FBE37040-44C2-BF91-27A5-338A59EFE5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39663196-FD4D-CD08-932D-2AEBB987649F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044AD38F-FFD8-9FF9-7E19-FD141E6B44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A8FDF777-9782-1487-A2C0-A2A5580F469A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9469D4E6-3AF2-829A-322A-F368D8AD16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010BD1E6-EDA4-DC60-04D2-7C437190CBE8}"/>
                    </a:ext>
                  </a:extLst>
                </p:cNvPr>
                <p:cNvSpPr txBox="1"/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C7F9447E-DEA0-3FA1-D081-A6F3B1B66A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blipFill>
                  <a:blip r:embed="rId30"/>
                  <a:stretch>
                    <a:fillRect r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EF9396CC-183B-CEE6-59BD-16567A1A775D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D7F00B86-C855-63CA-7878-2AF26B88F2FC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2ECFE52F-92A7-178D-5E3F-496525E36C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6E81B24C-C22C-F346-CFA1-CF2A36E05B6A}"/>
                    </a:ext>
                  </a:extLst>
                </p:cNvPr>
                <p:cNvSpPr txBox="1"/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1B167E96-C598-625F-4996-F057149224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9D9E2F81-D648-2E13-0473-8DE22B2DA1B5}"/>
                    </a:ext>
                  </a:extLst>
                </p:cNvPr>
                <p:cNvSpPr txBox="1"/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D1873452-5F03-2EDE-5234-F8CD601318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931991E6-2330-2D22-3BFB-AC9107F29645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7D559D2F-0FE2-27A9-8875-237C0155A96F}"/>
                    </a:ext>
                  </a:extLst>
                </p:cNvPr>
                <p:cNvSpPr txBox="1"/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6D0D9818-8F03-58DB-6AA7-60BB57043C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5F03EA2A-E6CE-12DF-6863-4E0FB8358E73}"/>
                    </a:ext>
                  </a:extLst>
                </p:cNvPr>
                <p:cNvSpPr txBox="1"/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D3A4D698-F82D-AAE2-5013-0BF7B7DCB0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A62F40F3-3300-82CA-03F7-A0351F696FCF}"/>
                    </a:ext>
                  </a:extLst>
                </p:cNvPr>
                <p:cNvSpPr txBox="1"/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5422B847-68D9-BA69-E47C-C1C5DCF559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B3A0A350-27AC-C4BD-C69A-2EC51D8CA096}"/>
                    </a:ext>
                  </a:extLst>
                </p:cNvPr>
                <p:cNvSpPr txBox="1"/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5DA7554D-74BF-FFC7-98DB-F6D0EB56B5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102FE9AF-A4B0-EA0C-8DF0-8FCB067EE590}"/>
              </a:ext>
            </a:extLst>
          </p:cNvPr>
          <p:cNvGrpSpPr/>
          <p:nvPr/>
        </p:nvGrpSpPr>
        <p:grpSpPr>
          <a:xfrm>
            <a:off x="2395904" y="1805080"/>
            <a:ext cx="1946179" cy="1784524"/>
            <a:chOff x="585073" y="2581414"/>
            <a:chExt cx="1946179" cy="1784524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8BB899AB-8936-B336-5FC3-6F70BEF96A67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8A2BE53A-C38A-6C21-78D4-7C1FD4573DD6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A22FD54-4A33-8AEC-1EB6-2330F9F00BB9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4F5DED5E-D789-3C19-850F-95345D453EC1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733FF44D-DCA5-EC30-FB6E-5E129BA43BCE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BD9C1F16-99FE-08FA-622D-D7B24B71C041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BC8FDEB7-698A-25D8-6015-57D0E375C2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24E973BB-84CD-FA14-D71A-2D277A1EFB36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1532CE20-06A7-0949-B11E-0BFC75B696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CFB356FF-BE00-FB88-2E7D-2A2E925F28F9}"/>
                    </a:ext>
                  </a:extLst>
                </p:cNvPr>
                <p:cNvSpPr txBox="1"/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B463CE69-2F8B-AECF-1D6B-51A7CBAFF9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0EAE6DBF-84F2-5767-EEF3-DCEB9017DD6C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568EE9D2-86DC-5AFA-C6B4-C6715B6838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82FB12A6-B0CA-26A8-10AB-EDD2B85E53BA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640D3F01-1236-82BC-7FFB-E3F8DE3FBA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BB68AA4D-2575-9F99-34ED-71D00ABAAFFA}"/>
                    </a:ext>
                  </a:extLst>
                </p:cNvPr>
                <p:cNvSpPr txBox="1"/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17CE4308-D2DA-6C6E-FE37-F7097D29FF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19A96544-6F83-91AA-51E2-2F99749B7872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A9139897-2256-F3CA-2966-D0C015688B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A3763B6C-555D-5078-8E9B-DDFEA9B7A40B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DEC3C150-B9FE-EF90-CE04-FDFA9FF595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2E60F1A6-4892-DB2A-FE3B-3C73A95D1FAD}"/>
                    </a:ext>
                  </a:extLst>
                </p:cNvPr>
                <p:cNvSpPr txBox="1"/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9C82E590-FAF1-FC67-0F66-97969AA4C3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blipFill>
                  <a:blip r:embed="rId46"/>
                  <a:stretch>
                    <a:fillRect r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569550DD-16B2-CAA0-4B60-709A36718965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24FD2187-B591-E70D-A180-028193F7DB58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C0CC2971-A12E-4B21-F031-E596B53B9E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288C2674-BBA4-D7ED-F297-AC561F6879BD}"/>
                    </a:ext>
                  </a:extLst>
                </p:cNvPr>
                <p:cNvSpPr txBox="1"/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44F58144-B76E-83CA-6338-3BBD0835F2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5715CD40-58FE-651D-0D64-5BBBAB0A1E89}"/>
                    </a:ext>
                  </a:extLst>
                </p:cNvPr>
                <p:cNvSpPr txBox="1"/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321C5055-1873-6987-D8E5-BB36409528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ADAF6F18-44A3-D4C5-15AB-772BB8BC1EEC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163853AA-7B00-4184-A63A-0EE73287CF06}"/>
                    </a:ext>
                  </a:extLst>
                </p:cNvPr>
                <p:cNvSpPr txBox="1"/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1B2AB4CC-D45D-AA8D-99F8-187449844C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E3F24171-1F69-13EC-CB27-5DB6638C1429}"/>
                    </a:ext>
                  </a:extLst>
                </p:cNvPr>
                <p:cNvSpPr txBox="1"/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1DD58497-82AD-457B-664F-77CE9A7632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2EFC7D25-05FC-972F-EAD1-78F4E42DE893}"/>
                    </a:ext>
                  </a:extLst>
                </p:cNvPr>
                <p:cNvSpPr txBox="1"/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B72417EB-CA1E-25B1-038A-F188E1D6DA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56C7FC85-92CB-79F5-8076-E77229988FC9}"/>
                    </a:ext>
                  </a:extLst>
                </p:cNvPr>
                <p:cNvSpPr txBox="1"/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6D9FEA9D-54C4-D981-9CB6-DA7DDDAA69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A9F6913A-EF00-47E1-E3B8-E33D119C6734}"/>
              </a:ext>
            </a:extLst>
          </p:cNvPr>
          <p:cNvGrpSpPr/>
          <p:nvPr/>
        </p:nvGrpSpPr>
        <p:grpSpPr>
          <a:xfrm>
            <a:off x="2175510" y="4769646"/>
            <a:ext cx="1059735" cy="896233"/>
            <a:chOff x="1980958" y="2952087"/>
            <a:chExt cx="1059735" cy="896233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58ED241E-4DE3-0846-DAF8-345600C3503B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E37D13DC-EABD-21B3-B7E0-95FE525FCE23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48ED9D82-988A-5AFE-AD51-703A0C2D21B2}"/>
                  </a:ext>
                </a:extLst>
              </p:cNvPr>
              <p:cNvCxnSpPr>
                <a:stCxn id="143" idx="0"/>
                <a:endCxn id="143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B752BA1E-D47B-A2F2-184B-A2E3B9BF43CE}"/>
                  </a:ext>
                </a:extLst>
              </p:cNvPr>
              <p:cNvCxnSpPr>
                <a:cxnSpLocks/>
                <a:endCxn id="143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941D63CB-BE24-A5DF-13D4-5A7D5CCFEC03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C28F4E77-375A-3437-312A-30FDFF52C0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5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8B7F79F5-5B4A-5565-050D-ED7AF3567B44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05DFC0DA-BB74-B775-30F7-75D3C9C453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5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D1B8C38B-FBF0-F0D0-6F2C-9EA194BF3649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8DEA75EE-CDCE-4948-2604-73B3E0228A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56"/>
                  <a:stretch>
                    <a:fillRect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2C975D85-95E2-C46E-25AF-9F8BFD6A8A37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445431B2-118E-29A6-93D6-D48086475C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5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E825C0E8-4426-CE4F-72E6-98F2848A2847}"/>
              </a:ext>
            </a:extLst>
          </p:cNvPr>
          <p:cNvGrpSpPr/>
          <p:nvPr/>
        </p:nvGrpSpPr>
        <p:grpSpPr>
          <a:xfrm>
            <a:off x="9800665" y="3020654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80C691B3-4615-92B4-15E5-1BC513ADED60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ADF473E1-860F-8703-78CB-DA290C6821B8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AA725757-1989-4B6F-E198-6528B2C1799E}"/>
                </a:ext>
              </a:extLst>
            </p:cNvPr>
            <p:cNvCxnSpPr>
              <a:cxnSpLocks/>
              <a:stCxn id="147" idx="1"/>
              <a:endCxn id="147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EBCD6B2B-8093-219B-91D4-F2B0B6E95875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669F1DEF-3F29-FB30-1A75-9C396020D8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5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148E6CFD-E73C-DF20-21C4-97C49840FBBF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E146F342-41E7-2D1E-0A2E-ACDBA0D9CB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5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58DA0258-7E4D-BBC7-1075-DFBCBF2A8483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B6BBCDAF-759F-C3E3-5F13-42FB44C7F0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F3AF74A8-7F45-D31F-F963-8AF67E542BFB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9E5EB603-867B-F529-A57D-B6E748F17E82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79F2178B-C767-9581-4E87-E313BF1477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6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F3179E0B-64D8-DCC0-65E6-233AEC74C768}"/>
              </a:ext>
            </a:extLst>
          </p:cNvPr>
          <p:cNvGrpSpPr/>
          <p:nvPr/>
        </p:nvGrpSpPr>
        <p:grpSpPr>
          <a:xfrm>
            <a:off x="10347186" y="3021356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EE0AE439-A076-CB84-6C95-78AD0005DBC3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1F7E684A-8462-6D8C-58E7-9DDE39EE24C1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4F58FFFA-0AF0-903D-34D2-B45E6C51C127}"/>
                </a:ext>
              </a:extLst>
            </p:cNvPr>
            <p:cNvCxnSpPr>
              <a:cxnSpLocks/>
              <a:stCxn id="156" idx="1"/>
              <a:endCxn id="156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E772BF58-D06B-C9B8-683C-C946E27BD4CD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18E9EA9A-6042-6A86-97BE-0BDB5CC53C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6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52873E24-84E7-0926-3C0D-6148B5BDB8E1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05A7BD98-2304-5D1D-F8AF-FD90583AB5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6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EFD0F48B-B4A6-2A5A-9CD0-3CE2F31DDFE2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BDEB138F-4D26-BF76-97DC-71CADCC679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30162B00-A76E-38CD-DFEB-7F8D0152BED8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3F0D3D18-505E-36D2-7478-BFBE32DD97C0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0B30877C-48A4-C5BC-1279-F64CF3AB53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6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35D06830-3EED-25ED-ED8E-CF7A578F8E34}"/>
              </a:ext>
            </a:extLst>
          </p:cNvPr>
          <p:cNvGrpSpPr/>
          <p:nvPr/>
        </p:nvGrpSpPr>
        <p:grpSpPr>
          <a:xfrm>
            <a:off x="10899569" y="3024762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9BEA0226-36D5-3473-CFDA-33A8C1E36EA6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14B2FFCE-57CC-99D1-490F-A6225851A07C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FBDE6BE2-2385-5C26-8B08-5D05C0586125}"/>
                </a:ext>
              </a:extLst>
            </p:cNvPr>
            <p:cNvCxnSpPr>
              <a:cxnSpLocks/>
              <a:stCxn id="165" idx="1"/>
              <a:endCxn id="165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05ACE7E0-ADE6-A63F-4FAB-AA77B98E85D8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56C41331-DA58-ADA8-6054-9D4AF18F6A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6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C31F563D-F808-27FE-B2F4-00BF80669381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2094FB52-0056-D029-4294-166C19E6D3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blipFill>
                  <a:blip r:embed="rId6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FA67D6C1-DDA3-4A77-FEBB-25F85B223340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63DDDCCD-9E44-1D64-C4AE-124EBB0570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F7104A47-40F2-3BA0-9405-8F07139F6294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51AD42C8-10CD-BAB6-90CE-07975CED2F53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8B82D60E-706B-503A-CF58-44433E6F53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blipFill>
                  <a:blip r:embed="rId6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3" name="Arrow: Right 172">
            <a:extLst>
              <a:ext uri="{FF2B5EF4-FFF2-40B4-BE49-F238E27FC236}">
                <a16:creationId xmlns:a16="http://schemas.microsoft.com/office/drawing/2014/main" id="{B32E6E8D-C1F5-4B88-6662-BF50FE965A75}"/>
              </a:ext>
            </a:extLst>
          </p:cNvPr>
          <p:cNvSpPr/>
          <p:nvPr/>
        </p:nvSpPr>
        <p:spPr>
          <a:xfrm>
            <a:off x="5486400" y="2322165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D6AF1F22-6A80-D282-B752-34A93DFF4B99}"/>
              </a:ext>
            </a:extLst>
          </p:cNvPr>
          <p:cNvGrpSpPr/>
          <p:nvPr/>
        </p:nvGrpSpPr>
        <p:grpSpPr>
          <a:xfrm>
            <a:off x="7171716" y="4923329"/>
            <a:ext cx="1065058" cy="499397"/>
            <a:chOff x="1980958" y="2952087"/>
            <a:chExt cx="1065058" cy="499397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E479ACBC-D079-4F29-B7E5-BD102D62F6EE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B7FFCC14-2467-7096-C21A-44B2DA4FD3C0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27D022AC-4B0C-BA5D-D15C-C25BDC3C4954}"/>
                  </a:ext>
                </a:extLst>
              </p:cNvPr>
              <p:cNvCxnSpPr>
                <a:cxnSpLocks/>
                <a:stCxn id="178" idx="0"/>
                <a:endCxn id="178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491CB80C-73AC-4C63-7C48-83E76A48A653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F6C81FA9-02C3-69A8-CA47-28F0913AE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7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5002C538-3584-86D1-B333-EDDC68D77095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7041A441-17D9-641B-5483-538D22C81A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CF6D7393-86EA-DF2A-A251-5623DC880992}"/>
              </a:ext>
            </a:extLst>
          </p:cNvPr>
          <p:cNvGrpSpPr/>
          <p:nvPr/>
        </p:nvGrpSpPr>
        <p:grpSpPr>
          <a:xfrm>
            <a:off x="8229201" y="4927869"/>
            <a:ext cx="1065058" cy="499397"/>
            <a:chOff x="1980958" y="2952087"/>
            <a:chExt cx="1065058" cy="499397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64C8FEFC-B1D0-A0F3-4AAC-36F452B58DA6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EFF29A6A-8704-85C8-BA1B-7314C20EB8C9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D093113F-B628-8531-513B-3965C4FCDA93}"/>
                  </a:ext>
                </a:extLst>
              </p:cNvPr>
              <p:cNvCxnSpPr>
                <a:cxnSpLocks/>
                <a:stCxn id="184" idx="0"/>
                <a:endCxn id="184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B88805FE-773D-4687-DF25-01BF3E3DBED3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C5E9921B-67ED-88FF-DA62-2681E7E2BD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7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80E3BEEA-E36A-82B0-83DA-F5956167CE13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8B2B3935-0131-4F52-71A7-8CBFE03968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6" name="Arrow: Right 185">
            <a:extLst>
              <a:ext uri="{FF2B5EF4-FFF2-40B4-BE49-F238E27FC236}">
                <a16:creationId xmlns:a16="http://schemas.microsoft.com/office/drawing/2014/main" id="{3450375E-B179-30C7-BA04-3B063D185714}"/>
              </a:ext>
            </a:extLst>
          </p:cNvPr>
          <p:cNvSpPr/>
          <p:nvPr/>
        </p:nvSpPr>
        <p:spPr>
          <a:xfrm>
            <a:off x="3424506" y="4921877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910E209-0418-4F38-21DE-98512DAA8A13}"/>
              </a:ext>
            </a:extLst>
          </p:cNvPr>
          <p:cNvGrpSpPr/>
          <p:nvPr/>
        </p:nvGrpSpPr>
        <p:grpSpPr>
          <a:xfrm>
            <a:off x="838200" y="5833099"/>
            <a:ext cx="1059735" cy="896233"/>
            <a:chOff x="1980958" y="2952087"/>
            <a:chExt cx="1059735" cy="896233"/>
          </a:xfrm>
          <a:pattFill prst="lgCheck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7CD6E7B-3627-9C0E-3578-FE3B2F998DB6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D2FEB92-823A-52C2-7553-4BFF9FC3CC54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4D93CF19-98D4-57D4-2E15-C8D34F53CD3A}"/>
                  </a:ext>
                </a:extLst>
              </p:cNvPr>
              <p:cNvCxnSpPr>
                <a:stCxn id="19" idx="0"/>
                <a:endCxn id="19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F5DB1A45-083C-5BB4-B7F9-4314FE385C46}"/>
                  </a:ext>
                </a:extLst>
              </p:cNvPr>
              <p:cNvCxnSpPr>
                <a:cxnSpLocks/>
                <a:endCxn id="19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24BAF99-422B-2226-ECE2-55DDBDD9996C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98247F4-A89D-0375-15C7-F0693083F7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7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13372D7-DBF3-1624-B56C-71792F9193B8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56FE1B0-8413-094A-4773-42ADBB1151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7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C744905-694A-599A-CB82-6082FD79D3D4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3D895BB-993F-9E25-C26F-68C80F79D9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76"/>
                  <a:stretch>
                    <a:fillRect r="-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FDCD0D0-3AFE-1563-E851-008A13B25D37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4E27109-2824-7B39-24C0-6D925A507A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7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6EF3758-253B-F8DB-6B3E-0F7F05A981C3}"/>
              </a:ext>
            </a:extLst>
          </p:cNvPr>
          <p:cNvGrpSpPr/>
          <p:nvPr/>
        </p:nvGrpSpPr>
        <p:grpSpPr>
          <a:xfrm>
            <a:off x="5025416" y="5984242"/>
            <a:ext cx="1065058" cy="499397"/>
            <a:chOff x="1980958" y="2952087"/>
            <a:chExt cx="1065058" cy="499397"/>
          </a:xfrm>
          <a:pattFill prst="sphere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D542C90-277A-41CB-D23F-59B3DC77EE83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91E80F7-585B-5E59-8306-3A260D840EBE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7A73B552-8D6E-ADF0-73EE-708401AD4BFC}"/>
                  </a:ext>
                </a:extLst>
              </p:cNvPr>
              <p:cNvCxnSpPr>
                <a:cxnSpLocks/>
                <a:stCxn id="26" idx="0"/>
                <a:endCxn id="26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44DF6F1-C8C5-2659-D3D0-3334EABEAF09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FB890AF-35B9-8EC6-EE9F-06B9A0FAB5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7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1CCB946-693D-17AB-A0A7-0E01B029CC5F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4D03EF2-3704-E77D-45B6-4C3732CB6E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D4D52C2-9B31-A62F-3653-55E15D636312}"/>
              </a:ext>
            </a:extLst>
          </p:cNvPr>
          <p:cNvGrpSpPr/>
          <p:nvPr/>
        </p:nvGrpSpPr>
        <p:grpSpPr>
          <a:xfrm>
            <a:off x="6082901" y="5988782"/>
            <a:ext cx="1065058" cy="499397"/>
            <a:chOff x="1980958" y="2952087"/>
            <a:chExt cx="1065058" cy="499397"/>
          </a:xfrm>
          <a:pattFill prst="sphere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EF1C7D0-BE2B-2AF8-6F40-30A4826CB187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F1F1BBE-AFB8-D6E5-2574-A67FA5A515CD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7EAE081B-E136-2C52-CB62-78A9BD9CACF2}"/>
                  </a:ext>
                </a:extLst>
              </p:cNvPr>
              <p:cNvCxnSpPr>
                <a:cxnSpLocks/>
                <a:stCxn id="32" idx="0"/>
                <a:endCxn id="32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3687762-9696-981E-9ACF-1246A3FDDCAC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C61F572-50FC-5270-9CE0-DC8DBDA4B3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8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BB741E3-801B-CD66-EC22-D21F531F3C0B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9A23FE2-8983-BC51-5593-EFFDA86342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551AB90-43F3-49CC-7BF6-C0525F9C6917}"/>
              </a:ext>
            </a:extLst>
          </p:cNvPr>
          <p:cNvGrpSpPr/>
          <p:nvPr/>
        </p:nvGrpSpPr>
        <p:grpSpPr>
          <a:xfrm>
            <a:off x="2175510" y="5836909"/>
            <a:ext cx="1059735" cy="896233"/>
            <a:chOff x="1980958" y="2952087"/>
            <a:chExt cx="1059735" cy="896233"/>
          </a:xfrm>
          <a:pattFill prst="lgCheck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CF3EE30-387E-AF7A-A0C8-B05DFD0E4B03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C1615946-CFE7-DC96-B21F-F41C3E800505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96B4D0FD-1699-CF6F-299E-B3D1CAEDCC52}"/>
                  </a:ext>
                </a:extLst>
              </p:cNvPr>
              <p:cNvCxnSpPr>
                <a:stCxn id="82" idx="0"/>
                <a:endCxn id="82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1A7B882B-57B9-503A-1155-B7A3B362C394}"/>
                  </a:ext>
                </a:extLst>
              </p:cNvPr>
              <p:cNvCxnSpPr>
                <a:cxnSpLocks/>
                <a:endCxn id="82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21ED44B-974A-2E8B-7B4D-3F337BE3D74E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21712B6C-A5F4-BD93-39BF-5980EA9809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8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D3DAF10A-2A17-08EC-BFF6-708015A77B29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937EF72F-7BB2-1C4B-F6CF-FDD9980433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8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4C17D63F-F2C2-E38D-DF90-737267F4A123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F95054B5-2768-7FB6-B6FE-3FACF1F741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84"/>
                  <a:stretch>
                    <a:fillRect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1E485FFD-6001-6C91-BD46-734C27B42CD6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C385E579-E056-557E-4296-B912D09DE9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8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372DF4BB-4ECF-EB23-0D12-4F12153DC2CE}"/>
              </a:ext>
            </a:extLst>
          </p:cNvPr>
          <p:cNvGrpSpPr/>
          <p:nvPr/>
        </p:nvGrpSpPr>
        <p:grpSpPr>
          <a:xfrm>
            <a:off x="7171716" y="5990592"/>
            <a:ext cx="1065058" cy="499397"/>
            <a:chOff x="1980958" y="2952087"/>
            <a:chExt cx="1065058" cy="499397"/>
          </a:xfrm>
          <a:pattFill prst="sphere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E7A3C8E9-04D1-21E8-2858-764BA4855D5E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42692987-7869-6C21-9E8E-0F1F22F7C424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B0496D4F-453B-F8CB-2B9E-FF8992658118}"/>
                  </a:ext>
                </a:extLst>
              </p:cNvPr>
              <p:cNvCxnSpPr>
                <a:cxnSpLocks/>
                <a:stCxn id="110" idx="0"/>
                <a:endCxn id="11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1F0BC92B-3580-4FBE-208A-C82BA6C03CAC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8EB1922E-6BD5-EC4C-EC32-D8E043CBB5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8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91E194BF-2DA1-9B3B-00CD-9DDAC6066E7C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0602271E-DAE7-B644-CF00-2074A77B8B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BB23B62D-C370-7EA4-32A0-CD1D962049A8}"/>
              </a:ext>
            </a:extLst>
          </p:cNvPr>
          <p:cNvGrpSpPr/>
          <p:nvPr/>
        </p:nvGrpSpPr>
        <p:grpSpPr>
          <a:xfrm>
            <a:off x="8229201" y="5995132"/>
            <a:ext cx="1065058" cy="499397"/>
            <a:chOff x="1980958" y="2952087"/>
            <a:chExt cx="1065058" cy="499397"/>
          </a:xfrm>
          <a:pattFill prst="sphere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9B43D106-F8B0-987E-5D0B-C817621367FA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ADC3952A-B83F-3248-069C-DE606391B037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34121084-95D5-49BA-EB91-B50B3C524D0F}"/>
                  </a:ext>
                </a:extLst>
              </p:cNvPr>
              <p:cNvCxnSpPr>
                <a:cxnSpLocks/>
                <a:stCxn id="190" idx="0"/>
                <a:endCxn id="19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0B20468C-D89A-B814-C69D-9FEAA34E6E88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247F584D-D2B3-F65F-B008-470074F563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8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F1D59A62-A3AE-7E71-2AAC-C41FF20D4A59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2E366898-CA28-F827-679A-A1A8EE9E29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2" name="Arrow: Right 191">
            <a:extLst>
              <a:ext uri="{FF2B5EF4-FFF2-40B4-BE49-F238E27FC236}">
                <a16:creationId xmlns:a16="http://schemas.microsoft.com/office/drawing/2014/main" id="{734F5788-24D7-3083-C6ED-E5865DA439A3}"/>
              </a:ext>
            </a:extLst>
          </p:cNvPr>
          <p:cNvSpPr/>
          <p:nvPr/>
        </p:nvSpPr>
        <p:spPr>
          <a:xfrm>
            <a:off x="3424506" y="5989140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02B8320B-AEC5-288C-3E18-FEAD08B9A820}"/>
              </a:ext>
            </a:extLst>
          </p:cNvPr>
          <p:cNvCxnSpPr/>
          <p:nvPr/>
        </p:nvCxnSpPr>
        <p:spPr>
          <a:xfrm>
            <a:off x="5022850" y="4629150"/>
            <a:ext cx="4248150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0D7DDF22-D4D3-1E4F-9687-0B619BD2F101}"/>
              </a:ext>
            </a:extLst>
          </p:cNvPr>
          <p:cNvCxnSpPr>
            <a:cxnSpLocks/>
          </p:cNvCxnSpPr>
          <p:nvPr/>
        </p:nvCxnSpPr>
        <p:spPr>
          <a:xfrm flipV="1">
            <a:off x="9436100" y="4921877"/>
            <a:ext cx="0" cy="1626568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2E8C30A1-0587-5ECD-3585-B16DCFD5019C}"/>
              </a:ext>
            </a:extLst>
          </p:cNvPr>
          <p:cNvCxnSpPr>
            <a:cxnSpLocks/>
          </p:cNvCxnSpPr>
          <p:nvPr/>
        </p:nvCxnSpPr>
        <p:spPr>
          <a:xfrm>
            <a:off x="9696450" y="4921877"/>
            <a:ext cx="1797050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3694E884-F557-84E6-6EC0-B4F12F8F2160}"/>
                  </a:ext>
                </a:extLst>
              </p:cNvPr>
              <p:cNvSpPr txBox="1"/>
              <p:nvPr/>
            </p:nvSpPr>
            <p:spPr>
              <a:xfrm>
                <a:off x="9271000" y="5606018"/>
                <a:ext cx="9270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ED87231B-C13D-4E1E-EB33-8D9A8E425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1000" y="5606018"/>
                <a:ext cx="927099" cy="369332"/>
              </a:xfrm>
              <a:prstGeom prst="rect">
                <a:avLst/>
              </a:prstGeom>
              <a:blipFill>
                <a:blip r:embed="rId9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730F7448-7974-5238-30C7-31F53E1A72EE}"/>
              </a:ext>
            </a:extLst>
          </p:cNvPr>
          <p:cNvCxnSpPr>
            <a:cxnSpLocks/>
          </p:cNvCxnSpPr>
          <p:nvPr/>
        </p:nvCxnSpPr>
        <p:spPr>
          <a:xfrm>
            <a:off x="9696450" y="882650"/>
            <a:ext cx="0" cy="391160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24DCB37B-ED08-D06A-040A-A88C0C0CB5C8}"/>
                  </a:ext>
                </a:extLst>
              </p:cNvPr>
              <p:cNvSpPr txBox="1"/>
              <p:nvPr/>
            </p:nvSpPr>
            <p:spPr>
              <a:xfrm>
                <a:off x="8255000" y="2601817"/>
                <a:ext cx="1441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FCA7DAB8-8814-7FAA-E179-B5D49E01A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000" y="2601817"/>
                <a:ext cx="1441450" cy="369332"/>
              </a:xfrm>
              <a:prstGeom prst="rect">
                <a:avLst/>
              </a:prstGeom>
              <a:blipFill>
                <a:blip r:embed="rId9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6E803501-6031-9336-324F-FB0B89F54CC8}"/>
                  </a:ext>
                </a:extLst>
              </p:cNvPr>
              <p:cNvSpPr txBox="1"/>
              <p:nvPr/>
            </p:nvSpPr>
            <p:spPr>
              <a:xfrm>
                <a:off x="6648450" y="4343400"/>
                <a:ext cx="1441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E4488308-1B3C-22FC-9206-FD442FB86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8450" y="4343400"/>
                <a:ext cx="1441450" cy="369332"/>
              </a:xfrm>
              <a:prstGeom prst="rect">
                <a:avLst/>
              </a:prstGeom>
              <a:blipFill>
                <a:blip r:embed="rId9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ACFE1E5E-F37F-1D86-754E-DEDB807D6E54}"/>
                  </a:ext>
                </a:extLst>
              </p:cNvPr>
              <p:cNvSpPr txBox="1"/>
              <p:nvPr/>
            </p:nvSpPr>
            <p:spPr>
              <a:xfrm>
                <a:off x="10131425" y="4921877"/>
                <a:ext cx="9270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2390D319-29E3-0AFB-A70B-99C496517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1425" y="4921877"/>
                <a:ext cx="927099" cy="369332"/>
              </a:xfrm>
              <a:prstGeom prst="rect">
                <a:avLst/>
              </a:prstGeom>
              <a:blipFill>
                <a:blip r:embed="rId9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87514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E486E-C08B-167F-41A8-10BE81698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DB2B1-956E-6C90-4BE0-CEB2F800B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721434" cy="1325563"/>
          </a:xfrm>
        </p:spPr>
        <p:txBody>
          <a:bodyPr/>
          <a:lstStyle/>
          <a:p>
            <a:r>
              <a:rPr lang="en-US" dirty="0"/>
              <a:t>Structured Pruning – Input Channel Pruning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05C577E-E1F9-3035-A6B0-4606F7BA7B7A}"/>
              </a:ext>
            </a:extLst>
          </p:cNvPr>
          <p:cNvGrpSpPr/>
          <p:nvPr/>
        </p:nvGrpSpPr>
        <p:grpSpPr>
          <a:xfrm>
            <a:off x="838200" y="4765836"/>
            <a:ext cx="1059735" cy="896233"/>
            <a:chOff x="1980958" y="2952087"/>
            <a:chExt cx="1059735" cy="896233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FDB3243-BEF9-8977-8FC6-FF7B4312A656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AB2F958-25BD-E437-B7B1-F04BC97A9593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3878511C-2BEE-40F4-80FD-7A8BB2E1C48A}"/>
                  </a:ext>
                </a:extLst>
              </p:cNvPr>
              <p:cNvCxnSpPr>
                <a:stCxn id="10" idx="0"/>
                <a:endCxn id="10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E064315E-19AE-0D48-9C05-F6C23FC30705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B64ADC2-C982-E47E-3554-52B3DF2E1FE9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52E3FFF-72C0-A58F-E38F-515FBF60C2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3CACD67-66BD-FE4D-EFF2-964972489347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46BD4F3-AB76-5213-6F43-0A7A6632B4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8ECFB1DC-F6D6-33C2-3733-4FD6356BFF8D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5C4299E-6501-EC3C-2BAD-A42A17FDBF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77B57E9-D6CB-241E-77D1-2282F9782DEA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E307E01-2710-3E17-E01B-1F5B725797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6D5D38D-9006-BEA6-DE4C-7328685C8BAB}"/>
              </a:ext>
            </a:extLst>
          </p:cNvPr>
          <p:cNvGrpSpPr/>
          <p:nvPr/>
        </p:nvGrpSpPr>
        <p:grpSpPr>
          <a:xfrm>
            <a:off x="9800665" y="868860"/>
            <a:ext cx="552468" cy="1776719"/>
            <a:chOff x="585073" y="2591561"/>
            <a:chExt cx="552468" cy="1776719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8075EB7-E0EE-1B1B-2A73-77441E9ABAA7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9FD4ECF-7A6B-5AE6-C25B-42A197E43A5E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C222A9E-2A19-26AA-00F2-AF72F0B9010D}"/>
                </a:ext>
              </a:extLst>
            </p:cNvPr>
            <p:cNvCxnSpPr>
              <a:cxnSpLocks/>
              <a:stCxn id="39" idx="1"/>
              <a:endCxn id="3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F439312-5E7B-C091-F5F7-F6D9668DAD1C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4B5ADF8-D3E9-A97E-C49B-F89DE5C782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13331023-E7F9-1D7B-018D-CA3EE4E2FEB0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CD9A311-18DC-95F1-3AEF-BD94D3B5FF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DE24F045-BA78-5CAF-7450-EE2933425DAC}"/>
                    </a:ext>
                  </a:extLst>
                </p:cNvPr>
                <p:cNvSpPr txBox="1"/>
                <p:nvPr/>
              </p:nvSpPr>
              <p:spPr>
                <a:xfrm>
                  <a:off x="631489" y="353230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938DCC4-588F-3CEC-16FC-FEB478FBC7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32301"/>
                  <a:ext cx="41953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D4EC8F5-C61B-580F-F591-A519EB96A1A1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6547E6D9-8E8B-FF6A-39AC-B228537495AB}"/>
                    </a:ext>
                  </a:extLst>
                </p:cNvPr>
                <p:cNvSpPr txBox="1"/>
                <p:nvPr/>
              </p:nvSpPr>
              <p:spPr>
                <a:xfrm>
                  <a:off x="625541" y="39989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C9AD8F4C-AF2A-654F-604C-20D3164645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98948"/>
                  <a:ext cx="419538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E15EA70-87F8-62C9-F2F9-2E50BA100C28}"/>
              </a:ext>
            </a:extLst>
          </p:cNvPr>
          <p:cNvGrpSpPr/>
          <p:nvPr/>
        </p:nvGrpSpPr>
        <p:grpSpPr>
          <a:xfrm>
            <a:off x="10347186" y="869562"/>
            <a:ext cx="552468" cy="1774377"/>
            <a:chOff x="585073" y="2591561"/>
            <a:chExt cx="552468" cy="1774377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431D9EF-22BB-7763-52C7-488E895B283E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A0E508C-0ECD-C207-8D98-E31C69A56F27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21CBD68-3642-198C-7DA4-FFD0116B040A}"/>
                </a:ext>
              </a:extLst>
            </p:cNvPr>
            <p:cNvCxnSpPr>
              <a:cxnSpLocks/>
              <a:stCxn id="40" idx="1"/>
              <a:endCxn id="40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6CCA5400-7D00-A2F9-0BBD-F5F19F8F5D2F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C59AE4E-3DB2-5ABF-69DF-889EEDB563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00B4D600-D6C6-BBE5-832D-16A260C60710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0A52F196-AB9D-87E6-975B-BE26F904EC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DC369BCA-6E4E-0022-1976-CE3F073CBF78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E06A3050-8AEB-4EF8-714F-6BA6903311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2C7EA36-6B0C-C8EF-1022-022EC7E92D90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EC2196E8-0C00-1E6D-ADC2-66EFBBB75ECD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1F92445B-7D3A-010A-4480-1122D24922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DBEAFA7-0180-C744-C010-9FAE31197716}"/>
              </a:ext>
            </a:extLst>
          </p:cNvPr>
          <p:cNvGrpSpPr/>
          <p:nvPr/>
        </p:nvGrpSpPr>
        <p:grpSpPr>
          <a:xfrm>
            <a:off x="10899569" y="872968"/>
            <a:ext cx="552468" cy="1774377"/>
            <a:chOff x="585073" y="2591561"/>
            <a:chExt cx="552468" cy="1774377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56F89F3-BEF7-D881-8E4D-59C625A064CE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A4C9D0EB-183B-4D4D-3924-B86B793ADD93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487E27DD-597A-3CAD-5B88-170F2F0850B6}"/>
                </a:ext>
              </a:extLst>
            </p:cNvPr>
            <p:cNvCxnSpPr>
              <a:cxnSpLocks/>
              <a:stCxn id="54" idx="1"/>
              <a:endCxn id="54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4A9EDF2F-7F10-F66D-AB65-16F0C1C0EA23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F501E1D-B43D-8244-A9B9-448FD04D58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41076BDF-3ABB-CA1D-064B-4947F5CEE74A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6D2CAF22-3EFE-0C21-F80A-3921CFE849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75D094C4-5891-9DC5-7D5A-FF2BDAB057FE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35816E0B-5711-EE2F-4DF6-FBFE89381F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A44A9BA-9D06-281B-39C3-3B2674768D52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55AC68F6-08A5-27E9-F9F4-0E42A858B237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2FFD50D3-C1CC-2642-878F-885548F888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975F453-AD70-6428-0D19-3EBE453569A5}"/>
              </a:ext>
            </a:extLst>
          </p:cNvPr>
          <p:cNvGrpSpPr/>
          <p:nvPr/>
        </p:nvGrpSpPr>
        <p:grpSpPr>
          <a:xfrm>
            <a:off x="5025416" y="4916979"/>
            <a:ext cx="1065058" cy="499397"/>
            <a:chOff x="1980958" y="2952087"/>
            <a:chExt cx="1065058" cy="499397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55AD6AB5-37DA-B6AE-ED75-960848250E3A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C4289E79-F944-A09F-C71C-AEFA0D8EE1A8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F053E0C5-3452-E478-E7E5-C01D075D1901}"/>
                  </a:ext>
                </a:extLst>
              </p:cNvPr>
              <p:cNvCxnSpPr>
                <a:cxnSpLocks/>
                <a:stCxn id="72" idx="0"/>
                <a:endCxn id="72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6288631-9792-4108-B6FD-AE03317F0C28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09BC62B9-B233-333E-D436-24D6B3A77F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89CCF5FC-C354-EC90-6338-CA1F9E9F1FA5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4F5D04CC-6177-6382-99C0-CFA5F67263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3D17C57-90D8-F74C-AC61-B56514DB20E0}"/>
              </a:ext>
            </a:extLst>
          </p:cNvPr>
          <p:cNvGrpSpPr/>
          <p:nvPr/>
        </p:nvGrpSpPr>
        <p:grpSpPr>
          <a:xfrm>
            <a:off x="6082901" y="4921519"/>
            <a:ext cx="1065058" cy="499397"/>
            <a:chOff x="1980958" y="2952087"/>
            <a:chExt cx="1065058" cy="499397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4A2D8599-D3C5-4AD0-5DF1-A570284DF12A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E3CFC89A-B7F6-B3CE-90C4-511097E5FED7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B9B6C88F-3F48-90A3-2118-2335332AEE54}"/>
                  </a:ext>
                </a:extLst>
              </p:cNvPr>
              <p:cNvCxnSpPr>
                <a:cxnSpLocks/>
                <a:stCxn id="80" idx="0"/>
                <a:endCxn id="8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A1FCAEE6-6931-D98B-BCD8-E669E03457EA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02236777-AB1D-9738-0384-6F34D9ABAB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EBBFC74E-7A3F-B322-CE46-D0CC65CD8655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0EA24279-E344-9473-BD87-18A51A4796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A793C29-23D6-4D96-0765-B463684EB932}"/>
              </a:ext>
            </a:extLst>
          </p:cNvPr>
          <p:cNvGrpSpPr/>
          <p:nvPr/>
        </p:nvGrpSpPr>
        <p:grpSpPr>
          <a:xfrm>
            <a:off x="228876" y="1805080"/>
            <a:ext cx="1946179" cy="1784524"/>
            <a:chOff x="585073" y="2581414"/>
            <a:chExt cx="1946179" cy="178452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DD43677A-8207-B156-1085-DDB7EB28BC4F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EC8E8CE-763A-D1D9-CC51-3B91BB989467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7997B52F-6FC5-F4DE-BEED-551293C343D4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DC12D9AD-3C48-4607-945A-2E68E5949EC5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B254A517-B75D-6EFA-2994-21683A94C08A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49C23FBB-284D-A71F-ED87-AC20831BF53C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D3231AB9-DB51-886A-4F48-1A37D22639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81ADA38D-A849-857D-0FA9-FA2ABADF9128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189DD5B2-9655-7BF5-2276-5ADED3405D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CC30673A-1569-06A2-D97F-18C095034366}"/>
                    </a:ext>
                  </a:extLst>
                </p:cNvPr>
                <p:cNvSpPr txBox="1"/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5F2CD041-8323-B457-BA8B-77EB241281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D0540F7B-A475-209B-4D1A-EEAB1122D543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696B129-6F50-4737-F4EB-34C83C5BE3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463A4FEC-37AD-04F0-0ED0-0087CE730FCF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1BF6C012-439A-A671-08FB-652BBDA6A0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3378360E-CC59-5DD6-7F20-5D1B1C681D04}"/>
                    </a:ext>
                  </a:extLst>
                </p:cNvPr>
                <p:cNvSpPr txBox="1"/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FBE37040-44C2-BF91-27A5-338A59EFE5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0F33C169-EB2C-218D-AA56-63C022A385C2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044AD38F-FFD8-9FF9-7E19-FD141E6B44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A1EA6F9F-467D-1E81-9BD8-40A8E2E43A89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9469D4E6-3AF2-829A-322A-F368D8AD16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708FFD68-4CA4-67AB-C9C3-7988FCB289D9}"/>
                    </a:ext>
                  </a:extLst>
                </p:cNvPr>
                <p:cNvSpPr txBox="1"/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C7F9447E-DEA0-3FA1-D081-A6F3B1B66A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blipFill>
                  <a:blip r:embed="rId30"/>
                  <a:stretch>
                    <a:fillRect r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4BAD2D7D-E20E-4F8C-2252-A8831919736A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C40AEF8E-6EDD-EAD0-71EF-68E0CD146340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2ECFE52F-92A7-178D-5E3F-496525E36C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2C3A6268-3499-8582-B32A-4CE11A3CA09C}"/>
                    </a:ext>
                  </a:extLst>
                </p:cNvPr>
                <p:cNvSpPr txBox="1"/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1B167E96-C598-625F-4996-F057149224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BC7EA5D7-42E9-01A2-605C-52BDF9C37FFD}"/>
                    </a:ext>
                  </a:extLst>
                </p:cNvPr>
                <p:cNvSpPr txBox="1"/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D1873452-5F03-2EDE-5234-F8CD601318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0CA3C5C2-DD2D-FA12-50E3-F78FB4CC8E69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88372BC8-2036-550C-7CB1-A42B7C07F16E}"/>
                    </a:ext>
                  </a:extLst>
                </p:cNvPr>
                <p:cNvSpPr txBox="1"/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6D0D9818-8F03-58DB-6AA7-60BB57043C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131F7013-1630-359E-66C6-4FC6EA539188}"/>
                    </a:ext>
                  </a:extLst>
                </p:cNvPr>
                <p:cNvSpPr txBox="1"/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D3A4D698-F82D-AAE2-5013-0BF7B7DCB0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AC46539D-C86B-F161-A5B2-99B353E79552}"/>
                    </a:ext>
                  </a:extLst>
                </p:cNvPr>
                <p:cNvSpPr txBox="1"/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5422B847-68D9-BA69-E47C-C1C5DCF559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FD024562-9E52-44B9-C750-648B18DF2A09}"/>
                    </a:ext>
                  </a:extLst>
                </p:cNvPr>
                <p:cNvSpPr txBox="1"/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5DA7554D-74BF-FFC7-98DB-F6D0EB56B5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770B3C23-9BF4-D1DE-FF40-C93F02D3600A}"/>
              </a:ext>
            </a:extLst>
          </p:cNvPr>
          <p:cNvGrpSpPr/>
          <p:nvPr/>
        </p:nvGrpSpPr>
        <p:grpSpPr>
          <a:xfrm>
            <a:off x="2395904" y="1805080"/>
            <a:ext cx="1946179" cy="1784524"/>
            <a:chOff x="585073" y="2581414"/>
            <a:chExt cx="1946179" cy="1784524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C8067E21-D5EC-34F0-C9D2-28750DC0D7DA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7E309195-C5D3-DFF9-A42A-9566222D5EFA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A8A23A5E-A8E3-26D3-315F-2A61625DEA00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01AF3B84-C12B-FEA6-B55C-16D216B562DF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DA834AB8-8AD4-1D53-848A-EAA3B7E5A28E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861F43E2-B583-63D8-4380-FA7A7665BDD2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BC8FDEB7-698A-25D8-6015-57D0E375C2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9D747123-86C0-02C0-993D-082E36A003D2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1532CE20-06A7-0949-B11E-0BFC75B696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C752EF38-2EE5-DF52-BC07-9AF9DCC30354}"/>
                    </a:ext>
                  </a:extLst>
                </p:cNvPr>
                <p:cNvSpPr txBox="1"/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B463CE69-2F8B-AECF-1D6B-51A7CBAFF9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5E7371AB-8B96-6E1A-AA9F-8F8606CC2106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568EE9D2-86DC-5AFA-C6B4-C6715B6838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28F4330C-0BEB-F584-57CE-FEC110831156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640D3F01-1236-82BC-7FFB-E3F8DE3FBA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F680C296-9BAC-F8E4-AF53-5C8FBB7FD9D9}"/>
                    </a:ext>
                  </a:extLst>
                </p:cNvPr>
                <p:cNvSpPr txBox="1"/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17CE4308-D2DA-6C6E-FE37-F7097D29FF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14B77CE5-30AA-C245-9AD1-AD63AD1BA7C7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A9139897-2256-F3CA-2966-D0C015688B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DA3B7539-4BDD-407E-35B9-85A64880AB60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DEC3C150-B9FE-EF90-CE04-FDFA9FF595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BD210C3A-E3CC-44AB-BD54-1245F2A04670}"/>
                    </a:ext>
                  </a:extLst>
                </p:cNvPr>
                <p:cNvSpPr txBox="1"/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9C82E590-FAF1-FC67-0F66-97969AA4C3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blipFill>
                  <a:blip r:embed="rId46"/>
                  <a:stretch>
                    <a:fillRect r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CFCBEADF-D316-AF7A-38DC-50583B89EECB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9C3393FF-666D-0041-E0D4-C8FB20799EEF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C0CC2971-A12E-4B21-F031-E596B53B9E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75ABEFBF-050A-F95A-EA8F-20DE6E53876D}"/>
                    </a:ext>
                  </a:extLst>
                </p:cNvPr>
                <p:cNvSpPr txBox="1"/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44F58144-B76E-83CA-6338-3BBD0835F2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4B781FD0-13A1-8DC5-6EA9-0EF1BE31C5D1}"/>
                    </a:ext>
                  </a:extLst>
                </p:cNvPr>
                <p:cNvSpPr txBox="1"/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321C5055-1873-6987-D8E5-BB36409528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C75CF6D0-4C50-CE2B-1B6A-98DFF9345462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A9D9BB86-DDE1-9ED4-8510-A7B45A8AD46A}"/>
                    </a:ext>
                  </a:extLst>
                </p:cNvPr>
                <p:cNvSpPr txBox="1"/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1B2AB4CC-D45D-AA8D-99F8-187449844C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05A61883-0BEE-D3C1-35A1-E21BFF038586}"/>
                    </a:ext>
                  </a:extLst>
                </p:cNvPr>
                <p:cNvSpPr txBox="1"/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1DD58497-82AD-457B-664F-77CE9A7632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80E57896-6A32-2B79-1DC4-AD4961E24085}"/>
                    </a:ext>
                  </a:extLst>
                </p:cNvPr>
                <p:cNvSpPr txBox="1"/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B72417EB-CA1E-25B1-038A-F188E1D6DA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36302E48-51C3-F61C-8029-F706EE98E430}"/>
                    </a:ext>
                  </a:extLst>
                </p:cNvPr>
                <p:cNvSpPr txBox="1"/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6D9FEA9D-54C4-D981-9CB6-DA7DDDAA69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B9135C83-EF7B-5058-02B0-492311F607FB}"/>
              </a:ext>
            </a:extLst>
          </p:cNvPr>
          <p:cNvGrpSpPr/>
          <p:nvPr/>
        </p:nvGrpSpPr>
        <p:grpSpPr>
          <a:xfrm>
            <a:off x="2175510" y="4769646"/>
            <a:ext cx="1059735" cy="896233"/>
            <a:chOff x="1980958" y="2952087"/>
            <a:chExt cx="1059735" cy="896233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D7D819DD-24B4-6BDC-DC70-4356F03C019A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59E86142-E63B-980C-C58E-2C32CFEF0BB9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8BD06BA8-75A4-A716-2D57-E345E7996941}"/>
                  </a:ext>
                </a:extLst>
              </p:cNvPr>
              <p:cNvCxnSpPr>
                <a:stCxn id="143" idx="0"/>
                <a:endCxn id="143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30C6205F-43A2-5481-A5AC-0E4299CFBB32}"/>
                  </a:ext>
                </a:extLst>
              </p:cNvPr>
              <p:cNvCxnSpPr>
                <a:cxnSpLocks/>
                <a:endCxn id="143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E6D5C69B-BC8E-BB1F-E5CF-34CDC8B56887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C28F4E77-375A-3437-312A-30FDFF52C0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5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539D7B87-32F4-8127-F563-68F250AD75CD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05DFC0DA-BB74-B775-30F7-75D3C9C453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5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86FE2F99-397C-EB37-0EAD-F90EE64AC5EF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8DEA75EE-CDCE-4948-2604-73B3E0228A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56"/>
                  <a:stretch>
                    <a:fillRect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F27B4932-319D-BD76-74B7-D21FCEEBA58C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445431B2-118E-29A6-93D6-D48086475C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5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48D20DC6-BB40-F83D-0F63-759C36648D1B}"/>
              </a:ext>
            </a:extLst>
          </p:cNvPr>
          <p:cNvGrpSpPr/>
          <p:nvPr/>
        </p:nvGrpSpPr>
        <p:grpSpPr>
          <a:xfrm>
            <a:off x="9800665" y="3020654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DFA2DDAE-22DC-A0DC-C393-481D257D6241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6FD1AC9-366C-5509-0844-E0E89CFC8168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C4B9C094-9CF5-C0D6-9138-DA3CDEE08F53}"/>
                </a:ext>
              </a:extLst>
            </p:cNvPr>
            <p:cNvCxnSpPr>
              <a:cxnSpLocks/>
              <a:stCxn id="147" idx="1"/>
              <a:endCxn id="147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7C521C65-AC60-7449-FA82-AAD074E658F4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669F1DEF-3F29-FB30-1A75-9C396020D8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5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05BE6903-253C-35B5-792C-97611F2FF7C6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E146F342-41E7-2D1E-0A2E-ACDBA0D9CB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5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3742A491-9069-CF23-776D-C13BF3614B42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B6BBCDAF-759F-C3E3-5F13-42FB44C7F0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943B76CF-B7F7-723A-7F56-0FCAB718A15E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881A5408-A2EC-3C53-A5D4-FA33A08B26A9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79F2178B-C767-9581-4E87-E313BF1477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6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9BA1E544-D1BB-9D77-2173-652AE3EB9A77}"/>
              </a:ext>
            </a:extLst>
          </p:cNvPr>
          <p:cNvGrpSpPr/>
          <p:nvPr/>
        </p:nvGrpSpPr>
        <p:grpSpPr>
          <a:xfrm>
            <a:off x="10347186" y="3021356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BF8C19E7-BC57-B260-9F81-75CA58272440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10CFC813-92C7-DAFD-DBA2-7EBAC67080F5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8A98CE4A-E9DE-813C-5791-621F885253AA}"/>
                </a:ext>
              </a:extLst>
            </p:cNvPr>
            <p:cNvCxnSpPr>
              <a:cxnSpLocks/>
              <a:stCxn id="156" idx="1"/>
              <a:endCxn id="156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DE4B712D-B88A-C006-644D-5E07D8120C04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18E9EA9A-6042-6A86-97BE-0BDB5CC53C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6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1B354165-09D5-10DE-8EF6-30A7AC13D884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05A7BD98-2304-5D1D-F8AF-FD90583AB5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6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AF8EE3DD-B312-6434-8B4C-3247B9C6ED65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BDEB138F-4D26-BF76-97DC-71CADCC679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F32FD851-7C84-3D20-D624-4C3415551382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1BD541FB-EBB8-4A82-1979-03649A30B165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0B30877C-48A4-C5BC-1279-F64CF3AB53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6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399E0324-1B65-1F2E-8A7E-A37A5DCF2726}"/>
              </a:ext>
            </a:extLst>
          </p:cNvPr>
          <p:cNvGrpSpPr/>
          <p:nvPr/>
        </p:nvGrpSpPr>
        <p:grpSpPr>
          <a:xfrm>
            <a:off x="10899569" y="3024762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D5BC00AF-3354-B41D-24AD-749CBF398613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4361B008-5A1D-94DF-C5E0-E1A4536B827A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6484EB39-F2FF-ED0F-35E6-D42D93943761}"/>
                </a:ext>
              </a:extLst>
            </p:cNvPr>
            <p:cNvCxnSpPr>
              <a:cxnSpLocks/>
              <a:stCxn id="165" idx="1"/>
              <a:endCxn id="165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3FDE6C3E-633F-A234-575C-CCDCDFCAE1F3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56C41331-DA58-ADA8-6054-9D4AF18F6A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6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E315206B-4163-36B5-3EBC-5658BFE83F49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2094FB52-0056-D029-4294-166C19E6D3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blipFill>
                  <a:blip r:embed="rId6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3A721D0C-7282-CC46-6E96-6E60E9E61E58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63DDDCCD-9E44-1D64-C4AE-124EBB0570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5F1299F6-2144-784E-4D9A-D78AA0F23FCF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D087A0ED-C73F-04D8-6462-E98296189A6D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8B82D60E-706B-503A-CF58-44433E6F53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blipFill>
                  <a:blip r:embed="rId6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3" name="Arrow: Right 172">
            <a:extLst>
              <a:ext uri="{FF2B5EF4-FFF2-40B4-BE49-F238E27FC236}">
                <a16:creationId xmlns:a16="http://schemas.microsoft.com/office/drawing/2014/main" id="{61F710EF-EA8C-F7A2-EBF6-1C79B7E3FB96}"/>
              </a:ext>
            </a:extLst>
          </p:cNvPr>
          <p:cNvSpPr/>
          <p:nvPr/>
        </p:nvSpPr>
        <p:spPr>
          <a:xfrm>
            <a:off x="5486400" y="2322165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589F2BFF-0EA0-EBA9-2D6F-81108F1C2225}"/>
              </a:ext>
            </a:extLst>
          </p:cNvPr>
          <p:cNvGrpSpPr/>
          <p:nvPr/>
        </p:nvGrpSpPr>
        <p:grpSpPr>
          <a:xfrm>
            <a:off x="7171716" y="4923329"/>
            <a:ext cx="1065058" cy="499397"/>
            <a:chOff x="1980958" y="2952087"/>
            <a:chExt cx="1065058" cy="499397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85396C49-D482-64F5-FC55-4B7C850F03E1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21307ED5-A090-E105-C44B-B3DF172F9071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3D1C6CC8-0732-C7FB-C2AF-2EFEE0A6BF5C}"/>
                  </a:ext>
                </a:extLst>
              </p:cNvPr>
              <p:cNvCxnSpPr>
                <a:cxnSpLocks/>
                <a:stCxn id="178" idx="0"/>
                <a:endCxn id="178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930ACCFE-E995-6B14-74FC-60E68F408DAE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F6C81FA9-02C3-69A8-CA47-28F0913AE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7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CC934127-B516-F29F-A6CC-41D89DF57782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7041A441-17D9-641B-5483-538D22C81A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050E59DB-D196-0583-EA72-17EADA78F80C}"/>
              </a:ext>
            </a:extLst>
          </p:cNvPr>
          <p:cNvGrpSpPr/>
          <p:nvPr/>
        </p:nvGrpSpPr>
        <p:grpSpPr>
          <a:xfrm>
            <a:off x="8229201" y="4927869"/>
            <a:ext cx="1065058" cy="499397"/>
            <a:chOff x="1980958" y="2952087"/>
            <a:chExt cx="1065058" cy="499397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A49FCB6E-90D1-74EA-61B1-370FAC4AF2DC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C35E6FBE-23AC-BE54-D7A1-1E589C76F980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53059EAC-7CA2-0358-327D-9C23385AEF23}"/>
                  </a:ext>
                </a:extLst>
              </p:cNvPr>
              <p:cNvCxnSpPr>
                <a:cxnSpLocks/>
                <a:stCxn id="184" idx="0"/>
                <a:endCxn id="184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673AD8E5-D029-A7A9-46D2-FDBF930265A0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C5E9921B-67ED-88FF-DA62-2681E7E2BD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7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C4DE795F-6F8D-CBF8-530C-7538C7D815F9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8B2B3935-0131-4F52-71A7-8CBFE03968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6" name="Arrow: Right 185">
            <a:extLst>
              <a:ext uri="{FF2B5EF4-FFF2-40B4-BE49-F238E27FC236}">
                <a16:creationId xmlns:a16="http://schemas.microsoft.com/office/drawing/2014/main" id="{8AF55023-05DA-AE26-6B57-0FF761EA9ECF}"/>
              </a:ext>
            </a:extLst>
          </p:cNvPr>
          <p:cNvSpPr/>
          <p:nvPr/>
        </p:nvSpPr>
        <p:spPr>
          <a:xfrm>
            <a:off x="3424506" y="4921877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003D759-A103-6FD4-FBBC-D922F7E59F66}"/>
              </a:ext>
            </a:extLst>
          </p:cNvPr>
          <p:cNvGrpSpPr/>
          <p:nvPr/>
        </p:nvGrpSpPr>
        <p:grpSpPr>
          <a:xfrm>
            <a:off x="838200" y="5833099"/>
            <a:ext cx="1059735" cy="896233"/>
            <a:chOff x="1980958" y="2952087"/>
            <a:chExt cx="1059735" cy="896233"/>
          </a:xfrm>
          <a:pattFill prst="lgCheck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5C4FDB0-0059-0F9B-38D7-08B56CA2D12E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8EDEB12-97F3-7F5A-0E7F-B1D75DD66E2D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F0B6C598-9C73-9CB0-06B6-5EF2CE8BFD6C}"/>
                  </a:ext>
                </a:extLst>
              </p:cNvPr>
              <p:cNvCxnSpPr>
                <a:stCxn id="19" idx="0"/>
                <a:endCxn id="19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7A21CE9-336B-81DA-F1B6-82650120DCA5}"/>
                  </a:ext>
                </a:extLst>
              </p:cNvPr>
              <p:cNvCxnSpPr>
                <a:cxnSpLocks/>
                <a:endCxn id="19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CA05B8E-85A2-822D-0D9B-19C648FC55B5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98247F4-A89D-0375-15C7-F0693083F7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7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3A4DEEF-8D0B-E12D-5150-77C55BEC06E8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56FE1B0-8413-094A-4773-42ADBB1151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7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15D17B1-7C0D-5C43-C62F-2618AF013DFD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3D895BB-993F-9E25-C26F-68C80F79D9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76"/>
                  <a:stretch>
                    <a:fillRect r="-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AFE082D-7925-8EA6-B11F-60747669FBA0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4E27109-2824-7B39-24C0-6D925A507A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7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291E1F7-499C-9B33-C788-4302F2BA3385}"/>
              </a:ext>
            </a:extLst>
          </p:cNvPr>
          <p:cNvGrpSpPr/>
          <p:nvPr/>
        </p:nvGrpSpPr>
        <p:grpSpPr>
          <a:xfrm>
            <a:off x="5025416" y="5984242"/>
            <a:ext cx="1065058" cy="499397"/>
            <a:chOff x="1980958" y="2952087"/>
            <a:chExt cx="1065058" cy="499397"/>
          </a:xfrm>
          <a:pattFill prst="sphere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4B19248-DD0F-D1B4-AD39-42C54351EAD3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5274D88-149F-26CC-7EF5-F1C86AABFE85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62E9C16D-5B79-A810-96AA-6641B3CA442C}"/>
                  </a:ext>
                </a:extLst>
              </p:cNvPr>
              <p:cNvCxnSpPr>
                <a:cxnSpLocks/>
                <a:stCxn id="26" idx="0"/>
                <a:endCxn id="26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FC3A525-E5B2-0017-2928-0C5B8A445B6E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FB890AF-35B9-8EC6-EE9F-06B9A0FAB5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7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134635F-B42B-8251-1850-47062BAE33AD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4D03EF2-3704-E77D-45B6-4C3732CB6E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5BEE6A5-1687-54E4-3FE3-EB233C029EEA}"/>
              </a:ext>
            </a:extLst>
          </p:cNvPr>
          <p:cNvGrpSpPr/>
          <p:nvPr/>
        </p:nvGrpSpPr>
        <p:grpSpPr>
          <a:xfrm>
            <a:off x="6082901" y="5988782"/>
            <a:ext cx="1065058" cy="499397"/>
            <a:chOff x="1980958" y="2952087"/>
            <a:chExt cx="1065058" cy="499397"/>
          </a:xfrm>
          <a:pattFill prst="sphere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AEA633A6-7D5B-57C9-F846-42BDDE093233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F11827F2-64C6-17DC-E7FB-B0F7E2C5DEB3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AEF0C6AB-DADD-ABA0-A062-2A0A4B81CC7C}"/>
                  </a:ext>
                </a:extLst>
              </p:cNvPr>
              <p:cNvCxnSpPr>
                <a:cxnSpLocks/>
                <a:stCxn id="32" idx="0"/>
                <a:endCxn id="32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D58E69DC-44AB-50A8-9B35-5163847C9985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C61F572-50FC-5270-9CE0-DC8DBDA4B3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8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D909219-FB6D-6E16-F011-2A2080045DB3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9A23FE2-8983-BC51-5593-EFFDA86342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D26CDE9-1FA1-FEB7-07FA-3B235634C4BF}"/>
              </a:ext>
            </a:extLst>
          </p:cNvPr>
          <p:cNvGrpSpPr/>
          <p:nvPr/>
        </p:nvGrpSpPr>
        <p:grpSpPr>
          <a:xfrm>
            <a:off x="2175510" y="5836909"/>
            <a:ext cx="1059735" cy="896233"/>
            <a:chOff x="1980958" y="2952087"/>
            <a:chExt cx="1059735" cy="896233"/>
          </a:xfrm>
          <a:pattFill prst="lgCheck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31F3B56-D8BD-E68D-2E8F-E002AA3639BB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0C9E52FC-9049-E300-B193-5D5C535D12F4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DFE09229-F46A-E45A-FDFD-FFA34F92106C}"/>
                  </a:ext>
                </a:extLst>
              </p:cNvPr>
              <p:cNvCxnSpPr>
                <a:stCxn id="82" idx="0"/>
                <a:endCxn id="82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B83E2B32-8399-9E77-CA1C-9275B371C276}"/>
                  </a:ext>
                </a:extLst>
              </p:cNvPr>
              <p:cNvCxnSpPr>
                <a:cxnSpLocks/>
                <a:endCxn id="82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898F3411-73BC-66A3-F6FD-B86246068D52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21712B6C-A5F4-BD93-39BF-5980EA9809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8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914C37FD-5BD5-691D-DCE1-7AFCA0BF7E10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937EF72F-7BB2-1C4B-F6CF-FDD9980433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8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7D2167C2-68A9-DED6-10FC-B9208B7982F7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F95054B5-2768-7FB6-B6FE-3FACF1F741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84"/>
                  <a:stretch>
                    <a:fillRect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7055274-8537-33AC-F716-8C8B6023FF9B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C385E579-E056-557E-4296-B912D09DE9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8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1543D7A8-CCF4-E641-8E64-CA97F5E82527}"/>
              </a:ext>
            </a:extLst>
          </p:cNvPr>
          <p:cNvGrpSpPr/>
          <p:nvPr/>
        </p:nvGrpSpPr>
        <p:grpSpPr>
          <a:xfrm>
            <a:off x="7171716" y="5990592"/>
            <a:ext cx="1065058" cy="499397"/>
            <a:chOff x="1980958" y="2952087"/>
            <a:chExt cx="1065058" cy="499397"/>
          </a:xfrm>
          <a:pattFill prst="sphere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EC714A75-BB0F-22E7-AE01-3033696CB839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A545A481-75D0-D7C6-0488-1BA39F77856E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1389D44D-9BC9-293E-FC28-1CFB345454A7}"/>
                  </a:ext>
                </a:extLst>
              </p:cNvPr>
              <p:cNvCxnSpPr>
                <a:cxnSpLocks/>
                <a:stCxn id="110" idx="0"/>
                <a:endCxn id="11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3F8C6CD0-5801-3A53-C7DE-899941C028AB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8EB1922E-6BD5-EC4C-EC32-D8E043CBB5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8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F5F7752C-EF27-A819-B20B-29686C0ED297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0602271E-DAE7-B644-CF00-2074A77B8B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7AEFF85E-6162-548E-DE8A-2FD6E5F4FDBD}"/>
              </a:ext>
            </a:extLst>
          </p:cNvPr>
          <p:cNvGrpSpPr/>
          <p:nvPr/>
        </p:nvGrpSpPr>
        <p:grpSpPr>
          <a:xfrm>
            <a:off x="8229201" y="5995132"/>
            <a:ext cx="1065058" cy="499397"/>
            <a:chOff x="1980958" y="2952087"/>
            <a:chExt cx="1065058" cy="499397"/>
          </a:xfrm>
          <a:pattFill prst="sphere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3C285DA0-2E26-A1DE-615B-1E6C8820394F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B1E71B64-755E-BB7B-24FF-7CA946CC9999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2853F3CF-2827-1D95-CEF3-32DF9F33BFD8}"/>
                  </a:ext>
                </a:extLst>
              </p:cNvPr>
              <p:cNvCxnSpPr>
                <a:cxnSpLocks/>
                <a:stCxn id="190" idx="0"/>
                <a:endCxn id="19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C3FAD52E-AE54-7EB0-E2C7-68342613C40B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247F584D-D2B3-F65F-B008-470074F563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8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52F66B8A-4345-F289-3EA0-D67911629235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2E366898-CA28-F827-679A-A1A8EE9E29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2" name="Arrow: Right 191">
            <a:extLst>
              <a:ext uri="{FF2B5EF4-FFF2-40B4-BE49-F238E27FC236}">
                <a16:creationId xmlns:a16="http://schemas.microsoft.com/office/drawing/2014/main" id="{FC888684-C416-5940-A297-47CCA92D0221}"/>
              </a:ext>
            </a:extLst>
          </p:cNvPr>
          <p:cNvSpPr/>
          <p:nvPr/>
        </p:nvSpPr>
        <p:spPr>
          <a:xfrm>
            <a:off x="3424506" y="5989140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EFD660C9-7599-4A6D-C204-271CEE226653}"/>
              </a:ext>
            </a:extLst>
          </p:cNvPr>
          <p:cNvCxnSpPr/>
          <p:nvPr/>
        </p:nvCxnSpPr>
        <p:spPr>
          <a:xfrm>
            <a:off x="5022850" y="4629150"/>
            <a:ext cx="4248150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FAC1F7E2-DADD-9268-302E-002B59DE455E}"/>
              </a:ext>
            </a:extLst>
          </p:cNvPr>
          <p:cNvCxnSpPr>
            <a:cxnSpLocks/>
          </p:cNvCxnSpPr>
          <p:nvPr/>
        </p:nvCxnSpPr>
        <p:spPr>
          <a:xfrm flipV="1">
            <a:off x="9436100" y="4921877"/>
            <a:ext cx="0" cy="1626568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74D7D6E6-1521-6175-A2C8-914CEF7F85EA}"/>
              </a:ext>
            </a:extLst>
          </p:cNvPr>
          <p:cNvCxnSpPr>
            <a:cxnSpLocks/>
          </p:cNvCxnSpPr>
          <p:nvPr/>
        </p:nvCxnSpPr>
        <p:spPr>
          <a:xfrm>
            <a:off x="9696450" y="4921877"/>
            <a:ext cx="1797050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3022427B-7581-5A27-8E6E-62B87A2D2696}"/>
                  </a:ext>
                </a:extLst>
              </p:cNvPr>
              <p:cNvSpPr txBox="1"/>
              <p:nvPr/>
            </p:nvSpPr>
            <p:spPr>
              <a:xfrm>
                <a:off x="9271000" y="5606018"/>
                <a:ext cx="9270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ED87231B-C13D-4E1E-EB33-8D9A8E425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1000" y="5606018"/>
                <a:ext cx="927099" cy="369332"/>
              </a:xfrm>
              <a:prstGeom prst="rect">
                <a:avLst/>
              </a:prstGeom>
              <a:blipFill>
                <a:blip r:embed="rId9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ECFF0C63-6109-9FEC-12DD-9A1DAB7FA438}"/>
              </a:ext>
            </a:extLst>
          </p:cNvPr>
          <p:cNvCxnSpPr>
            <a:cxnSpLocks/>
          </p:cNvCxnSpPr>
          <p:nvPr/>
        </p:nvCxnSpPr>
        <p:spPr>
          <a:xfrm>
            <a:off x="9696450" y="882650"/>
            <a:ext cx="0" cy="391160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1C2AD810-3567-8D61-6C01-8397F46F6FC8}"/>
                  </a:ext>
                </a:extLst>
              </p:cNvPr>
              <p:cNvSpPr txBox="1"/>
              <p:nvPr/>
            </p:nvSpPr>
            <p:spPr>
              <a:xfrm>
                <a:off x="8255000" y="2601817"/>
                <a:ext cx="1441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FCA7DAB8-8814-7FAA-E179-B5D49E01A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000" y="2601817"/>
                <a:ext cx="1441450" cy="369332"/>
              </a:xfrm>
              <a:prstGeom prst="rect">
                <a:avLst/>
              </a:prstGeom>
              <a:blipFill>
                <a:blip r:embed="rId9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BD684EF-EE7D-7115-9009-6C17BBC0F3BD}"/>
                  </a:ext>
                </a:extLst>
              </p:cNvPr>
              <p:cNvSpPr txBox="1"/>
              <p:nvPr/>
            </p:nvSpPr>
            <p:spPr>
              <a:xfrm>
                <a:off x="6648450" y="4343400"/>
                <a:ext cx="1441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E4488308-1B3C-22FC-9206-FD442FB86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8450" y="4343400"/>
                <a:ext cx="1441450" cy="369332"/>
              </a:xfrm>
              <a:prstGeom prst="rect">
                <a:avLst/>
              </a:prstGeom>
              <a:blipFill>
                <a:blip r:embed="rId9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50BFE9D7-8614-905D-F159-C57F39646C9E}"/>
                  </a:ext>
                </a:extLst>
              </p:cNvPr>
              <p:cNvSpPr txBox="1"/>
              <p:nvPr/>
            </p:nvSpPr>
            <p:spPr>
              <a:xfrm>
                <a:off x="10131425" y="4921877"/>
                <a:ext cx="9270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2390D319-29E3-0AFB-A70B-99C496517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1425" y="4921877"/>
                <a:ext cx="927099" cy="369332"/>
              </a:xfrm>
              <a:prstGeom prst="rect">
                <a:avLst/>
              </a:prstGeom>
              <a:blipFill>
                <a:blip r:embed="rId9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76DB7712-2F8C-5AB8-3EAD-793F23F0A161}"/>
                  </a:ext>
                </a:extLst>
              </p:cNvPr>
              <p:cNvSpPr/>
              <p:nvPr/>
            </p:nvSpPr>
            <p:spPr>
              <a:xfrm>
                <a:off x="2279073" y="1652197"/>
                <a:ext cx="3120955" cy="20816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Avoid Matrix-Matrix Multiplication for a smaller block</a:t>
                </a:r>
              </a:p>
              <a:p>
                <a:pPr marL="285750" indent="-285750">
                  <a:buFont typeface="Arial" panose="020B0604020202020204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Save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𝐻𝑊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memory</a:t>
                </a:r>
              </a:p>
              <a:p>
                <a:pPr marL="285750" indent="-285750">
                  <a:buFont typeface="Arial" panose="020B0604020202020204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Save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𝐻𝑊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computations</a:t>
                </a:r>
              </a:p>
              <a:p>
                <a:pPr marL="285750" indent="-285750">
                  <a:buFont typeface="Arial" panose="020B0604020202020204"/>
                  <a:buChar char="•"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76DB7712-2F8C-5AB8-3EAD-793F23F0A1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073" y="1652197"/>
                <a:ext cx="3120955" cy="2081604"/>
              </a:xfrm>
              <a:prstGeom prst="rect">
                <a:avLst/>
              </a:prstGeom>
              <a:blipFill>
                <a:blip r:embed="rId94"/>
                <a:stretch>
                  <a:fillRect l="-1556" t="-6105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Rectangle 69">
            <a:extLst>
              <a:ext uri="{FF2B5EF4-FFF2-40B4-BE49-F238E27FC236}">
                <a16:creationId xmlns:a16="http://schemas.microsoft.com/office/drawing/2014/main" id="{8BEAAD75-E5B2-99EC-5A94-F7E6AE386CDC}"/>
              </a:ext>
            </a:extLst>
          </p:cNvPr>
          <p:cNvSpPr/>
          <p:nvPr/>
        </p:nvSpPr>
        <p:spPr>
          <a:xfrm>
            <a:off x="2043549" y="4629150"/>
            <a:ext cx="1246905" cy="22288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236D8D6C-A980-8362-2AA0-2703466287C3}"/>
              </a:ext>
            </a:extLst>
          </p:cNvPr>
          <p:cNvSpPr/>
          <p:nvPr/>
        </p:nvSpPr>
        <p:spPr>
          <a:xfrm>
            <a:off x="7151972" y="4794249"/>
            <a:ext cx="2227556" cy="19261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7505D041-23C5-9073-3050-D1393A9248CB}"/>
              </a:ext>
            </a:extLst>
          </p:cNvPr>
          <p:cNvSpPr/>
          <p:nvPr/>
        </p:nvSpPr>
        <p:spPr>
          <a:xfrm>
            <a:off x="9782822" y="2881470"/>
            <a:ext cx="1710677" cy="19261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5955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E488A-C30F-2DCA-CA14-04BACD04A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47ABD-CAC6-8C5B-7DDE-B5A5B6C24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597900" cy="1325563"/>
          </a:xfrm>
        </p:spPr>
        <p:txBody>
          <a:bodyPr/>
          <a:lstStyle/>
          <a:p>
            <a:r>
              <a:rPr lang="en-US" dirty="0"/>
              <a:t>Structured Pruning – Filter/Connection Pruning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ED31524-C8B1-7BDE-3686-B90F364EA18B}"/>
              </a:ext>
            </a:extLst>
          </p:cNvPr>
          <p:cNvGrpSpPr/>
          <p:nvPr/>
        </p:nvGrpSpPr>
        <p:grpSpPr>
          <a:xfrm>
            <a:off x="838200" y="4765836"/>
            <a:ext cx="1059735" cy="896233"/>
            <a:chOff x="1980958" y="2952087"/>
            <a:chExt cx="1059735" cy="896233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5F71D98-CC53-7465-FAB1-6E7C5ABE2789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C4A6318-0B2D-5482-292B-27E9B42AB53D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D4D990AF-7861-5CFB-F6F7-72F0C784AA2B}"/>
                  </a:ext>
                </a:extLst>
              </p:cNvPr>
              <p:cNvCxnSpPr>
                <a:stCxn id="10" idx="0"/>
                <a:endCxn id="10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071226E2-C7F8-82DB-72A3-9B666F10BEDD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830A8CD-66F9-A38C-E7D8-3098E40938B2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52E3FFF-72C0-A58F-E38F-515FBF60C2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D2AAAA48-1383-3611-866D-E10441BF570F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46BD4F3-AB76-5213-6F43-0A7A6632B4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96E07B4-ACCC-E4D0-B2E3-0C58C7D205A9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5C4299E-6501-EC3C-2BAD-A42A17FDBF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9C348AE-97ED-9804-E071-D64D8DA47B8B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E307E01-2710-3E17-E01B-1F5B725797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76CACD9-5C3D-C1E3-89F3-9E8A2E743AA6}"/>
              </a:ext>
            </a:extLst>
          </p:cNvPr>
          <p:cNvGrpSpPr/>
          <p:nvPr/>
        </p:nvGrpSpPr>
        <p:grpSpPr>
          <a:xfrm>
            <a:off x="9800665" y="868860"/>
            <a:ext cx="552468" cy="1776719"/>
            <a:chOff x="585073" y="2591561"/>
            <a:chExt cx="552468" cy="1776719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519051E-940D-8816-E8E7-E2161CDD6288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975DBC7-0A22-ACDB-24E9-37B73E147514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82C1875-1FF4-730F-23AC-783CAF224195}"/>
                </a:ext>
              </a:extLst>
            </p:cNvPr>
            <p:cNvCxnSpPr>
              <a:cxnSpLocks/>
              <a:stCxn id="39" idx="1"/>
              <a:endCxn id="3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4397D33-C02C-8C85-B687-68B9A067552C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4B5ADF8-D3E9-A97E-C49B-F89DE5C782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E710AC6D-AA2A-B37E-369C-D72EFE1E9F12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CD9A311-18DC-95F1-3AEF-BD94D3B5FF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DC9B6843-4FFA-B7D8-8778-90FF7A9986E2}"/>
                    </a:ext>
                  </a:extLst>
                </p:cNvPr>
                <p:cNvSpPr txBox="1"/>
                <p:nvPr/>
              </p:nvSpPr>
              <p:spPr>
                <a:xfrm>
                  <a:off x="631489" y="353230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938DCC4-588F-3CEC-16FC-FEB478FBC7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32301"/>
                  <a:ext cx="41953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FCB0DB8-494B-164B-577C-0DAA4821BDA4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043E2B87-F3C8-F66F-486B-1B1D8750EBB5}"/>
                    </a:ext>
                  </a:extLst>
                </p:cNvPr>
                <p:cNvSpPr txBox="1"/>
                <p:nvPr/>
              </p:nvSpPr>
              <p:spPr>
                <a:xfrm>
                  <a:off x="625541" y="39989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C9AD8F4C-AF2A-654F-604C-20D3164645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98948"/>
                  <a:ext cx="419538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D1C892F-2395-70CF-35C6-F176C963B627}"/>
              </a:ext>
            </a:extLst>
          </p:cNvPr>
          <p:cNvGrpSpPr/>
          <p:nvPr/>
        </p:nvGrpSpPr>
        <p:grpSpPr>
          <a:xfrm>
            <a:off x="10347186" y="869562"/>
            <a:ext cx="552468" cy="1774377"/>
            <a:chOff x="585073" y="2591561"/>
            <a:chExt cx="552468" cy="1774377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3624BD0-0328-4665-DC50-F02442F29D22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BF99138-79D3-39B0-5AF6-FA58317C06A3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9164574-B5F6-936E-5BBC-8278815AD17F}"/>
                </a:ext>
              </a:extLst>
            </p:cNvPr>
            <p:cNvCxnSpPr>
              <a:cxnSpLocks/>
              <a:stCxn id="40" idx="1"/>
              <a:endCxn id="40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1F1C575-D6D4-4542-517F-808B271547F4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C59AE4E-3DB2-5ABF-69DF-889EEDB563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CAFE7360-F8C3-495F-8748-C22309723447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0A52F196-AB9D-87E6-975B-BE26F904EC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77D1DD4E-2488-F2C7-40A4-856BC37DF59E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E06A3050-8AEB-4EF8-714F-6BA6903311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0BE62D06-EFDE-EC2C-9AEC-06B1E32137F9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F224DC87-B4DC-BCC3-E74F-83083E676079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1F92445B-7D3A-010A-4480-1122D24922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C07F888-7BFD-0B68-1CCD-2E15DDB7F693}"/>
              </a:ext>
            </a:extLst>
          </p:cNvPr>
          <p:cNvGrpSpPr/>
          <p:nvPr/>
        </p:nvGrpSpPr>
        <p:grpSpPr>
          <a:xfrm>
            <a:off x="10899569" y="872968"/>
            <a:ext cx="552468" cy="1774377"/>
            <a:chOff x="585073" y="2591561"/>
            <a:chExt cx="552468" cy="1774377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EF1C304-CF0F-A3F1-4454-9FBFE554FBD4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8FD355F-AACF-8D39-6399-8917134A3151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21ACD4C2-3DDD-DB1C-FDF2-5EB319E6A4AB}"/>
                </a:ext>
              </a:extLst>
            </p:cNvPr>
            <p:cNvCxnSpPr>
              <a:cxnSpLocks/>
              <a:stCxn id="54" idx="1"/>
              <a:endCxn id="54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E8439ADC-184E-215D-C804-193D366B7E60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F501E1D-B43D-8244-A9B9-448FD04D58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89AE85BF-B2CB-81DE-6D23-B492EF9C74AC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6D2CAF22-3EFE-0C21-F80A-3921CFE849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D9D9DCCD-F106-56C2-8549-ACD80426E0C5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35816E0B-5711-EE2F-4DF6-FBFE89381F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A231075E-1087-76F5-D43E-A2478A897137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C7E1F173-4C66-6643-21AA-518CB9794160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2FFD50D3-C1CC-2642-878F-885548F888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C5C9AC8-805C-1695-D001-8CBF8E3D1157}"/>
              </a:ext>
            </a:extLst>
          </p:cNvPr>
          <p:cNvGrpSpPr/>
          <p:nvPr/>
        </p:nvGrpSpPr>
        <p:grpSpPr>
          <a:xfrm>
            <a:off x="5025416" y="4916979"/>
            <a:ext cx="1065058" cy="499397"/>
            <a:chOff x="1980958" y="2952087"/>
            <a:chExt cx="1065058" cy="499397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170A43BC-8650-9975-E500-4DF149CFF393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3D065DFB-B841-957F-499A-49FC570A4A63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758E8084-4D34-AA94-8862-7F33DEDAB0B1}"/>
                  </a:ext>
                </a:extLst>
              </p:cNvPr>
              <p:cNvCxnSpPr>
                <a:cxnSpLocks/>
                <a:stCxn id="72" idx="0"/>
                <a:endCxn id="72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1A1210CF-A886-CE92-0706-765245DFAC73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09BC62B9-B233-333E-D436-24D6B3A77F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58AEBCC3-3EF3-354C-0304-9F356D341319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4F5D04CC-6177-6382-99C0-CFA5F67263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EBA24EA-995A-120C-7425-3FD99F59A4E2}"/>
              </a:ext>
            </a:extLst>
          </p:cNvPr>
          <p:cNvGrpSpPr/>
          <p:nvPr/>
        </p:nvGrpSpPr>
        <p:grpSpPr>
          <a:xfrm>
            <a:off x="6082901" y="4921519"/>
            <a:ext cx="1065058" cy="499397"/>
            <a:chOff x="1980958" y="2952087"/>
            <a:chExt cx="1065058" cy="499397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257B832F-9CE0-A245-8A82-8AD761C78014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2723DB13-51F5-CF60-E43C-7C165910C0E4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64EEBED4-B2C3-7EC8-57DA-DF8C6F68FCCF}"/>
                  </a:ext>
                </a:extLst>
              </p:cNvPr>
              <p:cNvCxnSpPr>
                <a:cxnSpLocks/>
                <a:stCxn id="80" idx="0"/>
                <a:endCxn id="8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58CB1ABC-8DFD-DC5D-D310-ABECB219169D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02236777-AB1D-9738-0384-6F34D9ABAB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BE9E14E2-8054-652E-D207-FC993BA4DD85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0EA24279-E344-9473-BD87-18A51A4796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B6112C5-9CC1-1CF0-E0AF-930AD319551B}"/>
              </a:ext>
            </a:extLst>
          </p:cNvPr>
          <p:cNvGrpSpPr/>
          <p:nvPr/>
        </p:nvGrpSpPr>
        <p:grpSpPr>
          <a:xfrm>
            <a:off x="228876" y="1805080"/>
            <a:ext cx="1946179" cy="1784524"/>
            <a:chOff x="585073" y="2581414"/>
            <a:chExt cx="1946179" cy="178452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6E7B4CB-1752-155C-E872-D7AA7DD11622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2EBF078C-10C7-15DC-F7F4-FD18AA31C5B6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D69BBDD4-5D69-3A27-F7EC-0C525144C26A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47B59DDD-A76D-E6FA-A02C-EAD4DC734933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11B6FEAC-A27E-2AF0-BB3F-B34AAC6D1D5B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D9201E2A-6650-4CC1-E07A-CD76DD5527D0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D3231AB9-DB51-886A-4F48-1A37D22639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DB924CCC-29BA-918E-5483-5DC724BC7638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189DD5B2-9655-7BF5-2276-5ADED3405D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1FC8823E-B186-8A0F-B7AE-3D01855B731A}"/>
                    </a:ext>
                  </a:extLst>
                </p:cNvPr>
                <p:cNvSpPr txBox="1"/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5F2CD041-8323-B457-BA8B-77EB241281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10036274-0AFD-7A90-E670-8062A1BB90B2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696B129-6F50-4737-F4EB-34C83C5BE3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DE80FC6D-FCA1-0253-BFC9-9C0FBFB7FACE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1BF6C012-439A-A671-08FB-652BBDA6A0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8570399A-E0D2-72A8-7CDA-DD3B0D4DC5D3}"/>
                    </a:ext>
                  </a:extLst>
                </p:cNvPr>
                <p:cNvSpPr txBox="1"/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FBE37040-44C2-BF91-27A5-338A59EFE5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037DCEA9-3DE8-6F8B-9332-6D30766F6DA0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044AD38F-FFD8-9FF9-7E19-FD141E6B44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635D4AD5-1CE1-2421-FAAD-92C4D14EF563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9469D4E6-3AF2-829A-322A-F368D8AD16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4ED86BDE-A1D1-4FE1-855E-413B2DB086AF}"/>
                    </a:ext>
                  </a:extLst>
                </p:cNvPr>
                <p:cNvSpPr txBox="1"/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C7F9447E-DEA0-3FA1-D081-A6F3B1B66A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blipFill>
                  <a:blip r:embed="rId30"/>
                  <a:stretch>
                    <a:fillRect r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64879E7F-075A-0F11-F1F4-CB1B88707BA3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4A7925FD-2FF3-4AD0-E7CB-E27D62D6FF68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2ECFE52F-92A7-178D-5E3F-496525E36C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1FF2F8B4-86A7-1277-0F8F-A6E9A642F316}"/>
                    </a:ext>
                  </a:extLst>
                </p:cNvPr>
                <p:cNvSpPr txBox="1"/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1B167E96-C598-625F-4996-F057149224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E92AB5DE-C20D-F016-EAE3-96B8D71C2F1B}"/>
                    </a:ext>
                  </a:extLst>
                </p:cNvPr>
                <p:cNvSpPr txBox="1"/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D1873452-5F03-2EDE-5234-F8CD601318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24E0EF7F-43F5-3DAD-E68E-4DF683C7B0E6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EA40FF68-74CB-4074-863C-737B66B639C0}"/>
                    </a:ext>
                  </a:extLst>
                </p:cNvPr>
                <p:cNvSpPr txBox="1"/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6D0D9818-8F03-58DB-6AA7-60BB57043C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C6247282-9C21-0358-26C3-2A206F6D9BEF}"/>
                    </a:ext>
                  </a:extLst>
                </p:cNvPr>
                <p:cNvSpPr txBox="1"/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D3A4D698-F82D-AAE2-5013-0BF7B7DCB0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36D40035-CB66-D056-1DDB-74C871628EF7}"/>
                    </a:ext>
                  </a:extLst>
                </p:cNvPr>
                <p:cNvSpPr txBox="1"/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5422B847-68D9-BA69-E47C-C1C5DCF559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CC1E515A-8E83-0CEF-4F54-67432765D64B}"/>
                    </a:ext>
                  </a:extLst>
                </p:cNvPr>
                <p:cNvSpPr txBox="1"/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5DA7554D-74BF-FFC7-98DB-F6D0EB56B5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6781ACC3-FA30-859C-B895-0D3A9AD05AA9}"/>
              </a:ext>
            </a:extLst>
          </p:cNvPr>
          <p:cNvGrpSpPr/>
          <p:nvPr/>
        </p:nvGrpSpPr>
        <p:grpSpPr>
          <a:xfrm>
            <a:off x="2395904" y="1805080"/>
            <a:ext cx="1946179" cy="1784524"/>
            <a:chOff x="585073" y="2581414"/>
            <a:chExt cx="1946179" cy="1784524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9EB5E032-79E7-DBA4-AEDD-EB711F447475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439FC79E-D7E3-F434-B097-95BC873FEEFF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9755B359-0ADD-09D8-E896-EB69C3BD3255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AD0B821C-25FB-CC80-ECF3-34CB6F418786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F4515883-8742-9B0E-B58C-986A6C03FB59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0E1443CD-0D6F-B879-F5A2-4150EF247C75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BC8FDEB7-698A-25D8-6015-57D0E375C2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B42C80D8-69F5-986B-1F4D-42FBC5DE764A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1532CE20-06A7-0949-B11E-0BFC75B696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BA68C914-4D58-CEC9-A0C6-7F63E13D4B94}"/>
                    </a:ext>
                  </a:extLst>
                </p:cNvPr>
                <p:cNvSpPr txBox="1"/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B463CE69-2F8B-AECF-1D6B-51A7CBAFF9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AEBEAC3A-18F1-9A22-1B4B-C4DB374732FD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568EE9D2-86DC-5AFA-C6B4-C6715B6838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F919F928-0B09-8767-F132-EDC688AD37C8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640D3F01-1236-82BC-7FFB-E3F8DE3FBA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DDACE378-978D-E8D1-6871-D804F92EFE7B}"/>
                    </a:ext>
                  </a:extLst>
                </p:cNvPr>
                <p:cNvSpPr txBox="1"/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17CE4308-D2DA-6C6E-FE37-F7097D29FF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87737DCC-768A-3412-2358-3CCF93B22590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A9139897-2256-F3CA-2966-D0C015688B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9EE25DAD-629E-AF5A-B79B-182952FCFBDD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DEC3C150-B9FE-EF90-CE04-FDFA9FF595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0EC9968E-4C0E-C58B-C817-F79C17F0D47A}"/>
                    </a:ext>
                  </a:extLst>
                </p:cNvPr>
                <p:cNvSpPr txBox="1"/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9C82E590-FAF1-FC67-0F66-97969AA4C3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blipFill>
                  <a:blip r:embed="rId46"/>
                  <a:stretch>
                    <a:fillRect r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38261E3E-B983-4090-DED5-AA2E3FEF3DCD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CB6E6524-F28F-567D-936F-D834B5A470D2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C0CC2971-A12E-4B21-F031-E596B53B9E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CD9D9041-09AF-D0D0-2BEC-DE6EBF8C9FEE}"/>
                    </a:ext>
                  </a:extLst>
                </p:cNvPr>
                <p:cNvSpPr txBox="1"/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44F58144-B76E-83CA-6338-3BBD0835F2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E4E520C6-DA24-DFFC-379E-57427DD580D0}"/>
                    </a:ext>
                  </a:extLst>
                </p:cNvPr>
                <p:cNvSpPr txBox="1"/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321C5055-1873-6987-D8E5-BB36409528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E8901DE2-E179-4160-B6F4-08A7E8CD1641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F7798492-43C9-6E68-B50D-6419301A30A4}"/>
                    </a:ext>
                  </a:extLst>
                </p:cNvPr>
                <p:cNvSpPr txBox="1"/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1B2AB4CC-D45D-AA8D-99F8-187449844C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243F18A5-6526-7939-AFB9-731BEAF615DB}"/>
                    </a:ext>
                  </a:extLst>
                </p:cNvPr>
                <p:cNvSpPr txBox="1"/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1DD58497-82AD-457B-664F-77CE9A7632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C5873F0D-8452-564B-5BEA-7A49299CE2B6}"/>
                    </a:ext>
                  </a:extLst>
                </p:cNvPr>
                <p:cNvSpPr txBox="1"/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B72417EB-CA1E-25B1-038A-F188E1D6DA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403622E9-6C64-30E2-3AE5-EC29A8CCB941}"/>
                    </a:ext>
                  </a:extLst>
                </p:cNvPr>
                <p:cNvSpPr txBox="1"/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6D9FEA9D-54C4-D981-9CB6-DA7DDDAA69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5407CED5-C88D-3DEB-F80B-6E91822A8868}"/>
              </a:ext>
            </a:extLst>
          </p:cNvPr>
          <p:cNvGrpSpPr/>
          <p:nvPr/>
        </p:nvGrpSpPr>
        <p:grpSpPr>
          <a:xfrm>
            <a:off x="2175510" y="4769646"/>
            <a:ext cx="1059735" cy="896233"/>
            <a:chOff x="1980958" y="2952087"/>
            <a:chExt cx="1059735" cy="896233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AD878075-CA8B-B145-9223-D3CF59EF7FEA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BCD7548B-6516-B1AE-8DEC-435D247B42CD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BF1799D3-E51B-9ED4-04ED-981D9A2A06A8}"/>
                  </a:ext>
                </a:extLst>
              </p:cNvPr>
              <p:cNvCxnSpPr>
                <a:stCxn id="143" idx="0"/>
                <a:endCxn id="143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96398989-A7B3-4A3D-DEDD-41EEA7DA2E63}"/>
                  </a:ext>
                </a:extLst>
              </p:cNvPr>
              <p:cNvCxnSpPr>
                <a:cxnSpLocks/>
                <a:endCxn id="143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903BAFB8-1C3F-E9FC-FA3F-605CA0AB16E8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C28F4E77-375A-3437-312A-30FDFF52C0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5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BD982E60-F1E5-3E3D-346F-869281449C37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05DFC0DA-BB74-B775-30F7-75D3C9C453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5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D806A11F-4315-4AA8-CF0A-407A36EC6508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8DEA75EE-CDCE-4948-2604-73B3E0228A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56"/>
                  <a:stretch>
                    <a:fillRect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2CB8C5C9-F00D-2924-D9AF-046AB4692EB5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445431B2-118E-29A6-93D6-D48086475C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5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4B3BB49C-1F23-0760-0B97-C73A77EA90BD}"/>
              </a:ext>
            </a:extLst>
          </p:cNvPr>
          <p:cNvGrpSpPr/>
          <p:nvPr/>
        </p:nvGrpSpPr>
        <p:grpSpPr>
          <a:xfrm>
            <a:off x="9800665" y="3020654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AD7A4E0A-74A5-60E6-ED9B-377338BB1738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148C2399-6DEA-3C8B-2156-16961BF7FE28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7D5708FC-D5D6-A930-66B5-48F65B50DEFC}"/>
                </a:ext>
              </a:extLst>
            </p:cNvPr>
            <p:cNvCxnSpPr>
              <a:cxnSpLocks/>
              <a:stCxn id="147" idx="1"/>
              <a:endCxn id="147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22C61A43-7838-3D31-85DF-469E936EEE28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669F1DEF-3F29-FB30-1A75-9C396020D8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5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AA4861B6-9607-29D6-B714-558860FEC975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E146F342-41E7-2D1E-0A2E-ACDBA0D9CB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5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E61A5585-917D-993E-F076-6EA533272071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B6BBCDAF-759F-C3E3-5F13-42FB44C7F0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52953D7C-09CF-3361-108D-A31EDB76C57A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D95417AD-EF60-CD3D-AE3F-37EB857DE935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79F2178B-C767-9581-4E87-E313BF1477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6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E580FCF4-5878-F567-F63B-7A200671F770}"/>
              </a:ext>
            </a:extLst>
          </p:cNvPr>
          <p:cNvGrpSpPr/>
          <p:nvPr/>
        </p:nvGrpSpPr>
        <p:grpSpPr>
          <a:xfrm>
            <a:off x="10347186" y="3021356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1C0F4060-F8C9-68CF-1C0F-22DABAF7F2A7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30902D55-6817-9382-C682-5F6A8A20A833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1BF550DA-BD92-D2D7-4647-F1A1B9B87235}"/>
                </a:ext>
              </a:extLst>
            </p:cNvPr>
            <p:cNvCxnSpPr>
              <a:cxnSpLocks/>
              <a:stCxn id="156" idx="1"/>
              <a:endCxn id="156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D8EBBA95-27C1-6DDB-2E9C-D99D1F6979A7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18E9EA9A-6042-6A86-97BE-0BDB5CC53C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6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609AA7FD-C25B-26A9-C284-A43498C4E1E3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05A7BD98-2304-5D1D-F8AF-FD90583AB5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6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10178D6D-BCDD-8750-446F-9877633241E8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BDEB138F-4D26-BF76-97DC-71CADCC679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CED44D49-C7CC-5C51-45ED-B69CE74A3CF1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9E63D92A-75A2-57DF-A5AE-A0141AA285FD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0B30877C-48A4-C5BC-1279-F64CF3AB53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6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0459098B-0FA5-909E-173C-AAB31829CB70}"/>
              </a:ext>
            </a:extLst>
          </p:cNvPr>
          <p:cNvGrpSpPr/>
          <p:nvPr/>
        </p:nvGrpSpPr>
        <p:grpSpPr>
          <a:xfrm>
            <a:off x="10899569" y="3024762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57440E85-0ECE-2143-2492-07CE3B38E996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869419B3-D0ED-F7DF-5433-AD688C28F160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E0E57A2D-B74C-8A67-568D-3BD3B6C5AB92}"/>
                </a:ext>
              </a:extLst>
            </p:cNvPr>
            <p:cNvCxnSpPr>
              <a:cxnSpLocks/>
              <a:stCxn id="165" idx="1"/>
              <a:endCxn id="165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735E20F0-EC5D-5332-0671-4900A459A52D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56C41331-DA58-ADA8-6054-9D4AF18F6A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6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795E08E2-D8E3-C0CE-73A9-FF41E2DEAB92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2094FB52-0056-D029-4294-166C19E6D3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blipFill>
                  <a:blip r:embed="rId6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2C3FEBC7-623E-E4C4-03F1-537C576CDA7E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63DDDCCD-9E44-1D64-C4AE-124EBB0570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1162AC62-54BB-EDF5-DE5E-9369FD8E9FF3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B849E86D-5874-D6A3-F5D0-3FA9B15439A8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8B82D60E-706B-503A-CF58-44433E6F53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blipFill>
                  <a:blip r:embed="rId6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3" name="Arrow: Right 172">
            <a:extLst>
              <a:ext uri="{FF2B5EF4-FFF2-40B4-BE49-F238E27FC236}">
                <a16:creationId xmlns:a16="http://schemas.microsoft.com/office/drawing/2014/main" id="{F8B56677-AF20-020E-36C4-9EC892115956}"/>
              </a:ext>
            </a:extLst>
          </p:cNvPr>
          <p:cNvSpPr/>
          <p:nvPr/>
        </p:nvSpPr>
        <p:spPr>
          <a:xfrm>
            <a:off x="5486400" y="2322165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EB102D06-7EC9-FA3B-20CC-0D093C33878B}"/>
              </a:ext>
            </a:extLst>
          </p:cNvPr>
          <p:cNvGrpSpPr/>
          <p:nvPr/>
        </p:nvGrpSpPr>
        <p:grpSpPr>
          <a:xfrm>
            <a:off x="7171716" y="4923329"/>
            <a:ext cx="1065058" cy="499397"/>
            <a:chOff x="1980958" y="2952087"/>
            <a:chExt cx="1065058" cy="499397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E1AEBA37-2C20-9CA1-1BA2-665554D2FA4E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7503B59C-F5BB-D7A9-8796-C53DFA289FDE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CEFA87AB-955E-D3CF-396A-D8177F6B98A3}"/>
                  </a:ext>
                </a:extLst>
              </p:cNvPr>
              <p:cNvCxnSpPr>
                <a:cxnSpLocks/>
                <a:stCxn id="178" idx="0"/>
                <a:endCxn id="178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65DB2DC1-10D8-8449-A1A3-4744F197BFF0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F6C81FA9-02C3-69A8-CA47-28F0913AE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7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5C9CEE4D-E573-4007-241C-F1E462D40C4B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7041A441-17D9-641B-5483-538D22C81A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DAE4E903-B028-76F4-4AAF-26D97B26B6D0}"/>
              </a:ext>
            </a:extLst>
          </p:cNvPr>
          <p:cNvGrpSpPr/>
          <p:nvPr/>
        </p:nvGrpSpPr>
        <p:grpSpPr>
          <a:xfrm>
            <a:off x="8229201" y="4927869"/>
            <a:ext cx="1065058" cy="499397"/>
            <a:chOff x="1980958" y="2952087"/>
            <a:chExt cx="1065058" cy="499397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54F419D5-CAE1-9B7E-0E11-4C7E9A7424B8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EBF53DBD-F67A-B490-DD19-F9F2DC8C26FE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38E25DE2-E612-774B-3B6F-31D9A2B1D13F}"/>
                  </a:ext>
                </a:extLst>
              </p:cNvPr>
              <p:cNvCxnSpPr>
                <a:cxnSpLocks/>
                <a:stCxn id="184" idx="0"/>
                <a:endCxn id="184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42FA5C99-616E-27DE-1F0E-B7CCB039EC37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C5E9921B-67ED-88FF-DA62-2681E7E2BD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7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5AF88D27-6710-B5AF-BF6C-4FA5A5978102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8B2B3935-0131-4F52-71A7-8CBFE03968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6" name="Arrow: Right 185">
            <a:extLst>
              <a:ext uri="{FF2B5EF4-FFF2-40B4-BE49-F238E27FC236}">
                <a16:creationId xmlns:a16="http://schemas.microsoft.com/office/drawing/2014/main" id="{0D725AE3-C06F-6182-82D2-B2F9F1B9BD7B}"/>
              </a:ext>
            </a:extLst>
          </p:cNvPr>
          <p:cNvSpPr/>
          <p:nvPr/>
        </p:nvSpPr>
        <p:spPr>
          <a:xfrm>
            <a:off x="3424506" y="4921877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E1B7541-2CF9-E9BB-C789-A1755081F5E1}"/>
              </a:ext>
            </a:extLst>
          </p:cNvPr>
          <p:cNvGrpSpPr/>
          <p:nvPr/>
        </p:nvGrpSpPr>
        <p:grpSpPr>
          <a:xfrm>
            <a:off x="838200" y="5833099"/>
            <a:ext cx="1059735" cy="896233"/>
            <a:chOff x="1980958" y="2952087"/>
            <a:chExt cx="1059735" cy="896233"/>
          </a:xfrm>
          <a:pattFill prst="lgCheck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F0F8035-CDC0-5158-F5D9-8694BAF28E10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1B14DBE-0A3E-9035-8434-ED7739A46AC5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FC53C176-A107-1513-20BC-05024DB2DEF5}"/>
                  </a:ext>
                </a:extLst>
              </p:cNvPr>
              <p:cNvCxnSpPr>
                <a:stCxn id="19" idx="0"/>
                <a:endCxn id="19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4570B87D-D351-29FD-7C3D-0579DB17941D}"/>
                  </a:ext>
                </a:extLst>
              </p:cNvPr>
              <p:cNvCxnSpPr>
                <a:cxnSpLocks/>
                <a:endCxn id="19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7AAC21A-D60F-89DA-1835-90BCCF6597F5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98247F4-A89D-0375-15C7-F0693083F7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7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C725054C-F4B3-9941-5592-4EC144C63C44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56FE1B0-8413-094A-4773-42ADBB1151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7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EA54551-3A25-C271-FEDF-B03AB486AFC8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3D895BB-993F-9E25-C26F-68C80F79D9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76"/>
                  <a:stretch>
                    <a:fillRect r="-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581EF6F-D94A-1520-8F05-4BA2E9A6E698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4E27109-2824-7B39-24C0-6D925A507A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7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5E04EBB-3816-256B-FE51-DE3CC5AB5B8D}"/>
              </a:ext>
            </a:extLst>
          </p:cNvPr>
          <p:cNvGrpSpPr/>
          <p:nvPr/>
        </p:nvGrpSpPr>
        <p:grpSpPr>
          <a:xfrm>
            <a:off x="5025416" y="5984242"/>
            <a:ext cx="1065058" cy="499397"/>
            <a:chOff x="1980958" y="2952087"/>
            <a:chExt cx="1065058" cy="499397"/>
          </a:xfrm>
          <a:pattFill prst="sphere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1750B0C-EB2B-0313-E3D6-A99E093C0969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545326E-8DA8-EA9E-A833-58E2B2BC695A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DF569391-71D7-A817-F07B-C0083537FBBF}"/>
                  </a:ext>
                </a:extLst>
              </p:cNvPr>
              <p:cNvCxnSpPr>
                <a:cxnSpLocks/>
                <a:stCxn id="26" idx="0"/>
                <a:endCxn id="26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CBEECBB-C176-149A-1F0A-362A84E4955D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FB890AF-35B9-8EC6-EE9F-06B9A0FAB5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7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EF7436F-E44A-C785-978B-5C94721238AE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4D03EF2-3704-E77D-45B6-4C3732CB6E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791F4E6-D932-9DE2-42DF-105C0595A148}"/>
              </a:ext>
            </a:extLst>
          </p:cNvPr>
          <p:cNvGrpSpPr/>
          <p:nvPr/>
        </p:nvGrpSpPr>
        <p:grpSpPr>
          <a:xfrm>
            <a:off x="6082901" y="5988782"/>
            <a:ext cx="1065058" cy="499397"/>
            <a:chOff x="1980958" y="2952087"/>
            <a:chExt cx="1065058" cy="499397"/>
          </a:xfrm>
          <a:pattFill prst="sphere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17BC5AE-1D7A-8C66-8B64-4ACF566AA295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CD1A5C52-63AF-500F-46B0-4C6F33D1D608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B7EC9189-7BF0-DACA-79B4-BBC0C018A7FE}"/>
                  </a:ext>
                </a:extLst>
              </p:cNvPr>
              <p:cNvCxnSpPr>
                <a:cxnSpLocks/>
                <a:stCxn id="32" idx="0"/>
                <a:endCxn id="32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E0B2E4E-6185-7729-064B-8FFDCB0643D7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C61F572-50FC-5270-9CE0-DC8DBDA4B3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8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F979EC81-6B42-120C-DB34-DCF8EF0E37BD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9A23FE2-8983-BC51-5593-EFFDA86342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74D8413-549E-E6BC-D75B-8604D31AB2A2}"/>
              </a:ext>
            </a:extLst>
          </p:cNvPr>
          <p:cNvGrpSpPr/>
          <p:nvPr/>
        </p:nvGrpSpPr>
        <p:grpSpPr>
          <a:xfrm>
            <a:off x="2175510" y="5836909"/>
            <a:ext cx="1059735" cy="896233"/>
            <a:chOff x="1980958" y="2952087"/>
            <a:chExt cx="1059735" cy="896233"/>
          </a:xfrm>
          <a:pattFill prst="lgCheck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AF0C516-6C87-0F2B-43CE-95A47D25C984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27B8EF9E-6DC5-15EB-216A-D0821977366A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B5EEFE83-2648-7FA7-4005-DE8C162BF77C}"/>
                  </a:ext>
                </a:extLst>
              </p:cNvPr>
              <p:cNvCxnSpPr>
                <a:stCxn id="82" idx="0"/>
                <a:endCxn id="82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7B5B32A6-FD17-A4B1-9990-A26088DEB434}"/>
                  </a:ext>
                </a:extLst>
              </p:cNvPr>
              <p:cNvCxnSpPr>
                <a:cxnSpLocks/>
                <a:endCxn id="82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DAC14356-58BC-394B-DB4B-A5639D066466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21712B6C-A5F4-BD93-39BF-5980EA9809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8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F8616978-8F38-AE28-A458-4A4D90BBCE1A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937EF72F-7BB2-1C4B-F6CF-FDD9980433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8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169DFE72-D69F-08E3-25F9-FED1345986C9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F95054B5-2768-7FB6-B6FE-3FACF1F741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84"/>
                  <a:stretch>
                    <a:fillRect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BD52CFF3-C366-7661-DB03-C84A497F14DB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C385E579-E056-557E-4296-B912D09DE9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8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6F29A223-B197-CC05-9A7E-53511A591931}"/>
              </a:ext>
            </a:extLst>
          </p:cNvPr>
          <p:cNvGrpSpPr/>
          <p:nvPr/>
        </p:nvGrpSpPr>
        <p:grpSpPr>
          <a:xfrm>
            <a:off x="7171716" y="5990592"/>
            <a:ext cx="1065058" cy="499397"/>
            <a:chOff x="1980958" y="2952087"/>
            <a:chExt cx="1065058" cy="499397"/>
          </a:xfrm>
          <a:pattFill prst="sphere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412BF311-D168-7D80-E59F-4657049E7438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4B243B1D-9317-35C7-9C10-B8BD83ACF310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33F17FB1-A2BF-A543-71A0-FE9742A15EC8}"/>
                  </a:ext>
                </a:extLst>
              </p:cNvPr>
              <p:cNvCxnSpPr>
                <a:cxnSpLocks/>
                <a:stCxn id="110" idx="0"/>
                <a:endCxn id="11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53E92BA7-4BC4-C8CA-8DF6-78699A69D52E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8EB1922E-6BD5-EC4C-EC32-D8E043CBB5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8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70B8A49A-183E-BCEC-C8D8-92DCDEE7FBD9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0602271E-DAE7-B644-CF00-2074A77B8B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C35B4FE-CF80-05B6-D2C2-80B08EDB616F}"/>
              </a:ext>
            </a:extLst>
          </p:cNvPr>
          <p:cNvGrpSpPr/>
          <p:nvPr/>
        </p:nvGrpSpPr>
        <p:grpSpPr>
          <a:xfrm>
            <a:off x="8229201" y="5995132"/>
            <a:ext cx="1065058" cy="499397"/>
            <a:chOff x="1980958" y="2952087"/>
            <a:chExt cx="1065058" cy="499397"/>
          </a:xfrm>
          <a:pattFill prst="sphere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C0585AFD-AA5A-A0C6-572F-4A683D5D63DF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B32B310F-3B82-473F-03C1-9BF3246FC578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61E8E7BF-B3D9-88FD-8951-9FE27CC1834C}"/>
                  </a:ext>
                </a:extLst>
              </p:cNvPr>
              <p:cNvCxnSpPr>
                <a:cxnSpLocks/>
                <a:stCxn id="190" idx="0"/>
                <a:endCxn id="19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E17FE8CD-2498-1CAA-4843-96C350A3FFFE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247F584D-D2B3-F65F-B008-470074F563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8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0C056FC8-0088-028C-F8CA-5A152DF041C7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2E366898-CA28-F827-679A-A1A8EE9E29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2" name="Arrow: Right 191">
            <a:extLst>
              <a:ext uri="{FF2B5EF4-FFF2-40B4-BE49-F238E27FC236}">
                <a16:creationId xmlns:a16="http://schemas.microsoft.com/office/drawing/2014/main" id="{7CB84A0A-D059-C107-BCC0-4016E9E71C4A}"/>
              </a:ext>
            </a:extLst>
          </p:cNvPr>
          <p:cNvSpPr/>
          <p:nvPr/>
        </p:nvSpPr>
        <p:spPr>
          <a:xfrm>
            <a:off x="3424506" y="5989140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ABE1DD70-20FB-9C5C-64C6-FFA962691FCA}"/>
              </a:ext>
            </a:extLst>
          </p:cNvPr>
          <p:cNvCxnSpPr/>
          <p:nvPr/>
        </p:nvCxnSpPr>
        <p:spPr>
          <a:xfrm>
            <a:off x="5022850" y="4629150"/>
            <a:ext cx="4248150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E6A4EAF6-98E3-3AFF-71A0-834DE8A3C4B0}"/>
              </a:ext>
            </a:extLst>
          </p:cNvPr>
          <p:cNvCxnSpPr>
            <a:cxnSpLocks/>
          </p:cNvCxnSpPr>
          <p:nvPr/>
        </p:nvCxnSpPr>
        <p:spPr>
          <a:xfrm flipV="1">
            <a:off x="9436100" y="4921877"/>
            <a:ext cx="0" cy="1626568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57163057-3C90-4889-3EB2-1D469FFDE6F6}"/>
              </a:ext>
            </a:extLst>
          </p:cNvPr>
          <p:cNvCxnSpPr>
            <a:cxnSpLocks/>
          </p:cNvCxnSpPr>
          <p:nvPr/>
        </p:nvCxnSpPr>
        <p:spPr>
          <a:xfrm>
            <a:off x="9696450" y="4921877"/>
            <a:ext cx="1797050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788FE794-EFF8-6A49-6FD8-300F6D4F045A}"/>
                  </a:ext>
                </a:extLst>
              </p:cNvPr>
              <p:cNvSpPr txBox="1"/>
              <p:nvPr/>
            </p:nvSpPr>
            <p:spPr>
              <a:xfrm>
                <a:off x="9271000" y="5606018"/>
                <a:ext cx="9270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ED87231B-C13D-4E1E-EB33-8D9A8E425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1000" y="5606018"/>
                <a:ext cx="927099" cy="369332"/>
              </a:xfrm>
              <a:prstGeom prst="rect">
                <a:avLst/>
              </a:prstGeom>
              <a:blipFill>
                <a:blip r:embed="rId9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8031A14C-2D10-BF68-6B24-AA1B0ECB4C8E}"/>
              </a:ext>
            </a:extLst>
          </p:cNvPr>
          <p:cNvCxnSpPr>
            <a:cxnSpLocks/>
          </p:cNvCxnSpPr>
          <p:nvPr/>
        </p:nvCxnSpPr>
        <p:spPr>
          <a:xfrm>
            <a:off x="9696450" y="882650"/>
            <a:ext cx="0" cy="391160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2D3B85C8-C069-EC98-42F8-4FFF49B3381F}"/>
                  </a:ext>
                </a:extLst>
              </p:cNvPr>
              <p:cNvSpPr txBox="1"/>
              <p:nvPr/>
            </p:nvSpPr>
            <p:spPr>
              <a:xfrm>
                <a:off x="8255000" y="2601817"/>
                <a:ext cx="1441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FCA7DAB8-8814-7FAA-E179-B5D49E01A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000" y="2601817"/>
                <a:ext cx="1441450" cy="369332"/>
              </a:xfrm>
              <a:prstGeom prst="rect">
                <a:avLst/>
              </a:prstGeom>
              <a:blipFill>
                <a:blip r:embed="rId9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63403560-D0BB-912A-6392-17A4301AA88A}"/>
                  </a:ext>
                </a:extLst>
              </p:cNvPr>
              <p:cNvSpPr txBox="1"/>
              <p:nvPr/>
            </p:nvSpPr>
            <p:spPr>
              <a:xfrm>
                <a:off x="6648450" y="4343400"/>
                <a:ext cx="1441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E4488308-1B3C-22FC-9206-FD442FB86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8450" y="4343400"/>
                <a:ext cx="1441450" cy="369332"/>
              </a:xfrm>
              <a:prstGeom prst="rect">
                <a:avLst/>
              </a:prstGeom>
              <a:blipFill>
                <a:blip r:embed="rId9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99D736F0-8E4A-91CE-46C0-6853C9E46C61}"/>
                  </a:ext>
                </a:extLst>
              </p:cNvPr>
              <p:cNvSpPr txBox="1"/>
              <p:nvPr/>
            </p:nvSpPr>
            <p:spPr>
              <a:xfrm>
                <a:off x="10131425" y="4921877"/>
                <a:ext cx="9270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2390D319-29E3-0AFB-A70B-99C496517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1425" y="4921877"/>
                <a:ext cx="927099" cy="369332"/>
              </a:xfrm>
              <a:prstGeom prst="rect">
                <a:avLst/>
              </a:prstGeom>
              <a:blipFill>
                <a:blip r:embed="rId9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96676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32A1C-4770-55EF-9CA6-3C3EC654F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66BCA-B3DF-452B-6733-511FACCE8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721434" cy="1325563"/>
          </a:xfrm>
        </p:spPr>
        <p:txBody>
          <a:bodyPr/>
          <a:lstStyle/>
          <a:p>
            <a:r>
              <a:rPr lang="en-US" dirty="0"/>
              <a:t>Structured Pruning – Filter/Connection Pruning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F580CB2-D5DF-EC43-B1A8-990F4CF3CB70}"/>
              </a:ext>
            </a:extLst>
          </p:cNvPr>
          <p:cNvGrpSpPr/>
          <p:nvPr/>
        </p:nvGrpSpPr>
        <p:grpSpPr>
          <a:xfrm>
            <a:off x="838200" y="4765836"/>
            <a:ext cx="1059735" cy="896233"/>
            <a:chOff x="1980958" y="2952087"/>
            <a:chExt cx="1059735" cy="896233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768CABB-6E55-47D7-9174-A453591D822C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38742BB-2FD9-B317-1FC3-4BFC14E54F33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5D5B062E-1194-AAE8-FE8F-073178E10E2C}"/>
                  </a:ext>
                </a:extLst>
              </p:cNvPr>
              <p:cNvCxnSpPr>
                <a:stCxn id="10" idx="0"/>
                <a:endCxn id="10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6AFA5BFF-E319-095C-26B9-4C3E969FBCC3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89BAB6E3-1006-7441-36CD-6C05FD3BF5DA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52E3FFF-72C0-A58F-E38F-515FBF60C2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AE0E348-E88F-A6E0-3DDB-A8187BFC2915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46BD4F3-AB76-5213-6F43-0A7A6632B4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88CE6F90-C14C-4EA0-0990-7BD6771CB0BC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5C4299E-6501-EC3C-2BAD-A42A17FDBF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A409C61-AD1F-45D4-4585-E879A484F489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E307E01-2710-3E17-E01B-1F5B725797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85F509E-7AF6-6E93-9701-9D41F83ED961}"/>
              </a:ext>
            </a:extLst>
          </p:cNvPr>
          <p:cNvGrpSpPr/>
          <p:nvPr/>
        </p:nvGrpSpPr>
        <p:grpSpPr>
          <a:xfrm>
            <a:off x="9800665" y="868860"/>
            <a:ext cx="552468" cy="1776719"/>
            <a:chOff x="585073" y="2591561"/>
            <a:chExt cx="552468" cy="1776719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3842BC9-F977-86AE-4BA8-0202CDCFE460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684E66-122D-5F93-4921-EB15E7B2B6EB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6D18E8C-1C35-8EC8-D51C-FDE0A89E6EF3}"/>
                </a:ext>
              </a:extLst>
            </p:cNvPr>
            <p:cNvCxnSpPr>
              <a:cxnSpLocks/>
              <a:stCxn id="39" idx="1"/>
              <a:endCxn id="3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F7CDF2F-91B6-CCB5-5275-0C9B61F9407E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4B5ADF8-D3E9-A97E-C49B-F89DE5C782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65D94D3A-61E7-0968-48B4-4E5CA56EDE63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CD9A311-18DC-95F1-3AEF-BD94D3B5FF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2F375A50-C1B4-EC7E-008A-326BD8802DD1}"/>
                    </a:ext>
                  </a:extLst>
                </p:cNvPr>
                <p:cNvSpPr txBox="1"/>
                <p:nvPr/>
              </p:nvSpPr>
              <p:spPr>
                <a:xfrm>
                  <a:off x="631489" y="353230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938DCC4-588F-3CEC-16FC-FEB478FBC7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32301"/>
                  <a:ext cx="41953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17B56C7-3A1A-5308-4112-483326B3648D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F1E767A0-83CF-0CA1-6970-35EE6B0109D3}"/>
                    </a:ext>
                  </a:extLst>
                </p:cNvPr>
                <p:cNvSpPr txBox="1"/>
                <p:nvPr/>
              </p:nvSpPr>
              <p:spPr>
                <a:xfrm>
                  <a:off x="625541" y="39989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C9AD8F4C-AF2A-654F-604C-20D3164645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98948"/>
                  <a:ext cx="419538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7C6D139-D884-77ED-E6AB-6A9BE470824E}"/>
              </a:ext>
            </a:extLst>
          </p:cNvPr>
          <p:cNvGrpSpPr/>
          <p:nvPr/>
        </p:nvGrpSpPr>
        <p:grpSpPr>
          <a:xfrm>
            <a:off x="10347186" y="869562"/>
            <a:ext cx="552468" cy="1774377"/>
            <a:chOff x="585073" y="2591561"/>
            <a:chExt cx="552468" cy="1774377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372CEDD-743E-B5C5-7195-2D117A7CA917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06C18A8-F20D-7DBE-DE19-95ECEC9937BF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032ADE3-0645-555F-8924-406538A89BF9}"/>
                </a:ext>
              </a:extLst>
            </p:cNvPr>
            <p:cNvCxnSpPr>
              <a:cxnSpLocks/>
              <a:stCxn id="40" idx="1"/>
              <a:endCxn id="40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6EE4E12D-0091-21E6-D00D-C9724417C0F0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C59AE4E-3DB2-5ABF-69DF-889EEDB563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CEDBA67B-FBD0-8947-1317-1F9586B290B5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0A52F196-AB9D-87E6-975B-BE26F904EC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3420FF8D-337F-C6D2-6910-D60DBFA6927A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E06A3050-8AEB-4EF8-714F-6BA6903311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3823ABD-E0C5-5A91-74FE-74448AFF9114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B3E86F70-9E40-63D1-9677-90048D771085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1F92445B-7D3A-010A-4480-1122D24922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3F9CA1E-0F9E-98DC-8B7C-9B3F5E0354B0}"/>
              </a:ext>
            </a:extLst>
          </p:cNvPr>
          <p:cNvGrpSpPr/>
          <p:nvPr/>
        </p:nvGrpSpPr>
        <p:grpSpPr>
          <a:xfrm>
            <a:off x="10899569" y="872968"/>
            <a:ext cx="552468" cy="1774377"/>
            <a:chOff x="585073" y="2591561"/>
            <a:chExt cx="552468" cy="1774377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0FBAFD5-772D-B4E2-ACD8-A8690BBE79FB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6F43CAA-02A0-EB33-C3C4-6D0B2C84D279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03ED920-EA9C-A1D9-4D2C-4CC8AD41D47A}"/>
                </a:ext>
              </a:extLst>
            </p:cNvPr>
            <p:cNvCxnSpPr>
              <a:cxnSpLocks/>
              <a:stCxn id="54" idx="1"/>
              <a:endCxn id="54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ACBED9FE-CFC6-5AD7-A564-560A7B74EB36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F501E1D-B43D-8244-A9B9-448FD04D58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2C973DEC-A8EB-3D2E-50E2-FD00436D1903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6D2CAF22-3EFE-0C21-F80A-3921CFE849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3DE34B1C-A41D-0509-7EE8-1D8C09242D88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35816E0B-5711-EE2F-4DF6-FBFE89381F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508ACEF-99D1-12EB-6D77-F0CCF0F675EC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50EBFAF8-71AD-056F-AD65-D0A1A63E42A0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2FFD50D3-C1CC-2642-878F-885548F888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7BE0957-D9F2-4368-8B81-9D7D7CC55F96}"/>
              </a:ext>
            </a:extLst>
          </p:cNvPr>
          <p:cNvGrpSpPr/>
          <p:nvPr/>
        </p:nvGrpSpPr>
        <p:grpSpPr>
          <a:xfrm>
            <a:off x="5025416" y="4916979"/>
            <a:ext cx="1065058" cy="499397"/>
            <a:chOff x="1980958" y="2952087"/>
            <a:chExt cx="1065058" cy="499397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D56989BB-E933-6C2F-3EF4-47A95AE5C8BD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F0584310-1E80-FB63-1909-F318E5AB9E51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7816A225-6C06-2473-52C2-DF25CAE1B7BE}"/>
                  </a:ext>
                </a:extLst>
              </p:cNvPr>
              <p:cNvCxnSpPr>
                <a:cxnSpLocks/>
                <a:stCxn id="72" idx="0"/>
                <a:endCxn id="72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021586A-2BB9-72E2-49CE-DA0C76193026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09BC62B9-B233-333E-D436-24D6B3A77F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ADF3A82D-9F08-5D9C-6038-82EFC0C4616D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4F5D04CC-6177-6382-99C0-CFA5F67263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0D6AC22-EC70-02A2-27F6-21DD5EDD951F}"/>
              </a:ext>
            </a:extLst>
          </p:cNvPr>
          <p:cNvGrpSpPr/>
          <p:nvPr/>
        </p:nvGrpSpPr>
        <p:grpSpPr>
          <a:xfrm>
            <a:off x="6082901" y="4921519"/>
            <a:ext cx="1065058" cy="499397"/>
            <a:chOff x="1980958" y="2952087"/>
            <a:chExt cx="1065058" cy="499397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E84E7600-93C0-1352-6B80-268AB523D4D8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9B47850D-F5DF-D07B-9FF1-86DD1FE82294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8DAC1AF5-E4A2-C98D-C115-B1D15CBCA9B2}"/>
                  </a:ext>
                </a:extLst>
              </p:cNvPr>
              <p:cNvCxnSpPr>
                <a:cxnSpLocks/>
                <a:stCxn id="80" idx="0"/>
                <a:endCxn id="8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5B623881-4C05-C419-5DD9-8C5164725C53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02236777-AB1D-9738-0384-6F34D9ABAB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9A3E790E-96E4-D6EA-F534-BBFE31D899F4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0EA24279-E344-9473-BD87-18A51A4796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F7A398D-5700-0D0A-0B1C-F7B7BDB3E0DE}"/>
              </a:ext>
            </a:extLst>
          </p:cNvPr>
          <p:cNvGrpSpPr/>
          <p:nvPr/>
        </p:nvGrpSpPr>
        <p:grpSpPr>
          <a:xfrm>
            <a:off x="228876" y="1805080"/>
            <a:ext cx="1946179" cy="1784524"/>
            <a:chOff x="585073" y="2581414"/>
            <a:chExt cx="1946179" cy="178452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9C231104-BB26-CC22-25EB-35704349C96F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4317838F-536A-D453-FE0C-3D40989A8187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543D6FB9-A175-0670-83F0-2BE54763D102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563C913-EB9F-5D36-B0AA-26152D87F465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98F09B62-DEC4-6DE9-A6C0-EA22F1CDBE6A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26FFF14A-5371-BD15-069B-EFB7680E8747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D3231AB9-DB51-886A-4F48-1A37D22639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80A278B0-1CB4-3289-5D13-F744D6864BB6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189DD5B2-9655-7BF5-2276-5ADED3405D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0A758F18-9B78-D25D-5383-39221D7EA9BE}"/>
                    </a:ext>
                  </a:extLst>
                </p:cNvPr>
                <p:cNvSpPr txBox="1"/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5F2CD041-8323-B457-BA8B-77EB241281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C4025304-2911-9059-77BB-2D2295B5B6BE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696B129-6F50-4737-F4EB-34C83C5BE3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3594280B-FE8A-5497-F7EC-0BE64DD5BC8A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1BF6C012-439A-A671-08FB-652BBDA6A0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59C69C2E-B139-83F3-E8A4-C825E47FFA15}"/>
                    </a:ext>
                  </a:extLst>
                </p:cNvPr>
                <p:cNvSpPr txBox="1"/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FBE37040-44C2-BF91-27A5-338A59EFE5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79290F10-A560-C432-2178-B6AB30D152A5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044AD38F-FFD8-9FF9-7E19-FD141E6B44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474BB9DD-0422-3491-5835-06134DC646E5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9469D4E6-3AF2-829A-322A-F368D8AD16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A92BB887-49E2-76FA-1265-096CA176B0F6}"/>
                    </a:ext>
                  </a:extLst>
                </p:cNvPr>
                <p:cNvSpPr txBox="1"/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C7F9447E-DEA0-3FA1-D081-A6F3B1B66A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blipFill>
                  <a:blip r:embed="rId30"/>
                  <a:stretch>
                    <a:fillRect r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2E5F1BC-85A7-E124-E615-3D5851937D66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2FE1E554-3C33-155A-6C42-5136112D23CD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2ECFE52F-92A7-178D-5E3F-496525E36C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E6179C6A-4A39-338A-9ECF-45259EDA2D63}"/>
                    </a:ext>
                  </a:extLst>
                </p:cNvPr>
                <p:cNvSpPr txBox="1"/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1B167E96-C598-625F-4996-F057149224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E8EE0008-6EF2-3A07-EEA4-377892A6E3D3}"/>
                    </a:ext>
                  </a:extLst>
                </p:cNvPr>
                <p:cNvSpPr txBox="1"/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D1873452-5F03-2EDE-5234-F8CD601318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D4559AF4-B926-DAA0-5BFD-84B6EE2F0230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6A838234-FDD8-45EB-437F-7E3116EE5DBA}"/>
                    </a:ext>
                  </a:extLst>
                </p:cNvPr>
                <p:cNvSpPr txBox="1"/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6D0D9818-8F03-58DB-6AA7-60BB57043C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42E1E63D-C90E-5262-D581-99130EBA87D7}"/>
                    </a:ext>
                  </a:extLst>
                </p:cNvPr>
                <p:cNvSpPr txBox="1"/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D3A4D698-F82D-AAE2-5013-0BF7B7DCB0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A8D7DAE3-4247-CA76-3137-4C796DEA5412}"/>
                    </a:ext>
                  </a:extLst>
                </p:cNvPr>
                <p:cNvSpPr txBox="1"/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5422B847-68D9-BA69-E47C-C1C5DCF559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4DC58648-A5B9-BC6A-E5D3-09EE882E5A88}"/>
                    </a:ext>
                  </a:extLst>
                </p:cNvPr>
                <p:cNvSpPr txBox="1"/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5DA7554D-74BF-FFC7-98DB-F6D0EB56B5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D6B24E64-ADC8-D8AA-FE2F-8E8AED594222}"/>
              </a:ext>
            </a:extLst>
          </p:cNvPr>
          <p:cNvGrpSpPr/>
          <p:nvPr/>
        </p:nvGrpSpPr>
        <p:grpSpPr>
          <a:xfrm>
            <a:off x="2395904" y="1805080"/>
            <a:ext cx="1946179" cy="1784524"/>
            <a:chOff x="585073" y="2581414"/>
            <a:chExt cx="1946179" cy="1784524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157649E5-8671-F1CB-FAD2-2816EF133F4B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DF06145C-F222-087F-BFA8-EB1430D33A9D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A103F911-B016-631E-8A5B-BAE892842F72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58F90EFF-EFA0-5C62-8D4D-8BE2CCDF0659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ABCB4C6-6E29-E3ED-8FBE-0477DB85FDF3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54A54BD3-6B68-5C5F-E5DC-218ADC733422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BC8FDEB7-698A-25D8-6015-57D0E375C2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4C451282-2210-30A2-D230-A8E1A47C1AF7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1532CE20-06A7-0949-B11E-0BFC75B696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5897FFAA-51B0-DB8A-E865-2D38A64D994C}"/>
                    </a:ext>
                  </a:extLst>
                </p:cNvPr>
                <p:cNvSpPr txBox="1"/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B463CE69-2F8B-AECF-1D6B-51A7CBAFF9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41C622F8-A254-6E0A-D421-1B789BEC9BB8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568EE9D2-86DC-5AFA-C6B4-C6715B6838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5FCA6228-3B28-79D6-BEDA-3BF96D6BB738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640D3F01-1236-82BC-7FFB-E3F8DE3FBA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5BFE9241-2396-056C-ACD4-889411611633}"/>
                    </a:ext>
                  </a:extLst>
                </p:cNvPr>
                <p:cNvSpPr txBox="1"/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17CE4308-D2DA-6C6E-FE37-F7097D29FF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1AD093F5-8E1B-9169-82D2-6148F3BC7026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A9139897-2256-F3CA-2966-D0C015688B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462646D6-90FE-9498-6D98-50785DF93387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DEC3C150-B9FE-EF90-CE04-FDFA9FF595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966B3C49-0B4B-C32D-B391-5E1DDD1C77A7}"/>
                    </a:ext>
                  </a:extLst>
                </p:cNvPr>
                <p:cNvSpPr txBox="1"/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9C82E590-FAF1-FC67-0F66-97969AA4C3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blipFill>
                  <a:blip r:embed="rId46"/>
                  <a:stretch>
                    <a:fillRect r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1E9B85C5-A1F2-353C-32A6-4AF5CFD83737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3B877CD7-3FB2-9E3C-3084-7ECFE31E31AC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C0CC2971-A12E-4B21-F031-E596B53B9E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E6AF0819-AAF1-28D2-5843-6B212D06FFD0}"/>
                    </a:ext>
                  </a:extLst>
                </p:cNvPr>
                <p:cNvSpPr txBox="1"/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44F58144-B76E-83CA-6338-3BBD0835F2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B6D32F57-09E7-2EAF-2003-CDBC063C7F93}"/>
                    </a:ext>
                  </a:extLst>
                </p:cNvPr>
                <p:cNvSpPr txBox="1"/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321C5055-1873-6987-D8E5-BB36409528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EBF6B1A1-FF0E-B633-0C87-E5FCE0D2C88B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1569E563-B789-5612-DD82-3EA15183424D}"/>
                    </a:ext>
                  </a:extLst>
                </p:cNvPr>
                <p:cNvSpPr txBox="1"/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1B2AB4CC-D45D-AA8D-99F8-187449844C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DCAEDCD5-35AB-AB3B-AF5E-203F6F9F191C}"/>
                    </a:ext>
                  </a:extLst>
                </p:cNvPr>
                <p:cNvSpPr txBox="1"/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1DD58497-82AD-457B-664F-77CE9A7632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995D691D-9C31-4432-B52D-288B36E5C060}"/>
                    </a:ext>
                  </a:extLst>
                </p:cNvPr>
                <p:cNvSpPr txBox="1"/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B72417EB-CA1E-25B1-038A-F188E1D6DA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DADCC014-5C80-56AE-9384-75DF06F415D4}"/>
                    </a:ext>
                  </a:extLst>
                </p:cNvPr>
                <p:cNvSpPr txBox="1"/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6D9FEA9D-54C4-D981-9CB6-DA7DDDAA69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BF90C75A-90D9-B55C-91FB-327E24223DFB}"/>
              </a:ext>
            </a:extLst>
          </p:cNvPr>
          <p:cNvGrpSpPr/>
          <p:nvPr/>
        </p:nvGrpSpPr>
        <p:grpSpPr>
          <a:xfrm>
            <a:off x="2175510" y="4769646"/>
            <a:ext cx="1059735" cy="896233"/>
            <a:chOff x="1980958" y="2952087"/>
            <a:chExt cx="1059735" cy="896233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F8DE0AE-CB63-BDA7-39B7-3D4C15690A2D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7BD27E09-9519-EC13-C4AB-9CF79FF5C838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8F266E05-C405-EE0D-F370-A22C37D19183}"/>
                  </a:ext>
                </a:extLst>
              </p:cNvPr>
              <p:cNvCxnSpPr>
                <a:stCxn id="143" idx="0"/>
                <a:endCxn id="143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F51670F5-E9C0-465A-CF49-9D5E01B37D13}"/>
                  </a:ext>
                </a:extLst>
              </p:cNvPr>
              <p:cNvCxnSpPr>
                <a:cxnSpLocks/>
                <a:endCxn id="143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1A829726-4C33-E262-12E3-B190BEAB5EF6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C28F4E77-375A-3437-312A-30FDFF52C0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5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209C9CBF-A113-9B0F-C9F1-9E1EDCDFF05D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05DFC0DA-BB74-B775-30F7-75D3C9C453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5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9C433E81-EC93-113C-94D2-BCD30513E5DC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8DEA75EE-CDCE-4948-2604-73B3E0228A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56"/>
                  <a:stretch>
                    <a:fillRect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8BE9E4B1-98BF-0504-5D34-0C40ABC0BF0B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445431B2-118E-29A6-93D6-D48086475C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5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54869AED-0487-0CEB-5BC2-1DAFA5E1A66C}"/>
              </a:ext>
            </a:extLst>
          </p:cNvPr>
          <p:cNvGrpSpPr/>
          <p:nvPr/>
        </p:nvGrpSpPr>
        <p:grpSpPr>
          <a:xfrm>
            <a:off x="9800665" y="3020654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FCBD5E29-2A4E-5440-BEB1-C1A1A3C6A0D2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5C2AE5A8-E9FA-CFCD-E3A7-5B667D42E0A1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886B86BC-377A-C881-C130-EB88A9677642}"/>
                </a:ext>
              </a:extLst>
            </p:cNvPr>
            <p:cNvCxnSpPr>
              <a:cxnSpLocks/>
              <a:stCxn id="147" idx="1"/>
              <a:endCxn id="147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57CFAC41-D8D9-FCB7-DF20-D9F28C5C5B44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669F1DEF-3F29-FB30-1A75-9C396020D8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5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C7C84771-6403-2855-AD05-EF275E476552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E146F342-41E7-2D1E-0A2E-ACDBA0D9CB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5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127DB720-8722-5BBE-19E8-841FE56710AB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B6BBCDAF-759F-C3E3-5F13-42FB44C7F0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E84A6602-D4F4-CB3B-BC25-7918A39CF427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4F12813F-D58D-81FD-A7A8-47B6CB8BCB80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79F2178B-C767-9581-4E87-E313BF1477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6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1A06C0FA-A2EA-6387-1FD5-82CEEA3164D1}"/>
              </a:ext>
            </a:extLst>
          </p:cNvPr>
          <p:cNvGrpSpPr/>
          <p:nvPr/>
        </p:nvGrpSpPr>
        <p:grpSpPr>
          <a:xfrm>
            <a:off x="10347186" y="3021356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A9778A54-C037-4D54-43A8-A5489F66018E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90519991-9349-8F53-54CE-099AE4BD7847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5AB83211-6630-7937-743E-E7D2C71A72FD}"/>
                </a:ext>
              </a:extLst>
            </p:cNvPr>
            <p:cNvCxnSpPr>
              <a:cxnSpLocks/>
              <a:stCxn id="156" idx="1"/>
              <a:endCxn id="156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BD8A855F-7794-4894-72CB-628A4B2BAEB2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18E9EA9A-6042-6A86-97BE-0BDB5CC53C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6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1074CF6D-0E98-54DB-72FF-51A58EE15859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05A7BD98-2304-5D1D-F8AF-FD90583AB5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6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7160DDD7-5BC3-34FE-6E8C-D4FD76A038AD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BDEB138F-4D26-BF76-97DC-71CADCC679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EBF0D09A-69DE-26C6-1717-DACC3B4342E4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6A637156-17D5-5ADB-92EA-9CF718E39348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0B30877C-48A4-C5BC-1279-F64CF3AB53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6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D50E11F5-0913-153A-75F7-3BC22D526755}"/>
              </a:ext>
            </a:extLst>
          </p:cNvPr>
          <p:cNvGrpSpPr/>
          <p:nvPr/>
        </p:nvGrpSpPr>
        <p:grpSpPr>
          <a:xfrm>
            <a:off x="10899569" y="3024762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0A13BE92-E888-2933-5FCE-AB807F2C226D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E32E6A96-8720-48A8-F97D-B09C4A6E0DA1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A611AF74-0ED2-4D94-AF1B-79541EAD26CE}"/>
                </a:ext>
              </a:extLst>
            </p:cNvPr>
            <p:cNvCxnSpPr>
              <a:cxnSpLocks/>
              <a:stCxn id="165" idx="1"/>
              <a:endCxn id="165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5502BD57-BB29-5AD6-0161-83E4EA3C8B70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56C41331-DA58-ADA8-6054-9D4AF18F6A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6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71446143-9253-97FC-B1B3-5FEE08C95DC4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2094FB52-0056-D029-4294-166C19E6D3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blipFill>
                  <a:blip r:embed="rId6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81F51779-53A4-6D02-08BB-CB53A4761D46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63DDDCCD-9E44-1D64-C4AE-124EBB0570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5367260A-017C-366B-F29F-4582492CF74B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5847B1C3-B15C-F525-4964-C46647B0CD87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8B82D60E-706B-503A-CF58-44433E6F53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blipFill>
                  <a:blip r:embed="rId6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3" name="Arrow: Right 172">
            <a:extLst>
              <a:ext uri="{FF2B5EF4-FFF2-40B4-BE49-F238E27FC236}">
                <a16:creationId xmlns:a16="http://schemas.microsoft.com/office/drawing/2014/main" id="{D20BED7E-9394-F021-AF53-B1A0B772B1E9}"/>
              </a:ext>
            </a:extLst>
          </p:cNvPr>
          <p:cNvSpPr/>
          <p:nvPr/>
        </p:nvSpPr>
        <p:spPr>
          <a:xfrm>
            <a:off x="5486400" y="2322165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45F882E1-3E3D-BA1F-EDD2-72703FF6C93D}"/>
              </a:ext>
            </a:extLst>
          </p:cNvPr>
          <p:cNvGrpSpPr/>
          <p:nvPr/>
        </p:nvGrpSpPr>
        <p:grpSpPr>
          <a:xfrm>
            <a:off x="7171716" y="4923329"/>
            <a:ext cx="1065058" cy="499397"/>
            <a:chOff x="1980958" y="2952087"/>
            <a:chExt cx="1065058" cy="499397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F966A3EB-C144-1F72-4223-A1873CB02A5C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EC1E9D57-0EA4-1FDB-FBAE-1E20B48F49F6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CCEEFF86-B602-1B09-BCBD-13D1A364A86D}"/>
                  </a:ext>
                </a:extLst>
              </p:cNvPr>
              <p:cNvCxnSpPr>
                <a:cxnSpLocks/>
                <a:stCxn id="178" idx="0"/>
                <a:endCxn id="178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0C305E89-9F7A-C49D-FA35-06B876CAA46C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F6C81FA9-02C3-69A8-CA47-28F0913AE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7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82E4D662-1579-652F-F398-4C6612523DFE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7041A441-17D9-641B-5483-538D22C81A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AE80A387-4D24-644B-66BB-6A8C854A0309}"/>
              </a:ext>
            </a:extLst>
          </p:cNvPr>
          <p:cNvGrpSpPr/>
          <p:nvPr/>
        </p:nvGrpSpPr>
        <p:grpSpPr>
          <a:xfrm>
            <a:off x="8229201" y="4927869"/>
            <a:ext cx="1065058" cy="499397"/>
            <a:chOff x="1980958" y="2952087"/>
            <a:chExt cx="1065058" cy="499397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175E57D2-60B0-4DF5-6C1B-CF637450D5BA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AF3FF49E-18B4-9200-EE58-790087331326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6EF3CE7F-FAD0-AD88-BB50-BD50C7E33C3D}"/>
                  </a:ext>
                </a:extLst>
              </p:cNvPr>
              <p:cNvCxnSpPr>
                <a:cxnSpLocks/>
                <a:stCxn id="184" idx="0"/>
                <a:endCxn id="184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3C3E3203-D855-3D6E-FCB7-A1D751050910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C5E9921B-67ED-88FF-DA62-2681E7E2BD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7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453BA975-C930-5C6F-412C-2C247E6BAE8F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8B2B3935-0131-4F52-71A7-8CBFE03968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6" name="Arrow: Right 185">
            <a:extLst>
              <a:ext uri="{FF2B5EF4-FFF2-40B4-BE49-F238E27FC236}">
                <a16:creationId xmlns:a16="http://schemas.microsoft.com/office/drawing/2014/main" id="{2900BDEE-5D9E-9C18-2FBF-8469C24D1997}"/>
              </a:ext>
            </a:extLst>
          </p:cNvPr>
          <p:cNvSpPr/>
          <p:nvPr/>
        </p:nvSpPr>
        <p:spPr>
          <a:xfrm>
            <a:off x="3424506" y="4921877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265AF58-3250-376D-4647-BD7A47965F2D}"/>
              </a:ext>
            </a:extLst>
          </p:cNvPr>
          <p:cNvGrpSpPr/>
          <p:nvPr/>
        </p:nvGrpSpPr>
        <p:grpSpPr>
          <a:xfrm>
            <a:off x="838200" y="5833099"/>
            <a:ext cx="1059735" cy="896233"/>
            <a:chOff x="1980958" y="2952087"/>
            <a:chExt cx="1059735" cy="896233"/>
          </a:xfrm>
          <a:pattFill prst="lgCheck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03CF994-D710-8DD9-CD89-D1981C9F1A44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7DF8BAA-F8A9-5215-D9F8-8D2657D3C4D5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F3A42E63-231C-FDDD-4B6D-199908DC9C02}"/>
                  </a:ext>
                </a:extLst>
              </p:cNvPr>
              <p:cNvCxnSpPr>
                <a:stCxn id="19" idx="0"/>
                <a:endCxn id="19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DEDEB4A-B5CD-EBE8-0ECB-205D8B5332A1}"/>
                  </a:ext>
                </a:extLst>
              </p:cNvPr>
              <p:cNvCxnSpPr>
                <a:cxnSpLocks/>
                <a:endCxn id="19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7AE85F8-3223-F193-FE1C-4B56EA9DD11B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98247F4-A89D-0375-15C7-F0693083F7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7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47F4223-80F2-7F64-0CC9-2C3B7B0A4ED7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56FE1B0-8413-094A-4773-42ADBB1151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7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AACE99B-0AC5-CF4B-979F-CFBB8BF3827F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3D895BB-993F-9E25-C26F-68C80F79D9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76"/>
                  <a:stretch>
                    <a:fillRect r="-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FE97E71-6004-8F21-9108-2D5B9F3B4085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4E27109-2824-7B39-24C0-6D925A507A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7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CB2E7E7-778C-AD2F-6B1C-2839E8016A32}"/>
              </a:ext>
            </a:extLst>
          </p:cNvPr>
          <p:cNvGrpSpPr/>
          <p:nvPr/>
        </p:nvGrpSpPr>
        <p:grpSpPr>
          <a:xfrm>
            <a:off x="5025416" y="5984242"/>
            <a:ext cx="1065058" cy="499397"/>
            <a:chOff x="1980958" y="2952087"/>
            <a:chExt cx="1065058" cy="499397"/>
          </a:xfrm>
          <a:pattFill prst="sphere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1E4D9CC-B26D-7716-AC45-02B6A846ED95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F5978D3-682F-92E7-5EDF-3DAF47965DF4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74A84991-675A-C5CF-723E-6F9A3E586881}"/>
                  </a:ext>
                </a:extLst>
              </p:cNvPr>
              <p:cNvCxnSpPr>
                <a:cxnSpLocks/>
                <a:stCxn id="26" idx="0"/>
                <a:endCxn id="26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8520F87-CE57-14A9-45C9-CAE8B9732946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FB890AF-35B9-8EC6-EE9F-06B9A0FAB5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7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00E3B91-46F7-3A57-3A71-D9BC2963FBB7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4D03EF2-3704-E77D-45B6-4C3732CB6E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F6407CF-9F64-2EB2-EF72-16C77A5C5B4E}"/>
              </a:ext>
            </a:extLst>
          </p:cNvPr>
          <p:cNvGrpSpPr/>
          <p:nvPr/>
        </p:nvGrpSpPr>
        <p:grpSpPr>
          <a:xfrm>
            <a:off x="6082901" y="5988782"/>
            <a:ext cx="1065058" cy="499397"/>
            <a:chOff x="1980958" y="2952087"/>
            <a:chExt cx="1065058" cy="499397"/>
          </a:xfrm>
          <a:pattFill prst="sphere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BFFA321-456D-5122-14A0-9E44F75A1BC8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2F2A97F-1EC4-5DA6-2345-7AF46303B08B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30448328-2C8F-0014-27FB-CDD2822E70A7}"/>
                  </a:ext>
                </a:extLst>
              </p:cNvPr>
              <p:cNvCxnSpPr>
                <a:cxnSpLocks/>
                <a:stCxn id="32" idx="0"/>
                <a:endCxn id="32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AF2916D2-6457-A16B-D034-1886A32AF6A0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C61F572-50FC-5270-9CE0-DC8DBDA4B3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8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E523107E-3049-1543-48C8-C2DC22B404BF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9A23FE2-8983-BC51-5593-EFFDA86342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C0A53C5-E141-0432-F014-43E25218A456}"/>
              </a:ext>
            </a:extLst>
          </p:cNvPr>
          <p:cNvGrpSpPr/>
          <p:nvPr/>
        </p:nvGrpSpPr>
        <p:grpSpPr>
          <a:xfrm>
            <a:off x="2175510" y="5836909"/>
            <a:ext cx="1059735" cy="896233"/>
            <a:chOff x="1980958" y="2952087"/>
            <a:chExt cx="1059735" cy="896233"/>
          </a:xfrm>
          <a:pattFill prst="lgCheck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84C6D09-2D45-63C8-7CE2-BE73BC4E76C3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5572D112-74FF-6D1D-F230-EDE5D60E2D76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1AE4DBBB-3836-00FA-5F4F-8EA8ED31BB34}"/>
                  </a:ext>
                </a:extLst>
              </p:cNvPr>
              <p:cNvCxnSpPr>
                <a:stCxn id="82" idx="0"/>
                <a:endCxn id="82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D97A1354-4069-F8C4-544C-A2FD919CBC9B}"/>
                  </a:ext>
                </a:extLst>
              </p:cNvPr>
              <p:cNvCxnSpPr>
                <a:cxnSpLocks/>
                <a:endCxn id="82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5D901D56-6A9E-CC0A-BBB0-BF99E3B40347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21712B6C-A5F4-BD93-39BF-5980EA9809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8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2611C84D-44E5-ED4F-6A70-728BE3ED272E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937EF72F-7BB2-1C4B-F6CF-FDD9980433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8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392B2D2A-A678-22FA-D468-198E81A2FE42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F95054B5-2768-7FB6-B6FE-3FACF1F741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84"/>
                  <a:stretch>
                    <a:fillRect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DB1E2EB4-AD0C-2FE8-56E4-656B36E00FE4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C385E579-E056-557E-4296-B912D09DE9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8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6A3DD4D7-3B71-0D8E-DE11-9367065AD175}"/>
              </a:ext>
            </a:extLst>
          </p:cNvPr>
          <p:cNvGrpSpPr/>
          <p:nvPr/>
        </p:nvGrpSpPr>
        <p:grpSpPr>
          <a:xfrm>
            <a:off x="7171716" y="5990592"/>
            <a:ext cx="1065058" cy="499397"/>
            <a:chOff x="1980958" y="2952087"/>
            <a:chExt cx="1065058" cy="499397"/>
          </a:xfrm>
          <a:pattFill prst="sphere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E7ADAC7C-5772-E92B-F685-82BB60CB6F77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29B69447-2204-995E-DF1C-EDA4590EF8FB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7D3CC889-F56B-80F9-C58E-4A1B3AFE4373}"/>
                  </a:ext>
                </a:extLst>
              </p:cNvPr>
              <p:cNvCxnSpPr>
                <a:cxnSpLocks/>
                <a:stCxn id="110" idx="0"/>
                <a:endCxn id="11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B2DDE0D1-663E-9BC6-DF03-513809A60362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8EB1922E-6BD5-EC4C-EC32-D8E043CBB5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8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F363E393-674B-1101-4404-B4BCAD8CB5E1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0602271E-DAE7-B644-CF00-2074A77B8B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B3C278C0-3573-DD61-A4F7-4E840DE405D8}"/>
              </a:ext>
            </a:extLst>
          </p:cNvPr>
          <p:cNvGrpSpPr/>
          <p:nvPr/>
        </p:nvGrpSpPr>
        <p:grpSpPr>
          <a:xfrm>
            <a:off x="8229201" y="5995132"/>
            <a:ext cx="1065058" cy="499397"/>
            <a:chOff x="1980958" y="2952087"/>
            <a:chExt cx="1065058" cy="499397"/>
          </a:xfrm>
          <a:pattFill prst="sphere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DF9D00DC-45B9-C4C3-22BF-0523B83D15AF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D7C04BC0-BBF1-ACDF-F773-6AD57E7BF36B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A482CF23-3895-DBA5-B893-8813C5640FEC}"/>
                  </a:ext>
                </a:extLst>
              </p:cNvPr>
              <p:cNvCxnSpPr>
                <a:cxnSpLocks/>
                <a:stCxn id="190" idx="0"/>
                <a:endCxn id="19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08363825-D4CB-B5B1-9FD4-13E66976237C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247F584D-D2B3-F65F-B008-470074F563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8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64989BF6-978C-49D8-5CDA-A2622DF72536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2E366898-CA28-F827-679A-A1A8EE9E29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2" name="Arrow: Right 191">
            <a:extLst>
              <a:ext uri="{FF2B5EF4-FFF2-40B4-BE49-F238E27FC236}">
                <a16:creationId xmlns:a16="http://schemas.microsoft.com/office/drawing/2014/main" id="{65D94525-457A-C4C4-E665-85C4138709B8}"/>
              </a:ext>
            </a:extLst>
          </p:cNvPr>
          <p:cNvSpPr/>
          <p:nvPr/>
        </p:nvSpPr>
        <p:spPr>
          <a:xfrm>
            <a:off x="3424506" y="5989140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93ADD34A-3F61-65A8-3981-EFB4A57CC119}"/>
              </a:ext>
            </a:extLst>
          </p:cNvPr>
          <p:cNvCxnSpPr/>
          <p:nvPr/>
        </p:nvCxnSpPr>
        <p:spPr>
          <a:xfrm>
            <a:off x="5022850" y="4629150"/>
            <a:ext cx="4248150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161159D4-B6E4-E8D2-7577-E719305B3BEB}"/>
              </a:ext>
            </a:extLst>
          </p:cNvPr>
          <p:cNvCxnSpPr>
            <a:cxnSpLocks/>
          </p:cNvCxnSpPr>
          <p:nvPr/>
        </p:nvCxnSpPr>
        <p:spPr>
          <a:xfrm flipV="1">
            <a:off x="9436100" y="4921877"/>
            <a:ext cx="0" cy="1626568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EDDFF85C-4A0A-32B3-32B6-58DA875887B7}"/>
              </a:ext>
            </a:extLst>
          </p:cNvPr>
          <p:cNvCxnSpPr>
            <a:cxnSpLocks/>
          </p:cNvCxnSpPr>
          <p:nvPr/>
        </p:nvCxnSpPr>
        <p:spPr>
          <a:xfrm>
            <a:off x="9696450" y="4921877"/>
            <a:ext cx="1797050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B0BCE0D3-B7E3-B562-3B42-3439954C8AD1}"/>
                  </a:ext>
                </a:extLst>
              </p:cNvPr>
              <p:cNvSpPr txBox="1"/>
              <p:nvPr/>
            </p:nvSpPr>
            <p:spPr>
              <a:xfrm>
                <a:off x="9271000" y="5606018"/>
                <a:ext cx="9270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ED87231B-C13D-4E1E-EB33-8D9A8E425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1000" y="5606018"/>
                <a:ext cx="927099" cy="369332"/>
              </a:xfrm>
              <a:prstGeom prst="rect">
                <a:avLst/>
              </a:prstGeom>
              <a:blipFill>
                <a:blip r:embed="rId9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D9E27FC1-410E-E927-0132-76287D30340C}"/>
              </a:ext>
            </a:extLst>
          </p:cNvPr>
          <p:cNvCxnSpPr>
            <a:cxnSpLocks/>
          </p:cNvCxnSpPr>
          <p:nvPr/>
        </p:nvCxnSpPr>
        <p:spPr>
          <a:xfrm>
            <a:off x="9696450" y="882650"/>
            <a:ext cx="0" cy="391160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8E9201FC-7053-EB10-B097-EBC42F1558CD}"/>
                  </a:ext>
                </a:extLst>
              </p:cNvPr>
              <p:cNvSpPr txBox="1"/>
              <p:nvPr/>
            </p:nvSpPr>
            <p:spPr>
              <a:xfrm>
                <a:off x="8255000" y="2601817"/>
                <a:ext cx="1441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FCA7DAB8-8814-7FAA-E179-B5D49E01A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000" y="2601817"/>
                <a:ext cx="1441450" cy="369332"/>
              </a:xfrm>
              <a:prstGeom prst="rect">
                <a:avLst/>
              </a:prstGeom>
              <a:blipFill>
                <a:blip r:embed="rId9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7C4EAF5D-D68C-218F-73BD-5D55C64B52CF}"/>
                  </a:ext>
                </a:extLst>
              </p:cNvPr>
              <p:cNvSpPr txBox="1"/>
              <p:nvPr/>
            </p:nvSpPr>
            <p:spPr>
              <a:xfrm>
                <a:off x="6648450" y="4343400"/>
                <a:ext cx="1441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E4488308-1B3C-22FC-9206-FD442FB86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8450" y="4343400"/>
                <a:ext cx="1441450" cy="369332"/>
              </a:xfrm>
              <a:prstGeom prst="rect">
                <a:avLst/>
              </a:prstGeom>
              <a:blipFill>
                <a:blip r:embed="rId9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2EC8E7F5-703D-D6E8-4FC8-FAF8809E9F99}"/>
                  </a:ext>
                </a:extLst>
              </p:cNvPr>
              <p:cNvSpPr txBox="1"/>
              <p:nvPr/>
            </p:nvSpPr>
            <p:spPr>
              <a:xfrm>
                <a:off x="10131425" y="4921877"/>
                <a:ext cx="9270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2390D319-29E3-0AFB-A70B-99C496517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1425" y="4921877"/>
                <a:ext cx="927099" cy="369332"/>
              </a:xfrm>
              <a:prstGeom prst="rect">
                <a:avLst/>
              </a:prstGeom>
              <a:blipFill>
                <a:blip r:embed="rId9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3" name="Rectangle 192">
            <a:extLst>
              <a:ext uri="{FF2B5EF4-FFF2-40B4-BE49-F238E27FC236}">
                <a16:creationId xmlns:a16="http://schemas.microsoft.com/office/drawing/2014/main" id="{69913093-10C5-E9E3-3449-E23A778AA5E5}"/>
              </a:ext>
            </a:extLst>
          </p:cNvPr>
          <p:cNvSpPr/>
          <p:nvPr/>
        </p:nvSpPr>
        <p:spPr>
          <a:xfrm>
            <a:off x="2057399" y="5742708"/>
            <a:ext cx="1316179" cy="10444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0BCCCCA0-973D-72BA-BD49-14A3CBA13FA6}"/>
              </a:ext>
            </a:extLst>
          </p:cNvPr>
          <p:cNvSpPr/>
          <p:nvPr/>
        </p:nvSpPr>
        <p:spPr>
          <a:xfrm>
            <a:off x="7162801" y="5922818"/>
            <a:ext cx="2209796" cy="7366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88AA9889-7DEB-1E98-C04C-878954CC715A}"/>
                  </a:ext>
                </a:extLst>
              </p:cNvPr>
              <p:cNvSpPr txBox="1"/>
              <p:nvPr/>
            </p:nvSpPr>
            <p:spPr>
              <a:xfrm>
                <a:off x="5022850" y="2971149"/>
                <a:ext cx="3816347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Avoid Matrix-Vector Multiplication for a smaller block</a:t>
                </a:r>
              </a:p>
              <a:p>
                <a:pPr marL="285750" indent="-285750">
                  <a:buFont typeface="Arial" panose="020B0604020202020204"/>
                  <a:buChar char="•"/>
                </a:pPr>
                <a:r>
                  <a:rPr lang="en-US" dirty="0"/>
                  <a:t>Save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memory</a:t>
                </a:r>
              </a:p>
              <a:p>
                <a:pPr marL="285750" indent="-285750">
                  <a:buFont typeface="Arial" panose="020B0604020202020204"/>
                  <a:buChar char="•"/>
                </a:pPr>
                <a:r>
                  <a:rPr lang="en-US" dirty="0"/>
                  <a:t>Save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𝐻𝑊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computations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88AA9889-7DEB-1E98-C04C-878954CC71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850" y="2971149"/>
                <a:ext cx="3816347" cy="1477328"/>
              </a:xfrm>
              <a:prstGeom prst="rect">
                <a:avLst/>
              </a:prstGeom>
              <a:blipFill>
                <a:blip r:embed="rId94"/>
                <a:stretch>
                  <a:fillRect l="-1438" t="-2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81084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50DD1-8636-8F72-F33C-286B39B81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9E032-3A74-C182-A64A-C2789E020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597900" cy="1325563"/>
          </a:xfrm>
        </p:spPr>
        <p:txBody>
          <a:bodyPr/>
          <a:lstStyle/>
          <a:p>
            <a:r>
              <a:rPr lang="en-US" dirty="0"/>
              <a:t>Structured Pruning – Layer Pruning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17560A1-F9CF-937E-5012-CB6E724B1DD5}"/>
              </a:ext>
            </a:extLst>
          </p:cNvPr>
          <p:cNvGrpSpPr/>
          <p:nvPr/>
        </p:nvGrpSpPr>
        <p:grpSpPr>
          <a:xfrm>
            <a:off x="838200" y="4765836"/>
            <a:ext cx="1059735" cy="896233"/>
            <a:chOff x="1980958" y="2952087"/>
            <a:chExt cx="1059735" cy="896233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F88A3DB-073D-DA9D-D866-CB97209BF5BD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D3AEB3B-BC67-1C72-DD25-727DBD360C13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021D180D-BAFA-3867-4AFA-1AA4A4FF3026}"/>
                  </a:ext>
                </a:extLst>
              </p:cNvPr>
              <p:cNvCxnSpPr>
                <a:stCxn id="10" idx="0"/>
                <a:endCxn id="10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FDAAD7AA-A43F-49A9-232F-D110FFF75788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5A18436-49A1-CDF5-E6F2-A7775766D794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52E3FFF-72C0-A58F-E38F-515FBF60C2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0B47303-9862-848C-6C33-B82823E1A601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46BD4F3-AB76-5213-6F43-0A7A6632B4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13695B8-DB8F-2239-4933-9EA0855EFCAA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5C4299E-6501-EC3C-2BAD-A42A17FDBF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D3B9314-4DBE-DABC-1874-C47F87D315AF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E307E01-2710-3E17-E01B-1F5B725797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4E17A65-4810-D608-0F52-2636D226A323}"/>
              </a:ext>
            </a:extLst>
          </p:cNvPr>
          <p:cNvGrpSpPr/>
          <p:nvPr/>
        </p:nvGrpSpPr>
        <p:grpSpPr>
          <a:xfrm>
            <a:off x="9800665" y="868860"/>
            <a:ext cx="552468" cy="1776719"/>
            <a:chOff x="585073" y="2591561"/>
            <a:chExt cx="552468" cy="1776719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C2FE224-9B2C-B43C-BB97-C4F6997F5D43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787F61B-76D1-7CC4-0D60-DEB2372C689B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EF604B7-6494-CA3B-E7D0-9D4E529D2341}"/>
                </a:ext>
              </a:extLst>
            </p:cNvPr>
            <p:cNvCxnSpPr>
              <a:cxnSpLocks/>
              <a:stCxn id="39" idx="1"/>
              <a:endCxn id="39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3E210E6-40D9-AA00-5044-35481379781A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4B5ADF8-D3E9-A97E-C49B-F89DE5C782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2278E1EA-847F-CF79-6D84-303D642DDF96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CD9A311-18DC-95F1-3AEF-BD94D3B5FF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6471C73-2A7C-B60C-1E51-6732CC80DE4E}"/>
                    </a:ext>
                  </a:extLst>
                </p:cNvPr>
                <p:cNvSpPr txBox="1"/>
                <p:nvPr/>
              </p:nvSpPr>
              <p:spPr>
                <a:xfrm>
                  <a:off x="631489" y="353230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938DCC4-588F-3CEC-16FC-FEB478FBC7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32301"/>
                  <a:ext cx="41953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E1E7BE5-BAA2-6E8E-205E-70320E364BB9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8EB9B0EC-6476-79A2-E576-22AF9474814F}"/>
                    </a:ext>
                  </a:extLst>
                </p:cNvPr>
                <p:cNvSpPr txBox="1"/>
                <p:nvPr/>
              </p:nvSpPr>
              <p:spPr>
                <a:xfrm>
                  <a:off x="625541" y="39989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C9AD8F4C-AF2A-654F-604C-20D3164645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98948"/>
                  <a:ext cx="419538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22807B6-207D-7240-C9F1-7FCDF0EAD31F}"/>
              </a:ext>
            </a:extLst>
          </p:cNvPr>
          <p:cNvGrpSpPr/>
          <p:nvPr/>
        </p:nvGrpSpPr>
        <p:grpSpPr>
          <a:xfrm>
            <a:off x="10347186" y="869562"/>
            <a:ext cx="552468" cy="1774377"/>
            <a:chOff x="585073" y="2591561"/>
            <a:chExt cx="552468" cy="1774377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2B6EDE8-0918-619C-3C6B-E1731B53E0AB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EF78DB4-74ED-8FCE-9143-93FA62E7E7E8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465CA2A-EDF8-5E55-5DD5-61CB7BE852D4}"/>
                </a:ext>
              </a:extLst>
            </p:cNvPr>
            <p:cNvCxnSpPr>
              <a:cxnSpLocks/>
              <a:stCxn id="40" idx="1"/>
              <a:endCxn id="40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EAACED7B-D8E7-F116-EEDA-1D8BB6760C81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C59AE4E-3DB2-5ABF-69DF-889EEDB563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78530887-1446-AB4F-6BC8-E1D46B07DE22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0A52F196-AB9D-87E6-975B-BE26F904EC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656D650-4E48-A228-27A9-651C95750993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E06A3050-8AEB-4EF8-714F-6BA6903311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921214E-1B4C-71A0-5893-77617D983B06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D34E6F0D-3AA0-8310-664E-90B8ADA3D4CC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1F92445B-7D3A-010A-4480-1122D24922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EA91671-77BC-1C8E-7329-C17EA942E49D}"/>
              </a:ext>
            </a:extLst>
          </p:cNvPr>
          <p:cNvGrpSpPr/>
          <p:nvPr/>
        </p:nvGrpSpPr>
        <p:grpSpPr>
          <a:xfrm>
            <a:off x="10899569" y="872968"/>
            <a:ext cx="552468" cy="1774377"/>
            <a:chOff x="585073" y="2591561"/>
            <a:chExt cx="552468" cy="1774377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64D06EC-1C2A-65D4-3D91-55CC20A4695A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0C3692F7-E61C-7E66-B3C3-4D5451EAE95E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C37A46C-9A1F-6693-901C-307C3564D142}"/>
                </a:ext>
              </a:extLst>
            </p:cNvPr>
            <p:cNvCxnSpPr>
              <a:cxnSpLocks/>
              <a:stCxn id="54" idx="1"/>
              <a:endCxn id="54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D312F88E-0F9D-09F6-561A-8467F861662F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F501E1D-B43D-8244-A9B9-448FD04D58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225A1F2A-E4A7-7B5C-6AC3-FB4830E90FFD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6D2CAF22-3EFE-0C21-F80A-3921CFE849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02E8C1B7-4F36-7595-0242-0E50B8C2B249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35816E0B-5711-EE2F-4DF6-FBFE89381F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25B7765A-8663-A5FD-11ED-6454EA3917B8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EE374C5D-A197-7B28-A05F-4D8F6F7895DF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2FFD50D3-C1CC-2642-878F-885548F888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582735B-A013-05D1-D15A-7627CECFFDC5}"/>
              </a:ext>
            </a:extLst>
          </p:cNvPr>
          <p:cNvGrpSpPr/>
          <p:nvPr/>
        </p:nvGrpSpPr>
        <p:grpSpPr>
          <a:xfrm>
            <a:off x="5025416" y="4916979"/>
            <a:ext cx="1065058" cy="499397"/>
            <a:chOff x="1980958" y="2952087"/>
            <a:chExt cx="1065058" cy="499397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657A579E-C06D-B847-65D7-F1073BA883B9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63EA1C1B-48EF-3EBD-05A0-7264EF74ACD0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A290488F-B5EC-66C7-46AF-9D7FE8A7C0E9}"/>
                  </a:ext>
                </a:extLst>
              </p:cNvPr>
              <p:cNvCxnSpPr>
                <a:cxnSpLocks/>
                <a:stCxn id="72" idx="0"/>
                <a:endCxn id="72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1EB1C393-0DED-1727-DD8C-14634D14A936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09BC62B9-B233-333E-D436-24D6B3A77F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BD07DBAB-0036-D09D-3D6C-0526AFFD1758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4F5D04CC-6177-6382-99C0-CFA5F67263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B8CA7BA-130F-D686-66DE-2593D63E9E9F}"/>
              </a:ext>
            </a:extLst>
          </p:cNvPr>
          <p:cNvGrpSpPr/>
          <p:nvPr/>
        </p:nvGrpSpPr>
        <p:grpSpPr>
          <a:xfrm>
            <a:off x="6082901" y="4921519"/>
            <a:ext cx="1065058" cy="499397"/>
            <a:chOff x="1980958" y="2952087"/>
            <a:chExt cx="1065058" cy="499397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3606B9E2-E0B0-00FB-115F-6CECFF95799B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9DE4EF3A-A41B-8603-A3C9-AEB2FAFDF5C9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C7550033-D063-CC98-3908-A9D58226ED8F}"/>
                  </a:ext>
                </a:extLst>
              </p:cNvPr>
              <p:cNvCxnSpPr>
                <a:cxnSpLocks/>
                <a:stCxn id="80" idx="0"/>
                <a:endCxn id="8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400300B3-A8DA-86E4-EB92-CA3E6301E082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02236777-AB1D-9738-0384-6F34D9ABAB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892DF160-2DE0-31A5-A42E-921910808127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0EA24279-E344-9473-BD87-18A51A4796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75F72DE-C76A-D5DD-0E05-4E1545CD192D}"/>
              </a:ext>
            </a:extLst>
          </p:cNvPr>
          <p:cNvGrpSpPr/>
          <p:nvPr/>
        </p:nvGrpSpPr>
        <p:grpSpPr>
          <a:xfrm>
            <a:off x="228876" y="1805080"/>
            <a:ext cx="1946179" cy="1784524"/>
            <a:chOff x="585073" y="2581414"/>
            <a:chExt cx="1946179" cy="178452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9FADF91C-8D92-2B72-A540-6229066BC9C4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A8FD3E8-A393-3A77-BDB7-4F016000D046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9365E50F-9506-9220-DA30-77116403D2C7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DB36C015-2CCB-8FF7-E5CB-295C9589E6C3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84A71D2E-26B6-FC5B-A0CB-BA35A82A4A50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F9E52836-6628-492E-67F8-CD28A63D7EB7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D3231AB9-DB51-886A-4F48-1A37D22639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579406A0-C30B-E968-2892-6069A20BDA65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189DD5B2-9655-7BF5-2276-5ADED3405D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E0A88B8B-B725-341D-EBB9-4597AEE91A6B}"/>
                    </a:ext>
                  </a:extLst>
                </p:cNvPr>
                <p:cNvSpPr txBox="1"/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5F2CD041-8323-B457-BA8B-77EB241281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A9B57F90-A381-ED98-E7CE-F4093D96237E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696B129-6F50-4737-F4EB-34C83C5BE3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9DECDCAB-8875-2DB1-398F-6F0F39D6CFB3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1BF6C012-439A-A671-08FB-652BBDA6A0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B69C0BEB-302D-7AFC-2AA8-7764295D3DBC}"/>
                    </a:ext>
                  </a:extLst>
                </p:cNvPr>
                <p:cNvSpPr txBox="1"/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FBE37040-44C2-BF91-27A5-338A59EFE5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34EF7DE2-7B4D-6BDC-9D20-C1D9E3FE7CA0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044AD38F-FFD8-9FF9-7E19-FD141E6B44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2BE52235-29AC-FBC8-C1E2-B1053BE9CBFD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9469D4E6-3AF2-829A-322A-F368D8AD16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F9F59D6C-5256-57C8-0923-921BFECD8C86}"/>
                    </a:ext>
                  </a:extLst>
                </p:cNvPr>
                <p:cNvSpPr txBox="1"/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C7F9447E-DEA0-3FA1-D081-A6F3B1B66A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blipFill>
                  <a:blip r:embed="rId30"/>
                  <a:stretch>
                    <a:fillRect r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7EFE02A7-D9ED-29B2-E106-12C043858D7C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E6D0FA7C-76D6-6D3D-47A0-3809ABFFEFBD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2ECFE52F-92A7-178D-5E3F-496525E36C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69077634-069C-9E5A-5B68-B7DFFCAF4F82}"/>
                    </a:ext>
                  </a:extLst>
                </p:cNvPr>
                <p:cNvSpPr txBox="1"/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1B167E96-C598-625F-4996-F057149224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D178A040-CA1A-E494-BB19-70B373E3AE71}"/>
                    </a:ext>
                  </a:extLst>
                </p:cNvPr>
                <p:cNvSpPr txBox="1"/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D1873452-5F03-2EDE-5234-F8CD601318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FA129E3B-9CFE-F86E-11CF-019CF01A966A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B34C2373-EE9D-63D8-6091-98D3B4F5DB71}"/>
                    </a:ext>
                  </a:extLst>
                </p:cNvPr>
                <p:cNvSpPr txBox="1"/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6D0D9818-8F03-58DB-6AA7-60BB57043C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7E2FEA24-0A7F-CA93-1E32-3719F1DDB5B5}"/>
                    </a:ext>
                  </a:extLst>
                </p:cNvPr>
                <p:cNvSpPr txBox="1"/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D3A4D698-F82D-AAE2-5013-0BF7B7DCB0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C5EE2C96-675A-311B-77D9-9F9DC5985367}"/>
                    </a:ext>
                  </a:extLst>
                </p:cNvPr>
                <p:cNvSpPr txBox="1"/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5422B847-68D9-BA69-E47C-C1C5DCF559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7D93343E-92E9-9CBD-F347-F3EF949FE192}"/>
                    </a:ext>
                  </a:extLst>
                </p:cNvPr>
                <p:cNvSpPr txBox="1"/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5DA7554D-74BF-FFC7-98DB-F6D0EB56B5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05D4EE6B-14B0-6798-EFC4-8060D3C3C79B}"/>
              </a:ext>
            </a:extLst>
          </p:cNvPr>
          <p:cNvGrpSpPr/>
          <p:nvPr/>
        </p:nvGrpSpPr>
        <p:grpSpPr>
          <a:xfrm>
            <a:off x="2395904" y="1805080"/>
            <a:ext cx="1946179" cy="1784524"/>
            <a:chOff x="585073" y="2581414"/>
            <a:chExt cx="1946179" cy="1784524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7B6FF4F4-F0F6-1492-C892-1FF5C209CC34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C9F43F8D-649F-48E0-8C34-30A1876BBD28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E79940A0-069F-33C7-E3C3-07EBF6B3A208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222378CF-9A1A-A288-4BD9-BB1DE525F237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4041165-2DB9-155A-0E91-0200750CB6D4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815E18C1-77B1-9D79-31EA-6B0F131B23AC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BC8FDEB7-698A-25D8-6015-57D0E375C2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360163" cy="307777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357FC358-2369-158B-17A2-5B31AF3F2514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1532CE20-06A7-0949-B11E-0BFC75B696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364331" cy="307777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36C19694-8C4D-D924-F83A-AA2B2B91070F}"/>
                    </a:ext>
                  </a:extLst>
                </p:cNvPr>
                <p:cNvSpPr txBox="1"/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B463CE69-2F8B-AECF-1D6B-51A7CBAFF9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0177" y="2645855"/>
                  <a:ext cx="299370" cy="307777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D5CE2FE5-FFB2-4DC9-D3D8-A725B69FD63B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568EE9D2-86DC-5AFA-C6B4-C6715B6838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364331" cy="307777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DBDF1C1B-3DEE-C5E1-10D5-AB0DFE87611E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640D3F01-1236-82BC-7FFB-E3F8DE3FBA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364331" cy="307777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0D735544-C85A-112F-38D8-1643A9D1D201}"/>
                    </a:ext>
                  </a:extLst>
                </p:cNvPr>
                <p:cNvSpPr txBox="1"/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17CE4308-D2DA-6C6E-FE37-F7097D29FF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2557" y="3129800"/>
                  <a:ext cx="302530" cy="307777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D03933F5-D942-562D-69D8-46A9D976E1A5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A9139897-2256-F3CA-2966-D0C015688B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361125" cy="307777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3413B45A-4A72-016F-98B2-752750E49726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DEC3C150-B9FE-EF90-CE04-FDFA9FF595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435504" cy="307777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D721E1ED-4EE4-4006-B0EA-91B20D57997E}"/>
                    </a:ext>
                  </a:extLst>
                </p:cNvPr>
                <p:cNvSpPr txBox="1"/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9C82E590-FAF1-FC67-0F66-97969AA4C3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796" y="3613941"/>
                  <a:ext cx="305809" cy="307777"/>
                </a:xfrm>
                <a:prstGeom prst="rect">
                  <a:avLst/>
                </a:prstGeom>
                <a:blipFill>
                  <a:blip r:embed="rId46"/>
                  <a:stretch>
                    <a:fillRect r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C1294BFF-4F9E-287E-1894-6BEF26C162E1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C052B3E1-500D-27A2-050D-25E044C6908A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C0CC2971-A12E-4B21-F031-E596B53B9E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364331" cy="307777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EB83B043-2851-8C7A-4B8C-DEB84486CC37}"/>
                    </a:ext>
                  </a:extLst>
                </p:cNvPr>
                <p:cNvSpPr txBox="1"/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44F58144-B76E-83CA-6338-3BBD0835F2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8327" y="3120828"/>
                  <a:ext cx="319207" cy="307777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62CFB072-5A2D-8C18-02E4-D9F043C20CC0}"/>
                    </a:ext>
                  </a:extLst>
                </p:cNvPr>
                <p:cNvSpPr txBox="1"/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321C5055-1873-6987-D8E5-BB36409528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757" y="3604969"/>
                  <a:ext cx="342244" cy="307777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6E3B71A4-D5AB-8957-6004-F73D0E2946C9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922D12A6-0AA1-C08D-01B1-BD67D3FC7446}"/>
                    </a:ext>
                  </a:extLst>
                </p:cNvPr>
                <p:cNvSpPr txBox="1"/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1B2AB4CC-D45D-AA8D-99F8-187449844C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161" y="4006568"/>
                  <a:ext cx="435504" cy="307777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7709D3AD-FC5E-F623-EB16-F90663AF4CFF}"/>
                    </a:ext>
                  </a:extLst>
                </p:cNvPr>
                <p:cNvSpPr txBox="1"/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1DD58497-82AD-457B-664F-77CE9A7632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7788" y="4006846"/>
                  <a:ext cx="435504" cy="307777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B1A8F0F4-D5AA-75D7-C8F2-9D637C6C4307}"/>
                    </a:ext>
                  </a:extLst>
                </p:cNvPr>
                <p:cNvSpPr txBox="1"/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B72417EB-CA1E-25B1-038A-F188E1D6DA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8746" y="4015818"/>
                  <a:ext cx="367755" cy="307777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F3EF3842-03DC-0853-DD14-FD59875D73B5}"/>
                    </a:ext>
                  </a:extLst>
                </p:cNvPr>
                <p:cNvSpPr txBox="1"/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6D9FEA9D-54C4-D981-9CB6-DA7DDDAA69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4517" y="4003036"/>
                  <a:ext cx="353952" cy="307777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76C4DD59-DAA1-BF44-8E93-7FB08FFDDA2A}"/>
              </a:ext>
            </a:extLst>
          </p:cNvPr>
          <p:cNvGrpSpPr/>
          <p:nvPr/>
        </p:nvGrpSpPr>
        <p:grpSpPr>
          <a:xfrm>
            <a:off x="2175510" y="4769646"/>
            <a:ext cx="1059735" cy="896233"/>
            <a:chOff x="1980958" y="2952087"/>
            <a:chExt cx="1059735" cy="896233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54B47356-AACF-58DA-38B4-06FEC54C2521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03B134EA-258E-3720-0B66-102F3F9B450A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F4863F51-4455-5495-FC96-3B40327CB211}"/>
                  </a:ext>
                </a:extLst>
              </p:cNvPr>
              <p:cNvCxnSpPr>
                <a:stCxn id="143" idx="0"/>
                <a:endCxn id="143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5F7AC242-7044-E213-5B3A-05DFCD36140D}"/>
                  </a:ext>
                </a:extLst>
              </p:cNvPr>
              <p:cNvCxnSpPr>
                <a:cxnSpLocks/>
                <a:endCxn id="143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C2994488-23C2-EC8D-E0E4-CFBE15469E51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C28F4E77-375A-3437-312A-30FDFF52C0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5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1CAD1C08-9E22-C569-5BA3-2CA6DF003F7E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05DFC0DA-BB74-B775-30F7-75D3C9C453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5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96DB307D-43D7-F918-216E-81E5CA77D833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8DEA75EE-CDCE-4948-2604-73B3E0228A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56"/>
                  <a:stretch>
                    <a:fillRect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B15DDF29-21BC-8239-FCD3-B27CB7495CA5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445431B2-118E-29A6-93D6-D48086475C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5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EAB30DAE-A9DD-687F-1AA7-A5DD00F65D69}"/>
              </a:ext>
            </a:extLst>
          </p:cNvPr>
          <p:cNvGrpSpPr/>
          <p:nvPr/>
        </p:nvGrpSpPr>
        <p:grpSpPr>
          <a:xfrm>
            <a:off x="9800665" y="3020654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2D35ED7F-7634-E62C-CCBB-8F9ED0E4A37E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53EB286B-0099-08AA-B2D1-63A16F6417B1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33925988-F52F-9F8A-28A2-6ACA2FC28C58}"/>
                </a:ext>
              </a:extLst>
            </p:cNvPr>
            <p:cNvCxnSpPr>
              <a:cxnSpLocks/>
              <a:stCxn id="147" idx="1"/>
              <a:endCxn id="147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16B11255-B307-4B35-D1AF-E5023AC707A0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669F1DEF-3F29-FB30-1A75-9C396020D8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5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69E951A6-3A44-3F14-221A-09BFF1D42B8A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E146F342-41E7-2D1E-0A2E-ACDBA0D9CB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5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6035FBDB-B715-4178-A030-F674A2D46067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B6BBCDAF-759F-C3E3-5F13-42FB44C7F0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C3BD8A45-EDA3-180E-D58F-9280CE608452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4C5B831C-8194-3E04-98B7-557385417362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79F2178B-C767-9581-4E87-E313BF1477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6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8A17FEC6-F3AB-4C20-CBF9-0191201DA779}"/>
              </a:ext>
            </a:extLst>
          </p:cNvPr>
          <p:cNvGrpSpPr/>
          <p:nvPr/>
        </p:nvGrpSpPr>
        <p:grpSpPr>
          <a:xfrm>
            <a:off x="10347186" y="3021356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26046697-9607-F9D8-71D5-D1DDB37C35AD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2D455280-38AE-25A6-BBB8-586C71AC671F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93241870-A61C-30E3-4915-BDBE42011A05}"/>
                </a:ext>
              </a:extLst>
            </p:cNvPr>
            <p:cNvCxnSpPr>
              <a:cxnSpLocks/>
              <a:stCxn id="156" idx="1"/>
              <a:endCxn id="156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11A03CF0-6758-0388-1D3B-C60B464FDCEB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18E9EA9A-6042-6A86-97BE-0BDB5CC53C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6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17332AA4-6801-7198-A880-C1266CF0D236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05A7BD98-2304-5D1D-F8AF-FD90583AB5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6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21BDF76C-B4AB-AC12-BF8D-A03E152D6A5D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BDEB138F-4D26-BF76-97DC-71CADCC679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62C9602E-70B7-8B6F-B139-34B8404D3B00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9710BAB0-3360-7871-7A46-7A0CED41FE97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0B30877C-48A4-C5BC-1279-F64CF3AB53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8" cy="369332"/>
                </a:xfrm>
                <a:prstGeom prst="rect">
                  <a:avLst/>
                </a:prstGeom>
                <a:blipFill>
                  <a:blip r:embed="rId6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3B52133F-8496-7F96-8D74-EE5BF71434FF}"/>
              </a:ext>
            </a:extLst>
          </p:cNvPr>
          <p:cNvGrpSpPr/>
          <p:nvPr/>
        </p:nvGrpSpPr>
        <p:grpSpPr>
          <a:xfrm>
            <a:off x="10899569" y="3024762"/>
            <a:ext cx="552468" cy="1774377"/>
            <a:chOff x="585073" y="2591561"/>
            <a:chExt cx="552468" cy="177437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DEB70074-C5C3-A957-C782-5703DF0BEDD1}"/>
                </a:ext>
              </a:extLst>
            </p:cNvPr>
            <p:cNvSpPr/>
            <p:nvPr/>
          </p:nvSpPr>
          <p:spPr>
            <a:xfrm>
              <a:off x="591022" y="2591561"/>
              <a:ext cx="529868" cy="177437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1970D8D4-ECCA-7B79-38B5-33BF6BCC5261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54652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B5576B1B-04DE-C09C-6887-628A246499E9}"/>
                </a:ext>
              </a:extLst>
            </p:cNvPr>
            <p:cNvCxnSpPr>
              <a:cxnSpLocks/>
              <a:stCxn id="165" idx="1"/>
              <a:endCxn id="165" idx="3"/>
            </p:cNvCxnSpPr>
            <p:nvPr/>
          </p:nvCxnSpPr>
          <p:spPr>
            <a:xfrm>
              <a:off x="591022" y="3478750"/>
              <a:ext cx="529868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E82E342B-7582-CC9B-21D7-3FD28E5E2453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56C41331-DA58-ADA8-6054-9D4AF18F6A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9537" cy="369332"/>
                </a:xfrm>
                <a:prstGeom prst="rect">
                  <a:avLst/>
                </a:prstGeom>
                <a:blipFill>
                  <a:blip r:embed="rId6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C998C9AE-8FE8-2899-4A19-B7D020C9EF62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2094FB52-0056-D029-4294-166C19E6D3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7" cy="369332"/>
                </a:xfrm>
                <a:prstGeom prst="rect">
                  <a:avLst/>
                </a:prstGeom>
                <a:blipFill>
                  <a:blip r:embed="rId6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D1B88291-AC4D-BC85-6B96-A00F94A60F86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63DDDCCD-9E44-1D64-C4AE-124EBB0570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6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FCE0C7A0-75EE-408A-B5B1-300242904E4B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53581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26B0EE4A-81AF-033B-5F71-0267AEC63C60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8B82D60E-706B-503A-CF58-44433E6F53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419537" cy="369332"/>
                </a:xfrm>
                <a:prstGeom prst="rect">
                  <a:avLst/>
                </a:prstGeom>
                <a:blipFill>
                  <a:blip r:embed="rId6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3" name="Arrow: Right 172">
            <a:extLst>
              <a:ext uri="{FF2B5EF4-FFF2-40B4-BE49-F238E27FC236}">
                <a16:creationId xmlns:a16="http://schemas.microsoft.com/office/drawing/2014/main" id="{FBA68F66-6C72-2E54-D810-E31FADAE98B9}"/>
              </a:ext>
            </a:extLst>
          </p:cNvPr>
          <p:cNvSpPr/>
          <p:nvPr/>
        </p:nvSpPr>
        <p:spPr>
          <a:xfrm>
            <a:off x="5486400" y="2322165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9A55BC13-3E44-7DC9-E25E-D7E039883A45}"/>
              </a:ext>
            </a:extLst>
          </p:cNvPr>
          <p:cNvGrpSpPr/>
          <p:nvPr/>
        </p:nvGrpSpPr>
        <p:grpSpPr>
          <a:xfrm>
            <a:off x="7171716" y="4923329"/>
            <a:ext cx="1065058" cy="499397"/>
            <a:chOff x="1980958" y="2952087"/>
            <a:chExt cx="1065058" cy="499397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D2808441-714E-CFFA-1763-472C55C3616E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5DC230A1-6249-9E74-B0BF-2C5DEAF09A15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C7E6116A-6437-D2E0-CF53-BC81CC001B1E}"/>
                  </a:ext>
                </a:extLst>
              </p:cNvPr>
              <p:cNvCxnSpPr>
                <a:cxnSpLocks/>
                <a:stCxn id="178" idx="0"/>
                <a:endCxn id="178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765CFFBE-9198-DCCF-45D2-0EFEEAC4F69C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F6C81FA9-02C3-69A8-CA47-28F0913AE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7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A9E4C36A-A115-C3CB-65A7-A1F7FA964853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7041A441-17D9-641B-5483-538D22C81A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38DECD29-06F2-55B1-D3B8-7759C18F4530}"/>
              </a:ext>
            </a:extLst>
          </p:cNvPr>
          <p:cNvGrpSpPr/>
          <p:nvPr/>
        </p:nvGrpSpPr>
        <p:grpSpPr>
          <a:xfrm>
            <a:off x="8229201" y="4927869"/>
            <a:ext cx="1065058" cy="499397"/>
            <a:chOff x="1980958" y="2952087"/>
            <a:chExt cx="1065058" cy="499397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E37CE4C8-D867-EC5E-5215-7AEB927AE84D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5AF0B06B-9801-FFE2-511A-29735E61718B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E7974480-0D45-451B-BC4B-E7F487277E49}"/>
                  </a:ext>
                </a:extLst>
              </p:cNvPr>
              <p:cNvCxnSpPr>
                <a:cxnSpLocks/>
                <a:stCxn id="184" idx="0"/>
                <a:endCxn id="184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9B13DF6A-81C7-0BC3-0C4F-856554AC1FBE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C5E9921B-67ED-88FF-DA62-2681E7E2BD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7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E1A75909-43DA-F9D5-D334-3E1A798703A4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8B2B3935-0131-4F52-71A7-8CBFE03968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6" name="Arrow: Right 185">
            <a:extLst>
              <a:ext uri="{FF2B5EF4-FFF2-40B4-BE49-F238E27FC236}">
                <a16:creationId xmlns:a16="http://schemas.microsoft.com/office/drawing/2014/main" id="{09DEE23B-D0B1-258E-2EAA-3E5E5DB0C66A}"/>
              </a:ext>
            </a:extLst>
          </p:cNvPr>
          <p:cNvSpPr/>
          <p:nvPr/>
        </p:nvSpPr>
        <p:spPr>
          <a:xfrm>
            <a:off x="3424506" y="4921877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A1165C4-0F2A-AE74-0ADB-C21BBF88007D}"/>
              </a:ext>
            </a:extLst>
          </p:cNvPr>
          <p:cNvGrpSpPr/>
          <p:nvPr/>
        </p:nvGrpSpPr>
        <p:grpSpPr>
          <a:xfrm>
            <a:off x="838200" y="5833099"/>
            <a:ext cx="1059735" cy="896233"/>
            <a:chOff x="1980958" y="2952087"/>
            <a:chExt cx="1059735" cy="896233"/>
          </a:xfrm>
          <a:pattFill prst="lgCheck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7E611CD-C714-4C22-CCA6-3F1134A0279D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41C8EF2-ACF0-8CBA-9CB3-636A03BBA1F5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46492903-25FB-E514-B48B-04F507098C3B}"/>
                  </a:ext>
                </a:extLst>
              </p:cNvPr>
              <p:cNvCxnSpPr>
                <a:stCxn id="19" idx="0"/>
                <a:endCxn id="19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4802D2D2-3D82-C743-47F2-F9F2EA84B05C}"/>
                  </a:ext>
                </a:extLst>
              </p:cNvPr>
              <p:cNvCxnSpPr>
                <a:cxnSpLocks/>
                <a:endCxn id="19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16A34E1-5391-641C-B9FD-B374E5B72B08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98247F4-A89D-0375-15C7-F0693083F7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7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A6AF822-F633-AF8D-F1E7-208940303EC0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56FE1B0-8413-094A-4773-42ADBB1151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7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8EDD0A9-B9B7-BAC8-7856-C321A66BBD4D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3D895BB-993F-9E25-C26F-68C80F79D9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76"/>
                  <a:stretch>
                    <a:fillRect r="-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718D44F-252B-C18E-21C5-39132E4D45B9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4E27109-2824-7B39-24C0-6D925A507A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7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8C44459-D9C5-B60E-4710-3559FDFDC1E5}"/>
              </a:ext>
            </a:extLst>
          </p:cNvPr>
          <p:cNvGrpSpPr/>
          <p:nvPr/>
        </p:nvGrpSpPr>
        <p:grpSpPr>
          <a:xfrm>
            <a:off x="5025416" y="5984242"/>
            <a:ext cx="1065058" cy="499397"/>
            <a:chOff x="1980958" y="2952087"/>
            <a:chExt cx="1065058" cy="499397"/>
          </a:xfrm>
          <a:pattFill prst="sphere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553B51C-77F7-7727-5F3E-2D62A3C3E079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73B706D-FC97-67EE-313A-FB0B76C8AE1D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64CCF793-619A-43DC-1F87-68E4CDE9B6A5}"/>
                  </a:ext>
                </a:extLst>
              </p:cNvPr>
              <p:cNvCxnSpPr>
                <a:cxnSpLocks/>
                <a:stCxn id="26" idx="0"/>
                <a:endCxn id="26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3E31D34-23FB-C6F6-B422-4F07359B599E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FB890AF-35B9-8EC6-EE9F-06B9A0FAB5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7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710BE1F-9A59-B461-CE6B-0E17E37959EC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4D03EF2-3704-E77D-45B6-4C3732CB6E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6EB3155-3D6B-D062-6849-EDA04AB14320}"/>
              </a:ext>
            </a:extLst>
          </p:cNvPr>
          <p:cNvGrpSpPr/>
          <p:nvPr/>
        </p:nvGrpSpPr>
        <p:grpSpPr>
          <a:xfrm>
            <a:off x="6082901" y="5988782"/>
            <a:ext cx="1065058" cy="499397"/>
            <a:chOff x="1980958" y="2952087"/>
            <a:chExt cx="1065058" cy="499397"/>
          </a:xfrm>
          <a:pattFill prst="sphere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2672248-81BC-C5B6-EFE0-087B996DAEE1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159BEEB-1B2A-BB73-57BB-FF2E2A8512A0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CB2C0FE7-441E-837E-58A9-3E607065B0D2}"/>
                  </a:ext>
                </a:extLst>
              </p:cNvPr>
              <p:cNvCxnSpPr>
                <a:cxnSpLocks/>
                <a:stCxn id="32" idx="0"/>
                <a:endCxn id="32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A909114-0BFA-2B68-C1B2-EEF0871F1D22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C61F572-50FC-5270-9CE0-DC8DBDA4B3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8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FBC8754D-2089-1904-FFFF-FEB8C8C48B1B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9A23FE2-8983-BC51-5593-EFFDA86342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5DB3577-F22D-3B68-D56F-58F9D60C0FF4}"/>
              </a:ext>
            </a:extLst>
          </p:cNvPr>
          <p:cNvGrpSpPr/>
          <p:nvPr/>
        </p:nvGrpSpPr>
        <p:grpSpPr>
          <a:xfrm>
            <a:off x="2175510" y="5836909"/>
            <a:ext cx="1059735" cy="896233"/>
            <a:chOff x="1980958" y="2952087"/>
            <a:chExt cx="1059735" cy="896233"/>
          </a:xfrm>
          <a:pattFill prst="lgCheck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499B93B-7279-8551-5E32-3BF65DFC8A99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  <a:grpFill/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868EF45F-2A0E-A26A-9C8F-80F57662A534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211813C4-A6A2-F9ED-3F77-16A05AD44DF8}"/>
                  </a:ext>
                </a:extLst>
              </p:cNvPr>
              <p:cNvCxnSpPr>
                <a:stCxn id="82" idx="0"/>
                <a:endCxn id="82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2B6C2729-9E91-EC82-696F-A0D632992EA2}"/>
                  </a:ext>
                </a:extLst>
              </p:cNvPr>
              <p:cNvCxnSpPr>
                <a:cxnSpLocks/>
                <a:endCxn id="82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2EE33FF5-99B8-A81C-FD8D-9326C2D915C2}"/>
                    </a:ext>
                  </a:extLst>
                </p:cNvPr>
                <p:cNvSpPr txBox="1"/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21712B6C-A5F4-BD93-39BF-5980EA9809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97" y="3030870"/>
                  <a:ext cx="430530" cy="369332"/>
                </a:xfrm>
                <a:prstGeom prst="rect">
                  <a:avLst/>
                </a:prstGeom>
                <a:blipFill>
                  <a:blip r:embed="rId8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B81AABF-404F-6496-EBC7-D31C2CD77D0A}"/>
                    </a:ext>
                  </a:extLst>
                </p:cNvPr>
                <p:cNvSpPr txBox="1"/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937EF72F-7BB2-1C4B-F6CF-FDD9980433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806" y="3030870"/>
                  <a:ext cx="430531" cy="369332"/>
                </a:xfrm>
                <a:prstGeom prst="rect">
                  <a:avLst/>
                </a:prstGeom>
                <a:blipFill>
                  <a:blip r:embed="rId8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9F10121B-9230-9FD1-7E1B-B26BB1A029B1}"/>
                    </a:ext>
                  </a:extLst>
                </p:cNvPr>
                <p:cNvSpPr txBox="1"/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F95054B5-2768-7FB6-B6FE-3FACF1F741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787" y="3457797"/>
                  <a:ext cx="422910" cy="369332"/>
                </a:xfrm>
                <a:prstGeom prst="rect">
                  <a:avLst/>
                </a:prstGeom>
                <a:blipFill>
                  <a:blip r:embed="rId84"/>
                  <a:stretch>
                    <a:fillRect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06CD6BDA-B8F4-289E-8B30-B9BB6E0D4959}"/>
                    </a:ext>
                  </a:extLst>
                </p:cNvPr>
                <p:cNvSpPr txBox="1"/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C385E579-E056-557E-4296-B912D09DE9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996" y="3468393"/>
                  <a:ext cx="419101" cy="369332"/>
                </a:xfrm>
                <a:prstGeom prst="rect">
                  <a:avLst/>
                </a:prstGeom>
                <a:blipFill>
                  <a:blip r:embed="rId8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15AF0073-C863-CAF7-0B4D-400FA657D0BA}"/>
              </a:ext>
            </a:extLst>
          </p:cNvPr>
          <p:cNvGrpSpPr/>
          <p:nvPr/>
        </p:nvGrpSpPr>
        <p:grpSpPr>
          <a:xfrm>
            <a:off x="7171716" y="5990592"/>
            <a:ext cx="1065058" cy="499397"/>
            <a:chOff x="1980958" y="2952087"/>
            <a:chExt cx="1065058" cy="499397"/>
          </a:xfrm>
          <a:pattFill prst="sphere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D54ED0B5-6D68-BA80-220D-36B413A316BF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6968102A-95F1-ED94-04BA-5051E2ADA2E2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1FE83820-D7B7-CB81-AD09-6C3859EF4BAB}"/>
                  </a:ext>
                </a:extLst>
              </p:cNvPr>
              <p:cNvCxnSpPr>
                <a:cxnSpLocks/>
                <a:stCxn id="110" idx="0"/>
                <a:endCxn id="11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C4D9FAEF-BAB6-FB34-AE31-F0A4D31CEBF8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8EB1922E-6BD5-EC4C-EC32-D8E043CBB5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8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2387FCF1-5EE8-AFC0-6A30-9A78F8F2C070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0602271E-DAE7-B644-CF00-2074A77B8B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79479E06-EAAE-4CFF-73F8-A4D4237B24C3}"/>
              </a:ext>
            </a:extLst>
          </p:cNvPr>
          <p:cNvGrpSpPr/>
          <p:nvPr/>
        </p:nvGrpSpPr>
        <p:grpSpPr>
          <a:xfrm>
            <a:off x="8229201" y="5995132"/>
            <a:ext cx="1065058" cy="499397"/>
            <a:chOff x="1980958" y="2952087"/>
            <a:chExt cx="1065058" cy="499397"/>
          </a:xfrm>
          <a:pattFill prst="sphere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2CD26752-87C9-12D6-1D6B-0D6DE778B583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74D10C0A-3DE7-CB78-A0EB-FFE082E04859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7598AD62-3805-5E40-01DF-E30FA3FE8C8B}"/>
                  </a:ext>
                </a:extLst>
              </p:cNvPr>
              <p:cNvCxnSpPr>
                <a:cxnSpLocks/>
                <a:stCxn id="190" idx="0"/>
                <a:endCxn id="19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CBB0CF4F-37B4-F2C1-C4A0-7BCC82FC6D24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247F584D-D2B3-F65F-B008-470074F563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8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C5A6A0D7-00A5-38ED-31DF-0F23D04CC4BA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2E366898-CA28-F827-679A-A1A8EE9E29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2" name="Arrow: Right 191">
            <a:extLst>
              <a:ext uri="{FF2B5EF4-FFF2-40B4-BE49-F238E27FC236}">
                <a16:creationId xmlns:a16="http://schemas.microsoft.com/office/drawing/2014/main" id="{74D55052-8892-26A0-D20F-7D488C806610}"/>
              </a:ext>
            </a:extLst>
          </p:cNvPr>
          <p:cNvSpPr/>
          <p:nvPr/>
        </p:nvSpPr>
        <p:spPr>
          <a:xfrm>
            <a:off x="3424506" y="5989140"/>
            <a:ext cx="1072749" cy="55930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725971E6-1F95-D6AE-8605-A49832EF2B21}"/>
              </a:ext>
            </a:extLst>
          </p:cNvPr>
          <p:cNvCxnSpPr/>
          <p:nvPr/>
        </p:nvCxnSpPr>
        <p:spPr>
          <a:xfrm>
            <a:off x="5022850" y="4629150"/>
            <a:ext cx="4248150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37604871-3B54-D597-E205-7D8D01E7BA5B}"/>
              </a:ext>
            </a:extLst>
          </p:cNvPr>
          <p:cNvCxnSpPr>
            <a:cxnSpLocks/>
          </p:cNvCxnSpPr>
          <p:nvPr/>
        </p:nvCxnSpPr>
        <p:spPr>
          <a:xfrm flipV="1">
            <a:off x="9436100" y="4921877"/>
            <a:ext cx="0" cy="1626568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350CBD5C-30BD-CFDC-5B50-CD09ADAFF127}"/>
              </a:ext>
            </a:extLst>
          </p:cNvPr>
          <p:cNvCxnSpPr>
            <a:cxnSpLocks/>
          </p:cNvCxnSpPr>
          <p:nvPr/>
        </p:nvCxnSpPr>
        <p:spPr>
          <a:xfrm>
            <a:off x="9696450" y="4921877"/>
            <a:ext cx="1797050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2DB91934-C1CC-FF08-1D79-A6A781AE0741}"/>
                  </a:ext>
                </a:extLst>
              </p:cNvPr>
              <p:cNvSpPr txBox="1"/>
              <p:nvPr/>
            </p:nvSpPr>
            <p:spPr>
              <a:xfrm>
                <a:off x="9271000" y="5606018"/>
                <a:ext cx="9270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ED87231B-C13D-4E1E-EB33-8D9A8E425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1000" y="5606018"/>
                <a:ext cx="927099" cy="369332"/>
              </a:xfrm>
              <a:prstGeom prst="rect">
                <a:avLst/>
              </a:prstGeom>
              <a:blipFill>
                <a:blip r:embed="rId9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7C1506D7-623A-C3E0-41EE-4B411C8CFEED}"/>
              </a:ext>
            </a:extLst>
          </p:cNvPr>
          <p:cNvCxnSpPr>
            <a:cxnSpLocks/>
          </p:cNvCxnSpPr>
          <p:nvPr/>
        </p:nvCxnSpPr>
        <p:spPr>
          <a:xfrm>
            <a:off x="9696450" y="882650"/>
            <a:ext cx="0" cy="391160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3C331332-CF43-5A52-7F71-D010FAA0E44F}"/>
                  </a:ext>
                </a:extLst>
              </p:cNvPr>
              <p:cNvSpPr txBox="1"/>
              <p:nvPr/>
            </p:nvSpPr>
            <p:spPr>
              <a:xfrm>
                <a:off x="8255000" y="2601817"/>
                <a:ext cx="1441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FCA7DAB8-8814-7FAA-E179-B5D49E01A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000" y="2601817"/>
                <a:ext cx="1441450" cy="369332"/>
              </a:xfrm>
              <a:prstGeom prst="rect">
                <a:avLst/>
              </a:prstGeom>
              <a:blipFill>
                <a:blip r:embed="rId9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E3991BC9-E96A-1DC4-D4F6-AD9D35389073}"/>
                  </a:ext>
                </a:extLst>
              </p:cNvPr>
              <p:cNvSpPr txBox="1"/>
              <p:nvPr/>
            </p:nvSpPr>
            <p:spPr>
              <a:xfrm>
                <a:off x="6648450" y="4343400"/>
                <a:ext cx="1441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E4488308-1B3C-22FC-9206-FD442FB86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8450" y="4343400"/>
                <a:ext cx="1441450" cy="369332"/>
              </a:xfrm>
              <a:prstGeom prst="rect">
                <a:avLst/>
              </a:prstGeom>
              <a:blipFill>
                <a:blip r:embed="rId9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F0DD055B-91E6-AB0F-83E2-FD1129FF55EC}"/>
                  </a:ext>
                </a:extLst>
              </p:cNvPr>
              <p:cNvSpPr txBox="1"/>
              <p:nvPr/>
            </p:nvSpPr>
            <p:spPr>
              <a:xfrm>
                <a:off x="10131425" y="4921877"/>
                <a:ext cx="9270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2390D319-29E3-0AFB-A70B-99C496517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1425" y="4921877"/>
                <a:ext cx="927099" cy="369332"/>
              </a:xfrm>
              <a:prstGeom prst="rect">
                <a:avLst/>
              </a:prstGeom>
              <a:blipFill>
                <a:blip r:embed="rId9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1754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9C1E4-0A2E-8FC3-812F-9E56DD218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F83E8-7B13-4D8F-BE41-03F518B5B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597900" cy="1325563"/>
          </a:xfrm>
        </p:spPr>
        <p:txBody>
          <a:bodyPr/>
          <a:lstStyle/>
          <a:p>
            <a:r>
              <a:rPr lang="en-US" dirty="0"/>
              <a:t>Structured Pruning – Layer Pruning</a:t>
            </a:r>
          </a:p>
        </p:txBody>
      </p:sp>
    </p:spTree>
    <p:extLst>
      <p:ext uri="{BB962C8B-B14F-4D97-AF65-F5344CB8AC3E}">
        <p14:creationId xmlns:p14="http://schemas.microsoft.com/office/powerpoint/2010/main" val="26475507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D9255-0B76-BFBA-A755-0D8828022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FD22D-22D8-FEC3-9331-00577E37D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Pruning entire layers or channels lead to significant reduction in memory and computation</a:t>
            </a:r>
          </a:p>
          <a:p>
            <a:pPr lvl="1"/>
            <a:r>
              <a:rPr lang="en-US" dirty="0"/>
              <a:t>But may lead to significant accuracy drop</a:t>
            </a:r>
          </a:p>
          <a:p>
            <a:endParaRPr lang="en-US" dirty="0"/>
          </a:p>
          <a:p>
            <a:r>
              <a:rPr lang="en-US" dirty="0"/>
              <a:t>Pruning filters/connections lets you prune at a finer granularity level (compared to layers or channels) and may preserve accuracy</a:t>
            </a:r>
          </a:p>
          <a:p>
            <a:endParaRPr lang="en-US" dirty="0"/>
          </a:p>
          <a:p>
            <a:r>
              <a:rPr lang="en-US" dirty="0"/>
              <a:t>In practice, the best pruning technique entirely depends upon the application domain</a:t>
            </a:r>
          </a:p>
        </p:txBody>
      </p:sp>
    </p:spTree>
    <p:extLst>
      <p:ext uri="{BB962C8B-B14F-4D97-AF65-F5344CB8AC3E}">
        <p14:creationId xmlns:p14="http://schemas.microsoft.com/office/powerpoint/2010/main" val="2275172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5BB63-741C-F9DA-9DAA-120E98BD4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Grouped Convolutions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CBD81-3AF3-0C0F-E5C9-B59B11644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78296"/>
          </a:xfrm>
        </p:spPr>
        <p:txBody>
          <a:bodyPr>
            <a:normAutofit/>
          </a:bodyPr>
          <a:lstStyle/>
          <a:p>
            <a:r>
              <a:rPr lang="en-US" dirty="0"/>
              <a:t>A type of Filter/Connection pruning</a:t>
            </a:r>
          </a:p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D9764EF-DEFF-1BCB-7FD7-62351E26C558}"/>
              </a:ext>
            </a:extLst>
          </p:cNvPr>
          <p:cNvGrpSpPr/>
          <p:nvPr/>
        </p:nvGrpSpPr>
        <p:grpSpPr>
          <a:xfrm>
            <a:off x="7827436" y="3526449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CC1806C-B185-F0A1-2237-DE0126BB9455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6F3787A-D53C-B474-7B62-99E6E5DFF18B}"/>
                </a:ext>
              </a:extLst>
            </p:cNvPr>
            <p:cNvCxnSpPr>
              <a:cxnSpLocks/>
              <a:stCxn id="6" idx="0"/>
              <a:endCxn id="6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C5E5567-574D-B916-B767-7C6F7F8F66DF}"/>
              </a:ext>
            </a:extLst>
          </p:cNvPr>
          <p:cNvGrpSpPr/>
          <p:nvPr/>
        </p:nvGrpSpPr>
        <p:grpSpPr>
          <a:xfrm>
            <a:off x="7827436" y="4025846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2C1CDD6-01CE-DA22-0F99-9BA269D26CA6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87955FF-0711-4F20-5552-C71C4AD3EEE7}"/>
                </a:ext>
              </a:extLst>
            </p:cNvPr>
            <p:cNvCxnSpPr>
              <a:cxnSpLocks/>
              <a:stCxn id="18" idx="0"/>
              <a:endCxn id="18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EC3FE5D-E61A-C0A7-A769-E8DD47BCDBE6}"/>
                  </a:ext>
                </a:extLst>
              </p:cNvPr>
              <p:cNvSpPr txBox="1"/>
              <p:nvPr/>
            </p:nvSpPr>
            <p:spPr>
              <a:xfrm>
                <a:off x="7129811" y="2652669"/>
                <a:ext cx="5426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EC3FE5D-E61A-C0A7-A769-E8DD47BCD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9811" y="2652669"/>
                <a:ext cx="54264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D507E0D-17BF-030E-5956-CA8B4A591629}"/>
                  </a:ext>
                </a:extLst>
              </p:cNvPr>
              <p:cNvSpPr txBox="1"/>
              <p:nvPr/>
            </p:nvSpPr>
            <p:spPr>
              <a:xfrm>
                <a:off x="7860800" y="3027052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D507E0D-17BF-030E-5956-CA8B4A591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0800" y="3027052"/>
                <a:ext cx="36580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14B8B41-10DD-B2F5-8F59-339D7B0391F6}"/>
              </a:ext>
            </a:extLst>
          </p:cNvPr>
          <p:cNvCxnSpPr>
            <a:cxnSpLocks/>
          </p:cNvCxnSpPr>
          <p:nvPr/>
        </p:nvCxnSpPr>
        <p:spPr>
          <a:xfrm>
            <a:off x="7802275" y="2857110"/>
            <a:ext cx="108443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2ADE7F2-AE8B-D42C-E28C-A73F013AAC92}"/>
                  </a:ext>
                </a:extLst>
              </p:cNvPr>
              <p:cNvSpPr txBox="1"/>
              <p:nvPr/>
            </p:nvSpPr>
            <p:spPr>
              <a:xfrm>
                <a:off x="5203755" y="3906212"/>
                <a:ext cx="6580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2ADE7F2-AE8B-D42C-E28C-A73F013AA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3755" y="3906212"/>
                <a:ext cx="65806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A831E72-BF9F-B089-BFD4-FE403404541B}"/>
                  </a:ext>
                </a:extLst>
              </p:cNvPr>
              <p:cNvSpPr txBox="1"/>
              <p:nvPr/>
            </p:nvSpPr>
            <p:spPr>
              <a:xfrm>
                <a:off x="7007614" y="4804545"/>
                <a:ext cx="37581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Each cell here is an entire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kernel </a:t>
                </a: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A831E72-BF9F-B089-BFD4-FE4034045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7614" y="4804545"/>
                <a:ext cx="3758197" cy="369332"/>
              </a:xfrm>
              <a:prstGeom prst="rect">
                <a:avLst/>
              </a:prstGeom>
              <a:blipFill>
                <a:blip r:embed="rId5"/>
                <a:stretch>
                  <a:fillRect l="-1461" t="-8197" r="-243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72A0E541-9D97-D1A2-7310-CF8E22ED2A2B}"/>
              </a:ext>
            </a:extLst>
          </p:cNvPr>
          <p:cNvGrpSpPr/>
          <p:nvPr/>
        </p:nvGrpSpPr>
        <p:grpSpPr>
          <a:xfrm>
            <a:off x="545093" y="3226442"/>
            <a:ext cx="1065058" cy="499397"/>
            <a:chOff x="1980958" y="2952087"/>
            <a:chExt cx="1065058" cy="499397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8E8BBDD9-C68F-6B64-F77E-D24BAA59F417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4F661104-9B2D-D65A-813E-22AD9FE78BA8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DD5E2063-F3D3-79EE-CF33-A8C9F00EC72B}"/>
                  </a:ext>
                </a:extLst>
              </p:cNvPr>
              <p:cNvCxnSpPr>
                <a:cxnSpLocks/>
                <a:stCxn id="60" idx="0"/>
                <a:endCxn id="6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4D6B262B-8036-BD5C-E8CC-FB739291FE7F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09BC62B9-B233-333E-D436-24D6B3A77F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8E501967-8067-C153-7454-100E790C2957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4F5D04CC-6177-6382-99C0-CFA5F67263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E5C6DBD-4A8D-FA0E-9A60-CA0DC8334308}"/>
              </a:ext>
            </a:extLst>
          </p:cNvPr>
          <p:cNvGrpSpPr/>
          <p:nvPr/>
        </p:nvGrpSpPr>
        <p:grpSpPr>
          <a:xfrm>
            <a:off x="1602578" y="3230982"/>
            <a:ext cx="1065058" cy="499397"/>
            <a:chOff x="1980958" y="2952087"/>
            <a:chExt cx="1065058" cy="499397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BF1B649C-F9DE-0241-AD27-E065C32E7B7C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15F8FF1B-0FC6-7101-4416-AD219E5EB0A0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FF5CC8EB-6E32-1D39-BE18-D36F31322CA7}"/>
                  </a:ext>
                </a:extLst>
              </p:cNvPr>
              <p:cNvCxnSpPr>
                <a:cxnSpLocks/>
                <a:stCxn id="66" idx="0"/>
                <a:endCxn id="66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27E0AA1A-C0D0-EBCE-8916-A3E26F7E9670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02236777-AB1D-9738-0384-6F34D9ABAB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EC7E3608-2378-1A15-42CD-F90347D12C07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0EA24279-E344-9473-BD87-18A51A4796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21D004E-3178-0619-4CAC-A838FAB370C5}"/>
              </a:ext>
            </a:extLst>
          </p:cNvPr>
          <p:cNvGrpSpPr/>
          <p:nvPr/>
        </p:nvGrpSpPr>
        <p:grpSpPr>
          <a:xfrm>
            <a:off x="2691393" y="3232792"/>
            <a:ext cx="1065058" cy="499397"/>
            <a:chOff x="1980958" y="2952087"/>
            <a:chExt cx="1065058" cy="499397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81E822DB-8B4D-76A6-BD3B-B9073FBF3551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8749058B-4694-03D3-2B20-5E3FDC02A46F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2A30D076-86FD-DD40-35EB-5631C7ADD25A}"/>
                  </a:ext>
                </a:extLst>
              </p:cNvPr>
              <p:cNvCxnSpPr>
                <a:cxnSpLocks/>
                <a:stCxn id="72" idx="0"/>
                <a:endCxn id="72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D38F3B2C-F637-EE63-EDE8-E3260DEFA4CD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F6C81FA9-02C3-69A8-CA47-28F0913AE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7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38C86413-6592-7117-083E-0AEC2BC7B005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7041A441-17D9-641B-5483-538D22C81A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51ECEE2-D11C-65C8-B9BF-8BEC40035C28}"/>
              </a:ext>
            </a:extLst>
          </p:cNvPr>
          <p:cNvGrpSpPr/>
          <p:nvPr/>
        </p:nvGrpSpPr>
        <p:grpSpPr>
          <a:xfrm>
            <a:off x="3748878" y="3237332"/>
            <a:ext cx="1065058" cy="499397"/>
            <a:chOff x="1980958" y="2952087"/>
            <a:chExt cx="1065058" cy="499397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1B3A7C4C-3646-B697-99D0-9AA5681D7007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E2521DB1-804F-9EE8-2D63-445D76185D4E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F2F7686A-EFB7-61C0-4467-9FAC1D7806E5}"/>
                  </a:ext>
                </a:extLst>
              </p:cNvPr>
              <p:cNvCxnSpPr>
                <a:cxnSpLocks/>
                <a:stCxn id="78" idx="0"/>
                <a:endCxn id="78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42DFEC5B-45AB-D744-9B8D-19014B57A909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C5E9921B-67ED-88FF-DA62-2681E7E2BD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7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706673ED-60E8-4A29-F02F-9C61C185EBC9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8B2B3935-0131-4F52-71A7-8CBFE03968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1FB50DC-636B-9FA0-EF4C-3F30E88FDD42}"/>
              </a:ext>
            </a:extLst>
          </p:cNvPr>
          <p:cNvGrpSpPr/>
          <p:nvPr/>
        </p:nvGrpSpPr>
        <p:grpSpPr>
          <a:xfrm>
            <a:off x="545093" y="4293705"/>
            <a:ext cx="1065058" cy="499397"/>
            <a:chOff x="1980958" y="2952087"/>
            <a:chExt cx="1065058" cy="499397"/>
          </a:xfrm>
          <a:pattFill prst="sphere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550BAFAC-B63C-3219-D5A9-13FF42765AF8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EB88D64D-40D1-3445-5B94-8C8FC84AA913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2E35A547-D9AD-CC15-42C0-6F020FCCEC3D}"/>
                  </a:ext>
                </a:extLst>
              </p:cNvPr>
              <p:cNvCxnSpPr>
                <a:cxnSpLocks/>
                <a:stCxn id="84" idx="0"/>
                <a:endCxn id="84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CD198E02-6EAC-5588-5682-2812273C98C6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FB890AF-35B9-8EC6-EE9F-06B9A0FAB5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7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273B26DF-3972-D8E8-A285-C85D9A3E4275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4D03EF2-3704-E77D-45B6-4C3732CB6E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7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7A7DA32-C5E3-4C7A-A081-1ACAEE31A14F}"/>
              </a:ext>
            </a:extLst>
          </p:cNvPr>
          <p:cNvGrpSpPr/>
          <p:nvPr/>
        </p:nvGrpSpPr>
        <p:grpSpPr>
          <a:xfrm>
            <a:off x="1602578" y="4298245"/>
            <a:ext cx="1065058" cy="499397"/>
            <a:chOff x="1980958" y="2952087"/>
            <a:chExt cx="1065058" cy="499397"/>
          </a:xfrm>
          <a:pattFill prst="sphere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6C493BC8-3778-7BED-77DF-6EE7C79786AC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859A4892-587A-C1F6-25A5-749D19353D50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5E67E370-8297-523D-2724-271AE9674FF2}"/>
                  </a:ext>
                </a:extLst>
              </p:cNvPr>
              <p:cNvCxnSpPr>
                <a:cxnSpLocks/>
                <a:stCxn id="90" idx="0"/>
                <a:endCxn id="90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E798B2A0-CA31-F096-4A46-818859CAD57A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C61F572-50FC-5270-9CE0-DC8DBDA4B3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8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7EA05A5F-76F5-47B9-2DEF-D525FB9863EF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9A23FE2-8983-BC51-5593-EFFDA86342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ECB95172-6ED4-CF0B-60A6-CACFDB74B303}"/>
              </a:ext>
            </a:extLst>
          </p:cNvPr>
          <p:cNvGrpSpPr/>
          <p:nvPr/>
        </p:nvGrpSpPr>
        <p:grpSpPr>
          <a:xfrm>
            <a:off x="2691393" y="4300055"/>
            <a:ext cx="1065058" cy="499397"/>
            <a:chOff x="1980958" y="2952087"/>
            <a:chExt cx="1065058" cy="499397"/>
          </a:xfrm>
          <a:pattFill prst="sphere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2ADCC8D1-3BA6-BB00-E3AD-A5CDEA415F8D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3F1DC3BD-948C-ECDB-4775-F42C006F718D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3E67CCD2-E169-609C-BD06-7D63AAE4A48C}"/>
                  </a:ext>
                </a:extLst>
              </p:cNvPr>
              <p:cNvCxnSpPr>
                <a:cxnSpLocks/>
                <a:stCxn id="96" idx="0"/>
                <a:endCxn id="96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00177F4A-9CEA-8B0D-B3F8-E6501E701568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8EB1922E-6BD5-EC4C-EC32-D8E043CBB5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8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52267D52-22F2-4708-D09F-25D8AA094F5C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0602271E-DAE7-B644-CF00-2074A77B8B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0028ADA-20CA-0E6E-E4C3-18A481F576D8}"/>
              </a:ext>
            </a:extLst>
          </p:cNvPr>
          <p:cNvGrpSpPr/>
          <p:nvPr/>
        </p:nvGrpSpPr>
        <p:grpSpPr>
          <a:xfrm>
            <a:off x="3748878" y="4304595"/>
            <a:ext cx="1065058" cy="499397"/>
            <a:chOff x="1980958" y="2952087"/>
            <a:chExt cx="1065058" cy="499397"/>
          </a:xfrm>
          <a:pattFill prst="sphere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ECF7455A-4283-8A85-CDB3-9C0EC7B0345E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CDDDE847-8684-E591-0E60-CB173E70248B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2210ADD2-B6F9-3943-E863-FD30EE8FCF45}"/>
                  </a:ext>
                </a:extLst>
              </p:cNvPr>
              <p:cNvCxnSpPr>
                <a:cxnSpLocks/>
                <a:stCxn id="102" idx="0"/>
                <a:endCxn id="102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A4473F23-FAD9-D7E8-FA99-7D82B663DF73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247F584D-D2B3-F65F-B008-470074F563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8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E79AFCEE-6AD1-E043-47F1-FC2B4C82EE2B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2E366898-CA28-F827-679A-A1A8EE9E29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8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0733356E-7D10-E615-E3B2-C6189003FED9}"/>
              </a:ext>
            </a:extLst>
          </p:cNvPr>
          <p:cNvCxnSpPr>
            <a:cxnSpLocks/>
          </p:cNvCxnSpPr>
          <p:nvPr/>
        </p:nvCxnSpPr>
        <p:spPr>
          <a:xfrm flipV="1">
            <a:off x="4955777" y="3231340"/>
            <a:ext cx="0" cy="1626568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1F521F32-C0DF-DF83-56ED-4CB9AEC1200B}"/>
                  </a:ext>
                </a:extLst>
              </p:cNvPr>
              <p:cNvSpPr txBox="1"/>
              <p:nvPr/>
            </p:nvSpPr>
            <p:spPr>
              <a:xfrm>
                <a:off x="8520908" y="3020767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1F521F32-C0DF-DF83-56ED-4CB9AEC12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0908" y="3020767"/>
                <a:ext cx="365805" cy="369332"/>
              </a:xfrm>
              <a:prstGeom prst="rect">
                <a:avLst/>
              </a:prstGeom>
              <a:blipFill>
                <a:blip r:embed="rId9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357D711D-3BDF-6D20-2A6B-B42EA3DF97A8}"/>
                  </a:ext>
                </a:extLst>
              </p:cNvPr>
              <p:cNvSpPr txBox="1"/>
              <p:nvPr/>
            </p:nvSpPr>
            <p:spPr>
              <a:xfrm>
                <a:off x="6672868" y="3185994"/>
                <a:ext cx="6580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357D711D-3BDF-6D20-2A6B-B42EA3DF9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868" y="3185994"/>
                <a:ext cx="658065" cy="369332"/>
              </a:xfrm>
              <a:prstGeom prst="rect">
                <a:avLst/>
              </a:prstGeom>
              <a:blipFill>
                <a:blip r:embed="rId9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C8540FCB-DF52-108A-76CC-13231DE9172C}"/>
              </a:ext>
            </a:extLst>
          </p:cNvPr>
          <p:cNvCxnSpPr>
            <a:cxnSpLocks/>
          </p:cNvCxnSpPr>
          <p:nvPr/>
        </p:nvCxnSpPr>
        <p:spPr>
          <a:xfrm flipH="1">
            <a:off x="6926106" y="3613666"/>
            <a:ext cx="3120" cy="100377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16B66131-60AE-3C03-99AE-00B5184EA578}"/>
                  </a:ext>
                </a:extLst>
              </p:cNvPr>
              <p:cNvSpPr txBox="1"/>
              <p:nvPr/>
            </p:nvSpPr>
            <p:spPr>
              <a:xfrm>
                <a:off x="7401137" y="3611900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16B66131-60AE-3C03-99AE-00B5184EA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1137" y="3611900"/>
                <a:ext cx="365805" cy="369332"/>
              </a:xfrm>
              <a:prstGeom prst="rect">
                <a:avLst/>
              </a:prstGeom>
              <a:blipFill>
                <a:blip r:embed="rId9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3870645E-7E1F-4CDC-B763-63A32E284BA1}"/>
                  </a:ext>
                </a:extLst>
              </p:cNvPr>
              <p:cNvSpPr txBox="1"/>
              <p:nvPr/>
            </p:nvSpPr>
            <p:spPr>
              <a:xfrm>
                <a:off x="7401136" y="4155911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3870645E-7E1F-4CDC-B763-63A32E284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1136" y="4155911"/>
                <a:ext cx="365805" cy="369332"/>
              </a:xfrm>
              <a:prstGeom prst="rect">
                <a:avLst/>
              </a:prstGeom>
              <a:blipFill>
                <a:blip r:embed="rId9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Rectangle 112">
            <a:extLst>
              <a:ext uri="{FF2B5EF4-FFF2-40B4-BE49-F238E27FC236}">
                <a16:creationId xmlns:a16="http://schemas.microsoft.com/office/drawing/2014/main" id="{48EA41C3-4785-5E06-0E03-CCBAB21E99B2}"/>
              </a:ext>
            </a:extLst>
          </p:cNvPr>
          <p:cNvSpPr/>
          <p:nvPr/>
        </p:nvSpPr>
        <p:spPr>
          <a:xfrm>
            <a:off x="6565506" y="5702877"/>
            <a:ext cx="529793" cy="499397"/>
          </a:xfrm>
          <a:prstGeom prst="rect">
            <a:avLst/>
          </a:prstGeom>
          <a:solidFill>
            <a:schemeClr val="accent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23606480-ED6F-9530-F793-42676FE71CA1}"/>
              </a:ext>
            </a:extLst>
          </p:cNvPr>
          <p:cNvGrpSpPr/>
          <p:nvPr/>
        </p:nvGrpSpPr>
        <p:grpSpPr>
          <a:xfrm>
            <a:off x="3400937" y="5702877"/>
            <a:ext cx="1065058" cy="499397"/>
            <a:chOff x="1980958" y="2952087"/>
            <a:chExt cx="1065058" cy="499397"/>
          </a:xfrm>
          <a:solidFill>
            <a:schemeClr val="bg1"/>
          </a:solidFill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DDC97B8D-5A78-C88D-C542-3393ED9E6BBF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95EDACE5-5E49-B8F1-856C-1E09E5178046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162332B9-A4E0-D7C6-1BBD-2A7D08F10664}"/>
                  </a:ext>
                </a:extLst>
              </p:cNvPr>
              <p:cNvCxnSpPr>
                <a:cxnSpLocks/>
                <a:stCxn id="118" idx="0"/>
                <a:endCxn id="118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5736A10E-3B4A-5D8A-0822-CE978D28EFDB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5736A10E-3B4A-5D8A-0822-CE978D28EF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9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3DAB8F83-C8A0-BEC0-A04C-21CF84C57F5D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3DAB8F83-C8A0-BEC0-A04C-21CF84C57F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9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C021D983-81E8-02E0-D3C4-1B5C3FF4D681}"/>
              </a:ext>
            </a:extLst>
          </p:cNvPr>
          <p:cNvGrpSpPr/>
          <p:nvPr/>
        </p:nvGrpSpPr>
        <p:grpSpPr>
          <a:xfrm>
            <a:off x="4458422" y="5707417"/>
            <a:ext cx="1065058" cy="499397"/>
            <a:chOff x="1980958" y="2952087"/>
            <a:chExt cx="1065058" cy="499397"/>
          </a:xfrm>
          <a:solidFill>
            <a:schemeClr val="bg1"/>
          </a:solidFill>
        </p:grpSpPr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DD4F2A88-DFC4-1BE5-5909-BEC42B85EE04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499397"/>
              <a:chOff x="1980958" y="2952087"/>
              <a:chExt cx="1059735" cy="499397"/>
            </a:xfrm>
            <a:grpFill/>
          </p:grpSpPr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9E865CC6-3903-D44A-A166-6443B15DAB0A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499397"/>
              </a:xfrm>
              <a:prstGeom prst="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3DB98C39-E299-3693-1EA6-9FBA47B8A7F0}"/>
                  </a:ext>
                </a:extLst>
              </p:cNvPr>
              <p:cNvCxnSpPr>
                <a:cxnSpLocks/>
                <a:stCxn id="124" idx="0"/>
                <a:endCxn id="124" idx="2"/>
              </p:cNvCxnSpPr>
              <p:nvPr/>
            </p:nvCxnSpPr>
            <p:spPr>
              <a:xfrm>
                <a:off x="2510826" y="2952087"/>
                <a:ext cx="0" cy="49939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C2777221-86B1-EEFF-BCA3-9B9D57253A53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C2777221-86B1-EEFF-BCA3-9B9D57253A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33864" cy="369332"/>
                </a:xfrm>
                <a:prstGeom prst="rect">
                  <a:avLst/>
                </a:prstGeom>
                <a:blipFill>
                  <a:blip r:embed="rId9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E04E6C23-27CC-19EB-4361-19F391F03C73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E04E6C23-27CC-19EB-4361-19F391F03C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9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1CA2727E-A85A-1F16-CF20-FF6EDE1623E7}"/>
                  </a:ext>
                </a:extLst>
              </p:cNvPr>
              <p:cNvSpPr txBox="1"/>
              <p:nvPr/>
            </p:nvSpPr>
            <p:spPr>
              <a:xfrm>
                <a:off x="5793093" y="5832850"/>
                <a:ext cx="4032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1CA2727E-A85A-1F16-CF20-FF6EDE162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3093" y="5832850"/>
                <a:ext cx="403245" cy="369332"/>
              </a:xfrm>
              <a:prstGeom prst="rect">
                <a:avLst/>
              </a:prstGeom>
              <a:blipFill>
                <a:blip r:embed="rId9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FA3EA7A8-BD1A-0C7F-56BE-67FC7B4814A7}"/>
                  </a:ext>
                </a:extLst>
              </p:cNvPr>
              <p:cNvSpPr txBox="1"/>
              <p:nvPr/>
            </p:nvSpPr>
            <p:spPr>
              <a:xfrm>
                <a:off x="5853988" y="3930885"/>
                <a:ext cx="4032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FA3EA7A8-BD1A-0C7F-56BE-67FC7B481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3988" y="3930885"/>
                <a:ext cx="403245" cy="369332"/>
              </a:xfrm>
              <a:prstGeom prst="rect">
                <a:avLst/>
              </a:prstGeom>
              <a:blipFill>
                <a:blip r:embed="rId9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90759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83D73-6E34-E994-2E50-7C80EFB38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Grouped Convolutions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FA558C-19DC-CEE1-268F-892CA62A8F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Recall the definition of CNN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dirty="0"/>
                  <a:t> kernels of size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Each kernel is a connection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/>
                  <a:t> input channel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dirty="0"/>
                  <a:t> output kernel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FA558C-19DC-CEE1-268F-892CA62A8F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86110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C00EA-2F18-8E63-4B9E-79EC1C4BE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Grouped Convolution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5FE74C-1348-2AE7-1C27-C2A894E83C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Key Idea: Remove a subset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dirty="0"/>
                  <a:t> connections by:</a:t>
                </a:r>
              </a:p>
              <a:p>
                <a:pPr lvl="1"/>
                <a:r>
                  <a:rPr lang="en-US" dirty="0"/>
                  <a:t>Partition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/>
                  <a:t> input channels into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groups</a:t>
                </a:r>
              </a:p>
              <a:p>
                <a:pPr lvl="1"/>
                <a:r>
                  <a:rPr lang="en-US" dirty="0"/>
                  <a:t>Partition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dirty="0"/>
                  <a:t> output channels into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groups</a:t>
                </a:r>
              </a:p>
              <a:p>
                <a:pPr lvl="1"/>
                <a:r>
                  <a:rPr lang="en-US" dirty="0"/>
                  <a:t>Only include connections between input and output channels when both belong to same group id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5FE74C-1348-2AE7-1C27-C2A894E83C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87004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7">
            <a:extLst>
              <a:ext uri="{FF2B5EF4-FFF2-40B4-BE49-F238E27FC236}">
                <a16:creationId xmlns:a16="http://schemas.microsoft.com/office/drawing/2014/main" id="{0443FDB9-7F10-49D5-4BFC-E888471B6724}"/>
              </a:ext>
            </a:extLst>
          </p:cNvPr>
          <p:cNvGrpSpPr/>
          <p:nvPr/>
        </p:nvGrpSpPr>
        <p:grpSpPr>
          <a:xfrm>
            <a:off x="3290072" y="4818576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1FA3308-3D0F-9F01-EDF5-3F6D03748E33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75F58531-ABBF-A383-B81A-FF5931D85E63}"/>
                </a:ext>
              </a:extLst>
            </p:cNvPr>
            <p:cNvCxnSpPr>
              <a:cxnSpLocks/>
              <a:stCxn id="79" idx="0"/>
              <a:endCxn id="79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06CB3B2B-5147-55BF-5A93-595CA3937219}"/>
              </a:ext>
            </a:extLst>
          </p:cNvPr>
          <p:cNvGrpSpPr/>
          <p:nvPr/>
        </p:nvGrpSpPr>
        <p:grpSpPr>
          <a:xfrm>
            <a:off x="4347557" y="4823116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AAE16813-4598-8C72-B69B-6230E69AEB33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3CDA1FB7-72B1-9AAB-923C-47608B2A5ABC}"/>
                </a:ext>
              </a:extLst>
            </p:cNvPr>
            <p:cNvCxnSpPr>
              <a:cxnSpLocks/>
              <a:stCxn id="82" idx="0"/>
              <a:endCxn id="82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D466C0CD-A17B-A973-12F7-50FD5F58823C}"/>
              </a:ext>
            </a:extLst>
          </p:cNvPr>
          <p:cNvGrpSpPr/>
          <p:nvPr/>
        </p:nvGrpSpPr>
        <p:grpSpPr>
          <a:xfrm>
            <a:off x="5413940" y="4818576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C2DB7756-73BA-8FCA-C296-1A1C6A5B2634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F76EE1A7-89D0-6435-71C3-C9079CCAF214}"/>
                </a:ext>
              </a:extLst>
            </p:cNvPr>
            <p:cNvCxnSpPr>
              <a:cxnSpLocks/>
              <a:stCxn id="85" idx="0"/>
              <a:endCxn id="85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22DBAB1B-1249-9403-833C-ECBFF9F58757}"/>
              </a:ext>
            </a:extLst>
          </p:cNvPr>
          <p:cNvGrpSpPr/>
          <p:nvPr/>
        </p:nvGrpSpPr>
        <p:grpSpPr>
          <a:xfrm>
            <a:off x="6471425" y="4823116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136A0B26-2983-7DB7-59CE-B3B3D4E34C69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870CAD2F-6026-F6E5-85D9-9695E0731961}"/>
                </a:ext>
              </a:extLst>
            </p:cNvPr>
            <p:cNvCxnSpPr>
              <a:cxnSpLocks/>
              <a:stCxn id="88" idx="0"/>
              <a:endCxn id="88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2E330F18-44C7-D8E9-6F8F-A2015A9D9CB2}"/>
              </a:ext>
            </a:extLst>
          </p:cNvPr>
          <p:cNvGrpSpPr/>
          <p:nvPr/>
        </p:nvGrpSpPr>
        <p:grpSpPr>
          <a:xfrm>
            <a:off x="3290072" y="5317973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8F6F1C41-E9E6-1DA9-E240-A7DEF55CB986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8E6951FA-89F0-C5CD-4721-0B3C126DCD30}"/>
                </a:ext>
              </a:extLst>
            </p:cNvPr>
            <p:cNvCxnSpPr>
              <a:cxnSpLocks/>
              <a:stCxn id="91" idx="0"/>
              <a:endCxn id="91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1492486E-BF2D-A4AD-B0D2-2E5346798317}"/>
              </a:ext>
            </a:extLst>
          </p:cNvPr>
          <p:cNvGrpSpPr/>
          <p:nvPr/>
        </p:nvGrpSpPr>
        <p:grpSpPr>
          <a:xfrm>
            <a:off x="4347557" y="5322513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02734873-5689-D4A7-EF9A-F4E84798172E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83C6C3C8-51A4-58E8-82E6-DB72ECAEE0AF}"/>
                </a:ext>
              </a:extLst>
            </p:cNvPr>
            <p:cNvCxnSpPr>
              <a:cxnSpLocks/>
              <a:stCxn id="94" idx="0"/>
              <a:endCxn id="94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A8F6E1E8-4276-339E-527A-C17CB660DC55}"/>
              </a:ext>
            </a:extLst>
          </p:cNvPr>
          <p:cNvGrpSpPr/>
          <p:nvPr/>
        </p:nvGrpSpPr>
        <p:grpSpPr>
          <a:xfrm>
            <a:off x="5413940" y="5317973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F1B24855-6424-1C79-853B-8254F7178BE5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E2768FF3-9B6F-24F4-F54B-0511A4D56889}"/>
                </a:ext>
              </a:extLst>
            </p:cNvPr>
            <p:cNvCxnSpPr>
              <a:cxnSpLocks/>
              <a:stCxn id="97" idx="0"/>
              <a:endCxn id="97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9CFE0AF7-613C-18CB-8BA0-B84B603A29F3}"/>
              </a:ext>
            </a:extLst>
          </p:cNvPr>
          <p:cNvGrpSpPr/>
          <p:nvPr/>
        </p:nvGrpSpPr>
        <p:grpSpPr>
          <a:xfrm>
            <a:off x="6471425" y="5322513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C120C31D-FC00-096A-7EE4-D6BC19BCAF04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6943A139-4E06-D703-E129-7116BD356897}"/>
                </a:ext>
              </a:extLst>
            </p:cNvPr>
            <p:cNvCxnSpPr>
              <a:cxnSpLocks/>
              <a:stCxn id="100" idx="0"/>
              <a:endCxn id="100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786D53D-2DAE-EECA-AD71-F0B0C56AA1BF}"/>
              </a:ext>
            </a:extLst>
          </p:cNvPr>
          <p:cNvGrpSpPr/>
          <p:nvPr/>
        </p:nvGrpSpPr>
        <p:grpSpPr>
          <a:xfrm>
            <a:off x="7537806" y="4820943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407A892F-E803-87B4-D0A5-FCD4C2CDC80E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2433E2A-D3C7-D1CE-7808-334068F80D2E}"/>
                </a:ext>
              </a:extLst>
            </p:cNvPr>
            <p:cNvCxnSpPr>
              <a:cxnSpLocks/>
              <a:stCxn id="103" idx="0"/>
              <a:endCxn id="103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5643F2B5-3D84-B9CC-DE9A-7AC7264524C9}"/>
              </a:ext>
            </a:extLst>
          </p:cNvPr>
          <p:cNvGrpSpPr/>
          <p:nvPr/>
        </p:nvGrpSpPr>
        <p:grpSpPr>
          <a:xfrm>
            <a:off x="8595291" y="4825483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B7E6104F-03B1-2A4F-E29F-C27868E1A559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6892C291-7CD8-B911-B4B7-1529CFF1C094}"/>
                </a:ext>
              </a:extLst>
            </p:cNvPr>
            <p:cNvCxnSpPr>
              <a:cxnSpLocks/>
              <a:stCxn id="106" idx="0"/>
              <a:endCxn id="106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3602A94-7810-7682-1662-5091B1D24E62}"/>
              </a:ext>
            </a:extLst>
          </p:cNvPr>
          <p:cNvGrpSpPr/>
          <p:nvPr/>
        </p:nvGrpSpPr>
        <p:grpSpPr>
          <a:xfrm>
            <a:off x="9661674" y="4820943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FFA72B38-82A3-05EE-D349-56E8C93E068D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D439E13E-D7EB-742B-4A3F-F569513BE19F}"/>
                </a:ext>
              </a:extLst>
            </p:cNvPr>
            <p:cNvCxnSpPr>
              <a:cxnSpLocks/>
              <a:stCxn id="109" idx="0"/>
              <a:endCxn id="109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284AFB54-92C1-FE1F-938E-2F077DB5D221}"/>
              </a:ext>
            </a:extLst>
          </p:cNvPr>
          <p:cNvGrpSpPr/>
          <p:nvPr/>
        </p:nvGrpSpPr>
        <p:grpSpPr>
          <a:xfrm>
            <a:off x="10719159" y="4825483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471F5E30-7B23-5F95-7C5A-36CB64B74D4B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C0DF4621-8E65-B12B-D99C-5848F2D35C6E}"/>
                </a:ext>
              </a:extLst>
            </p:cNvPr>
            <p:cNvCxnSpPr>
              <a:cxnSpLocks/>
              <a:stCxn id="112" idx="0"/>
              <a:endCxn id="112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68F3192B-D991-2787-A863-2BFDADA2AAFE}"/>
              </a:ext>
            </a:extLst>
          </p:cNvPr>
          <p:cNvGrpSpPr/>
          <p:nvPr/>
        </p:nvGrpSpPr>
        <p:grpSpPr>
          <a:xfrm>
            <a:off x="7537806" y="5320340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EB625601-FDE6-A90C-724A-F66EAEFC637B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4DA2B2B2-85DD-0634-123A-42DDB37EA527}"/>
                </a:ext>
              </a:extLst>
            </p:cNvPr>
            <p:cNvCxnSpPr>
              <a:cxnSpLocks/>
              <a:stCxn id="115" idx="0"/>
              <a:endCxn id="115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B92DC363-B12F-D87C-D09D-0280210DB56A}"/>
              </a:ext>
            </a:extLst>
          </p:cNvPr>
          <p:cNvGrpSpPr/>
          <p:nvPr/>
        </p:nvGrpSpPr>
        <p:grpSpPr>
          <a:xfrm>
            <a:off x="8595291" y="5324880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38636C82-03DA-AA5B-5929-DE863915E9DD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91C01A6D-8A00-870A-06A2-B9DC112A8699}"/>
                </a:ext>
              </a:extLst>
            </p:cNvPr>
            <p:cNvCxnSpPr>
              <a:cxnSpLocks/>
              <a:stCxn id="118" idx="0"/>
              <a:endCxn id="118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7498BAD8-6AE7-B21D-807F-0AC55926CDD8}"/>
              </a:ext>
            </a:extLst>
          </p:cNvPr>
          <p:cNvGrpSpPr/>
          <p:nvPr/>
        </p:nvGrpSpPr>
        <p:grpSpPr>
          <a:xfrm>
            <a:off x="9661674" y="5320340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9D561A9E-0C3B-CFCF-3672-16C7B10F72D1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B8BC1006-1FE1-D531-502B-5E20862AF7FF}"/>
                </a:ext>
              </a:extLst>
            </p:cNvPr>
            <p:cNvCxnSpPr>
              <a:cxnSpLocks/>
              <a:stCxn id="121" idx="0"/>
              <a:endCxn id="121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9E4F028A-3217-73A2-13BB-4A43E3964989}"/>
              </a:ext>
            </a:extLst>
          </p:cNvPr>
          <p:cNvGrpSpPr/>
          <p:nvPr/>
        </p:nvGrpSpPr>
        <p:grpSpPr>
          <a:xfrm>
            <a:off x="10719159" y="5324880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A133F51B-6911-870B-25BD-5B746D7F91BA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7978F67D-E70D-E0FD-F3FE-28D1C2A21A1F}"/>
                </a:ext>
              </a:extLst>
            </p:cNvPr>
            <p:cNvCxnSpPr>
              <a:cxnSpLocks/>
              <a:stCxn id="124" idx="0"/>
              <a:endCxn id="124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A455FDB-E332-D568-1C93-B17107AFE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Grouped Convolution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E840C2-EE4E-7FD9-46BB-9B5D3A2AA632}"/>
              </a:ext>
            </a:extLst>
          </p:cNvPr>
          <p:cNvSpPr txBox="1"/>
          <p:nvPr/>
        </p:nvSpPr>
        <p:spPr>
          <a:xfrm>
            <a:off x="6318868" y="6411843"/>
            <a:ext cx="1982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Kernel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C2ED16F-EC8B-C973-2333-24CB939B550D}"/>
              </a:ext>
            </a:extLst>
          </p:cNvPr>
          <p:cNvGrpSpPr/>
          <p:nvPr/>
        </p:nvGrpSpPr>
        <p:grpSpPr>
          <a:xfrm>
            <a:off x="3290072" y="382432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2CC25CF-3EEA-C180-3390-40872B0D4917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D53765F-35F8-70F8-E2BD-F6FD66D927A4}"/>
                </a:ext>
              </a:extLst>
            </p:cNvPr>
            <p:cNvCxnSpPr>
              <a:cxnSpLocks/>
              <a:stCxn id="6" idx="0"/>
              <a:endCxn id="6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402A6C4-F36B-316F-6DCD-76FB0C2A29B2}"/>
              </a:ext>
            </a:extLst>
          </p:cNvPr>
          <p:cNvGrpSpPr/>
          <p:nvPr/>
        </p:nvGrpSpPr>
        <p:grpSpPr>
          <a:xfrm>
            <a:off x="4347557" y="382886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8953222-BC9C-C01A-DAA8-E82728EC19E0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6329DBA-2439-2BA7-D066-BC76F1E2A604}"/>
                </a:ext>
              </a:extLst>
            </p:cNvPr>
            <p:cNvCxnSpPr>
              <a:cxnSpLocks/>
              <a:stCxn id="9" idx="0"/>
              <a:endCxn id="9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4B21697-DFC2-BA26-1CC8-4D565C9B0C1F}"/>
              </a:ext>
            </a:extLst>
          </p:cNvPr>
          <p:cNvGrpSpPr/>
          <p:nvPr/>
        </p:nvGrpSpPr>
        <p:grpSpPr>
          <a:xfrm>
            <a:off x="5413940" y="382432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D642B7B-B19F-D0B0-5305-035FAF38B27E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B27C759-8430-72E2-ABCD-6E6472CFD90F}"/>
                </a:ext>
              </a:extLst>
            </p:cNvPr>
            <p:cNvCxnSpPr>
              <a:cxnSpLocks/>
              <a:stCxn id="12" idx="0"/>
              <a:endCxn id="12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ABD6EBD-61E5-C3E2-FBF6-41C2D9E3414C}"/>
              </a:ext>
            </a:extLst>
          </p:cNvPr>
          <p:cNvGrpSpPr/>
          <p:nvPr/>
        </p:nvGrpSpPr>
        <p:grpSpPr>
          <a:xfrm>
            <a:off x="6471425" y="382886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9E81C74-07C7-CDF4-24F7-06D79BA4823E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106AE38-8EB6-D48C-B69D-85C2BED27BD8}"/>
                </a:ext>
              </a:extLst>
            </p:cNvPr>
            <p:cNvCxnSpPr>
              <a:cxnSpLocks/>
              <a:stCxn id="15" idx="0"/>
              <a:endCxn id="15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C3DCB1D-E38C-5DDE-CE26-EAE07B4CC4A2}"/>
              </a:ext>
            </a:extLst>
          </p:cNvPr>
          <p:cNvGrpSpPr/>
          <p:nvPr/>
        </p:nvGrpSpPr>
        <p:grpSpPr>
          <a:xfrm>
            <a:off x="3290072" y="4323719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95BA78A-5070-EDA7-75BD-30F301A1A60A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490636C-EE97-B414-1841-195E33341A35}"/>
                </a:ext>
              </a:extLst>
            </p:cNvPr>
            <p:cNvCxnSpPr>
              <a:cxnSpLocks/>
              <a:stCxn id="18" idx="0"/>
              <a:endCxn id="18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C4F4FCB-5DA3-BF8B-2EA7-831F9B8688BD}"/>
              </a:ext>
            </a:extLst>
          </p:cNvPr>
          <p:cNvGrpSpPr/>
          <p:nvPr/>
        </p:nvGrpSpPr>
        <p:grpSpPr>
          <a:xfrm>
            <a:off x="4347557" y="4328259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11BC5BE-C696-C60C-2CDC-BDC900BBD7DE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682DE19-A0AF-0CFF-277B-FE43859C9FCA}"/>
                </a:ext>
              </a:extLst>
            </p:cNvPr>
            <p:cNvCxnSpPr>
              <a:cxnSpLocks/>
              <a:stCxn id="21" idx="0"/>
              <a:endCxn id="21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FC60DD3-D067-6A36-3E84-C91AE0BC5330}"/>
              </a:ext>
            </a:extLst>
          </p:cNvPr>
          <p:cNvGrpSpPr/>
          <p:nvPr/>
        </p:nvGrpSpPr>
        <p:grpSpPr>
          <a:xfrm>
            <a:off x="5413940" y="4323719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EACF2E0-44FF-1DCD-47B5-E41537EC22CA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6D1CCED-5470-E4E5-6E89-AADD1138127A}"/>
                </a:ext>
              </a:extLst>
            </p:cNvPr>
            <p:cNvCxnSpPr>
              <a:cxnSpLocks/>
              <a:stCxn id="24" idx="0"/>
              <a:endCxn id="24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E6C79BB-BFA9-F2BC-ABB0-27CD72E6495F}"/>
              </a:ext>
            </a:extLst>
          </p:cNvPr>
          <p:cNvGrpSpPr/>
          <p:nvPr/>
        </p:nvGrpSpPr>
        <p:grpSpPr>
          <a:xfrm>
            <a:off x="6471425" y="4328259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8F9D974-1061-EFCA-EBBF-8F3BA7357712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6849004-2CC6-AF3C-9144-274C7D3843E0}"/>
                </a:ext>
              </a:extLst>
            </p:cNvPr>
            <p:cNvCxnSpPr>
              <a:cxnSpLocks/>
              <a:stCxn id="27" idx="0"/>
              <a:endCxn id="27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0BFFD94-9C61-6966-0FD4-780AF0927128}"/>
                  </a:ext>
                </a:extLst>
              </p:cNvPr>
              <p:cNvSpPr txBox="1"/>
              <p:nvPr/>
            </p:nvSpPr>
            <p:spPr>
              <a:xfrm>
                <a:off x="1526018" y="3154983"/>
                <a:ext cx="5426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0BFFD94-9C61-6966-0FD4-780AF09271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018" y="3154983"/>
                <a:ext cx="542649" cy="369332"/>
              </a:xfrm>
              <a:prstGeom prst="rect">
                <a:avLst/>
              </a:prstGeom>
              <a:blipFill>
                <a:blip r:embed="rId2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B967EFB-DEB1-E665-E722-F7EE9F41E654}"/>
                  </a:ext>
                </a:extLst>
              </p:cNvPr>
              <p:cNvSpPr txBox="1"/>
              <p:nvPr/>
            </p:nvSpPr>
            <p:spPr>
              <a:xfrm>
                <a:off x="3322677" y="3316942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B967EFB-DEB1-E665-E722-F7EE9F41E6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2677" y="3316942"/>
                <a:ext cx="36580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D7D027D-8CD8-101B-ABAB-0806C535405C}"/>
                  </a:ext>
                </a:extLst>
              </p:cNvPr>
              <p:cNvSpPr txBox="1"/>
              <p:nvPr/>
            </p:nvSpPr>
            <p:spPr>
              <a:xfrm>
                <a:off x="3876103" y="3316942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D7D027D-8CD8-101B-ABAB-0806C5354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6103" y="3316942"/>
                <a:ext cx="36580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3CD2208-42A1-B4D0-F569-69C312FA6F8B}"/>
                  </a:ext>
                </a:extLst>
              </p:cNvPr>
              <p:cNvSpPr txBox="1"/>
              <p:nvPr/>
            </p:nvSpPr>
            <p:spPr>
              <a:xfrm>
                <a:off x="4383706" y="3316942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3CD2208-42A1-B4D0-F569-69C312FA6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3706" y="3316942"/>
                <a:ext cx="36580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2FCC147-DDBD-9926-55F2-2DC1520D930D}"/>
                  </a:ext>
                </a:extLst>
              </p:cNvPr>
              <p:cNvSpPr txBox="1"/>
              <p:nvPr/>
            </p:nvSpPr>
            <p:spPr>
              <a:xfrm>
                <a:off x="4897827" y="3316942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2FCC147-DDBD-9926-55F2-2DC1520D9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7827" y="3316942"/>
                <a:ext cx="36580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DCABCEF-9365-D202-A2E5-7A754351D700}"/>
              </a:ext>
            </a:extLst>
          </p:cNvPr>
          <p:cNvCxnSpPr/>
          <p:nvPr/>
        </p:nvCxnSpPr>
        <p:spPr>
          <a:xfrm>
            <a:off x="2388742" y="3329465"/>
            <a:ext cx="51370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32C0E7D-5E12-249A-AD1F-79950C6FADCF}"/>
              </a:ext>
            </a:extLst>
          </p:cNvPr>
          <p:cNvCxnSpPr>
            <a:cxnSpLocks/>
          </p:cNvCxnSpPr>
          <p:nvPr/>
        </p:nvCxnSpPr>
        <p:spPr>
          <a:xfrm>
            <a:off x="1760306" y="4134274"/>
            <a:ext cx="0" cy="69574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FA468BA-4290-FD1D-09FA-D5238C869C78}"/>
                  </a:ext>
                </a:extLst>
              </p:cNvPr>
              <p:cNvSpPr txBox="1"/>
              <p:nvPr/>
            </p:nvSpPr>
            <p:spPr>
              <a:xfrm>
                <a:off x="1488981" y="3647226"/>
                <a:ext cx="6580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FA468BA-4290-FD1D-09FA-D5238C869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981" y="3647226"/>
                <a:ext cx="65806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42DFDE26-C7D1-DE91-00FB-79EA1E1F4DDF}"/>
              </a:ext>
            </a:extLst>
          </p:cNvPr>
          <p:cNvGrpSpPr/>
          <p:nvPr/>
        </p:nvGrpSpPr>
        <p:grpSpPr>
          <a:xfrm>
            <a:off x="7537806" y="3826689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70BD624-4C0D-B47C-DC90-7115E358D322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EDD4908-EE0B-F716-6270-0707D6CAD88D}"/>
                </a:ext>
              </a:extLst>
            </p:cNvPr>
            <p:cNvCxnSpPr>
              <a:cxnSpLocks/>
              <a:stCxn id="47" idx="0"/>
              <a:endCxn id="47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E3CBC8C-631B-7DF4-1261-AC02DD0ABD80}"/>
              </a:ext>
            </a:extLst>
          </p:cNvPr>
          <p:cNvGrpSpPr/>
          <p:nvPr/>
        </p:nvGrpSpPr>
        <p:grpSpPr>
          <a:xfrm>
            <a:off x="8595291" y="3831229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238DBDF-8AFB-9093-7E43-A26D49359E60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FA6AE80-A82E-DEBF-3670-61FA242D689C}"/>
                </a:ext>
              </a:extLst>
            </p:cNvPr>
            <p:cNvCxnSpPr>
              <a:cxnSpLocks/>
              <a:stCxn id="50" idx="0"/>
              <a:endCxn id="50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DA3AB2A-9561-DF83-BDD7-91806C119CAB}"/>
              </a:ext>
            </a:extLst>
          </p:cNvPr>
          <p:cNvGrpSpPr/>
          <p:nvPr/>
        </p:nvGrpSpPr>
        <p:grpSpPr>
          <a:xfrm>
            <a:off x="9661674" y="3826689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796774E-8206-174E-26D0-FC28DF3C4AB7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1613C545-CBE9-4F11-ED12-E17EFFB0C79B}"/>
                </a:ext>
              </a:extLst>
            </p:cNvPr>
            <p:cNvCxnSpPr>
              <a:cxnSpLocks/>
              <a:stCxn id="53" idx="0"/>
              <a:endCxn id="53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D8CD00D-DB9C-6937-3884-22D73880719F}"/>
              </a:ext>
            </a:extLst>
          </p:cNvPr>
          <p:cNvGrpSpPr/>
          <p:nvPr/>
        </p:nvGrpSpPr>
        <p:grpSpPr>
          <a:xfrm>
            <a:off x="10719159" y="3831229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E057763-0D90-D47F-13FD-4391A5B70389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B183A63B-335A-C333-6507-74B1B6DB0EBF}"/>
                </a:ext>
              </a:extLst>
            </p:cNvPr>
            <p:cNvCxnSpPr>
              <a:cxnSpLocks/>
              <a:stCxn id="56" idx="0"/>
              <a:endCxn id="56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59B44F3-2FDF-E727-F2C9-61DF81378C91}"/>
              </a:ext>
            </a:extLst>
          </p:cNvPr>
          <p:cNvGrpSpPr/>
          <p:nvPr/>
        </p:nvGrpSpPr>
        <p:grpSpPr>
          <a:xfrm>
            <a:off x="7537806" y="4326086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C094F340-2713-AE22-6AA1-5C0623F745A0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CB56CD33-1ACF-D342-A988-1FE77949AC89}"/>
                </a:ext>
              </a:extLst>
            </p:cNvPr>
            <p:cNvCxnSpPr>
              <a:cxnSpLocks/>
              <a:stCxn id="59" idx="0"/>
              <a:endCxn id="59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41A8A94-C300-1385-D878-7404FE80969B}"/>
              </a:ext>
            </a:extLst>
          </p:cNvPr>
          <p:cNvGrpSpPr/>
          <p:nvPr/>
        </p:nvGrpSpPr>
        <p:grpSpPr>
          <a:xfrm>
            <a:off x="8595291" y="4330626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2FC892E-42E0-68A2-212E-425EB1F915FC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38222AF-7D9B-6654-F1F3-D7AFC08150DF}"/>
                </a:ext>
              </a:extLst>
            </p:cNvPr>
            <p:cNvCxnSpPr>
              <a:cxnSpLocks/>
              <a:stCxn id="62" idx="0"/>
              <a:endCxn id="62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FCFBCC0-8EAD-11A2-2498-B5A915481FB7}"/>
              </a:ext>
            </a:extLst>
          </p:cNvPr>
          <p:cNvGrpSpPr/>
          <p:nvPr/>
        </p:nvGrpSpPr>
        <p:grpSpPr>
          <a:xfrm>
            <a:off x="9661674" y="4326086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E40A0D56-C344-C13F-CB46-737597E4AC50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5B78DBD1-2A70-ADFB-FA97-85B1132DF535}"/>
                </a:ext>
              </a:extLst>
            </p:cNvPr>
            <p:cNvCxnSpPr>
              <a:cxnSpLocks/>
              <a:stCxn id="65" idx="0"/>
              <a:endCxn id="65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BCBC53A-C39D-FCC6-9CF7-83E23A64A5D5}"/>
              </a:ext>
            </a:extLst>
          </p:cNvPr>
          <p:cNvGrpSpPr/>
          <p:nvPr/>
        </p:nvGrpSpPr>
        <p:grpSpPr>
          <a:xfrm>
            <a:off x="10719159" y="4330626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2A855112-3050-B2EA-E018-AC9C516C4225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662AAE8F-2DAD-3FB2-0E34-F22085C4C2BD}"/>
                </a:ext>
              </a:extLst>
            </p:cNvPr>
            <p:cNvCxnSpPr>
              <a:cxnSpLocks/>
              <a:stCxn id="68" idx="0"/>
              <a:endCxn id="68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7E4AC98-76E7-678A-514F-16A1DBF72AD7}"/>
                  </a:ext>
                </a:extLst>
              </p:cNvPr>
              <p:cNvSpPr txBox="1"/>
              <p:nvPr/>
            </p:nvSpPr>
            <p:spPr>
              <a:xfrm>
                <a:off x="5427194" y="3316942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7E4AC98-76E7-678A-514F-16A1DBF72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7194" y="3316942"/>
                <a:ext cx="36580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7C2427F9-0CEB-8390-7C9A-BDDA9C8B75F5}"/>
                  </a:ext>
                </a:extLst>
              </p:cNvPr>
              <p:cNvSpPr txBox="1"/>
              <p:nvPr/>
            </p:nvSpPr>
            <p:spPr>
              <a:xfrm>
                <a:off x="5956561" y="3316942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7C2427F9-0CEB-8390-7C9A-BDDA9C8B7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6561" y="3316942"/>
                <a:ext cx="36580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23CCE1F-14CB-14EA-2E14-EE598CD4EE1A}"/>
                  </a:ext>
                </a:extLst>
              </p:cNvPr>
              <p:cNvSpPr txBox="1"/>
              <p:nvPr/>
            </p:nvSpPr>
            <p:spPr>
              <a:xfrm>
                <a:off x="6478568" y="3316942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23CCE1F-14CB-14EA-2E14-EE598CD4E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8568" y="3316942"/>
                <a:ext cx="36580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3C70ADA-361C-553F-CC89-BD23596DED4E}"/>
                  </a:ext>
                </a:extLst>
              </p:cNvPr>
              <p:cNvSpPr txBox="1"/>
              <p:nvPr/>
            </p:nvSpPr>
            <p:spPr>
              <a:xfrm>
                <a:off x="7000575" y="3316942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3C70ADA-361C-553F-CC89-BD23596DED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0575" y="3316942"/>
                <a:ext cx="36580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9B71C63-C3B3-F33A-AA1B-1E9FF84916A6}"/>
                  </a:ext>
                </a:extLst>
              </p:cNvPr>
              <p:cNvSpPr txBox="1"/>
              <p:nvPr/>
            </p:nvSpPr>
            <p:spPr>
              <a:xfrm>
                <a:off x="1207462" y="6375170"/>
                <a:ext cx="62675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Note: Each cell here is an entire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kernel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9B71C63-C3B3-F33A-AA1B-1E9FF8491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462" y="6375170"/>
                <a:ext cx="6267576" cy="369332"/>
              </a:xfrm>
              <a:prstGeom prst="rect">
                <a:avLst/>
              </a:prstGeom>
              <a:blipFill>
                <a:blip r:embed="rId12"/>
                <a:stretch>
                  <a:fillRect l="-77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E973DF7-3948-38AB-9ECD-97BB06966207}"/>
                  </a:ext>
                </a:extLst>
              </p:cNvPr>
              <p:cNvSpPr txBox="1"/>
              <p:nvPr/>
            </p:nvSpPr>
            <p:spPr>
              <a:xfrm>
                <a:off x="7619447" y="3329465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E973DF7-3948-38AB-9ECD-97BB06966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9447" y="3329465"/>
                <a:ext cx="36580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594B79D-6108-E20F-BCE1-C5C17DA72D6C}"/>
                  </a:ext>
                </a:extLst>
              </p:cNvPr>
              <p:cNvSpPr txBox="1"/>
              <p:nvPr/>
            </p:nvSpPr>
            <p:spPr>
              <a:xfrm>
                <a:off x="8172873" y="3329465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594B79D-6108-E20F-BCE1-C5C17DA72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873" y="3329465"/>
                <a:ext cx="36580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54F942-AE2C-F95B-F148-9D441A23EF56}"/>
                  </a:ext>
                </a:extLst>
              </p:cNvPr>
              <p:cNvSpPr txBox="1"/>
              <p:nvPr/>
            </p:nvSpPr>
            <p:spPr>
              <a:xfrm>
                <a:off x="8680476" y="3329465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54F942-AE2C-F95B-F148-9D441A23E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0476" y="3329465"/>
                <a:ext cx="494046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0FF5575-1443-8346-BC69-6C24F41EF634}"/>
                  </a:ext>
                </a:extLst>
              </p:cNvPr>
              <p:cNvSpPr txBox="1"/>
              <p:nvPr/>
            </p:nvSpPr>
            <p:spPr>
              <a:xfrm>
                <a:off x="9194597" y="3329465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0FF5575-1443-8346-BC69-6C24F41EF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4597" y="3329465"/>
                <a:ext cx="494046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9D0B4E3-6FE0-695A-FBF8-043098719F47}"/>
                  </a:ext>
                </a:extLst>
              </p:cNvPr>
              <p:cNvSpPr txBox="1"/>
              <p:nvPr/>
            </p:nvSpPr>
            <p:spPr>
              <a:xfrm>
                <a:off x="9723964" y="3329465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9D0B4E3-6FE0-695A-FBF8-043098719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3964" y="3329465"/>
                <a:ext cx="494046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D9060B3-F1D1-F6E8-32F6-1063200CEED4}"/>
                  </a:ext>
                </a:extLst>
              </p:cNvPr>
              <p:cNvSpPr txBox="1"/>
              <p:nvPr/>
            </p:nvSpPr>
            <p:spPr>
              <a:xfrm>
                <a:off x="10253331" y="3329465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D9060B3-F1D1-F6E8-32F6-1063200CE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3331" y="3329465"/>
                <a:ext cx="494046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26FFC1F1-F257-9413-8360-F08A052EED9A}"/>
                  </a:ext>
                </a:extLst>
              </p:cNvPr>
              <p:cNvSpPr txBox="1"/>
              <p:nvPr/>
            </p:nvSpPr>
            <p:spPr>
              <a:xfrm>
                <a:off x="10775338" y="3329465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26FFC1F1-F257-9413-8360-F08A052EED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5338" y="3329465"/>
                <a:ext cx="494046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D3DE538D-F77A-9D61-2E84-699B5685D786}"/>
                  </a:ext>
                </a:extLst>
              </p:cNvPr>
              <p:cNvSpPr txBox="1"/>
              <p:nvPr/>
            </p:nvSpPr>
            <p:spPr>
              <a:xfrm>
                <a:off x="11297345" y="3329465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D3DE538D-F77A-9D61-2E84-699B5685D7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7345" y="3329465"/>
                <a:ext cx="494046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9E15FF2F-D6C4-DD78-B616-7F97EDA4E6F4}"/>
                  </a:ext>
                </a:extLst>
              </p:cNvPr>
              <p:cNvSpPr txBox="1"/>
              <p:nvPr/>
            </p:nvSpPr>
            <p:spPr>
              <a:xfrm>
                <a:off x="2828672" y="3872472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9E15FF2F-D6C4-DD78-B616-7F97EDA4E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8672" y="3872472"/>
                <a:ext cx="365805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8850E615-E192-8092-C0F1-4A10739E2EEE}"/>
                  </a:ext>
                </a:extLst>
              </p:cNvPr>
              <p:cNvSpPr txBox="1"/>
              <p:nvPr/>
            </p:nvSpPr>
            <p:spPr>
              <a:xfrm>
                <a:off x="2828672" y="4415478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8850E615-E192-8092-C0F1-4A10739E2E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8672" y="4415478"/>
                <a:ext cx="365806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E4F99B17-A3C4-7127-8C91-E6F148CDC344}"/>
                  </a:ext>
                </a:extLst>
              </p:cNvPr>
              <p:cNvSpPr txBox="1"/>
              <p:nvPr/>
            </p:nvSpPr>
            <p:spPr>
              <a:xfrm>
                <a:off x="2828672" y="487461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E4F99B17-A3C4-7127-8C91-E6F148CDC3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8672" y="4874613"/>
                <a:ext cx="365805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2E85768F-18C3-55A5-590A-43B7ED82AA3E}"/>
                  </a:ext>
                </a:extLst>
              </p:cNvPr>
              <p:cNvSpPr txBox="1"/>
              <p:nvPr/>
            </p:nvSpPr>
            <p:spPr>
              <a:xfrm>
                <a:off x="2828672" y="5417931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2E85768F-18C3-55A5-590A-43B7ED82AA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8672" y="5417931"/>
                <a:ext cx="365805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5852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F1FF5-DB63-FF8F-99D5-8BF956557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7">
            <a:extLst>
              <a:ext uri="{FF2B5EF4-FFF2-40B4-BE49-F238E27FC236}">
                <a16:creationId xmlns:a16="http://schemas.microsoft.com/office/drawing/2014/main" id="{0980F304-8B36-7B67-EAA9-F36E5D4103F6}"/>
              </a:ext>
            </a:extLst>
          </p:cNvPr>
          <p:cNvGrpSpPr/>
          <p:nvPr/>
        </p:nvGrpSpPr>
        <p:grpSpPr>
          <a:xfrm>
            <a:off x="3290072" y="4818576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ACD2BFA4-30F7-636D-34C1-D1622E9B2173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957D9B7C-C5EF-1ED7-671C-C431FEEEFBC7}"/>
                </a:ext>
              </a:extLst>
            </p:cNvPr>
            <p:cNvCxnSpPr>
              <a:cxnSpLocks/>
              <a:stCxn id="79" idx="0"/>
              <a:endCxn id="79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397E493-7477-19BD-D08C-969FFDF902CC}"/>
              </a:ext>
            </a:extLst>
          </p:cNvPr>
          <p:cNvGrpSpPr/>
          <p:nvPr/>
        </p:nvGrpSpPr>
        <p:grpSpPr>
          <a:xfrm>
            <a:off x="4347557" y="4823116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9F053847-F5B8-CE19-5DFF-2BFDD428FB62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1EF356F8-91CA-6DD7-ECEF-38248EAF80AC}"/>
                </a:ext>
              </a:extLst>
            </p:cNvPr>
            <p:cNvCxnSpPr>
              <a:cxnSpLocks/>
              <a:stCxn id="82" idx="0"/>
              <a:endCxn id="82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E656B4A9-C82D-AC46-88E3-5FAB0B46E098}"/>
              </a:ext>
            </a:extLst>
          </p:cNvPr>
          <p:cNvGrpSpPr/>
          <p:nvPr/>
        </p:nvGrpSpPr>
        <p:grpSpPr>
          <a:xfrm>
            <a:off x="5413940" y="4818576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11828535-28CF-756E-7DDA-9216637168B6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34DE7243-C581-B8D1-DBB3-8ED1DC0B203D}"/>
                </a:ext>
              </a:extLst>
            </p:cNvPr>
            <p:cNvCxnSpPr>
              <a:cxnSpLocks/>
              <a:stCxn id="85" idx="0"/>
              <a:endCxn id="85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5E85DF94-FE31-C955-DA73-06994424FB63}"/>
              </a:ext>
            </a:extLst>
          </p:cNvPr>
          <p:cNvGrpSpPr/>
          <p:nvPr/>
        </p:nvGrpSpPr>
        <p:grpSpPr>
          <a:xfrm>
            <a:off x="6471425" y="4823116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F192EBEF-AB9E-89C1-1E31-30DFBE1B5CD5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A2B4DDE5-5BB7-F91E-CBDE-6EAF01B4BE33}"/>
                </a:ext>
              </a:extLst>
            </p:cNvPr>
            <p:cNvCxnSpPr>
              <a:cxnSpLocks/>
              <a:stCxn id="88" idx="0"/>
              <a:endCxn id="88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CF09EF0B-0F60-2CEF-4B7A-413E95D98BF0}"/>
              </a:ext>
            </a:extLst>
          </p:cNvPr>
          <p:cNvGrpSpPr/>
          <p:nvPr/>
        </p:nvGrpSpPr>
        <p:grpSpPr>
          <a:xfrm>
            <a:off x="3290072" y="5317973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16EF353F-A622-9331-8554-9B654CC48558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917A6313-7067-E90A-63AE-753E244AED65}"/>
                </a:ext>
              </a:extLst>
            </p:cNvPr>
            <p:cNvCxnSpPr>
              <a:cxnSpLocks/>
              <a:stCxn id="91" idx="0"/>
              <a:endCxn id="91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A40192E6-C13C-DB28-1DC5-627818FBF2E5}"/>
              </a:ext>
            </a:extLst>
          </p:cNvPr>
          <p:cNvGrpSpPr/>
          <p:nvPr/>
        </p:nvGrpSpPr>
        <p:grpSpPr>
          <a:xfrm>
            <a:off x="4347557" y="5322513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10280DF-F20C-87DF-1CC1-BAAB017FF02D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BC37B9C5-9E63-064E-FFAF-5500234561DC}"/>
                </a:ext>
              </a:extLst>
            </p:cNvPr>
            <p:cNvCxnSpPr>
              <a:cxnSpLocks/>
              <a:stCxn id="94" idx="0"/>
              <a:endCxn id="94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03EA6695-4473-63C6-78E8-7082E1F11888}"/>
              </a:ext>
            </a:extLst>
          </p:cNvPr>
          <p:cNvGrpSpPr/>
          <p:nvPr/>
        </p:nvGrpSpPr>
        <p:grpSpPr>
          <a:xfrm>
            <a:off x="5413940" y="5317973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4349FE5C-7D9D-4AA0-22E5-83232EE423EE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C28B0ED6-E28A-5540-EE7B-D7A7C8B4700D}"/>
                </a:ext>
              </a:extLst>
            </p:cNvPr>
            <p:cNvCxnSpPr>
              <a:cxnSpLocks/>
              <a:stCxn id="97" idx="0"/>
              <a:endCxn id="97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941FE69B-ED4B-96C1-0F00-E0F004D10BC4}"/>
              </a:ext>
            </a:extLst>
          </p:cNvPr>
          <p:cNvGrpSpPr/>
          <p:nvPr/>
        </p:nvGrpSpPr>
        <p:grpSpPr>
          <a:xfrm>
            <a:off x="6471425" y="5322513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17045299-2C6D-A9C5-D781-F330961E1A50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314A3DE6-E5D3-1EC4-47CF-561625BA313F}"/>
                </a:ext>
              </a:extLst>
            </p:cNvPr>
            <p:cNvCxnSpPr>
              <a:cxnSpLocks/>
              <a:stCxn id="100" idx="0"/>
              <a:endCxn id="100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3D6B2F3D-0112-8FB6-7D66-08DAF2AE9E88}"/>
              </a:ext>
            </a:extLst>
          </p:cNvPr>
          <p:cNvGrpSpPr/>
          <p:nvPr/>
        </p:nvGrpSpPr>
        <p:grpSpPr>
          <a:xfrm>
            <a:off x="7537806" y="4820943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67B691B-5CC0-26ED-D612-8468C4F241C4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FA4FA6DB-05FA-11D4-97DA-519E81578DAA}"/>
                </a:ext>
              </a:extLst>
            </p:cNvPr>
            <p:cNvCxnSpPr>
              <a:cxnSpLocks/>
              <a:stCxn id="103" idx="0"/>
              <a:endCxn id="103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7FBAB4E2-B969-557A-2A0B-B15AE42A693B}"/>
              </a:ext>
            </a:extLst>
          </p:cNvPr>
          <p:cNvGrpSpPr/>
          <p:nvPr/>
        </p:nvGrpSpPr>
        <p:grpSpPr>
          <a:xfrm>
            <a:off x="8595291" y="4825483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665AD702-2040-ED7D-32C3-07DFEE378ADA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323AC141-2CB4-6A3E-6582-BD13514D4F80}"/>
                </a:ext>
              </a:extLst>
            </p:cNvPr>
            <p:cNvCxnSpPr>
              <a:cxnSpLocks/>
              <a:stCxn id="106" idx="0"/>
              <a:endCxn id="106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CC66C0D-82C2-0B2D-F013-CBB4F00EEDBE}"/>
              </a:ext>
            </a:extLst>
          </p:cNvPr>
          <p:cNvGrpSpPr/>
          <p:nvPr/>
        </p:nvGrpSpPr>
        <p:grpSpPr>
          <a:xfrm>
            <a:off x="9661674" y="4820943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ECC17C8-E1EC-B747-125E-4A5212BC2DD8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19239B9F-DC61-9E17-232A-D990CFA5086E}"/>
                </a:ext>
              </a:extLst>
            </p:cNvPr>
            <p:cNvCxnSpPr>
              <a:cxnSpLocks/>
              <a:stCxn id="109" idx="0"/>
              <a:endCxn id="109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8490B87B-A5E5-25C1-8AD4-6BFBBFA10EBF}"/>
              </a:ext>
            </a:extLst>
          </p:cNvPr>
          <p:cNvGrpSpPr/>
          <p:nvPr/>
        </p:nvGrpSpPr>
        <p:grpSpPr>
          <a:xfrm>
            <a:off x="10719159" y="4825483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69DCAE2E-86E2-E149-1CD1-1D13E78EF1F7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B28CA32C-750D-07DC-7AA8-0EFABC9B1261}"/>
                </a:ext>
              </a:extLst>
            </p:cNvPr>
            <p:cNvCxnSpPr>
              <a:cxnSpLocks/>
              <a:stCxn id="112" idx="0"/>
              <a:endCxn id="112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AACE792D-5626-3B7F-3E6B-E4B38939225C}"/>
              </a:ext>
            </a:extLst>
          </p:cNvPr>
          <p:cNvGrpSpPr/>
          <p:nvPr/>
        </p:nvGrpSpPr>
        <p:grpSpPr>
          <a:xfrm>
            <a:off x="7537806" y="5320340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0EC167F4-75CE-9F4F-AD2C-1F4D65713EEA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1CA53068-4EED-8315-687E-98136CC2407A}"/>
                </a:ext>
              </a:extLst>
            </p:cNvPr>
            <p:cNvCxnSpPr>
              <a:cxnSpLocks/>
              <a:stCxn id="115" idx="0"/>
              <a:endCxn id="115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1AF242BE-B6CE-0362-92CA-4C1E5359A483}"/>
              </a:ext>
            </a:extLst>
          </p:cNvPr>
          <p:cNvGrpSpPr/>
          <p:nvPr/>
        </p:nvGrpSpPr>
        <p:grpSpPr>
          <a:xfrm>
            <a:off x="8595291" y="5324880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B87A4428-4336-C366-EA17-427C09376D79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7B75D77C-2F6C-FD8E-7FF3-B7BCED88833D}"/>
                </a:ext>
              </a:extLst>
            </p:cNvPr>
            <p:cNvCxnSpPr>
              <a:cxnSpLocks/>
              <a:stCxn id="118" idx="0"/>
              <a:endCxn id="118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C433D66D-C17E-C01A-09F9-6F48E6DCA77D}"/>
              </a:ext>
            </a:extLst>
          </p:cNvPr>
          <p:cNvGrpSpPr/>
          <p:nvPr/>
        </p:nvGrpSpPr>
        <p:grpSpPr>
          <a:xfrm>
            <a:off x="9661674" y="5320340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DA74663C-7C33-32ED-5EE1-A06D94E78C74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A3189E47-DAA2-C691-DA3D-3350D75F1930}"/>
                </a:ext>
              </a:extLst>
            </p:cNvPr>
            <p:cNvCxnSpPr>
              <a:cxnSpLocks/>
              <a:stCxn id="121" idx="0"/>
              <a:endCxn id="121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CB38F382-F195-2D1D-1B93-B343FB8DDF08}"/>
              </a:ext>
            </a:extLst>
          </p:cNvPr>
          <p:cNvGrpSpPr/>
          <p:nvPr/>
        </p:nvGrpSpPr>
        <p:grpSpPr>
          <a:xfrm>
            <a:off x="10719159" y="5324880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E2279F9A-2320-B99F-FD84-58FCEA46D13F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76D55DB9-71E6-267D-32A9-F77964ABB2C9}"/>
                </a:ext>
              </a:extLst>
            </p:cNvPr>
            <p:cNvCxnSpPr>
              <a:cxnSpLocks/>
              <a:stCxn id="124" idx="0"/>
              <a:endCxn id="124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3CB1408-4D2F-5E96-BAEF-7A8D20D25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Grouped Convolution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86EA74-7C23-F32B-BFAC-D0FADF3685DD}"/>
              </a:ext>
            </a:extLst>
          </p:cNvPr>
          <p:cNvSpPr txBox="1"/>
          <p:nvPr/>
        </p:nvSpPr>
        <p:spPr>
          <a:xfrm>
            <a:off x="6318868" y="6411843"/>
            <a:ext cx="1982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Kernel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2352C91-F3EE-ECF2-B54A-05F0C5311E66}"/>
              </a:ext>
            </a:extLst>
          </p:cNvPr>
          <p:cNvGrpSpPr/>
          <p:nvPr/>
        </p:nvGrpSpPr>
        <p:grpSpPr>
          <a:xfrm>
            <a:off x="3290072" y="382432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7625B62-FF2B-DE30-C40C-06D563372C0B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218129F-79A7-650D-2C5E-F5A223DA0D2F}"/>
                </a:ext>
              </a:extLst>
            </p:cNvPr>
            <p:cNvCxnSpPr>
              <a:cxnSpLocks/>
              <a:stCxn id="6" idx="0"/>
              <a:endCxn id="6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09432B8-1E8C-DF9D-8761-8DC4768F3233}"/>
              </a:ext>
            </a:extLst>
          </p:cNvPr>
          <p:cNvGrpSpPr/>
          <p:nvPr/>
        </p:nvGrpSpPr>
        <p:grpSpPr>
          <a:xfrm>
            <a:off x="4347557" y="382886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BD475B5-CF29-1234-17EE-C3D927BBCCA3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13ED472-7BEE-DF4F-EEE6-4524AADFEBB4}"/>
                </a:ext>
              </a:extLst>
            </p:cNvPr>
            <p:cNvCxnSpPr>
              <a:cxnSpLocks/>
              <a:stCxn id="9" idx="0"/>
              <a:endCxn id="9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BE6E5F7-D53A-F3A0-D08C-0921164ADDB2}"/>
              </a:ext>
            </a:extLst>
          </p:cNvPr>
          <p:cNvGrpSpPr/>
          <p:nvPr/>
        </p:nvGrpSpPr>
        <p:grpSpPr>
          <a:xfrm>
            <a:off x="5413940" y="382432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595383-26C2-A50C-B831-6F7104E0CDFB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302C4C6-1A32-A76B-CB0F-B60CFE633F53}"/>
                </a:ext>
              </a:extLst>
            </p:cNvPr>
            <p:cNvCxnSpPr>
              <a:cxnSpLocks/>
              <a:stCxn id="12" idx="0"/>
              <a:endCxn id="12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6F96D8C-A324-DE58-BB4F-F348500B8F93}"/>
              </a:ext>
            </a:extLst>
          </p:cNvPr>
          <p:cNvGrpSpPr/>
          <p:nvPr/>
        </p:nvGrpSpPr>
        <p:grpSpPr>
          <a:xfrm>
            <a:off x="6471425" y="382886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8A0EE28-83B7-1B8D-DBD2-AF1027238F60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9D2A046-EF6E-1D05-C544-E8A138603AA6}"/>
                </a:ext>
              </a:extLst>
            </p:cNvPr>
            <p:cNvCxnSpPr>
              <a:cxnSpLocks/>
              <a:stCxn id="15" idx="0"/>
              <a:endCxn id="15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F389DE2-162E-E708-F272-7B1798929FEE}"/>
              </a:ext>
            </a:extLst>
          </p:cNvPr>
          <p:cNvGrpSpPr/>
          <p:nvPr/>
        </p:nvGrpSpPr>
        <p:grpSpPr>
          <a:xfrm>
            <a:off x="3290072" y="4323719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5F8594E-BFD8-2010-F581-45E1D2FD4929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17D6890-32C5-C9CD-DF14-482AFB2E19BF}"/>
                </a:ext>
              </a:extLst>
            </p:cNvPr>
            <p:cNvCxnSpPr>
              <a:cxnSpLocks/>
              <a:stCxn id="18" idx="0"/>
              <a:endCxn id="18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43B41C4-032F-C460-1218-1318636D0698}"/>
              </a:ext>
            </a:extLst>
          </p:cNvPr>
          <p:cNvGrpSpPr/>
          <p:nvPr/>
        </p:nvGrpSpPr>
        <p:grpSpPr>
          <a:xfrm>
            <a:off x="4347557" y="4328259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90EB57A-C58F-E4A2-A4CA-111F615F3B70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EE51860-52B5-AA98-7ECB-74A4D4EC76AE}"/>
                </a:ext>
              </a:extLst>
            </p:cNvPr>
            <p:cNvCxnSpPr>
              <a:cxnSpLocks/>
              <a:stCxn id="21" idx="0"/>
              <a:endCxn id="21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C387AC3-17B1-0F5A-B675-B63D8E2E43E7}"/>
              </a:ext>
            </a:extLst>
          </p:cNvPr>
          <p:cNvGrpSpPr/>
          <p:nvPr/>
        </p:nvGrpSpPr>
        <p:grpSpPr>
          <a:xfrm>
            <a:off x="5413940" y="4323719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0128E0F-521B-8AA6-128C-8BB09FECE45A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AEF032F-3E56-4184-0752-54C5E7714068}"/>
                </a:ext>
              </a:extLst>
            </p:cNvPr>
            <p:cNvCxnSpPr>
              <a:cxnSpLocks/>
              <a:stCxn id="24" idx="0"/>
              <a:endCxn id="24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FF56B8D-59A8-27CC-45EB-0DB44EF889FF}"/>
              </a:ext>
            </a:extLst>
          </p:cNvPr>
          <p:cNvGrpSpPr/>
          <p:nvPr/>
        </p:nvGrpSpPr>
        <p:grpSpPr>
          <a:xfrm>
            <a:off x="6471425" y="4328259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7936434-5EC8-D313-4076-011EECBCCFE9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53B875A-CD72-3993-5AF8-063BB34161D0}"/>
                </a:ext>
              </a:extLst>
            </p:cNvPr>
            <p:cNvCxnSpPr>
              <a:cxnSpLocks/>
              <a:stCxn id="27" idx="0"/>
              <a:endCxn id="27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F7BC74B-6F63-FD78-9154-3842D0ED6499}"/>
                  </a:ext>
                </a:extLst>
              </p:cNvPr>
              <p:cNvSpPr txBox="1"/>
              <p:nvPr/>
            </p:nvSpPr>
            <p:spPr>
              <a:xfrm>
                <a:off x="1526018" y="3154983"/>
                <a:ext cx="5426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0BFFD94-9C61-6966-0FD4-780AF09271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018" y="3154983"/>
                <a:ext cx="542649" cy="369332"/>
              </a:xfrm>
              <a:prstGeom prst="rect">
                <a:avLst/>
              </a:prstGeom>
              <a:blipFill>
                <a:blip r:embed="rId2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C979BE5-1F2C-836E-5FDC-79738CD1F975}"/>
                  </a:ext>
                </a:extLst>
              </p:cNvPr>
              <p:cNvSpPr txBox="1"/>
              <p:nvPr/>
            </p:nvSpPr>
            <p:spPr>
              <a:xfrm>
                <a:off x="3322677" y="3316942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C979BE5-1F2C-836E-5FDC-79738CD1F9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2677" y="3316942"/>
                <a:ext cx="36580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E4785D5-FB6D-114B-D27D-952EC9A2AE25}"/>
                  </a:ext>
                </a:extLst>
              </p:cNvPr>
              <p:cNvSpPr txBox="1"/>
              <p:nvPr/>
            </p:nvSpPr>
            <p:spPr>
              <a:xfrm>
                <a:off x="3876103" y="3316942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E4785D5-FB6D-114B-D27D-952EC9A2A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6103" y="3316942"/>
                <a:ext cx="36580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53B6FD5-51E0-C909-B8E7-460D0917722C}"/>
                  </a:ext>
                </a:extLst>
              </p:cNvPr>
              <p:cNvSpPr txBox="1"/>
              <p:nvPr/>
            </p:nvSpPr>
            <p:spPr>
              <a:xfrm>
                <a:off x="4383706" y="3316942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53B6FD5-51E0-C909-B8E7-460D09177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3706" y="3316942"/>
                <a:ext cx="36580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0DCD56E-1B0E-116E-3399-8E76FA8F1436}"/>
                  </a:ext>
                </a:extLst>
              </p:cNvPr>
              <p:cNvSpPr txBox="1"/>
              <p:nvPr/>
            </p:nvSpPr>
            <p:spPr>
              <a:xfrm>
                <a:off x="4897827" y="3316942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0DCD56E-1B0E-116E-3399-8E76FA8F1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7827" y="3316942"/>
                <a:ext cx="36580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4C976BC-DE18-4C13-232C-988623A98D8D}"/>
              </a:ext>
            </a:extLst>
          </p:cNvPr>
          <p:cNvCxnSpPr/>
          <p:nvPr/>
        </p:nvCxnSpPr>
        <p:spPr>
          <a:xfrm>
            <a:off x="2388742" y="3329465"/>
            <a:ext cx="51370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12CE9BE-99D1-41A0-E8C2-1C3D91E65C49}"/>
              </a:ext>
            </a:extLst>
          </p:cNvPr>
          <p:cNvCxnSpPr>
            <a:cxnSpLocks/>
          </p:cNvCxnSpPr>
          <p:nvPr/>
        </p:nvCxnSpPr>
        <p:spPr>
          <a:xfrm>
            <a:off x="1760306" y="4134274"/>
            <a:ext cx="0" cy="69574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B9D2422-8F96-EEA3-2892-F11153C16B86}"/>
                  </a:ext>
                </a:extLst>
              </p:cNvPr>
              <p:cNvSpPr txBox="1"/>
              <p:nvPr/>
            </p:nvSpPr>
            <p:spPr>
              <a:xfrm>
                <a:off x="1488981" y="3647226"/>
                <a:ext cx="6580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FA468BA-4290-FD1D-09FA-D5238C869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981" y="3647226"/>
                <a:ext cx="65806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B2E2C349-8349-8F6A-7EDE-FB3DBD078E6B}"/>
              </a:ext>
            </a:extLst>
          </p:cNvPr>
          <p:cNvGrpSpPr/>
          <p:nvPr/>
        </p:nvGrpSpPr>
        <p:grpSpPr>
          <a:xfrm>
            <a:off x="7537806" y="3826689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E2965FF-F403-49D3-75F5-1F85809B7013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7371FAB-2607-2EFC-34F4-383C4AB1D719}"/>
                </a:ext>
              </a:extLst>
            </p:cNvPr>
            <p:cNvCxnSpPr>
              <a:cxnSpLocks/>
              <a:stCxn id="47" idx="0"/>
              <a:endCxn id="47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4C466A2-EA29-865D-0636-1017CAA26301}"/>
              </a:ext>
            </a:extLst>
          </p:cNvPr>
          <p:cNvGrpSpPr/>
          <p:nvPr/>
        </p:nvGrpSpPr>
        <p:grpSpPr>
          <a:xfrm>
            <a:off x="8595291" y="3831229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A4ED8A55-313B-7809-45AD-A79EFDACC624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2535370-9D3D-0BA2-9CF8-9BADD15AAA88}"/>
                </a:ext>
              </a:extLst>
            </p:cNvPr>
            <p:cNvCxnSpPr>
              <a:cxnSpLocks/>
              <a:stCxn id="50" idx="0"/>
              <a:endCxn id="50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9EC6B61-A3A5-77E6-C69E-F8FAE35BD360}"/>
              </a:ext>
            </a:extLst>
          </p:cNvPr>
          <p:cNvGrpSpPr/>
          <p:nvPr/>
        </p:nvGrpSpPr>
        <p:grpSpPr>
          <a:xfrm>
            <a:off x="9661674" y="3826689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9E7BB20-A5F4-0B42-936B-21AC5FE29ADC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1E6E1D7E-5D62-870C-E287-7788A7E1C943}"/>
                </a:ext>
              </a:extLst>
            </p:cNvPr>
            <p:cNvCxnSpPr>
              <a:cxnSpLocks/>
              <a:stCxn id="53" idx="0"/>
              <a:endCxn id="53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791C1EF-1AD2-2CFD-3D59-B895B4DEE425}"/>
              </a:ext>
            </a:extLst>
          </p:cNvPr>
          <p:cNvGrpSpPr/>
          <p:nvPr/>
        </p:nvGrpSpPr>
        <p:grpSpPr>
          <a:xfrm>
            <a:off x="10719159" y="3831229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B5EE69A-FB7A-84DC-F4C5-EEE43E219DF0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CBCA3E1-EA12-18B4-BCF1-0D9E86D0F209}"/>
                </a:ext>
              </a:extLst>
            </p:cNvPr>
            <p:cNvCxnSpPr>
              <a:cxnSpLocks/>
              <a:stCxn id="56" idx="0"/>
              <a:endCxn id="56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A958615-69A1-B156-64CF-C890501509DD}"/>
              </a:ext>
            </a:extLst>
          </p:cNvPr>
          <p:cNvGrpSpPr/>
          <p:nvPr/>
        </p:nvGrpSpPr>
        <p:grpSpPr>
          <a:xfrm>
            <a:off x="7537806" y="4326086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CEC26FA9-31C9-8711-114A-C78D6D8EF7AC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34806633-1099-0C9C-C62B-89E570C74651}"/>
                </a:ext>
              </a:extLst>
            </p:cNvPr>
            <p:cNvCxnSpPr>
              <a:cxnSpLocks/>
              <a:stCxn id="59" idx="0"/>
              <a:endCxn id="59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27081AC-5229-328D-A7F9-0B9C8C4500EB}"/>
              </a:ext>
            </a:extLst>
          </p:cNvPr>
          <p:cNvGrpSpPr/>
          <p:nvPr/>
        </p:nvGrpSpPr>
        <p:grpSpPr>
          <a:xfrm>
            <a:off x="8595291" y="4330626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79A265F-8385-9067-7D04-6AD964E2862F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EF4D4D1-97A1-5FFE-CE8B-29B627278AFA}"/>
                </a:ext>
              </a:extLst>
            </p:cNvPr>
            <p:cNvCxnSpPr>
              <a:cxnSpLocks/>
              <a:stCxn id="62" idx="0"/>
              <a:endCxn id="62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F1D13F7-4DED-678D-0D8A-02967952F3E2}"/>
              </a:ext>
            </a:extLst>
          </p:cNvPr>
          <p:cNvGrpSpPr/>
          <p:nvPr/>
        </p:nvGrpSpPr>
        <p:grpSpPr>
          <a:xfrm>
            <a:off x="9661674" y="4326086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154B1DD-76BF-B9CF-2714-10D262E0E7AC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8F7FDD4-900B-2CC2-8D13-F72ED419D648}"/>
                </a:ext>
              </a:extLst>
            </p:cNvPr>
            <p:cNvCxnSpPr>
              <a:cxnSpLocks/>
              <a:stCxn id="65" idx="0"/>
              <a:endCxn id="65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999B19E-32AE-F0C3-7A2A-3AE39785F2A6}"/>
              </a:ext>
            </a:extLst>
          </p:cNvPr>
          <p:cNvGrpSpPr/>
          <p:nvPr/>
        </p:nvGrpSpPr>
        <p:grpSpPr>
          <a:xfrm>
            <a:off x="10719159" y="4330626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6C65034B-A218-8AC5-27CA-01B1A4C1D234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2C84DA7B-265B-4E1A-25A5-6E9B7B32BCC3}"/>
                </a:ext>
              </a:extLst>
            </p:cNvPr>
            <p:cNvCxnSpPr>
              <a:cxnSpLocks/>
              <a:stCxn id="68" idx="0"/>
              <a:endCxn id="68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3B1837B5-9D6D-77B0-79BF-9AA54E8846FB}"/>
                  </a:ext>
                </a:extLst>
              </p:cNvPr>
              <p:cNvSpPr txBox="1"/>
              <p:nvPr/>
            </p:nvSpPr>
            <p:spPr>
              <a:xfrm>
                <a:off x="5427194" y="3316942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3B1837B5-9D6D-77B0-79BF-9AA54E884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7194" y="3316942"/>
                <a:ext cx="36580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9C092298-6A8D-23AA-1A2B-D26DC8340404}"/>
                  </a:ext>
                </a:extLst>
              </p:cNvPr>
              <p:cNvSpPr txBox="1"/>
              <p:nvPr/>
            </p:nvSpPr>
            <p:spPr>
              <a:xfrm>
                <a:off x="5956561" y="3316942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9C092298-6A8D-23AA-1A2B-D26DC8340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6561" y="3316942"/>
                <a:ext cx="36580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85567CDF-3A14-C8D5-6E2D-B68F059B07A6}"/>
                  </a:ext>
                </a:extLst>
              </p:cNvPr>
              <p:cNvSpPr txBox="1"/>
              <p:nvPr/>
            </p:nvSpPr>
            <p:spPr>
              <a:xfrm>
                <a:off x="6478568" y="3316942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85567CDF-3A14-C8D5-6E2D-B68F059B07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8568" y="3316942"/>
                <a:ext cx="36580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144F139-DE1E-40FA-A1AC-B9E8DBE6E8DA}"/>
                  </a:ext>
                </a:extLst>
              </p:cNvPr>
              <p:cNvSpPr txBox="1"/>
              <p:nvPr/>
            </p:nvSpPr>
            <p:spPr>
              <a:xfrm>
                <a:off x="7000575" y="3316942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144F139-DE1E-40FA-A1AC-B9E8DBE6E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0575" y="3316942"/>
                <a:ext cx="36580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11A6446-2C14-EAB9-58C9-2ED67E30DD32}"/>
                  </a:ext>
                </a:extLst>
              </p:cNvPr>
              <p:cNvSpPr txBox="1"/>
              <p:nvPr/>
            </p:nvSpPr>
            <p:spPr>
              <a:xfrm>
                <a:off x="1207462" y="6375170"/>
                <a:ext cx="62675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Note: Each cell here is an entire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kernel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9B71C63-C3B3-F33A-AA1B-1E9FF8491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462" y="6375170"/>
                <a:ext cx="6267576" cy="369332"/>
              </a:xfrm>
              <a:prstGeom prst="rect">
                <a:avLst/>
              </a:prstGeom>
              <a:blipFill>
                <a:blip r:embed="rId12"/>
                <a:stretch>
                  <a:fillRect l="-77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DBFD41A-C0CA-040A-67A9-7A5DF0B3879A}"/>
                  </a:ext>
                </a:extLst>
              </p:cNvPr>
              <p:cNvSpPr txBox="1"/>
              <p:nvPr/>
            </p:nvSpPr>
            <p:spPr>
              <a:xfrm>
                <a:off x="7619447" y="3329465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DBFD41A-C0CA-040A-67A9-7A5DF0B38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9447" y="3329465"/>
                <a:ext cx="36580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AA2E2F4-1207-36F4-20A7-784743D3445B}"/>
                  </a:ext>
                </a:extLst>
              </p:cNvPr>
              <p:cNvSpPr txBox="1"/>
              <p:nvPr/>
            </p:nvSpPr>
            <p:spPr>
              <a:xfrm>
                <a:off x="8172873" y="3329465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AA2E2F4-1207-36F4-20A7-784743D34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873" y="3329465"/>
                <a:ext cx="36580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2602FF6-830A-F239-5ECA-B0CF5CD4C3E8}"/>
                  </a:ext>
                </a:extLst>
              </p:cNvPr>
              <p:cNvSpPr txBox="1"/>
              <p:nvPr/>
            </p:nvSpPr>
            <p:spPr>
              <a:xfrm>
                <a:off x="8680476" y="3329465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2602FF6-830A-F239-5ECA-B0CF5CD4C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0476" y="3329465"/>
                <a:ext cx="494046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67FAA5B-0A64-CAE4-55C9-048743EFBE94}"/>
                  </a:ext>
                </a:extLst>
              </p:cNvPr>
              <p:cNvSpPr txBox="1"/>
              <p:nvPr/>
            </p:nvSpPr>
            <p:spPr>
              <a:xfrm>
                <a:off x="9194597" y="3329465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67FAA5B-0A64-CAE4-55C9-048743EFB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4597" y="3329465"/>
                <a:ext cx="494046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2F3C750-A8BD-2688-D689-B9748342E46E}"/>
                  </a:ext>
                </a:extLst>
              </p:cNvPr>
              <p:cNvSpPr txBox="1"/>
              <p:nvPr/>
            </p:nvSpPr>
            <p:spPr>
              <a:xfrm>
                <a:off x="9723964" y="3329465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2F3C750-A8BD-2688-D689-B9748342E4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3964" y="3329465"/>
                <a:ext cx="494046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1DCC12E-5DA4-F7AA-520A-529506ACC532}"/>
                  </a:ext>
                </a:extLst>
              </p:cNvPr>
              <p:cNvSpPr txBox="1"/>
              <p:nvPr/>
            </p:nvSpPr>
            <p:spPr>
              <a:xfrm>
                <a:off x="10253331" y="3329465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1DCC12E-5DA4-F7AA-520A-529506ACC5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3331" y="3329465"/>
                <a:ext cx="494046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9BFFF9E6-A7E8-72C9-D8D4-E6EEB04D61BA}"/>
                  </a:ext>
                </a:extLst>
              </p:cNvPr>
              <p:cNvSpPr txBox="1"/>
              <p:nvPr/>
            </p:nvSpPr>
            <p:spPr>
              <a:xfrm>
                <a:off x="10775338" y="3329465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9BFFF9E6-A7E8-72C9-D8D4-E6EEB04D6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5338" y="3329465"/>
                <a:ext cx="494046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89EF1BBD-8205-6B11-862F-200FC786FD02}"/>
                  </a:ext>
                </a:extLst>
              </p:cNvPr>
              <p:cNvSpPr txBox="1"/>
              <p:nvPr/>
            </p:nvSpPr>
            <p:spPr>
              <a:xfrm>
                <a:off x="11297345" y="3329465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89EF1BBD-8205-6B11-862F-200FC786F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7345" y="3329465"/>
                <a:ext cx="494046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Content Placeholder 2">
                <a:extLst>
                  <a:ext uri="{FF2B5EF4-FFF2-40B4-BE49-F238E27FC236}">
                    <a16:creationId xmlns:a16="http://schemas.microsoft.com/office/drawing/2014/main" id="{0E03B310-8206-9725-EDA2-F7F882A80D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4881" y="1424933"/>
                <a:ext cx="10515600" cy="855688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Partition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sz="2000" dirty="0"/>
                  <a:t> input channels into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000" dirty="0"/>
                  <a:t> groups</a:t>
                </a:r>
              </a:p>
              <a:p>
                <a:r>
                  <a:rPr lang="en-US" sz="2000" dirty="0"/>
                  <a:t>Partition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sz="2000" dirty="0"/>
                  <a:t> output channels into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000" dirty="0"/>
                  <a:t> groups</a:t>
                </a:r>
              </a:p>
              <a:p>
                <a:pPr lvl="1"/>
                <a:endParaRPr lang="en-US" sz="1800" dirty="0"/>
              </a:p>
            </p:txBody>
          </p:sp>
        </mc:Choice>
        <mc:Fallback>
          <p:sp>
            <p:nvSpPr>
              <p:cNvPr id="35" name="Content Placeholder 2">
                <a:extLst>
                  <a:ext uri="{FF2B5EF4-FFF2-40B4-BE49-F238E27FC236}">
                    <a16:creationId xmlns:a16="http://schemas.microsoft.com/office/drawing/2014/main" id="{0E03B310-8206-9725-EDA2-F7F882A80D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881" y="1424933"/>
                <a:ext cx="10515600" cy="855688"/>
              </a:xfrm>
              <a:blipFill>
                <a:blip r:embed="rId21"/>
                <a:stretch>
                  <a:fillRect l="-522" t="-7857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2B45A0C-8861-BD7D-0D3D-1C610240AEAA}"/>
                  </a:ext>
                </a:extLst>
              </p:cNvPr>
              <p:cNvSpPr txBox="1"/>
              <p:nvPr/>
            </p:nvSpPr>
            <p:spPr>
              <a:xfrm>
                <a:off x="1472935" y="2651525"/>
                <a:ext cx="8122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2B45A0C-8861-BD7D-0D3D-1C610240A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935" y="2651525"/>
                <a:ext cx="812210" cy="369332"/>
              </a:xfrm>
              <a:prstGeom prst="rect">
                <a:avLst/>
              </a:prstGeom>
              <a:blipFill>
                <a:blip r:embed="rId22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A7DAD23-443A-39EA-6495-EF83B66F19FD}"/>
              </a:ext>
            </a:extLst>
          </p:cNvPr>
          <p:cNvCxnSpPr/>
          <p:nvPr/>
        </p:nvCxnSpPr>
        <p:spPr>
          <a:xfrm>
            <a:off x="2335659" y="2826007"/>
            <a:ext cx="51370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Left Brace 69">
            <a:extLst>
              <a:ext uri="{FF2B5EF4-FFF2-40B4-BE49-F238E27FC236}">
                <a16:creationId xmlns:a16="http://schemas.microsoft.com/office/drawing/2014/main" id="{D9ADBB04-5A2A-DD7F-2F65-C8D9ADEB94B5}"/>
              </a:ext>
            </a:extLst>
          </p:cNvPr>
          <p:cNvSpPr/>
          <p:nvPr/>
        </p:nvSpPr>
        <p:spPr>
          <a:xfrm rot="5400000">
            <a:off x="4168700" y="1816605"/>
            <a:ext cx="369329" cy="2126585"/>
          </a:xfrm>
          <a:prstGeom prst="leftBrac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Left Brace 70">
            <a:extLst>
              <a:ext uri="{FF2B5EF4-FFF2-40B4-BE49-F238E27FC236}">
                <a16:creationId xmlns:a16="http://schemas.microsoft.com/office/drawing/2014/main" id="{5EA70D3B-954D-AA71-2908-2DE3AA89AD50}"/>
              </a:ext>
            </a:extLst>
          </p:cNvPr>
          <p:cNvSpPr/>
          <p:nvPr/>
        </p:nvSpPr>
        <p:spPr>
          <a:xfrm rot="5400000">
            <a:off x="6309756" y="1820534"/>
            <a:ext cx="369329" cy="2126585"/>
          </a:xfrm>
          <a:prstGeom prst="leftBrac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Left Brace 71">
            <a:extLst>
              <a:ext uri="{FF2B5EF4-FFF2-40B4-BE49-F238E27FC236}">
                <a16:creationId xmlns:a16="http://schemas.microsoft.com/office/drawing/2014/main" id="{D5BAE901-25EA-AEB2-E203-68CB7444EECA}"/>
              </a:ext>
            </a:extLst>
          </p:cNvPr>
          <p:cNvSpPr/>
          <p:nvPr/>
        </p:nvSpPr>
        <p:spPr>
          <a:xfrm rot="5400000">
            <a:off x="8450812" y="1825772"/>
            <a:ext cx="369329" cy="2126585"/>
          </a:xfrm>
          <a:prstGeom prst="leftBrac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Left Brace 72">
            <a:extLst>
              <a:ext uri="{FF2B5EF4-FFF2-40B4-BE49-F238E27FC236}">
                <a16:creationId xmlns:a16="http://schemas.microsoft.com/office/drawing/2014/main" id="{C635A46C-C40D-183D-5E90-2119EA6884A5}"/>
              </a:ext>
            </a:extLst>
          </p:cNvPr>
          <p:cNvSpPr/>
          <p:nvPr/>
        </p:nvSpPr>
        <p:spPr>
          <a:xfrm rot="5400000">
            <a:off x="10583441" y="1825772"/>
            <a:ext cx="369329" cy="2126585"/>
          </a:xfrm>
          <a:prstGeom prst="leftBrac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CCAA56F2-2CA5-6D43-BACE-9745A1C573E9}"/>
                  </a:ext>
                </a:extLst>
              </p:cNvPr>
              <p:cNvSpPr txBox="1"/>
              <p:nvPr/>
            </p:nvSpPr>
            <p:spPr>
              <a:xfrm>
                <a:off x="4172152" y="2214247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CCAA56F2-2CA5-6D43-BACE-9745A1C57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152" y="2214247"/>
                <a:ext cx="365805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09C938B0-A081-FF80-3089-0E6FA8B07484}"/>
                  </a:ext>
                </a:extLst>
              </p:cNvPr>
              <p:cNvSpPr txBox="1"/>
              <p:nvPr/>
            </p:nvSpPr>
            <p:spPr>
              <a:xfrm>
                <a:off x="6300180" y="2218440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09C938B0-A081-FF80-3089-0E6FA8B074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180" y="2218440"/>
                <a:ext cx="365805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17C541C4-A529-60A1-7DA7-FE114884D6C1}"/>
                  </a:ext>
                </a:extLst>
              </p:cNvPr>
              <p:cNvSpPr txBox="1"/>
              <p:nvPr/>
            </p:nvSpPr>
            <p:spPr>
              <a:xfrm>
                <a:off x="8442691" y="2284789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17C541C4-A529-60A1-7DA7-FE114884D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2691" y="2284789"/>
                <a:ext cx="365805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50DD19E4-FB26-F1F8-2DB7-167C42AFACFF}"/>
                  </a:ext>
                </a:extLst>
              </p:cNvPr>
              <p:cNvSpPr txBox="1"/>
              <p:nvPr/>
            </p:nvSpPr>
            <p:spPr>
              <a:xfrm>
                <a:off x="10585202" y="2263836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50DD19E4-FB26-F1F8-2DB7-167C42AFA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5202" y="2263836"/>
                <a:ext cx="365805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Left Brace 135">
            <a:extLst>
              <a:ext uri="{FF2B5EF4-FFF2-40B4-BE49-F238E27FC236}">
                <a16:creationId xmlns:a16="http://schemas.microsoft.com/office/drawing/2014/main" id="{37408DEF-652F-63EE-BFD9-F408812CA76D}"/>
              </a:ext>
            </a:extLst>
          </p:cNvPr>
          <p:cNvSpPr/>
          <p:nvPr/>
        </p:nvSpPr>
        <p:spPr>
          <a:xfrm>
            <a:off x="2896282" y="3831229"/>
            <a:ext cx="285553" cy="499390"/>
          </a:xfrm>
          <a:prstGeom prst="leftBrac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Left Brace 136">
            <a:extLst>
              <a:ext uri="{FF2B5EF4-FFF2-40B4-BE49-F238E27FC236}">
                <a16:creationId xmlns:a16="http://schemas.microsoft.com/office/drawing/2014/main" id="{42EF0F8B-09C4-9175-EB2B-974D5C1B8773}"/>
              </a:ext>
            </a:extLst>
          </p:cNvPr>
          <p:cNvSpPr/>
          <p:nvPr/>
        </p:nvSpPr>
        <p:spPr>
          <a:xfrm>
            <a:off x="2897467" y="4332992"/>
            <a:ext cx="285553" cy="499390"/>
          </a:xfrm>
          <a:prstGeom prst="leftBrac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Left Brace 137">
            <a:extLst>
              <a:ext uri="{FF2B5EF4-FFF2-40B4-BE49-F238E27FC236}">
                <a16:creationId xmlns:a16="http://schemas.microsoft.com/office/drawing/2014/main" id="{880CF5A7-3787-68E4-8FEC-81550C0D0036}"/>
              </a:ext>
            </a:extLst>
          </p:cNvPr>
          <p:cNvSpPr/>
          <p:nvPr/>
        </p:nvSpPr>
        <p:spPr>
          <a:xfrm>
            <a:off x="2889851" y="4832382"/>
            <a:ext cx="285553" cy="499390"/>
          </a:xfrm>
          <a:prstGeom prst="leftBrac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Left Brace 138">
            <a:extLst>
              <a:ext uri="{FF2B5EF4-FFF2-40B4-BE49-F238E27FC236}">
                <a16:creationId xmlns:a16="http://schemas.microsoft.com/office/drawing/2014/main" id="{EA07B989-178A-6154-E7AE-544FDE830583}"/>
              </a:ext>
            </a:extLst>
          </p:cNvPr>
          <p:cNvSpPr/>
          <p:nvPr/>
        </p:nvSpPr>
        <p:spPr>
          <a:xfrm>
            <a:off x="2893892" y="5331772"/>
            <a:ext cx="285553" cy="499390"/>
          </a:xfrm>
          <a:prstGeom prst="leftBrac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58A7C68C-D260-F05D-40DE-ED34F8ACB776}"/>
                  </a:ext>
                </a:extLst>
              </p:cNvPr>
              <p:cNvSpPr txBox="1"/>
              <p:nvPr/>
            </p:nvSpPr>
            <p:spPr>
              <a:xfrm>
                <a:off x="2419345" y="389625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58A7C68C-D260-F05D-40DE-ED34F8ACB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9345" y="3896258"/>
                <a:ext cx="365805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B9A79B2D-9BBE-AC3C-6859-555892B3625D}"/>
                  </a:ext>
                </a:extLst>
              </p:cNvPr>
              <p:cNvSpPr txBox="1"/>
              <p:nvPr/>
            </p:nvSpPr>
            <p:spPr>
              <a:xfrm>
                <a:off x="2419344" y="4395940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B9A79B2D-9BBE-AC3C-6859-555892B362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9344" y="4395940"/>
                <a:ext cx="365805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C11EDE77-C58C-8A25-ADA4-8A3E5011B3D9}"/>
                  </a:ext>
                </a:extLst>
              </p:cNvPr>
              <p:cNvSpPr txBox="1"/>
              <p:nvPr/>
            </p:nvSpPr>
            <p:spPr>
              <a:xfrm>
                <a:off x="2411605" y="493151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C11EDE77-C58C-8A25-ADA4-8A3E5011B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605" y="4931518"/>
                <a:ext cx="365805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CC6A3507-CC51-7A20-9C7D-036D5E2C5273}"/>
                  </a:ext>
                </a:extLst>
              </p:cNvPr>
              <p:cNvSpPr txBox="1"/>
              <p:nvPr/>
            </p:nvSpPr>
            <p:spPr>
              <a:xfrm>
                <a:off x="2411605" y="541661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CC6A3507-CC51-7A20-9C7D-036D5E2C5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605" y="5416613"/>
                <a:ext cx="365805" cy="3693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9362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33FD3-0116-EA30-318A-01CD4762A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7">
            <a:extLst>
              <a:ext uri="{FF2B5EF4-FFF2-40B4-BE49-F238E27FC236}">
                <a16:creationId xmlns:a16="http://schemas.microsoft.com/office/drawing/2014/main" id="{3F0CDFC3-2A75-4F7D-7723-749D50AB98A4}"/>
              </a:ext>
            </a:extLst>
          </p:cNvPr>
          <p:cNvGrpSpPr/>
          <p:nvPr/>
        </p:nvGrpSpPr>
        <p:grpSpPr>
          <a:xfrm>
            <a:off x="3290072" y="4818576"/>
            <a:ext cx="1059735" cy="499397"/>
            <a:chOff x="1980958" y="2952087"/>
            <a:chExt cx="1059735" cy="499397"/>
          </a:xfrm>
          <a:solidFill>
            <a:schemeClr val="bg1"/>
          </a:solidFill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2D3B2FAB-F917-29F6-3AB7-B0434D731BF8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47ABFBDF-BB7A-3000-0D0E-1078B4C78053}"/>
                </a:ext>
              </a:extLst>
            </p:cNvPr>
            <p:cNvCxnSpPr>
              <a:cxnSpLocks/>
              <a:stCxn id="79" idx="0"/>
              <a:endCxn id="79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0ED53EA2-7C99-DBE2-7A2C-86D308C6F063}"/>
              </a:ext>
            </a:extLst>
          </p:cNvPr>
          <p:cNvGrpSpPr/>
          <p:nvPr/>
        </p:nvGrpSpPr>
        <p:grpSpPr>
          <a:xfrm>
            <a:off x="4347557" y="4823116"/>
            <a:ext cx="1059735" cy="499397"/>
            <a:chOff x="1980958" y="2952087"/>
            <a:chExt cx="1059735" cy="499397"/>
          </a:xfrm>
          <a:solidFill>
            <a:schemeClr val="bg1"/>
          </a:solidFill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F9A673E2-F59D-AE7A-33E2-5FDFA24F639A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71331AEC-7E8A-094C-E5D9-ED3199B0FFDC}"/>
                </a:ext>
              </a:extLst>
            </p:cNvPr>
            <p:cNvCxnSpPr>
              <a:cxnSpLocks/>
              <a:stCxn id="82" idx="0"/>
              <a:endCxn id="82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406DF3A-F034-7353-9E0C-2647BB48790F}"/>
              </a:ext>
            </a:extLst>
          </p:cNvPr>
          <p:cNvGrpSpPr/>
          <p:nvPr/>
        </p:nvGrpSpPr>
        <p:grpSpPr>
          <a:xfrm>
            <a:off x="5413940" y="4818576"/>
            <a:ext cx="1059735" cy="499397"/>
            <a:chOff x="1980958" y="2952087"/>
            <a:chExt cx="1059735" cy="499397"/>
          </a:xfrm>
          <a:solidFill>
            <a:schemeClr val="bg1"/>
          </a:solidFill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5686EFB5-63D5-52E0-773D-96A022C1A27E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90D4B6FD-9140-2A3F-C1A8-8A85094B9219}"/>
                </a:ext>
              </a:extLst>
            </p:cNvPr>
            <p:cNvCxnSpPr>
              <a:cxnSpLocks/>
              <a:stCxn id="85" idx="0"/>
              <a:endCxn id="85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0ECD5072-4246-B85D-77F5-523BB655A4D2}"/>
              </a:ext>
            </a:extLst>
          </p:cNvPr>
          <p:cNvGrpSpPr/>
          <p:nvPr/>
        </p:nvGrpSpPr>
        <p:grpSpPr>
          <a:xfrm>
            <a:off x="6471425" y="4823116"/>
            <a:ext cx="1059735" cy="499397"/>
            <a:chOff x="1980958" y="2952087"/>
            <a:chExt cx="1059735" cy="499397"/>
          </a:xfrm>
          <a:solidFill>
            <a:schemeClr val="bg1"/>
          </a:solidFill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685D1A02-1F0C-C690-5597-589F1EA37FA6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D97DEF2E-2AD3-9E80-3456-9DBD6C9A2718}"/>
                </a:ext>
              </a:extLst>
            </p:cNvPr>
            <p:cNvCxnSpPr>
              <a:cxnSpLocks/>
              <a:stCxn id="88" idx="0"/>
              <a:endCxn id="88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13A38DF-0F9C-4C9A-CA8D-BF2FB7893CCA}"/>
              </a:ext>
            </a:extLst>
          </p:cNvPr>
          <p:cNvGrpSpPr/>
          <p:nvPr/>
        </p:nvGrpSpPr>
        <p:grpSpPr>
          <a:xfrm>
            <a:off x="3290072" y="5317973"/>
            <a:ext cx="1059735" cy="499397"/>
            <a:chOff x="1980958" y="2952087"/>
            <a:chExt cx="1059735" cy="499397"/>
          </a:xfrm>
          <a:solidFill>
            <a:schemeClr val="bg1"/>
          </a:solidFill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BCB87BAD-E1FA-82FA-B91F-63B1F5976797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92D77876-E6AF-BD86-3F36-E32283897CEB}"/>
                </a:ext>
              </a:extLst>
            </p:cNvPr>
            <p:cNvCxnSpPr>
              <a:cxnSpLocks/>
              <a:stCxn id="91" idx="0"/>
              <a:endCxn id="91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7EB564B-EF02-784D-CDF1-E03912E3EE01}"/>
              </a:ext>
            </a:extLst>
          </p:cNvPr>
          <p:cNvGrpSpPr/>
          <p:nvPr/>
        </p:nvGrpSpPr>
        <p:grpSpPr>
          <a:xfrm>
            <a:off x="4347557" y="5322513"/>
            <a:ext cx="1059735" cy="499397"/>
            <a:chOff x="1980958" y="2952087"/>
            <a:chExt cx="1059735" cy="499397"/>
          </a:xfrm>
          <a:solidFill>
            <a:schemeClr val="bg1"/>
          </a:solidFill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72BE5BF5-1BA7-327A-E085-FA3E71C240B8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05D8A468-E032-E0CB-9D56-AC362131291C}"/>
                </a:ext>
              </a:extLst>
            </p:cNvPr>
            <p:cNvCxnSpPr>
              <a:cxnSpLocks/>
              <a:stCxn id="94" idx="0"/>
              <a:endCxn id="94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4CE43933-22A7-513A-4FC3-F42DFE5E592A}"/>
              </a:ext>
            </a:extLst>
          </p:cNvPr>
          <p:cNvGrpSpPr/>
          <p:nvPr/>
        </p:nvGrpSpPr>
        <p:grpSpPr>
          <a:xfrm>
            <a:off x="5413940" y="5317973"/>
            <a:ext cx="1059735" cy="499397"/>
            <a:chOff x="1980958" y="2952087"/>
            <a:chExt cx="1059735" cy="499397"/>
          </a:xfrm>
          <a:solidFill>
            <a:schemeClr val="bg1"/>
          </a:solidFill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2D30B977-857A-4F06-D178-34F38DCE6F3E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A68675D-CB97-A800-9D2B-7DBF5EE815DB}"/>
                </a:ext>
              </a:extLst>
            </p:cNvPr>
            <p:cNvCxnSpPr>
              <a:cxnSpLocks/>
              <a:stCxn id="97" idx="0"/>
              <a:endCxn id="97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AF670F7-1F6A-8559-71B8-538B0AC7BC0A}"/>
              </a:ext>
            </a:extLst>
          </p:cNvPr>
          <p:cNvGrpSpPr/>
          <p:nvPr/>
        </p:nvGrpSpPr>
        <p:grpSpPr>
          <a:xfrm>
            <a:off x="6471425" y="5322513"/>
            <a:ext cx="1059735" cy="499397"/>
            <a:chOff x="1980958" y="2952087"/>
            <a:chExt cx="1059735" cy="499397"/>
          </a:xfrm>
          <a:solidFill>
            <a:schemeClr val="bg1"/>
          </a:solidFill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A093D99F-6EB8-7A97-392D-C46FC5FF491A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B8DDAC71-CA84-1983-E140-0F4046373470}"/>
                </a:ext>
              </a:extLst>
            </p:cNvPr>
            <p:cNvCxnSpPr>
              <a:cxnSpLocks/>
              <a:stCxn id="100" idx="0"/>
              <a:endCxn id="100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84E2EF3-C190-0EB5-BEEF-8EC99A92666A}"/>
              </a:ext>
            </a:extLst>
          </p:cNvPr>
          <p:cNvGrpSpPr/>
          <p:nvPr/>
        </p:nvGrpSpPr>
        <p:grpSpPr>
          <a:xfrm>
            <a:off x="7537806" y="4820943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90C767E-0AFC-6F33-B39E-9FD885861149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9E1171AA-EC42-FE98-2642-E834F8A08BDD}"/>
                </a:ext>
              </a:extLst>
            </p:cNvPr>
            <p:cNvCxnSpPr>
              <a:cxnSpLocks/>
              <a:stCxn id="103" idx="0"/>
              <a:endCxn id="103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47B4EEAB-2B3B-877E-C835-703FB8C94E45}"/>
              </a:ext>
            </a:extLst>
          </p:cNvPr>
          <p:cNvGrpSpPr/>
          <p:nvPr/>
        </p:nvGrpSpPr>
        <p:grpSpPr>
          <a:xfrm>
            <a:off x="8595291" y="4825483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1DCB1118-0300-DE0C-0A50-987D776CFF0D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45A432E-682D-CC12-B597-6934B3676ECE}"/>
                </a:ext>
              </a:extLst>
            </p:cNvPr>
            <p:cNvCxnSpPr>
              <a:cxnSpLocks/>
              <a:stCxn id="106" idx="0"/>
              <a:endCxn id="106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CF6A60D5-093B-E99E-77C1-C6F6EFAF7DE7}"/>
              </a:ext>
            </a:extLst>
          </p:cNvPr>
          <p:cNvGrpSpPr/>
          <p:nvPr/>
        </p:nvGrpSpPr>
        <p:grpSpPr>
          <a:xfrm>
            <a:off x="9661674" y="4820943"/>
            <a:ext cx="1059735" cy="499397"/>
            <a:chOff x="1980958" y="2952087"/>
            <a:chExt cx="1059735" cy="499397"/>
          </a:xfrm>
          <a:solidFill>
            <a:schemeClr val="bg1"/>
          </a:solidFill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85741743-9DC2-2F15-9B16-FD1FDF557ACC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4A0109BE-73AD-7002-85CC-59D572081625}"/>
                </a:ext>
              </a:extLst>
            </p:cNvPr>
            <p:cNvCxnSpPr>
              <a:cxnSpLocks/>
              <a:stCxn id="109" idx="0"/>
              <a:endCxn id="109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A41D4A09-E437-F979-8DF5-480AB30CCFE8}"/>
              </a:ext>
            </a:extLst>
          </p:cNvPr>
          <p:cNvGrpSpPr/>
          <p:nvPr/>
        </p:nvGrpSpPr>
        <p:grpSpPr>
          <a:xfrm>
            <a:off x="10719159" y="4825483"/>
            <a:ext cx="1059735" cy="499397"/>
            <a:chOff x="1980958" y="2952087"/>
            <a:chExt cx="1059735" cy="499397"/>
          </a:xfrm>
          <a:solidFill>
            <a:schemeClr val="bg1"/>
          </a:solidFill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58E1A625-7FB5-D190-BB7D-962DC6D3715D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8DF65608-9BA2-87CF-9FC6-C3E03789CC8E}"/>
                </a:ext>
              </a:extLst>
            </p:cNvPr>
            <p:cNvCxnSpPr>
              <a:cxnSpLocks/>
              <a:stCxn id="112" idx="0"/>
              <a:endCxn id="112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C6413CEB-B508-F00A-F278-AC915DF74699}"/>
              </a:ext>
            </a:extLst>
          </p:cNvPr>
          <p:cNvGrpSpPr/>
          <p:nvPr/>
        </p:nvGrpSpPr>
        <p:grpSpPr>
          <a:xfrm>
            <a:off x="7537806" y="5320340"/>
            <a:ext cx="1059735" cy="499397"/>
            <a:chOff x="1980958" y="2952087"/>
            <a:chExt cx="1059735" cy="499397"/>
          </a:xfrm>
          <a:solidFill>
            <a:schemeClr val="bg1"/>
          </a:solidFill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B9412641-AA8C-BB6D-3300-AD6BF9FC1D47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B52492A-A64B-01E4-8822-4511153DBA5C}"/>
                </a:ext>
              </a:extLst>
            </p:cNvPr>
            <p:cNvCxnSpPr>
              <a:cxnSpLocks/>
              <a:stCxn id="115" idx="0"/>
              <a:endCxn id="115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32C458ED-88C6-4811-489C-49662B25842A}"/>
              </a:ext>
            </a:extLst>
          </p:cNvPr>
          <p:cNvGrpSpPr/>
          <p:nvPr/>
        </p:nvGrpSpPr>
        <p:grpSpPr>
          <a:xfrm>
            <a:off x="8595291" y="5324880"/>
            <a:ext cx="1059735" cy="499397"/>
            <a:chOff x="1980958" y="2952087"/>
            <a:chExt cx="1059735" cy="499397"/>
          </a:xfrm>
          <a:solidFill>
            <a:schemeClr val="bg1"/>
          </a:solidFill>
        </p:grpSpPr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6BA9AE98-BA71-8E62-7376-FC5932719596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849FE564-CB63-0287-0063-EEB232726815}"/>
                </a:ext>
              </a:extLst>
            </p:cNvPr>
            <p:cNvCxnSpPr>
              <a:cxnSpLocks/>
              <a:stCxn id="118" idx="0"/>
              <a:endCxn id="118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A5DCAC2F-A725-1587-7059-8B8B21EAF517}"/>
              </a:ext>
            </a:extLst>
          </p:cNvPr>
          <p:cNvGrpSpPr/>
          <p:nvPr/>
        </p:nvGrpSpPr>
        <p:grpSpPr>
          <a:xfrm>
            <a:off x="9661674" y="5320340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3CAC51D5-CFAC-AFCA-ECB7-46303D988A40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00217564-5E39-29EB-DF57-939369C43198}"/>
                </a:ext>
              </a:extLst>
            </p:cNvPr>
            <p:cNvCxnSpPr>
              <a:cxnSpLocks/>
              <a:stCxn id="121" idx="0"/>
              <a:endCxn id="121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F4A824CC-5ECE-CFF2-19C2-F773BE901594}"/>
              </a:ext>
            </a:extLst>
          </p:cNvPr>
          <p:cNvGrpSpPr/>
          <p:nvPr/>
        </p:nvGrpSpPr>
        <p:grpSpPr>
          <a:xfrm>
            <a:off x="10719159" y="5324880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CA98B669-4158-D3A0-D623-82D37B7DDD8F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CB5BCFEA-2817-D250-CE23-64DBCE9743F7}"/>
                </a:ext>
              </a:extLst>
            </p:cNvPr>
            <p:cNvCxnSpPr>
              <a:cxnSpLocks/>
              <a:stCxn id="124" idx="0"/>
              <a:endCxn id="124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C0129F6-2DA2-76D2-D555-AB97EC962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Grouped Convolution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9390FD-F343-1BF5-276C-3B5639C70E11}"/>
              </a:ext>
            </a:extLst>
          </p:cNvPr>
          <p:cNvSpPr txBox="1"/>
          <p:nvPr/>
        </p:nvSpPr>
        <p:spPr>
          <a:xfrm>
            <a:off x="6318868" y="6411843"/>
            <a:ext cx="1982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Kernel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2DF2BF6-6090-7C7D-F20F-5FECFA0D56DD}"/>
              </a:ext>
            </a:extLst>
          </p:cNvPr>
          <p:cNvGrpSpPr/>
          <p:nvPr/>
        </p:nvGrpSpPr>
        <p:grpSpPr>
          <a:xfrm>
            <a:off x="3290072" y="382432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335FA6A-F28B-7670-4159-7E4325BBFB33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2A0360B-BC4C-0721-FF96-32DC85146C74}"/>
                </a:ext>
              </a:extLst>
            </p:cNvPr>
            <p:cNvCxnSpPr>
              <a:cxnSpLocks/>
              <a:stCxn id="6" idx="0"/>
              <a:endCxn id="6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A9CF7FF-A6E9-C861-E6EE-C7CDA5A14A32}"/>
              </a:ext>
            </a:extLst>
          </p:cNvPr>
          <p:cNvGrpSpPr/>
          <p:nvPr/>
        </p:nvGrpSpPr>
        <p:grpSpPr>
          <a:xfrm>
            <a:off x="4347557" y="3828862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EB8DE83-2066-1FEE-309A-F997AC0272FF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A8B4578-E662-86CB-3A96-05734E50F790}"/>
                </a:ext>
              </a:extLst>
            </p:cNvPr>
            <p:cNvCxnSpPr>
              <a:cxnSpLocks/>
              <a:stCxn id="9" idx="0"/>
              <a:endCxn id="9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D946FC-4C2B-69EB-D6C2-59978166527B}"/>
              </a:ext>
            </a:extLst>
          </p:cNvPr>
          <p:cNvGrpSpPr/>
          <p:nvPr/>
        </p:nvGrpSpPr>
        <p:grpSpPr>
          <a:xfrm>
            <a:off x="5413940" y="3824322"/>
            <a:ext cx="1059735" cy="499397"/>
            <a:chOff x="1980958" y="2952087"/>
            <a:chExt cx="1059735" cy="499397"/>
          </a:xfrm>
          <a:solidFill>
            <a:schemeClr val="bg1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7D3DD4D-F7D1-97C7-A024-9F570B55056B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B519106-4DCC-E1E9-587F-81889DAA50AB}"/>
                </a:ext>
              </a:extLst>
            </p:cNvPr>
            <p:cNvCxnSpPr>
              <a:cxnSpLocks/>
              <a:stCxn id="12" idx="0"/>
              <a:endCxn id="12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66ED12F-5054-BD27-72F1-16B2CC66D25A}"/>
              </a:ext>
            </a:extLst>
          </p:cNvPr>
          <p:cNvGrpSpPr/>
          <p:nvPr/>
        </p:nvGrpSpPr>
        <p:grpSpPr>
          <a:xfrm>
            <a:off x="6471425" y="3828862"/>
            <a:ext cx="1059735" cy="499397"/>
            <a:chOff x="1980958" y="2952087"/>
            <a:chExt cx="1059735" cy="499397"/>
          </a:xfrm>
          <a:solidFill>
            <a:schemeClr val="bg1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0C59ED4-2B4E-67C3-D2A1-7EF1CB689FB7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ABA68F4-05CD-6667-BE7D-FA8CDFA3E8DC}"/>
                </a:ext>
              </a:extLst>
            </p:cNvPr>
            <p:cNvCxnSpPr>
              <a:cxnSpLocks/>
              <a:stCxn id="15" idx="0"/>
              <a:endCxn id="15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EC6E7AC-80F8-991D-E14E-28C6EBAA2756}"/>
              </a:ext>
            </a:extLst>
          </p:cNvPr>
          <p:cNvGrpSpPr/>
          <p:nvPr/>
        </p:nvGrpSpPr>
        <p:grpSpPr>
          <a:xfrm>
            <a:off x="3290072" y="4323719"/>
            <a:ext cx="1059735" cy="499397"/>
            <a:chOff x="1980958" y="2952087"/>
            <a:chExt cx="1059735" cy="499397"/>
          </a:xfrm>
          <a:solidFill>
            <a:schemeClr val="bg1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BD335D9-7B43-DDAB-2D95-A1E0FB6E41D1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AC384CC-899B-35A6-B1C9-0A81BD05CE41}"/>
                </a:ext>
              </a:extLst>
            </p:cNvPr>
            <p:cNvCxnSpPr>
              <a:cxnSpLocks/>
              <a:stCxn id="18" idx="0"/>
              <a:endCxn id="18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72F7331-0EDD-9883-3D39-2D971FF1B1D1}"/>
              </a:ext>
            </a:extLst>
          </p:cNvPr>
          <p:cNvGrpSpPr/>
          <p:nvPr/>
        </p:nvGrpSpPr>
        <p:grpSpPr>
          <a:xfrm>
            <a:off x="4347557" y="4328259"/>
            <a:ext cx="1059735" cy="499397"/>
            <a:chOff x="1980958" y="2952087"/>
            <a:chExt cx="1059735" cy="499397"/>
          </a:xfrm>
          <a:solidFill>
            <a:schemeClr val="bg1"/>
          </a:solidFill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758E286-3A5C-5274-4D52-7EF6BA5BA662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7B3A6C8-EE49-81F3-5489-9C79D952E096}"/>
                </a:ext>
              </a:extLst>
            </p:cNvPr>
            <p:cNvCxnSpPr>
              <a:cxnSpLocks/>
              <a:stCxn id="21" idx="0"/>
              <a:endCxn id="21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40D588B-9BC2-EE30-3BDF-708AFCDE0B87}"/>
              </a:ext>
            </a:extLst>
          </p:cNvPr>
          <p:cNvGrpSpPr/>
          <p:nvPr/>
        </p:nvGrpSpPr>
        <p:grpSpPr>
          <a:xfrm>
            <a:off x="5413940" y="4323719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B063AF5-08EC-C4C2-7253-02C60D66D163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A8735A6-5873-2568-7842-B3D6112B4F23}"/>
                </a:ext>
              </a:extLst>
            </p:cNvPr>
            <p:cNvCxnSpPr>
              <a:cxnSpLocks/>
              <a:stCxn id="24" idx="0"/>
              <a:endCxn id="24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8805FDF-EEBB-E502-8DAC-365CF0726EB1}"/>
              </a:ext>
            </a:extLst>
          </p:cNvPr>
          <p:cNvGrpSpPr/>
          <p:nvPr/>
        </p:nvGrpSpPr>
        <p:grpSpPr>
          <a:xfrm>
            <a:off x="6471425" y="4328259"/>
            <a:ext cx="1059735" cy="499397"/>
            <a:chOff x="1980958" y="2952087"/>
            <a:chExt cx="1059735" cy="499397"/>
          </a:xfrm>
          <a:solidFill>
            <a:schemeClr val="accent4"/>
          </a:solidFill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9D27F86-8E89-4016-3C71-5A05EFF518AF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7DD6A51-274E-F0A4-90E8-6E2914CB242F}"/>
                </a:ext>
              </a:extLst>
            </p:cNvPr>
            <p:cNvCxnSpPr>
              <a:cxnSpLocks/>
              <a:stCxn id="27" idx="0"/>
              <a:endCxn id="27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CEF4B75-2078-8715-C61C-2B8FE25DF26D}"/>
                  </a:ext>
                </a:extLst>
              </p:cNvPr>
              <p:cNvSpPr txBox="1"/>
              <p:nvPr/>
            </p:nvSpPr>
            <p:spPr>
              <a:xfrm>
                <a:off x="1526018" y="3154983"/>
                <a:ext cx="5426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0BFFD94-9C61-6966-0FD4-780AF09271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018" y="3154983"/>
                <a:ext cx="542649" cy="369332"/>
              </a:xfrm>
              <a:prstGeom prst="rect">
                <a:avLst/>
              </a:prstGeom>
              <a:blipFill>
                <a:blip r:embed="rId2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272833E-DA21-13CF-EB53-1F1EA4C5EA04}"/>
                  </a:ext>
                </a:extLst>
              </p:cNvPr>
              <p:cNvSpPr txBox="1"/>
              <p:nvPr/>
            </p:nvSpPr>
            <p:spPr>
              <a:xfrm>
                <a:off x="3322677" y="3316942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272833E-DA21-13CF-EB53-1F1EA4C5E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2677" y="3316942"/>
                <a:ext cx="36580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49606FA-46C8-8226-5627-B24E946E34E2}"/>
                  </a:ext>
                </a:extLst>
              </p:cNvPr>
              <p:cNvSpPr txBox="1"/>
              <p:nvPr/>
            </p:nvSpPr>
            <p:spPr>
              <a:xfrm>
                <a:off x="3876103" y="3316942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49606FA-46C8-8226-5627-B24E946E3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6103" y="3316942"/>
                <a:ext cx="36580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EAB008A-8990-C246-FC91-4F52B9C9DBCE}"/>
                  </a:ext>
                </a:extLst>
              </p:cNvPr>
              <p:cNvSpPr txBox="1"/>
              <p:nvPr/>
            </p:nvSpPr>
            <p:spPr>
              <a:xfrm>
                <a:off x="4383706" y="3316942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EAB008A-8990-C246-FC91-4F52B9C9D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3706" y="3316942"/>
                <a:ext cx="36580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8BAED7D-72DF-2BF1-E6BD-E93D21CEFEB4}"/>
                  </a:ext>
                </a:extLst>
              </p:cNvPr>
              <p:cNvSpPr txBox="1"/>
              <p:nvPr/>
            </p:nvSpPr>
            <p:spPr>
              <a:xfrm>
                <a:off x="4897827" y="3316942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8BAED7D-72DF-2BF1-E6BD-E93D21CEF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7827" y="3316942"/>
                <a:ext cx="36580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523AB4B-8D18-CF83-0B87-685FBE46DB4C}"/>
              </a:ext>
            </a:extLst>
          </p:cNvPr>
          <p:cNvCxnSpPr/>
          <p:nvPr/>
        </p:nvCxnSpPr>
        <p:spPr>
          <a:xfrm>
            <a:off x="2388742" y="3329465"/>
            <a:ext cx="51370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9314573-5BD9-8773-2E43-AE1AE7480DE6}"/>
              </a:ext>
            </a:extLst>
          </p:cNvPr>
          <p:cNvCxnSpPr>
            <a:cxnSpLocks/>
          </p:cNvCxnSpPr>
          <p:nvPr/>
        </p:nvCxnSpPr>
        <p:spPr>
          <a:xfrm>
            <a:off x="1760306" y="4134274"/>
            <a:ext cx="0" cy="69574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0C49AB4-2F64-960A-CE0A-BAF620502604}"/>
                  </a:ext>
                </a:extLst>
              </p:cNvPr>
              <p:cNvSpPr txBox="1"/>
              <p:nvPr/>
            </p:nvSpPr>
            <p:spPr>
              <a:xfrm>
                <a:off x="1488981" y="3647226"/>
                <a:ext cx="6580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FA468BA-4290-FD1D-09FA-D5238C869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981" y="3647226"/>
                <a:ext cx="65806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771ED1B8-DE59-151E-D8F4-B51E52F4CCF8}"/>
              </a:ext>
            </a:extLst>
          </p:cNvPr>
          <p:cNvGrpSpPr/>
          <p:nvPr/>
        </p:nvGrpSpPr>
        <p:grpSpPr>
          <a:xfrm>
            <a:off x="7537806" y="3826689"/>
            <a:ext cx="1059735" cy="499397"/>
            <a:chOff x="1980958" y="2952087"/>
            <a:chExt cx="1059735" cy="499397"/>
          </a:xfrm>
          <a:solidFill>
            <a:schemeClr val="bg1"/>
          </a:solidFill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32EDBBE-9B6B-118C-046B-C72041E1238F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48F6B95-B9A0-D693-DB0F-BD774A8A3C89}"/>
                </a:ext>
              </a:extLst>
            </p:cNvPr>
            <p:cNvCxnSpPr>
              <a:cxnSpLocks/>
              <a:stCxn id="47" idx="0"/>
              <a:endCxn id="47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1F18196-59D4-F36F-49CF-CC2809263432}"/>
              </a:ext>
            </a:extLst>
          </p:cNvPr>
          <p:cNvGrpSpPr/>
          <p:nvPr/>
        </p:nvGrpSpPr>
        <p:grpSpPr>
          <a:xfrm>
            <a:off x="8595291" y="3831229"/>
            <a:ext cx="1059735" cy="499397"/>
            <a:chOff x="1980958" y="2952087"/>
            <a:chExt cx="1059735" cy="499397"/>
          </a:xfrm>
          <a:solidFill>
            <a:schemeClr val="bg1"/>
          </a:solidFill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5D849-6FEC-F356-EA5B-09654CDC8B45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558245E-E1CC-CB3A-22B5-4E0393075E98}"/>
                </a:ext>
              </a:extLst>
            </p:cNvPr>
            <p:cNvCxnSpPr>
              <a:cxnSpLocks/>
              <a:stCxn id="50" idx="0"/>
              <a:endCxn id="50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7812E08-9A46-EF5A-DD1B-CAA3298EF6E1}"/>
              </a:ext>
            </a:extLst>
          </p:cNvPr>
          <p:cNvGrpSpPr/>
          <p:nvPr/>
        </p:nvGrpSpPr>
        <p:grpSpPr>
          <a:xfrm>
            <a:off x="9661674" y="3826689"/>
            <a:ext cx="1059735" cy="499397"/>
            <a:chOff x="1980958" y="2952087"/>
            <a:chExt cx="1059735" cy="499397"/>
          </a:xfrm>
          <a:solidFill>
            <a:schemeClr val="bg1"/>
          </a:solidFill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2B85936-8697-9D36-9484-B30D50CA497E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18938AFB-CF1D-E047-3FF2-9611DEF0B343}"/>
                </a:ext>
              </a:extLst>
            </p:cNvPr>
            <p:cNvCxnSpPr>
              <a:cxnSpLocks/>
              <a:stCxn id="53" idx="0"/>
              <a:endCxn id="53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5E564FD-179B-B702-958B-09D3D31BF73E}"/>
              </a:ext>
            </a:extLst>
          </p:cNvPr>
          <p:cNvGrpSpPr/>
          <p:nvPr/>
        </p:nvGrpSpPr>
        <p:grpSpPr>
          <a:xfrm>
            <a:off x="10719159" y="3831229"/>
            <a:ext cx="1059735" cy="499397"/>
            <a:chOff x="1980958" y="2952087"/>
            <a:chExt cx="1059735" cy="499397"/>
          </a:xfrm>
          <a:solidFill>
            <a:schemeClr val="bg1"/>
          </a:solidFill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C0FD3F6-29A1-04FE-8563-EF3A2CC74E09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1195044-124E-BA5B-9A26-52E789A28ECA}"/>
                </a:ext>
              </a:extLst>
            </p:cNvPr>
            <p:cNvCxnSpPr>
              <a:cxnSpLocks/>
              <a:stCxn id="56" idx="0"/>
              <a:endCxn id="56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0774996-EE16-AA44-E5B7-22E55BDCE7CB}"/>
              </a:ext>
            </a:extLst>
          </p:cNvPr>
          <p:cNvGrpSpPr/>
          <p:nvPr/>
        </p:nvGrpSpPr>
        <p:grpSpPr>
          <a:xfrm>
            <a:off x="7537806" y="4326086"/>
            <a:ext cx="1059735" cy="499397"/>
            <a:chOff x="1980958" y="2952087"/>
            <a:chExt cx="1059735" cy="499397"/>
          </a:xfrm>
          <a:solidFill>
            <a:schemeClr val="bg1"/>
          </a:solidFill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2A840675-6FDE-AB6E-B3AC-5362566A5816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CB890304-9A18-574A-65E7-395563CF2FC2}"/>
                </a:ext>
              </a:extLst>
            </p:cNvPr>
            <p:cNvCxnSpPr>
              <a:cxnSpLocks/>
              <a:stCxn id="59" idx="0"/>
              <a:endCxn id="59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9F1EF58-682E-3110-43A4-3E0519B2DCD5}"/>
              </a:ext>
            </a:extLst>
          </p:cNvPr>
          <p:cNvGrpSpPr/>
          <p:nvPr/>
        </p:nvGrpSpPr>
        <p:grpSpPr>
          <a:xfrm>
            <a:off x="8595291" y="4330626"/>
            <a:ext cx="1059735" cy="499397"/>
            <a:chOff x="1980958" y="2952087"/>
            <a:chExt cx="1059735" cy="499397"/>
          </a:xfrm>
          <a:solidFill>
            <a:schemeClr val="bg1"/>
          </a:solidFill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141560C-9160-6545-B08A-606289235E7C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E7A2DFA-AF86-1D91-6D4D-D99A6A7A3871}"/>
                </a:ext>
              </a:extLst>
            </p:cNvPr>
            <p:cNvCxnSpPr>
              <a:cxnSpLocks/>
              <a:stCxn id="62" idx="0"/>
              <a:endCxn id="62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B7D2982-470F-DE2E-9DBF-73FC530D1C11}"/>
              </a:ext>
            </a:extLst>
          </p:cNvPr>
          <p:cNvGrpSpPr/>
          <p:nvPr/>
        </p:nvGrpSpPr>
        <p:grpSpPr>
          <a:xfrm>
            <a:off x="9661674" y="4326086"/>
            <a:ext cx="1059735" cy="499397"/>
            <a:chOff x="1980958" y="2952087"/>
            <a:chExt cx="1059735" cy="499397"/>
          </a:xfrm>
          <a:solidFill>
            <a:schemeClr val="bg1"/>
          </a:solidFill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4778047-C109-D0A7-A6CE-009F382F500D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3F5E983-4ECC-6652-EE5B-D2290EC764F0}"/>
                </a:ext>
              </a:extLst>
            </p:cNvPr>
            <p:cNvCxnSpPr>
              <a:cxnSpLocks/>
              <a:stCxn id="65" idx="0"/>
              <a:endCxn id="65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FDEB990-A1F6-8256-016D-A8F626EF00A4}"/>
              </a:ext>
            </a:extLst>
          </p:cNvPr>
          <p:cNvGrpSpPr/>
          <p:nvPr/>
        </p:nvGrpSpPr>
        <p:grpSpPr>
          <a:xfrm>
            <a:off x="10719159" y="4330626"/>
            <a:ext cx="1059735" cy="499397"/>
            <a:chOff x="1980958" y="2952087"/>
            <a:chExt cx="1059735" cy="499397"/>
          </a:xfrm>
          <a:solidFill>
            <a:schemeClr val="bg1"/>
          </a:solidFill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7E04D2B3-6CBB-1DEF-2F32-CF6227A385A5}"/>
                </a:ext>
              </a:extLst>
            </p:cNvPr>
            <p:cNvSpPr/>
            <p:nvPr/>
          </p:nvSpPr>
          <p:spPr>
            <a:xfrm>
              <a:off x="1980958" y="2952087"/>
              <a:ext cx="1059735" cy="499397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BD62DF7-8FEB-70DD-2D64-D0AEC8FE5F57}"/>
                </a:ext>
              </a:extLst>
            </p:cNvPr>
            <p:cNvCxnSpPr>
              <a:cxnSpLocks/>
              <a:stCxn id="68" idx="0"/>
              <a:endCxn id="68" idx="2"/>
            </p:cNvCxnSpPr>
            <p:nvPr/>
          </p:nvCxnSpPr>
          <p:spPr>
            <a:xfrm>
              <a:off x="2510826" y="2952087"/>
              <a:ext cx="0" cy="499397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1616A14-B98A-9404-1CB2-D66407FFCE5C}"/>
                  </a:ext>
                </a:extLst>
              </p:cNvPr>
              <p:cNvSpPr txBox="1"/>
              <p:nvPr/>
            </p:nvSpPr>
            <p:spPr>
              <a:xfrm>
                <a:off x="5427194" y="3316942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1616A14-B98A-9404-1CB2-D66407FFC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7194" y="3316942"/>
                <a:ext cx="36580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18A9BA0-C23B-F89A-A615-3C690C0512FB}"/>
                  </a:ext>
                </a:extLst>
              </p:cNvPr>
              <p:cNvSpPr txBox="1"/>
              <p:nvPr/>
            </p:nvSpPr>
            <p:spPr>
              <a:xfrm>
                <a:off x="5956561" y="3316942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18A9BA0-C23B-F89A-A615-3C690C051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6561" y="3316942"/>
                <a:ext cx="36580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CC8E6BC-09D6-DB6A-4987-7979916830D9}"/>
                  </a:ext>
                </a:extLst>
              </p:cNvPr>
              <p:cNvSpPr txBox="1"/>
              <p:nvPr/>
            </p:nvSpPr>
            <p:spPr>
              <a:xfrm>
                <a:off x="6478568" y="3316942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CC8E6BC-09D6-DB6A-4987-797991683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8568" y="3316942"/>
                <a:ext cx="36580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7689825F-BE5B-D641-32A5-8C7CFC4606B3}"/>
                  </a:ext>
                </a:extLst>
              </p:cNvPr>
              <p:cNvSpPr txBox="1"/>
              <p:nvPr/>
            </p:nvSpPr>
            <p:spPr>
              <a:xfrm>
                <a:off x="7000575" y="3316942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7689825F-BE5B-D641-32A5-8C7CFC460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0575" y="3316942"/>
                <a:ext cx="36580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FB456A-3DDC-D805-1B05-C4B73449BEBD}"/>
                  </a:ext>
                </a:extLst>
              </p:cNvPr>
              <p:cNvSpPr txBox="1"/>
              <p:nvPr/>
            </p:nvSpPr>
            <p:spPr>
              <a:xfrm>
                <a:off x="1207462" y="6375170"/>
                <a:ext cx="62675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Note: Each cell here is an entire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kernel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9B71C63-C3B3-F33A-AA1B-1E9FF8491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462" y="6375170"/>
                <a:ext cx="6267576" cy="369332"/>
              </a:xfrm>
              <a:prstGeom prst="rect">
                <a:avLst/>
              </a:prstGeom>
              <a:blipFill>
                <a:blip r:embed="rId12"/>
                <a:stretch>
                  <a:fillRect l="-77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34BD5A5-F4C3-02A3-8CF2-4B400EAC0F7B}"/>
                  </a:ext>
                </a:extLst>
              </p:cNvPr>
              <p:cNvSpPr txBox="1"/>
              <p:nvPr/>
            </p:nvSpPr>
            <p:spPr>
              <a:xfrm>
                <a:off x="7619447" y="3329465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34BD5A5-F4C3-02A3-8CF2-4B400EAC0F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9447" y="3329465"/>
                <a:ext cx="36580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E651D9D-0EB6-E276-936C-1F04D8D5EBAC}"/>
                  </a:ext>
                </a:extLst>
              </p:cNvPr>
              <p:cNvSpPr txBox="1"/>
              <p:nvPr/>
            </p:nvSpPr>
            <p:spPr>
              <a:xfrm>
                <a:off x="8172873" y="3329465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E651D9D-0EB6-E276-936C-1F04D8D5E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873" y="3329465"/>
                <a:ext cx="36580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F3DE52F-145E-2EFE-2A06-F54478FFF2BF}"/>
                  </a:ext>
                </a:extLst>
              </p:cNvPr>
              <p:cNvSpPr txBox="1"/>
              <p:nvPr/>
            </p:nvSpPr>
            <p:spPr>
              <a:xfrm>
                <a:off x="8680476" y="3329465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F3DE52F-145E-2EFE-2A06-F54478FFF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0476" y="3329465"/>
                <a:ext cx="494046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149AEDE-2BB9-DFC6-F6EF-4319B98547B5}"/>
                  </a:ext>
                </a:extLst>
              </p:cNvPr>
              <p:cNvSpPr txBox="1"/>
              <p:nvPr/>
            </p:nvSpPr>
            <p:spPr>
              <a:xfrm>
                <a:off x="9194597" y="3329465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149AEDE-2BB9-DFC6-F6EF-4319B9854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4597" y="3329465"/>
                <a:ext cx="494046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D78A5F4-C1F5-D857-84F5-CE140111726D}"/>
                  </a:ext>
                </a:extLst>
              </p:cNvPr>
              <p:cNvSpPr txBox="1"/>
              <p:nvPr/>
            </p:nvSpPr>
            <p:spPr>
              <a:xfrm>
                <a:off x="9723964" y="3329465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D78A5F4-C1F5-D857-84F5-CE1401117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3964" y="3329465"/>
                <a:ext cx="494046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638A8D9-6B7F-B436-0E6E-8D061B422F41}"/>
                  </a:ext>
                </a:extLst>
              </p:cNvPr>
              <p:cNvSpPr txBox="1"/>
              <p:nvPr/>
            </p:nvSpPr>
            <p:spPr>
              <a:xfrm>
                <a:off x="10253331" y="3329465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638A8D9-6B7F-B436-0E6E-8D061B422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3331" y="3329465"/>
                <a:ext cx="494046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04D90996-9FC6-A740-E8F8-7FCB01FE85BC}"/>
                  </a:ext>
                </a:extLst>
              </p:cNvPr>
              <p:cNvSpPr txBox="1"/>
              <p:nvPr/>
            </p:nvSpPr>
            <p:spPr>
              <a:xfrm>
                <a:off x="10775338" y="3329465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04D90996-9FC6-A740-E8F8-7FCB01FE85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5338" y="3329465"/>
                <a:ext cx="494046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D7E3B7F5-BE5B-F9CA-B00C-ED32E9F4944D}"/>
                  </a:ext>
                </a:extLst>
              </p:cNvPr>
              <p:cNvSpPr txBox="1"/>
              <p:nvPr/>
            </p:nvSpPr>
            <p:spPr>
              <a:xfrm>
                <a:off x="11297345" y="3329465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D7E3B7F5-BE5B-F9CA-B00C-ED32E9F49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7345" y="3329465"/>
                <a:ext cx="494046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Content Placeholder 2">
                <a:extLst>
                  <a:ext uri="{FF2B5EF4-FFF2-40B4-BE49-F238E27FC236}">
                    <a16:creationId xmlns:a16="http://schemas.microsoft.com/office/drawing/2014/main" id="{509B01FA-4A06-C471-915E-1303B69639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4881" y="1424933"/>
                <a:ext cx="10515600" cy="855688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Only include connections between input and output channels when both belong to same group id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𝑖𝑑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35" name="Content Placeholder 2">
                <a:extLst>
                  <a:ext uri="{FF2B5EF4-FFF2-40B4-BE49-F238E27FC236}">
                    <a16:creationId xmlns:a16="http://schemas.microsoft.com/office/drawing/2014/main" id="{509B01FA-4A06-C471-915E-1303B69639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881" y="1424933"/>
                <a:ext cx="10515600" cy="855688"/>
              </a:xfrm>
              <a:blipFill>
                <a:blip r:embed="rId21"/>
                <a:stretch>
                  <a:fillRect l="-522" t="-7857" r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E34B552-DCF1-C7FB-2341-1887250A9628}"/>
                  </a:ext>
                </a:extLst>
              </p:cNvPr>
              <p:cNvSpPr txBox="1"/>
              <p:nvPr/>
            </p:nvSpPr>
            <p:spPr>
              <a:xfrm>
                <a:off x="1472935" y="2651525"/>
                <a:ext cx="8122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E34B552-DCF1-C7FB-2341-1887250A9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935" y="2651525"/>
                <a:ext cx="812210" cy="369332"/>
              </a:xfrm>
              <a:prstGeom prst="rect">
                <a:avLst/>
              </a:prstGeom>
              <a:blipFill>
                <a:blip r:embed="rId22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767A449-1673-639B-415C-66FA83C472CC}"/>
              </a:ext>
            </a:extLst>
          </p:cNvPr>
          <p:cNvCxnSpPr/>
          <p:nvPr/>
        </p:nvCxnSpPr>
        <p:spPr>
          <a:xfrm>
            <a:off x="2335659" y="2826007"/>
            <a:ext cx="51370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Left Brace 69">
            <a:extLst>
              <a:ext uri="{FF2B5EF4-FFF2-40B4-BE49-F238E27FC236}">
                <a16:creationId xmlns:a16="http://schemas.microsoft.com/office/drawing/2014/main" id="{BC422D4B-0376-9159-4CC6-56F8BDDCF5CB}"/>
              </a:ext>
            </a:extLst>
          </p:cNvPr>
          <p:cNvSpPr/>
          <p:nvPr/>
        </p:nvSpPr>
        <p:spPr>
          <a:xfrm rot="5400000">
            <a:off x="4168700" y="1816605"/>
            <a:ext cx="369329" cy="2126585"/>
          </a:xfrm>
          <a:prstGeom prst="leftBrac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Left Brace 70">
            <a:extLst>
              <a:ext uri="{FF2B5EF4-FFF2-40B4-BE49-F238E27FC236}">
                <a16:creationId xmlns:a16="http://schemas.microsoft.com/office/drawing/2014/main" id="{9D2F189B-4EC6-7270-1438-3C918B1D802B}"/>
              </a:ext>
            </a:extLst>
          </p:cNvPr>
          <p:cNvSpPr/>
          <p:nvPr/>
        </p:nvSpPr>
        <p:spPr>
          <a:xfrm rot="5400000">
            <a:off x="6309756" y="1820534"/>
            <a:ext cx="369329" cy="2126585"/>
          </a:xfrm>
          <a:prstGeom prst="leftBrac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Left Brace 71">
            <a:extLst>
              <a:ext uri="{FF2B5EF4-FFF2-40B4-BE49-F238E27FC236}">
                <a16:creationId xmlns:a16="http://schemas.microsoft.com/office/drawing/2014/main" id="{ED68B3E3-B9ED-DF63-C299-1E6A0BDF0920}"/>
              </a:ext>
            </a:extLst>
          </p:cNvPr>
          <p:cNvSpPr/>
          <p:nvPr/>
        </p:nvSpPr>
        <p:spPr>
          <a:xfrm rot="5400000">
            <a:off x="8450812" y="1825772"/>
            <a:ext cx="369329" cy="2126585"/>
          </a:xfrm>
          <a:prstGeom prst="leftBrac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Left Brace 72">
            <a:extLst>
              <a:ext uri="{FF2B5EF4-FFF2-40B4-BE49-F238E27FC236}">
                <a16:creationId xmlns:a16="http://schemas.microsoft.com/office/drawing/2014/main" id="{710ABE0C-790C-2F7B-524D-E7C750EE901C}"/>
              </a:ext>
            </a:extLst>
          </p:cNvPr>
          <p:cNvSpPr/>
          <p:nvPr/>
        </p:nvSpPr>
        <p:spPr>
          <a:xfrm rot="5400000">
            <a:off x="10583441" y="1825772"/>
            <a:ext cx="369329" cy="2126585"/>
          </a:xfrm>
          <a:prstGeom prst="leftBrac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CC20E84A-E83A-7C62-4348-0C2A6A5A63E4}"/>
                  </a:ext>
                </a:extLst>
              </p:cNvPr>
              <p:cNvSpPr txBox="1"/>
              <p:nvPr/>
            </p:nvSpPr>
            <p:spPr>
              <a:xfrm>
                <a:off x="4172152" y="2214247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CC20E84A-E83A-7C62-4348-0C2A6A5A6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152" y="2214247"/>
                <a:ext cx="365805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D2DDDF46-F7AB-8CBC-1052-860E646DB09D}"/>
                  </a:ext>
                </a:extLst>
              </p:cNvPr>
              <p:cNvSpPr txBox="1"/>
              <p:nvPr/>
            </p:nvSpPr>
            <p:spPr>
              <a:xfrm>
                <a:off x="6300180" y="2218440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D2DDDF46-F7AB-8CBC-1052-860E646DB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180" y="2218440"/>
                <a:ext cx="365805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3ED818A2-4FDF-0F43-A577-B48ED9582322}"/>
                  </a:ext>
                </a:extLst>
              </p:cNvPr>
              <p:cNvSpPr txBox="1"/>
              <p:nvPr/>
            </p:nvSpPr>
            <p:spPr>
              <a:xfrm>
                <a:off x="8442691" y="2284789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3ED818A2-4FDF-0F43-A577-B48ED9582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2691" y="2284789"/>
                <a:ext cx="365805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CF20D6E2-F41F-E3A1-B741-7C95C2F453F3}"/>
                  </a:ext>
                </a:extLst>
              </p:cNvPr>
              <p:cNvSpPr txBox="1"/>
              <p:nvPr/>
            </p:nvSpPr>
            <p:spPr>
              <a:xfrm>
                <a:off x="10585202" y="2263836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CF20D6E2-F41F-E3A1-B741-7C95C2F453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5202" y="2263836"/>
                <a:ext cx="365805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Left Brace 135">
            <a:extLst>
              <a:ext uri="{FF2B5EF4-FFF2-40B4-BE49-F238E27FC236}">
                <a16:creationId xmlns:a16="http://schemas.microsoft.com/office/drawing/2014/main" id="{C759821C-2BDC-9976-9604-BDE28A23D73F}"/>
              </a:ext>
            </a:extLst>
          </p:cNvPr>
          <p:cNvSpPr/>
          <p:nvPr/>
        </p:nvSpPr>
        <p:spPr>
          <a:xfrm>
            <a:off x="2896282" y="3831229"/>
            <a:ext cx="285553" cy="499390"/>
          </a:xfrm>
          <a:prstGeom prst="leftBrac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Left Brace 136">
            <a:extLst>
              <a:ext uri="{FF2B5EF4-FFF2-40B4-BE49-F238E27FC236}">
                <a16:creationId xmlns:a16="http://schemas.microsoft.com/office/drawing/2014/main" id="{A6DE56B9-A654-CAC6-0CCC-98053D73DBBC}"/>
              </a:ext>
            </a:extLst>
          </p:cNvPr>
          <p:cNvSpPr/>
          <p:nvPr/>
        </p:nvSpPr>
        <p:spPr>
          <a:xfrm>
            <a:off x="2897467" y="4332992"/>
            <a:ext cx="285553" cy="499390"/>
          </a:xfrm>
          <a:prstGeom prst="leftBrac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Left Brace 137">
            <a:extLst>
              <a:ext uri="{FF2B5EF4-FFF2-40B4-BE49-F238E27FC236}">
                <a16:creationId xmlns:a16="http://schemas.microsoft.com/office/drawing/2014/main" id="{BB6D3E3D-B32D-BE8F-A78D-7801532D497F}"/>
              </a:ext>
            </a:extLst>
          </p:cNvPr>
          <p:cNvSpPr/>
          <p:nvPr/>
        </p:nvSpPr>
        <p:spPr>
          <a:xfrm>
            <a:off x="2889851" y="4832382"/>
            <a:ext cx="285553" cy="499390"/>
          </a:xfrm>
          <a:prstGeom prst="leftBrac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Left Brace 138">
            <a:extLst>
              <a:ext uri="{FF2B5EF4-FFF2-40B4-BE49-F238E27FC236}">
                <a16:creationId xmlns:a16="http://schemas.microsoft.com/office/drawing/2014/main" id="{0B9A8CE7-4EA9-9B9A-AC2B-AD2CBD17E73C}"/>
              </a:ext>
            </a:extLst>
          </p:cNvPr>
          <p:cNvSpPr/>
          <p:nvPr/>
        </p:nvSpPr>
        <p:spPr>
          <a:xfrm>
            <a:off x="2893892" y="5331772"/>
            <a:ext cx="285553" cy="499390"/>
          </a:xfrm>
          <a:prstGeom prst="leftBrac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DFA48863-0B9F-AD19-AF9C-BDB5D3F6CB2C}"/>
                  </a:ext>
                </a:extLst>
              </p:cNvPr>
              <p:cNvSpPr txBox="1"/>
              <p:nvPr/>
            </p:nvSpPr>
            <p:spPr>
              <a:xfrm>
                <a:off x="2419345" y="389625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DFA48863-0B9F-AD19-AF9C-BDB5D3F6C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9345" y="3896258"/>
                <a:ext cx="365805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3706E98D-A103-F354-B660-EF0EC36E5172}"/>
                  </a:ext>
                </a:extLst>
              </p:cNvPr>
              <p:cNvSpPr txBox="1"/>
              <p:nvPr/>
            </p:nvSpPr>
            <p:spPr>
              <a:xfrm>
                <a:off x="2419344" y="4395940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3706E98D-A103-F354-B660-EF0EC36E5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9344" y="4395940"/>
                <a:ext cx="365805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27E449FD-EE15-EA67-AB25-6AC61DB5D3C7}"/>
                  </a:ext>
                </a:extLst>
              </p:cNvPr>
              <p:cNvSpPr txBox="1"/>
              <p:nvPr/>
            </p:nvSpPr>
            <p:spPr>
              <a:xfrm>
                <a:off x="2411605" y="493151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27E449FD-EE15-EA67-AB25-6AC61DB5D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605" y="4931518"/>
                <a:ext cx="365805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92F23709-D151-DE42-0555-8B7375955F94}"/>
                  </a:ext>
                </a:extLst>
              </p:cNvPr>
              <p:cNvSpPr txBox="1"/>
              <p:nvPr/>
            </p:nvSpPr>
            <p:spPr>
              <a:xfrm>
                <a:off x="2411605" y="541661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92F23709-D151-DE42-0555-8B7375955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605" y="5416613"/>
                <a:ext cx="365805" cy="3693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11500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373E5-109F-8772-3A5A-65D1A0B44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Grouped Convolution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0B1D87-8829-20C6-A20D-C8BE0F33A1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Total number of connections per group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Total number of groups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So, total connections: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0B1D87-8829-20C6-A20D-C8BE0F33A1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33560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9B55B-BCA8-A1FC-64CF-6BA66950C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Grouped Convolution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B46B47-713D-0D30-550E-32AEFB1465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Total connections: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Operations per connection: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So, total operations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 factor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reduction in computation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B46B47-713D-0D30-550E-32AEFB1465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10822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0A67A-307C-44AC-4845-9FCF089C4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Depthwise</a:t>
            </a:r>
            <a:r>
              <a:rPr lang="en-US" dirty="0"/>
              <a:t> Separable Convolution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67F3C-4618-D562-8F26-3D92B922C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to achieving extremely memory and compute efficient CNN models, e.g., </a:t>
            </a:r>
            <a:r>
              <a:rPr lang="en-US" dirty="0" err="1"/>
              <a:t>MobileNets</a:t>
            </a:r>
            <a:endParaRPr lang="en-US" dirty="0"/>
          </a:p>
          <a:p>
            <a:endParaRPr lang="en-US" dirty="0"/>
          </a:p>
          <a:p>
            <a:r>
              <a:rPr lang="en-US" dirty="0"/>
              <a:t>Each Convolution Layer composed of two operations</a:t>
            </a:r>
          </a:p>
          <a:p>
            <a:pPr lvl="1"/>
            <a:r>
              <a:rPr lang="en-US" dirty="0" err="1"/>
              <a:t>Depthwise</a:t>
            </a:r>
            <a:r>
              <a:rPr lang="en-US" dirty="0"/>
              <a:t> Convolution</a:t>
            </a:r>
          </a:p>
          <a:p>
            <a:pPr lvl="1"/>
            <a:r>
              <a:rPr lang="en-US" dirty="0"/>
              <a:t>Pointwise Convolution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56254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6E5D6-47C1-5E56-4453-AAB9ECB56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Depthwise</a:t>
            </a:r>
            <a:r>
              <a:rPr lang="en-US" dirty="0"/>
              <a:t> Separable Convolution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350B13-57EA-150A-A882-6CA3C45223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4695"/>
                <a:ext cx="10515600" cy="141435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Depthwise Convolution: Grouped Convolution with following characteristics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350B13-57EA-150A-A882-6CA3C45223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4695"/>
                <a:ext cx="10515600" cy="1414353"/>
              </a:xfrm>
              <a:blipFill>
                <a:blip r:embed="rId2"/>
                <a:stretch>
                  <a:fillRect l="-1043" t="-7328" b="-9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0E883DD-0A28-432B-84E0-8801D5E4AD27}"/>
              </a:ext>
            </a:extLst>
          </p:cNvPr>
          <p:cNvSpPr/>
          <p:nvPr/>
        </p:nvSpPr>
        <p:spPr>
          <a:xfrm>
            <a:off x="2925339" y="5465848"/>
            <a:ext cx="1059735" cy="49939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073791-0F15-3F3A-06A1-70532F932A7D}"/>
              </a:ext>
            </a:extLst>
          </p:cNvPr>
          <p:cNvSpPr/>
          <p:nvPr/>
        </p:nvSpPr>
        <p:spPr>
          <a:xfrm>
            <a:off x="3982824" y="5470388"/>
            <a:ext cx="1059735" cy="49939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DA1A55-166E-F58D-5B0B-A2B55AC836A9}"/>
              </a:ext>
            </a:extLst>
          </p:cNvPr>
          <p:cNvSpPr/>
          <p:nvPr/>
        </p:nvSpPr>
        <p:spPr>
          <a:xfrm>
            <a:off x="5049207" y="5465848"/>
            <a:ext cx="1059735" cy="499397"/>
          </a:xfrm>
          <a:prstGeom prst="rect">
            <a:avLst/>
          </a:prstGeom>
          <a:solidFill>
            <a:schemeClr val="accent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7AD59F-8B89-46C4-B1D6-F48EEED4D97C}"/>
              </a:ext>
            </a:extLst>
          </p:cNvPr>
          <p:cNvSpPr/>
          <p:nvPr/>
        </p:nvSpPr>
        <p:spPr>
          <a:xfrm>
            <a:off x="6106692" y="5470388"/>
            <a:ext cx="1059735" cy="49939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3BC781-A625-305E-0EFF-D2F5DB0EE1A1}"/>
              </a:ext>
            </a:extLst>
          </p:cNvPr>
          <p:cNvSpPr/>
          <p:nvPr/>
        </p:nvSpPr>
        <p:spPr>
          <a:xfrm>
            <a:off x="2925339" y="5965245"/>
            <a:ext cx="1059735" cy="49939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597E57-19EB-9DD5-A3E5-F226B7270A49}"/>
              </a:ext>
            </a:extLst>
          </p:cNvPr>
          <p:cNvSpPr/>
          <p:nvPr/>
        </p:nvSpPr>
        <p:spPr>
          <a:xfrm>
            <a:off x="3982824" y="5969785"/>
            <a:ext cx="1059735" cy="49939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FD7B3B-EF63-956E-BFA8-843863621B22}"/>
              </a:ext>
            </a:extLst>
          </p:cNvPr>
          <p:cNvSpPr/>
          <p:nvPr/>
        </p:nvSpPr>
        <p:spPr>
          <a:xfrm>
            <a:off x="5049207" y="5965245"/>
            <a:ext cx="1059735" cy="49939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E71962D-7C3F-4ECF-3C8B-54E2FD9E2A98}"/>
              </a:ext>
            </a:extLst>
          </p:cNvPr>
          <p:cNvSpPr/>
          <p:nvPr/>
        </p:nvSpPr>
        <p:spPr>
          <a:xfrm>
            <a:off x="6106692" y="5969785"/>
            <a:ext cx="1059735" cy="499397"/>
          </a:xfrm>
          <a:prstGeom prst="rect">
            <a:avLst/>
          </a:prstGeom>
          <a:solidFill>
            <a:schemeClr val="accent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3BEF89C-598A-3622-C2C0-9EB8A2E739C9}"/>
              </a:ext>
            </a:extLst>
          </p:cNvPr>
          <p:cNvSpPr/>
          <p:nvPr/>
        </p:nvSpPr>
        <p:spPr>
          <a:xfrm>
            <a:off x="2925339" y="4471594"/>
            <a:ext cx="1059735" cy="499397"/>
          </a:xfrm>
          <a:prstGeom prst="rect">
            <a:avLst/>
          </a:prstGeom>
          <a:solidFill>
            <a:schemeClr val="accent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9FE3DD8-7C27-B102-1645-5E5DE7CBA13C}"/>
              </a:ext>
            </a:extLst>
          </p:cNvPr>
          <p:cNvSpPr/>
          <p:nvPr/>
        </p:nvSpPr>
        <p:spPr>
          <a:xfrm>
            <a:off x="3982824" y="4476134"/>
            <a:ext cx="1059735" cy="49939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CB22736-00E2-1180-CAB7-FD3FA0A648A9}"/>
              </a:ext>
            </a:extLst>
          </p:cNvPr>
          <p:cNvSpPr/>
          <p:nvPr/>
        </p:nvSpPr>
        <p:spPr>
          <a:xfrm>
            <a:off x="5049207" y="4471594"/>
            <a:ext cx="1059735" cy="49939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FC59530-BFCE-BB7F-9A59-BB22ED214827}"/>
              </a:ext>
            </a:extLst>
          </p:cNvPr>
          <p:cNvSpPr/>
          <p:nvPr/>
        </p:nvSpPr>
        <p:spPr>
          <a:xfrm>
            <a:off x="6106692" y="4476134"/>
            <a:ext cx="1059735" cy="49939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B5F7258-4597-D19C-8F17-AEE3AB6EC6E0}"/>
              </a:ext>
            </a:extLst>
          </p:cNvPr>
          <p:cNvSpPr/>
          <p:nvPr/>
        </p:nvSpPr>
        <p:spPr>
          <a:xfrm>
            <a:off x="2925339" y="4970991"/>
            <a:ext cx="1059735" cy="49939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89C46E2-B915-A6A2-BEBC-5781E702AC6D}"/>
              </a:ext>
            </a:extLst>
          </p:cNvPr>
          <p:cNvSpPr/>
          <p:nvPr/>
        </p:nvSpPr>
        <p:spPr>
          <a:xfrm>
            <a:off x="3982824" y="4975531"/>
            <a:ext cx="1059735" cy="499397"/>
          </a:xfrm>
          <a:prstGeom prst="rect">
            <a:avLst/>
          </a:prstGeom>
          <a:solidFill>
            <a:schemeClr val="accent4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8CA9AA2-329A-6794-22FC-8CEBD1B50D25}"/>
              </a:ext>
            </a:extLst>
          </p:cNvPr>
          <p:cNvSpPr/>
          <p:nvPr/>
        </p:nvSpPr>
        <p:spPr>
          <a:xfrm>
            <a:off x="5049207" y="4970991"/>
            <a:ext cx="1059735" cy="49939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486CDD6-2568-6BC4-4199-CA17B224F6AD}"/>
              </a:ext>
            </a:extLst>
          </p:cNvPr>
          <p:cNvSpPr/>
          <p:nvPr/>
        </p:nvSpPr>
        <p:spPr>
          <a:xfrm>
            <a:off x="6106692" y="4975531"/>
            <a:ext cx="1059735" cy="49939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2C1EB25-EB0A-545B-3A05-91A8A2EE8863}"/>
              </a:ext>
            </a:extLst>
          </p:cNvPr>
          <p:cNvCxnSpPr>
            <a:cxnSpLocks/>
          </p:cNvCxnSpPr>
          <p:nvPr/>
        </p:nvCxnSpPr>
        <p:spPr>
          <a:xfrm flipH="1">
            <a:off x="3976517" y="3917312"/>
            <a:ext cx="3221" cy="294068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96E1D56-DDE0-3813-D037-A863D2501512}"/>
              </a:ext>
            </a:extLst>
          </p:cNvPr>
          <p:cNvCxnSpPr>
            <a:cxnSpLocks/>
          </p:cNvCxnSpPr>
          <p:nvPr/>
        </p:nvCxnSpPr>
        <p:spPr>
          <a:xfrm>
            <a:off x="5027484" y="3942042"/>
            <a:ext cx="8768" cy="291595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4A90DC4-42CF-24DB-65D6-A9988F72183C}"/>
              </a:ext>
            </a:extLst>
          </p:cNvPr>
          <p:cNvCxnSpPr>
            <a:cxnSpLocks/>
          </p:cNvCxnSpPr>
          <p:nvPr/>
        </p:nvCxnSpPr>
        <p:spPr>
          <a:xfrm flipH="1">
            <a:off x="6083998" y="3917311"/>
            <a:ext cx="22692" cy="2940689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A497EE3A-A8CB-2A9B-B53A-AC9FE7555752}"/>
                  </a:ext>
                </a:extLst>
              </p:cNvPr>
              <p:cNvSpPr txBox="1"/>
              <p:nvPr/>
            </p:nvSpPr>
            <p:spPr>
              <a:xfrm>
                <a:off x="1161285" y="3802255"/>
                <a:ext cx="5426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A497EE3A-A8CB-2A9B-B53A-AC9FE7555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1285" y="3802255"/>
                <a:ext cx="542649" cy="369332"/>
              </a:xfrm>
              <a:prstGeom prst="rect">
                <a:avLst/>
              </a:prstGeom>
              <a:blipFill>
                <a:blip r:embed="rId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C242C9E8-6758-36D1-BCE4-43DEE42CEBA7}"/>
                  </a:ext>
                </a:extLst>
              </p:cNvPr>
              <p:cNvSpPr txBox="1"/>
              <p:nvPr/>
            </p:nvSpPr>
            <p:spPr>
              <a:xfrm>
                <a:off x="3248330" y="3802255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C242C9E8-6758-36D1-BCE4-43DEE42CEB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8330" y="3802255"/>
                <a:ext cx="36580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05CA97CD-DC68-0DC8-AD8A-6092AA2605CB}"/>
                  </a:ext>
                </a:extLst>
              </p:cNvPr>
              <p:cNvSpPr txBox="1"/>
              <p:nvPr/>
            </p:nvSpPr>
            <p:spPr>
              <a:xfrm>
                <a:off x="4311705" y="3806206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05CA97CD-DC68-0DC8-AD8A-6092AA260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1705" y="3806206"/>
                <a:ext cx="36580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8A84B4B2-DF81-923F-BEFF-1175CACBF7EB}"/>
                  </a:ext>
                </a:extLst>
              </p:cNvPr>
              <p:cNvSpPr txBox="1"/>
              <p:nvPr/>
            </p:nvSpPr>
            <p:spPr>
              <a:xfrm>
                <a:off x="5395046" y="3805691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8A84B4B2-DF81-923F-BEFF-1175CACBF7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046" y="3805691"/>
                <a:ext cx="36580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FAB80DE-51CF-E4AB-4E57-75813036B7B8}"/>
                  </a:ext>
                </a:extLst>
              </p:cNvPr>
              <p:cNvSpPr txBox="1"/>
              <p:nvPr/>
            </p:nvSpPr>
            <p:spPr>
              <a:xfrm>
                <a:off x="6416222" y="3792071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FAB80DE-51CF-E4AB-4E57-75813036B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222" y="3792071"/>
                <a:ext cx="36580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1A139B37-242D-E0AC-6C9E-FA0A674C3B7D}"/>
              </a:ext>
            </a:extLst>
          </p:cNvPr>
          <p:cNvCxnSpPr/>
          <p:nvPr/>
        </p:nvCxnSpPr>
        <p:spPr>
          <a:xfrm>
            <a:off x="2024009" y="3976737"/>
            <a:ext cx="51370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4F915FF-6F1E-2DBC-D332-73229E2ECB5D}"/>
              </a:ext>
            </a:extLst>
          </p:cNvPr>
          <p:cNvCxnSpPr>
            <a:cxnSpLocks/>
          </p:cNvCxnSpPr>
          <p:nvPr/>
        </p:nvCxnSpPr>
        <p:spPr>
          <a:xfrm>
            <a:off x="1395573" y="4781546"/>
            <a:ext cx="0" cy="69574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66D483B3-A17A-2BA3-71B2-3CC7DE465517}"/>
                  </a:ext>
                </a:extLst>
              </p:cNvPr>
              <p:cNvSpPr txBox="1"/>
              <p:nvPr/>
            </p:nvSpPr>
            <p:spPr>
              <a:xfrm>
                <a:off x="1124248" y="4294498"/>
                <a:ext cx="6580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66D483B3-A17A-2BA3-71B2-3CC7DE465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248" y="4294498"/>
                <a:ext cx="65806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521620A4-7A4A-065E-4146-226D547A6473}"/>
              </a:ext>
            </a:extLst>
          </p:cNvPr>
          <p:cNvCxnSpPr>
            <a:cxnSpLocks/>
          </p:cNvCxnSpPr>
          <p:nvPr/>
        </p:nvCxnSpPr>
        <p:spPr>
          <a:xfrm flipH="1">
            <a:off x="7168206" y="3942360"/>
            <a:ext cx="6915" cy="291564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7BB2DCF7-6740-CFC4-8116-0CCD247290E5}"/>
                  </a:ext>
                </a:extLst>
              </p:cNvPr>
              <p:cNvSpPr txBox="1"/>
              <p:nvPr/>
            </p:nvSpPr>
            <p:spPr>
              <a:xfrm>
                <a:off x="1108202" y="3298797"/>
                <a:ext cx="9890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7BB2DCF7-6740-CFC4-8116-0CCD24729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202" y="3298797"/>
                <a:ext cx="989052" cy="369332"/>
              </a:xfrm>
              <a:prstGeom prst="rect">
                <a:avLst/>
              </a:prstGeom>
              <a:blipFill>
                <a:blip r:embed="rId9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3B238E97-6F4A-6DAF-86D6-F34A7E9F33C6}"/>
              </a:ext>
            </a:extLst>
          </p:cNvPr>
          <p:cNvCxnSpPr/>
          <p:nvPr/>
        </p:nvCxnSpPr>
        <p:spPr>
          <a:xfrm>
            <a:off x="1970926" y="3473279"/>
            <a:ext cx="51370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Left Brace 121">
            <a:extLst>
              <a:ext uri="{FF2B5EF4-FFF2-40B4-BE49-F238E27FC236}">
                <a16:creationId xmlns:a16="http://schemas.microsoft.com/office/drawing/2014/main" id="{2C70D160-19F4-FDA5-9839-C76CFBE10FDD}"/>
              </a:ext>
            </a:extLst>
          </p:cNvPr>
          <p:cNvSpPr/>
          <p:nvPr/>
        </p:nvSpPr>
        <p:spPr>
          <a:xfrm rot="5400000">
            <a:off x="3266264" y="3001580"/>
            <a:ext cx="369327" cy="1051178"/>
          </a:xfrm>
          <a:prstGeom prst="leftBrac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Left Brace 129">
            <a:extLst>
              <a:ext uri="{FF2B5EF4-FFF2-40B4-BE49-F238E27FC236}">
                <a16:creationId xmlns:a16="http://schemas.microsoft.com/office/drawing/2014/main" id="{A69AF371-7B23-EA4D-79DD-1B23F2742CFF}"/>
              </a:ext>
            </a:extLst>
          </p:cNvPr>
          <p:cNvSpPr/>
          <p:nvPr/>
        </p:nvSpPr>
        <p:spPr>
          <a:xfrm>
            <a:off x="2531549" y="4478501"/>
            <a:ext cx="285553" cy="499390"/>
          </a:xfrm>
          <a:prstGeom prst="leftBrac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Left Brace 130">
            <a:extLst>
              <a:ext uri="{FF2B5EF4-FFF2-40B4-BE49-F238E27FC236}">
                <a16:creationId xmlns:a16="http://schemas.microsoft.com/office/drawing/2014/main" id="{8A3942C8-90E1-7620-77BA-B2FD3C1C2164}"/>
              </a:ext>
            </a:extLst>
          </p:cNvPr>
          <p:cNvSpPr/>
          <p:nvPr/>
        </p:nvSpPr>
        <p:spPr>
          <a:xfrm>
            <a:off x="2532734" y="4980264"/>
            <a:ext cx="285553" cy="499390"/>
          </a:xfrm>
          <a:prstGeom prst="leftBrac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Left Brace 131">
            <a:extLst>
              <a:ext uri="{FF2B5EF4-FFF2-40B4-BE49-F238E27FC236}">
                <a16:creationId xmlns:a16="http://schemas.microsoft.com/office/drawing/2014/main" id="{56386FBC-A831-AD14-1FAB-9840AA8048E6}"/>
              </a:ext>
            </a:extLst>
          </p:cNvPr>
          <p:cNvSpPr/>
          <p:nvPr/>
        </p:nvSpPr>
        <p:spPr>
          <a:xfrm>
            <a:off x="2525118" y="5479654"/>
            <a:ext cx="285553" cy="499390"/>
          </a:xfrm>
          <a:prstGeom prst="leftBrac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Left Brace 132">
            <a:extLst>
              <a:ext uri="{FF2B5EF4-FFF2-40B4-BE49-F238E27FC236}">
                <a16:creationId xmlns:a16="http://schemas.microsoft.com/office/drawing/2014/main" id="{A2F2B9BB-05BB-5A2B-6D7A-186D55FDCA67}"/>
              </a:ext>
            </a:extLst>
          </p:cNvPr>
          <p:cNvSpPr/>
          <p:nvPr/>
        </p:nvSpPr>
        <p:spPr>
          <a:xfrm>
            <a:off x="2529159" y="5979044"/>
            <a:ext cx="285553" cy="499390"/>
          </a:xfrm>
          <a:prstGeom prst="leftBrac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9A5AD0BE-5542-E99E-A470-946A08A8CC80}"/>
                  </a:ext>
                </a:extLst>
              </p:cNvPr>
              <p:cNvSpPr txBox="1"/>
              <p:nvPr/>
            </p:nvSpPr>
            <p:spPr>
              <a:xfrm>
                <a:off x="2054612" y="4543530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9A5AD0BE-5542-E99E-A470-946A08A8C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612" y="4543530"/>
                <a:ext cx="36580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DF34A153-DD76-A8CD-1A74-F5020E0CCDA6}"/>
                  </a:ext>
                </a:extLst>
              </p:cNvPr>
              <p:cNvSpPr txBox="1"/>
              <p:nvPr/>
            </p:nvSpPr>
            <p:spPr>
              <a:xfrm>
                <a:off x="2054611" y="5043212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DF34A153-DD76-A8CD-1A74-F5020E0CC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611" y="5043212"/>
                <a:ext cx="36580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6358A61A-22AB-88A7-976B-98981D3223B1}"/>
                  </a:ext>
                </a:extLst>
              </p:cNvPr>
              <p:cNvSpPr txBox="1"/>
              <p:nvPr/>
            </p:nvSpPr>
            <p:spPr>
              <a:xfrm>
                <a:off x="2046872" y="5578790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6358A61A-22AB-88A7-976B-98981D322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6872" y="5578790"/>
                <a:ext cx="36580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36944EE0-AFE7-BE26-9A3C-11F32ED70A2E}"/>
                  </a:ext>
                </a:extLst>
              </p:cNvPr>
              <p:cNvSpPr txBox="1"/>
              <p:nvPr/>
            </p:nvSpPr>
            <p:spPr>
              <a:xfrm>
                <a:off x="2046872" y="6063885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36944EE0-AFE7-BE26-9A3C-11F32ED70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6872" y="6063885"/>
                <a:ext cx="36580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Left Brace 137">
            <a:extLst>
              <a:ext uri="{FF2B5EF4-FFF2-40B4-BE49-F238E27FC236}">
                <a16:creationId xmlns:a16="http://schemas.microsoft.com/office/drawing/2014/main" id="{FE81472D-FBB0-52A9-AC25-1FA9BF59E5D9}"/>
              </a:ext>
            </a:extLst>
          </p:cNvPr>
          <p:cNvSpPr/>
          <p:nvPr/>
        </p:nvSpPr>
        <p:spPr>
          <a:xfrm rot="5400000">
            <a:off x="4336792" y="3019996"/>
            <a:ext cx="369327" cy="1051178"/>
          </a:xfrm>
          <a:prstGeom prst="leftBrac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Left Brace 138">
            <a:extLst>
              <a:ext uri="{FF2B5EF4-FFF2-40B4-BE49-F238E27FC236}">
                <a16:creationId xmlns:a16="http://schemas.microsoft.com/office/drawing/2014/main" id="{E5C75327-F839-E7A5-C0B7-F03FA6B079BF}"/>
              </a:ext>
            </a:extLst>
          </p:cNvPr>
          <p:cNvSpPr/>
          <p:nvPr/>
        </p:nvSpPr>
        <p:spPr>
          <a:xfrm rot="5400000">
            <a:off x="5404616" y="3015793"/>
            <a:ext cx="369327" cy="1051178"/>
          </a:xfrm>
          <a:prstGeom prst="leftBrac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Left Brace 139">
            <a:extLst>
              <a:ext uri="{FF2B5EF4-FFF2-40B4-BE49-F238E27FC236}">
                <a16:creationId xmlns:a16="http://schemas.microsoft.com/office/drawing/2014/main" id="{56DAE6D4-E8BA-1839-AB51-F8E2C57A46BD}"/>
              </a:ext>
            </a:extLst>
          </p:cNvPr>
          <p:cNvSpPr/>
          <p:nvPr/>
        </p:nvSpPr>
        <p:spPr>
          <a:xfrm rot="5400000">
            <a:off x="6475144" y="3034209"/>
            <a:ext cx="369327" cy="1051178"/>
          </a:xfrm>
          <a:prstGeom prst="leftBrac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7DADF972-625E-9304-850E-4CD4B656EF9D}"/>
                  </a:ext>
                </a:extLst>
              </p:cNvPr>
              <p:cNvSpPr txBox="1"/>
              <p:nvPr/>
            </p:nvSpPr>
            <p:spPr>
              <a:xfrm>
                <a:off x="3248330" y="2859862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7DADF972-625E-9304-850E-4CD4B656EF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8330" y="2859862"/>
                <a:ext cx="36580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4BC3271B-8820-9BAA-0149-53586930C37A}"/>
                  </a:ext>
                </a:extLst>
              </p:cNvPr>
              <p:cNvSpPr txBox="1"/>
              <p:nvPr/>
            </p:nvSpPr>
            <p:spPr>
              <a:xfrm>
                <a:off x="4311705" y="286381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4BC3271B-8820-9BAA-0149-53586930C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1705" y="2863813"/>
                <a:ext cx="36580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DF6F0560-A26F-6C4A-B9E3-5974AF78F4AD}"/>
                  </a:ext>
                </a:extLst>
              </p:cNvPr>
              <p:cNvSpPr txBox="1"/>
              <p:nvPr/>
            </p:nvSpPr>
            <p:spPr>
              <a:xfrm>
                <a:off x="5395046" y="286329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DF6F0560-A26F-6C4A-B9E3-5974AF78F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046" y="2863298"/>
                <a:ext cx="365805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10B9CF01-73B2-2F25-B83C-E544876ADD9E}"/>
                  </a:ext>
                </a:extLst>
              </p:cNvPr>
              <p:cNvSpPr txBox="1"/>
              <p:nvPr/>
            </p:nvSpPr>
            <p:spPr>
              <a:xfrm>
                <a:off x="6416222" y="284967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10B9CF01-73B2-2F25-B83C-E544876ADD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222" y="2849678"/>
                <a:ext cx="365805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C40FE46-EA8D-7A3B-E548-5864F1F9D831}"/>
                  </a:ext>
                </a:extLst>
              </p:cNvPr>
              <p:cNvSpPr txBox="1"/>
              <p:nvPr/>
            </p:nvSpPr>
            <p:spPr>
              <a:xfrm>
                <a:off x="7811462" y="6464642"/>
                <a:ext cx="43736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Note: Each cell here is an entire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kernel 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C40FE46-EA8D-7A3B-E548-5864F1F9D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1462" y="6464642"/>
                <a:ext cx="4373623" cy="369332"/>
              </a:xfrm>
              <a:prstGeom prst="rect">
                <a:avLst/>
              </a:prstGeom>
              <a:blipFill>
                <a:blip r:embed="rId18"/>
                <a:stretch>
                  <a:fillRect l="-1114" t="-8197" r="-125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80732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485B7-A906-70C3-1EC7-F77254107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Depthwise</a:t>
            </a:r>
            <a:r>
              <a:rPr lang="en-US" dirty="0"/>
              <a:t> Separable Convolution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868220-D2DE-520B-72A6-66E924494D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Output of </a:t>
                </a:r>
                <a:r>
                  <a:rPr lang="en-US" dirty="0" err="1"/>
                  <a:t>depthwise</a:t>
                </a:r>
                <a:r>
                  <a:rPr lang="en-US" dirty="0"/>
                  <a:t> convolution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/>
                  <a:t> images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Pointwise Convolution: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×1×1</m:t>
                    </m:r>
                  </m:oMath>
                </a14:m>
                <a:r>
                  <a:rPr lang="en-US" dirty="0"/>
                  <a:t> Convolutions on the images for each output channel</a:t>
                </a:r>
              </a:p>
              <a:p>
                <a:pPr lvl="1"/>
                <a:r>
                  <a:rPr lang="en-US" dirty="0"/>
                  <a:t>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dirty="0"/>
                  <a:t> stacks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×1×1</m:t>
                    </m:r>
                  </m:oMath>
                </a14:m>
                <a:r>
                  <a:rPr lang="en-US" dirty="0"/>
                  <a:t> convolutions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868220-D2DE-520B-72A6-66E924494D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65374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409AE-5D9D-7707-76C4-F60E44CEB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Depthwise</a:t>
            </a:r>
            <a:r>
              <a:rPr lang="en-US" dirty="0"/>
              <a:t> Separable Convolutions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1F71A1-CE95-C256-BA14-46CC26E00A2A}"/>
              </a:ext>
            </a:extLst>
          </p:cNvPr>
          <p:cNvSpPr/>
          <p:nvPr/>
        </p:nvSpPr>
        <p:spPr>
          <a:xfrm>
            <a:off x="5365806" y="1752932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FA527D-BCD2-E915-5CEC-8DA759A3EBA7}"/>
              </a:ext>
            </a:extLst>
          </p:cNvPr>
          <p:cNvSpPr/>
          <p:nvPr/>
        </p:nvSpPr>
        <p:spPr>
          <a:xfrm>
            <a:off x="5941116" y="1501472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D86E18-BE58-E954-F910-413858A20DA7}"/>
              </a:ext>
            </a:extLst>
          </p:cNvPr>
          <p:cNvSpPr/>
          <p:nvPr/>
        </p:nvSpPr>
        <p:spPr>
          <a:xfrm>
            <a:off x="6524046" y="1295732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0FB804-B01D-2BF6-A8B0-C5103E620028}"/>
              </a:ext>
            </a:extLst>
          </p:cNvPr>
          <p:cNvCxnSpPr>
            <a:cxnSpLocks/>
          </p:cNvCxnSpPr>
          <p:nvPr/>
        </p:nvCxnSpPr>
        <p:spPr>
          <a:xfrm>
            <a:off x="5312466" y="1699592"/>
            <a:ext cx="0" cy="609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3EAF538-1449-D936-486F-D6C248B8969B}"/>
              </a:ext>
            </a:extLst>
          </p:cNvPr>
          <p:cNvCxnSpPr>
            <a:cxnSpLocks/>
          </p:cNvCxnSpPr>
          <p:nvPr/>
        </p:nvCxnSpPr>
        <p:spPr>
          <a:xfrm>
            <a:off x="5404995" y="2496426"/>
            <a:ext cx="536121" cy="3058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A76BF24-C82B-CCAC-1188-2E12424C5A2F}"/>
              </a:ext>
            </a:extLst>
          </p:cNvPr>
          <p:cNvCxnSpPr>
            <a:cxnSpLocks/>
          </p:cNvCxnSpPr>
          <p:nvPr/>
        </p:nvCxnSpPr>
        <p:spPr>
          <a:xfrm flipV="1">
            <a:off x="6211626" y="2249865"/>
            <a:ext cx="1091837" cy="6286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1CD646-C23F-3CA2-AA40-23D48AF7718B}"/>
                  </a:ext>
                </a:extLst>
              </p:cNvPr>
              <p:cNvSpPr txBox="1"/>
              <p:nvPr/>
            </p:nvSpPr>
            <p:spPr>
              <a:xfrm>
                <a:off x="4916160" y="1819726"/>
                <a:ext cx="412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1CD646-C23F-3CA2-AA40-23D48AF771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6160" y="1819726"/>
                <a:ext cx="41261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0CC88C-0B4B-7501-3496-FDEE39CDCBC2}"/>
                  </a:ext>
                </a:extLst>
              </p:cNvPr>
              <p:cNvSpPr txBox="1"/>
              <p:nvPr/>
            </p:nvSpPr>
            <p:spPr>
              <a:xfrm>
                <a:off x="5290944" y="2693848"/>
                <a:ext cx="4662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0CC88C-0B4B-7501-3496-FDEE39CDC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944" y="2693848"/>
                <a:ext cx="46621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00E8B8B4-E775-6666-6D7B-42FC77EA0290}"/>
              </a:ext>
            </a:extLst>
          </p:cNvPr>
          <p:cNvSpPr/>
          <p:nvPr/>
        </p:nvSpPr>
        <p:spPr>
          <a:xfrm>
            <a:off x="5884545" y="4226528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99AB5A-9AF3-92F3-A07D-ABFC3B4B3779}"/>
              </a:ext>
            </a:extLst>
          </p:cNvPr>
          <p:cNvSpPr/>
          <p:nvPr/>
        </p:nvSpPr>
        <p:spPr>
          <a:xfrm>
            <a:off x="7198139" y="3061087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44C1AB-F392-DFDE-4AC8-8D51A637446D}"/>
              </a:ext>
            </a:extLst>
          </p:cNvPr>
          <p:cNvSpPr/>
          <p:nvPr/>
        </p:nvSpPr>
        <p:spPr>
          <a:xfrm>
            <a:off x="8216469" y="2282474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A6C7E00-6014-69FE-A55C-D811C8E3F7E4}"/>
              </a:ext>
            </a:extLst>
          </p:cNvPr>
          <p:cNvSpPr/>
          <p:nvPr/>
        </p:nvSpPr>
        <p:spPr>
          <a:xfrm>
            <a:off x="9652224" y="3248397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24C9FDF-A831-7618-EE4A-F43C29996C07}"/>
              </a:ext>
            </a:extLst>
          </p:cNvPr>
          <p:cNvSpPr/>
          <p:nvPr/>
        </p:nvSpPr>
        <p:spPr>
          <a:xfrm>
            <a:off x="8412112" y="4226528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1BD9387-FB93-0686-31FA-86CCECDD9540}"/>
              </a:ext>
            </a:extLst>
          </p:cNvPr>
          <p:cNvSpPr/>
          <p:nvPr/>
        </p:nvSpPr>
        <p:spPr>
          <a:xfrm>
            <a:off x="6918773" y="5024206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155840E-6032-B668-09E7-43F6548C8817}"/>
              </a:ext>
            </a:extLst>
          </p:cNvPr>
          <p:cNvCxnSpPr>
            <a:cxnSpLocks/>
          </p:cNvCxnSpPr>
          <p:nvPr/>
        </p:nvCxnSpPr>
        <p:spPr>
          <a:xfrm>
            <a:off x="6371817" y="4828530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2428259-3D48-B9B6-42AA-7C8078123921}"/>
              </a:ext>
            </a:extLst>
          </p:cNvPr>
          <p:cNvCxnSpPr>
            <a:cxnSpLocks/>
          </p:cNvCxnSpPr>
          <p:nvPr/>
        </p:nvCxnSpPr>
        <p:spPr>
          <a:xfrm>
            <a:off x="7834213" y="3925578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770A8B9-5588-1FD8-6266-A30DC4FE51A0}"/>
              </a:ext>
            </a:extLst>
          </p:cNvPr>
          <p:cNvCxnSpPr>
            <a:cxnSpLocks/>
          </p:cNvCxnSpPr>
          <p:nvPr/>
        </p:nvCxnSpPr>
        <p:spPr>
          <a:xfrm>
            <a:off x="9022500" y="3037928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4A9C916-04B9-8B4F-F193-D18176C54112}"/>
              </a:ext>
            </a:extLst>
          </p:cNvPr>
          <p:cNvCxnSpPr>
            <a:cxnSpLocks/>
          </p:cNvCxnSpPr>
          <p:nvPr/>
        </p:nvCxnSpPr>
        <p:spPr>
          <a:xfrm>
            <a:off x="6676448" y="2448529"/>
            <a:ext cx="495570" cy="562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1D60B18-11B5-85EA-4D3E-9586E53A2EA2}"/>
              </a:ext>
            </a:extLst>
          </p:cNvPr>
          <p:cNvCxnSpPr>
            <a:cxnSpLocks/>
          </p:cNvCxnSpPr>
          <p:nvPr/>
        </p:nvCxnSpPr>
        <p:spPr>
          <a:xfrm>
            <a:off x="7289642" y="1910401"/>
            <a:ext cx="882246" cy="351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0095D95-D9CB-E322-CB60-3C4C6E4963E5}"/>
                  </a:ext>
                </a:extLst>
              </p:cNvPr>
              <p:cNvSpPr txBox="1"/>
              <p:nvPr/>
            </p:nvSpPr>
            <p:spPr>
              <a:xfrm>
                <a:off x="6786936" y="2641659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0095D95-D9CB-E322-CB60-3C4C6E496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936" y="2641659"/>
                <a:ext cx="5426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ECAD9D6-5B56-8DA2-7DA6-2A5C63D3DC52}"/>
              </a:ext>
            </a:extLst>
          </p:cNvPr>
          <p:cNvCxnSpPr>
            <a:cxnSpLocks/>
          </p:cNvCxnSpPr>
          <p:nvPr/>
        </p:nvCxnSpPr>
        <p:spPr>
          <a:xfrm>
            <a:off x="6937476" y="5672881"/>
            <a:ext cx="536121" cy="3058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A79DF00-815E-75C4-BC96-80E839C5FBB6}"/>
                  </a:ext>
                </a:extLst>
              </p:cNvPr>
              <p:cNvSpPr txBox="1"/>
              <p:nvPr/>
            </p:nvSpPr>
            <p:spPr>
              <a:xfrm>
                <a:off x="6823425" y="5870303"/>
                <a:ext cx="4662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A79DF00-815E-75C4-BC96-80E839C5F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425" y="5870303"/>
                <a:ext cx="46621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F8F27EC-7A2F-3BC3-9CB5-2030E369682B}"/>
              </a:ext>
            </a:extLst>
          </p:cNvPr>
          <p:cNvCxnSpPr>
            <a:cxnSpLocks/>
          </p:cNvCxnSpPr>
          <p:nvPr/>
        </p:nvCxnSpPr>
        <p:spPr>
          <a:xfrm>
            <a:off x="7777647" y="5306364"/>
            <a:ext cx="0" cy="609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EEF3CC5-8559-68AA-9DD5-C0A44FD624FB}"/>
                  </a:ext>
                </a:extLst>
              </p:cNvPr>
              <p:cNvSpPr txBox="1"/>
              <p:nvPr/>
            </p:nvSpPr>
            <p:spPr>
              <a:xfrm>
                <a:off x="7763128" y="5456493"/>
                <a:ext cx="412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EEF3CC5-8559-68AA-9DD5-C0A44FD62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3128" y="5456493"/>
                <a:ext cx="41261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5B2385B7-32DE-5AE7-F5E6-CC74236F0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695"/>
            <a:ext cx="3725584" cy="1414353"/>
          </a:xfrm>
        </p:spPr>
        <p:txBody>
          <a:bodyPr>
            <a:normAutofit fontScale="92500"/>
          </a:bodyPr>
          <a:lstStyle/>
          <a:p>
            <a:r>
              <a:rPr lang="en-US" dirty="0" err="1"/>
              <a:t>Depthwise</a:t>
            </a:r>
            <a:r>
              <a:rPr lang="en-US" dirty="0"/>
              <a:t> Convolution</a:t>
            </a:r>
          </a:p>
          <a:p>
            <a:r>
              <a:rPr lang="en-US" dirty="0"/>
              <a:t>Note: No pixel wise addition</a:t>
            </a:r>
          </a:p>
          <a:p>
            <a:endParaRPr lang="en-US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3B26BC3-9966-5411-AA0C-5D41601A2D5F}"/>
              </a:ext>
            </a:extLst>
          </p:cNvPr>
          <p:cNvCxnSpPr>
            <a:cxnSpLocks/>
          </p:cNvCxnSpPr>
          <p:nvPr/>
        </p:nvCxnSpPr>
        <p:spPr>
          <a:xfrm flipH="1">
            <a:off x="5984479" y="2611244"/>
            <a:ext cx="8372" cy="14308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514979A-E7D9-ED71-1789-D7C4366BF468}"/>
              </a:ext>
            </a:extLst>
          </p:cNvPr>
          <p:cNvCxnSpPr>
            <a:cxnSpLocks/>
          </p:cNvCxnSpPr>
          <p:nvPr/>
        </p:nvCxnSpPr>
        <p:spPr>
          <a:xfrm flipV="1">
            <a:off x="8317952" y="4490461"/>
            <a:ext cx="2180092" cy="162495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B3B533A-48E9-C02E-42E7-02DFC9423D3C}"/>
                  </a:ext>
                </a:extLst>
              </p:cNvPr>
              <p:cNvSpPr txBox="1"/>
              <p:nvPr/>
            </p:nvSpPr>
            <p:spPr>
              <a:xfrm>
                <a:off x="9251545" y="5676218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B3B533A-48E9-C02E-42E7-02DFC9423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1545" y="5676218"/>
                <a:ext cx="54264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853258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1DCA4-6199-E006-1EA3-3B01B99BD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Depthwise</a:t>
            </a:r>
            <a:r>
              <a:rPr lang="en-US" dirty="0"/>
              <a:t> Separable Convolutions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272D7C-4B4F-26AB-9A6A-003EBB374257}"/>
              </a:ext>
            </a:extLst>
          </p:cNvPr>
          <p:cNvSpPr/>
          <p:nvPr/>
        </p:nvSpPr>
        <p:spPr>
          <a:xfrm>
            <a:off x="7904963" y="1769049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4AB670-6191-17B3-1A09-6EE6DF242101}"/>
              </a:ext>
            </a:extLst>
          </p:cNvPr>
          <p:cNvSpPr/>
          <p:nvPr/>
        </p:nvSpPr>
        <p:spPr>
          <a:xfrm>
            <a:off x="6664851" y="2747180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9F0024-FCB6-55B3-4D17-E25B78BCC6AF}"/>
              </a:ext>
            </a:extLst>
          </p:cNvPr>
          <p:cNvSpPr/>
          <p:nvPr/>
        </p:nvSpPr>
        <p:spPr>
          <a:xfrm>
            <a:off x="5171512" y="3544858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3C95F7A-E961-5144-30D4-B0871B1AA1C2}"/>
              </a:ext>
            </a:extLst>
          </p:cNvPr>
          <p:cNvCxnSpPr>
            <a:cxnSpLocks/>
          </p:cNvCxnSpPr>
          <p:nvPr/>
        </p:nvCxnSpPr>
        <p:spPr>
          <a:xfrm>
            <a:off x="5190215" y="4193533"/>
            <a:ext cx="536121" cy="3058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3600C3-D76F-C9E7-6A59-6EE4B65DDDAE}"/>
                  </a:ext>
                </a:extLst>
              </p:cNvPr>
              <p:cNvSpPr txBox="1"/>
              <p:nvPr/>
            </p:nvSpPr>
            <p:spPr>
              <a:xfrm>
                <a:off x="5076164" y="4390955"/>
                <a:ext cx="4662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3600C3-D76F-C9E7-6A59-6EE4B65DD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164" y="4390955"/>
                <a:ext cx="46621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069A643-027F-FD73-2BEC-CE241EE270B4}"/>
                  </a:ext>
                </a:extLst>
              </p:cNvPr>
              <p:cNvSpPr txBox="1"/>
              <p:nvPr/>
            </p:nvSpPr>
            <p:spPr>
              <a:xfrm>
                <a:off x="6015867" y="3977145"/>
                <a:ext cx="412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069A643-027F-FD73-2BEC-CE241EE27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867" y="3977145"/>
                <a:ext cx="41261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C8AFE52-F98B-7F66-0955-08EF7661DA3D}"/>
              </a:ext>
            </a:extLst>
          </p:cNvPr>
          <p:cNvCxnSpPr>
            <a:cxnSpLocks/>
          </p:cNvCxnSpPr>
          <p:nvPr/>
        </p:nvCxnSpPr>
        <p:spPr>
          <a:xfrm>
            <a:off x="6030386" y="3827016"/>
            <a:ext cx="0" cy="609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682AB1A-1E96-C0CB-DD0F-4CBCBC37222A}"/>
              </a:ext>
            </a:extLst>
          </p:cNvPr>
          <p:cNvCxnSpPr>
            <a:cxnSpLocks/>
          </p:cNvCxnSpPr>
          <p:nvPr/>
        </p:nvCxnSpPr>
        <p:spPr>
          <a:xfrm flipV="1">
            <a:off x="5076164" y="1688189"/>
            <a:ext cx="2180092" cy="162495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B45DDE0-31CF-87F9-B3CC-80B9BA255400}"/>
                  </a:ext>
                </a:extLst>
              </p:cNvPr>
              <p:cNvSpPr txBox="1"/>
              <p:nvPr/>
            </p:nvSpPr>
            <p:spPr>
              <a:xfrm>
                <a:off x="6009757" y="2873946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B45DDE0-31CF-87F9-B3CC-80B9BA255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757" y="2873946"/>
                <a:ext cx="5426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71B56C95-FD88-2C6C-2B4F-93A1BAA0CF15}"/>
              </a:ext>
            </a:extLst>
          </p:cNvPr>
          <p:cNvSpPr/>
          <p:nvPr/>
        </p:nvSpPr>
        <p:spPr>
          <a:xfrm>
            <a:off x="6664851" y="5931675"/>
            <a:ext cx="168744" cy="18858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9DCC53-BD1F-4B53-9268-C78EAC844405}"/>
              </a:ext>
            </a:extLst>
          </p:cNvPr>
          <p:cNvSpPr/>
          <p:nvPr/>
        </p:nvSpPr>
        <p:spPr>
          <a:xfrm>
            <a:off x="6788776" y="5772344"/>
            <a:ext cx="168744" cy="18858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A0F54B-80EC-4987-9682-145ED431400C}"/>
              </a:ext>
            </a:extLst>
          </p:cNvPr>
          <p:cNvSpPr/>
          <p:nvPr/>
        </p:nvSpPr>
        <p:spPr>
          <a:xfrm>
            <a:off x="6937390" y="5613013"/>
            <a:ext cx="168744" cy="18858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2049F7-5AB3-3648-DF27-0B4415386B55}"/>
              </a:ext>
            </a:extLst>
          </p:cNvPr>
          <p:cNvSpPr/>
          <p:nvPr/>
        </p:nvSpPr>
        <p:spPr>
          <a:xfrm>
            <a:off x="8048738" y="4981223"/>
            <a:ext cx="168744" cy="18858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627607-74C5-15CC-2CB2-6E4D94751228}"/>
              </a:ext>
            </a:extLst>
          </p:cNvPr>
          <p:cNvSpPr/>
          <p:nvPr/>
        </p:nvSpPr>
        <p:spPr>
          <a:xfrm>
            <a:off x="8172663" y="4821892"/>
            <a:ext cx="168744" cy="18858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5764FC-AC38-27A8-DEC2-2BD093D3672E}"/>
              </a:ext>
            </a:extLst>
          </p:cNvPr>
          <p:cNvSpPr/>
          <p:nvPr/>
        </p:nvSpPr>
        <p:spPr>
          <a:xfrm>
            <a:off x="8321277" y="4662561"/>
            <a:ext cx="168744" cy="18858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DCE87C-26D7-9EB4-5250-97CD4D1A919C}"/>
              </a:ext>
            </a:extLst>
          </p:cNvPr>
          <p:cNvSpPr/>
          <p:nvPr/>
        </p:nvSpPr>
        <p:spPr>
          <a:xfrm>
            <a:off x="8933046" y="4004946"/>
            <a:ext cx="168744" cy="18858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CEEE3E-83FD-53D4-E4F9-CAEEF9F06451}"/>
              </a:ext>
            </a:extLst>
          </p:cNvPr>
          <p:cNvSpPr/>
          <p:nvPr/>
        </p:nvSpPr>
        <p:spPr>
          <a:xfrm>
            <a:off x="9056971" y="3845615"/>
            <a:ext cx="168744" cy="18858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E9986D-80B9-F11B-6607-4D05D2A144FA}"/>
              </a:ext>
            </a:extLst>
          </p:cNvPr>
          <p:cNvSpPr/>
          <p:nvPr/>
        </p:nvSpPr>
        <p:spPr>
          <a:xfrm>
            <a:off x="9205585" y="3686284"/>
            <a:ext cx="168744" cy="18858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684CF271-B220-4684-D0F5-BF70BDC260F2}"/>
              </a:ext>
            </a:extLst>
          </p:cNvPr>
          <p:cNvSpPr/>
          <p:nvPr/>
        </p:nvSpPr>
        <p:spPr>
          <a:xfrm rot="2543600">
            <a:off x="6995726" y="5670737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3E8BA23-8BE9-FD2B-374A-8CFA625FABC6}"/>
                  </a:ext>
                </a:extLst>
              </p:cNvPr>
              <p:cNvSpPr txBox="1"/>
              <p:nvPr/>
            </p:nvSpPr>
            <p:spPr>
              <a:xfrm>
                <a:off x="7057671" y="6201073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3E8BA23-8BE9-FD2B-374A-8CFA625FA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7671" y="6201073"/>
                <a:ext cx="5426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0DDEED0-A5A8-36C3-A9DA-4731EE5EAD6A}"/>
                  </a:ext>
                </a:extLst>
              </p:cNvPr>
              <p:cNvSpPr txBox="1"/>
              <p:nvPr/>
            </p:nvSpPr>
            <p:spPr>
              <a:xfrm>
                <a:off x="5900207" y="5919063"/>
                <a:ext cx="7617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1×1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0DDEED0-A5A8-36C3-A9DA-4731EE5EA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0207" y="5919063"/>
                <a:ext cx="76174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ight Brace 25">
            <a:extLst>
              <a:ext uri="{FF2B5EF4-FFF2-40B4-BE49-F238E27FC236}">
                <a16:creationId xmlns:a16="http://schemas.microsoft.com/office/drawing/2014/main" id="{49DBE299-BF31-6D16-5450-60805D646829}"/>
              </a:ext>
            </a:extLst>
          </p:cNvPr>
          <p:cNvSpPr/>
          <p:nvPr/>
        </p:nvSpPr>
        <p:spPr>
          <a:xfrm rot="2543600">
            <a:off x="8305710" y="4649810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F534CCE-E5F0-2E3A-5C23-D7582505B738}"/>
                  </a:ext>
                </a:extLst>
              </p:cNvPr>
              <p:cNvSpPr txBox="1"/>
              <p:nvPr/>
            </p:nvSpPr>
            <p:spPr>
              <a:xfrm>
                <a:off x="8367655" y="5180146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F534CCE-E5F0-2E3A-5C23-D7582505B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7655" y="5180146"/>
                <a:ext cx="542648" cy="369332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ight Brace 27">
            <a:extLst>
              <a:ext uri="{FF2B5EF4-FFF2-40B4-BE49-F238E27FC236}">
                <a16:creationId xmlns:a16="http://schemas.microsoft.com/office/drawing/2014/main" id="{AAB04854-4514-DA80-2E43-02F2B4E6C9E7}"/>
              </a:ext>
            </a:extLst>
          </p:cNvPr>
          <p:cNvSpPr/>
          <p:nvPr/>
        </p:nvSpPr>
        <p:spPr>
          <a:xfrm rot="2543600">
            <a:off x="9239015" y="3663197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473E797-E777-B8DB-E694-057674C3D3D4}"/>
                  </a:ext>
                </a:extLst>
              </p:cNvPr>
              <p:cNvSpPr txBox="1"/>
              <p:nvPr/>
            </p:nvSpPr>
            <p:spPr>
              <a:xfrm>
                <a:off x="9300960" y="4193533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473E797-E777-B8DB-E694-057674C3D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0960" y="4193533"/>
                <a:ext cx="54264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76E1A6E-EDFE-EADD-FE53-D7342C6E84D4}"/>
              </a:ext>
            </a:extLst>
          </p:cNvPr>
          <p:cNvCxnSpPr>
            <a:cxnSpLocks/>
          </p:cNvCxnSpPr>
          <p:nvPr/>
        </p:nvCxnSpPr>
        <p:spPr>
          <a:xfrm flipV="1">
            <a:off x="7994637" y="4366433"/>
            <a:ext cx="2785964" cy="24060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E293DED-7929-9933-7AE3-199901177805}"/>
                  </a:ext>
                </a:extLst>
              </p:cNvPr>
              <p:cNvSpPr txBox="1"/>
              <p:nvPr/>
            </p:nvSpPr>
            <p:spPr>
              <a:xfrm>
                <a:off x="9463940" y="5691128"/>
                <a:ext cx="6580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E293DED-7929-9933-7AE3-199901177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3940" y="5691128"/>
                <a:ext cx="65806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7318065-F331-9261-BF12-DD1007503FF0}"/>
              </a:ext>
            </a:extLst>
          </p:cNvPr>
          <p:cNvCxnSpPr>
            <a:endCxn id="13" idx="0"/>
          </p:cNvCxnSpPr>
          <p:nvPr/>
        </p:nvCxnSpPr>
        <p:spPr>
          <a:xfrm>
            <a:off x="5771786" y="4193533"/>
            <a:ext cx="977437" cy="1738142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1907C24-F3D9-A6EA-0A00-AC21666172B6}"/>
              </a:ext>
            </a:extLst>
          </p:cNvPr>
          <p:cNvCxnSpPr/>
          <p:nvPr/>
        </p:nvCxnSpPr>
        <p:spPr>
          <a:xfrm flipH="1">
            <a:off x="6798100" y="3339776"/>
            <a:ext cx="292370" cy="2432568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BA6C41A-558D-C4F6-05A9-592336045AE0}"/>
              </a:ext>
            </a:extLst>
          </p:cNvPr>
          <p:cNvCxnSpPr/>
          <p:nvPr/>
        </p:nvCxnSpPr>
        <p:spPr>
          <a:xfrm flipH="1">
            <a:off x="7032659" y="2296595"/>
            <a:ext cx="1120980" cy="3316418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AA3BE096-557B-8B2B-6672-7E7BC9F5CD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4695"/>
                <a:ext cx="3725584" cy="1414353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Pointwise Convolution</a:t>
                </a:r>
              </a:p>
              <a:p>
                <a:r>
                  <a:rPr lang="en-US" dirty="0"/>
                  <a:t>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dirty="0"/>
                  <a:t> stacks of kernels perform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1×1</m:t>
                    </m:r>
                  </m:oMath>
                </a14:m>
                <a:r>
                  <a:rPr lang="en-US" dirty="0"/>
                  <a:t> convolution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images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AA3BE096-557B-8B2B-6672-7E7BC9F5CD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4695"/>
                <a:ext cx="3725584" cy="1414353"/>
              </a:xfrm>
              <a:blipFill>
                <a:blip r:embed="rId10"/>
                <a:stretch>
                  <a:fillRect l="-2291" t="-8190" r="-4092" b="-8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616673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4A822-95B9-3E27-56C0-5E051EFA6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Depthwise</a:t>
            </a:r>
            <a:r>
              <a:rPr lang="en-US" dirty="0"/>
              <a:t> Separable Convolutions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BC689E-82FB-EAB7-8CA7-1AE6EA5EAA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Depthwise Convolutions Number of Operations (substitute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/>
                  <a:t> in grouped convolution equation)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Pointwise Convolution (Full convolution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Original Convolution: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BC689E-82FB-EAB7-8CA7-1AE6EA5EAA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b="-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254163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51C7F-E21E-3641-D504-CE26074B3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Maintaining 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9E64C-5198-4A35-9EB2-E25D80157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 or re-train models with sparsity constraints</a:t>
            </a:r>
          </a:p>
          <a:p>
            <a:endParaRPr lang="en-US" dirty="0"/>
          </a:p>
          <a:p>
            <a:r>
              <a:rPr lang="en-US" dirty="0"/>
              <a:t>This ensures model is trained properly using reduced number of weights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49247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72711-3F7C-15A5-39E3-026F98537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Group Convolution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8BA11-5FF2-BEDC-3420-19B4B51AE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ShuffleNets</a:t>
            </a:r>
            <a:r>
              <a:rPr lang="en-US" dirty="0"/>
              <a:t> – Group Convolution followed by shuffling of connections </a:t>
            </a:r>
          </a:p>
          <a:p>
            <a:endParaRPr lang="en-US" dirty="0"/>
          </a:p>
          <a:p>
            <a:r>
              <a:rPr lang="en-US" dirty="0" err="1"/>
              <a:t>CondenseNets</a:t>
            </a:r>
            <a:r>
              <a:rPr lang="en-US" dirty="0"/>
              <a:t> – Connections between channels part of training</a:t>
            </a:r>
          </a:p>
          <a:p>
            <a:endParaRPr lang="en-US" dirty="0"/>
          </a:p>
          <a:p>
            <a:r>
              <a:rPr lang="en-US" dirty="0"/>
              <a:t>Optimal scheduling of groups on GPUs</a:t>
            </a:r>
          </a:p>
          <a:p>
            <a:pPr lvl="1"/>
            <a:r>
              <a:rPr lang="en-US" dirty="0" err="1"/>
              <a:t>Pytorch</a:t>
            </a:r>
            <a:r>
              <a:rPr lang="en-US" dirty="0"/>
              <a:t> scheduling is vary naïve – may lead to sub-optimal GPU resource utilization for models such as </a:t>
            </a:r>
            <a:r>
              <a:rPr lang="en-US" dirty="0" err="1"/>
              <a:t>CondenseNets</a:t>
            </a:r>
            <a:endParaRPr lang="en-US" dirty="0"/>
          </a:p>
          <a:p>
            <a:pPr lvl="1"/>
            <a:r>
              <a:rPr lang="en-US" dirty="0"/>
              <a:t>My PhD student has a </a:t>
            </a:r>
            <a:r>
              <a:rPr lang="en-US" dirty="0" err="1"/>
              <a:t>knapsack+ILP</a:t>
            </a:r>
            <a:r>
              <a:rPr lang="en-US" dirty="0"/>
              <a:t> based algorithm for optimal scheduling – if you are interested, I can share the paper with you</a:t>
            </a:r>
          </a:p>
        </p:txBody>
      </p:sp>
    </p:spTree>
    <p:extLst>
      <p:ext uri="{BB962C8B-B14F-4D97-AF65-F5344CB8AC3E}">
        <p14:creationId xmlns:p14="http://schemas.microsoft.com/office/powerpoint/2010/main" val="386306100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4C346-46C1-EAF7-99CC-575E7287A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70DB4-CEA3-290F-D1F5-FA86F216D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Reduce the size of data type used to represent weights of the kernels</a:t>
            </a:r>
          </a:p>
          <a:p>
            <a:endParaRPr lang="en-US" dirty="0"/>
          </a:p>
          <a:p>
            <a:r>
              <a:rPr lang="en-US" dirty="0"/>
              <a:t>Instead of using 64 bit floating point, use 16 bits or 8 bits</a:t>
            </a:r>
          </a:p>
          <a:p>
            <a:endParaRPr lang="en-US" dirty="0"/>
          </a:p>
          <a:p>
            <a:r>
              <a:rPr lang="en-US" dirty="0"/>
              <a:t>Model size reduced by 4 to 8 times</a:t>
            </a:r>
          </a:p>
          <a:p>
            <a:endParaRPr lang="en-US" dirty="0"/>
          </a:p>
          <a:p>
            <a:r>
              <a:rPr lang="en-US" dirty="0"/>
              <a:t>Number of operations remain the same, but current GPUs have the capabilities to process them 4 to 8 times faster </a:t>
            </a:r>
          </a:p>
          <a:p>
            <a:endParaRPr lang="en-US" dirty="0"/>
          </a:p>
          <a:p>
            <a:r>
              <a:rPr lang="en-US" dirty="0"/>
              <a:t>We will look at one such technique in Transformer Acceleration</a:t>
            </a:r>
          </a:p>
        </p:txBody>
      </p:sp>
    </p:spTree>
    <p:extLst>
      <p:ext uri="{BB962C8B-B14F-4D97-AF65-F5344CB8AC3E}">
        <p14:creationId xmlns:p14="http://schemas.microsoft.com/office/powerpoint/2010/main" val="215137245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9B69F-8B63-B3EC-12B0-9B9A60536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F2391-E8AE-9A93-A4FC-0E02B54BC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10/2 Lecture 12</a:t>
            </a:r>
          </a:p>
          <a:p>
            <a:pPr lvl="1"/>
            <a:r>
              <a:rPr lang="en-US" dirty="0"/>
              <a:t>GPU Programming using AMD HIP</a:t>
            </a:r>
          </a:p>
        </p:txBody>
      </p:sp>
    </p:spTree>
    <p:extLst>
      <p:ext uri="{BB962C8B-B14F-4D97-AF65-F5344CB8AC3E}">
        <p14:creationId xmlns:p14="http://schemas.microsoft.com/office/powerpoint/2010/main" val="129724081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04DE0-9343-6853-D403-04A484E06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5DCD4-6F74-BBCB-9506-55F298D2E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  <a:p>
            <a:endParaRPr lang="en-US" dirty="0"/>
          </a:p>
          <a:p>
            <a:r>
              <a:rPr lang="en-US" dirty="0"/>
              <a:t>Email: </a:t>
            </a:r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662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5045</TotalTime>
  <Words>3146</Words>
  <Application>Microsoft Office PowerPoint</Application>
  <PresentationFormat>Widescreen</PresentationFormat>
  <Paragraphs>1180</Paragraphs>
  <Slides>65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0" baseType="lpstr">
      <vt:lpstr>Arial</vt:lpstr>
      <vt:lpstr>Calibri</vt:lpstr>
      <vt:lpstr>Calibri Light</vt:lpstr>
      <vt:lpstr>Cambria Math</vt:lpstr>
      <vt:lpstr>Office Theme</vt:lpstr>
      <vt:lpstr>CSDS 451: Designing High Performant Systems for AI</vt:lpstr>
      <vt:lpstr>Outline</vt:lpstr>
      <vt:lpstr>Announcements</vt:lpstr>
      <vt:lpstr>Project</vt:lpstr>
      <vt:lpstr>Project</vt:lpstr>
      <vt:lpstr>Project</vt:lpstr>
      <vt:lpstr>Project</vt:lpstr>
      <vt:lpstr>Project Deliverables</vt:lpstr>
      <vt:lpstr>Project Deliverables</vt:lpstr>
      <vt:lpstr>Project – Next Action</vt:lpstr>
      <vt:lpstr>Outline</vt:lpstr>
      <vt:lpstr>Reading Materials</vt:lpstr>
      <vt:lpstr>Key Operation in CNN</vt:lpstr>
      <vt:lpstr>CNN on A100 Roofline Plot (assuming infinite cache)</vt:lpstr>
      <vt:lpstr>Implications</vt:lpstr>
      <vt:lpstr>Convolution as Matrix Multiplications</vt:lpstr>
      <vt:lpstr>Im2Col Algorithm</vt:lpstr>
      <vt:lpstr>Kn2Row Algorithm</vt:lpstr>
      <vt:lpstr>Scalar Matrix Multiplication</vt:lpstr>
      <vt:lpstr>Sparsity in Convolution</vt:lpstr>
      <vt:lpstr>Introducing Sparsity</vt:lpstr>
      <vt:lpstr>Pruning</vt:lpstr>
      <vt:lpstr>Unstructured Pruning</vt:lpstr>
      <vt:lpstr>Unstructured Pruning</vt:lpstr>
      <vt:lpstr>Unstructured Pruning - Approaches</vt:lpstr>
      <vt:lpstr>Unstructured Pruning</vt:lpstr>
      <vt:lpstr>Unstructured Pruning</vt:lpstr>
      <vt:lpstr>Sparse Dense Matrix Multiplication (SpMM)</vt:lpstr>
      <vt:lpstr>Unstructured Pruning</vt:lpstr>
      <vt:lpstr>Unstructured Pruning</vt:lpstr>
      <vt:lpstr>Unstructured Pruning</vt:lpstr>
      <vt:lpstr>Unstructured Pruning</vt:lpstr>
      <vt:lpstr>Unstructured Pruning</vt:lpstr>
      <vt:lpstr>Structured Pruning</vt:lpstr>
      <vt:lpstr>Structured Pruning</vt:lpstr>
      <vt:lpstr>Structured Pruning</vt:lpstr>
      <vt:lpstr>Structured Pruning</vt:lpstr>
      <vt:lpstr>Structured Pruning – Output Channel Pruning</vt:lpstr>
      <vt:lpstr>Structured Pruning – Output Channel Pruning</vt:lpstr>
      <vt:lpstr>Structured Pruning – Input Channel Pruning</vt:lpstr>
      <vt:lpstr>Structured Pruning – Input Channel Pruning</vt:lpstr>
      <vt:lpstr>Structured Pruning – Filter/Connection Pruning</vt:lpstr>
      <vt:lpstr>Structured Pruning – Filter/Connection Pruning</vt:lpstr>
      <vt:lpstr>Structured Pruning – Layer Pruning</vt:lpstr>
      <vt:lpstr>Structured Pruning – Layer Pruning</vt:lpstr>
      <vt:lpstr>Structured Pruning</vt:lpstr>
      <vt:lpstr>Grouped Convolutions</vt:lpstr>
      <vt:lpstr>Grouped Convolutions</vt:lpstr>
      <vt:lpstr>Grouped Convolution</vt:lpstr>
      <vt:lpstr>Grouped Convolution</vt:lpstr>
      <vt:lpstr>Grouped Convolution</vt:lpstr>
      <vt:lpstr>Grouped Convolution</vt:lpstr>
      <vt:lpstr>Grouped Convolution</vt:lpstr>
      <vt:lpstr>Grouped Convolution</vt:lpstr>
      <vt:lpstr>Depthwise Separable Convolution</vt:lpstr>
      <vt:lpstr>Depthwise Separable Convolution</vt:lpstr>
      <vt:lpstr>Depthwise Separable Convolution</vt:lpstr>
      <vt:lpstr>Depthwise Separable Convolutions</vt:lpstr>
      <vt:lpstr>Depthwise Separable Convolutions</vt:lpstr>
      <vt:lpstr>Depthwise Separable Convolutions</vt:lpstr>
      <vt:lpstr>Maintaining Accuracy</vt:lpstr>
      <vt:lpstr>Advanced Group Convolution Algorithms</vt:lpstr>
      <vt:lpstr>Quantization</vt:lpstr>
      <vt:lpstr>Next Class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Algorithmic Approach to AI/ML Acceleration</dc:title>
  <dc:creator>Sanmukh Kuppannagari</dc:creator>
  <cp:lastModifiedBy>Sanmukh Kuppannagari</cp:lastModifiedBy>
  <cp:revision>99</cp:revision>
  <dcterms:created xsi:type="dcterms:W3CDTF">2022-08-26T11:47:57Z</dcterms:created>
  <dcterms:modified xsi:type="dcterms:W3CDTF">2025-09-30T15:50:06Z</dcterms:modified>
</cp:coreProperties>
</file>
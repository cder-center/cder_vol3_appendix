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1568" r:id="rId3"/>
    <p:sldId id="1719" r:id="rId4"/>
    <p:sldId id="1710" r:id="rId5"/>
    <p:sldId id="385" r:id="rId6"/>
    <p:sldId id="1663" r:id="rId7"/>
    <p:sldId id="1664" r:id="rId8"/>
    <p:sldId id="1665" r:id="rId9"/>
    <p:sldId id="1666" r:id="rId10"/>
    <p:sldId id="1667" r:id="rId11"/>
    <p:sldId id="1676" r:id="rId12"/>
    <p:sldId id="1693" r:id="rId13"/>
    <p:sldId id="1694" r:id="rId14"/>
    <p:sldId id="1695" r:id="rId15"/>
    <p:sldId id="1711" r:id="rId16"/>
    <p:sldId id="1712" r:id="rId17"/>
    <p:sldId id="1713" r:id="rId18"/>
    <p:sldId id="1706" r:id="rId19"/>
    <p:sldId id="1721" r:id="rId20"/>
    <p:sldId id="1714" r:id="rId21"/>
    <p:sldId id="1715" r:id="rId22"/>
    <p:sldId id="1716" r:id="rId23"/>
    <p:sldId id="1569" r:id="rId24"/>
    <p:sldId id="421" r:id="rId25"/>
    <p:sldId id="1572" r:id="rId26"/>
    <p:sldId id="1717" r:id="rId27"/>
    <p:sldId id="1573" r:id="rId28"/>
    <p:sldId id="1574" r:id="rId29"/>
    <p:sldId id="1575" r:id="rId30"/>
    <p:sldId id="1576" r:id="rId31"/>
    <p:sldId id="1577" r:id="rId32"/>
    <p:sldId id="1578" r:id="rId33"/>
    <p:sldId id="1598" r:id="rId34"/>
    <p:sldId id="1579" r:id="rId35"/>
    <p:sldId id="1580" r:id="rId36"/>
    <p:sldId id="1718" r:id="rId37"/>
    <p:sldId id="1720" r:id="rId38"/>
    <p:sldId id="1583" r:id="rId39"/>
    <p:sldId id="17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56" r:id="rId50"/>
    <p:sldId id="432" r:id="rId51"/>
    <p:sldId id="433" r:id="rId52"/>
    <p:sldId id="434" r:id="rId53"/>
    <p:sldId id="435" r:id="rId54"/>
    <p:sldId id="436" r:id="rId55"/>
    <p:sldId id="1723" r:id="rId56"/>
    <p:sldId id="439" r:id="rId57"/>
    <p:sldId id="440" r:id="rId58"/>
    <p:sldId id="441" r:id="rId59"/>
    <p:sldId id="442" r:id="rId60"/>
    <p:sldId id="443" r:id="rId61"/>
    <p:sldId id="444" r:id="rId62"/>
    <p:sldId id="445" r:id="rId63"/>
    <p:sldId id="446" r:id="rId64"/>
    <p:sldId id="447" r:id="rId65"/>
    <p:sldId id="448" r:id="rId66"/>
    <p:sldId id="450" r:id="rId67"/>
    <p:sldId id="449" r:id="rId68"/>
    <p:sldId id="451" r:id="rId69"/>
    <p:sldId id="452" r:id="rId70"/>
    <p:sldId id="1585" r:id="rId71"/>
    <p:sldId id="1586" r:id="rId72"/>
    <p:sldId id="1587" r:id="rId73"/>
    <p:sldId id="1551" r:id="rId74"/>
    <p:sldId id="391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BF37F-665E-4CD3-A1BC-7B565833AB90}" v="812" dt="2025-10-28T14:40:05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590864D2-7087-446D-894D-84189D75E730}"/>
    <pc:docChg chg="custSel addSld delSld modSld sldOrd">
      <pc:chgData name="Sanmukh Kuppannagari" userId="ad215094-da36-4b66-9c79-369a17aea26b" providerId="ADAL" clId="{590864D2-7087-446D-894D-84189D75E730}" dt="2025-10-16T14:29:16.424" v="400" actId="20577"/>
      <pc:docMkLst>
        <pc:docMk/>
      </pc:docMkLst>
      <pc:sldChg chg="modSp mod">
        <pc:chgData name="Sanmukh Kuppannagari" userId="ad215094-da36-4b66-9c79-369a17aea26b" providerId="ADAL" clId="{590864D2-7087-446D-894D-84189D75E730}" dt="2025-10-16T13:56:13.020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590864D2-7087-446D-894D-84189D75E730}" dt="2025-10-16T13:56:13.020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3513480161" sldId="380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493727002" sldId="381"/>
        </pc:sldMkLst>
      </pc:sldChg>
      <pc:sldChg chg="modSp mod">
        <pc:chgData name="Sanmukh Kuppannagari" userId="ad215094-da36-4b66-9c79-369a17aea26b" providerId="ADAL" clId="{590864D2-7087-446D-894D-84189D75E730}" dt="2025-10-16T14:27:48.344" v="388" actId="20577"/>
        <pc:sldMkLst>
          <pc:docMk/>
          <pc:sldMk cId="4166039725" sldId="384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2501429446" sldId="386"/>
        </pc:sldMkLst>
      </pc:sldChg>
      <pc:sldChg chg="modSp mod">
        <pc:chgData name="Sanmukh Kuppannagari" userId="ad215094-da36-4b66-9c79-369a17aea26b" providerId="ADAL" clId="{590864D2-7087-446D-894D-84189D75E730}" dt="2025-10-16T14:00:23.828" v="6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590864D2-7087-446D-894D-84189D75E730}" dt="2025-10-16T14:00:24.442" v="10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590864D2-7087-446D-894D-84189D75E730}" dt="2025-10-16T14:28:58.076" v="398" actId="2057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450824982" sldId="55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59582378" sldId="55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523510305" sldId="55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11441787" sldId="554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145942796" sldId="555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313141524" sldId="5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50697364" sldId="5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72668016" sldId="55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28432522" sldId="5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760791464" sldId="560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662026886" sldId="56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825797367" sldId="56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68516173" sldId="56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39360390" sldId="56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590864D2-7087-446D-894D-84189D75E730}" dt="2025-10-16T14:29:16.424" v="40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590864D2-7087-446D-894D-84189D75E730}" dt="2025-10-16T14:29:16.424" v="40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590864D2-7087-446D-894D-84189D75E730}" dt="2025-10-16T14:00:23.907" v="7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590864D2-7087-446D-894D-84189D75E730}" dt="2025-10-16T14:00:24.011" v="8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590864D2-7087-446D-894D-84189D75E730}" dt="2025-10-16T14:00:24.123" v="9" actId="27636"/>
        <pc:sldMkLst>
          <pc:docMk/>
          <pc:sldMk cId="735200732" sldId="1561"/>
        </pc:sldMkLst>
      </pc:sldChg>
      <pc:sldChg chg="modSp mod">
        <pc:chgData name="Sanmukh Kuppannagari" userId="ad215094-da36-4b66-9c79-369a17aea26b" providerId="ADAL" clId="{590864D2-7087-446D-894D-84189D75E730}" dt="2025-10-16T14:23:20.832" v="273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590864D2-7087-446D-894D-84189D75E730}" dt="2025-10-16T14:23:20.832" v="273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590864D2-7087-446D-894D-84189D75E730}" dt="2025-10-16T14:19:13.233" v="241" actId="47"/>
        <pc:sldMkLst>
          <pc:docMk/>
          <pc:sldMk cId="3292789048" sldId="1569"/>
        </pc:sldMkLst>
      </pc:sldChg>
      <pc:sldChg chg="modSp mod">
        <pc:chgData name="Sanmukh Kuppannagari" userId="ad215094-da36-4b66-9c79-369a17aea26b" providerId="ADAL" clId="{590864D2-7087-446D-894D-84189D75E730}" dt="2025-10-16T14:25:03.555" v="376" actId="207"/>
        <pc:sldMkLst>
          <pc:docMk/>
          <pc:sldMk cId="3123235236" sldId="1570"/>
        </pc:sldMkLst>
      </pc:sldChg>
      <pc:sldChg chg="del ord">
        <pc:chgData name="Sanmukh Kuppannagari" userId="ad215094-da36-4b66-9c79-369a17aea26b" providerId="ADAL" clId="{590864D2-7087-446D-894D-84189D75E730}" dt="2025-10-16T14:23:42.584" v="277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171121697" sldId="1575"/>
        </pc:sldMkLst>
      </pc:sldChg>
      <pc:sldChg chg="modSp add mod">
        <pc:chgData name="Sanmukh Kuppannagari" userId="ad215094-da36-4b66-9c79-369a17aea26b" providerId="ADAL" clId="{590864D2-7087-446D-894D-84189D75E730}" dt="2025-10-16T14:24:13.337" v="372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590864D2-7087-446D-894D-84189D75E730}" dt="2025-10-16T14:24:13.337" v="372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new 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1642825701" sldId="1655"/>
        </pc:sldMkLst>
      </pc:sldChg>
      <pc:sldChg chg="modSp add del mod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210438729" sldId="1655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510532977" sldId="16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02006251" sldId="1656"/>
        </pc:sldMkLst>
      </pc:sldChg>
      <pc:sldChg chg="modSp add mod">
        <pc:chgData name="Sanmukh Kuppannagari" userId="ad215094-da36-4b66-9c79-369a17aea26b" providerId="ADAL" clId="{590864D2-7087-446D-894D-84189D75E730}" dt="2025-10-16T14:26:25.764" v="379" actId="27636"/>
        <pc:sldMkLst>
          <pc:docMk/>
          <pc:sldMk cId="1536265715" sldId="1657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751539136" sldId="16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441245190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261526272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1215587902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443020848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850483545" sldId="1660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526446536" sldId="1660"/>
        </pc:sldMkLst>
      </pc:sldChg>
      <pc:sldChg chg="modSp add del mod">
        <pc:chgData name="Sanmukh Kuppannagari" userId="ad215094-da36-4b66-9c79-369a17aea26b" providerId="ADAL" clId="{590864D2-7087-446D-894D-84189D75E730}" dt="2025-10-16T14:23:35.306" v="276" actId="47"/>
        <pc:sldMkLst>
          <pc:docMk/>
          <pc:sldMk cId="314716155" sldId="1661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8DA49F4-CD4F-46E0-AB35-D6CB797BE416}"/>
    <pc:docChg chg="undo redo custSel addSld delSld modSld sldOrd">
      <pc:chgData name="Sanmukh Kuppannagari" userId="ad215094-da36-4b66-9c79-369a17aea26b" providerId="ADAL" clId="{18DA49F4-CD4F-46E0-AB35-D6CB797BE416}" dt="2025-10-28T14:43:09.236" v="7956" actId="20577"/>
      <pc:docMkLst>
        <pc:docMk/>
      </pc:docMkLst>
      <pc:sldChg chg="modSp mod">
        <pc:chgData name="Sanmukh Kuppannagari" userId="ad215094-da36-4b66-9c79-369a17aea26b" providerId="ADAL" clId="{18DA49F4-CD4F-46E0-AB35-D6CB797BE416}" dt="2025-10-28T13:30:41.396" v="5026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18DA49F4-CD4F-46E0-AB35-D6CB797BE416}" dt="2025-10-28T13:30:41.396" v="5026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166039725" sldId="384"/>
        </pc:sldMkLst>
      </pc:sldChg>
      <pc:sldChg chg="addSp delSp modSp mod">
        <pc:chgData name="Sanmukh Kuppannagari" userId="ad215094-da36-4b66-9c79-369a17aea26b" providerId="ADAL" clId="{18DA49F4-CD4F-46E0-AB35-D6CB797BE416}" dt="2025-10-28T13:33:05.544" v="5151" actId="20577"/>
        <pc:sldMkLst>
          <pc:docMk/>
          <pc:sldMk cId="3918348740" sldId="385"/>
        </pc:sldMkLst>
        <pc:spChg chg="mod">
          <ac:chgData name="Sanmukh Kuppannagari" userId="ad215094-da36-4b66-9c79-369a17aea26b" providerId="ADAL" clId="{18DA49F4-CD4F-46E0-AB35-D6CB797BE416}" dt="2025-10-28T13:33:05.544" v="5151" actId="20577"/>
          <ac:spMkLst>
            <pc:docMk/>
            <pc:sldMk cId="3918348740" sldId="385"/>
            <ac:spMk id="2" creationId="{2F1E9996-9686-0C95-F70B-B26A036A5800}"/>
          </ac:spMkLst>
        </pc:spChg>
        <pc:spChg chg="add mod">
          <ac:chgData name="Sanmukh Kuppannagari" userId="ad215094-da36-4b66-9c79-369a17aea26b" providerId="ADAL" clId="{18DA49F4-CD4F-46E0-AB35-D6CB797BE416}" dt="2025-10-23T01:26:09.963" v="798" actId="20577"/>
          <ac:spMkLst>
            <pc:docMk/>
            <pc:sldMk cId="3918348740" sldId="385"/>
            <ac:spMk id="3" creationId="{C06589BD-9612-9D40-00F8-8AEF9ECAB34A}"/>
          </ac:spMkLst>
        </pc:spChg>
        <pc:spChg chg="mod">
          <ac:chgData name="Sanmukh Kuppannagari" userId="ad215094-da36-4b66-9c79-369a17aea26b" providerId="ADAL" clId="{18DA49F4-CD4F-46E0-AB35-D6CB797BE416}" dt="2025-10-23T01:22:40.274" v="765" actId="207"/>
          <ac:spMkLst>
            <pc:docMk/>
            <pc:sldMk cId="3918348740" sldId="385"/>
            <ac:spMk id="4" creationId="{B03D9047-E8CA-3BFA-EDE6-336C0B12A2C4}"/>
          </ac:spMkLst>
        </pc:spChg>
        <pc:spChg chg="mod">
          <ac:chgData name="Sanmukh Kuppannagari" userId="ad215094-da36-4b66-9c79-369a17aea26b" providerId="ADAL" clId="{18DA49F4-CD4F-46E0-AB35-D6CB797BE416}" dt="2025-10-23T01:22:43.989" v="766" actId="207"/>
          <ac:spMkLst>
            <pc:docMk/>
            <pc:sldMk cId="3918348740" sldId="385"/>
            <ac:spMk id="5" creationId="{279EAFB2-2293-0137-033C-2FAA9A864AF3}"/>
          </ac:spMkLst>
        </pc:spChg>
        <pc:spChg chg="mod">
          <ac:chgData name="Sanmukh Kuppannagari" userId="ad215094-da36-4b66-9c79-369a17aea26b" providerId="ADAL" clId="{18DA49F4-CD4F-46E0-AB35-D6CB797BE416}" dt="2025-10-23T01:20:46.837" v="744" actId="20577"/>
          <ac:spMkLst>
            <pc:docMk/>
            <pc:sldMk cId="3918348740" sldId="385"/>
            <ac:spMk id="11" creationId="{637B60C6-0A40-60CA-9E96-C9AD6A2B36FE}"/>
          </ac:spMkLst>
        </pc:spChg>
        <pc:spChg chg="mod">
          <ac:chgData name="Sanmukh Kuppannagari" userId="ad215094-da36-4b66-9c79-369a17aea26b" providerId="ADAL" clId="{18DA49F4-CD4F-46E0-AB35-D6CB797BE416}" dt="2025-10-23T01:20:49.652" v="745" actId="20577"/>
          <ac:spMkLst>
            <pc:docMk/>
            <pc:sldMk cId="3918348740" sldId="385"/>
            <ac:spMk id="19" creationId="{3F2A5FC5-DDAD-8C07-5CB4-DA41FC5F93CA}"/>
          </ac:spMkLst>
        </pc:spChg>
        <pc:spChg chg="mod">
          <ac:chgData name="Sanmukh Kuppannagari" userId="ad215094-da36-4b66-9c79-369a17aea26b" providerId="ADAL" clId="{18DA49F4-CD4F-46E0-AB35-D6CB797BE416}" dt="2025-10-23T01:22:48.803" v="767" actId="207"/>
          <ac:spMkLst>
            <pc:docMk/>
            <pc:sldMk cId="3918348740" sldId="385"/>
            <ac:spMk id="25" creationId="{F555A643-5D7A-8841-2A03-B48E113FD28A}"/>
          </ac:spMkLst>
        </pc:spChg>
        <pc:spChg chg="add mod">
          <ac:chgData name="Sanmukh Kuppannagari" userId="ad215094-da36-4b66-9c79-369a17aea26b" providerId="ADAL" clId="{18DA49F4-CD4F-46E0-AB35-D6CB797BE416}" dt="2025-10-23T01:26:22.038" v="801" actId="20577"/>
          <ac:spMkLst>
            <pc:docMk/>
            <pc:sldMk cId="3918348740" sldId="385"/>
            <ac:spMk id="26" creationId="{FFEC5354-D7F1-FB6D-81B6-50459992C313}"/>
          </ac:spMkLst>
        </pc:spChg>
        <pc:spChg chg="mod">
          <ac:chgData name="Sanmukh Kuppannagari" userId="ad215094-da36-4b66-9c79-369a17aea26b" providerId="ADAL" clId="{18DA49F4-CD4F-46E0-AB35-D6CB797BE416}" dt="2025-10-23T01:22:32.796" v="764" actId="1076"/>
          <ac:spMkLst>
            <pc:docMk/>
            <pc:sldMk cId="3918348740" sldId="385"/>
            <ac:spMk id="27" creationId="{F09CEB31-D3CF-8956-CC73-5EBEDBB07B8E}"/>
          </ac:spMkLst>
        </pc:spChg>
        <pc:spChg chg="add mod">
          <ac:chgData name="Sanmukh Kuppannagari" userId="ad215094-da36-4b66-9c79-369a17aea26b" providerId="ADAL" clId="{18DA49F4-CD4F-46E0-AB35-D6CB797BE416}" dt="2025-10-23T01:26:32.683" v="804" actId="20577"/>
          <ac:spMkLst>
            <pc:docMk/>
            <pc:sldMk cId="3918348740" sldId="385"/>
            <ac:spMk id="36" creationId="{119F867F-6AF7-A4D2-F87A-343A0A5B3EDB}"/>
          </ac:spMkLst>
        </pc:spChg>
        <pc:spChg chg="mod">
          <ac:chgData name="Sanmukh Kuppannagari" userId="ad215094-da36-4b66-9c79-369a17aea26b" providerId="ADAL" clId="{18DA49F4-CD4F-46E0-AB35-D6CB797BE416}" dt="2025-10-23T01:22:32.467" v="762" actId="14100"/>
          <ac:spMkLst>
            <pc:docMk/>
            <pc:sldMk cId="3918348740" sldId="385"/>
            <ac:spMk id="40" creationId="{71341A86-BF14-30A4-4854-6410AB3BD3CA}"/>
          </ac:spMkLst>
        </pc:spChg>
        <pc:spChg chg="mod">
          <ac:chgData name="Sanmukh Kuppannagari" userId="ad215094-da36-4b66-9c79-369a17aea26b" providerId="ADAL" clId="{18DA49F4-CD4F-46E0-AB35-D6CB797BE416}" dt="2025-10-23T01:22:32.616" v="763" actId="1076"/>
          <ac:spMkLst>
            <pc:docMk/>
            <pc:sldMk cId="3918348740" sldId="385"/>
            <ac:spMk id="50" creationId="{A7B1C61B-0364-1DEE-BA2E-613BEF456114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306970955" sldId="41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5276164" sldId="418"/>
        </pc:sldMkLst>
      </pc:sldChg>
      <pc:sldChg chg="modSp add">
        <pc:chgData name="Sanmukh Kuppannagari" userId="ad215094-da36-4b66-9c79-369a17aea26b" providerId="ADAL" clId="{18DA49F4-CD4F-46E0-AB35-D6CB797BE416}" dt="2025-10-28T14:25:26.882" v="7526" actId="20577"/>
        <pc:sldMkLst>
          <pc:docMk/>
          <pc:sldMk cId="724930187" sldId="421"/>
        </pc:sldMkLst>
        <pc:spChg chg="mod">
          <ac:chgData name="Sanmukh Kuppannagari" userId="ad215094-da36-4b66-9c79-369a17aea26b" providerId="ADAL" clId="{18DA49F4-CD4F-46E0-AB35-D6CB797BE416}" dt="2025-10-28T14:25:22.887" v="7525" actId="20577"/>
          <ac:spMkLst>
            <pc:docMk/>
            <pc:sldMk cId="724930187" sldId="421"/>
            <ac:spMk id="71" creationId="{23074A01-8587-B15C-6733-DA7ABE067736}"/>
          </ac:spMkLst>
        </pc:spChg>
        <pc:spChg chg="mod">
          <ac:chgData name="Sanmukh Kuppannagari" userId="ad215094-da36-4b66-9c79-369a17aea26b" providerId="ADAL" clId="{18DA49F4-CD4F-46E0-AB35-D6CB797BE416}" dt="2025-10-28T14:25:26.882" v="7526" actId="20577"/>
          <ac:spMkLst>
            <pc:docMk/>
            <pc:sldMk cId="724930187" sldId="421"/>
            <ac:spMk id="75" creationId="{52B2CFAF-C9C1-872D-2C17-41A4A7031480}"/>
          </ac:spMkLst>
        </pc:spChg>
      </pc:sldChg>
      <pc:sldChg chg="modSp add">
        <pc:chgData name="Sanmukh Kuppannagari" userId="ad215094-da36-4b66-9c79-369a17aea26b" providerId="ADAL" clId="{18DA49F4-CD4F-46E0-AB35-D6CB797BE416}" dt="2025-10-28T14:31:29.673" v="7561" actId="20577"/>
        <pc:sldMkLst>
          <pc:docMk/>
          <pc:sldMk cId="159658705" sldId="423"/>
        </pc:sldMkLst>
        <pc:spChg chg="mod">
          <ac:chgData name="Sanmukh Kuppannagari" userId="ad215094-da36-4b66-9c79-369a17aea26b" providerId="ADAL" clId="{18DA49F4-CD4F-46E0-AB35-D6CB797BE416}" dt="2025-10-28T14:31:25.534" v="7560" actId="20577"/>
          <ac:spMkLst>
            <pc:docMk/>
            <pc:sldMk cId="159658705" sldId="423"/>
            <ac:spMk id="3" creationId="{F2708FE9-8455-4B8E-0385-5C8FF0B1D1DA}"/>
          </ac:spMkLst>
        </pc:spChg>
        <pc:spChg chg="mod">
          <ac:chgData name="Sanmukh Kuppannagari" userId="ad215094-da36-4b66-9c79-369a17aea26b" providerId="ADAL" clId="{18DA49F4-CD4F-46E0-AB35-D6CB797BE416}" dt="2025-10-28T14:31:29.673" v="7561" actId="20577"/>
          <ac:spMkLst>
            <pc:docMk/>
            <pc:sldMk cId="159658705" sldId="423"/>
            <ac:spMk id="24" creationId="{F4BE77D6-6FBF-A64A-0F41-EEAF13751D10}"/>
          </ac:spMkLst>
        </pc:spChg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3311539244" sldId="431"/>
        </pc:sldMkLst>
      </pc:sldChg>
      <pc:sldChg chg="modSp add">
        <pc:chgData name="Sanmukh Kuppannagari" userId="ad215094-da36-4b66-9c79-369a17aea26b" providerId="ADAL" clId="{18DA49F4-CD4F-46E0-AB35-D6CB797BE416}" dt="2025-10-28T14:32:01.489" v="7563" actId="20577"/>
        <pc:sldMkLst>
          <pc:docMk/>
          <pc:sldMk cId="3078570096" sldId="432"/>
        </pc:sldMkLst>
        <pc:spChg chg="mod">
          <ac:chgData name="Sanmukh Kuppannagari" userId="ad215094-da36-4b66-9c79-369a17aea26b" providerId="ADAL" clId="{18DA49F4-CD4F-46E0-AB35-D6CB797BE416}" dt="2025-10-28T14:31:56.059" v="7562" actId="20577"/>
          <ac:spMkLst>
            <pc:docMk/>
            <pc:sldMk cId="3078570096" sldId="432"/>
            <ac:spMk id="72" creationId="{0A777D0F-941E-D3C2-13A0-6FB4D6231FA0}"/>
          </ac:spMkLst>
        </pc:spChg>
        <pc:spChg chg="mod">
          <ac:chgData name="Sanmukh Kuppannagari" userId="ad215094-da36-4b66-9c79-369a17aea26b" providerId="ADAL" clId="{18DA49F4-CD4F-46E0-AB35-D6CB797BE416}" dt="2025-10-28T14:32:01.489" v="7563" actId="20577"/>
          <ac:spMkLst>
            <pc:docMk/>
            <pc:sldMk cId="3078570096" sldId="432"/>
            <ac:spMk id="76" creationId="{A607E4CF-B1CF-0C75-A0FE-4D68930139B6}"/>
          </ac:spMkLst>
        </pc:spChg>
      </pc:sldChg>
      <pc:sldChg chg="modSp add">
        <pc:chgData name="Sanmukh Kuppannagari" userId="ad215094-da36-4b66-9c79-369a17aea26b" providerId="ADAL" clId="{18DA49F4-CD4F-46E0-AB35-D6CB797BE416}" dt="2025-10-28T14:32:14.359" v="7565" actId="20577"/>
        <pc:sldMkLst>
          <pc:docMk/>
          <pc:sldMk cId="3576002580" sldId="433"/>
        </pc:sldMkLst>
        <pc:spChg chg="mod">
          <ac:chgData name="Sanmukh Kuppannagari" userId="ad215094-da36-4b66-9c79-369a17aea26b" providerId="ADAL" clId="{18DA49F4-CD4F-46E0-AB35-D6CB797BE416}" dt="2025-10-28T14:32:10.668" v="7564" actId="20577"/>
          <ac:spMkLst>
            <pc:docMk/>
            <pc:sldMk cId="3576002580" sldId="433"/>
            <ac:spMk id="72" creationId="{0A777D0F-941E-D3C2-13A0-6FB4D6231FA0}"/>
          </ac:spMkLst>
        </pc:spChg>
        <pc:spChg chg="mod">
          <ac:chgData name="Sanmukh Kuppannagari" userId="ad215094-da36-4b66-9c79-369a17aea26b" providerId="ADAL" clId="{18DA49F4-CD4F-46E0-AB35-D6CB797BE416}" dt="2025-10-28T14:32:14.359" v="7565" actId="20577"/>
          <ac:spMkLst>
            <pc:docMk/>
            <pc:sldMk cId="3576002580" sldId="433"/>
            <ac:spMk id="76" creationId="{A607E4CF-B1CF-0C75-A0FE-4D68930139B6}"/>
          </ac:spMkLst>
        </pc:spChg>
      </pc:sldChg>
      <pc:sldChg chg="modSp add">
        <pc:chgData name="Sanmukh Kuppannagari" userId="ad215094-da36-4b66-9c79-369a17aea26b" providerId="ADAL" clId="{18DA49F4-CD4F-46E0-AB35-D6CB797BE416}" dt="2025-10-28T14:32:26.520" v="7567" actId="20577"/>
        <pc:sldMkLst>
          <pc:docMk/>
          <pc:sldMk cId="1763207235" sldId="434"/>
        </pc:sldMkLst>
        <pc:spChg chg="mod">
          <ac:chgData name="Sanmukh Kuppannagari" userId="ad215094-da36-4b66-9c79-369a17aea26b" providerId="ADAL" clId="{18DA49F4-CD4F-46E0-AB35-D6CB797BE416}" dt="2025-10-28T14:32:22.608" v="7566" actId="20577"/>
          <ac:spMkLst>
            <pc:docMk/>
            <pc:sldMk cId="1763207235" sldId="434"/>
            <ac:spMk id="72" creationId="{0A777D0F-941E-D3C2-13A0-6FB4D6231FA0}"/>
          </ac:spMkLst>
        </pc:spChg>
        <pc:spChg chg="mod">
          <ac:chgData name="Sanmukh Kuppannagari" userId="ad215094-da36-4b66-9c79-369a17aea26b" providerId="ADAL" clId="{18DA49F4-CD4F-46E0-AB35-D6CB797BE416}" dt="2025-10-28T14:32:26.520" v="7567" actId="20577"/>
          <ac:spMkLst>
            <pc:docMk/>
            <pc:sldMk cId="1763207235" sldId="434"/>
            <ac:spMk id="76" creationId="{A607E4CF-B1CF-0C75-A0FE-4D68930139B6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33:33.178" v="7722" actId="20577"/>
        <pc:sldMkLst>
          <pc:docMk/>
          <pc:sldMk cId="1990935921" sldId="435"/>
        </pc:sldMkLst>
        <pc:spChg chg="mod">
          <ac:chgData name="Sanmukh Kuppannagari" userId="ad215094-da36-4b66-9c79-369a17aea26b" providerId="ADAL" clId="{18DA49F4-CD4F-46E0-AB35-D6CB797BE416}" dt="2025-10-28T14:33:11.770" v="7720" actId="20577"/>
          <ac:spMkLst>
            <pc:docMk/>
            <pc:sldMk cId="1990935921" sldId="435"/>
            <ac:spMk id="3" creationId="{64170128-C57D-5192-CAB8-6E70832F76E5}"/>
          </ac:spMkLst>
        </pc:spChg>
        <pc:spChg chg="mod">
          <ac:chgData name="Sanmukh Kuppannagari" userId="ad215094-da36-4b66-9c79-369a17aea26b" providerId="ADAL" clId="{18DA49F4-CD4F-46E0-AB35-D6CB797BE416}" dt="2025-10-28T14:33:29.322" v="7721" actId="20577"/>
          <ac:spMkLst>
            <pc:docMk/>
            <pc:sldMk cId="1990935921" sldId="435"/>
            <ac:spMk id="72" creationId="{0A777D0F-941E-D3C2-13A0-6FB4D6231FA0}"/>
          </ac:spMkLst>
        </pc:spChg>
        <pc:spChg chg="mod">
          <ac:chgData name="Sanmukh Kuppannagari" userId="ad215094-da36-4b66-9c79-369a17aea26b" providerId="ADAL" clId="{18DA49F4-CD4F-46E0-AB35-D6CB797BE416}" dt="2025-10-28T14:33:33.178" v="7722" actId="20577"/>
          <ac:spMkLst>
            <pc:docMk/>
            <pc:sldMk cId="1990935921" sldId="435"/>
            <ac:spMk id="76" creationId="{A607E4CF-B1CF-0C75-A0FE-4D68930139B6}"/>
          </ac:spMkLst>
        </pc:spChg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2940354538" sldId="436"/>
        </pc:sldMkLst>
      </pc:sldChg>
      <pc:sldChg chg="modSp 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3976867335" sldId="437"/>
        </pc:sldMkLst>
        <pc:spChg chg="mod">
          <ac:chgData name="Sanmukh Kuppannagari" userId="ad215094-da36-4b66-9c79-369a17aea26b" providerId="ADAL" clId="{18DA49F4-CD4F-46E0-AB35-D6CB797BE416}" dt="2025-10-28T14:33:45.008" v="7723" actId="20577"/>
          <ac:spMkLst>
            <pc:docMk/>
            <pc:sldMk cId="3976867335" sldId="437"/>
            <ac:spMk id="3" creationId="{AEF6BEEE-57F8-F679-28D5-B4F0069E44A1}"/>
          </ac:spMkLst>
        </pc:spChg>
      </pc:sldChg>
      <pc:sldChg chg="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1011520680" sldId="438"/>
        </pc:sldMkLst>
      </pc:sldChg>
      <pc:sldChg chg="modSp add">
        <pc:chgData name="Sanmukh Kuppannagari" userId="ad215094-da36-4b66-9c79-369a17aea26b" providerId="ADAL" clId="{18DA49F4-CD4F-46E0-AB35-D6CB797BE416}" dt="2025-10-28T14:36:32.890" v="7754" actId="20577"/>
        <pc:sldMkLst>
          <pc:docMk/>
          <pc:sldMk cId="1893186507" sldId="439"/>
        </pc:sldMkLst>
        <pc:spChg chg="mod">
          <ac:chgData name="Sanmukh Kuppannagari" userId="ad215094-da36-4b66-9c79-369a17aea26b" providerId="ADAL" clId="{18DA49F4-CD4F-46E0-AB35-D6CB797BE416}" dt="2025-10-28T14:36:32.890" v="7754" actId="20577"/>
          <ac:spMkLst>
            <pc:docMk/>
            <pc:sldMk cId="1893186507" sldId="439"/>
            <ac:spMk id="3" creationId="{D27C9963-34E8-B780-5A34-A0CC223D7CE1}"/>
          </ac:spMkLst>
        </pc:spChg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3073254755" sldId="445"/>
        </pc:sldMkLst>
      </pc:sldChg>
      <pc:sldChg chg="modSp add">
        <pc:chgData name="Sanmukh Kuppannagari" userId="ad215094-da36-4b66-9c79-369a17aea26b" providerId="ADAL" clId="{18DA49F4-CD4F-46E0-AB35-D6CB797BE416}" dt="2025-10-28T14:37:28.607" v="7756" actId="20577"/>
        <pc:sldMkLst>
          <pc:docMk/>
          <pc:sldMk cId="3609819789" sldId="446"/>
        </pc:sldMkLst>
        <pc:spChg chg="mod">
          <ac:chgData name="Sanmukh Kuppannagari" userId="ad215094-da36-4b66-9c79-369a17aea26b" providerId="ADAL" clId="{18DA49F4-CD4F-46E0-AB35-D6CB797BE416}" dt="2025-10-28T14:37:28.607" v="7756" actId="20577"/>
          <ac:spMkLst>
            <pc:docMk/>
            <pc:sldMk cId="3609819789" sldId="446"/>
            <ac:spMk id="3" creationId="{D27C9963-34E8-B780-5A34-A0CC223D7CE1}"/>
          </ac:spMkLst>
        </pc:spChg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1271664296" sldId="447"/>
        </pc:sldMkLst>
      </pc:sldChg>
      <pc:sldChg chg="modSp add">
        <pc:chgData name="Sanmukh Kuppannagari" userId="ad215094-da36-4b66-9c79-369a17aea26b" providerId="ADAL" clId="{18DA49F4-CD4F-46E0-AB35-D6CB797BE416}" dt="2025-10-28T14:38:01.160" v="7763" actId="20577"/>
        <pc:sldMkLst>
          <pc:docMk/>
          <pc:sldMk cId="2100843867" sldId="448"/>
        </pc:sldMkLst>
        <pc:spChg chg="mod">
          <ac:chgData name="Sanmukh Kuppannagari" userId="ad215094-da36-4b66-9c79-369a17aea26b" providerId="ADAL" clId="{18DA49F4-CD4F-46E0-AB35-D6CB797BE416}" dt="2025-10-28T14:38:01.160" v="7763" actId="20577"/>
          <ac:spMkLst>
            <pc:docMk/>
            <pc:sldMk cId="2100843867" sldId="448"/>
            <ac:spMk id="3" creationId="{C28A2ACD-A458-4072-0F4A-E60B5F159919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38:40.856" v="7807" actId="1076"/>
        <pc:sldMkLst>
          <pc:docMk/>
          <pc:sldMk cId="3655613574" sldId="449"/>
        </pc:sldMkLst>
        <pc:spChg chg="mod">
          <ac:chgData name="Sanmukh Kuppannagari" userId="ad215094-da36-4b66-9c79-369a17aea26b" providerId="ADAL" clId="{18DA49F4-CD4F-46E0-AB35-D6CB797BE416}" dt="2025-10-28T14:38:38.057" v="7806" actId="20577"/>
          <ac:spMkLst>
            <pc:docMk/>
            <pc:sldMk cId="3655613574" sldId="449"/>
            <ac:spMk id="3" creationId="{83B8E297-A99B-7FA8-BB7D-6D25FF2E1EC8}"/>
          </ac:spMkLst>
        </pc:spChg>
        <pc:picChg chg="mod">
          <ac:chgData name="Sanmukh Kuppannagari" userId="ad215094-da36-4b66-9c79-369a17aea26b" providerId="ADAL" clId="{18DA49F4-CD4F-46E0-AB35-D6CB797BE416}" dt="2025-10-28T14:38:40.856" v="7807" actId="1076"/>
          <ac:picMkLst>
            <pc:docMk/>
            <pc:sldMk cId="3655613574" sldId="449"/>
            <ac:picMk id="4" creationId="{3396C7FE-4DDF-CEF2-BC76-24162F48CC4C}"/>
          </ac:picMkLst>
        </pc:picChg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720382076" sldId="450"/>
        </pc:sldMkLst>
      </pc:sldChg>
      <pc:sldChg chg="modSp add mod">
        <pc:chgData name="Sanmukh Kuppannagari" userId="ad215094-da36-4b66-9c79-369a17aea26b" providerId="ADAL" clId="{18DA49F4-CD4F-46E0-AB35-D6CB797BE416}" dt="2025-10-28T14:39:06.155" v="7865" actId="1076"/>
        <pc:sldMkLst>
          <pc:docMk/>
          <pc:sldMk cId="4039188923" sldId="451"/>
        </pc:sldMkLst>
        <pc:spChg chg="mod">
          <ac:chgData name="Sanmukh Kuppannagari" userId="ad215094-da36-4b66-9c79-369a17aea26b" providerId="ADAL" clId="{18DA49F4-CD4F-46E0-AB35-D6CB797BE416}" dt="2025-10-28T14:39:03.861" v="7864" actId="20577"/>
          <ac:spMkLst>
            <pc:docMk/>
            <pc:sldMk cId="4039188923" sldId="451"/>
            <ac:spMk id="3" creationId="{F27DE2C3-32A1-2A30-9A0C-CC1D8BFE9651}"/>
          </ac:spMkLst>
        </pc:spChg>
        <pc:picChg chg="mod">
          <ac:chgData name="Sanmukh Kuppannagari" userId="ad215094-da36-4b66-9c79-369a17aea26b" providerId="ADAL" clId="{18DA49F4-CD4F-46E0-AB35-D6CB797BE416}" dt="2025-10-28T14:39:06.155" v="7865" actId="1076"/>
          <ac:picMkLst>
            <pc:docMk/>
            <pc:sldMk cId="4039188923" sldId="451"/>
            <ac:picMk id="4" creationId="{A7CDF921-0184-EF2A-D0B2-E4FC63664765}"/>
          </ac:picMkLst>
        </pc:picChg>
      </pc:sldChg>
      <pc:sldChg chg="modSp add mod">
        <pc:chgData name="Sanmukh Kuppannagari" userId="ad215094-da36-4b66-9c79-369a17aea26b" providerId="ADAL" clId="{18DA49F4-CD4F-46E0-AB35-D6CB797BE416}" dt="2025-10-28T14:39:30.684" v="7920" actId="6549"/>
        <pc:sldMkLst>
          <pc:docMk/>
          <pc:sldMk cId="645858176" sldId="452"/>
        </pc:sldMkLst>
        <pc:spChg chg="mod">
          <ac:chgData name="Sanmukh Kuppannagari" userId="ad215094-da36-4b66-9c79-369a17aea26b" providerId="ADAL" clId="{18DA49F4-CD4F-46E0-AB35-D6CB797BE416}" dt="2025-10-28T14:39:30.684" v="7920" actId="6549"/>
          <ac:spMkLst>
            <pc:docMk/>
            <pc:sldMk cId="645858176" sldId="452"/>
            <ac:spMk id="3" creationId="{9D926984-97C7-53EC-77E0-CBE1C8EC6DC5}"/>
          </ac:spMkLst>
        </pc:spChg>
        <pc:picChg chg="mod">
          <ac:chgData name="Sanmukh Kuppannagari" userId="ad215094-da36-4b66-9c79-369a17aea26b" providerId="ADAL" clId="{18DA49F4-CD4F-46E0-AB35-D6CB797BE416}" dt="2025-10-28T14:39:28.577" v="7918" actId="1076"/>
          <ac:picMkLst>
            <pc:docMk/>
            <pc:sldMk cId="645858176" sldId="452"/>
            <ac:picMk id="4" creationId="{4CE20995-E6F4-9B74-6539-E8E7300266E3}"/>
          </ac:picMkLst>
        </pc:picChg>
      </pc:sldChg>
      <pc:sldChg chg="modSp add del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454390023" sldId="453"/>
        </pc:sldMkLst>
        <pc:spChg chg="mod">
          <ac:chgData name="Sanmukh Kuppannagari" userId="ad215094-da36-4b66-9c79-369a17aea26b" providerId="ADAL" clId="{18DA49F4-CD4F-46E0-AB35-D6CB797BE416}" dt="2025-10-28T14:39:45.965" v="7922" actId="20577"/>
          <ac:spMkLst>
            <pc:docMk/>
            <pc:sldMk cId="3454390023" sldId="453"/>
            <ac:spMk id="3" creationId="{253D3FED-24F0-B43F-9D2C-C4022A280841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974613922" sldId="454"/>
        </pc:sldMkLst>
        <pc:spChg chg="mod">
          <ac:chgData name="Sanmukh Kuppannagari" userId="ad215094-da36-4b66-9c79-369a17aea26b" providerId="ADAL" clId="{18DA49F4-CD4F-46E0-AB35-D6CB797BE416}" dt="2025-10-28T14:40:09.987" v="7948" actId="20577"/>
          <ac:spMkLst>
            <pc:docMk/>
            <pc:sldMk cId="3974613922" sldId="454"/>
            <ac:spMk id="3" creationId="{21C69682-5B68-D2D3-1B53-93D717251625}"/>
          </ac:spMkLst>
        </pc:spChg>
      </pc:sldChg>
      <pc:sldChg chg="add">
        <pc:chgData name="Sanmukh Kuppannagari" userId="ad215094-da36-4b66-9c79-369a17aea26b" providerId="ADAL" clId="{18DA49F4-CD4F-46E0-AB35-D6CB797BE416}" dt="2025-10-28T14:15:51.313" v="6715"/>
        <pc:sldMkLst>
          <pc:docMk/>
          <pc:sldMk cId="3856037237" sldId="456"/>
        </pc:sldMkLst>
      </pc:sldChg>
      <pc:sldChg chg="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659536501" sldId="477"/>
        </pc:sldMkLst>
      </pc:sldChg>
      <pc:sldChg chg="modSp 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18DA49F4-CD4F-46E0-AB35-D6CB797BE416}" dt="2025-10-23T00:19:53.742" v="23" actId="47"/>
        <pc:sldMkLst>
          <pc:docMk/>
          <pc:sldMk cId="1450824982" sldId="551"/>
        </pc:sldMkLst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759582378" sldId="55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523510305" sldId="55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11441787" sldId="554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145942796" sldId="555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313141524" sldId="556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50697364" sldId="5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72668016" sldId="558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728432522" sldId="5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760791464" sldId="560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662026886" sldId="561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825797367" sldId="56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68516173" sldId="56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39360390" sldId="564"/>
        </pc:sldMkLst>
      </pc:sldChg>
      <pc:sldChg chg="modSp mod">
        <pc:chgData name="Sanmukh Kuppannagari" userId="ad215094-da36-4b66-9c79-369a17aea26b" providerId="ADAL" clId="{18DA49F4-CD4F-46E0-AB35-D6CB797BE416}" dt="2025-10-28T14:17:15.732" v="680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0-28T14:17:15.732" v="680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18DA49F4-CD4F-46E0-AB35-D6CB797BE416}" dt="2025-10-28T14:09:09.435" v="6502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18DA49F4-CD4F-46E0-AB35-D6CB797BE416}" dt="2025-10-28T14:09:09.435" v="6502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add">
        <pc:chgData name="Sanmukh Kuppannagari" userId="ad215094-da36-4b66-9c79-369a17aea26b" providerId="ADAL" clId="{18DA49F4-CD4F-46E0-AB35-D6CB797BE416}" dt="2025-10-28T13:57:36.908" v="6030"/>
        <pc:sldMkLst>
          <pc:docMk/>
          <pc:sldMk cId="1310001645" sldId="1569"/>
        </pc:sldMkLst>
      </pc:sldChg>
      <pc:sldChg chg="modSp del">
        <pc:chgData name="Sanmukh Kuppannagari" userId="ad215094-da36-4b66-9c79-369a17aea26b" providerId="ADAL" clId="{18DA49F4-CD4F-46E0-AB35-D6CB797BE416}" dt="2025-10-28T14:09:14.885" v="6503" actId="47"/>
        <pc:sldMkLst>
          <pc:docMk/>
          <pc:sldMk cId="3123235236" sldId="1570"/>
        </pc:sldMkLst>
        <pc:spChg chg="mod">
          <ac:chgData name="Sanmukh Kuppannagari" userId="ad215094-da36-4b66-9c79-369a17aea26b" providerId="ADAL" clId="{18DA49F4-CD4F-46E0-AB35-D6CB797BE416}" dt="2025-10-28T13:32:46.634" v="5135"/>
          <ac:spMkLst>
            <pc:docMk/>
            <pc:sldMk cId="3123235236" sldId="1570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45698628" sldId="1571"/>
        </pc:sldMkLst>
      </pc:sldChg>
      <pc:sldChg chg="modSp del mod">
        <pc:chgData name="Sanmukh Kuppannagari" userId="ad215094-da36-4b66-9c79-369a17aea26b" providerId="ADAL" clId="{18DA49F4-CD4F-46E0-AB35-D6CB797BE416}" dt="2025-10-23T14:13:07.699" v="4982" actId="47"/>
        <pc:sldMkLst>
          <pc:docMk/>
          <pc:sldMk cId="1878988337" sldId="1572"/>
        </pc:sldMkLst>
      </pc:sldChg>
      <pc:sldChg chg="addSp modSp add mod">
        <pc:chgData name="Sanmukh Kuppannagari" userId="ad215094-da36-4b66-9c79-369a17aea26b" providerId="ADAL" clId="{18DA49F4-CD4F-46E0-AB35-D6CB797BE416}" dt="2025-10-28T14:25:44.787" v="7530" actId="20577"/>
        <pc:sldMkLst>
          <pc:docMk/>
          <pc:sldMk cId="2492548520" sldId="1572"/>
        </pc:sldMkLst>
        <pc:spChg chg="add mod">
          <ac:chgData name="Sanmukh Kuppannagari" userId="ad215094-da36-4b66-9c79-369a17aea26b" providerId="ADAL" clId="{18DA49F4-CD4F-46E0-AB35-D6CB797BE416}" dt="2025-10-28T14:00:26.858" v="6139" actId="1076"/>
          <ac:spMkLst>
            <pc:docMk/>
            <pc:sldMk cId="2492548520" sldId="1572"/>
            <ac:spMk id="3" creationId="{9F8AC874-9F1E-DE3B-566E-80769BA568C1}"/>
          </ac:spMkLst>
        </pc:spChg>
        <pc:spChg chg="mod">
          <ac:chgData name="Sanmukh Kuppannagari" userId="ad215094-da36-4b66-9c79-369a17aea26b" providerId="ADAL" clId="{18DA49F4-CD4F-46E0-AB35-D6CB797BE416}" dt="2025-10-28T14:25:41.300" v="7529" actId="20577"/>
          <ac:spMkLst>
            <pc:docMk/>
            <pc:sldMk cId="2492548520" sldId="1572"/>
            <ac:spMk id="10" creationId="{ED3EB8E4-EC2C-DAC8-300F-6D5F03575FF3}"/>
          </ac:spMkLst>
        </pc:spChg>
        <pc:spChg chg="mod">
          <ac:chgData name="Sanmukh Kuppannagari" userId="ad215094-da36-4b66-9c79-369a17aea26b" providerId="ADAL" clId="{18DA49F4-CD4F-46E0-AB35-D6CB797BE416}" dt="2025-10-28T14:25:44.787" v="7530" actId="20577"/>
          <ac:spMkLst>
            <pc:docMk/>
            <pc:sldMk cId="2492548520" sldId="1572"/>
            <ac:spMk id="17" creationId="{2248CE23-0193-CB18-2A6D-5E5235F42030}"/>
          </ac:spMkLst>
        </pc:spChg>
        <pc:spChg chg="mod">
          <ac:chgData name="Sanmukh Kuppannagari" userId="ad215094-da36-4b66-9c79-369a17aea26b" providerId="ADAL" clId="{18DA49F4-CD4F-46E0-AB35-D6CB797BE416}" dt="2025-10-28T14:25:34.004" v="7527" actId="20577"/>
          <ac:spMkLst>
            <pc:docMk/>
            <pc:sldMk cId="2492548520" sldId="1572"/>
            <ac:spMk id="95" creationId="{DFBD2A4E-30C2-102A-E199-6F998D1768C0}"/>
          </ac:spMkLst>
        </pc:spChg>
        <pc:spChg chg="mod">
          <ac:chgData name="Sanmukh Kuppannagari" userId="ad215094-da36-4b66-9c79-369a17aea26b" providerId="ADAL" clId="{18DA49F4-CD4F-46E0-AB35-D6CB797BE416}" dt="2025-10-28T14:25:38.205" v="7528" actId="20577"/>
          <ac:spMkLst>
            <pc:docMk/>
            <pc:sldMk cId="2492548520" sldId="1572"/>
            <ac:spMk id="99" creationId="{2054939A-7223-EEC0-A789-72ADB27A2E27}"/>
          </ac:spMkLst>
        </pc:sp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23768210" sldId="1573"/>
        </pc:sldMkLst>
      </pc:sldChg>
      <pc:sldChg chg="modSp add">
        <pc:chgData name="Sanmukh Kuppannagari" userId="ad215094-da36-4b66-9c79-369a17aea26b" providerId="ADAL" clId="{18DA49F4-CD4F-46E0-AB35-D6CB797BE416}" dt="2025-10-28T14:26:44.798" v="7538" actId="20577"/>
        <pc:sldMkLst>
          <pc:docMk/>
          <pc:sldMk cId="3044227913" sldId="1573"/>
        </pc:sldMkLst>
        <pc:spChg chg="mod">
          <ac:chgData name="Sanmukh Kuppannagari" userId="ad215094-da36-4b66-9c79-369a17aea26b" providerId="ADAL" clId="{18DA49F4-CD4F-46E0-AB35-D6CB797BE416}" dt="2025-10-28T14:26:41.910" v="7537" actId="20577"/>
          <ac:spMkLst>
            <pc:docMk/>
            <pc:sldMk cId="3044227913" sldId="1573"/>
            <ac:spMk id="10" creationId="{28D5BEAC-0504-1C62-A55A-650F4BB09CFA}"/>
          </ac:spMkLst>
        </pc:spChg>
        <pc:spChg chg="mod">
          <ac:chgData name="Sanmukh Kuppannagari" userId="ad215094-da36-4b66-9c79-369a17aea26b" providerId="ADAL" clId="{18DA49F4-CD4F-46E0-AB35-D6CB797BE416}" dt="2025-10-28T14:26:44.798" v="7538" actId="20577"/>
          <ac:spMkLst>
            <pc:docMk/>
            <pc:sldMk cId="3044227913" sldId="1573"/>
            <ac:spMk id="17" creationId="{976BE7DB-D43A-0A8F-AF27-69544695C0DC}"/>
          </ac:spMkLst>
        </pc:spChg>
        <pc:spChg chg="mod">
          <ac:chgData name="Sanmukh Kuppannagari" userId="ad215094-da36-4b66-9c79-369a17aea26b" providerId="ADAL" clId="{18DA49F4-CD4F-46E0-AB35-D6CB797BE416}" dt="2025-10-28T14:26:34.526" v="7535" actId="20577"/>
          <ac:spMkLst>
            <pc:docMk/>
            <pc:sldMk cId="3044227913" sldId="1573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6:38.633" v="7536" actId="20577"/>
          <ac:spMkLst>
            <pc:docMk/>
            <pc:sldMk cId="3044227913" sldId="1573"/>
            <ac:spMk id="97" creationId="{BB24AD36-0B32-A972-E71B-6B52B5B98A80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02.330" v="7542" actId="20577"/>
        <pc:sldMkLst>
          <pc:docMk/>
          <pc:sldMk cId="912820729" sldId="1574"/>
        </pc:sldMkLst>
        <pc:spChg chg="mod">
          <ac:chgData name="Sanmukh Kuppannagari" userId="ad215094-da36-4b66-9c79-369a17aea26b" providerId="ADAL" clId="{18DA49F4-CD4F-46E0-AB35-D6CB797BE416}" dt="2025-10-28T14:26:58.960" v="7541" actId="20577"/>
          <ac:spMkLst>
            <pc:docMk/>
            <pc:sldMk cId="912820729" sldId="1574"/>
            <ac:spMk id="10" creationId="{28D5BEAC-0504-1C62-A55A-650F4BB09CFA}"/>
          </ac:spMkLst>
        </pc:spChg>
        <pc:spChg chg="mod">
          <ac:chgData name="Sanmukh Kuppannagari" userId="ad215094-da36-4b66-9c79-369a17aea26b" providerId="ADAL" clId="{18DA49F4-CD4F-46E0-AB35-D6CB797BE416}" dt="2025-10-28T14:27:02.330" v="7542" actId="20577"/>
          <ac:spMkLst>
            <pc:docMk/>
            <pc:sldMk cId="912820729" sldId="1574"/>
            <ac:spMk id="17" creationId="{976BE7DB-D43A-0A8F-AF27-69544695C0DC}"/>
          </ac:spMkLst>
        </pc:spChg>
        <pc:spChg chg="mod">
          <ac:chgData name="Sanmukh Kuppannagari" userId="ad215094-da36-4b66-9c79-369a17aea26b" providerId="ADAL" clId="{18DA49F4-CD4F-46E0-AB35-D6CB797BE416}" dt="2025-10-28T14:26:52.190" v="7539" actId="20577"/>
          <ac:spMkLst>
            <pc:docMk/>
            <pc:sldMk cId="912820729" sldId="1574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6:56.421" v="7540" actId="20577"/>
          <ac:spMkLst>
            <pc:docMk/>
            <pc:sldMk cId="912820729" sldId="1574"/>
            <ac:spMk id="97" creationId="{BB24AD36-0B32-A972-E71B-6B52B5B98A80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16.430" v="7545" actId="20577"/>
        <pc:sldMkLst>
          <pc:docMk/>
          <pc:sldMk cId="2887999413" sldId="1575"/>
        </pc:sldMkLst>
        <pc:spChg chg="mod">
          <ac:chgData name="Sanmukh Kuppannagari" userId="ad215094-da36-4b66-9c79-369a17aea26b" providerId="ADAL" clId="{18DA49F4-CD4F-46E0-AB35-D6CB797BE416}" dt="2025-10-28T14:27:16.430" v="7545" actId="20577"/>
          <ac:spMkLst>
            <pc:docMk/>
            <pc:sldMk cId="2887999413" sldId="1575"/>
            <ac:spMk id="10" creationId="{28D5BEAC-0504-1C62-A55A-650F4BB09CFA}"/>
          </ac:spMkLst>
        </pc:spChg>
        <pc:spChg chg="mod">
          <ac:chgData name="Sanmukh Kuppannagari" userId="ad215094-da36-4b66-9c79-369a17aea26b" providerId="ADAL" clId="{18DA49F4-CD4F-46E0-AB35-D6CB797BE416}" dt="2025-10-28T14:27:09.490" v="7543" actId="20577"/>
          <ac:spMkLst>
            <pc:docMk/>
            <pc:sldMk cId="2887999413" sldId="1575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13.304" v="7544" actId="20577"/>
          <ac:spMkLst>
            <pc:docMk/>
            <pc:sldMk cId="2887999413" sldId="1575"/>
            <ac:spMk id="97" creationId="{BB24AD36-0B32-A972-E71B-6B52B5B98A80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37.900" v="7549" actId="20577"/>
        <pc:sldMkLst>
          <pc:docMk/>
          <pc:sldMk cId="4161213131" sldId="1576"/>
        </pc:sldMkLst>
        <pc:spChg chg="mod">
          <ac:chgData name="Sanmukh Kuppannagari" userId="ad215094-da36-4b66-9c79-369a17aea26b" providerId="ADAL" clId="{18DA49F4-CD4F-46E0-AB35-D6CB797BE416}" dt="2025-10-28T14:27:25.530" v="7546" actId="20577"/>
          <ac:spMkLst>
            <pc:docMk/>
            <pc:sldMk cId="4161213131" sldId="1576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29.750" v="7547" actId="20577"/>
          <ac:spMkLst>
            <pc:docMk/>
            <pc:sldMk cId="4161213131" sldId="1576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24.694" v="6219" actId="20577"/>
          <ac:spMkLst>
            <pc:docMk/>
            <pc:sldMk cId="4161213131" sldId="1576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37.900" v="7549" actId="20577"/>
          <ac:spMkLst>
            <pc:docMk/>
            <pc:sldMk cId="4161213131" sldId="1576"/>
            <ac:spMk id="168" creationId="{3F1D6FEF-7783-67E8-7907-E8ACE4201DD7}"/>
          </ac:spMkLst>
        </pc:spChg>
        <pc:spChg chg="mod">
          <ac:chgData name="Sanmukh Kuppannagari" userId="ad215094-da36-4b66-9c79-369a17aea26b" providerId="ADAL" clId="{18DA49F4-CD4F-46E0-AB35-D6CB797BE416}" dt="2025-10-28T14:27:34.253" v="7548" actId="20577"/>
          <ac:spMkLst>
            <pc:docMk/>
            <pc:sldMk cId="4161213131" sldId="1576"/>
            <ac:spMk id="172" creationId="{674EAC24-AF46-394A-C19B-1BE0038F7A18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55.559" v="7553" actId="20577"/>
        <pc:sldMkLst>
          <pc:docMk/>
          <pc:sldMk cId="212075645" sldId="1577"/>
        </pc:sldMkLst>
        <pc:spChg chg="mod">
          <ac:chgData name="Sanmukh Kuppannagari" userId="ad215094-da36-4b66-9c79-369a17aea26b" providerId="ADAL" clId="{18DA49F4-CD4F-46E0-AB35-D6CB797BE416}" dt="2025-10-28T14:27:44.642" v="7550" actId="20577"/>
          <ac:spMkLst>
            <pc:docMk/>
            <pc:sldMk cId="212075645" sldId="1577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48.400" v="7551" actId="20577"/>
          <ac:spMkLst>
            <pc:docMk/>
            <pc:sldMk cId="212075645" sldId="1577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43.357" v="6220" actId="20577"/>
          <ac:spMkLst>
            <pc:docMk/>
            <pc:sldMk cId="212075645" sldId="1577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55.559" v="7553" actId="20577"/>
          <ac:spMkLst>
            <pc:docMk/>
            <pc:sldMk cId="212075645" sldId="1577"/>
            <ac:spMk id="219" creationId="{03228814-766F-33D3-BB48-C6E8C376C50E}"/>
          </ac:spMkLst>
        </pc:spChg>
        <pc:spChg chg="mod">
          <ac:chgData name="Sanmukh Kuppannagari" userId="ad215094-da36-4b66-9c79-369a17aea26b" providerId="ADAL" clId="{18DA49F4-CD4F-46E0-AB35-D6CB797BE416}" dt="2025-10-28T14:27:51.878" v="7552" actId="20577"/>
          <ac:spMkLst>
            <pc:docMk/>
            <pc:sldMk cId="212075645" sldId="1577"/>
            <ac:spMk id="223" creationId="{81386BE7-6462-0F99-9E84-B6AA2131A273}"/>
          </ac:spMkLst>
        </pc:spChg>
      </pc:sldChg>
      <pc:sldChg chg="modSp add">
        <pc:chgData name="Sanmukh Kuppannagari" userId="ad215094-da36-4b66-9c79-369a17aea26b" providerId="ADAL" clId="{18DA49F4-CD4F-46E0-AB35-D6CB797BE416}" dt="2025-10-28T14:28:13.119" v="7556" actId="20577"/>
        <pc:sldMkLst>
          <pc:docMk/>
          <pc:sldMk cId="897900727" sldId="1578"/>
        </pc:sldMkLst>
        <pc:spChg chg="mod">
          <ac:chgData name="Sanmukh Kuppannagari" userId="ad215094-da36-4b66-9c79-369a17aea26b" providerId="ADAL" clId="{18DA49F4-CD4F-46E0-AB35-D6CB797BE416}" dt="2025-10-28T14:28:02.795" v="7554" actId="20577"/>
          <ac:spMkLst>
            <pc:docMk/>
            <pc:sldMk cId="897900727" sldId="1578"/>
            <ac:spMk id="146" creationId="{5F8D9DB7-A791-D8C6-5C4B-BEC523044273}"/>
          </ac:spMkLst>
        </pc:spChg>
        <pc:spChg chg="mod">
          <ac:chgData name="Sanmukh Kuppannagari" userId="ad215094-da36-4b66-9c79-369a17aea26b" providerId="ADAL" clId="{18DA49F4-CD4F-46E0-AB35-D6CB797BE416}" dt="2025-10-28T14:28:06.730" v="7555" actId="20577"/>
          <ac:spMkLst>
            <pc:docMk/>
            <pc:sldMk cId="897900727" sldId="1578"/>
            <ac:spMk id="150" creationId="{F1DA8FAC-306E-19A9-4A1B-AAB3BBB47A0E}"/>
          </ac:spMkLst>
        </pc:spChg>
        <pc:spChg chg="mod">
          <ac:chgData name="Sanmukh Kuppannagari" userId="ad215094-da36-4b66-9c79-369a17aea26b" providerId="ADAL" clId="{18DA49F4-CD4F-46E0-AB35-D6CB797BE416}" dt="2025-10-28T14:28:13.119" v="7556" actId="20577"/>
          <ac:spMkLst>
            <pc:docMk/>
            <pc:sldMk cId="897900727" sldId="1578"/>
            <ac:spMk id="152" creationId="{513CC2A8-5851-C4FC-759A-5355215C5FE3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28:33.180" v="7558" actId="20577"/>
        <pc:sldMkLst>
          <pc:docMk/>
          <pc:sldMk cId="3366667923" sldId="1579"/>
        </pc:sldMkLst>
        <pc:spChg chg="mod">
          <ac:chgData name="Sanmukh Kuppannagari" userId="ad215094-da36-4b66-9c79-369a17aea26b" providerId="ADAL" clId="{18DA49F4-CD4F-46E0-AB35-D6CB797BE416}" dt="2025-10-28T14:05:10.185" v="6239" actId="20577"/>
          <ac:spMkLst>
            <pc:docMk/>
            <pc:sldMk cId="3366667923" sldId="1579"/>
            <ac:spMk id="2" creationId="{46C5E1AA-1BC8-2124-6D02-A9FDA421653E}"/>
          </ac:spMkLst>
        </pc:spChg>
        <pc:spChg chg="mod">
          <ac:chgData name="Sanmukh Kuppannagari" userId="ad215094-da36-4b66-9c79-369a17aea26b" providerId="ADAL" clId="{18DA49F4-CD4F-46E0-AB35-D6CB797BE416}" dt="2025-10-28T14:28:33.180" v="7558" actId="20577"/>
          <ac:spMkLst>
            <pc:docMk/>
            <pc:sldMk cId="3366667923" sldId="1579"/>
            <ac:spMk id="3" creationId="{7E7270AB-4651-0F50-A2EF-A9564F254283}"/>
          </ac:spMkLst>
        </pc:spChg>
      </pc:sldChg>
      <pc:sldChg chg="modSp add">
        <pc:chgData name="Sanmukh Kuppannagari" userId="ad215094-da36-4b66-9c79-369a17aea26b" providerId="ADAL" clId="{18DA49F4-CD4F-46E0-AB35-D6CB797BE416}" dt="2025-10-28T14:07:09.024" v="6240"/>
        <pc:sldMkLst>
          <pc:docMk/>
          <pc:sldMk cId="2418387073" sldId="1580"/>
        </pc:sldMkLst>
        <pc:spChg chg="mod">
          <ac:chgData name="Sanmukh Kuppannagari" userId="ad215094-da36-4b66-9c79-369a17aea26b" providerId="ADAL" clId="{18DA49F4-CD4F-46E0-AB35-D6CB797BE416}" dt="2025-10-28T14:07:09.024" v="6240"/>
          <ac:spMkLst>
            <pc:docMk/>
            <pc:sldMk cId="2418387073" sldId="1580"/>
            <ac:spMk id="3" creationId="{1EEDB13E-96FE-07B6-5C9D-842FFA095F7C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15:28.681" v="6714" actId="20577"/>
        <pc:sldMkLst>
          <pc:docMk/>
          <pc:sldMk cId="967358820" sldId="1583"/>
        </pc:sldMkLst>
        <pc:spChg chg="mod">
          <ac:chgData name="Sanmukh Kuppannagari" userId="ad215094-da36-4b66-9c79-369a17aea26b" providerId="ADAL" clId="{18DA49F4-CD4F-46E0-AB35-D6CB797BE416}" dt="2025-10-28T14:15:14.926" v="6712" actId="20577"/>
          <ac:spMkLst>
            <pc:docMk/>
            <pc:sldMk cId="967358820" sldId="1583"/>
            <ac:spMk id="2" creationId="{F0D86FDE-55CA-C2C2-1522-280DCC1AB1CC}"/>
          </ac:spMkLst>
        </pc:spChg>
        <pc:spChg chg="mod">
          <ac:chgData name="Sanmukh Kuppannagari" userId="ad215094-da36-4b66-9c79-369a17aea26b" providerId="ADAL" clId="{18DA49F4-CD4F-46E0-AB35-D6CB797BE416}" dt="2025-10-28T14:15:28.681" v="6714" actId="20577"/>
          <ac:spMkLst>
            <pc:docMk/>
            <pc:sldMk cId="967358820" sldId="1583"/>
            <ac:spMk id="3" creationId="{E743FC62-87D9-A492-A0A8-2940D4FA54A6}"/>
          </ac:spMkLst>
        </pc:spChg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1104593775" sldId="1585"/>
        </pc:sldMkLst>
      </pc:sldChg>
      <pc:sldChg chg="add">
        <pc:chgData name="Sanmukh Kuppannagari" userId="ad215094-da36-4b66-9c79-369a17aea26b" providerId="ADAL" clId="{18DA49F4-CD4F-46E0-AB35-D6CB797BE416}" dt="2025-10-28T14:16:35.265" v="6720"/>
        <pc:sldMkLst>
          <pc:docMk/>
          <pc:sldMk cId="1949565610" sldId="1586"/>
        </pc:sldMkLst>
      </pc:sldChg>
      <pc:sldChg chg="modSp add mod">
        <pc:chgData name="Sanmukh Kuppannagari" userId="ad215094-da36-4b66-9c79-369a17aea26b" providerId="ADAL" clId="{18DA49F4-CD4F-46E0-AB35-D6CB797BE416}" dt="2025-10-28T14:18:06.972" v="6807" actId="20577"/>
        <pc:sldMkLst>
          <pc:docMk/>
          <pc:sldMk cId="1737341798" sldId="1587"/>
        </pc:sldMkLst>
        <pc:spChg chg="mod">
          <ac:chgData name="Sanmukh Kuppannagari" userId="ad215094-da36-4b66-9c79-369a17aea26b" providerId="ADAL" clId="{18DA49F4-CD4F-46E0-AB35-D6CB797BE416}" dt="2025-10-28T14:18:06.972" v="6807" actId="20577"/>
          <ac:spMkLst>
            <pc:docMk/>
            <pc:sldMk cId="1737341798" sldId="1587"/>
            <ac:spMk id="6" creationId="{614E9277-171E-B4AF-DBEC-0E9C3FED937D}"/>
          </ac:spMkLst>
        </pc:spChg>
      </pc:sldChg>
      <pc:sldChg chg="add">
        <pc:chgData name="Sanmukh Kuppannagari" userId="ad215094-da36-4b66-9c79-369a17aea26b" providerId="ADAL" clId="{18DA49F4-CD4F-46E0-AB35-D6CB797BE416}" dt="2025-10-28T14:04:07.546" v="6221"/>
        <pc:sldMkLst>
          <pc:docMk/>
          <pc:sldMk cId="807402305" sldId="1598"/>
        </pc:sldMkLst>
      </pc:sldChg>
      <pc:sldChg chg="modSp mod">
        <pc:chgData name="Sanmukh Kuppannagari" userId="ad215094-da36-4b66-9c79-369a17aea26b" providerId="ADAL" clId="{18DA49F4-CD4F-46E0-AB35-D6CB797BE416}" dt="2025-10-23T14:18:47.586" v="4992" actId="27636"/>
        <pc:sldMkLst>
          <pc:docMk/>
          <pc:sldMk cId="4196385676" sldId="1654"/>
        </pc:sldMkLst>
        <pc:spChg chg="mod">
          <ac:chgData name="Sanmukh Kuppannagari" userId="ad215094-da36-4b66-9c79-369a17aea26b" providerId="ADAL" clId="{18DA49F4-CD4F-46E0-AB35-D6CB797BE416}" dt="2025-10-23T14:18:47.586" v="4992" actId="27636"/>
          <ac:spMkLst>
            <pc:docMk/>
            <pc:sldMk cId="4196385676" sldId="1654"/>
            <ac:spMk id="3" creationId="{BA686383-F2F5-3E55-940F-988CE19CCA24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02006251" sldId="1656"/>
        </pc:sldMkLst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6265715" sldId="16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41245190" sldId="1658"/>
        </pc:sldMkLst>
      </pc:sldChg>
      <pc:sldChg chg="addSp del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969658794" sldId="1658"/>
        </pc:sldMkLst>
      </pc:sldChg>
      <pc:sldChg chg="add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2103841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443020848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850483545" sldId="1660"/>
        </pc:sldMkLst>
      </pc:sldChg>
      <pc:sldChg chg="addSp 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388776300" sldId="1660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589867267" sldId="1661"/>
        </pc:sldMkLst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090295250" sldId="1661"/>
        </pc:sldMkLst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300222817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583544489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09981960" sldId="1663"/>
        </pc:sldMkLst>
      </pc:sldChg>
      <pc:sldChg chg="addSp delSp modSp new mod">
        <pc:chgData name="Sanmukh Kuppannagari" userId="ad215094-da36-4b66-9c79-369a17aea26b" providerId="ADAL" clId="{18DA49F4-CD4F-46E0-AB35-D6CB797BE416}" dt="2025-10-23T01:31:51.686" v="889" actId="20577"/>
        <pc:sldMkLst>
          <pc:docMk/>
          <pc:sldMk cId="874471416" sldId="1663"/>
        </pc:sldMkLst>
        <pc:spChg chg="mod">
          <ac:chgData name="Sanmukh Kuppannagari" userId="ad215094-da36-4b66-9c79-369a17aea26b" providerId="ADAL" clId="{18DA49F4-CD4F-46E0-AB35-D6CB797BE416}" dt="2025-10-23T01:27:30.384" v="811"/>
          <ac:spMkLst>
            <pc:docMk/>
            <pc:sldMk cId="874471416" sldId="1663"/>
            <ac:spMk id="2" creationId="{D75619DD-0C66-19C3-EA02-9F4B8F271D73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4" creationId="{D78C3721-0F30-2411-85B7-C837D5D803DC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5" creationId="{46067575-53FA-A7D8-C07B-51BECA2DD32F}"/>
          </ac:spMkLst>
        </pc:spChg>
        <pc:spChg chg="mod">
          <ac:chgData name="Sanmukh Kuppannagari" userId="ad215094-da36-4b66-9c79-369a17aea26b" providerId="ADAL" clId="{18DA49F4-CD4F-46E0-AB35-D6CB797BE416}" dt="2025-10-23T01:28:06.753" v="818" actId="1076"/>
          <ac:spMkLst>
            <pc:docMk/>
            <pc:sldMk cId="874471416" sldId="1663"/>
            <ac:spMk id="10" creationId="{9AF47EE9-D914-06C0-998E-AAD558DEE19E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17" creationId="{F47C522D-9023-A923-274E-57CAE9B6A7BF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18" creationId="{058FE468-CEAA-B582-61FF-1EE4C21A04A0}"/>
          </ac:spMkLst>
        </pc:spChg>
        <pc:spChg chg="mod">
          <ac:chgData name="Sanmukh Kuppannagari" userId="ad215094-da36-4b66-9c79-369a17aea26b" providerId="ADAL" clId="{18DA49F4-CD4F-46E0-AB35-D6CB797BE416}" dt="2025-10-23T01:29:35.802" v="842" actId="1076"/>
          <ac:spMkLst>
            <pc:docMk/>
            <pc:sldMk cId="874471416" sldId="1663"/>
            <ac:spMk id="19" creationId="{6BCD3B5D-FBAD-260C-96B1-24EBB9EC0FCA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5" creationId="{40F9CED4-5521-D256-C8CF-B4DFD6BA520A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6" creationId="{C0350B37-C884-4749-C953-28618F0F784B}"/>
          </ac:spMkLst>
        </pc:spChg>
        <pc:spChg chg="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7" creationId="{45A7D792-4BD1-CD1B-D256-AB53786D2FD2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8" creationId="{10090BA8-2759-E739-EDF1-F863BDC6F924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30" creationId="{433CB49E-F27E-84A9-A2F5-B75879E03CCF}"/>
          </ac:spMkLst>
        </pc:spChg>
        <pc:spChg chg="add mod">
          <ac:chgData name="Sanmukh Kuppannagari" userId="ad215094-da36-4b66-9c79-369a17aea26b" providerId="ADAL" clId="{18DA49F4-CD4F-46E0-AB35-D6CB797BE416}" dt="2025-10-23T01:28:35.766" v="824" actId="1076"/>
          <ac:spMkLst>
            <pc:docMk/>
            <pc:sldMk cId="874471416" sldId="1663"/>
            <ac:spMk id="32" creationId="{65C8145C-87DC-5FB5-F604-BF40AA94F458}"/>
          </ac:spMkLst>
        </pc:spChg>
        <pc:spChg chg="add mod">
          <ac:chgData name="Sanmukh Kuppannagari" userId="ad215094-da36-4b66-9c79-369a17aea26b" providerId="ADAL" clId="{18DA49F4-CD4F-46E0-AB35-D6CB797BE416}" dt="2025-10-23T01:30:32.577" v="864" actId="1076"/>
          <ac:spMkLst>
            <pc:docMk/>
            <pc:sldMk cId="874471416" sldId="1663"/>
            <ac:spMk id="33" creationId="{068EBF09-04FE-3994-7024-F2F0E0FC9098}"/>
          </ac:spMkLst>
        </pc:spChg>
        <pc:spChg chg="add mod">
          <ac:chgData name="Sanmukh Kuppannagari" userId="ad215094-da36-4b66-9c79-369a17aea26b" providerId="ADAL" clId="{18DA49F4-CD4F-46E0-AB35-D6CB797BE416}" dt="2025-10-23T01:28:50.843" v="828" actId="1076"/>
          <ac:spMkLst>
            <pc:docMk/>
            <pc:sldMk cId="874471416" sldId="1663"/>
            <ac:spMk id="34" creationId="{8AF1BCA0-B43B-18C0-BF03-6CA68826642F}"/>
          </ac:spMkLst>
        </pc:spChg>
        <pc:spChg chg="add mod">
          <ac:chgData name="Sanmukh Kuppannagari" userId="ad215094-da36-4b66-9c79-369a17aea26b" providerId="ADAL" clId="{18DA49F4-CD4F-46E0-AB35-D6CB797BE416}" dt="2025-10-23T01:29:46.228" v="845" actId="1076"/>
          <ac:spMkLst>
            <pc:docMk/>
            <pc:sldMk cId="874471416" sldId="1663"/>
            <ac:spMk id="35" creationId="{39EC99AD-FEBA-E55C-4BE8-5D3991723876}"/>
          </ac:spMkLst>
        </pc:spChg>
        <pc:spChg chg="add mod">
          <ac:chgData name="Sanmukh Kuppannagari" userId="ad215094-da36-4b66-9c79-369a17aea26b" providerId="ADAL" clId="{18DA49F4-CD4F-46E0-AB35-D6CB797BE416}" dt="2025-10-23T01:30:28.962" v="861" actId="1076"/>
          <ac:spMkLst>
            <pc:docMk/>
            <pc:sldMk cId="874471416" sldId="1663"/>
            <ac:spMk id="46" creationId="{BDF80E6E-789D-5E2F-69ED-135641CE1417}"/>
          </ac:spMkLst>
        </pc:spChg>
        <pc:spChg chg="add mod">
          <ac:chgData name="Sanmukh Kuppannagari" userId="ad215094-da36-4b66-9c79-369a17aea26b" providerId="ADAL" clId="{18DA49F4-CD4F-46E0-AB35-D6CB797BE416}" dt="2025-10-23T01:30:41.114" v="866" actId="20577"/>
          <ac:spMkLst>
            <pc:docMk/>
            <pc:sldMk cId="874471416" sldId="1663"/>
            <ac:spMk id="47" creationId="{CDCB1AE5-4C62-ECE3-4DD1-4444355F878B}"/>
          </ac:spMkLst>
        </pc:spChg>
        <pc:spChg chg="add mod">
          <ac:chgData name="Sanmukh Kuppannagari" userId="ad215094-da36-4b66-9c79-369a17aea26b" providerId="ADAL" clId="{18DA49F4-CD4F-46E0-AB35-D6CB797BE416}" dt="2025-10-23T01:30:53.516" v="869" actId="20577"/>
          <ac:spMkLst>
            <pc:docMk/>
            <pc:sldMk cId="874471416" sldId="1663"/>
            <ac:spMk id="48" creationId="{EBFF8B51-1BE2-9116-CAE9-F962E827A48D}"/>
          </ac:spMkLst>
        </pc:spChg>
        <pc:spChg chg="add mod">
          <ac:chgData name="Sanmukh Kuppannagari" userId="ad215094-da36-4b66-9c79-369a17aea26b" providerId="ADAL" clId="{18DA49F4-CD4F-46E0-AB35-D6CB797BE416}" dt="2025-10-23T01:31:08.620" v="877" actId="1076"/>
          <ac:spMkLst>
            <pc:docMk/>
            <pc:sldMk cId="874471416" sldId="1663"/>
            <ac:spMk id="49" creationId="{045AEE90-7244-243B-5D92-820C6C40E195}"/>
          </ac:spMkLst>
        </pc:spChg>
        <pc:spChg chg="add mod">
          <ac:chgData name="Sanmukh Kuppannagari" userId="ad215094-da36-4b66-9c79-369a17aea26b" providerId="ADAL" clId="{18DA49F4-CD4F-46E0-AB35-D6CB797BE416}" dt="2025-10-23T01:31:32.990" v="882" actId="20577"/>
          <ac:spMkLst>
            <pc:docMk/>
            <pc:sldMk cId="874471416" sldId="1663"/>
            <ac:spMk id="50" creationId="{E90D2B26-E330-C070-F4D9-058E54CD95B2}"/>
          </ac:spMkLst>
        </pc:spChg>
        <pc:spChg chg="add mod">
          <ac:chgData name="Sanmukh Kuppannagari" userId="ad215094-da36-4b66-9c79-369a17aea26b" providerId="ADAL" clId="{18DA49F4-CD4F-46E0-AB35-D6CB797BE416}" dt="2025-10-23T01:31:35.734" v="884" actId="20577"/>
          <ac:spMkLst>
            <pc:docMk/>
            <pc:sldMk cId="874471416" sldId="1663"/>
            <ac:spMk id="51" creationId="{6691C903-A030-8783-2F4D-98EAF630AE35}"/>
          </ac:spMkLst>
        </pc:spChg>
        <pc:spChg chg="add mod">
          <ac:chgData name="Sanmukh Kuppannagari" userId="ad215094-da36-4b66-9c79-369a17aea26b" providerId="ADAL" clId="{18DA49F4-CD4F-46E0-AB35-D6CB797BE416}" dt="2025-10-23T01:31:39.381" v="886" actId="20577"/>
          <ac:spMkLst>
            <pc:docMk/>
            <pc:sldMk cId="874471416" sldId="1663"/>
            <ac:spMk id="52" creationId="{8A143B71-2D4B-D624-D4CE-25A354976F08}"/>
          </ac:spMkLst>
        </pc:spChg>
        <pc:spChg chg="add mod">
          <ac:chgData name="Sanmukh Kuppannagari" userId="ad215094-da36-4b66-9c79-369a17aea26b" providerId="ADAL" clId="{18DA49F4-CD4F-46E0-AB35-D6CB797BE416}" dt="2025-10-23T01:31:22.250" v="879" actId="1076"/>
          <ac:spMkLst>
            <pc:docMk/>
            <pc:sldMk cId="874471416" sldId="1663"/>
            <ac:spMk id="53" creationId="{0C7D01E6-DBE4-3C68-254B-6B4EE4792E90}"/>
          </ac:spMkLst>
        </pc:spChg>
        <pc:spChg chg="add mod">
          <ac:chgData name="Sanmukh Kuppannagari" userId="ad215094-da36-4b66-9c79-369a17aea26b" providerId="ADAL" clId="{18DA49F4-CD4F-46E0-AB35-D6CB797BE416}" dt="2025-10-23T01:31:44.175" v="887" actId="20577"/>
          <ac:spMkLst>
            <pc:docMk/>
            <pc:sldMk cId="874471416" sldId="1663"/>
            <ac:spMk id="54" creationId="{8EA4C4DE-1A45-40F2-B659-9A8864142C85}"/>
          </ac:spMkLst>
        </pc:spChg>
        <pc:spChg chg="add mod">
          <ac:chgData name="Sanmukh Kuppannagari" userId="ad215094-da36-4b66-9c79-369a17aea26b" providerId="ADAL" clId="{18DA49F4-CD4F-46E0-AB35-D6CB797BE416}" dt="2025-10-23T01:31:47.684" v="888" actId="20577"/>
          <ac:spMkLst>
            <pc:docMk/>
            <pc:sldMk cId="874471416" sldId="1663"/>
            <ac:spMk id="55" creationId="{2F3C15DA-D9D9-1C46-8BBD-F4F0BB4B3581}"/>
          </ac:spMkLst>
        </pc:spChg>
        <pc:spChg chg="add mod">
          <ac:chgData name="Sanmukh Kuppannagari" userId="ad215094-da36-4b66-9c79-369a17aea26b" providerId="ADAL" clId="{18DA49F4-CD4F-46E0-AB35-D6CB797BE416}" dt="2025-10-23T01:31:51.686" v="889" actId="20577"/>
          <ac:spMkLst>
            <pc:docMk/>
            <pc:sldMk cId="874471416" sldId="1663"/>
            <ac:spMk id="56" creationId="{D855E44D-5610-91C0-0F06-13185C9D416A}"/>
          </ac:spMkLst>
        </pc:spChg>
        <pc:spChg chg="add mod">
          <ac:chgData name="Sanmukh Kuppannagari" userId="ad215094-da36-4b66-9c79-369a17aea26b" providerId="ADAL" clId="{18DA49F4-CD4F-46E0-AB35-D6CB797BE416}" dt="2025-10-23T01:31:28.546" v="881" actId="1076"/>
          <ac:spMkLst>
            <pc:docMk/>
            <pc:sldMk cId="874471416" sldId="1663"/>
            <ac:spMk id="57" creationId="{6155E8D6-79B7-9960-6D00-401EE06EFE94}"/>
          </ac:spMkLst>
        </pc:spChg>
        <pc:cxnChg chg="add mod">
          <ac:chgData name="Sanmukh Kuppannagari" userId="ad215094-da36-4b66-9c79-369a17aea26b" providerId="ADAL" clId="{18DA49F4-CD4F-46E0-AB35-D6CB797BE416}" dt="2025-10-23T01:29:09.021" v="833" actId="14100"/>
          <ac:cxnSpMkLst>
            <pc:docMk/>
            <pc:sldMk cId="874471416" sldId="1663"/>
            <ac:cxnSpMk id="36" creationId="{E81E0F5A-77F2-77E5-BB5E-4FB92A848DE8}"/>
          </ac:cxnSpMkLst>
        </pc:cxnChg>
        <pc:cxnChg chg="add mod">
          <ac:chgData name="Sanmukh Kuppannagari" userId="ad215094-da36-4b66-9c79-369a17aea26b" providerId="ADAL" clId="{18DA49F4-CD4F-46E0-AB35-D6CB797BE416}" dt="2025-10-23T01:29:17.314" v="836" actId="14100"/>
          <ac:cxnSpMkLst>
            <pc:docMk/>
            <pc:sldMk cId="874471416" sldId="1663"/>
            <ac:cxnSpMk id="38" creationId="{9C7C6A7A-C3E3-DE6B-81E7-70077B8CBB1F}"/>
          </ac:cxnSpMkLst>
        </pc:cxnChg>
        <pc:cxnChg chg="add mod">
          <ac:chgData name="Sanmukh Kuppannagari" userId="ad215094-da36-4b66-9c79-369a17aea26b" providerId="ADAL" clId="{18DA49F4-CD4F-46E0-AB35-D6CB797BE416}" dt="2025-10-23T01:29:22.372" v="838" actId="1076"/>
          <ac:cxnSpMkLst>
            <pc:docMk/>
            <pc:sldMk cId="874471416" sldId="1663"/>
            <ac:cxnSpMk id="40" creationId="{F0DCEA5C-9BD0-DFDA-1BEE-23FD1975E379}"/>
          </ac:cxnSpMkLst>
        </pc:cxnChg>
        <pc:cxnChg chg="add mod">
          <ac:chgData name="Sanmukh Kuppannagari" userId="ad215094-da36-4b66-9c79-369a17aea26b" providerId="ADAL" clId="{18DA49F4-CD4F-46E0-AB35-D6CB797BE416}" dt="2025-10-23T01:29:31.978" v="841" actId="14100"/>
          <ac:cxnSpMkLst>
            <pc:docMk/>
            <pc:sldMk cId="874471416" sldId="1663"/>
            <ac:cxnSpMk id="41" creationId="{8CB87741-656C-0DFB-12AF-B6A3002DF406}"/>
          </ac:cxnSpMkLst>
        </pc:cxnChg>
        <pc:cxnChg chg="add mod">
          <ac:chgData name="Sanmukh Kuppannagari" userId="ad215094-da36-4b66-9c79-369a17aea26b" providerId="ADAL" clId="{18DA49F4-CD4F-46E0-AB35-D6CB797BE416}" dt="2025-10-23T01:29:40.946" v="844" actId="1076"/>
          <ac:cxnSpMkLst>
            <pc:docMk/>
            <pc:sldMk cId="874471416" sldId="1663"/>
            <ac:cxnSpMk id="43" creationId="{83F71BA8-DE77-75D8-47ED-2E49E566FED7}"/>
          </ac:cxnSpMkLst>
        </pc:cxnChg>
        <pc:cxnChg chg="add mod">
          <ac:chgData name="Sanmukh Kuppannagari" userId="ad215094-da36-4b66-9c79-369a17aea26b" providerId="ADAL" clId="{18DA49F4-CD4F-46E0-AB35-D6CB797BE416}" dt="2025-10-23T01:29:56.270" v="848" actId="14100"/>
          <ac:cxnSpMkLst>
            <pc:docMk/>
            <pc:sldMk cId="874471416" sldId="1663"/>
            <ac:cxnSpMk id="44" creationId="{558FA801-E1FC-3DD2-00B3-4BAF18DB50B6}"/>
          </ac:cxnSpMkLst>
        </pc:cxnChg>
      </pc:sldChg>
      <pc:sldChg chg="addSp delSp modSp new mod">
        <pc:chgData name="Sanmukh Kuppannagari" userId="ad215094-da36-4b66-9c79-369a17aea26b" providerId="ADAL" clId="{18DA49F4-CD4F-46E0-AB35-D6CB797BE416}" dt="2025-10-23T01:43:10.018" v="1224"/>
        <pc:sldMkLst>
          <pc:docMk/>
          <pc:sldMk cId="2572123172" sldId="1664"/>
        </pc:sldMkLst>
        <pc:spChg chg="mod">
          <ac:chgData name="Sanmukh Kuppannagari" userId="ad215094-da36-4b66-9c79-369a17aea26b" providerId="ADAL" clId="{18DA49F4-CD4F-46E0-AB35-D6CB797BE416}" dt="2025-10-23T01:32:01.662" v="891"/>
          <ac:spMkLst>
            <pc:docMk/>
            <pc:sldMk cId="2572123172" sldId="1664"/>
            <ac:spMk id="2" creationId="{18578540-BFBE-3299-5E84-CE750B17633A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4" creationId="{3E3A028F-C908-CDBD-856A-99F271E00DB0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5" creationId="{C41620FB-7BDA-830C-6BD2-D28CD8EFA4DB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9" creationId="{1F49558F-CFAB-EE59-AD35-06A956AE8E8D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1" creationId="{E130C314-36FC-8C6B-DB24-A54B64D78FB8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2" creationId="{B3211A11-C28B-081C-E302-E5E977806238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3" creationId="{DEEF6DD1-32EE-E90F-CCA0-4F927E8F446A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4" creationId="{E327F693-8A1D-5173-F124-301F3048F0AD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5" creationId="{3EC92F12-1AD8-D854-8427-CCBD282F1DD6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7" creationId="{E1C54C2B-FB67-120A-AC6B-11D1EB265B09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9" creationId="{E539FCC5-9F2B-B371-EE1C-2B92DA63B016}"/>
          </ac:spMkLst>
        </pc:spChg>
        <pc:spChg chg="add mod">
          <ac:chgData name="Sanmukh Kuppannagari" userId="ad215094-da36-4b66-9c79-369a17aea26b" providerId="ADAL" clId="{18DA49F4-CD4F-46E0-AB35-D6CB797BE416}" dt="2025-10-23T01:32:26.838" v="897" actId="1076"/>
          <ac:spMkLst>
            <pc:docMk/>
            <pc:sldMk cId="2572123172" sldId="1664"/>
            <ac:spMk id="20" creationId="{ACF5D147-6FFE-B296-A0C4-70884C294528}"/>
          </ac:spMkLst>
        </pc:spChg>
        <pc:spChg chg="add mod">
          <ac:chgData name="Sanmukh Kuppannagari" userId="ad215094-da36-4b66-9c79-369a17aea26b" providerId="ADAL" clId="{18DA49F4-CD4F-46E0-AB35-D6CB797BE416}" dt="2025-10-23T01:33:19.554" v="908" actId="1076"/>
          <ac:spMkLst>
            <pc:docMk/>
            <pc:sldMk cId="2572123172" sldId="1664"/>
            <ac:spMk id="21" creationId="{C641015A-936C-50FA-AD97-1FFE54F41AF9}"/>
          </ac:spMkLst>
        </pc:spChg>
        <pc:spChg chg="add mod">
          <ac:chgData name="Sanmukh Kuppannagari" userId="ad215094-da36-4b66-9c79-369a17aea26b" providerId="ADAL" clId="{18DA49F4-CD4F-46E0-AB35-D6CB797BE416}" dt="2025-10-23T01:33:12.479" v="903" actId="1076"/>
          <ac:spMkLst>
            <pc:docMk/>
            <pc:sldMk cId="2572123172" sldId="1664"/>
            <ac:spMk id="22" creationId="{18090B54-2B7C-8822-9089-00A1C8F89D92}"/>
          </ac:spMkLst>
        </pc:spChg>
        <pc:spChg chg="add mod">
          <ac:chgData name="Sanmukh Kuppannagari" userId="ad215094-da36-4b66-9c79-369a17aea26b" providerId="ADAL" clId="{18DA49F4-CD4F-46E0-AB35-D6CB797BE416}" dt="2025-10-23T01:33:19.554" v="908" actId="1076"/>
          <ac:spMkLst>
            <pc:docMk/>
            <pc:sldMk cId="2572123172" sldId="1664"/>
            <ac:spMk id="23" creationId="{98C1D43A-1B8C-2EF7-D36F-AB72248A01DB}"/>
          </ac:spMkLst>
        </pc:spChg>
        <pc:spChg chg="add mod">
          <ac:chgData name="Sanmukh Kuppannagari" userId="ad215094-da36-4b66-9c79-369a17aea26b" providerId="ADAL" clId="{18DA49F4-CD4F-46E0-AB35-D6CB797BE416}" dt="2025-10-23T01:35:11.801" v="962" actId="1076"/>
          <ac:spMkLst>
            <pc:docMk/>
            <pc:sldMk cId="2572123172" sldId="1664"/>
            <ac:spMk id="24" creationId="{0091DEA7-0CAE-F335-2F0E-9B85C51A40D6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28" creationId="{F04A8F05-FE8E-B1B7-D9C1-F3F024616D55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29" creationId="{76F3242B-6506-CB9B-8819-6E8214967696}"/>
          </ac:spMkLst>
        </pc:spChg>
        <pc:spChg chg="mod">
          <ac:chgData name="Sanmukh Kuppannagari" userId="ad215094-da36-4b66-9c79-369a17aea26b" providerId="ADAL" clId="{18DA49F4-CD4F-46E0-AB35-D6CB797BE416}" dt="2025-10-23T01:34:29.771" v="921" actId="20577"/>
          <ac:spMkLst>
            <pc:docMk/>
            <pc:sldMk cId="2572123172" sldId="1664"/>
            <ac:spMk id="32" creationId="{5151F19C-C1F2-340F-8D60-7D032005E564}"/>
          </ac:spMkLst>
        </pc:spChg>
        <pc:spChg chg="add mod">
          <ac:chgData name="Sanmukh Kuppannagari" userId="ad215094-da36-4b66-9c79-369a17aea26b" providerId="ADAL" clId="{18DA49F4-CD4F-46E0-AB35-D6CB797BE416}" dt="2025-10-23T01:34:34.314" v="926" actId="20577"/>
          <ac:spMkLst>
            <pc:docMk/>
            <pc:sldMk cId="2572123172" sldId="1664"/>
            <ac:spMk id="33" creationId="{3923FFB0-3A39-26D4-1C68-A47740AA5D05}"/>
          </ac:spMkLst>
        </pc:spChg>
        <pc:spChg chg="add mod">
          <ac:chgData name="Sanmukh Kuppannagari" userId="ad215094-da36-4b66-9c79-369a17aea26b" providerId="ADAL" clId="{18DA49F4-CD4F-46E0-AB35-D6CB797BE416}" dt="2025-10-23T01:34:38.562" v="931" actId="20577"/>
          <ac:spMkLst>
            <pc:docMk/>
            <pc:sldMk cId="2572123172" sldId="1664"/>
            <ac:spMk id="34" creationId="{51A7614D-3597-17AC-3161-336D715061E5}"/>
          </ac:spMkLst>
        </pc:spChg>
        <pc:spChg chg="mod">
          <ac:chgData name="Sanmukh Kuppannagari" userId="ad215094-da36-4b66-9c79-369a17aea26b" providerId="ADAL" clId="{18DA49F4-CD4F-46E0-AB35-D6CB797BE416}" dt="2025-10-23T01:34:43.312" v="936" actId="20577"/>
          <ac:spMkLst>
            <pc:docMk/>
            <pc:sldMk cId="2572123172" sldId="1664"/>
            <ac:spMk id="36" creationId="{190591F7-9FF6-4144-CD31-CD5683F3F288}"/>
          </ac:spMkLst>
        </pc:spChg>
        <pc:spChg chg="add mod">
          <ac:chgData name="Sanmukh Kuppannagari" userId="ad215094-da36-4b66-9c79-369a17aea26b" providerId="ADAL" clId="{18DA49F4-CD4F-46E0-AB35-D6CB797BE416}" dt="2025-10-23T01:34:47.871" v="941" actId="20577"/>
          <ac:spMkLst>
            <pc:docMk/>
            <pc:sldMk cId="2572123172" sldId="1664"/>
            <ac:spMk id="37" creationId="{008C5E42-607A-0701-1C64-AFA4FB111662}"/>
          </ac:spMkLst>
        </pc:spChg>
        <pc:spChg chg="add mod">
          <ac:chgData name="Sanmukh Kuppannagari" userId="ad215094-da36-4b66-9c79-369a17aea26b" providerId="ADAL" clId="{18DA49F4-CD4F-46E0-AB35-D6CB797BE416}" dt="2025-10-23T01:34:51.832" v="946" actId="20577"/>
          <ac:spMkLst>
            <pc:docMk/>
            <pc:sldMk cId="2572123172" sldId="1664"/>
            <ac:spMk id="38" creationId="{10717ABF-4BDD-CC28-AE49-0C947B26F575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39" creationId="{A57AFBA8-09E7-9307-53DC-632F246B8F91}"/>
          </ac:spMkLst>
        </pc:spChg>
        <pc:spChg chg="add mod">
          <ac:chgData name="Sanmukh Kuppannagari" userId="ad215094-da36-4b66-9c79-369a17aea26b" providerId="ADAL" clId="{18DA49F4-CD4F-46E0-AB35-D6CB797BE416}" dt="2025-10-23T01:34:56.247" v="951" actId="20577"/>
          <ac:spMkLst>
            <pc:docMk/>
            <pc:sldMk cId="2572123172" sldId="1664"/>
            <ac:spMk id="40" creationId="{5C637863-72A0-7AAE-E746-7771BA3EB9CD}"/>
          </ac:spMkLst>
        </pc:spChg>
        <pc:spChg chg="mod">
          <ac:chgData name="Sanmukh Kuppannagari" userId="ad215094-da36-4b66-9c79-369a17aea26b" providerId="ADAL" clId="{18DA49F4-CD4F-46E0-AB35-D6CB797BE416}" dt="2025-10-23T01:35:02.021" v="956" actId="20577"/>
          <ac:spMkLst>
            <pc:docMk/>
            <pc:sldMk cId="2572123172" sldId="1664"/>
            <ac:spMk id="41" creationId="{136E16F6-568D-6E08-4F75-7EA2BE92827F}"/>
          </ac:spMkLst>
        </pc:spChg>
        <pc:spChg chg="add mod">
          <ac:chgData name="Sanmukh Kuppannagari" userId="ad215094-da36-4b66-9c79-369a17aea26b" providerId="ADAL" clId="{18DA49F4-CD4F-46E0-AB35-D6CB797BE416}" dt="2025-10-23T01:35:06.721" v="961" actId="20577"/>
          <ac:spMkLst>
            <pc:docMk/>
            <pc:sldMk cId="2572123172" sldId="1664"/>
            <ac:spMk id="42" creationId="{50B23175-4B52-5F33-6BEC-36E31510DEDE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43" creationId="{8604078E-583B-C6A9-6FFD-BDCC1026756F}"/>
          </ac:spMkLst>
        </pc:spChg>
        <pc:spChg chg="add mod">
          <ac:chgData name="Sanmukh Kuppannagari" userId="ad215094-da36-4b66-9c79-369a17aea26b" providerId="ADAL" clId="{18DA49F4-CD4F-46E0-AB35-D6CB797BE416}" dt="2025-10-23T01:38:14.158" v="1038" actId="1076"/>
          <ac:spMkLst>
            <pc:docMk/>
            <pc:sldMk cId="2572123172" sldId="1664"/>
            <ac:spMk id="44" creationId="{C24725FF-C187-5A1A-04EE-97A6C5EF0CDA}"/>
          </ac:spMkLst>
        </pc:spChg>
        <pc:spChg chg="add mod">
          <ac:chgData name="Sanmukh Kuppannagari" userId="ad215094-da36-4b66-9c79-369a17aea26b" providerId="ADAL" clId="{18DA49F4-CD4F-46E0-AB35-D6CB797BE416}" dt="2025-10-23T01:42:47.537" v="1220" actId="1076"/>
          <ac:spMkLst>
            <pc:docMk/>
            <pc:sldMk cId="2572123172" sldId="1664"/>
            <ac:spMk id="45" creationId="{42738D6F-5E29-C306-A158-52850F298A9E}"/>
          </ac:spMkLst>
        </pc:spChg>
        <pc:spChg chg="add mod">
          <ac:chgData name="Sanmukh Kuppannagari" userId="ad215094-da36-4b66-9c79-369a17aea26b" providerId="ADAL" clId="{18DA49F4-CD4F-46E0-AB35-D6CB797BE416}" dt="2025-10-23T01:43:10.018" v="1224"/>
          <ac:spMkLst>
            <pc:docMk/>
            <pc:sldMk cId="2572123172" sldId="1664"/>
            <ac:spMk id="46" creationId="{875F2F62-5379-16CF-05FF-965084A4DF4A}"/>
          </ac:spMkLst>
        </pc:spChg>
        <pc:cxnChg chg="mod">
          <ac:chgData name="Sanmukh Kuppannagari" userId="ad215094-da36-4b66-9c79-369a17aea26b" providerId="ADAL" clId="{18DA49F4-CD4F-46E0-AB35-D6CB797BE416}" dt="2025-10-23T01:32:21.468" v="895" actId="1076"/>
          <ac:cxnSpMkLst>
            <pc:docMk/>
            <pc:sldMk cId="2572123172" sldId="1664"/>
            <ac:cxnSpMk id="7" creationId="{B37CC758-1F27-0DC0-6A7B-7E7E98413828}"/>
          </ac:cxnSpMkLst>
        </pc:cxn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3192982717" sldId="1664"/>
        </pc:sldMkLst>
      </pc:sldChg>
      <pc:sldChg chg="addSp modSp add mod">
        <pc:chgData name="Sanmukh Kuppannagari" userId="ad215094-da36-4b66-9c79-369a17aea26b" providerId="ADAL" clId="{18DA49F4-CD4F-46E0-AB35-D6CB797BE416}" dt="2025-10-23T01:43:06.500" v="1223" actId="1076"/>
        <pc:sldMkLst>
          <pc:docMk/>
          <pc:sldMk cId="1559486047" sldId="1665"/>
        </pc:sldMkLst>
        <pc:spChg chg="add mod">
          <ac:chgData name="Sanmukh Kuppannagari" userId="ad215094-da36-4b66-9c79-369a17aea26b" providerId="ADAL" clId="{18DA49F4-CD4F-46E0-AB35-D6CB797BE416}" dt="2025-10-23T01:40:31.722" v="1097" actId="1076"/>
          <ac:spMkLst>
            <pc:docMk/>
            <pc:sldMk cId="1559486047" sldId="1665"/>
            <ac:spMk id="3" creationId="{0D60C084-BF7E-92A5-1151-3E512860E80E}"/>
          </ac:spMkLst>
        </pc:spChg>
        <pc:spChg chg="add mod">
          <ac:chgData name="Sanmukh Kuppannagari" userId="ad215094-da36-4b66-9c79-369a17aea26b" providerId="ADAL" clId="{18DA49F4-CD4F-46E0-AB35-D6CB797BE416}" dt="2025-10-23T01:41:09.716" v="1186" actId="1076"/>
          <ac:spMkLst>
            <pc:docMk/>
            <pc:sldMk cId="1559486047" sldId="1665"/>
            <ac:spMk id="10" creationId="{A125350C-1571-7F8D-A14F-E3B0D44F9203}"/>
          </ac:spMkLst>
        </pc:spChg>
        <pc:spChg chg="mod">
          <ac:chgData name="Sanmukh Kuppannagari" userId="ad215094-da36-4b66-9c79-369a17aea26b" providerId="ADAL" clId="{18DA49F4-CD4F-46E0-AB35-D6CB797BE416}" dt="2025-10-23T01:38:59.764" v="1044" actId="20577"/>
          <ac:spMkLst>
            <pc:docMk/>
            <pc:sldMk cId="1559486047" sldId="1665"/>
            <ac:spMk id="44" creationId="{BEBB86FA-C1A5-90E1-628B-B818D182C19A}"/>
          </ac:spMkLst>
        </pc:spChg>
        <pc:spChg chg="add mod">
          <ac:chgData name="Sanmukh Kuppannagari" userId="ad215094-da36-4b66-9c79-369a17aea26b" providerId="ADAL" clId="{18DA49F4-CD4F-46E0-AB35-D6CB797BE416}" dt="2025-10-23T01:41:55.561" v="1211" actId="14100"/>
          <ac:spMkLst>
            <pc:docMk/>
            <pc:sldMk cId="1559486047" sldId="1665"/>
            <ac:spMk id="45" creationId="{BDDFB8E0-A7CC-4E88-792D-2DDE1375B672}"/>
          </ac:spMkLst>
        </pc:spChg>
        <pc:spChg chg="add mod">
          <ac:chgData name="Sanmukh Kuppannagari" userId="ad215094-da36-4b66-9c79-369a17aea26b" providerId="ADAL" clId="{18DA49F4-CD4F-46E0-AB35-D6CB797BE416}" dt="2025-10-23T01:42:51.018" v="1221"/>
          <ac:spMkLst>
            <pc:docMk/>
            <pc:sldMk cId="1559486047" sldId="1665"/>
            <ac:spMk id="48" creationId="{89156DDE-B362-9EE7-D898-32FB96E7860F}"/>
          </ac:spMkLst>
        </pc:spChg>
        <pc:spChg chg="add mod">
          <ac:chgData name="Sanmukh Kuppannagari" userId="ad215094-da36-4b66-9c79-369a17aea26b" providerId="ADAL" clId="{18DA49F4-CD4F-46E0-AB35-D6CB797BE416}" dt="2025-10-23T01:43:06.500" v="1223" actId="1076"/>
          <ac:spMkLst>
            <pc:docMk/>
            <pc:sldMk cId="1559486047" sldId="1665"/>
            <ac:spMk id="49" creationId="{454EF5E8-3A09-D951-F531-5B9A86BD7395}"/>
          </ac:spMkLst>
        </pc:spChg>
        <pc:cxnChg chg="add mod">
          <ac:chgData name="Sanmukh Kuppannagari" userId="ad215094-da36-4b66-9c79-369a17aea26b" providerId="ADAL" clId="{18DA49F4-CD4F-46E0-AB35-D6CB797BE416}" dt="2025-10-23T01:42:12.553" v="1215" actId="208"/>
          <ac:cxnSpMkLst>
            <pc:docMk/>
            <pc:sldMk cId="1559486047" sldId="1665"/>
            <ac:cxnSpMk id="26" creationId="{D9B3B8D7-222D-48C8-4777-D70A6C934726}"/>
          </ac:cxnSpMkLst>
        </pc:cxnChg>
        <pc:cxnChg chg="add mod">
          <ac:chgData name="Sanmukh Kuppannagari" userId="ad215094-da36-4b66-9c79-369a17aea26b" providerId="ADAL" clId="{18DA49F4-CD4F-46E0-AB35-D6CB797BE416}" dt="2025-10-23T01:42:12.553" v="1215" actId="208"/>
          <ac:cxnSpMkLst>
            <pc:docMk/>
            <pc:sldMk cId="1559486047" sldId="1665"/>
            <ac:cxnSpMk id="46" creationId="{365A7C51-4B92-030A-C58F-D46898C0BBA0}"/>
          </ac:cxnSpMkLst>
        </pc:cxnChg>
      </pc:sldChg>
      <pc:sldChg chg="addSp delSp modSp new mod">
        <pc:chgData name="Sanmukh Kuppannagari" userId="ad215094-da36-4b66-9c79-369a17aea26b" providerId="ADAL" clId="{18DA49F4-CD4F-46E0-AB35-D6CB797BE416}" dt="2025-10-23T01:56:23.536" v="1333" actId="20577"/>
        <pc:sldMkLst>
          <pc:docMk/>
          <pc:sldMk cId="232190179" sldId="1666"/>
        </pc:sldMkLst>
        <pc:spChg chg="mod">
          <ac:chgData name="Sanmukh Kuppannagari" userId="ad215094-da36-4b66-9c79-369a17aea26b" providerId="ADAL" clId="{18DA49F4-CD4F-46E0-AB35-D6CB797BE416}" dt="2025-10-23T01:43:36.277" v="1226"/>
          <ac:spMkLst>
            <pc:docMk/>
            <pc:sldMk cId="232190179" sldId="1666"/>
            <ac:spMk id="2" creationId="{8ACCE10F-5B7D-F613-219B-BA482C7CFC7B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9" creationId="{B99EA8F9-C7B1-1FF1-4199-DF890ED91FDE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0" creationId="{7CB80AB0-D441-D173-5B6D-323B14073108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1" creationId="{504CBE61-5EDB-5415-14A0-4950811E0C9D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2" creationId="{EFBB20C1-8C09-B3B2-71F5-E943A5696034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3" creationId="{510F9B1A-D248-3B23-C47E-B09378D645CA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4" creationId="{8EC5359B-A9D8-395B-AC56-F6477F85515D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7" creationId="{C9EEA8B8-135A-A0FD-B30A-F983AF2A9BC5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9" creationId="{8C43C07A-5880-5917-86F8-66D3DF256768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20" creationId="{33A69B07-0A0D-7CC6-82FB-860D44794DCA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22" creationId="{D56B3211-7872-4515-7721-C7F720F8264E}"/>
          </ac:spMkLst>
        </pc:spChg>
        <pc:spChg chg="add mod">
          <ac:chgData name="Sanmukh Kuppannagari" userId="ad215094-da36-4b66-9c79-369a17aea26b" providerId="ADAL" clId="{18DA49F4-CD4F-46E0-AB35-D6CB797BE416}" dt="2025-10-23T01:44:46.699" v="1243" actId="1076"/>
          <ac:spMkLst>
            <pc:docMk/>
            <pc:sldMk cId="232190179" sldId="1666"/>
            <ac:spMk id="23" creationId="{61AC3068-39D8-CCD0-EFC9-56243ADC1533}"/>
          </ac:spMkLst>
        </pc:spChg>
        <pc:spChg chg="add mod">
          <ac:chgData name="Sanmukh Kuppannagari" userId="ad215094-da36-4b66-9c79-369a17aea26b" providerId="ADAL" clId="{18DA49F4-CD4F-46E0-AB35-D6CB797BE416}" dt="2025-10-23T01:44:33.780" v="1240" actId="1076"/>
          <ac:spMkLst>
            <pc:docMk/>
            <pc:sldMk cId="232190179" sldId="1666"/>
            <ac:spMk id="24" creationId="{EF61101E-C47E-7BB2-DB5F-BA5CCC2E5FF0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29" creationId="{C9985705-EA45-6816-562D-1CC81B2AF7AD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0" creationId="{DEC1F149-9E15-8B95-2DAD-A2718A3C7D2E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1" creationId="{FAF74DF8-AF6E-EAF8-82CB-D81160866C5F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2" creationId="{41E3ECB7-F9F1-F925-0EBA-ADA12BD4DC6C}"/>
          </ac:spMkLst>
        </pc:spChg>
        <pc:spChg chg="add mod">
          <ac:chgData name="Sanmukh Kuppannagari" userId="ad215094-da36-4b66-9c79-369a17aea26b" providerId="ADAL" clId="{18DA49F4-CD4F-46E0-AB35-D6CB797BE416}" dt="2025-10-23T01:44:43.796" v="1242" actId="1076"/>
          <ac:spMkLst>
            <pc:docMk/>
            <pc:sldMk cId="232190179" sldId="1666"/>
            <ac:spMk id="36" creationId="{8919DF12-C205-FE77-FA5B-1C605355F673}"/>
          </ac:spMkLst>
        </pc:spChg>
        <pc:spChg chg="add mod">
          <ac:chgData name="Sanmukh Kuppannagari" userId="ad215094-da36-4b66-9c79-369a17aea26b" providerId="ADAL" clId="{18DA49F4-CD4F-46E0-AB35-D6CB797BE416}" dt="2025-10-23T01:53:05.767" v="1312" actId="1076"/>
          <ac:spMkLst>
            <pc:docMk/>
            <pc:sldMk cId="232190179" sldId="1666"/>
            <ac:spMk id="37" creationId="{79B166C7-B199-4B89-7CA5-6FB188A74522}"/>
          </ac:spMkLst>
        </pc:spChg>
        <pc:spChg chg="add mod">
          <ac:chgData name="Sanmukh Kuppannagari" userId="ad215094-da36-4b66-9c79-369a17aea26b" providerId="ADAL" clId="{18DA49F4-CD4F-46E0-AB35-D6CB797BE416}" dt="2025-10-23T01:45:07.621" v="1245" actId="1076"/>
          <ac:spMkLst>
            <pc:docMk/>
            <pc:sldMk cId="232190179" sldId="1666"/>
            <ac:spMk id="38" creationId="{46D1BF48-509A-8823-8CFE-7E74B72E3DF7}"/>
          </ac:spMkLst>
        </pc:spChg>
        <pc:spChg chg="add mod">
          <ac:chgData name="Sanmukh Kuppannagari" userId="ad215094-da36-4b66-9c79-369a17aea26b" providerId="ADAL" clId="{18DA49F4-CD4F-46E0-AB35-D6CB797BE416}" dt="2025-10-23T01:46:09.992" v="1307" actId="1038"/>
          <ac:spMkLst>
            <pc:docMk/>
            <pc:sldMk cId="232190179" sldId="1666"/>
            <ac:spMk id="43" creationId="{D689DA36-7970-CB61-B385-B8389F8D031E}"/>
          </ac:spMkLst>
        </pc:spChg>
        <pc:spChg chg="add mod">
          <ac:chgData name="Sanmukh Kuppannagari" userId="ad215094-da36-4b66-9c79-369a17aea26b" providerId="ADAL" clId="{18DA49F4-CD4F-46E0-AB35-D6CB797BE416}" dt="2025-10-23T01:45:16.228" v="1248" actId="20577"/>
          <ac:spMkLst>
            <pc:docMk/>
            <pc:sldMk cId="232190179" sldId="1666"/>
            <ac:spMk id="49" creationId="{D8137255-8910-D80A-8F8D-9C353EB58E6C}"/>
          </ac:spMkLst>
        </pc:spChg>
        <pc:spChg chg="add mod">
          <ac:chgData name="Sanmukh Kuppannagari" userId="ad215094-da36-4b66-9c79-369a17aea26b" providerId="ADAL" clId="{18DA49F4-CD4F-46E0-AB35-D6CB797BE416}" dt="2025-10-23T01:45:26.967" v="1250" actId="1076"/>
          <ac:spMkLst>
            <pc:docMk/>
            <pc:sldMk cId="232190179" sldId="1666"/>
            <ac:spMk id="50" creationId="{A2C73C87-9850-71D4-A038-AAD54FF1871A}"/>
          </ac:spMkLst>
        </pc:spChg>
        <pc:spChg chg="add mod">
          <ac:chgData name="Sanmukh Kuppannagari" userId="ad215094-da36-4b66-9c79-369a17aea26b" providerId="ADAL" clId="{18DA49F4-CD4F-46E0-AB35-D6CB797BE416}" dt="2025-10-23T01:53:22.015" v="1318" actId="20577"/>
          <ac:spMkLst>
            <pc:docMk/>
            <pc:sldMk cId="232190179" sldId="1666"/>
            <ac:spMk id="51" creationId="{1A8EAF3C-B204-AAA1-D64F-1129074750C2}"/>
          </ac:spMkLst>
        </pc:spChg>
        <pc:spChg chg="add mod">
          <ac:chgData name="Sanmukh Kuppannagari" userId="ad215094-da36-4b66-9c79-369a17aea26b" providerId="ADAL" clId="{18DA49F4-CD4F-46E0-AB35-D6CB797BE416}" dt="2025-10-23T01:56:03.848" v="1325" actId="20577"/>
          <ac:spMkLst>
            <pc:docMk/>
            <pc:sldMk cId="232190179" sldId="1666"/>
            <ac:spMk id="52" creationId="{AE7755D0-F6AC-7C6A-2C96-8D586E6FF89C}"/>
          </ac:spMkLst>
        </pc:spChg>
        <pc:spChg chg="add mod">
          <ac:chgData name="Sanmukh Kuppannagari" userId="ad215094-da36-4b66-9c79-369a17aea26b" providerId="ADAL" clId="{18DA49F4-CD4F-46E0-AB35-D6CB797BE416}" dt="2025-10-23T01:56:23.536" v="1333" actId="20577"/>
          <ac:spMkLst>
            <pc:docMk/>
            <pc:sldMk cId="232190179" sldId="1666"/>
            <ac:spMk id="53" creationId="{5E8D90D2-0C64-6AE2-07CF-DC653B281F51}"/>
          </ac:spMkLst>
        </pc:sp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5" creationId="{C33D8210-9005-9EE0-4E4A-E1876FB60355}"/>
          </ac:cxnSpMkLst>
        </pc:cxn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6" creationId="{E7E65201-30CE-208E-D772-6CF8C253201C}"/>
          </ac:cxnSpMkLst>
        </pc:cxn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7" creationId="{4BCF8AD3-3CCF-3E19-2E4F-AAFD639C84E8}"/>
          </ac:cxnSpMkLst>
        </pc:cxnChg>
        <pc:cxnChg chg="add mod">
          <ac:chgData name="Sanmukh Kuppannagari" userId="ad215094-da36-4b66-9c79-369a17aea26b" providerId="ADAL" clId="{18DA49F4-CD4F-46E0-AB35-D6CB797BE416}" dt="2025-10-23T01:44:18.132" v="1234" actId="1076"/>
          <ac:cxnSpMkLst>
            <pc:docMk/>
            <pc:sldMk cId="232190179" sldId="1666"/>
            <ac:cxnSpMk id="33" creationId="{6FEA31BD-8D2A-3258-F325-19413D939CF1}"/>
          </ac:cxnSpMkLst>
        </pc:cxnChg>
        <pc:cxnChg chg="add mod">
          <ac:chgData name="Sanmukh Kuppannagari" userId="ad215094-da36-4b66-9c79-369a17aea26b" providerId="ADAL" clId="{18DA49F4-CD4F-46E0-AB35-D6CB797BE416}" dt="2025-10-23T01:44:30.131" v="1239" actId="1076"/>
          <ac:cxnSpMkLst>
            <pc:docMk/>
            <pc:sldMk cId="232190179" sldId="1666"/>
            <ac:cxnSpMk id="34" creationId="{F2C09067-D6D3-5335-11C3-66312A2D0AF1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39" creationId="{654A7F90-BE4A-AF5C-1F53-98F83710B1E9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1" creationId="{1CCC8534-8473-AB27-88BA-371A941343A2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2" creationId="{5D5B411A-484C-9FB6-F0AC-A16D1B5F1DFA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7" creationId="{A906BD2E-DE88-21C1-2FBE-CB29310FF860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01:56:58.918" v="1366" actId="20577"/>
        <pc:sldMkLst>
          <pc:docMk/>
          <pc:sldMk cId="4100036021" sldId="1667"/>
        </pc:sldMkLst>
        <pc:spChg chg="mod">
          <ac:chgData name="Sanmukh Kuppannagari" userId="ad215094-da36-4b66-9c79-369a17aea26b" providerId="ADAL" clId="{18DA49F4-CD4F-46E0-AB35-D6CB797BE416}" dt="2025-10-23T01:56:44.641" v="1354" actId="20577"/>
          <ac:spMkLst>
            <pc:docMk/>
            <pc:sldMk cId="4100036021" sldId="1667"/>
            <ac:spMk id="43" creationId="{3BEF9BBF-FCF5-D5EE-0A4D-A9B001FC20C8}"/>
          </ac:spMkLst>
        </pc:spChg>
        <pc:spChg chg="mod">
          <ac:chgData name="Sanmukh Kuppannagari" userId="ad215094-da36-4b66-9c79-369a17aea26b" providerId="ADAL" clId="{18DA49F4-CD4F-46E0-AB35-D6CB797BE416}" dt="2025-10-23T01:56:48.139" v="1358" actId="20577"/>
          <ac:spMkLst>
            <pc:docMk/>
            <pc:sldMk cId="4100036021" sldId="1667"/>
            <ac:spMk id="51" creationId="{7F83ED43-5E96-5024-70C1-2224DDB668C2}"/>
          </ac:spMkLst>
        </pc:spChg>
        <pc:spChg chg="mod">
          <ac:chgData name="Sanmukh Kuppannagari" userId="ad215094-da36-4b66-9c79-369a17aea26b" providerId="ADAL" clId="{18DA49F4-CD4F-46E0-AB35-D6CB797BE416}" dt="2025-10-23T01:56:54.421" v="1362" actId="20577"/>
          <ac:spMkLst>
            <pc:docMk/>
            <pc:sldMk cId="4100036021" sldId="1667"/>
            <ac:spMk id="52" creationId="{C96199C1-DC64-9D1C-BD2B-4838FB64F91C}"/>
          </ac:spMkLst>
        </pc:spChg>
        <pc:spChg chg="mod">
          <ac:chgData name="Sanmukh Kuppannagari" userId="ad215094-da36-4b66-9c79-369a17aea26b" providerId="ADAL" clId="{18DA49F4-CD4F-46E0-AB35-D6CB797BE416}" dt="2025-10-23T01:56:58.918" v="1366" actId="20577"/>
          <ac:spMkLst>
            <pc:docMk/>
            <pc:sldMk cId="4100036021" sldId="1667"/>
            <ac:spMk id="53" creationId="{563399F2-3F21-464F-6CBF-6C1AF7043188}"/>
          </ac:spMkLst>
        </pc:spChg>
      </pc:sldChg>
      <pc:sldChg chg="addSp delSp 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558447713" sldId="1668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2712878077" sldId="1669"/>
        </pc:sldMkLst>
      </pc:sldChg>
      <pc:sldChg chg="addSp delSp 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615511159" sldId="1670"/>
        </pc:sldMkLst>
      </pc:sldChg>
      <pc:sldChg chg="addSp modSp add del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332615286" sldId="1671"/>
        </pc:sldMkLst>
      </pc:sldChg>
      <pc:sldChg chg="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130598928" sldId="1672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52866541" sldId="1673"/>
        </pc:sldMkLst>
      </pc:sldChg>
      <pc:sldChg chg="addSp delSp 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70841179" sldId="1674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13803335" sldId="1675"/>
        </pc:sldMkLst>
      </pc:sldChg>
      <pc:sldChg chg="modSp new mod">
        <pc:chgData name="Sanmukh Kuppannagari" userId="ad215094-da36-4b66-9c79-369a17aea26b" providerId="ADAL" clId="{18DA49F4-CD4F-46E0-AB35-D6CB797BE416}" dt="2025-10-28T13:38:15.516" v="5404" actId="27636"/>
        <pc:sldMkLst>
          <pc:docMk/>
          <pc:sldMk cId="1567451459" sldId="1676"/>
        </pc:sldMkLst>
        <pc:spChg chg="mod">
          <ac:chgData name="Sanmukh Kuppannagari" userId="ad215094-da36-4b66-9c79-369a17aea26b" providerId="ADAL" clId="{18DA49F4-CD4F-46E0-AB35-D6CB797BE416}" dt="2025-10-28T13:37:53.795" v="5400"/>
          <ac:spMkLst>
            <pc:docMk/>
            <pc:sldMk cId="1567451459" sldId="1676"/>
            <ac:spMk id="2" creationId="{787502CA-613E-AFDD-7406-A97A8A8ACD86}"/>
          </ac:spMkLst>
        </pc:spChg>
        <pc:spChg chg="mod">
          <ac:chgData name="Sanmukh Kuppannagari" userId="ad215094-da36-4b66-9c79-369a17aea26b" providerId="ADAL" clId="{18DA49F4-CD4F-46E0-AB35-D6CB797BE416}" dt="2025-10-28T13:38:15.516" v="5404" actId="27636"/>
          <ac:spMkLst>
            <pc:docMk/>
            <pc:sldMk cId="1567451459" sldId="1676"/>
            <ac:spMk id="3" creationId="{BF813041-8F8D-57EF-58B0-6C31356A7EDE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970732802" sldId="1677"/>
        </pc:sldMkLst>
      </pc:sldChg>
      <pc:sldChg chg="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2897068765" sldId="1678"/>
        </pc:sldMkLst>
      </pc:sldChg>
      <pc:sldChg chg="addSp delSp modSp new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285416070" sldId="1679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244982969" sldId="1680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221772985" sldId="1681"/>
        </pc:sldMkLst>
      </pc:sldChg>
      <pc:sldChg chg="addSp delSp modSp add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148215155" sldId="1682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788973768" sldId="1683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71473113" sldId="1684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083395396" sldId="1685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69301058" sldId="1686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670661456" sldId="1687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977302209" sldId="1688"/>
        </pc:sldMkLst>
      </pc:sldChg>
      <pc:sldChg chg="addSp delSp modSp new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909262847" sldId="1689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235697716" sldId="1690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891503891" sldId="1691"/>
        </pc:sldMkLst>
      </pc:sldChg>
      <pc:sldChg chg="delSp add del mod">
        <pc:chgData name="Sanmukh Kuppannagari" userId="ad215094-da36-4b66-9c79-369a17aea26b" providerId="ADAL" clId="{18DA49F4-CD4F-46E0-AB35-D6CB797BE416}" dt="2025-10-23T13:17:19.402" v="3434" actId="47"/>
        <pc:sldMkLst>
          <pc:docMk/>
          <pc:sldMk cId="220303092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289384677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1252242452" sldId="1693"/>
        </pc:sldMkLst>
      </pc:sldChg>
      <pc:sldChg chg="delSp modSp add mod">
        <pc:chgData name="Sanmukh Kuppannagari" userId="ad215094-da36-4b66-9c79-369a17aea26b" providerId="ADAL" clId="{18DA49F4-CD4F-46E0-AB35-D6CB797BE416}" dt="2025-10-23T13:17:41.140" v="3439" actId="20577"/>
        <pc:sldMkLst>
          <pc:docMk/>
          <pc:sldMk cId="1528649637" sldId="1693"/>
        </pc:sldMkLst>
        <pc:spChg chg="mod">
          <ac:chgData name="Sanmukh Kuppannagari" userId="ad215094-da36-4b66-9c79-369a17aea26b" providerId="ADAL" clId="{18DA49F4-CD4F-46E0-AB35-D6CB797BE416}" dt="2025-10-23T13:17:41.140" v="3439" actId="20577"/>
          <ac:spMkLst>
            <pc:docMk/>
            <pc:sldMk cId="1528649637" sldId="1693"/>
            <ac:spMk id="21" creationId="{3055925B-7094-6B36-0E89-0C58997EA6BA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626874924" sldId="1694"/>
        </pc:sldMkLst>
      </pc:sldChg>
      <pc:sldChg chg="delSp modSp add mod">
        <pc:chgData name="Sanmukh Kuppannagari" userId="ad215094-da36-4b66-9c79-369a17aea26b" providerId="ADAL" clId="{18DA49F4-CD4F-46E0-AB35-D6CB797BE416}" dt="2025-10-23T13:17:48.976" v="3440"/>
        <pc:sldMkLst>
          <pc:docMk/>
          <pc:sldMk cId="1710881797" sldId="1694"/>
        </pc:sldMkLst>
        <pc:spChg chg="mod">
          <ac:chgData name="Sanmukh Kuppannagari" userId="ad215094-da36-4b66-9c79-369a17aea26b" providerId="ADAL" clId="{18DA49F4-CD4F-46E0-AB35-D6CB797BE416}" dt="2025-10-23T13:12:16.173" v="3368" actId="1076"/>
          <ac:spMkLst>
            <pc:docMk/>
            <pc:sldMk cId="1710881797" sldId="1694"/>
            <ac:spMk id="4" creationId="{01FE9204-8699-EA6D-A913-6F555B7C77A3}"/>
          </ac:spMkLst>
        </pc:spChg>
        <pc:spChg chg="mod">
          <ac:chgData name="Sanmukh Kuppannagari" userId="ad215094-da36-4b66-9c79-369a17aea26b" providerId="ADAL" clId="{18DA49F4-CD4F-46E0-AB35-D6CB797BE416}" dt="2025-10-23T13:17:48.976" v="3440"/>
          <ac:spMkLst>
            <pc:docMk/>
            <pc:sldMk cId="1710881797" sldId="1694"/>
            <ac:spMk id="21" creationId="{961834DB-F9DF-B22F-B7C2-BA36C8CC1823}"/>
          </ac:spMkLst>
        </pc:spChg>
        <pc:spChg chg="mod">
          <ac:chgData name="Sanmukh Kuppannagari" userId="ad215094-da36-4b66-9c79-369a17aea26b" providerId="ADAL" clId="{18DA49F4-CD4F-46E0-AB35-D6CB797BE416}" dt="2025-10-23T13:12:48.470" v="3374" actId="14100"/>
          <ac:spMkLst>
            <pc:docMk/>
            <pc:sldMk cId="1710881797" sldId="1694"/>
            <ac:spMk id="44" creationId="{7AF73441-38A1-FA6C-E5FB-03C418A1E3B1}"/>
          </ac:spMkLst>
        </pc:spChg>
        <pc:spChg chg="mod">
          <ac:chgData name="Sanmukh Kuppannagari" userId="ad215094-da36-4b66-9c79-369a17aea26b" providerId="ADAL" clId="{18DA49F4-CD4F-46E0-AB35-D6CB797BE416}" dt="2025-10-23T13:12:54.592" v="3376" actId="1076"/>
          <ac:spMkLst>
            <pc:docMk/>
            <pc:sldMk cId="1710881797" sldId="1694"/>
            <ac:spMk id="45" creationId="{02F5772B-9DDE-1313-C892-9FA0C2A43905}"/>
          </ac:spMkLst>
        </pc:spChg>
        <pc:spChg chg="mod">
          <ac:chgData name="Sanmukh Kuppannagari" userId="ad215094-da36-4b66-9c79-369a17aea26b" providerId="ADAL" clId="{18DA49F4-CD4F-46E0-AB35-D6CB797BE416}" dt="2025-10-23T13:13:09.296" v="3380" actId="14100"/>
          <ac:spMkLst>
            <pc:docMk/>
            <pc:sldMk cId="1710881797" sldId="1694"/>
            <ac:spMk id="51" creationId="{049351AA-AD97-24BF-A134-420A7750F451}"/>
          </ac:spMkLst>
        </pc:spChg>
        <pc:spChg chg="mod">
          <ac:chgData name="Sanmukh Kuppannagari" userId="ad215094-da36-4b66-9c79-369a17aea26b" providerId="ADAL" clId="{18DA49F4-CD4F-46E0-AB35-D6CB797BE416}" dt="2025-10-23T13:13:49.383" v="3387" actId="14100"/>
          <ac:spMkLst>
            <pc:docMk/>
            <pc:sldMk cId="1710881797" sldId="1694"/>
            <ac:spMk id="63" creationId="{6B7F3D3E-BBA0-67A2-7FAF-25BCA5C3071D}"/>
          </ac:spMkLst>
        </pc:spChg>
        <pc:spChg chg="mod">
          <ac:chgData name="Sanmukh Kuppannagari" userId="ad215094-da36-4b66-9c79-369a17aea26b" providerId="ADAL" clId="{18DA49F4-CD4F-46E0-AB35-D6CB797BE416}" dt="2025-10-23T13:13:53.991" v="3388" actId="1076"/>
          <ac:spMkLst>
            <pc:docMk/>
            <pc:sldMk cId="1710881797" sldId="1694"/>
            <ac:spMk id="75" creationId="{8CDA76BA-DED4-5A1F-964C-DF7B6AE54D2C}"/>
          </ac:spMkLst>
        </pc:spChg>
        <pc:spChg chg="mod">
          <ac:chgData name="Sanmukh Kuppannagari" userId="ad215094-da36-4b66-9c79-369a17aea26b" providerId="ADAL" clId="{18DA49F4-CD4F-46E0-AB35-D6CB797BE416}" dt="2025-10-23T13:14:09.615" v="3391" actId="207"/>
          <ac:spMkLst>
            <pc:docMk/>
            <pc:sldMk cId="1710881797" sldId="1694"/>
            <ac:spMk id="84" creationId="{FE293286-F8E8-E981-CEC6-7AEC29AB50CA}"/>
          </ac:spMkLst>
        </pc:spChg>
        <pc:spChg chg="mod">
          <ac:chgData name="Sanmukh Kuppannagari" userId="ad215094-da36-4b66-9c79-369a17aea26b" providerId="ADAL" clId="{18DA49F4-CD4F-46E0-AB35-D6CB797BE416}" dt="2025-10-23T13:14:13.403" v="3392" actId="207"/>
          <ac:spMkLst>
            <pc:docMk/>
            <pc:sldMk cId="1710881797" sldId="1694"/>
            <ac:spMk id="85" creationId="{B5950F79-E29B-7F91-3600-5E2D2B430EB5}"/>
          </ac:spMkLst>
        </pc:spChg>
        <pc:cxnChg chg="mod">
          <ac:chgData name="Sanmukh Kuppannagari" userId="ad215094-da36-4b66-9c79-369a17aea26b" providerId="ADAL" clId="{18DA49F4-CD4F-46E0-AB35-D6CB797BE416}" dt="2025-10-23T13:12:52.072" v="3375" actId="14100"/>
          <ac:cxnSpMkLst>
            <pc:docMk/>
            <pc:sldMk cId="1710881797" sldId="1694"/>
            <ac:cxnSpMk id="47" creationId="{3A8D2120-6875-4B57-CD1A-14AC1672B3E2}"/>
          </ac:cxnSpMkLst>
        </pc:cxnChg>
        <pc:cxnChg chg="mod">
          <ac:chgData name="Sanmukh Kuppannagari" userId="ad215094-da36-4b66-9c79-369a17aea26b" providerId="ADAL" clId="{18DA49F4-CD4F-46E0-AB35-D6CB797BE416}" dt="2025-10-23T13:12:59.892" v="3378" actId="14100"/>
          <ac:cxnSpMkLst>
            <pc:docMk/>
            <pc:sldMk cId="1710881797" sldId="1694"/>
            <ac:cxnSpMk id="52" creationId="{602BB601-9C32-6313-84CE-F58221C5AEEA}"/>
          </ac:cxnSpMkLst>
        </pc:cxnChg>
        <pc:cxnChg chg="mod">
          <ac:chgData name="Sanmukh Kuppannagari" userId="ad215094-da36-4b66-9c79-369a17aea26b" providerId="ADAL" clId="{18DA49F4-CD4F-46E0-AB35-D6CB797BE416}" dt="2025-10-23T13:13:53.991" v="3388" actId="1076"/>
          <ac:cxnSpMkLst>
            <pc:docMk/>
            <pc:sldMk cId="1710881797" sldId="1694"/>
            <ac:cxnSpMk id="79" creationId="{C744C908-76C1-1CEF-4499-42652DAC4868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13:17:54.293" v="3441"/>
        <pc:sldMkLst>
          <pc:docMk/>
          <pc:sldMk cId="747825771" sldId="1695"/>
        </pc:sldMkLst>
        <pc:spChg chg="mod">
          <ac:chgData name="Sanmukh Kuppannagari" userId="ad215094-da36-4b66-9c79-369a17aea26b" providerId="ADAL" clId="{18DA49F4-CD4F-46E0-AB35-D6CB797BE416}" dt="2025-10-23T13:17:54.293" v="3441"/>
          <ac:spMkLst>
            <pc:docMk/>
            <pc:sldMk cId="747825771" sldId="1695"/>
            <ac:spMk id="21" creationId="{09FD1ACE-4CBB-8242-B40E-328BA9450400}"/>
          </ac:spMkLst>
        </pc:spChg>
        <pc:spChg chg="mod">
          <ac:chgData name="Sanmukh Kuppannagari" userId="ad215094-da36-4b66-9c79-369a17aea26b" providerId="ADAL" clId="{18DA49F4-CD4F-46E0-AB35-D6CB797BE416}" dt="2025-10-23T13:13:37.813" v="3385" actId="14100"/>
          <ac:spMkLst>
            <pc:docMk/>
            <pc:sldMk cId="747825771" sldId="1695"/>
            <ac:spMk id="44" creationId="{A2D03DD7-B626-FFBC-0FF0-2EECABF7EA92}"/>
          </ac:spMkLst>
        </pc:spChg>
        <pc:spChg chg="mod">
          <ac:chgData name="Sanmukh Kuppannagari" userId="ad215094-da36-4b66-9c79-369a17aea26b" providerId="ADAL" clId="{18DA49F4-CD4F-46E0-AB35-D6CB797BE416}" dt="2025-10-23T13:13:32.744" v="3384" actId="1076"/>
          <ac:spMkLst>
            <pc:docMk/>
            <pc:sldMk cId="747825771" sldId="1695"/>
            <ac:spMk id="45" creationId="{B6145ED3-83E9-1F94-B761-9F57343F2343}"/>
          </ac:spMkLst>
        </pc:spChg>
        <pc:spChg chg="mod">
          <ac:chgData name="Sanmukh Kuppannagari" userId="ad215094-da36-4b66-9c79-369a17aea26b" providerId="ADAL" clId="{18DA49F4-CD4F-46E0-AB35-D6CB797BE416}" dt="2025-10-23T13:13:25.363" v="3383" actId="1076"/>
          <ac:spMkLst>
            <pc:docMk/>
            <pc:sldMk cId="747825771" sldId="1695"/>
            <ac:spMk id="51" creationId="{296CC069-1C5B-FCAE-4C69-D31F2AC9B943}"/>
          </ac:spMkLst>
        </pc:spChg>
        <pc:spChg chg="mod">
          <ac:chgData name="Sanmukh Kuppannagari" userId="ad215094-da36-4b66-9c79-369a17aea26b" providerId="ADAL" clId="{18DA49F4-CD4F-46E0-AB35-D6CB797BE416}" dt="2025-10-23T13:14:26.799" v="3394" actId="14100"/>
          <ac:spMkLst>
            <pc:docMk/>
            <pc:sldMk cId="747825771" sldId="1695"/>
            <ac:spMk id="63" creationId="{FAB754C6-4498-DC57-B8AD-7D27DD4E3279}"/>
          </ac:spMkLst>
        </pc:spChg>
        <pc:spChg chg="mod">
          <ac:chgData name="Sanmukh Kuppannagari" userId="ad215094-da36-4b66-9c79-369a17aea26b" providerId="ADAL" clId="{18DA49F4-CD4F-46E0-AB35-D6CB797BE416}" dt="2025-10-23T13:14:33.532" v="3397" actId="1076"/>
          <ac:spMkLst>
            <pc:docMk/>
            <pc:sldMk cId="747825771" sldId="1695"/>
            <ac:spMk id="75" creationId="{66D0B414-1014-F567-3AC3-201F7069803B}"/>
          </ac:spMkLst>
        </pc:spChg>
        <pc:spChg chg="mod">
          <ac:chgData name="Sanmukh Kuppannagari" userId="ad215094-da36-4b66-9c79-369a17aea26b" providerId="ADAL" clId="{18DA49F4-CD4F-46E0-AB35-D6CB797BE416}" dt="2025-10-23T13:14:53.495" v="3400" actId="207"/>
          <ac:spMkLst>
            <pc:docMk/>
            <pc:sldMk cId="747825771" sldId="1695"/>
            <ac:spMk id="84" creationId="{2E477C46-9006-3BB7-DEE2-43B81AC29B49}"/>
          </ac:spMkLst>
        </pc:spChg>
        <pc:spChg chg="mod">
          <ac:chgData name="Sanmukh Kuppannagari" userId="ad215094-da36-4b66-9c79-369a17aea26b" providerId="ADAL" clId="{18DA49F4-CD4F-46E0-AB35-D6CB797BE416}" dt="2025-10-23T13:14:58.471" v="3401" actId="207"/>
          <ac:spMkLst>
            <pc:docMk/>
            <pc:sldMk cId="747825771" sldId="1695"/>
            <ac:spMk id="85" creationId="{653B1316-9612-6D85-DD3C-9D69381FDF6A}"/>
          </ac:spMkLst>
        </pc:sp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47" creationId="{EB3DD53E-7204-4710-DEF1-0BC7DC76F9D0}"/>
          </ac:cxnSpMkLst>
        </pc:cxn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52" creationId="{B9DD8357-7059-E0DD-016B-3ABC09A850C7}"/>
          </ac:cxnSpMkLst>
        </pc:cxnChg>
        <pc:cxnChg chg="mod">
          <ac:chgData name="Sanmukh Kuppannagari" userId="ad215094-da36-4b66-9c79-369a17aea26b" providerId="ADAL" clId="{18DA49F4-CD4F-46E0-AB35-D6CB797BE416}" dt="2025-10-23T13:14:30.589" v="3396" actId="14100"/>
          <ac:cxnSpMkLst>
            <pc:docMk/>
            <pc:sldMk cId="747825771" sldId="1695"/>
            <ac:cxnSpMk id="79" creationId="{CDCFEE4E-CB19-0EC7-68AB-EBFFBC459673}"/>
          </ac:cxnSpMkLst>
        </pc:cxnChg>
      </pc:sldChg>
      <pc:sldChg chg="modSp add del mod">
        <pc:chgData name="Sanmukh Kuppannagari" userId="ad215094-da36-4b66-9c79-369a17aea26b" providerId="ADAL" clId="{18DA49F4-CD4F-46E0-AB35-D6CB797BE416}" dt="2025-10-28T13:39:44.862" v="5409" actId="47"/>
        <pc:sldMkLst>
          <pc:docMk/>
          <pc:sldMk cId="3087895613" sldId="1696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319733629" sldId="1697"/>
        </pc:sldMkLst>
      </pc:sldChg>
      <pc:sldChg chg="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802081178" sldId="1698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76126290" sldId="1699"/>
        </pc:sldMkLst>
      </pc:sldChg>
      <pc:sldChg chg="modSp add del">
        <pc:chgData name="Sanmukh Kuppannagari" userId="ad215094-da36-4b66-9c79-369a17aea26b" providerId="ADAL" clId="{18DA49F4-CD4F-46E0-AB35-D6CB797BE416}" dt="2025-10-23T14:00:07.618" v="3973" actId="47"/>
        <pc:sldMkLst>
          <pc:docMk/>
          <pc:sldMk cId="736217599" sldId="1700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526937110" sldId="1701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695318788" sldId="1702"/>
        </pc:sldMkLst>
      </pc:sldChg>
      <pc:sldChg chg="add del">
        <pc:chgData name="Sanmukh Kuppannagari" userId="ad215094-da36-4b66-9c79-369a17aea26b" providerId="ADAL" clId="{18DA49F4-CD4F-46E0-AB35-D6CB797BE416}" dt="2025-10-23T14:01:40.060" v="3989" actId="47"/>
        <pc:sldMkLst>
          <pc:docMk/>
          <pc:sldMk cId="62188570" sldId="1703"/>
        </pc:sldMkLst>
      </pc:sldChg>
      <pc:sldChg chg="modSp add del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65640967" sldId="1703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26140327" sldId="1704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75340048" sldId="1705"/>
        </pc:sldMkLst>
      </pc:sldChg>
      <pc:sldChg chg="addSp modSp new mod">
        <pc:chgData name="Sanmukh Kuppannagari" userId="ad215094-da36-4b66-9c79-369a17aea26b" providerId="ADAL" clId="{18DA49F4-CD4F-46E0-AB35-D6CB797BE416}" dt="2025-10-23T14:10:20.131" v="4549" actId="20577"/>
        <pc:sldMkLst>
          <pc:docMk/>
          <pc:sldMk cId="4211309781" sldId="1706"/>
        </pc:sldMkLst>
        <pc:spChg chg="mod">
          <ac:chgData name="Sanmukh Kuppannagari" userId="ad215094-da36-4b66-9c79-369a17aea26b" providerId="ADAL" clId="{18DA49F4-CD4F-46E0-AB35-D6CB797BE416}" dt="2025-10-23T14:06:05.949" v="4154"/>
          <ac:spMkLst>
            <pc:docMk/>
            <pc:sldMk cId="4211309781" sldId="1706"/>
            <ac:spMk id="2" creationId="{D01BAB83-79DA-CBBA-D39C-7F19C3C3D85E}"/>
          </ac:spMkLst>
        </pc:spChg>
        <pc:spChg chg="mod">
          <ac:chgData name="Sanmukh Kuppannagari" userId="ad215094-da36-4b66-9c79-369a17aea26b" providerId="ADAL" clId="{18DA49F4-CD4F-46E0-AB35-D6CB797BE416}" dt="2025-10-23T14:10:20.131" v="4549" actId="20577"/>
          <ac:spMkLst>
            <pc:docMk/>
            <pc:sldMk cId="4211309781" sldId="1706"/>
            <ac:spMk id="3" creationId="{3414FECF-5656-983B-3D33-813BD62F44B5}"/>
          </ac:spMkLst>
        </pc:spChg>
        <pc:picChg chg="add mod modCrop">
          <ac:chgData name="Sanmukh Kuppannagari" userId="ad215094-da36-4b66-9c79-369a17aea26b" providerId="ADAL" clId="{18DA49F4-CD4F-46E0-AB35-D6CB797BE416}" dt="2025-10-23T14:10:01.050" v="4466" actId="1076"/>
          <ac:picMkLst>
            <pc:docMk/>
            <pc:sldMk cId="4211309781" sldId="1706"/>
            <ac:picMk id="4" creationId="{5C0534F4-B9C2-0999-B228-2D8D16DE33DE}"/>
          </ac:picMkLst>
        </pc:picChg>
      </pc:sldChg>
      <pc:sldChg chg="modSp new del mod">
        <pc:chgData name="Sanmukh Kuppannagari" userId="ad215094-da36-4b66-9c79-369a17aea26b" providerId="ADAL" clId="{18DA49F4-CD4F-46E0-AB35-D6CB797BE416}" dt="2025-10-23T14:12:54.939" v="4981" actId="47"/>
        <pc:sldMkLst>
          <pc:docMk/>
          <pc:sldMk cId="3491880809" sldId="1707"/>
        </pc:sldMkLst>
      </pc:sldChg>
      <pc:sldChg chg="modSp new del mod">
        <pc:chgData name="Sanmukh Kuppannagari" userId="ad215094-da36-4b66-9c79-369a17aea26b" providerId="ADAL" clId="{18DA49F4-CD4F-46E0-AB35-D6CB797BE416}" dt="2025-10-28T13:44:25.315" v="5438" actId="47"/>
        <pc:sldMkLst>
          <pc:docMk/>
          <pc:sldMk cId="2384807416" sldId="1708"/>
        </pc:sldMkLst>
      </pc:sldChg>
      <pc:sldChg chg="modSp new mod">
        <pc:chgData name="Sanmukh Kuppannagari" userId="ad215094-da36-4b66-9c79-369a17aea26b" providerId="ADAL" clId="{18DA49F4-CD4F-46E0-AB35-D6CB797BE416}" dt="2025-10-28T13:32:33.554" v="5134" actId="20577"/>
        <pc:sldMkLst>
          <pc:docMk/>
          <pc:sldMk cId="1046170412" sldId="1709"/>
        </pc:sldMkLst>
        <pc:spChg chg="mod">
          <ac:chgData name="Sanmukh Kuppannagari" userId="ad215094-da36-4b66-9c79-369a17aea26b" providerId="ADAL" clId="{18DA49F4-CD4F-46E0-AB35-D6CB797BE416}" dt="2025-10-28T13:31:12.555" v="5082"/>
          <ac:spMkLst>
            <pc:docMk/>
            <pc:sldMk cId="1046170412" sldId="1709"/>
            <ac:spMk id="2" creationId="{D2568B0B-DD77-D587-4EA3-5CCD5ACD7321}"/>
          </ac:spMkLst>
        </pc:spChg>
        <pc:spChg chg="mod">
          <ac:chgData name="Sanmukh Kuppannagari" userId="ad215094-da36-4b66-9c79-369a17aea26b" providerId="ADAL" clId="{18DA49F4-CD4F-46E0-AB35-D6CB797BE416}" dt="2025-10-28T13:32:33.554" v="5134" actId="20577"/>
          <ac:spMkLst>
            <pc:docMk/>
            <pc:sldMk cId="1046170412" sldId="1709"/>
            <ac:spMk id="3" creationId="{78D9EA17-ED0D-C0D7-396C-7C20617F4DD9}"/>
          </ac:spMkLst>
        </pc:spChg>
      </pc:sldChg>
      <pc:sldChg chg="modSp new mod">
        <pc:chgData name="Sanmukh Kuppannagari" userId="ad215094-da36-4b66-9c79-369a17aea26b" providerId="ADAL" clId="{18DA49F4-CD4F-46E0-AB35-D6CB797BE416}" dt="2025-10-28T14:09:52.724" v="6508" actId="6549"/>
        <pc:sldMkLst>
          <pc:docMk/>
          <pc:sldMk cId="3552022092" sldId="1710"/>
        </pc:sldMkLst>
        <pc:spChg chg="mod">
          <ac:chgData name="Sanmukh Kuppannagari" userId="ad215094-da36-4b66-9c79-369a17aea26b" providerId="ADAL" clId="{18DA49F4-CD4F-46E0-AB35-D6CB797BE416}" dt="2025-10-28T13:33:17.667" v="5193" actId="20577"/>
          <ac:spMkLst>
            <pc:docMk/>
            <pc:sldMk cId="3552022092" sldId="1710"/>
            <ac:spMk id="2" creationId="{60CCAB6F-E373-B586-6E78-BEDC11DBAD2D}"/>
          </ac:spMkLst>
        </pc:spChg>
        <pc:spChg chg="mod">
          <ac:chgData name="Sanmukh Kuppannagari" userId="ad215094-da36-4b66-9c79-369a17aea26b" providerId="ADAL" clId="{18DA49F4-CD4F-46E0-AB35-D6CB797BE416}" dt="2025-10-28T14:09:52.724" v="6508" actId="6549"/>
          <ac:spMkLst>
            <pc:docMk/>
            <pc:sldMk cId="3552022092" sldId="1710"/>
            <ac:spMk id="3" creationId="{1D2588EC-CFEF-33A5-8B83-EBE75C3183DE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28T13:42:30.112" v="5424" actId="1076"/>
        <pc:sldMkLst>
          <pc:docMk/>
          <pc:sldMk cId="1570196503" sldId="1711"/>
        </pc:sldMkLst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3" creationId="{077812F7-5D5B-A5E9-8F1F-DA7EF32691F4}"/>
          </ac:spMkLst>
        </pc:spChg>
        <pc:spChg chg="add mod">
          <ac:chgData name="Sanmukh Kuppannagari" userId="ad215094-da36-4b66-9c79-369a17aea26b" providerId="ADAL" clId="{18DA49F4-CD4F-46E0-AB35-D6CB797BE416}" dt="2025-10-28T13:42:23.296" v="5423" actId="1076"/>
          <ac:spMkLst>
            <pc:docMk/>
            <pc:sldMk cId="1570196503" sldId="1711"/>
            <ac:spMk id="9" creationId="{9B15E436-6E4A-CEEC-F57A-520A2AFEFC38}"/>
          </ac:spMkLst>
        </pc:spChg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44" creationId="{31C6C4D9-30C5-6478-8A94-43F5468C67F4}"/>
          </ac:spMkLst>
        </pc:spChg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48" creationId="{8C81E5F1-8DA9-063F-A3AE-5A1C490159DA}"/>
          </ac:spMkLst>
        </pc:spChg>
        <pc:spChg chg="del">
          <ac:chgData name="Sanmukh Kuppannagari" userId="ad215094-da36-4b66-9c79-369a17aea26b" providerId="ADAL" clId="{18DA49F4-CD4F-46E0-AB35-D6CB797BE416}" dt="2025-10-28T13:41:03.255" v="5419" actId="478"/>
          <ac:spMkLst>
            <pc:docMk/>
            <pc:sldMk cId="1570196503" sldId="1711"/>
            <ac:spMk id="49" creationId="{2DFC905B-A6B3-21C9-A969-EB925A7ABF2E}"/>
          </ac:spMkLst>
        </pc:spChg>
        <pc:spChg chg="mod">
          <ac:chgData name="Sanmukh Kuppannagari" userId="ad215094-da36-4b66-9c79-369a17aea26b" providerId="ADAL" clId="{18DA49F4-CD4F-46E0-AB35-D6CB797BE416}" dt="2025-10-28T13:42:30.112" v="5424" actId="1076"/>
          <ac:spMkLst>
            <pc:docMk/>
            <pc:sldMk cId="1570196503" sldId="1711"/>
            <ac:spMk id="63" creationId="{FE30F62F-0480-EAB4-D6E2-78A14A3F36DA}"/>
          </ac:spMkLst>
        </pc:spChg>
        <pc:spChg chg="mod">
          <ac:chgData name="Sanmukh Kuppannagari" userId="ad215094-da36-4b66-9c79-369a17aea26b" providerId="ADAL" clId="{18DA49F4-CD4F-46E0-AB35-D6CB797BE416}" dt="2025-10-28T13:40:27.982" v="5413" actId="1076"/>
          <ac:spMkLst>
            <pc:docMk/>
            <pc:sldMk cId="1570196503" sldId="1711"/>
            <ac:spMk id="65" creationId="{0CC2510E-C1BC-06B0-EAE7-C6DF29DBF7BE}"/>
          </ac:spMkLst>
        </pc:spChg>
        <pc:spChg chg="mod">
          <ac:chgData name="Sanmukh Kuppannagari" userId="ad215094-da36-4b66-9c79-369a17aea26b" providerId="ADAL" clId="{18DA49F4-CD4F-46E0-AB35-D6CB797BE416}" dt="2025-10-28T13:42:30.112" v="5424" actId="1076"/>
          <ac:spMkLst>
            <pc:docMk/>
            <pc:sldMk cId="1570196503" sldId="1711"/>
            <ac:spMk id="75" creationId="{7CCB9DC6-E9BA-07E3-F6D1-3C157D07723F}"/>
          </ac:spMkLst>
        </pc:spChg>
        <pc:spChg chg="mod">
          <ac:chgData name="Sanmukh Kuppannagari" userId="ad215094-da36-4b66-9c79-369a17aea26b" providerId="ADAL" clId="{18DA49F4-CD4F-46E0-AB35-D6CB797BE416}" dt="2025-10-28T13:40:27.982" v="5413" actId="1076"/>
          <ac:spMkLst>
            <pc:docMk/>
            <pc:sldMk cId="1570196503" sldId="1711"/>
            <ac:spMk id="82" creationId="{C742EAFE-5F79-7B98-77E5-571C7520A0E5}"/>
          </ac:spMkLst>
        </pc:spChg>
        <pc:spChg chg="mod">
          <ac:chgData name="Sanmukh Kuppannagari" userId="ad215094-da36-4b66-9c79-369a17aea26b" providerId="ADAL" clId="{18DA49F4-CD4F-46E0-AB35-D6CB797BE416}" dt="2025-10-28T13:40:38.637" v="5415" actId="207"/>
          <ac:spMkLst>
            <pc:docMk/>
            <pc:sldMk cId="1570196503" sldId="1711"/>
            <ac:spMk id="84" creationId="{D2BDC98F-DE8C-E6CA-D137-81BFE316C926}"/>
          </ac:spMkLst>
        </pc:spChg>
        <pc:spChg chg="mod">
          <ac:chgData name="Sanmukh Kuppannagari" userId="ad215094-da36-4b66-9c79-369a17aea26b" providerId="ADAL" clId="{18DA49F4-CD4F-46E0-AB35-D6CB797BE416}" dt="2025-10-28T13:40:41.732" v="5416" actId="207"/>
          <ac:spMkLst>
            <pc:docMk/>
            <pc:sldMk cId="1570196503" sldId="1711"/>
            <ac:spMk id="85" creationId="{E09C2906-C311-E30F-FBC0-C47CAC6B857F}"/>
          </ac:spMkLst>
        </pc:spChg>
        <pc:spChg chg="mod">
          <ac:chgData name="Sanmukh Kuppannagari" userId="ad215094-da36-4b66-9c79-369a17aea26b" providerId="ADAL" clId="{18DA49F4-CD4F-46E0-AB35-D6CB797BE416}" dt="2025-10-28T13:40:45.876" v="5417" actId="207"/>
          <ac:spMkLst>
            <pc:docMk/>
            <pc:sldMk cId="1570196503" sldId="1711"/>
            <ac:spMk id="87" creationId="{F4170988-9644-818A-0B31-3F9ADD59B319}"/>
          </ac:spMkLst>
        </pc:spChg>
        <pc:cxnChg chg="mod">
          <ac:chgData name="Sanmukh Kuppannagari" userId="ad215094-da36-4b66-9c79-369a17aea26b" providerId="ADAL" clId="{18DA49F4-CD4F-46E0-AB35-D6CB797BE416}" dt="2025-10-28T13:40:11.444" v="5411" actId="1076"/>
          <ac:cxnSpMkLst>
            <pc:docMk/>
            <pc:sldMk cId="1570196503" sldId="1711"/>
            <ac:cxnSpMk id="42" creationId="{FEEDD0CF-B939-646A-330C-29F17F4A0200}"/>
          </ac:cxnSpMkLst>
        </pc:cxnChg>
        <pc:cxnChg chg="mod">
          <ac:chgData name="Sanmukh Kuppannagari" userId="ad215094-da36-4b66-9c79-369a17aea26b" providerId="ADAL" clId="{18DA49F4-CD4F-46E0-AB35-D6CB797BE416}" dt="2025-10-28T13:40:11.444" v="5411" actId="1076"/>
          <ac:cxnSpMkLst>
            <pc:docMk/>
            <pc:sldMk cId="1570196503" sldId="1711"/>
            <ac:cxnSpMk id="46" creationId="{B0DD0B7B-C10B-FE80-98BA-009C0B4A1C99}"/>
          </ac:cxnSpMkLst>
        </pc:cxnChg>
        <pc:cxnChg chg="mod">
          <ac:chgData name="Sanmukh Kuppannagari" userId="ad215094-da36-4b66-9c79-369a17aea26b" providerId="ADAL" clId="{18DA49F4-CD4F-46E0-AB35-D6CB797BE416}" dt="2025-10-28T13:41:00.637" v="5418" actId="1076"/>
          <ac:cxnSpMkLst>
            <pc:docMk/>
            <pc:sldMk cId="1570196503" sldId="1711"/>
            <ac:cxnSpMk id="47" creationId="{5D7CF626-9C93-7A55-C70F-D6C2AADC94C3}"/>
          </ac:cxnSpMkLst>
        </pc:cxnChg>
        <pc:cxnChg chg="mod">
          <ac:chgData name="Sanmukh Kuppannagari" userId="ad215094-da36-4b66-9c79-369a17aea26b" providerId="ADAL" clId="{18DA49F4-CD4F-46E0-AB35-D6CB797BE416}" dt="2025-10-28T13:42:30.112" v="5424" actId="1076"/>
          <ac:cxnSpMkLst>
            <pc:docMk/>
            <pc:sldMk cId="1570196503" sldId="1711"/>
            <ac:cxnSpMk id="79" creationId="{0ED5DA1E-63A1-3022-9D92-1A9D46F8A8B8}"/>
          </ac:cxnSpMkLst>
        </pc:cxnChg>
        <pc:cxnChg chg="mod">
          <ac:chgData name="Sanmukh Kuppannagari" userId="ad215094-da36-4b66-9c79-369a17aea26b" providerId="ADAL" clId="{18DA49F4-CD4F-46E0-AB35-D6CB797BE416}" dt="2025-10-28T13:40:27.982" v="5413" actId="1076"/>
          <ac:cxnSpMkLst>
            <pc:docMk/>
            <pc:sldMk cId="1570196503" sldId="1711"/>
            <ac:cxnSpMk id="83" creationId="{73A2627F-D60E-E36A-8CE3-643166B8E24C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8T13:44:15.846" v="5437" actId="478"/>
        <pc:sldMkLst>
          <pc:docMk/>
          <pc:sldMk cId="33394513" sldId="1712"/>
        </pc:sldMkLst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3" creationId="{CC9043C0-7FE5-3060-65CE-9144EFC91F58}"/>
          </ac:spMkLst>
        </pc:spChg>
        <pc:spChg chg="mod">
          <ac:chgData name="Sanmukh Kuppannagari" userId="ad215094-da36-4b66-9c79-369a17aea26b" providerId="ADAL" clId="{18DA49F4-CD4F-46E0-AB35-D6CB797BE416}" dt="2025-10-28T13:43:01.521" v="5426" actId="1076"/>
          <ac:spMkLst>
            <pc:docMk/>
            <pc:sldMk cId="33394513" sldId="1712"/>
            <ac:spMk id="4" creationId="{CFF9BA9D-F1C9-A62E-A0AF-15E495096121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4" creationId="{4C6A4A6F-97C6-BA58-C6D2-921E6BBC4A1A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5" creationId="{F92C1E9B-9D9F-8EA1-EA46-E2D7CF622950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8" creationId="{424B6A23-3C13-5162-FDF5-E64EE32F5E7E}"/>
          </ac:spMkLst>
        </pc:spChg>
        <pc:spChg chg="del">
          <ac:chgData name="Sanmukh Kuppannagari" userId="ad215094-da36-4b66-9c79-369a17aea26b" providerId="ADAL" clId="{18DA49F4-CD4F-46E0-AB35-D6CB797BE416}" dt="2025-10-28T13:44:15.846" v="5437" actId="478"/>
          <ac:spMkLst>
            <pc:docMk/>
            <pc:sldMk cId="33394513" sldId="1712"/>
            <ac:spMk id="49" creationId="{2B2C969F-D2B1-E385-BD20-BDCD26ED0388}"/>
          </ac:spMkLst>
        </pc:spChg>
        <pc:spChg chg="mod">
          <ac:chgData name="Sanmukh Kuppannagari" userId="ad215094-da36-4b66-9c79-369a17aea26b" providerId="ADAL" clId="{18DA49F4-CD4F-46E0-AB35-D6CB797BE416}" dt="2025-10-28T13:43:27.505" v="5429" actId="1076"/>
          <ac:spMkLst>
            <pc:docMk/>
            <pc:sldMk cId="33394513" sldId="1712"/>
            <ac:spMk id="65" creationId="{425D7310-E790-CCBF-D35A-8305E73B1BE4}"/>
          </ac:spMkLst>
        </pc:spChg>
        <pc:spChg chg="mod">
          <ac:chgData name="Sanmukh Kuppannagari" userId="ad215094-da36-4b66-9c79-369a17aea26b" providerId="ADAL" clId="{18DA49F4-CD4F-46E0-AB35-D6CB797BE416}" dt="2025-10-28T13:43:27.505" v="5429" actId="1076"/>
          <ac:spMkLst>
            <pc:docMk/>
            <pc:sldMk cId="33394513" sldId="1712"/>
            <ac:spMk id="82" creationId="{CBB04B6B-5B4D-6173-7487-2FD9F194D603}"/>
          </ac:spMkLst>
        </pc:spChg>
        <pc:spChg chg="mod">
          <ac:chgData name="Sanmukh Kuppannagari" userId="ad215094-da36-4b66-9c79-369a17aea26b" providerId="ADAL" clId="{18DA49F4-CD4F-46E0-AB35-D6CB797BE416}" dt="2025-10-28T13:43:30.917" v="5430" actId="207"/>
          <ac:spMkLst>
            <pc:docMk/>
            <pc:sldMk cId="33394513" sldId="1712"/>
            <ac:spMk id="87" creationId="{72007CAC-93A7-CD40-62FF-BA5B04459538}"/>
          </ac:spMkLst>
        </pc:spChg>
        <pc:cxnChg chg="mod">
          <ac:chgData name="Sanmukh Kuppannagari" userId="ad215094-da36-4b66-9c79-369a17aea26b" providerId="ADAL" clId="{18DA49F4-CD4F-46E0-AB35-D6CB797BE416}" dt="2025-10-28T13:43:13.406" v="5427" actId="1076"/>
          <ac:cxnSpMkLst>
            <pc:docMk/>
            <pc:sldMk cId="33394513" sldId="1712"/>
            <ac:cxnSpMk id="42" creationId="{B3A7D4B3-84EB-7321-4AD2-F3FF6900FED7}"/>
          </ac:cxnSpMkLst>
        </pc:cxnChg>
        <pc:cxnChg chg="mod">
          <ac:chgData name="Sanmukh Kuppannagari" userId="ad215094-da36-4b66-9c79-369a17aea26b" providerId="ADAL" clId="{18DA49F4-CD4F-46E0-AB35-D6CB797BE416}" dt="2025-10-28T13:43:13.406" v="5427" actId="1076"/>
          <ac:cxnSpMkLst>
            <pc:docMk/>
            <pc:sldMk cId="33394513" sldId="1712"/>
            <ac:cxnSpMk id="46" creationId="{E33EE50D-F37F-C0A3-5BE6-2F93257EDA74}"/>
          </ac:cxnSpMkLst>
        </pc:cxnChg>
        <pc:cxnChg chg="mod">
          <ac:chgData name="Sanmukh Kuppannagari" userId="ad215094-da36-4b66-9c79-369a17aea26b" providerId="ADAL" clId="{18DA49F4-CD4F-46E0-AB35-D6CB797BE416}" dt="2025-10-28T13:43:18.360" v="5428" actId="1076"/>
          <ac:cxnSpMkLst>
            <pc:docMk/>
            <pc:sldMk cId="33394513" sldId="1712"/>
            <ac:cxnSpMk id="47" creationId="{B8EE3AA5-2142-1D1C-F8E3-B0835CE5EC24}"/>
          </ac:cxnSpMkLst>
        </pc:cxnChg>
        <pc:cxnChg chg="mod">
          <ac:chgData name="Sanmukh Kuppannagari" userId="ad215094-da36-4b66-9c79-369a17aea26b" providerId="ADAL" clId="{18DA49F4-CD4F-46E0-AB35-D6CB797BE416}" dt="2025-10-28T13:43:27.505" v="5429" actId="1076"/>
          <ac:cxnSpMkLst>
            <pc:docMk/>
            <pc:sldMk cId="33394513" sldId="1712"/>
            <ac:cxnSpMk id="83" creationId="{39CBB009-A0A0-8E94-75D8-F8C14BBE10AA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8T13:44:13.202" v="5436" actId="478"/>
        <pc:sldMkLst>
          <pc:docMk/>
          <pc:sldMk cId="927528461" sldId="1713"/>
        </pc:sldMkLst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3" creationId="{156A1945-0BC9-29CB-B3A5-41711C735DD5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4" creationId="{A94DE440-225C-4209-8C4D-3D4E00C85B57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5" creationId="{2F93D56D-F705-5CDC-CE9E-F6D9C02E6713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8" creationId="{75BD17E3-863D-CF3B-2D9C-E433C9C8E663}"/>
          </ac:spMkLst>
        </pc:spChg>
        <pc:spChg chg="del">
          <ac:chgData name="Sanmukh Kuppannagari" userId="ad215094-da36-4b66-9c79-369a17aea26b" providerId="ADAL" clId="{18DA49F4-CD4F-46E0-AB35-D6CB797BE416}" dt="2025-10-28T13:44:13.202" v="5436" actId="478"/>
          <ac:spMkLst>
            <pc:docMk/>
            <pc:sldMk cId="927528461" sldId="1713"/>
            <ac:spMk id="49" creationId="{B559598B-8272-E654-F317-A515EFF250C7}"/>
          </ac:spMkLst>
        </pc:spChg>
        <pc:spChg chg="mod">
          <ac:chgData name="Sanmukh Kuppannagari" userId="ad215094-da36-4b66-9c79-369a17aea26b" providerId="ADAL" clId="{18DA49F4-CD4F-46E0-AB35-D6CB797BE416}" dt="2025-10-28T13:43:57.687" v="5432" actId="1076"/>
          <ac:spMkLst>
            <pc:docMk/>
            <pc:sldMk cId="927528461" sldId="1713"/>
            <ac:spMk id="65" creationId="{BECF3D50-E88D-0893-1022-964BEFDC88F5}"/>
          </ac:spMkLst>
        </pc:spChg>
        <pc:spChg chg="mod">
          <ac:chgData name="Sanmukh Kuppannagari" userId="ad215094-da36-4b66-9c79-369a17aea26b" providerId="ADAL" clId="{18DA49F4-CD4F-46E0-AB35-D6CB797BE416}" dt="2025-10-28T13:43:57.687" v="5432" actId="1076"/>
          <ac:spMkLst>
            <pc:docMk/>
            <pc:sldMk cId="927528461" sldId="1713"/>
            <ac:spMk id="82" creationId="{06D16E32-7C4C-B830-5C72-6F7D44406A4C}"/>
          </ac:spMkLst>
        </pc:spChg>
        <pc:spChg chg="mod">
          <ac:chgData name="Sanmukh Kuppannagari" userId="ad215094-da36-4b66-9c79-369a17aea26b" providerId="ADAL" clId="{18DA49F4-CD4F-46E0-AB35-D6CB797BE416}" dt="2025-10-28T13:44:04.944" v="5434" actId="207"/>
          <ac:spMkLst>
            <pc:docMk/>
            <pc:sldMk cId="927528461" sldId="1713"/>
            <ac:spMk id="84" creationId="{D151ACBC-37D3-7F64-EA23-12F25BC85009}"/>
          </ac:spMkLst>
        </pc:spChg>
        <pc:spChg chg="mod">
          <ac:chgData name="Sanmukh Kuppannagari" userId="ad215094-da36-4b66-9c79-369a17aea26b" providerId="ADAL" clId="{18DA49F4-CD4F-46E0-AB35-D6CB797BE416}" dt="2025-10-28T13:44:08.386" v="5435" actId="207"/>
          <ac:spMkLst>
            <pc:docMk/>
            <pc:sldMk cId="927528461" sldId="1713"/>
            <ac:spMk id="85" creationId="{B732ADDA-75CF-612D-843E-455B85041719}"/>
          </ac:spMkLst>
        </pc:spChg>
        <pc:spChg chg="mod">
          <ac:chgData name="Sanmukh Kuppannagari" userId="ad215094-da36-4b66-9c79-369a17aea26b" providerId="ADAL" clId="{18DA49F4-CD4F-46E0-AB35-D6CB797BE416}" dt="2025-10-28T13:44:00.624" v="5433" actId="207"/>
          <ac:spMkLst>
            <pc:docMk/>
            <pc:sldMk cId="927528461" sldId="1713"/>
            <ac:spMk id="87" creationId="{06C2A2D4-5DDB-42F8-064C-8708C35B7561}"/>
          </ac:spMkLst>
        </pc:sp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2" creationId="{B09245CC-6812-A56F-55A9-793F7793FAA3}"/>
          </ac:cxnSpMkLst>
        </pc:cxn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6" creationId="{877F6D2A-71D5-A56A-255D-3826C1D25793}"/>
          </ac:cxnSpMkLst>
        </pc:cxn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7" creationId="{7AE48DA8-25E4-53A9-1DE6-61D076321C8E}"/>
          </ac:cxnSpMkLst>
        </pc:cxnChg>
        <pc:cxnChg chg="mod">
          <ac:chgData name="Sanmukh Kuppannagari" userId="ad215094-da36-4b66-9c79-369a17aea26b" providerId="ADAL" clId="{18DA49F4-CD4F-46E0-AB35-D6CB797BE416}" dt="2025-10-28T13:43:57.687" v="5432" actId="1076"/>
          <ac:cxnSpMkLst>
            <pc:docMk/>
            <pc:sldMk cId="927528461" sldId="1713"/>
            <ac:cxnSpMk id="83" creationId="{9399AE1D-D6B6-85B5-3E63-1FEEEAA8ECA0}"/>
          </ac:cxnSpMkLst>
        </pc:cxnChg>
      </pc:sldChg>
      <pc:sldChg chg="modSp new mod">
        <pc:chgData name="Sanmukh Kuppannagari" userId="ad215094-da36-4b66-9c79-369a17aea26b" providerId="ADAL" clId="{18DA49F4-CD4F-46E0-AB35-D6CB797BE416}" dt="2025-10-28T13:56:50.148" v="6016" actId="20577"/>
        <pc:sldMkLst>
          <pc:docMk/>
          <pc:sldMk cId="1170149298" sldId="1714"/>
        </pc:sldMkLst>
        <pc:spChg chg="mod">
          <ac:chgData name="Sanmukh Kuppannagari" userId="ad215094-da36-4b66-9c79-369a17aea26b" providerId="ADAL" clId="{18DA49F4-CD4F-46E0-AB35-D6CB797BE416}" dt="2025-10-28T13:47:31.120" v="5456" actId="20577"/>
          <ac:spMkLst>
            <pc:docMk/>
            <pc:sldMk cId="1170149298" sldId="1714"/>
            <ac:spMk id="2" creationId="{5117DDBA-812E-3076-854D-75DACF6DDE19}"/>
          </ac:spMkLst>
        </pc:spChg>
        <pc:spChg chg="mod">
          <ac:chgData name="Sanmukh Kuppannagari" userId="ad215094-da36-4b66-9c79-369a17aea26b" providerId="ADAL" clId="{18DA49F4-CD4F-46E0-AB35-D6CB797BE416}" dt="2025-10-28T13:56:50.148" v="6016" actId="20577"/>
          <ac:spMkLst>
            <pc:docMk/>
            <pc:sldMk cId="1170149298" sldId="1714"/>
            <ac:spMk id="3" creationId="{665BC5F4-1EC4-3FBD-3482-EB76C31FE48C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3:57:09.389" v="6019" actId="20577"/>
        <pc:sldMkLst>
          <pc:docMk/>
          <pc:sldMk cId="3132745710" sldId="1715"/>
        </pc:sldMkLst>
        <pc:spChg chg="mod">
          <ac:chgData name="Sanmukh Kuppannagari" userId="ad215094-da36-4b66-9c79-369a17aea26b" providerId="ADAL" clId="{18DA49F4-CD4F-46E0-AB35-D6CB797BE416}" dt="2025-10-28T13:49:07.370" v="5644" actId="20577"/>
          <ac:spMkLst>
            <pc:docMk/>
            <pc:sldMk cId="3132745710" sldId="1715"/>
            <ac:spMk id="2" creationId="{F47930FC-1777-61CA-E3B7-142FC7D07D38}"/>
          </ac:spMkLst>
        </pc:spChg>
        <pc:spChg chg="mod">
          <ac:chgData name="Sanmukh Kuppannagari" userId="ad215094-da36-4b66-9c79-369a17aea26b" providerId="ADAL" clId="{18DA49F4-CD4F-46E0-AB35-D6CB797BE416}" dt="2025-10-28T13:57:09.389" v="6019" actId="20577"/>
          <ac:spMkLst>
            <pc:docMk/>
            <pc:sldMk cId="3132745710" sldId="1715"/>
            <ac:spMk id="3" creationId="{C0FDEA43-EB13-B597-AD26-864E9603D951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0-28T13:57:24.060" v="6029" actId="20577"/>
        <pc:sldMkLst>
          <pc:docMk/>
          <pc:sldMk cId="2402990269" sldId="1716"/>
        </pc:sldMkLst>
        <pc:spChg chg="mod">
          <ac:chgData name="Sanmukh Kuppannagari" userId="ad215094-da36-4b66-9c79-369a17aea26b" providerId="ADAL" clId="{18DA49F4-CD4F-46E0-AB35-D6CB797BE416}" dt="2025-10-28T13:50:06.076" v="5753" actId="20577"/>
          <ac:spMkLst>
            <pc:docMk/>
            <pc:sldMk cId="2402990269" sldId="1716"/>
            <ac:spMk id="2" creationId="{DCBF9047-AE17-970B-B2F8-CC2D957E1822}"/>
          </ac:spMkLst>
        </pc:spChg>
        <pc:spChg chg="mod">
          <ac:chgData name="Sanmukh Kuppannagari" userId="ad215094-da36-4b66-9c79-369a17aea26b" providerId="ADAL" clId="{18DA49F4-CD4F-46E0-AB35-D6CB797BE416}" dt="2025-10-28T13:56:30.553" v="6015" actId="1076"/>
          <ac:spMkLst>
            <pc:docMk/>
            <pc:sldMk cId="2402990269" sldId="1716"/>
            <ac:spMk id="3" creationId="{1C421549-9A50-5E4B-6204-CA3BABE065BE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4" creationId="{A5663888-9D91-60F4-2EF0-0650FA6CB702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5" creationId="{82E66F40-892B-1D2C-4FAC-494DBC05790D}"/>
          </ac:spMkLst>
        </pc:spChg>
        <pc:spChg chg="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7" creationId="{0529876A-D070-7A55-E4D1-C8666744E22E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8" creationId="{209DB031-19CF-0347-E60D-4C2377B59211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9" creationId="{C3215C6D-00BB-99C5-4AD6-D5DDBE3DC865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10" creationId="{646F8165-53E4-D7E1-B67D-EB3DB17CB6B7}"/>
          </ac:spMkLst>
        </pc:spChg>
        <pc:spChg chg="add del mod">
          <ac:chgData name="Sanmukh Kuppannagari" userId="ad215094-da36-4b66-9c79-369a17aea26b" providerId="ADAL" clId="{18DA49F4-CD4F-46E0-AB35-D6CB797BE416}" dt="2025-10-28T13:55:37.552" v="5857" actId="478"/>
          <ac:spMkLst>
            <pc:docMk/>
            <pc:sldMk cId="2402990269" sldId="1716"/>
            <ac:spMk id="11" creationId="{592247FA-B1E6-B2A1-1551-645EDB805020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13" creationId="{64EF36BA-533B-974E-FA42-0C3A166A4A3A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23" creationId="{711D218F-E85A-29A6-3772-B75E0AD10427}"/>
          </ac:spMkLst>
        </pc:spChg>
        <pc:spChg chg="add mod">
          <ac:chgData name="Sanmukh Kuppannagari" userId="ad215094-da36-4b66-9c79-369a17aea26b" providerId="ADAL" clId="{18DA49F4-CD4F-46E0-AB35-D6CB797BE416}" dt="2025-10-28T13:55:43.564" v="5858" actId="1076"/>
          <ac:spMkLst>
            <pc:docMk/>
            <pc:sldMk cId="2402990269" sldId="1716"/>
            <ac:spMk id="25" creationId="{58B7C653-4631-3422-C0B0-13B6B9105624}"/>
          </ac:spMkLst>
        </pc:spChg>
        <pc:spChg chg="add mod">
          <ac:chgData name="Sanmukh Kuppannagari" userId="ad215094-da36-4b66-9c79-369a17aea26b" providerId="ADAL" clId="{18DA49F4-CD4F-46E0-AB35-D6CB797BE416}" dt="2025-10-28T13:57:24.060" v="6029" actId="20577"/>
          <ac:spMkLst>
            <pc:docMk/>
            <pc:sldMk cId="2402990269" sldId="1716"/>
            <ac:spMk id="26" creationId="{EF6DAB51-CE43-1906-FF1D-256E9AA01E37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28T14:26:27.774" v="7534" actId="20577"/>
        <pc:sldMkLst>
          <pc:docMk/>
          <pc:sldMk cId="3603032599" sldId="1717"/>
        </pc:sldMkLst>
        <pc:spChg chg="mod">
          <ac:chgData name="Sanmukh Kuppannagari" userId="ad215094-da36-4b66-9c79-369a17aea26b" providerId="ADAL" clId="{18DA49F4-CD4F-46E0-AB35-D6CB797BE416}" dt="2025-10-28T14:02:38.196" v="6217"/>
          <ac:spMkLst>
            <pc:docMk/>
            <pc:sldMk cId="3603032599" sldId="1717"/>
            <ac:spMk id="2" creationId="{5C67463B-2D46-BE45-38EA-AFFA9D018070}"/>
          </ac:spMkLst>
        </pc:spChg>
        <pc:spChg chg="mod">
          <ac:chgData name="Sanmukh Kuppannagari" userId="ad215094-da36-4b66-9c79-369a17aea26b" providerId="ADAL" clId="{18DA49F4-CD4F-46E0-AB35-D6CB797BE416}" dt="2025-10-28T14:01:08.289" v="6213" actId="20577"/>
          <ac:spMkLst>
            <pc:docMk/>
            <pc:sldMk cId="3603032599" sldId="1717"/>
            <ac:spMk id="3" creationId="{FB6B0F30-9F11-F149-313B-4D208C3C5D37}"/>
          </ac:spMkLst>
        </pc:spChg>
        <pc:spChg chg="mod">
          <ac:chgData name="Sanmukh Kuppannagari" userId="ad215094-da36-4b66-9c79-369a17aea26b" providerId="ADAL" clId="{18DA49F4-CD4F-46E0-AB35-D6CB797BE416}" dt="2025-10-28T14:26:24.603" v="7533" actId="20577"/>
          <ac:spMkLst>
            <pc:docMk/>
            <pc:sldMk cId="3603032599" sldId="1717"/>
            <ac:spMk id="10" creationId="{9FF9320F-AFE2-0FCC-5130-F00DA25851E2}"/>
          </ac:spMkLst>
        </pc:spChg>
        <pc:spChg chg="mod">
          <ac:chgData name="Sanmukh Kuppannagari" userId="ad215094-da36-4b66-9c79-369a17aea26b" providerId="ADAL" clId="{18DA49F4-CD4F-46E0-AB35-D6CB797BE416}" dt="2025-10-28T14:26:27.774" v="7534" actId="20577"/>
          <ac:spMkLst>
            <pc:docMk/>
            <pc:sldMk cId="3603032599" sldId="1717"/>
            <ac:spMk id="17" creationId="{3377C095-C4D6-983F-A037-C8AB69003795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26" creationId="{5950CF63-C6E4-65C5-2D0A-0BF63112B7B6}"/>
          </ac:spMkLst>
        </pc:spChg>
        <pc:spChg chg="mod">
          <ac:chgData name="Sanmukh Kuppannagari" userId="ad215094-da36-4b66-9c79-369a17aea26b" providerId="ADAL" clId="{18DA49F4-CD4F-46E0-AB35-D6CB797BE416}" dt="2025-10-28T14:26:17.450" v="7531" actId="20577"/>
          <ac:spMkLst>
            <pc:docMk/>
            <pc:sldMk cId="3603032599" sldId="1717"/>
            <ac:spMk id="95" creationId="{ED7285B5-731C-25BC-3953-7E4848A477EB}"/>
          </ac:spMkLst>
        </pc:spChg>
        <pc:spChg chg="mod">
          <ac:chgData name="Sanmukh Kuppannagari" userId="ad215094-da36-4b66-9c79-369a17aea26b" providerId="ADAL" clId="{18DA49F4-CD4F-46E0-AB35-D6CB797BE416}" dt="2025-10-28T14:26:21.878" v="7532" actId="20577"/>
          <ac:spMkLst>
            <pc:docMk/>
            <pc:sldMk cId="3603032599" sldId="1717"/>
            <ac:spMk id="99" creationId="{C7AE97C0-5E7E-7FBF-C756-D954832885FA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03" creationId="{04277894-E8E7-250F-D182-474C72950552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04" creationId="{D3E8F496-0832-5D61-D607-6D6AC2120CCC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05" creationId="{4E751500-5535-C47B-384F-BE66606F8E86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08" creationId="{0BBB9A45-4944-183A-12EB-7ADCFE8A239F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09" creationId="{94F64AC5-6E0C-0AA5-842F-C044887D756A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10" creationId="{1F6D729C-280B-2A7F-4FB9-2881906CF6EA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11" creationId="{6794303D-83FA-7C9B-31DF-7F7373CD3986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13" creationId="{C00BE33D-8C6F-935C-8DD1-A7FE1C9F8E8A}"/>
          </ac:spMkLst>
        </pc:spChg>
        <pc:spChg chg="add mod">
          <ac:chgData name="Sanmukh Kuppannagari" userId="ad215094-da36-4b66-9c79-369a17aea26b" providerId="ADAL" clId="{18DA49F4-CD4F-46E0-AB35-D6CB797BE416}" dt="2025-10-28T14:01:25.888" v="6214"/>
          <ac:spMkLst>
            <pc:docMk/>
            <pc:sldMk cId="3603032599" sldId="1717"/>
            <ac:spMk id="114" creationId="{7AA41343-652A-D6A2-24D1-57270DBAC8B5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15" creationId="{5A803127-F61B-2625-071B-AADBC4C97C0B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16" creationId="{CA670D85-BAD5-7262-2385-FFCF886695CC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17" creationId="{36CFF0DE-837E-97D2-410D-EA2B9FFB734A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18" creationId="{029A3A87-3764-5E98-8AD9-7D65692568D8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19" creationId="{FB0396BA-AA92-EF4C-CA0D-FE509AA96207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21" creationId="{E782F27E-000F-1EEF-FA0A-94B3E8A552DA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22" creationId="{71709D52-4123-CECB-42ED-8421B0A0F0E7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23" creationId="{D74444BB-E1C7-2944-5E8C-96209CA36215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25" creationId="{130AC0DF-1A37-A38F-2D45-C2B2D2396E08}"/>
          </ac:spMkLst>
        </pc:spChg>
        <pc:spChg chg="add mod">
          <ac:chgData name="Sanmukh Kuppannagari" userId="ad215094-da36-4b66-9c79-369a17aea26b" providerId="ADAL" clId="{18DA49F4-CD4F-46E0-AB35-D6CB797BE416}" dt="2025-10-28T14:01:34.169" v="6216" actId="1076"/>
          <ac:spMkLst>
            <pc:docMk/>
            <pc:sldMk cId="3603032599" sldId="1717"/>
            <ac:spMk id="127" creationId="{12E1C4D2-1647-CBA8-7699-C9743D58652B}"/>
          </ac:spMkLst>
        </pc:spChg>
      </pc:sldChg>
      <pc:sldChg chg="modSp new mod">
        <pc:chgData name="Sanmukh Kuppannagari" userId="ad215094-da36-4b66-9c79-369a17aea26b" providerId="ADAL" clId="{18DA49F4-CD4F-46E0-AB35-D6CB797BE416}" dt="2025-10-28T14:28:54.553" v="7559" actId="313"/>
        <pc:sldMkLst>
          <pc:docMk/>
          <pc:sldMk cId="3790325136" sldId="1718"/>
        </pc:sldMkLst>
        <pc:spChg chg="mod">
          <ac:chgData name="Sanmukh Kuppannagari" userId="ad215094-da36-4b66-9c79-369a17aea26b" providerId="ADAL" clId="{18DA49F4-CD4F-46E0-AB35-D6CB797BE416}" dt="2025-10-28T14:07:53.737" v="6280" actId="20577"/>
          <ac:spMkLst>
            <pc:docMk/>
            <pc:sldMk cId="3790325136" sldId="1718"/>
            <ac:spMk id="2" creationId="{40E81E00-C253-799A-47B1-3C7454FABADD}"/>
          </ac:spMkLst>
        </pc:spChg>
        <pc:spChg chg="mod">
          <ac:chgData name="Sanmukh Kuppannagari" userId="ad215094-da36-4b66-9c79-369a17aea26b" providerId="ADAL" clId="{18DA49F4-CD4F-46E0-AB35-D6CB797BE416}" dt="2025-10-28T14:28:54.553" v="7559" actId="313"/>
          <ac:spMkLst>
            <pc:docMk/>
            <pc:sldMk cId="3790325136" sldId="1718"/>
            <ac:spMk id="3" creationId="{F031A1FC-63F6-3444-AE7A-13DE0C481997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09:20.834" v="6505" actId="207"/>
        <pc:sldMkLst>
          <pc:docMk/>
          <pc:sldMk cId="1007127024" sldId="1719"/>
        </pc:sldMkLst>
        <pc:spChg chg="mod">
          <ac:chgData name="Sanmukh Kuppannagari" userId="ad215094-da36-4b66-9c79-369a17aea26b" providerId="ADAL" clId="{18DA49F4-CD4F-46E0-AB35-D6CB797BE416}" dt="2025-10-28T14:09:20.834" v="6505" actId="207"/>
          <ac:spMkLst>
            <pc:docMk/>
            <pc:sldMk cId="1007127024" sldId="1719"/>
            <ac:spMk id="3" creationId="{433EFF3E-888E-B6C9-31D3-0E2097065396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09:31.917" v="6507" actId="207"/>
        <pc:sldMkLst>
          <pc:docMk/>
          <pc:sldMk cId="300342026" sldId="1720"/>
        </pc:sldMkLst>
        <pc:spChg chg="mod">
          <ac:chgData name="Sanmukh Kuppannagari" userId="ad215094-da36-4b66-9c79-369a17aea26b" providerId="ADAL" clId="{18DA49F4-CD4F-46E0-AB35-D6CB797BE416}" dt="2025-10-28T14:09:31.917" v="6507" actId="207"/>
          <ac:spMkLst>
            <pc:docMk/>
            <pc:sldMk cId="300342026" sldId="1720"/>
            <ac:spMk id="3" creationId="{BCA80678-B8DA-6203-92BD-80AC8DC05D2A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12:03.690" v="6705" actId="20577"/>
        <pc:sldMkLst>
          <pc:docMk/>
          <pc:sldMk cId="1373556054" sldId="1721"/>
        </pc:sldMkLst>
        <pc:spChg chg="mod">
          <ac:chgData name="Sanmukh Kuppannagari" userId="ad215094-da36-4b66-9c79-369a17aea26b" providerId="ADAL" clId="{18DA49F4-CD4F-46E0-AB35-D6CB797BE416}" dt="2025-10-28T14:11:05.054" v="6516" actId="20577"/>
          <ac:spMkLst>
            <pc:docMk/>
            <pc:sldMk cId="1373556054" sldId="1721"/>
            <ac:spMk id="2" creationId="{F1D13B2E-21AE-545E-EF32-6D528601CF93}"/>
          </ac:spMkLst>
        </pc:spChg>
        <pc:spChg chg="mod">
          <ac:chgData name="Sanmukh Kuppannagari" userId="ad215094-da36-4b66-9c79-369a17aea26b" providerId="ADAL" clId="{18DA49F4-CD4F-46E0-AB35-D6CB797BE416}" dt="2025-10-28T14:12:03.690" v="6705" actId="20577"/>
          <ac:spMkLst>
            <pc:docMk/>
            <pc:sldMk cId="1373556054" sldId="1721"/>
            <ac:spMk id="3" creationId="{525C8A25-5B7A-69C2-F365-B87BFA3EBE93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16:03.736" v="6717" actId="113"/>
        <pc:sldMkLst>
          <pc:docMk/>
          <pc:sldMk cId="2548440460" sldId="1722"/>
        </pc:sldMkLst>
        <pc:spChg chg="mod">
          <ac:chgData name="Sanmukh Kuppannagari" userId="ad215094-da36-4b66-9c79-369a17aea26b" providerId="ADAL" clId="{18DA49F4-CD4F-46E0-AB35-D6CB797BE416}" dt="2025-10-28T14:16:03.736" v="6717" actId="113"/>
          <ac:spMkLst>
            <pc:docMk/>
            <pc:sldMk cId="2548440460" sldId="1722"/>
            <ac:spMk id="3" creationId="{797857D3-9C58-B3A3-DC46-629D36DD529C}"/>
          </ac:spMkLst>
        </pc:spChg>
      </pc:sldChg>
      <pc:sldChg chg="modSp add mod">
        <pc:chgData name="Sanmukh Kuppannagari" userId="ad215094-da36-4b66-9c79-369a17aea26b" providerId="ADAL" clId="{18DA49F4-CD4F-46E0-AB35-D6CB797BE416}" dt="2025-10-28T14:16:19.806" v="6719" actId="113"/>
        <pc:sldMkLst>
          <pc:docMk/>
          <pc:sldMk cId="3937867006" sldId="1723"/>
        </pc:sldMkLst>
        <pc:spChg chg="mod">
          <ac:chgData name="Sanmukh Kuppannagari" userId="ad215094-da36-4b66-9c79-369a17aea26b" providerId="ADAL" clId="{18DA49F4-CD4F-46E0-AB35-D6CB797BE416}" dt="2025-10-28T14:16:19.806" v="6719" actId="113"/>
          <ac:spMkLst>
            <pc:docMk/>
            <pc:sldMk cId="3937867006" sldId="1723"/>
            <ac:spMk id="3" creationId="{344114EB-428F-73D8-8501-B40C5D2175B6}"/>
          </ac:spMkLst>
        </pc:spChg>
      </pc:sldChg>
      <pc:sldChg chg="modSp new mod">
        <pc:chgData name="Sanmukh Kuppannagari" userId="ad215094-da36-4b66-9c79-369a17aea26b" providerId="ADAL" clId="{18DA49F4-CD4F-46E0-AB35-D6CB797BE416}" dt="2025-10-28T14:43:09.236" v="7956" actId="20577"/>
        <pc:sldMkLst>
          <pc:docMk/>
          <pc:sldMk cId="1952056366" sldId="1724"/>
        </pc:sldMkLst>
        <pc:spChg chg="mod">
          <ac:chgData name="Sanmukh Kuppannagari" userId="ad215094-da36-4b66-9c79-369a17aea26b" providerId="ADAL" clId="{18DA49F4-CD4F-46E0-AB35-D6CB797BE416}" dt="2025-10-28T14:20:53.669" v="6821" actId="20577"/>
          <ac:spMkLst>
            <pc:docMk/>
            <pc:sldMk cId="1952056366" sldId="1724"/>
            <ac:spMk id="2" creationId="{159C677B-FCCA-EB05-D83B-E613484F2B6E}"/>
          </ac:spMkLst>
        </pc:spChg>
        <pc:spChg chg="mod">
          <ac:chgData name="Sanmukh Kuppannagari" userId="ad215094-da36-4b66-9c79-369a17aea26b" providerId="ADAL" clId="{18DA49F4-CD4F-46E0-AB35-D6CB797BE416}" dt="2025-10-28T14:43:09.236" v="7956" actId="20577"/>
          <ac:spMkLst>
            <pc:docMk/>
            <pc:sldMk cId="1952056366" sldId="1724"/>
            <ac:spMk id="3" creationId="{C32998E1-2FB2-CC4E-56B2-224D072FF061}"/>
          </ac:spMkLst>
        </pc:spChg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0.803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13CFD19A-1186-4BEA-89CE-73E7B7DE4CDB}"/>
    <pc:docChg chg="custSel addSld modSld">
      <pc:chgData name="Sanmukh Kuppannagari" userId="ad215094-da36-4b66-9c79-369a17aea26b" providerId="ADAL" clId="{13CFD19A-1186-4BEA-89CE-73E7B7DE4CDB}" dt="2025-10-16T18:17:01.300" v="839" actId="20577"/>
      <pc:docMkLst>
        <pc:docMk/>
      </pc:docMkLst>
      <pc:sldChg chg="modSp mod">
        <pc:chgData name="Sanmukh Kuppannagari" userId="ad215094-da36-4b66-9c79-369a17aea26b" providerId="ADAL" clId="{13CFD19A-1186-4BEA-89CE-73E7B7DE4CDB}" dt="2025-10-16T16:08:03.112" v="3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13CFD19A-1186-4BEA-89CE-73E7B7DE4CDB}" dt="2025-10-16T16:08:03.318" v="7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13CFD19A-1186-4BEA-89CE-73E7B7DE4CDB}" dt="2025-10-16T16:27:27.890" v="711" actId="20577"/>
        <pc:sldMkLst>
          <pc:docMk/>
          <pc:sldMk cId="645276164" sldId="418"/>
        </pc:sldMkLst>
      </pc:sldChg>
      <pc:sldChg chg="modSp mod">
        <pc:chgData name="Sanmukh Kuppannagari" userId="ad215094-da36-4b66-9c79-369a17aea26b" providerId="ADAL" clId="{13CFD19A-1186-4BEA-89CE-73E7B7DE4CDB}" dt="2025-10-16T16:20:45.424" v="557" actId="20577"/>
        <pc:sldMkLst>
          <pc:docMk/>
          <pc:sldMk cId="1145942796" sldId="555"/>
        </pc:sldMkLst>
      </pc:sldChg>
      <pc:sldChg chg="modSp mod">
        <pc:chgData name="Sanmukh Kuppannagari" userId="ad215094-da36-4b66-9c79-369a17aea26b" providerId="ADAL" clId="{13CFD19A-1186-4BEA-89CE-73E7B7DE4CDB}" dt="2025-10-16T16:08:03.169" v="4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13CFD19A-1186-4BEA-89CE-73E7B7DE4CDB}" dt="2025-10-16T16:08:03.211" v="5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13CFD19A-1186-4BEA-89CE-73E7B7DE4CDB}" dt="2025-10-16T16:08:03.254" v="6" actId="27636"/>
        <pc:sldMkLst>
          <pc:docMk/>
          <pc:sldMk cId="735200732" sldId="1561"/>
        </pc:sldMkLst>
      </pc:sldChg>
      <pc:sldChg chg="addSp delSp modSp mod">
        <pc:chgData name="Sanmukh Kuppannagari" userId="ad215094-da36-4b66-9c79-369a17aea26b" providerId="ADAL" clId="{13CFD19A-1186-4BEA-89CE-73E7B7DE4CDB}" dt="2025-10-16T18:16:04.932" v="723" actId="2057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3CFD19A-1186-4BEA-89CE-73E7B7DE4CDB}" dt="2025-10-16T18:17:01.300" v="839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13CFD19A-1186-4BEA-89CE-73E7B7DE4CDB}" dt="2025-10-16T18:17:01.300" v="839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mod">
        <pc:chgData name="Sanmukh Kuppannagari" userId="ad215094-da36-4b66-9c79-369a17aea26b" providerId="ADAL" clId="{13CFD19A-1186-4BEA-89CE-73E7B7DE4CDB}" dt="2025-10-16T16:08:03.053" v="2" actId="27636"/>
        <pc:sldMkLst>
          <pc:docMk/>
          <pc:sldMk cId="1536265715" sldId="1657"/>
        </pc:sldMkLst>
      </pc:sldChg>
      <pc:sldChg chg="addSp modSp add mod">
        <pc:chgData name="Sanmukh Kuppannagari" userId="ad215094-da36-4b66-9c79-369a17aea26b" providerId="ADAL" clId="{13CFD19A-1186-4BEA-89CE-73E7B7DE4CDB}" dt="2025-10-16T18:16:17.958" v="724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3CFD19A-1186-4BEA-89CE-73E7B7DE4CDB}" dt="2025-10-16T18:16:22.003" v="725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3CFD19A-1186-4BEA-89CE-73E7B7DE4CDB}" dt="2025-10-16T18:16:26.038" v="726"/>
        <pc:sldMkLst>
          <pc:docMk/>
          <pc:sldMk cId="109981960" sldId="1663"/>
        </pc:sldMkLst>
      </pc:sldChg>
      <pc:sldChg chg="modSp add mod">
        <pc:chgData name="Sanmukh Kuppannagari" userId="ad215094-da36-4b66-9c79-369a17aea26b" providerId="ADAL" clId="{13CFD19A-1186-4BEA-89CE-73E7B7DE4CDB}" dt="2025-10-16T18:16:30.682" v="727"/>
        <pc:sldMkLst>
          <pc:docMk/>
          <pc:sldMk cId="3192982717" sldId="1664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E989-C55D-5340-82EF-E96A597D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0B514-E6F4-2CCF-2818-68467EEB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95EE9-A3F5-9ABC-5E12-E91DDEEA2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FEC2-F94D-12C0-F59F-B0814A33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94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CE60-AE91-1C24-17A9-AF3806E0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AEC9E-89CA-829E-18B5-4A055053D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E9562-3B02-CCB9-AD4B-A0C46049B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B4CD1-C12D-7FF3-04AD-EE1AA14BD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2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0.png"/><Relationship Id="rId18" Type="http://schemas.openxmlformats.org/officeDocument/2006/relationships/image" Target="../media/image2510.png"/><Relationship Id="rId3" Type="http://schemas.openxmlformats.org/officeDocument/2006/relationships/image" Target="../media/image60.png"/><Relationship Id="rId21" Type="http://schemas.openxmlformats.org/officeDocument/2006/relationships/image" Target="../media/image64.png"/><Relationship Id="rId7" Type="http://schemas.openxmlformats.org/officeDocument/2006/relationships/image" Target="../media/image1410.png"/><Relationship Id="rId12" Type="http://schemas.openxmlformats.org/officeDocument/2006/relationships/image" Target="../media/image1910.png"/><Relationship Id="rId17" Type="http://schemas.openxmlformats.org/officeDocument/2006/relationships/image" Target="../media/image2410.png"/><Relationship Id="rId2" Type="http://schemas.openxmlformats.org/officeDocument/2006/relationships/image" Target="../media/image59.png"/><Relationship Id="rId16" Type="http://schemas.openxmlformats.org/officeDocument/2006/relationships/image" Target="../media/image62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1810.png"/><Relationship Id="rId5" Type="http://schemas.openxmlformats.org/officeDocument/2006/relationships/image" Target="../media/image1210.png"/><Relationship Id="rId15" Type="http://schemas.openxmlformats.org/officeDocument/2006/relationships/image" Target="../media/image2210.png"/><Relationship Id="rId10" Type="http://schemas.openxmlformats.org/officeDocument/2006/relationships/image" Target="../media/image1710.png"/><Relationship Id="rId19" Type="http://schemas.openxmlformats.org/officeDocument/2006/relationships/image" Target="../media/image2610.png"/><Relationship Id="rId4" Type="http://schemas.openxmlformats.org/officeDocument/2006/relationships/image" Target="../media/image1110.png"/><Relationship Id="rId9" Type="http://schemas.openxmlformats.org/officeDocument/2006/relationships/image" Target="../media/image1610.png"/><Relationship Id="rId14" Type="http://schemas.openxmlformats.org/officeDocument/2006/relationships/image" Target="../media/image2110.png"/><Relationship Id="rId22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26" Type="http://schemas.openxmlformats.org/officeDocument/2006/relationships/image" Target="../media/image114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113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12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1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41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40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29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29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262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png"/><Relationship Id="rId18" Type="http://schemas.openxmlformats.org/officeDocument/2006/relationships/image" Target="../media/image241.png"/><Relationship Id="rId26" Type="http://schemas.openxmlformats.org/officeDocument/2006/relationships/image" Target="../media/image329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28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27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241.png"/><Relationship Id="rId26" Type="http://schemas.openxmlformats.org/officeDocument/2006/relationships/image" Target="../media/image33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3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31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8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7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6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40" Type="http://schemas.openxmlformats.org/officeDocument/2006/relationships/image" Target="../media/image10.png"/><Relationship Id="rId5" Type="http://schemas.openxmlformats.org/officeDocument/2006/relationships/image" Target="../media/image234.png"/><Relationship Id="rId23" Type="http://schemas.openxmlformats.org/officeDocument/2006/relationships/image" Target="../media/image5.png"/><Relationship Id="rId28" Type="http://schemas.openxmlformats.org/officeDocument/2006/relationships/image" Target="../media/image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4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241.png"/><Relationship Id="rId26" Type="http://schemas.openxmlformats.org/officeDocument/2006/relationships/image" Target="../media/image329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28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13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23" Type="http://schemas.openxmlformats.org/officeDocument/2006/relationships/image" Target="../media/image327.png"/><Relationship Id="rId28" Type="http://schemas.openxmlformats.org/officeDocument/2006/relationships/image" Target="../media/image14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12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41.png"/><Relationship Id="rId26" Type="http://schemas.openxmlformats.org/officeDocument/2006/relationships/image" Target="../media/image8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7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17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23" Type="http://schemas.openxmlformats.org/officeDocument/2006/relationships/image" Target="../media/image331.png"/><Relationship Id="rId28" Type="http://schemas.openxmlformats.org/officeDocument/2006/relationships/image" Target="../media/image18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16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0.png"/><Relationship Id="rId3" Type="http://schemas.openxmlformats.org/officeDocument/2006/relationships/image" Target="../media/image410.png"/><Relationship Id="rId7" Type="http://schemas.openxmlformats.org/officeDocument/2006/relationships/image" Target="../media/image811.png"/><Relationship Id="rId12" Type="http://schemas.openxmlformats.org/officeDocument/2006/relationships/image" Target="../media/image4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47.png"/><Relationship Id="rId5" Type="http://schemas.openxmlformats.org/officeDocument/2006/relationships/image" Target="../media/image40.png"/><Relationship Id="rId10" Type="http://schemas.openxmlformats.org/officeDocument/2006/relationships/image" Target="../media/image158.png"/><Relationship Id="rId4" Type="http://schemas.openxmlformats.org/officeDocument/2006/relationships/image" Target="../media/image511.png"/><Relationship Id="rId9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0.png"/><Relationship Id="rId18" Type="http://schemas.openxmlformats.org/officeDocument/2006/relationships/image" Target="../media/image45.png"/><Relationship Id="rId3" Type="http://schemas.openxmlformats.org/officeDocument/2006/relationships/image" Target="../media/image43.png"/><Relationship Id="rId21" Type="http://schemas.openxmlformats.org/officeDocument/2006/relationships/image" Target="../media/image680.png"/><Relationship Id="rId7" Type="http://schemas.openxmlformats.org/officeDocument/2006/relationships/image" Target="../media/image54.png"/><Relationship Id="rId12" Type="http://schemas.openxmlformats.org/officeDocument/2006/relationships/image" Target="../media/image590.png"/><Relationship Id="rId17" Type="http://schemas.openxmlformats.org/officeDocument/2006/relationships/image" Target="../media/image640.png"/><Relationship Id="rId2" Type="http://schemas.openxmlformats.org/officeDocument/2006/relationships/image" Target="../media/image42.png"/><Relationship Id="rId16" Type="http://schemas.openxmlformats.org/officeDocument/2006/relationships/image" Target="../media/image630.png"/><Relationship Id="rId20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0.png"/><Relationship Id="rId10" Type="http://schemas.openxmlformats.org/officeDocument/2006/relationships/image" Target="../media/image57.png"/><Relationship Id="rId19" Type="http://schemas.openxmlformats.org/officeDocument/2006/relationships/image" Target="../media/image660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44.png"/><Relationship Id="rId22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0.png"/><Relationship Id="rId18" Type="http://schemas.openxmlformats.org/officeDocument/2006/relationships/image" Target="../media/image45.png"/><Relationship Id="rId3" Type="http://schemas.openxmlformats.org/officeDocument/2006/relationships/image" Target="../media/image43.png"/><Relationship Id="rId21" Type="http://schemas.openxmlformats.org/officeDocument/2006/relationships/image" Target="../media/image680.png"/><Relationship Id="rId7" Type="http://schemas.openxmlformats.org/officeDocument/2006/relationships/image" Target="../media/image54.png"/><Relationship Id="rId12" Type="http://schemas.openxmlformats.org/officeDocument/2006/relationships/image" Target="../media/image590.png"/><Relationship Id="rId17" Type="http://schemas.openxmlformats.org/officeDocument/2006/relationships/image" Target="../media/image640.png"/><Relationship Id="rId2" Type="http://schemas.openxmlformats.org/officeDocument/2006/relationships/image" Target="../media/image42.png"/><Relationship Id="rId16" Type="http://schemas.openxmlformats.org/officeDocument/2006/relationships/image" Target="../media/image630.png"/><Relationship Id="rId20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0.png"/><Relationship Id="rId10" Type="http://schemas.openxmlformats.org/officeDocument/2006/relationships/image" Target="../media/image57.png"/><Relationship Id="rId19" Type="http://schemas.openxmlformats.org/officeDocument/2006/relationships/image" Target="../media/image660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44.png"/><Relationship Id="rId22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4.png"/><Relationship Id="rId18" Type="http://schemas.openxmlformats.org/officeDocument/2006/relationships/image" Target="../media/image660.png"/><Relationship Id="rId3" Type="http://schemas.openxmlformats.org/officeDocument/2006/relationships/image" Target="../media/image43.png"/><Relationship Id="rId7" Type="http://schemas.openxmlformats.org/officeDocument/2006/relationships/image" Target="../media/image55.png"/><Relationship Id="rId12" Type="http://schemas.openxmlformats.org/officeDocument/2006/relationships/image" Target="../media/image600.png"/><Relationship Id="rId17" Type="http://schemas.openxmlformats.org/officeDocument/2006/relationships/image" Target="../media/image45.png"/><Relationship Id="rId2" Type="http://schemas.openxmlformats.org/officeDocument/2006/relationships/image" Target="../media/image42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.png"/><Relationship Id="rId19" Type="http://schemas.openxmlformats.org/officeDocument/2006/relationships/image" Target="../media/image67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4.png"/><Relationship Id="rId18" Type="http://schemas.openxmlformats.org/officeDocument/2006/relationships/image" Target="../media/image660.png"/><Relationship Id="rId3" Type="http://schemas.openxmlformats.org/officeDocument/2006/relationships/image" Target="../media/image43.png"/><Relationship Id="rId7" Type="http://schemas.openxmlformats.org/officeDocument/2006/relationships/image" Target="../media/image55.png"/><Relationship Id="rId12" Type="http://schemas.openxmlformats.org/officeDocument/2006/relationships/image" Target="../media/image600.png"/><Relationship Id="rId17" Type="http://schemas.openxmlformats.org/officeDocument/2006/relationships/image" Target="../media/image45.png"/><Relationship Id="rId2" Type="http://schemas.openxmlformats.org/officeDocument/2006/relationships/image" Target="../media/image42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.png"/><Relationship Id="rId19" Type="http://schemas.openxmlformats.org/officeDocument/2006/relationships/image" Target="../media/image67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4.png"/><Relationship Id="rId18" Type="http://schemas.openxmlformats.org/officeDocument/2006/relationships/image" Target="../media/image690.png"/><Relationship Id="rId3" Type="http://schemas.openxmlformats.org/officeDocument/2006/relationships/image" Target="../media/image50.png"/><Relationship Id="rId21" Type="http://schemas.openxmlformats.org/officeDocument/2006/relationships/image" Target="../media/image660.png"/><Relationship Id="rId7" Type="http://schemas.openxmlformats.org/officeDocument/2006/relationships/image" Target="../media/image55.png"/><Relationship Id="rId12" Type="http://schemas.openxmlformats.org/officeDocument/2006/relationships/image" Target="../media/image600.png"/><Relationship Id="rId17" Type="http://schemas.openxmlformats.org/officeDocument/2006/relationships/image" Target="../media/image45.png"/><Relationship Id="rId2" Type="http://schemas.openxmlformats.org/officeDocument/2006/relationships/image" Target="../media/image42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.png"/><Relationship Id="rId19" Type="http://schemas.openxmlformats.org/officeDocument/2006/relationships/image" Target="../media/image67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12.png"/><Relationship Id="rId18" Type="http://schemas.openxmlformats.org/officeDocument/2006/relationships/image" Target="../media/image146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801.png"/><Relationship Id="rId17" Type="http://schemas.openxmlformats.org/officeDocument/2006/relationships/image" Target="../media/image851.png"/><Relationship Id="rId2" Type="http://schemas.openxmlformats.org/officeDocument/2006/relationships/image" Target="../media/image700.png"/><Relationship Id="rId16" Type="http://schemas.openxmlformats.org/officeDocument/2006/relationships/image" Target="../media/image841.png"/><Relationship Id="rId20" Type="http://schemas.openxmlformats.org/officeDocument/2006/relationships/image" Target="../media/image8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791.png"/><Relationship Id="rId5" Type="http://schemas.openxmlformats.org/officeDocument/2006/relationships/image" Target="../media/image142.png"/><Relationship Id="rId15" Type="http://schemas.openxmlformats.org/officeDocument/2006/relationships/image" Target="../media/image831.png"/><Relationship Id="rId10" Type="http://schemas.openxmlformats.org/officeDocument/2006/relationships/image" Target="../media/image144.png"/><Relationship Id="rId19" Type="http://schemas.openxmlformats.org/officeDocument/2006/relationships/image" Target="../media/image660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1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01.png"/><Relationship Id="rId18" Type="http://schemas.openxmlformats.org/officeDocument/2006/relationships/image" Target="../media/image851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791.png"/><Relationship Id="rId17" Type="http://schemas.openxmlformats.org/officeDocument/2006/relationships/image" Target="../media/image841.png"/><Relationship Id="rId2" Type="http://schemas.openxmlformats.org/officeDocument/2006/relationships/image" Target="../media/image700.png"/><Relationship Id="rId16" Type="http://schemas.openxmlformats.org/officeDocument/2006/relationships/image" Target="../media/image831.png"/><Relationship Id="rId20" Type="http://schemas.openxmlformats.org/officeDocument/2006/relationships/image" Target="../media/image8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660.png"/><Relationship Id="rId5" Type="http://schemas.openxmlformats.org/officeDocument/2006/relationships/image" Target="../media/image142.png"/><Relationship Id="rId15" Type="http://schemas.openxmlformats.org/officeDocument/2006/relationships/image" Target="../media/image145.png"/><Relationship Id="rId10" Type="http://schemas.openxmlformats.org/officeDocument/2006/relationships/image" Target="../media/image147.png"/><Relationship Id="rId19" Type="http://schemas.openxmlformats.org/officeDocument/2006/relationships/image" Target="../media/image146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81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13" Type="http://schemas.openxmlformats.org/officeDocument/2006/relationships/image" Target="../media/image1010.png"/><Relationship Id="rId3" Type="http://schemas.openxmlformats.org/officeDocument/2006/relationships/image" Target="../media/image910.png"/><Relationship Id="rId7" Type="http://schemas.openxmlformats.org/officeDocument/2006/relationships/image" Target="../media/image950.png"/><Relationship Id="rId12" Type="http://schemas.openxmlformats.org/officeDocument/2006/relationships/image" Target="../media/image1000.png"/><Relationship Id="rId17" Type="http://schemas.openxmlformats.org/officeDocument/2006/relationships/image" Target="../media/image1050.png"/><Relationship Id="rId2" Type="http://schemas.openxmlformats.org/officeDocument/2006/relationships/image" Target="../media/image901.png"/><Relationship Id="rId16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0.png"/><Relationship Id="rId11" Type="http://schemas.openxmlformats.org/officeDocument/2006/relationships/image" Target="../media/image990.png"/><Relationship Id="rId5" Type="http://schemas.openxmlformats.org/officeDocument/2006/relationships/image" Target="../media/image148.png"/><Relationship Id="rId15" Type="http://schemas.openxmlformats.org/officeDocument/2006/relationships/image" Target="../media/image1030.png"/><Relationship Id="rId10" Type="http://schemas.openxmlformats.org/officeDocument/2006/relationships/image" Target="../media/image150.png"/><Relationship Id="rId4" Type="http://schemas.openxmlformats.org/officeDocument/2006/relationships/image" Target="../media/image920.png"/><Relationship Id="rId9" Type="http://schemas.openxmlformats.org/officeDocument/2006/relationships/image" Target="../media/image149.png"/><Relationship Id="rId14" Type="http://schemas.openxmlformats.org/officeDocument/2006/relationships/image" Target="../media/image10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1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153.png"/><Relationship Id="rId2" Type="http://schemas.openxmlformats.org/officeDocument/2006/relationships/image" Target="../media/image152.png"/><Relationship Id="rId16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5" Type="http://schemas.openxmlformats.org/officeDocument/2006/relationships/image" Target="../media/image380.png"/><Relationship Id="rId10" Type="http://schemas.openxmlformats.org/officeDocument/2006/relationships/image" Target="../media/image3300.png"/><Relationship Id="rId4" Type="http://schemas.openxmlformats.org/officeDocument/2006/relationships/image" Target="../media/image270.png"/><Relationship Id="rId9" Type="http://schemas.openxmlformats.org/officeDocument/2006/relationships/image" Target="../media/image3200.png"/><Relationship Id="rId14" Type="http://schemas.openxmlformats.org/officeDocument/2006/relationships/image" Target="../media/image37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154.png"/><Relationship Id="rId4" Type="http://schemas.openxmlformats.org/officeDocument/2006/relationships/image" Target="../media/image510.png"/><Relationship Id="rId9" Type="http://schemas.openxmlformats.org/officeDocument/2006/relationships/image" Target="../media/image15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154.png"/><Relationship Id="rId4" Type="http://schemas.openxmlformats.org/officeDocument/2006/relationships/image" Target="../media/image510.png"/><Relationship Id="rId9" Type="http://schemas.openxmlformats.org/officeDocument/2006/relationships/image" Target="../media/image15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154.png"/><Relationship Id="rId4" Type="http://schemas.openxmlformats.org/officeDocument/2006/relationships/image" Target="../media/image510.png"/><Relationship Id="rId9" Type="http://schemas.openxmlformats.org/officeDocument/2006/relationships/image" Target="../media/image15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154.png"/><Relationship Id="rId4" Type="http://schemas.openxmlformats.org/officeDocument/2006/relationships/image" Target="../media/image510.png"/><Relationship Id="rId9" Type="http://schemas.openxmlformats.org/officeDocument/2006/relationships/image" Target="../media/image15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0.png"/><Relationship Id="rId3" Type="http://schemas.openxmlformats.org/officeDocument/2006/relationships/image" Target="../media/image820.png"/><Relationship Id="rId7" Type="http://schemas.openxmlformats.org/officeDocument/2006/relationships/image" Target="../media/image86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Relationship Id="rId9" Type="http://schemas.openxmlformats.org/officeDocument/2006/relationships/image" Target="../media/image88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810.png"/><Relationship Id="rId7" Type="http://schemas.openxmlformats.org/officeDocument/2006/relationships/image" Target="../media/image85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0.png"/><Relationship Id="rId5" Type="http://schemas.openxmlformats.org/officeDocument/2006/relationships/image" Target="../media/image830.png"/><Relationship Id="rId10" Type="http://schemas.openxmlformats.org/officeDocument/2006/relationships/image" Target="../media/image880.png"/><Relationship Id="rId4" Type="http://schemas.openxmlformats.org/officeDocument/2006/relationships/image" Target="../media/image820.png"/><Relationship Id="rId9" Type="http://schemas.openxmlformats.org/officeDocument/2006/relationships/image" Target="../media/image87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810.png"/><Relationship Id="rId7" Type="http://schemas.openxmlformats.org/officeDocument/2006/relationships/image" Target="../media/image85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0.png"/><Relationship Id="rId5" Type="http://schemas.openxmlformats.org/officeDocument/2006/relationships/image" Target="../media/image830.png"/><Relationship Id="rId10" Type="http://schemas.openxmlformats.org/officeDocument/2006/relationships/image" Target="../media/image880.png"/><Relationship Id="rId4" Type="http://schemas.openxmlformats.org/officeDocument/2006/relationships/image" Target="../media/image820.png"/><Relationship Id="rId9" Type="http://schemas.openxmlformats.org/officeDocument/2006/relationships/image" Target="../media/image87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810.png"/><Relationship Id="rId7" Type="http://schemas.openxmlformats.org/officeDocument/2006/relationships/image" Target="../media/image850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0.png"/><Relationship Id="rId5" Type="http://schemas.openxmlformats.org/officeDocument/2006/relationships/image" Target="../media/image830.png"/><Relationship Id="rId10" Type="http://schemas.openxmlformats.org/officeDocument/2006/relationships/image" Target="../media/image880.png"/><Relationship Id="rId4" Type="http://schemas.openxmlformats.org/officeDocument/2006/relationships/image" Target="../media/image820.png"/><Relationship Id="rId9" Type="http://schemas.openxmlformats.org/officeDocument/2006/relationships/image" Target="../media/image87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17</a:t>
            </a:r>
          </a:p>
          <a:p>
            <a:r>
              <a:rPr lang="en-US" dirty="0"/>
              <a:t>10/28/2025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Sparse Transformers Basics</a:t>
            </a:r>
          </a:p>
          <a:p>
            <a:r>
              <a:rPr lang="en-US" dirty="0"/>
              <a:t>Sparse Masks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EC13-21A1-58EE-9166-65C0F65E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A93A-3AAF-D595-514B-2BF3E52E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FF3E-888E-B6C9-31D3-0E209706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Sparse Transformers Basics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Sparse Masks</a:t>
            </a:r>
          </a:p>
        </p:txBody>
      </p:sp>
    </p:spTree>
    <p:extLst>
      <p:ext uri="{BB962C8B-B14F-4D97-AF65-F5344CB8AC3E}">
        <p14:creationId xmlns:p14="http://schemas.microsoft.com/office/powerpoint/2010/main" val="100712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AB6F-E373-B586-6E78-BEDC11DB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 – Fast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588EC-CFEF-33A5-8B83-EBE75C3183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pPr lvl="1"/>
                <a:r>
                  <a:rPr lang="en-US" dirty="0"/>
                  <a:t>Operation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Dense matrices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588EC-CFEF-33A5-8B83-EBE75C3183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02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D9047-E8CA-3BFA-EDE6-336C0B12A2C4}"/>
              </a:ext>
            </a:extLst>
          </p:cNvPr>
          <p:cNvSpPr/>
          <p:nvPr/>
        </p:nvSpPr>
        <p:spPr>
          <a:xfrm>
            <a:off x="1702979" y="258733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AFB2-2293-0137-033C-2FAA9A864AF3}"/>
              </a:ext>
            </a:extLst>
          </p:cNvPr>
          <p:cNvSpPr/>
          <p:nvPr/>
        </p:nvSpPr>
        <p:spPr>
          <a:xfrm>
            <a:off x="5087676" y="258733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BAC20-E486-A645-6F62-B7E2B650973F}"/>
              </a:ext>
            </a:extLst>
          </p:cNvPr>
          <p:cNvCxnSpPr/>
          <p:nvPr/>
        </p:nvCxnSpPr>
        <p:spPr>
          <a:xfrm>
            <a:off x="1908544" y="285484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AE771-1CF3-FCBB-24EC-B61D004631C1}"/>
              </a:ext>
            </a:extLst>
          </p:cNvPr>
          <p:cNvCxnSpPr/>
          <p:nvPr/>
        </p:nvCxnSpPr>
        <p:spPr>
          <a:xfrm>
            <a:off x="1908544" y="30976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F6D229-0000-C32A-C11A-0DCA18216F42}"/>
              </a:ext>
            </a:extLst>
          </p:cNvPr>
          <p:cNvCxnSpPr/>
          <p:nvPr/>
        </p:nvCxnSpPr>
        <p:spPr>
          <a:xfrm>
            <a:off x="1908544" y="338292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115D93-F462-BF48-71FF-E870CC6D5C20}"/>
              </a:ext>
            </a:extLst>
          </p:cNvPr>
          <p:cNvCxnSpPr/>
          <p:nvPr/>
        </p:nvCxnSpPr>
        <p:spPr>
          <a:xfrm>
            <a:off x="1908544" y="464288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/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0AC651-F1CE-EAB4-7F57-5F7BC3AF6C7B}"/>
              </a:ext>
            </a:extLst>
          </p:cNvPr>
          <p:cNvCxnSpPr>
            <a:cxnSpLocks/>
          </p:cNvCxnSpPr>
          <p:nvPr/>
        </p:nvCxnSpPr>
        <p:spPr>
          <a:xfrm>
            <a:off x="5322477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F97FC8-D92A-B6BD-5997-EC91AE5BAB5A}"/>
              </a:ext>
            </a:extLst>
          </p:cNvPr>
          <p:cNvCxnSpPr>
            <a:cxnSpLocks/>
          </p:cNvCxnSpPr>
          <p:nvPr/>
        </p:nvCxnSpPr>
        <p:spPr>
          <a:xfrm>
            <a:off x="5565254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F2B7A-5A4A-ACBD-A165-2A4953517217}"/>
              </a:ext>
            </a:extLst>
          </p:cNvPr>
          <p:cNvCxnSpPr>
            <a:cxnSpLocks/>
          </p:cNvCxnSpPr>
          <p:nvPr/>
        </p:nvCxnSpPr>
        <p:spPr>
          <a:xfrm>
            <a:off x="5823980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9C35C-252C-E425-7940-37FC58E91FF5}"/>
              </a:ext>
            </a:extLst>
          </p:cNvPr>
          <p:cNvCxnSpPr>
            <a:cxnSpLocks/>
          </p:cNvCxnSpPr>
          <p:nvPr/>
        </p:nvCxnSpPr>
        <p:spPr>
          <a:xfrm>
            <a:off x="7151277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9D24A-992A-28F4-D61A-AC49686A4214}"/>
              </a:ext>
            </a:extLst>
          </p:cNvPr>
          <p:cNvCxnSpPr>
            <a:cxnSpLocks/>
          </p:cNvCxnSpPr>
          <p:nvPr/>
        </p:nvCxnSpPr>
        <p:spPr>
          <a:xfrm>
            <a:off x="7431268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913C15-BB26-89F1-99EF-8137C91A42EE}"/>
              </a:ext>
            </a:extLst>
          </p:cNvPr>
          <p:cNvCxnSpPr>
            <a:cxnSpLocks/>
          </p:cNvCxnSpPr>
          <p:nvPr/>
        </p:nvCxnSpPr>
        <p:spPr>
          <a:xfrm>
            <a:off x="7721891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/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/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/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ket 21">
            <a:extLst>
              <a:ext uri="{FF2B5EF4-FFF2-40B4-BE49-F238E27FC236}">
                <a16:creationId xmlns:a16="http://schemas.microsoft.com/office/drawing/2014/main" id="{27F5E8B6-1421-3B1E-4540-A77E095BE94C}"/>
              </a:ext>
            </a:extLst>
          </p:cNvPr>
          <p:cNvSpPr/>
          <p:nvPr/>
        </p:nvSpPr>
        <p:spPr>
          <a:xfrm>
            <a:off x="933896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C3ED531-E301-FB63-E055-BD76643DB689}"/>
              </a:ext>
            </a:extLst>
          </p:cNvPr>
          <p:cNvSpPr/>
          <p:nvPr/>
        </p:nvSpPr>
        <p:spPr>
          <a:xfrm rot="10800000">
            <a:off x="7906343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0AF4D-CF32-D80F-99CC-3CDE775F2EBE}"/>
              </a:ext>
            </a:extLst>
          </p:cNvPr>
          <p:cNvSpPr txBox="1"/>
          <p:nvPr/>
        </p:nvSpPr>
        <p:spPr>
          <a:xfrm>
            <a:off x="41369" y="3569552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9171091" y="2469818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/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/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/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blipFill>
                <a:blip r:embed="rId1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/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/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/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6B86F-0C8A-6FC9-D209-DBC98A359E2A}"/>
              </a:ext>
            </a:extLst>
          </p:cNvPr>
          <p:cNvCxnSpPr>
            <a:cxnSpLocks/>
          </p:cNvCxnSpPr>
          <p:nvPr/>
        </p:nvCxnSpPr>
        <p:spPr>
          <a:xfrm flipH="1">
            <a:off x="3802935" y="1737132"/>
            <a:ext cx="1077902" cy="732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4FE1B3-A67D-6837-9EE6-1BAA38A03BE1}"/>
              </a:ext>
            </a:extLst>
          </p:cNvPr>
          <p:cNvCxnSpPr>
            <a:cxnSpLocks/>
          </p:cNvCxnSpPr>
          <p:nvPr/>
        </p:nvCxnSpPr>
        <p:spPr>
          <a:xfrm>
            <a:off x="5138688" y="1717592"/>
            <a:ext cx="1276289" cy="8697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BE19BD-AE3C-7232-CEEE-29BE6A819BC7}"/>
              </a:ext>
            </a:extLst>
          </p:cNvPr>
          <p:cNvCxnSpPr>
            <a:cxnSpLocks/>
          </p:cNvCxnSpPr>
          <p:nvPr/>
        </p:nvCxnSpPr>
        <p:spPr>
          <a:xfrm>
            <a:off x="5484289" y="1648436"/>
            <a:ext cx="3661840" cy="1402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/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 Matrix: Each row is a query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Matrix: Each column is a key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Matrix: Each row is a value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blipFill>
                <a:blip r:embed="rId16"/>
                <a:stretch>
                  <a:fillRect l="-1244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9430908" y="28071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9430908" y="30499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9430908" y="333526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9430908" y="459522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6C34B83-315E-6233-51F8-898C6F42D304}"/>
              </a:ext>
            </a:extLst>
          </p:cNvPr>
          <p:cNvSpPr txBox="1"/>
          <p:nvPr/>
        </p:nvSpPr>
        <p:spPr>
          <a:xfrm>
            <a:off x="4674767" y="356955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13FD1-550E-D732-0069-7BE2B688AA97}"/>
              </a:ext>
            </a:extLst>
          </p:cNvPr>
          <p:cNvSpPr txBox="1"/>
          <p:nvPr/>
        </p:nvSpPr>
        <p:spPr>
          <a:xfrm>
            <a:off x="8437162" y="358184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7490010" y="6145906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/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blipFill>
                <a:blip r:embed="rId2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/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/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4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19DD-0C66-19C3-EA02-9F4B8F27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C3721-0F30-2411-85B7-C837D5D803DC}"/>
              </a:ext>
            </a:extLst>
          </p:cNvPr>
          <p:cNvSpPr/>
          <p:nvPr/>
        </p:nvSpPr>
        <p:spPr>
          <a:xfrm>
            <a:off x="1018692" y="2762947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67575-53FA-A7D8-C07B-51BECA2DD32F}"/>
              </a:ext>
            </a:extLst>
          </p:cNvPr>
          <p:cNvSpPr/>
          <p:nvPr/>
        </p:nvSpPr>
        <p:spPr>
          <a:xfrm>
            <a:off x="4403389" y="276294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0FE4A7-C50D-23AF-4E5C-62CB6F1F9FED}"/>
              </a:ext>
            </a:extLst>
          </p:cNvPr>
          <p:cNvCxnSpPr/>
          <p:nvPr/>
        </p:nvCxnSpPr>
        <p:spPr>
          <a:xfrm>
            <a:off x="1224257" y="30304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CFED5A-7D9A-74A2-2B9D-46BED50366E1}"/>
              </a:ext>
            </a:extLst>
          </p:cNvPr>
          <p:cNvCxnSpPr/>
          <p:nvPr/>
        </p:nvCxnSpPr>
        <p:spPr>
          <a:xfrm>
            <a:off x="1224257" y="327323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3A957F-B9F3-A9FD-F9F0-0F3E85953B46}"/>
              </a:ext>
            </a:extLst>
          </p:cNvPr>
          <p:cNvCxnSpPr/>
          <p:nvPr/>
        </p:nvCxnSpPr>
        <p:spPr>
          <a:xfrm>
            <a:off x="1224257" y="355854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512171-ABAC-24A5-51AB-1CC97995A1F1}"/>
              </a:ext>
            </a:extLst>
          </p:cNvPr>
          <p:cNvCxnSpPr/>
          <p:nvPr/>
        </p:nvCxnSpPr>
        <p:spPr>
          <a:xfrm>
            <a:off x="1224257" y="481849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F47EE9-D914-06C0-998E-AAD558DEE19E}"/>
                  </a:ext>
                </a:extLst>
              </p:cNvPr>
              <p:cNvSpPr txBox="1"/>
              <p:nvPr/>
            </p:nvSpPr>
            <p:spPr>
              <a:xfrm>
                <a:off x="470994" y="371438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F47EE9-D914-06C0-998E-AAD558DEE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94" y="371438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040DCE-8EB5-69B0-F217-259728A4FF5A}"/>
              </a:ext>
            </a:extLst>
          </p:cNvPr>
          <p:cNvCxnSpPr>
            <a:cxnSpLocks/>
          </p:cNvCxnSpPr>
          <p:nvPr/>
        </p:nvCxnSpPr>
        <p:spPr>
          <a:xfrm>
            <a:off x="4638190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BDE473-1811-7337-86AF-C346494E5951}"/>
              </a:ext>
            </a:extLst>
          </p:cNvPr>
          <p:cNvCxnSpPr>
            <a:cxnSpLocks/>
          </p:cNvCxnSpPr>
          <p:nvPr/>
        </p:nvCxnSpPr>
        <p:spPr>
          <a:xfrm>
            <a:off x="4880967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362769-E4B3-B838-199B-24B51C66E624}"/>
              </a:ext>
            </a:extLst>
          </p:cNvPr>
          <p:cNvCxnSpPr>
            <a:cxnSpLocks/>
          </p:cNvCxnSpPr>
          <p:nvPr/>
        </p:nvCxnSpPr>
        <p:spPr>
          <a:xfrm>
            <a:off x="5139693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BF7F9D-D3D4-9621-5889-1B403398C357}"/>
              </a:ext>
            </a:extLst>
          </p:cNvPr>
          <p:cNvCxnSpPr>
            <a:cxnSpLocks/>
          </p:cNvCxnSpPr>
          <p:nvPr/>
        </p:nvCxnSpPr>
        <p:spPr>
          <a:xfrm>
            <a:off x="6466990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E742FC-57B6-D285-8A0E-749B883FE20F}"/>
              </a:ext>
            </a:extLst>
          </p:cNvPr>
          <p:cNvCxnSpPr>
            <a:cxnSpLocks/>
          </p:cNvCxnSpPr>
          <p:nvPr/>
        </p:nvCxnSpPr>
        <p:spPr>
          <a:xfrm>
            <a:off x="6746981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DF9B06-435D-FCB7-8816-CE8FB2553978}"/>
              </a:ext>
            </a:extLst>
          </p:cNvPr>
          <p:cNvCxnSpPr>
            <a:cxnSpLocks/>
          </p:cNvCxnSpPr>
          <p:nvPr/>
        </p:nvCxnSpPr>
        <p:spPr>
          <a:xfrm>
            <a:off x="7037604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C522D-9023-A923-274E-57CAE9B6A7BF}"/>
                  </a:ext>
                </a:extLst>
              </p:cNvPr>
              <p:cNvSpPr txBox="1"/>
              <p:nvPr/>
            </p:nvSpPr>
            <p:spPr>
              <a:xfrm>
                <a:off x="5730690" y="536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C522D-9023-A923-274E-57CAE9B6A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690" y="5362531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8FE468-CEAA-B582-61FF-1EE4C21A04A0}"/>
                  </a:ext>
                </a:extLst>
              </p:cNvPr>
              <p:cNvSpPr txBox="1"/>
              <p:nvPr/>
            </p:nvSpPr>
            <p:spPr>
              <a:xfrm>
                <a:off x="2170034" y="215083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8FE468-CEAA-B582-61FF-1EE4C21A0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34" y="2150839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CD3B5D-FBAD-260C-96B1-24EBB9EC0FCA}"/>
                  </a:ext>
                </a:extLst>
              </p:cNvPr>
              <p:cNvSpPr txBox="1"/>
              <p:nvPr/>
            </p:nvSpPr>
            <p:spPr>
              <a:xfrm>
                <a:off x="7379301" y="3778004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CD3B5D-FBAD-260C-96B1-24EBB9EC0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01" y="3778004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485F0B-A67D-3AF2-2038-70E02D087E49}"/>
                  </a:ext>
                </a:extLst>
              </p:cNvPr>
              <p:cNvSpPr txBox="1"/>
              <p:nvPr/>
            </p:nvSpPr>
            <p:spPr>
              <a:xfrm>
                <a:off x="2183820" y="268640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485F0B-A67D-3AF2-2038-70E02D08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2686408"/>
                <a:ext cx="42813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E81C1-A92B-147E-908F-083F88D9B279}"/>
                  </a:ext>
                </a:extLst>
              </p:cNvPr>
              <p:cNvSpPr txBox="1"/>
              <p:nvPr/>
            </p:nvSpPr>
            <p:spPr>
              <a:xfrm>
                <a:off x="2183820" y="296627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E81C1-A92B-147E-908F-083F88D9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2966273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CD25A-368E-7814-54B9-D94A548D5193}"/>
                  </a:ext>
                </a:extLst>
              </p:cNvPr>
              <p:cNvSpPr txBox="1"/>
              <p:nvPr/>
            </p:nvSpPr>
            <p:spPr>
              <a:xfrm>
                <a:off x="2181159" y="322678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CD25A-368E-7814-54B9-D94A548D5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159" y="3226789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F9CED4-5521-D256-C8CF-B4DFD6BA520A}"/>
                  </a:ext>
                </a:extLst>
              </p:cNvPr>
              <p:cNvSpPr txBox="1"/>
              <p:nvPr/>
            </p:nvSpPr>
            <p:spPr>
              <a:xfrm>
                <a:off x="4320142" y="3665955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F9CED4-5521-D256-C8CF-B4DFD6BA5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42" y="3665955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50B37-C884-4749-C953-28618F0F784B}"/>
                  </a:ext>
                </a:extLst>
              </p:cNvPr>
              <p:cNvSpPr txBox="1"/>
              <p:nvPr/>
            </p:nvSpPr>
            <p:spPr>
              <a:xfrm>
                <a:off x="4553251" y="367904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50B37-C884-4749-C953-28618F0F7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251" y="3679041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7D792-4BD1-CD1B-D256-AB53786D2FD2}"/>
                  </a:ext>
                </a:extLst>
              </p:cNvPr>
              <p:cNvSpPr txBox="1"/>
              <p:nvPr/>
            </p:nvSpPr>
            <p:spPr>
              <a:xfrm>
                <a:off x="4820148" y="367904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7D792-4BD1-CD1B-D256-AB53786D2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148" y="3679041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0090BA8-2759-E739-EDF1-F863BDC6F924}"/>
              </a:ext>
            </a:extLst>
          </p:cNvPr>
          <p:cNvSpPr txBox="1"/>
          <p:nvPr/>
        </p:nvSpPr>
        <p:spPr>
          <a:xfrm>
            <a:off x="3990480" y="37451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3CB49E-F27E-84A9-A2F5-B75879E03CCF}"/>
                  </a:ext>
                </a:extLst>
              </p:cNvPr>
              <p:cNvSpPr txBox="1"/>
              <p:nvPr/>
            </p:nvSpPr>
            <p:spPr>
              <a:xfrm>
                <a:off x="2183820" y="449679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3CB49E-F27E-84A9-A2F5-B75879E03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4496799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BBD941-B716-F22E-CFF4-B740D4572456}"/>
                  </a:ext>
                </a:extLst>
              </p:cNvPr>
              <p:cNvSpPr txBox="1"/>
              <p:nvPr/>
            </p:nvSpPr>
            <p:spPr>
              <a:xfrm>
                <a:off x="6725868" y="374516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BBD941-B716-F22E-CFF4-B740D457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868" y="3745165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5C8145C-87DC-5FB5-F604-BF40AA94F458}"/>
              </a:ext>
            </a:extLst>
          </p:cNvPr>
          <p:cNvSpPr txBox="1"/>
          <p:nvPr/>
        </p:nvSpPr>
        <p:spPr>
          <a:xfrm>
            <a:off x="7922550" y="3704223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8EBF09-04FE-3994-7024-F2F0E0FC9098}"/>
              </a:ext>
            </a:extLst>
          </p:cNvPr>
          <p:cNvSpPr/>
          <p:nvPr/>
        </p:nvSpPr>
        <p:spPr>
          <a:xfrm>
            <a:off x="8645778" y="2716778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F1BCA0-B43B-18C0-BF03-6CA68826642F}"/>
                  </a:ext>
                </a:extLst>
              </p:cNvPr>
              <p:cNvSpPr txBox="1"/>
              <p:nvPr/>
            </p:nvSpPr>
            <p:spPr>
              <a:xfrm>
                <a:off x="11749598" y="372977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F1BCA0-B43B-18C0-BF03-6CA68826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9598" y="3729776"/>
                <a:ext cx="3657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EC99AD-FEBA-E55C-4BE8-5D3991723876}"/>
                  </a:ext>
                </a:extLst>
              </p:cNvPr>
              <p:cNvSpPr txBox="1"/>
              <p:nvPr/>
            </p:nvSpPr>
            <p:spPr>
              <a:xfrm>
                <a:off x="9970639" y="545336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EC99AD-FEBA-E55C-4BE8-5D399172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639" y="5453365"/>
                <a:ext cx="3657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E0F5A-77F2-77E5-BB5E-4FB92A848DE8}"/>
              </a:ext>
            </a:extLst>
          </p:cNvPr>
          <p:cNvCxnSpPr>
            <a:cxnSpLocks/>
          </p:cNvCxnSpPr>
          <p:nvPr/>
        </p:nvCxnSpPr>
        <p:spPr>
          <a:xfrm>
            <a:off x="836735" y="2775188"/>
            <a:ext cx="0" cy="24243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7C6A7A-C3E3-DE6B-81E7-70077B8CBB1F}"/>
              </a:ext>
            </a:extLst>
          </p:cNvPr>
          <p:cNvCxnSpPr>
            <a:cxnSpLocks/>
          </p:cNvCxnSpPr>
          <p:nvPr/>
        </p:nvCxnSpPr>
        <p:spPr>
          <a:xfrm flipH="1">
            <a:off x="1018692" y="263897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0DCEA5C-9BD0-DFDA-1BEE-23FD1975E379}"/>
              </a:ext>
            </a:extLst>
          </p:cNvPr>
          <p:cNvCxnSpPr>
            <a:cxnSpLocks/>
          </p:cNvCxnSpPr>
          <p:nvPr/>
        </p:nvCxnSpPr>
        <p:spPr>
          <a:xfrm flipH="1">
            <a:off x="4403389" y="5362531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B87741-656C-0DFB-12AF-B6A3002DF406}"/>
              </a:ext>
            </a:extLst>
          </p:cNvPr>
          <p:cNvCxnSpPr>
            <a:cxnSpLocks/>
          </p:cNvCxnSpPr>
          <p:nvPr/>
        </p:nvCxnSpPr>
        <p:spPr>
          <a:xfrm>
            <a:off x="7456435" y="2716778"/>
            <a:ext cx="0" cy="248272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F71BA8-DE77-75D8-47ED-2E49E566FED7}"/>
              </a:ext>
            </a:extLst>
          </p:cNvPr>
          <p:cNvCxnSpPr>
            <a:cxnSpLocks/>
          </p:cNvCxnSpPr>
          <p:nvPr/>
        </p:nvCxnSpPr>
        <p:spPr>
          <a:xfrm flipH="1">
            <a:off x="8645778" y="5336561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58FA801-E1FC-3DD2-00B3-4BAF18DB50B6}"/>
              </a:ext>
            </a:extLst>
          </p:cNvPr>
          <p:cNvCxnSpPr>
            <a:cxnSpLocks/>
          </p:cNvCxnSpPr>
          <p:nvPr/>
        </p:nvCxnSpPr>
        <p:spPr>
          <a:xfrm>
            <a:off x="11749598" y="2729304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F80E6E-789D-5E2F-69ED-135641CE1417}"/>
                  </a:ext>
                </a:extLst>
              </p:cNvPr>
              <p:cNvSpPr txBox="1"/>
              <p:nvPr/>
            </p:nvSpPr>
            <p:spPr>
              <a:xfrm>
                <a:off x="8662344" y="27629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F80E6E-789D-5E2F-69ED-135641CE1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344" y="2762946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 r="-576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CB1AE5-4C62-ECE3-4DD1-4444355F878B}"/>
                  </a:ext>
                </a:extLst>
              </p:cNvPr>
              <p:cNvSpPr txBox="1"/>
              <p:nvPr/>
            </p:nvSpPr>
            <p:spPr>
              <a:xfrm>
                <a:off x="9350911" y="276021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CB1AE5-4C62-ECE3-4DD1-4444355F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11" y="2760214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FF8B51-1BE2-9116-CAE9-F962E827A48D}"/>
                  </a:ext>
                </a:extLst>
              </p:cNvPr>
              <p:cNvSpPr txBox="1"/>
              <p:nvPr/>
            </p:nvSpPr>
            <p:spPr>
              <a:xfrm>
                <a:off x="10836096" y="278160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FF8B51-1BE2-9116-CAE9-F962E827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6" y="2781607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 r="-576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045AEE90-7244-243B-5D92-820C6C40E195}"/>
              </a:ext>
            </a:extLst>
          </p:cNvPr>
          <p:cNvSpPr txBox="1"/>
          <p:nvPr/>
        </p:nvSpPr>
        <p:spPr>
          <a:xfrm>
            <a:off x="10127169" y="271677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0D2B26-E330-C070-F4D9-058E54CD95B2}"/>
                  </a:ext>
                </a:extLst>
              </p:cNvPr>
              <p:cNvSpPr txBox="1"/>
              <p:nvPr/>
            </p:nvSpPr>
            <p:spPr>
              <a:xfrm>
                <a:off x="8662344" y="32824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0D2B26-E330-C070-F4D9-058E54CD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344" y="3282471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91C903-A030-8783-2F4D-98EAF630AE35}"/>
                  </a:ext>
                </a:extLst>
              </p:cNvPr>
              <p:cNvSpPr txBox="1"/>
              <p:nvPr/>
            </p:nvSpPr>
            <p:spPr>
              <a:xfrm>
                <a:off x="9350911" y="327973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91C903-A030-8783-2F4D-98EAF630A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11" y="3279739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143B71-2D4B-D624-D4CE-25A354976F08}"/>
                  </a:ext>
                </a:extLst>
              </p:cNvPr>
              <p:cNvSpPr txBox="1"/>
              <p:nvPr/>
            </p:nvSpPr>
            <p:spPr>
              <a:xfrm>
                <a:off x="10836096" y="330113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143B71-2D4B-D624-D4CE-25A35497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6" y="330113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0C7D01E6-DBE4-3C68-254B-6B4EE4792E90}"/>
              </a:ext>
            </a:extLst>
          </p:cNvPr>
          <p:cNvSpPr txBox="1"/>
          <p:nvPr/>
        </p:nvSpPr>
        <p:spPr>
          <a:xfrm>
            <a:off x="10127169" y="323630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EA4C4DE-1A45-40F2-B659-9A8864142C85}"/>
                  </a:ext>
                </a:extLst>
              </p:cNvPr>
              <p:cNvSpPr txBox="1"/>
              <p:nvPr/>
            </p:nvSpPr>
            <p:spPr>
              <a:xfrm>
                <a:off x="8671194" y="469174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EA4C4DE-1A45-40F2-B659-9A8864142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194" y="4691747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 r="-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3C15DA-D9D9-1C46-8BBD-F4F0BB4B3581}"/>
                  </a:ext>
                </a:extLst>
              </p:cNvPr>
              <p:cNvSpPr txBox="1"/>
              <p:nvPr/>
            </p:nvSpPr>
            <p:spPr>
              <a:xfrm>
                <a:off x="9359761" y="46890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3C15DA-D9D9-1C46-8BBD-F4F0BB4B3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761" y="4689015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 r="-666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55E44D-5610-91C0-0F06-13185C9D416A}"/>
                  </a:ext>
                </a:extLst>
              </p:cNvPr>
              <p:cNvSpPr txBox="1"/>
              <p:nvPr/>
            </p:nvSpPr>
            <p:spPr>
              <a:xfrm>
                <a:off x="10844946" y="4710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55E44D-5610-91C0-0F06-13185C9D4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946" y="4710408"/>
                <a:ext cx="635841" cy="369332"/>
              </a:xfrm>
              <a:prstGeom prst="rect">
                <a:avLst/>
              </a:prstGeom>
              <a:blipFill>
                <a:blip r:embed="rId24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155E8D6-79B7-9960-6D00-401EE06EFE94}"/>
              </a:ext>
            </a:extLst>
          </p:cNvPr>
          <p:cNvSpPr txBox="1"/>
          <p:nvPr/>
        </p:nvSpPr>
        <p:spPr>
          <a:xfrm>
            <a:off x="10136019" y="4645579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7447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8540-BFBE-3299-5E84-CE750B17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A028F-C908-CDBD-856A-99F271E00DB0}"/>
              </a:ext>
            </a:extLst>
          </p:cNvPr>
          <p:cNvSpPr/>
          <p:nvPr/>
        </p:nvSpPr>
        <p:spPr>
          <a:xfrm>
            <a:off x="1718138" y="242005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620FB-7BDA-830C-6BD2-D28CD8EFA4DB}"/>
                  </a:ext>
                </a:extLst>
              </p:cNvPr>
              <p:cNvSpPr txBox="1"/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620FB-7BDA-830C-6BD2-D28CD8EFA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5B1083-B8E3-535C-4FFF-2B4D512849AF}"/>
              </a:ext>
            </a:extLst>
          </p:cNvPr>
          <p:cNvCxnSpPr>
            <a:cxnSpLocks/>
          </p:cNvCxnSpPr>
          <p:nvPr/>
        </p:nvCxnSpPr>
        <p:spPr>
          <a:xfrm flipH="1">
            <a:off x="1718138" y="503983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7CC758-1F27-0DC0-6A7B-7E7E98413828}"/>
              </a:ext>
            </a:extLst>
          </p:cNvPr>
          <p:cNvCxnSpPr>
            <a:cxnSpLocks/>
          </p:cNvCxnSpPr>
          <p:nvPr/>
        </p:nvCxnSpPr>
        <p:spPr>
          <a:xfrm>
            <a:off x="1461084" y="2420052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38C1A-7B60-3082-DB5F-3DC7A49999CA}"/>
                  </a:ext>
                </a:extLst>
              </p:cNvPr>
              <p:cNvSpPr txBox="1"/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38C1A-7B60-3082-DB5F-3DC7A4999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blipFill>
                <a:blip r:embed="rId3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49558F-CFAB-EE59-AD35-06A956AE8E8D}"/>
                  </a:ext>
                </a:extLst>
              </p:cNvPr>
              <p:cNvSpPr txBox="1"/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49558F-CFAB-EE59-AD35-06A956AE8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130C314-36FC-8C6B-DB24-A54B64D78FB8}"/>
              </a:ext>
            </a:extLst>
          </p:cNvPr>
          <p:cNvSpPr txBox="1"/>
          <p:nvPr/>
        </p:nvSpPr>
        <p:spPr>
          <a:xfrm>
            <a:off x="3199529" y="24200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211A11-C28B-081C-E302-E5E977806238}"/>
                  </a:ext>
                </a:extLst>
              </p:cNvPr>
              <p:cNvSpPr txBox="1"/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211A11-C28B-081C-E302-E5E977806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F6DD1-32EE-E90F-CCA0-4F927E8F446A}"/>
                  </a:ext>
                </a:extLst>
              </p:cNvPr>
              <p:cNvSpPr txBox="1"/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F6DD1-32EE-E90F-CCA0-4F927E8F4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7F693-8A1D-5173-F124-301F3048F0AD}"/>
                  </a:ext>
                </a:extLst>
              </p:cNvPr>
              <p:cNvSpPr txBox="1"/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7F693-8A1D-5173-F124-301F3048F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EC92F12-1AD8-D854-8427-CCBD282F1DD6}"/>
              </a:ext>
            </a:extLst>
          </p:cNvPr>
          <p:cNvSpPr txBox="1"/>
          <p:nvPr/>
        </p:nvSpPr>
        <p:spPr>
          <a:xfrm>
            <a:off x="3199529" y="293957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A0A6C-4450-48A1-2F4F-AF3C21264F4E}"/>
                  </a:ext>
                </a:extLst>
              </p:cNvPr>
              <p:cNvSpPr txBox="1"/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A0A6C-4450-48A1-2F4F-AF3C21264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54C2B-FB67-120A-AC6B-11D1EB265B09}"/>
                  </a:ext>
                </a:extLst>
              </p:cNvPr>
              <p:cNvSpPr txBox="1"/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54C2B-FB67-120A-AC6B-11D1EB26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EFBB3-5A3B-77B2-B165-16EA08C51C1F}"/>
                  </a:ext>
                </a:extLst>
              </p:cNvPr>
              <p:cNvSpPr txBox="1"/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EFBB3-5A3B-77B2-B165-16EA08C51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539FCC5-9F2B-B371-EE1C-2B92DA63B016}"/>
              </a:ext>
            </a:extLst>
          </p:cNvPr>
          <p:cNvSpPr txBox="1"/>
          <p:nvPr/>
        </p:nvSpPr>
        <p:spPr>
          <a:xfrm>
            <a:off x="3208379" y="434885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5D147-6FFE-B296-A0C4-70884C294528}"/>
                  </a:ext>
                </a:extLst>
              </p:cNvPr>
              <p:cNvSpPr txBox="1"/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5D147-6FFE-B296-A0C4-70884C294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ket 20">
            <a:extLst>
              <a:ext uri="{FF2B5EF4-FFF2-40B4-BE49-F238E27FC236}">
                <a16:creationId xmlns:a16="http://schemas.microsoft.com/office/drawing/2014/main" id="{C641015A-936C-50FA-AD97-1FFE54F41AF9}"/>
              </a:ext>
            </a:extLst>
          </p:cNvPr>
          <p:cNvSpPr/>
          <p:nvPr/>
        </p:nvSpPr>
        <p:spPr>
          <a:xfrm>
            <a:off x="1005455" y="1819926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18090B54-2B7C-8822-9089-00A1C8F89D92}"/>
              </a:ext>
            </a:extLst>
          </p:cNvPr>
          <p:cNvSpPr/>
          <p:nvPr/>
        </p:nvSpPr>
        <p:spPr>
          <a:xfrm rot="10800000">
            <a:off x="4380702" y="1868371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1D43A-1B8C-2EF7-D36F-AB72248A01DB}"/>
              </a:ext>
            </a:extLst>
          </p:cNvPr>
          <p:cNvSpPr txBox="1"/>
          <p:nvPr/>
        </p:nvSpPr>
        <p:spPr>
          <a:xfrm>
            <a:off x="112928" y="3399416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1DEA7-0CAE-F335-2F0E-9B85C51A40D6}"/>
              </a:ext>
            </a:extLst>
          </p:cNvPr>
          <p:cNvSpPr txBox="1"/>
          <p:nvPr/>
        </p:nvSpPr>
        <p:spPr>
          <a:xfrm>
            <a:off x="5367598" y="3198167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1ACB66-B644-B137-AA90-49621E1D17BC}"/>
              </a:ext>
            </a:extLst>
          </p:cNvPr>
          <p:cNvSpPr/>
          <p:nvPr/>
        </p:nvSpPr>
        <p:spPr>
          <a:xfrm>
            <a:off x="6453525" y="2454675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4A8F05-FE8E-B1B7-D9C1-F3F024616D55}"/>
                  </a:ext>
                </a:extLst>
              </p:cNvPr>
              <p:cNvSpPr txBox="1"/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4A8F05-FE8E-B1B7-D9C1-F3F02461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F3242B-6506-CB9B-8819-6E8214967696}"/>
                  </a:ext>
                </a:extLst>
              </p:cNvPr>
              <p:cNvSpPr txBox="1"/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F3242B-6506-CB9B-8819-6E8214967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48D59C-F49D-4F6F-E5E7-5F87984019E0}"/>
              </a:ext>
            </a:extLst>
          </p:cNvPr>
          <p:cNvCxnSpPr>
            <a:cxnSpLocks/>
          </p:cNvCxnSpPr>
          <p:nvPr/>
        </p:nvCxnSpPr>
        <p:spPr>
          <a:xfrm flipH="1">
            <a:off x="6453525" y="507445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73C470-4956-2563-9A15-DAEC28641306}"/>
              </a:ext>
            </a:extLst>
          </p:cNvPr>
          <p:cNvCxnSpPr>
            <a:cxnSpLocks/>
          </p:cNvCxnSpPr>
          <p:nvPr/>
        </p:nvCxnSpPr>
        <p:spPr>
          <a:xfrm>
            <a:off x="9557345" y="246720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51F19C-C1F2-340F-8D60-7D032005E564}"/>
                  </a:ext>
                </a:extLst>
              </p:cNvPr>
              <p:cNvSpPr txBox="1"/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51F19C-C1F2-340F-8D60-7D032005E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23FFB0-3A39-26D4-1C68-A47740AA5D05}"/>
                  </a:ext>
                </a:extLst>
              </p:cNvPr>
              <p:cNvSpPr txBox="1"/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23FFB0-3A39-26D4-1C68-A47740AA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A7614D-3597-17AC-3161-336D715061E5}"/>
                  </a:ext>
                </a:extLst>
              </p:cNvPr>
              <p:cNvSpPr txBox="1"/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A7614D-3597-17AC-3161-336D71506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4AF504A-DA41-33D2-E0BE-A4C13E8A5783}"/>
              </a:ext>
            </a:extLst>
          </p:cNvPr>
          <p:cNvSpPr txBox="1"/>
          <p:nvPr/>
        </p:nvSpPr>
        <p:spPr>
          <a:xfrm>
            <a:off x="7934916" y="24546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0591F7-9FF6-4144-CD31-CD5683F3F288}"/>
                  </a:ext>
                </a:extLst>
              </p:cNvPr>
              <p:cNvSpPr txBox="1"/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0591F7-9FF6-4144-CD31-CD5683F3F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8C5E42-607A-0701-1C64-AFA4FB111662}"/>
                  </a:ext>
                </a:extLst>
              </p:cNvPr>
              <p:cNvSpPr txBox="1"/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8C5E42-607A-0701-1C64-AFA4FB111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717ABF-4BDD-CC28-AE49-0C947B26F575}"/>
                  </a:ext>
                </a:extLst>
              </p:cNvPr>
              <p:cNvSpPr txBox="1"/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717ABF-4BDD-CC28-AE49-0C947B26F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57AFBA8-09E7-9307-53DC-632F246B8F91}"/>
              </a:ext>
            </a:extLst>
          </p:cNvPr>
          <p:cNvSpPr txBox="1"/>
          <p:nvPr/>
        </p:nvSpPr>
        <p:spPr>
          <a:xfrm>
            <a:off x="7934916" y="297420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637863-72A0-7AAE-E746-7771BA3EB9CD}"/>
                  </a:ext>
                </a:extLst>
              </p:cNvPr>
              <p:cNvSpPr txBox="1"/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637863-72A0-7AAE-E746-7771BA3EB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E16F6-568D-6E08-4F75-7EA2BE92827F}"/>
                  </a:ext>
                </a:extLst>
              </p:cNvPr>
              <p:cNvSpPr txBox="1"/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E16F6-568D-6E08-4F75-7EA2BE928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23175-4B52-5F33-6BEC-36E31510DEDE}"/>
                  </a:ext>
                </a:extLst>
              </p:cNvPr>
              <p:cNvSpPr txBox="1"/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23175-4B52-5F33-6BEC-36E31510D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604078E-583B-C6A9-6FFD-BDCC1026756F}"/>
              </a:ext>
            </a:extLst>
          </p:cNvPr>
          <p:cNvSpPr txBox="1"/>
          <p:nvPr/>
        </p:nvSpPr>
        <p:spPr>
          <a:xfrm>
            <a:off x="7943766" y="4383476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4725FF-C187-5A1A-04EE-97A6C5EF0CDA}"/>
                  </a:ext>
                </a:extLst>
              </p:cNvPr>
              <p:cNvSpPr txBox="1"/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4725FF-C187-5A1A-04EE-97A6C5EF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blipFill>
                <a:blip r:embed="rId2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42738D6F-5E29-C306-A158-52850F298A9E}"/>
              </a:ext>
            </a:extLst>
          </p:cNvPr>
          <p:cNvSpPr/>
          <p:nvPr/>
        </p:nvSpPr>
        <p:spPr>
          <a:xfrm>
            <a:off x="6420775" y="2513048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5F2F62-5379-16CF-05FF-965084A4DF4A}"/>
              </a:ext>
            </a:extLst>
          </p:cNvPr>
          <p:cNvSpPr/>
          <p:nvPr/>
        </p:nvSpPr>
        <p:spPr>
          <a:xfrm>
            <a:off x="1702878" y="2500937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2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DD9A-E960-F36C-D55B-92C27794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B82A-5A3C-67E2-0B59-C893B345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24B09-EE1E-5E92-1615-03BBBF06AF47}"/>
              </a:ext>
            </a:extLst>
          </p:cNvPr>
          <p:cNvSpPr/>
          <p:nvPr/>
        </p:nvSpPr>
        <p:spPr>
          <a:xfrm>
            <a:off x="1718138" y="242005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8C84F-6B3D-66D9-F31A-F2EB9CA7A245}"/>
                  </a:ext>
                </a:extLst>
              </p:cNvPr>
              <p:cNvSpPr txBox="1"/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8C84F-6B3D-66D9-F31A-F2EB9CA7A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47C785-650F-CD3E-40F3-A902CB68C0F2}"/>
              </a:ext>
            </a:extLst>
          </p:cNvPr>
          <p:cNvCxnSpPr>
            <a:cxnSpLocks/>
          </p:cNvCxnSpPr>
          <p:nvPr/>
        </p:nvCxnSpPr>
        <p:spPr>
          <a:xfrm flipH="1">
            <a:off x="1718138" y="503983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321B47-8BC8-2BC9-B47F-4C6DF96DAE78}"/>
              </a:ext>
            </a:extLst>
          </p:cNvPr>
          <p:cNvCxnSpPr>
            <a:cxnSpLocks/>
          </p:cNvCxnSpPr>
          <p:nvPr/>
        </p:nvCxnSpPr>
        <p:spPr>
          <a:xfrm>
            <a:off x="1461084" y="2420052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D0024E-B165-E3C0-0CBB-038EC2F65DDF}"/>
                  </a:ext>
                </a:extLst>
              </p:cNvPr>
              <p:cNvSpPr txBox="1"/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D0024E-B165-E3C0-0CBB-038EC2F65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blipFill>
                <a:blip r:embed="rId3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4734A-8D00-DD91-DF39-B5C8C797E465}"/>
                  </a:ext>
                </a:extLst>
              </p:cNvPr>
              <p:cNvSpPr txBox="1"/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4734A-8D00-DD91-DF39-B5C8C797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3C4B0D5-47B7-8EB9-0AB7-0E4ABF297994}"/>
              </a:ext>
            </a:extLst>
          </p:cNvPr>
          <p:cNvSpPr txBox="1"/>
          <p:nvPr/>
        </p:nvSpPr>
        <p:spPr>
          <a:xfrm>
            <a:off x="3199529" y="24200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5CDCC-3C68-4FB3-ECC1-E34911022D3F}"/>
                  </a:ext>
                </a:extLst>
              </p:cNvPr>
              <p:cNvSpPr txBox="1"/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5CDCC-3C68-4FB3-ECC1-E34911022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7CD875-4D05-BA8B-43B1-CC8B8A8EB3EF}"/>
                  </a:ext>
                </a:extLst>
              </p:cNvPr>
              <p:cNvSpPr txBox="1"/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7CD875-4D05-BA8B-43B1-CC8B8A8EB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B0C286-B2AD-BA9D-1211-9E3FE8D3B879}"/>
                  </a:ext>
                </a:extLst>
              </p:cNvPr>
              <p:cNvSpPr txBox="1"/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B0C286-B2AD-BA9D-1211-9E3FE8D3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9DFAF8C-A6CD-E832-9A46-AC17E6B05ACF}"/>
              </a:ext>
            </a:extLst>
          </p:cNvPr>
          <p:cNvSpPr txBox="1"/>
          <p:nvPr/>
        </p:nvSpPr>
        <p:spPr>
          <a:xfrm>
            <a:off x="3199529" y="293957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6D89AA-A833-5268-108A-652011637279}"/>
                  </a:ext>
                </a:extLst>
              </p:cNvPr>
              <p:cNvSpPr txBox="1"/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6D89AA-A833-5268-108A-65201163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99BF1-E94A-E349-B451-220C900ACC88}"/>
                  </a:ext>
                </a:extLst>
              </p:cNvPr>
              <p:cNvSpPr txBox="1"/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99BF1-E94A-E349-B451-220C900AC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9E8ABB-16F1-E5FB-3284-984936D6D362}"/>
                  </a:ext>
                </a:extLst>
              </p:cNvPr>
              <p:cNvSpPr txBox="1"/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9E8ABB-16F1-E5FB-3284-984936D6D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5F2E956-3AAC-3CA0-B0E7-C882C6552E07}"/>
              </a:ext>
            </a:extLst>
          </p:cNvPr>
          <p:cNvSpPr txBox="1"/>
          <p:nvPr/>
        </p:nvSpPr>
        <p:spPr>
          <a:xfrm>
            <a:off x="3208379" y="434885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E363CB-692C-202F-DC4E-54442CDD6A0B}"/>
                  </a:ext>
                </a:extLst>
              </p:cNvPr>
              <p:cNvSpPr txBox="1"/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E363CB-692C-202F-DC4E-54442CDD6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ket 20">
            <a:extLst>
              <a:ext uri="{FF2B5EF4-FFF2-40B4-BE49-F238E27FC236}">
                <a16:creationId xmlns:a16="http://schemas.microsoft.com/office/drawing/2014/main" id="{F9C45EA6-88B3-9A18-9981-774339E091E9}"/>
              </a:ext>
            </a:extLst>
          </p:cNvPr>
          <p:cNvSpPr/>
          <p:nvPr/>
        </p:nvSpPr>
        <p:spPr>
          <a:xfrm>
            <a:off x="1005455" y="1819926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12863C79-D95F-603E-8D9A-FFEA76BF8C8D}"/>
              </a:ext>
            </a:extLst>
          </p:cNvPr>
          <p:cNvSpPr/>
          <p:nvPr/>
        </p:nvSpPr>
        <p:spPr>
          <a:xfrm rot="10800000">
            <a:off x="4380702" y="1868371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3A2A7-F58B-A546-002E-C9E68E7EF781}"/>
              </a:ext>
            </a:extLst>
          </p:cNvPr>
          <p:cNvSpPr txBox="1"/>
          <p:nvPr/>
        </p:nvSpPr>
        <p:spPr>
          <a:xfrm>
            <a:off x="112928" y="3399416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5C838D-C285-526B-E213-E6C028092ABD}"/>
              </a:ext>
            </a:extLst>
          </p:cNvPr>
          <p:cNvSpPr txBox="1"/>
          <p:nvPr/>
        </p:nvSpPr>
        <p:spPr>
          <a:xfrm>
            <a:off x="5367598" y="3198167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63E4AC-4549-D28C-A7E9-0644AEB83990}"/>
              </a:ext>
            </a:extLst>
          </p:cNvPr>
          <p:cNvSpPr/>
          <p:nvPr/>
        </p:nvSpPr>
        <p:spPr>
          <a:xfrm>
            <a:off x="6453525" y="2454675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892BFB-03CF-7F0C-626E-875F24E58269}"/>
                  </a:ext>
                </a:extLst>
              </p:cNvPr>
              <p:cNvSpPr txBox="1"/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892BFB-03CF-7F0C-626E-875F24E58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B4E352-831E-7099-2594-4AEFDB94C90F}"/>
                  </a:ext>
                </a:extLst>
              </p:cNvPr>
              <p:cNvSpPr txBox="1"/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B4E352-831E-7099-2594-4AEFDB94C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6899EE-14A7-A473-A0E6-2820597B78BF}"/>
              </a:ext>
            </a:extLst>
          </p:cNvPr>
          <p:cNvCxnSpPr>
            <a:cxnSpLocks/>
          </p:cNvCxnSpPr>
          <p:nvPr/>
        </p:nvCxnSpPr>
        <p:spPr>
          <a:xfrm flipH="1">
            <a:off x="6453525" y="507445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C6727E-DDA8-BA94-D989-57C108DDF769}"/>
              </a:ext>
            </a:extLst>
          </p:cNvPr>
          <p:cNvCxnSpPr>
            <a:cxnSpLocks/>
          </p:cNvCxnSpPr>
          <p:nvPr/>
        </p:nvCxnSpPr>
        <p:spPr>
          <a:xfrm>
            <a:off x="9557345" y="246720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E24126-15CB-07C1-2A82-E0578FD99349}"/>
                  </a:ext>
                </a:extLst>
              </p:cNvPr>
              <p:cNvSpPr txBox="1"/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E24126-15CB-07C1-2A82-E0578FD99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9B160C-60AC-E85B-3E09-7D46BCEB93AA}"/>
                  </a:ext>
                </a:extLst>
              </p:cNvPr>
              <p:cNvSpPr txBox="1"/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9B160C-60AC-E85B-3E09-7D46BCEB9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AEDF4A-2261-43B6-B796-2DFD6F7BA21B}"/>
                  </a:ext>
                </a:extLst>
              </p:cNvPr>
              <p:cNvSpPr txBox="1"/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AEDF4A-2261-43B6-B796-2DFD6F7BA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051ECD4-BC80-55DA-A1C6-2D3BC29BD2F5}"/>
              </a:ext>
            </a:extLst>
          </p:cNvPr>
          <p:cNvSpPr txBox="1"/>
          <p:nvPr/>
        </p:nvSpPr>
        <p:spPr>
          <a:xfrm>
            <a:off x="7934916" y="24546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AA00C7-D941-A3E4-7DB5-1419F7C19BCB}"/>
                  </a:ext>
                </a:extLst>
              </p:cNvPr>
              <p:cNvSpPr txBox="1"/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AA00C7-D941-A3E4-7DB5-1419F7C19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A24848-DF42-80CB-6439-8218F10A409E}"/>
                  </a:ext>
                </a:extLst>
              </p:cNvPr>
              <p:cNvSpPr txBox="1"/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A24848-DF42-80CB-6439-8218F10A4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13FA56-346C-B58A-5C89-D71A302AA6F0}"/>
                  </a:ext>
                </a:extLst>
              </p:cNvPr>
              <p:cNvSpPr txBox="1"/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13FA56-346C-B58A-5C89-D71A302A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8FF5339-C539-9D37-DC64-5B3FD18151FD}"/>
              </a:ext>
            </a:extLst>
          </p:cNvPr>
          <p:cNvSpPr txBox="1"/>
          <p:nvPr/>
        </p:nvSpPr>
        <p:spPr>
          <a:xfrm>
            <a:off x="7934916" y="297420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0074BA-FF6D-B726-3C47-03833B4A2F91}"/>
                  </a:ext>
                </a:extLst>
              </p:cNvPr>
              <p:cNvSpPr txBox="1"/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0074BA-FF6D-B726-3C47-03833B4A2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C89D96-CEC9-7773-A900-B7B8879C5C07}"/>
                  </a:ext>
                </a:extLst>
              </p:cNvPr>
              <p:cNvSpPr txBox="1"/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C89D96-CEC9-7773-A900-B7B8879C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1A03FB-3B86-D16A-0777-93BB64902DAA}"/>
                  </a:ext>
                </a:extLst>
              </p:cNvPr>
              <p:cNvSpPr txBox="1"/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1A03FB-3B86-D16A-0777-93BB6490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B6DE29A-3B39-9BA1-F92F-27B204D63A1E}"/>
              </a:ext>
            </a:extLst>
          </p:cNvPr>
          <p:cNvSpPr txBox="1"/>
          <p:nvPr/>
        </p:nvSpPr>
        <p:spPr>
          <a:xfrm>
            <a:off x="7943766" y="4383476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BB86FA-C1A5-90E1-628B-B818D182C19A}"/>
                  </a:ext>
                </a:extLst>
              </p:cNvPr>
              <p:cNvSpPr txBox="1"/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BB86FA-C1A5-90E1-628B-B818D182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blipFill>
                <a:blip r:embed="rId2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60C084-BF7E-92A5-1151-3E512860E80E}"/>
                  </a:ext>
                </a:extLst>
              </p:cNvPr>
              <p:cNvSpPr txBox="1"/>
              <p:nvPr/>
            </p:nvSpPr>
            <p:spPr>
              <a:xfrm>
                <a:off x="4044647" y="6077653"/>
                <a:ext cx="2731775" cy="73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60C084-BF7E-92A5-1151-3E512860E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47" y="6077653"/>
                <a:ext cx="2731775" cy="73141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25350C-1571-7F8D-A14F-E3B0D44F9203}"/>
                  </a:ext>
                </a:extLst>
              </p:cNvPr>
              <p:cNvSpPr txBox="1"/>
              <p:nvPr/>
            </p:nvSpPr>
            <p:spPr>
              <a:xfrm>
                <a:off x="8043917" y="6150284"/>
                <a:ext cx="40612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of exponents of dot product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ALL keys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25350C-1571-7F8D-A14F-E3B0D44F9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917" y="6150284"/>
                <a:ext cx="4061281" cy="646331"/>
              </a:xfrm>
              <a:prstGeom prst="rect">
                <a:avLst/>
              </a:prstGeom>
              <a:blipFill>
                <a:blip r:embed="rId25"/>
                <a:stretch>
                  <a:fillRect l="-135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B3B8D7-222D-48C8-4777-D70A6C934726}"/>
              </a:ext>
            </a:extLst>
          </p:cNvPr>
          <p:cNvCxnSpPr>
            <a:stCxn id="10" idx="1"/>
          </p:cNvCxnSpPr>
          <p:nvPr/>
        </p:nvCxnSpPr>
        <p:spPr>
          <a:xfrm flipH="1">
            <a:off x="6225187" y="6473450"/>
            <a:ext cx="1818730" cy="1756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DFB8E0-A7CC-4E88-792D-2DDE1375B672}"/>
                  </a:ext>
                </a:extLst>
              </p:cNvPr>
              <p:cNvSpPr txBox="1"/>
              <p:nvPr/>
            </p:nvSpPr>
            <p:spPr>
              <a:xfrm>
                <a:off x="173946" y="6115662"/>
                <a:ext cx="33443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Exponent of dot product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DFB8E0-A7CC-4E88-792D-2DDE1375B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46" y="6115662"/>
                <a:ext cx="3344376" cy="646331"/>
              </a:xfrm>
              <a:prstGeom prst="rect">
                <a:avLst/>
              </a:prstGeom>
              <a:blipFill>
                <a:blip r:embed="rId26"/>
                <a:stretch>
                  <a:fillRect l="-1642" t="-4717" r="-164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5A7C51-4B92-030A-C58F-D46898C0BBA0}"/>
              </a:ext>
            </a:extLst>
          </p:cNvPr>
          <p:cNvCxnSpPr>
            <a:cxnSpLocks/>
          </p:cNvCxnSpPr>
          <p:nvPr/>
        </p:nvCxnSpPr>
        <p:spPr>
          <a:xfrm flipV="1">
            <a:off x="3410900" y="6277654"/>
            <a:ext cx="1911998" cy="18930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9156DDE-B362-9EE7-D898-32FB96E7860F}"/>
              </a:ext>
            </a:extLst>
          </p:cNvPr>
          <p:cNvSpPr/>
          <p:nvPr/>
        </p:nvSpPr>
        <p:spPr>
          <a:xfrm>
            <a:off x="6420775" y="2513048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4EF5E8-3A09-D951-F531-5B9A86BD7395}"/>
              </a:ext>
            </a:extLst>
          </p:cNvPr>
          <p:cNvSpPr/>
          <p:nvPr/>
        </p:nvSpPr>
        <p:spPr>
          <a:xfrm>
            <a:off x="1702878" y="2500937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8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E10F-5B7D-F613-219B-BA482C7C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7EA1B-146B-DD4F-AD5B-0A6F28D3F6AA}"/>
              </a:ext>
            </a:extLst>
          </p:cNvPr>
          <p:cNvSpPr/>
          <p:nvPr/>
        </p:nvSpPr>
        <p:spPr>
          <a:xfrm>
            <a:off x="767289" y="199444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763A9-2A2B-6F0A-6BEA-D8EDEA769F79}"/>
                  </a:ext>
                </a:extLst>
              </p:cNvPr>
              <p:cNvSpPr txBox="1"/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763A9-2A2B-6F0A-6BEA-D8EDEA769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280B5-99EC-E259-C24D-4D52E7934F78}"/>
                  </a:ext>
                </a:extLst>
              </p:cNvPr>
              <p:cNvSpPr txBox="1"/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280B5-99EC-E259-C24D-4D52E7934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D2706B-2003-7425-7D41-3E5B843205A1}"/>
              </a:ext>
            </a:extLst>
          </p:cNvPr>
          <p:cNvCxnSpPr>
            <a:cxnSpLocks/>
          </p:cNvCxnSpPr>
          <p:nvPr/>
        </p:nvCxnSpPr>
        <p:spPr>
          <a:xfrm flipH="1">
            <a:off x="767289" y="461423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8BC8A1-7926-FB17-FD0E-0418E6257D1F}"/>
              </a:ext>
            </a:extLst>
          </p:cNvPr>
          <p:cNvCxnSpPr>
            <a:cxnSpLocks/>
          </p:cNvCxnSpPr>
          <p:nvPr/>
        </p:nvCxnSpPr>
        <p:spPr>
          <a:xfrm>
            <a:off x="3871109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EA8F9-C7B1-1FF1-4199-DF890ED91FDE}"/>
                  </a:ext>
                </a:extLst>
              </p:cNvPr>
              <p:cNvSpPr txBox="1"/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EA8F9-C7B1-1FF1-4199-DF890ED91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B80AB0-D441-D173-5B6D-323B14073108}"/>
                  </a:ext>
                </a:extLst>
              </p:cNvPr>
              <p:cNvSpPr txBox="1"/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B80AB0-D441-D173-5B6D-323B14073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4CBE61-5EDB-5415-14A0-4950811E0C9D}"/>
                  </a:ext>
                </a:extLst>
              </p:cNvPr>
              <p:cNvSpPr txBox="1"/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4CBE61-5EDB-5415-14A0-4950811E0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FBB20C1-8C09-B3B2-71F5-E943A5696034}"/>
              </a:ext>
            </a:extLst>
          </p:cNvPr>
          <p:cNvSpPr txBox="1"/>
          <p:nvPr/>
        </p:nvSpPr>
        <p:spPr>
          <a:xfrm>
            <a:off x="2248680" y="199444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F9B1A-D248-3B23-C47E-B09378D645CA}"/>
                  </a:ext>
                </a:extLst>
              </p:cNvPr>
              <p:cNvSpPr txBox="1"/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F9B1A-D248-3B23-C47E-B09378D64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C5359B-A9D8-395B-AC56-F6477F85515D}"/>
                  </a:ext>
                </a:extLst>
              </p:cNvPr>
              <p:cNvSpPr txBox="1"/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C5359B-A9D8-395B-AC56-F6477F855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1971B-9372-580A-C181-A0860C3FA7FE}"/>
                  </a:ext>
                </a:extLst>
              </p:cNvPr>
              <p:cNvSpPr txBox="1"/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1971B-9372-580A-C181-A0860C3F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3C4E842-BFA2-A75F-FF07-4A6E3EDF1F4F}"/>
              </a:ext>
            </a:extLst>
          </p:cNvPr>
          <p:cNvSpPr txBox="1"/>
          <p:nvPr/>
        </p:nvSpPr>
        <p:spPr>
          <a:xfrm>
            <a:off x="2248680" y="251397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EEA8B8-135A-A0FD-B30A-F983AF2A9BC5}"/>
                  </a:ext>
                </a:extLst>
              </p:cNvPr>
              <p:cNvSpPr txBox="1"/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EEA8B8-135A-A0FD-B30A-F983AF2A9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50A997-C149-37F0-700D-C90F67C54D41}"/>
                  </a:ext>
                </a:extLst>
              </p:cNvPr>
              <p:cNvSpPr txBox="1"/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50A997-C149-37F0-700D-C90F67C54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43C07A-5880-5917-86F8-66D3DF256768}"/>
                  </a:ext>
                </a:extLst>
              </p:cNvPr>
              <p:cNvSpPr txBox="1"/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43C07A-5880-5917-86F8-66D3DF25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3A69B07-0A0D-7CC6-82FB-860D44794DCA}"/>
              </a:ext>
            </a:extLst>
          </p:cNvPr>
          <p:cNvSpPr txBox="1"/>
          <p:nvPr/>
        </p:nvSpPr>
        <p:spPr>
          <a:xfrm>
            <a:off x="2257530" y="392324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6B3211-7872-4515-7721-C7F720F8264E}"/>
              </a:ext>
            </a:extLst>
          </p:cNvPr>
          <p:cNvSpPr/>
          <p:nvPr/>
        </p:nvSpPr>
        <p:spPr>
          <a:xfrm>
            <a:off x="4799897" y="2006973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AC3068-39D8-CCD0-EFC9-56243ADC1533}"/>
                  </a:ext>
                </a:extLst>
              </p:cNvPr>
              <p:cNvSpPr txBox="1"/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AC3068-39D8-CCD0-EFC9-56243ADC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61101E-C47E-7BB2-DB5F-BA5CCC2E5FF0}"/>
                  </a:ext>
                </a:extLst>
              </p:cNvPr>
              <p:cNvSpPr txBox="1"/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61101E-C47E-7BB2-DB5F-BA5CCC2E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3D8210-9005-9EE0-4E4A-E1876FB60355}"/>
              </a:ext>
            </a:extLst>
          </p:cNvPr>
          <p:cNvCxnSpPr/>
          <p:nvPr/>
        </p:nvCxnSpPr>
        <p:spPr>
          <a:xfrm>
            <a:off x="5059714" y="234433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E65201-30CE-208E-D772-6CF8C253201C}"/>
              </a:ext>
            </a:extLst>
          </p:cNvPr>
          <p:cNvCxnSpPr/>
          <p:nvPr/>
        </p:nvCxnSpPr>
        <p:spPr>
          <a:xfrm>
            <a:off x="5059714" y="25871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CF8AD3-3CCF-3E19-2E4F-AAFD639C84E8}"/>
              </a:ext>
            </a:extLst>
          </p:cNvPr>
          <p:cNvCxnSpPr/>
          <p:nvPr/>
        </p:nvCxnSpPr>
        <p:spPr>
          <a:xfrm>
            <a:off x="5059714" y="287241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26070B-823B-43DA-7E9B-0BDE3A3D7CD7}"/>
              </a:ext>
            </a:extLst>
          </p:cNvPr>
          <p:cNvCxnSpPr/>
          <p:nvPr/>
        </p:nvCxnSpPr>
        <p:spPr>
          <a:xfrm>
            <a:off x="5059714" y="413237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985705-EA45-6816-562D-1CC81B2AF7AD}"/>
                  </a:ext>
                </a:extLst>
              </p:cNvPr>
              <p:cNvSpPr txBox="1"/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985705-EA45-6816-562D-1CC81B2AF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C1F149-9E15-8B95-2DAD-A2718A3C7D2E}"/>
                  </a:ext>
                </a:extLst>
              </p:cNvPr>
              <p:cNvSpPr txBox="1"/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C1F149-9E15-8B95-2DAD-A2718A3C7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F74DF8-AF6E-EAF8-82CB-D81160866C5F}"/>
                  </a:ext>
                </a:extLst>
              </p:cNvPr>
              <p:cNvSpPr txBox="1"/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F74DF8-AF6E-EAF8-82CB-D81160866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E3ECB7-F9F1-F925-0EBA-ADA12BD4DC6C}"/>
                  </a:ext>
                </a:extLst>
              </p:cNvPr>
              <p:cNvSpPr txBox="1"/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E3ECB7-F9F1-F925-0EBA-ADA12BD4D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EA31BD-8D2A-3258-F325-19413D939CF1}"/>
              </a:ext>
            </a:extLst>
          </p:cNvPr>
          <p:cNvCxnSpPr>
            <a:cxnSpLocks/>
          </p:cNvCxnSpPr>
          <p:nvPr/>
        </p:nvCxnSpPr>
        <p:spPr>
          <a:xfrm>
            <a:off x="4671462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C09067-D6D3-5335-11C3-66312A2D0AF1}"/>
              </a:ext>
            </a:extLst>
          </p:cNvPr>
          <p:cNvCxnSpPr>
            <a:cxnSpLocks/>
          </p:cNvCxnSpPr>
          <p:nvPr/>
        </p:nvCxnSpPr>
        <p:spPr>
          <a:xfrm>
            <a:off x="4816167" y="187415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19DF12-C205-FE77-FA5B-1C605355F673}"/>
              </a:ext>
            </a:extLst>
          </p:cNvPr>
          <p:cNvSpPr txBox="1"/>
          <p:nvPr/>
        </p:nvSpPr>
        <p:spPr>
          <a:xfrm>
            <a:off x="4127739" y="2961278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B166C7-B199-4B89-7CA5-6FB188A74522}"/>
              </a:ext>
            </a:extLst>
          </p:cNvPr>
          <p:cNvSpPr/>
          <p:nvPr/>
        </p:nvSpPr>
        <p:spPr>
          <a:xfrm>
            <a:off x="9068331" y="1976121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1BF48-509A-8823-8CFE-7E74B72E3DF7}"/>
                  </a:ext>
                </a:extLst>
              </p:cNvPr>
              <p:cNvSpPr txBox="1"/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1BF48-509A-8823-8CFE-7E74B72E3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4A7F90-BE4A-AF5C-1F53-98F83710B1E9}"/>
              </a:ext>
            </a:extLst>
          </p:cNvPr>
          <p:cNvCxnSpPr/>
          <p:nvPr/>
        </p:nvCxnSpPr>
        <p:spPr>
          <a:xfrm>
            <a:off x="9328148" y="23134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EC6924-4A20-E162-58FD-D35D21DC59EB}"/>
              </a:ext>
            </a:extLst>
          </p:cNvPr>
          <p:cNvCxnSpPr/>
          <p:nvPr/>
        </p:nvCxnSpPr>
        <p:spPr>
          <a:xfrm>
            <a:off x="9328148" y="25562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CC8534-8473-AB27-88BA-371A941343A2}"/>
              </a:ext>
            </a:extLst>
          </p:cNvPr>
          <p:cNvCxnSpPr/>
          <p:nvPr/>
        </p:nvCxnSpPr>
        <p:spPr>
          <a:xfrm>
            <a:off x="9328148" y="284156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D5B411A-484C-9FB6-F0AC-A16D1B5F1DFA}"/>
              </a:ext>
            </a:extLst>
          </p:cNvPr>
          <p:cNvCxnSpPr/>
          <p:nvPr/>
        </p:nvCxnSpPr>
        <p:spPr>
          <a:xfrm>
            <a:off x="9328148" y="410152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689DA36-7970-CB61-B385-B8389F8D031E}"/>
                  </a:ext>
                </a:extLst>
              </p:cNvPr>
              <p:cNvSpPr txBox="1"/>
              <p:nvPr/>
            </p:nvSpPr>
            <p:spPr>
              <a:xfrm>
                <a:off x="9154748" y="1960477"/>
                <a:ext cx="28328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689DA36-7970-CB61-B385-B8389F8D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748" y="1960477"/>
                <a:ext cx="283282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06BD2E-DE88-21C1-2FBE-CB29310FF860}"/>
              </a:ext>
            </a:extLst>
          </p:cNvPr>
          <p:cNvCxnSpPr>
            <a:cxnSpLocks/>
          </p:cNvCxnSpPr>
          <p:nvPr/>
        </p:nvCxnSpPr>
        <p:spPr>
          <a:xfrm>
            <a:off x="8939896" y="197612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AEF5A6-61A5-9E79-41BC-6848568D16A5}"/>
              </a:ext>
            </a:extLst>
          </p:cNvPr>
          <p:cNvCxnSpPr>
            <a:cxnSpLocks/>
          </p:cNvCxnSpPr>
          <p:nvPr/>
        </p:nvCxnSpPr>
        <p:spPr>
          <a:xfrm>
            <a:off x="9084601" y="1843303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8137255-8910-D80A-8F8D-9C353EB58E6C}"/>
              </a:ext>
            </a:extLst>
          </p:cNvPr>
          <p:cNvSpPr txBox="1"/>
          <p:nvPr/>
        </p:nvSpPr>
        <p:spPr>
          <a:xfrm>
            <a:off x="8184175" y="292162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C73C87-9850-71D4-A038-AAD54FF1871A}"/>
                  </a:ext>
                </a:extLst>
              </p:cNvPr>
              <p:cNvSpPr txBox="1"/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C73C87-9850-71D4-A038-AAD54FF18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8EAF3C-B204-AAA1-D64F-1129074750C2}"/>
                  </a:ext>
                </a:extLst>
              </p:cNvPr>
              <p:cNvSpPr txBox="1"/>
              <p:nvPr/>
            </p:nvSpPr>
            <p:spPr>
              <a:xfrm>
                <a:off x="9201139" y="2236719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8EAF3C-B204-AAA1-D64F-11290747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9" y="2236719"/>
                <a:ext cx="2740045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7755D0-F6AC-7C6A-2C96-8D586E6FF89C}"/>
                  </a:ext>
                </a:extLst>
              </p:cNvPr>
              <p:cNvSpPr txBox="1"/>
              <p:nvPr/>
            </p:nvSpPr>
            <p:spPr>
              <a:xfrm>
                <a:off x="9201139" y="2516353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7755D0-F6AC-7C6A-2C96-8D586E6FF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9" y="2516353"/>
                <a:ext cx="274004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8D90D2-0C64-6AE2-07CF-DC653B281F51}"/>
                  </a:ext>
                </a:extLst>
              </p:cNvPr>
              <p:cNvSpPr txBox="1"/>
              <p:nvPr/>
            </p:nvSpPr>
            <p:spPr>
              <a:xfrm>
                <a:off x="9201138" y="3749269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8D90D2-0C64-6AE2-07CF-DC653B281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8" y="3749269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9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CA95-68CF-2F84-3B8B-C4901D0D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DA9F-4C4E-552B-3A0A-E50D165EC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61877-2B96-D576-C15F-4FE8A9816098}"/>
              </a:ext>
            </a:extLst>
          </p:cNvPr>
          <p:cNvSpPr/>
          <p:nvPr/>
        </p:nvSpPr>
        <p:spPr>
          <a:xfrm>
            <a:off x="767289" y="199444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F35F65-6E3D-8D40-58D2-88804BF11D8D}"/>
                  </a:ext>
                </a:extLst>
              </p:cNvPr>
              <p:cNvSpPr txBox="1"/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F35F65-6E3D-8D40-58D2-88804BF11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6AC6B3-86ED-09C6-34DD-ED6C7357A2A6}"/>
                  </a:ext>
                </a:extLst>
              </p:cNvPr>
              <p:cNvSpPr txBox="1"/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6AC6B3-86ED-09C6-34DD-ED6C7357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C78569-34F7-62C6-4B84-90B00A3CB983}"/>
              </a:ext>
            </a:extLst>
          </p:cNvPr>
          <p:cNvCxnSpPr>
            <a:cxnSpLocks/>
          </p:cNvCxnSpPr>
          <p:nvPr/>
        </p:nvCxnSpPr>
        <p:spPr>
          <a:xfrm flipH="1">
            <a:off x="767289" y="461423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AB3EAA-81C1-54EF-1DBF-89D53A755A3D}"/>
              </a:ext>
            </a:extLst>
          </p:cNvPr>
          <p:cNvCxnSpPr>
            <a:cxnSpLocks/>
          </p:cNvCxnSpPr>
          <p:nvPr/>
        </p:nvCxnSpPr>
        <p:spPr>
          <a:xfrm>
            <a:off x="3871109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BE38A2-D0CF-8F3F-87FB-A55D90C96956}"/>
                  </a:ext>
                </a:extLst>
              </p:cNvPr>
              <p:cNvSpPr txBox="1"/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BE38A2-D0CF-8F3F-87FB-A55D90C96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A00AF-FFF5-F414-AA96-0ACC75B3227D}"/>
                  </a:ext>
                </a:extLst>
              </p:cNvPr>
              <p:cNvSpPr txBox="1"/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A00AF-FFF5-F414-AA96-0ACC75B32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08278-83AA-0815-266B-CFD154F5AEFF}"/>
                  </a:ext>
                </a:extLst>
              </p:cNvPr>
              <p:cNvSpPr txBox="1"/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08278-83AA-0815-266B-CFD154F5A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94E6735-BDC3-6B40-4931-C77D68CA438F}"/>
              </a:ext>
            </a:extLst>
          </p:cNvPr>
          <p:cNvSpPr txBox="1"/>
          <p:nvPr/>
        </p:nvSpPr>
        <p:spPr>
          <a:xfrm>
            <a:off x="2248680" y="199444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8CAF7C-DD31-37F2-8AB3-C0EE5C900DE5}"/>
                  </a:ext>
                </a:extLst>
              </p:cNvPr>
              <p:cNvSpPr txBox="1"/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8CAF7C-DD31-37F2-8AB3-C0EE5C900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4EC968-D4BF-7148-4E54-3C21BA7097D4}"/>
                  </a:ext>
                </a:extLst>
              </p:cNvPr>
              <p:cNvSpPr txBox="1"/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4EC968-D4BF-7148-4E54-3C21BA709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CAEDAC-9C3B-19CB-BD33-5159E847CF84}"/>
                  </a:ext>
                </a:extLst>
              </p:cNvPr>
              <p:cNvSpPr txBox="1"/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CAEDAC-9C3B-19CB-BD33-5159E847C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6B37F2-2B9A-198F-80A0-1120A8EF2CCB}"/>
              </a:ext>
            </a:extLst>
          </p:cNvPr>
          <p:cNvSpPr txBox="1"/>
          <p:nvPr/>
        </p:nvSpPr>
        <p:spPr>
          <a:xfrm>
            <a:off x="2248680" y="251397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9D65EC-AAE3-D2EA-014C-D4425A09002B}"/>
                  </a:ext>
                </a:extLst>
              </p:cNvPr>
              <p:cNvSpPr txBox="1"/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9D65EC-AAE3-D2EA-014C-D4425A090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6DB8EF-272D-F240-20BA-3001824913B4}"/>
                  </a:ext>
                </a:extLst>
              </p:cNvPr>
              <p:cNvSpPr txBox="1"/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6DB8EF-272D-F240-20BA-300182491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F3BDDA-E160-481A-3C0F-A1172F869B18}"/>
                  </a:ext>
                </a:extLst>
              </p:cNvPr>
              <p:cNvSpPr txBox="1"/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F3BDDA-E160-481A-3C0F-A1172F869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157F30E-E46A-39AA-D287-BCC294C9A48C}"/>
              </a:ext>
            </a:extLst>
          </p:cNvPr>
          <p:cNvSpPr txBox="1"/>
          <p:nvPr/>
        </p:nvSpPr>
        <p:spPr>
          <a:xfrm>
            <a:off x="2257530" y="392324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734E7F-B53F-4BC1-FB7D-89A0718DBED8}"/>
              </a:ext>
            </a:extLst>
          </p:cNvPr>
          <p:cNvSpPr/>
          <p:nvPr/>
        </p:nvSpPr>
        <p:spPr>
          <a:xfrm>
            <a:off x="4799897" y="2006973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BA8144-DCD5-12CF-3335-88A46FBCE1CA}"/>
                  </a:ext>
                </a:extLst>
              </p:cNvPr>
              <p:cNvSpPr txBox="1"/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BA8144-DCD5-12CF-3335-88A46FBC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7EB116-83A8-710C-D1AB-8991C5422181}"/>
                  </a:ext>
                </a:extLst>
              </p:cNvPr>
              <p:cNvSpPr txBox="1"/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7EB116-83A8-710C-D1AB-8991C5422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F62ED4-7F0D-0272-7316-968D2D4664AA}"/>
              </a:ext>
            </a:extLst>
          </p:cNvPr>
          <p:cNvCxnSpPr/>
          <p:nvPr/>
        </p:nvCxnSpPr>
        <p:spPr>
          <a:xfrm>
            <a:off x="5059714" y="234433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8F154D-75B6-BE35-8399-2B7005F2F613}"/>
              </a:ext>
            </a:extLst>
          </p:cNvPr>
          <p:cNvCxnSpPr/>
          <p:nvPr/>
        </p:nvCxnSpPr>
        <p:spPr>
          <a:xfrm>
            <a:off x="5059714" y="25871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453EFD-CA69-6444-EE2C-7489BB4B6C69}"/>
              </a:ext>
            </a:extLst>
          </p:cNvPr>
          <p:cNvCxnSpPr/>
          <p:nvPr/>
        </p:nvCxnSpPr>
        <p:spPr>
          <a:xfrm>
            <a:off x="5059714" y="287241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85D493-D9AB-E489-5A53-0190B40BDA83}"/>
              </a:ext>
            </a:extLst>
          </p:cNvPr>
          <p:cNvCxnSpPr/>
          <p:nvPr/>
        </p:nvCxnSpPr>
        <p:spPr>
          <a:xfrm>
            <a:off x="5059714" y="413237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03ED0A-A202-53ED-BF3E-E4BE2FCB37BF}"/>
                  </a:ext>
                </a:extLst>
              </p:cNvPr>
              <p:cNvSpPr txBox="1"/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03ED0A-A202-53ED-BF3E-E4BE2FCB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42DD45-7556-4E0D-7F83-831C39763219}"/>
                  </a:ext>
                </a:extLst>
              </p:cNvPr>
              <p:cNvSpPr txBox="1"/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42DD45-7556-4E0D-7F83-831C39763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7C89A6-B994-7317-9282-DC3AD0B026DF}"/>
                  </a:ext>
                </a:extLst>
              </p:cNvPr>
              <p:cNvSpPr txBox="1"/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7C89A6-B994-7317-9282-DC3AD0B0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861BE2-D3DD-DD70-1896-5BA5658C3693}"/>
                  </a:ext>
                </a:extLst>
              </p:cNvPr>
              <p:cNvSpPr txBox="1"/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861BE2-D3DD-DD70-1896-5BA5658C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25F603-4EC8-281F-7368-57FAED8CA729}"/>
              </a:ext>
            </a:extLst>
          </p:cNvPr>
          <p:cNvCxnSpPr>
            <a:cxnSpLocks/>
          </p:cNvCxnSpPr>
          <p:nvPr/>
        </p:nvCxnSpPr>
        <p:spPr>
          <a:xfrm>
            <a:off x="4671462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7BF4BE-5282-352B-96CB-F2950BA54D9B}"/>
              </a:ext>
            </a:extLst>
          </p:cNvPr>
          <p:cNvCxnSpPr>
            <a:cxnSpLocks/>
          </p:cNvCxnSpPr>
          <p:nvPr/>
        </p:nvCxnSpPr>
        <p:spPr>
          <a:xfrm>
            <a:off x="4816167" y="187415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22F6BC-1894-70B3-AD52-BFEA948CC3EE}"/>
              </a:ext>
            </a:extLst>
          </p:cNvPr>
          <p:cNvSpPr txBox="1"/>
          <p:nvPr/>
        </p:nvSpPr>
        <p:spPr>
          <a:xfrm>
            <a:off x="4127739" y="2961278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E732E4-B875-AED6-FE44-041F51D7187E}"/>
              </a:ext>
            </a:extLst>
          </p:cNvPr>
          <p:cNvSpPr/>
          <p:nvPr/>
        </p:nvSpPr>
        <p:spPr>
          <a:xfrm>
            <a:off x="9068331" y="1976121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774F65-CDCE-AEAA-DDE1-65A9746165FB}"/>
                  </a:ext>
                </a:extLst>
              </p:cNvPr>
              <p:cNvSpPr txBox="1"/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774F65-CDCE-AEAA-DDE1-65A974616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67BB6B-F8E7-D476-D4CB-CE4432556A5B}"/>
              </a:ext>
            </a:extLst>
          </p:cNvPr>
          <p:cNvCxnSpPr/>
          <p:nvPr/>
        </p:nvCxnSpPr>
        <p:spPr>
          <a:xfrm>
            <a:off x="9328148" y="23134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0AC4ECC-6988-1CB8-7817-AAE508F6F12B}"/>
              </a:ext>
            </a:extLst>
          </p:cNvPr>
          <p:cNvCxnSpPr/>
          <p:nvPr/>
        </p:nvCxnSpPr>
        <p:spPr>
          <a:xfrm>
            <a:off x="9328148" y="25562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30B462D-1B42-2537-F0FA-A7184D59D66B}"/>
              </a:ext>
            </a:extLst>
          </p:cNvPr>
          <p:cNvCxnSpPr/>
          <p:nvPr/>
        </p:nvCxnSpPr>
        <p:spPr>
          <a:xfrm>
            <a:off x="9328148" y="284156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3306821-1F5D-6CD8-B709-FEB0C9363568}"/>
              </a:ext>
            </a:extLst>
          </p:cNvPr>
          <p:cNvCxnSpPr/>
          <p:nvPr/>
        </p:nvCxnSpPr>
        <p:spPr>
          <a:xfrm>
            <a:off x="9328148" y="410152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EF9BBF-FCF5-D5EE-0A4D-A9B001FC20C8}"/>
                  </a:ext>
                </a:extLst>
              </p:cNvPr>
              <p:cNvSpPr txBox="1"/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EF9BBF-FCF5-D5EE-0A4D-A9B001FC2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8C54CD-B9C9-56C3-50DA-E8C6D3ED27C7}"/>
              </a:ext>
            </a:extLst>
          </p:cNvPr>
          <p:cNvCxnSpPr>
            <a:cxnSpLocks/>
          </p:cNvCxnSpPr>
          <p:nvPr/>
        </p:nvCxnSpPr>
        <p:spPr>
          <a:xfrm>
            <a:off x="8939896" y="197612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CD0824A-1885-6632-FA33-51B5D8ADA836}"/>
              </a:ext>
            </a:extLst>
          </p:cNvPr>
          <p:cNvCxnSpPr>
            <a:cxnSpLocks/>
          </p:cNvCxnSpPr>
          <p:nvPr/>
        </p:nvCxnSpPr>
        <p:spPr>
          <a:xfrm>
            <a:off x="9084601" y="1843303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2C040D0-3FD8-219C-7E32-76305C803C2D}"/>
              </a:ext>
            </a:extLst>
          </p:cNvPr>
          <p:cNvSpPr txBox="1"/>
          <p:nvPr/>
        </p:nvSpPr>
        <p:spPr>
          <a:xfrm>
            <a:off x="8184175" y="292162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EDEB32-7571-C1AA-9DC7-9E1569D8BB81}"/>
                  </a:ext>
                </a:extLst>
              </p:cNvPr>
              <p:cNvSpPr txBox="1"/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EDEB32-7571-C1AA-9DC7-9E1569D8B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83ED43-5E96-5024-70C1-2224DDB668C2}"/>
                  </a:ext>
                </a:extLst>
              </p:cNvPr>
              <p:cNvSpPr txBox="1"/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83ED43-5E96-5024-70C1-2224DDB66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6199C1-DC64-9D1C-BD2B-4838FB64F91C}"/>
                  </a:ext>
                </a:extLst>
              </p:cNvPr>
              <p:cNvSpPr txBox="1"/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6199C1-DC64-9D1C-BD2B-4838FB64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63399F2-3F21-464F-6CBF-6C1AF7043188}"/>
                  </a:ext>
                </a:extLst>
              </p:cNvPr>
              <p:cNvSpPr txBox="1"/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63399F2-3F21-464F-6CBF-6C1AF7043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36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02CA-613E-AFDD-7406-A97A8A8A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 – Fast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813041-8F8D-57EF-58B0-6C31356A7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Naïve Matrix Multiplication based implementation requires materialization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sized temporary </a:t>
                </a:r>
                <a:r>
                  <a:rPr lang="en-US" dirty="0" err="1"/>
                  <a:t>softmax</a:t>
                </a:r>
                <a:r>
                  <a:rPr lang="en-US" dirty="0"/>
                  <a:t> matrix</a:t>
                </a:r>
              </a:p>
              <a:p>
                <a:endParaRPr lang="en-US" dirty="0"/>
              </a:p>
              <a:p>
                <a:r>
                  <a:rPr lang="en-US" dirty="0"/>
                  <a:t>Compute Units quickly run out of memory, leading to transfers between global memory and shared cache of CU</a:t>
                </a:r>
              </a:p>
              <a:p>
                <a:endParaRPr lang="en-US" dirty="0"/>
              </a:p>
              <a:p>
                <a:r>
                  <a:rPr lang="en-US" dirty="0"/>
                  <a:t>This was the standard implementation in </a:t>
                </a:r>
                <a:r>
                  <a:rPr lang="en-US" dirty="0" err="1"/>
                  <a:t>Pytorch</a:t>
                </a:r>
                <a:r>
                  <a:rPr lang="en-US" dirty="0"/>
                  <a:t> before </a:t>
                </a:r>
                <a:r>
                  <a:rPr lang="en-US" b="1" dirty="0" err="1"/>
                  <a:t>FlashAttention</a:t>
                </a:r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Flashattention approach – Partition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into independent tiles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, and figure out the inputs tiles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) and output tiles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) to produce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813041-8F8D-57EF-58B0-6C31356A7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45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982A-A245-CB48-84C7-68C35FCF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9C20-C165-3BAF-4F64-5A506043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E92BE-5A13-33A7-C578-C10F96CADF2A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9D2F6A-BE3D-9EE7-ABC7-C4E4E2AD47C6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186A76-796B-2EBA-680F-87D5E0DED00C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A4D7F8-F6ED-07F5-83B8-A0BA75420A2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041D804-99B0-A9A4-ABEE-C4436830F94D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EA1BD83-A4A3-5FC6-F4C6-07C302023974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C52D748-7D97-4456-9777-7708E6837E91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AFEBE4-E41E-BDC5-9763-7419E87F34E0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AF0178D-08A7-CDDA-6764-C97B399E2DFD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9428DA-BAD4-F0BC-184F-CCBFBA90166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CC09BA-FC28-C4AF-18AB-5D11C8A371F2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408AFA-45C6-8400-9554-5F9D0848C5B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66514D-6A36-095A-CE79-D31A206C29F2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197CC5-8D35-6740-F21A-EEE22D2F1696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449DCB-F865-3E19-2348-A90239C4F533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B055349-8C7F-E4BD-AA4E-BC6F9EA7E760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56C474-0888-8EED-89BB-638C034FEACE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E52E05-81D5-A823-9A13-2056C80AB23D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9A69F12-2633-1616-46E1-DB1DB0C8CC54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3A5055-306E-ACBC-A392-B26E154C12DC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DE06CDE-5A72-69F5-F2C9-C063410EAD39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0380A0-4A6D-A7C2-2F78-A8597A117099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7F17300-B821-0ACF-7F44-608CF0E3A53E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95930C-A0D7-F415-C3D5-1DC656CD64AE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92BC701-53C9-0B95-D419-836C745C9D77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5AB824-BF2F-0DB0-EE2E-A4AEF7F6C121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455ED9-EB67-FCC3-D5F5-9A7B7B0CD313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1095BD-E08B-7CBA-FAC2-E121F6403A8D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14ECC6-5D4E-78DC-18AE-780BA1B13CF0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87B83F2-9D2F-9651-7C4F-E740BB0230AA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B5B56D9-6CFE-2997-FD36-0DA19619D4DD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7C93616-BF7C-E0D4-622C-543183FF766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56D35B-160D-8C41-B322-1A810F221FEC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70E19F4-65F8-8297-0389-9535491E05E9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8512A0-6B1B-1F54-F238-377A9BB8B179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63726B-773F-77D9-BCE8-6F6C7E4290D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D8E74B8-1179-089E-41D6-97914F235DF0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1755D9-15FD-06CA-AB57-36C6765A2F93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AE12ED1-6E2B-8785-0E0E-ACBA7BA4FDB6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1157C1-D9DC-FF6D-59BF-F12440ABFF12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8C0497B-EA27-9DF2-5D72-13358FA66DD0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8FB0636-B543-94F7-8208-8558DC928392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8C3F65-CBFB-C4ED-38AE-4C6D95059E82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2E99CB-9F56-8050-ADF8-9EBF5B57C77A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64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6385-544C-9C21-128C-09FA7240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6514-6CFF-2058-286B-D2769D1D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E9204-8699-EA6D-A913-6F555B7C77A3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33B2B-2F03-0C72-F784-44E293A91C43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EC1C14-23AC-1B65-B96E-0DE1B9C02D83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53F6CD-D292-05BF-DE4D-ECDA520EBC6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7E226B6-71D1-40D6-BE42-06D341B60A2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1DAC169-02E2-DDCF-F441-394C82093170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AD29457-0D4D-B8D8-B48B-FD32FD4E5389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9DA283-1287-2004-0F2D-368F4C3FFC5D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140FDF0-44C6-6F9F-6D55-39E36A56F19A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C53B9E-6A8F-BB9E-5C40-0EF1FDABD42A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1ED6D-7BB1-E7BE-0D8F-7AC04B6EE34B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F64A92-EC18-5C8E-D76E-01CE64B205F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46C6E2-9644-5F07-45D5-087BE06FB80F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9EB66C-640E-7761-4006-446063F4EA92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59EEF8-0633-5B68-6565-5C0B5D3830DD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7AF73441-38A1-FA6C-E5FB-03C418A1E3B1}"/>
              </a:ext>
            </a:extLst>
          </p:cNvPr>
          <p:cNvSpPr/>
          <p:nvPr/>
        </p:nvSpPr>
        <p:spPr>
          <a:xfrm>
            <a:off x="5810916" y="3764638"/>
            <a:ext cx="848729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/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7671D0-E507-7DAC-A904-7A9716F9BCC5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8D2120-6875-4B57-CD1A-14AC1672B3E2}"/>
              </a:ext>
            </a:extLst>
          </p:cNvPr>
          <p:cNvCxnSpPr>
            <a:cxnSpLocks/>
          </p:cNvCxnSpPr>
          <p:nvPr/>
        </p:nvCxnSpPr>
        <p:spPr>
          <a:xfrm flipH="1">
            <a:off x="5731981" y="3696929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68D53B-B509-E702-B5A0-A2C8BE7E807B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9F2860-2B45-4447-A3FE-446A898C6860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49351AA-AD97-24BF-A134-420A7750F451}"/>
              </a:ext>
            </a:extLst>
          </p:cNvPr>
          <p:cNvSpPr/>
          <p:nvPr/>
        </p:nvSpPr>
        <p:spPr>
          <a:xfrm>
            <a:off x="5705217" y="55028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2BB601-9C32-6313-84CE-F58221C5AEEA}"/>
              </a:ext>
            </a:extLst>
          </p:cNvPr>
          <p:cNvCxnSpPr>
            <a:cxnSpLocks/>
          </p:cNvCxnSpPr>
          <p:nvPr/>
        </p:nvCxnSpPr>
        <p:spPr>
          <a:xfrm flipH="1">
            <a:off x="5702442" y="3207197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C9B6EE5-5A87-E439-5BE9-7E35B0B6CD68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B709564-A5FC-7BBD-A77F-894800E4DBA7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6A36B8-3311-C3C6-2BCB-C09EA5C7DA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370A17-A609-E5FB-638A-D7169EA6673E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6D8F76C-D855-3528-3DB2-96BD5FCD94D0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4A63150-6E25-7244-5E62-5A1A76492EA6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C76A75-8231-2782-8FE8-363624E7A6D7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5A83C-6D07-59FA-2602-C27EAE652E61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3D7E93-2110-CA16-C5B7-64DADABCC713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BAF7571-B4A3-BC95-613C-D80A22B57BBE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7CEBCC-C9CB-E1AD-40DB-C2B250CDFB93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1698363-6FD5-FD84-769A-952F001EF1CA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59DF57C-9985-07B5-4D90-78A35E62F26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2BCCA78-17B3-070E-38F4-334480E5DDCF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CD33BBDF-721E-CAFF-9985-4160897A5CDE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0C8AB3-C814-ABD5-3900-D572F26BD0ED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7F3D3E-BBA0-67A2-7FAF-25BCA5C3071D}"/>
              </a:ext>
            </a:extLst>
          </p:cNvPr>
          <p:cNvSpPr/>
          <p:nvPr/>
        </p:nvSpPr>
        <p:spPr>
          <a:xfrm>
            <a:off x="8034731" y="4808087"/>
            <a:ext cx="3267450" cy="9036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A4963D-6081-0579-06D6-03D198D3146D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/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744C908-76C1-1CEF-4499-42652DAC4868}"/>
              </a:ext>
            </a:extLst>
          </p:cNvPr>
          <p:cNvCxnSpPr>
            <a:cxnSpLocks/>
          </p:cNvCxnSpPr>
          <p:nvPr/>
        </p:nvCxnSpPr>
        <p:spPr>
          <a:xfrm>
            <a:off x="11427687" y="472148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4375BF0-E5B4-8640-6FB1-B9C908BCE5CE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8068F1-732A-60A2-A387-79B92915AF5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DE5FEFD-6DCA-D65A-67F4-505BA268D2F2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8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B491-A8DC-486A-7F0E-8B48981B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8F3-6E7C-6F25-79BF-2D278ED7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F09B6-0951-2753-C0F9-F700C5C4FCE0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7E026A-6023-4ABE-1256-88643108FEC9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81C896-ADFA-5177-7844-3443EC969C6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B24C262-C296-90D4-8EC1-D766D1C0BA9E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253504C-C60F-8C5F-BCC1-B071CE37C80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6267805-0223-7D48-0078-8C4AB061E4DF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AADFF45-00A5-5B31-94CD-53DA7632B0F3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95DE45-DA4C-D598-E78D-45F6048124C9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DB824A4A-321D-8B1F-1110-C72BC1A267D9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3D19C0-8F05-63B2-F343-96A0B6CD121F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454862-7EE6-A700-C1EF-41B37560270F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69E35C-AC14-DFAA-EDDD-7745725FD20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5FC6F9B-62D3-8EAC-A0C4-9113604454F3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69AB38-88DB-F695-DCB8-813770A6E568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62319-0D98-B255-8586-8177BFF51800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2D03DD7-B626-FFBC-0FF0-2EECABF7EA92}"/>
              </a:ext>
            </a:extLst>
          </p:cNvPr>
          <p:cNvSpPr/>
          <p:nvPr/>
        </p:nvSpPr>
        <p:spPr>
          <a:xfrm>
            <a:off x="6258531" y="3769546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/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475E05-D9DA-AEE9-A9AD-01C124A46FCD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3DD53E-7204-4710-DEF1-0BC7DC76F9D0}"/>
              </a:ext>
            </a:extLst>
          </p:cNvPr>
          <p:cNvCxnSpPr>
            <a:cxnSpLocks/>
          </p:cNvCxnSpPr>
          <p:nvPr/>
        </p:nvCxnSpPr>
        <p:spPr>
          <a:xfrm flipH="1">
            <a:off x="6212755" y="3685501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250FD6-2017-35FC-46C7-B5D5786E3CB9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079BFE-5FC0-EDF1-292E-77A50C91CD55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96CC069-1C5B-FCAE-4C69-D31F2AC9B943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DD8357-7059-E0DD-016B-3ABC09A850C7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90D3B0C-E408-E573-63CB-026612F45F10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156692-D347-875A-CCC3-BE54F95B7120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879204-9601-1083-7BE3-B051A909B7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EB6816-E580-60F7-13D0-DD4F7DE4EFFB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E9DB54-3201-9E2B-9EC0-B0EF34957C59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C45247F-3190-5957-7833-B43DC5D6AD6A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13E94C-6106-D866-5395-C0358537EBA3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C5B552F-D13A-6DC8-1E2E-23775AFAF0F8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3906AB6-C41E-8978-0792-DAC55997B25B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A75B22-0AA3-9EF5-82E4-30F939B250AC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170071C-5980-7E49-2EF6-0D990D7C03CB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84010D-90A9-C150-C479-D1EFA34741EC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A62BFD4-16F7-6814-0AE2-CCCD2C21B111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E49C7DA-5084-5302-C866-C8DC296DEB7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01F5AAB-41E1-38A4-CD8A-3ACB41470187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FE1944-A22C-730A-7F83-8F9E33B9448F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B754C6-4498-DC57-B8AD-7D27DD4E3279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3BD885-BB86-FAA4-E36D-D7A3502ABAE1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CFEE4E-CB19-0EC7-68AB-EBFFBC459673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BE3591-5376-800C-8F82-44A25A08262C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423BF8-364B-3CA0-4C61-5906D87D7D6E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9C43C7F-5636-C664-5F20-7309D99FE46D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825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62B2-6E89-9A74-3615-6787D834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027A-EC23-E824-A1AC-2B68499C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7CBC9-1309-8230-9CB5-763FE1198AD5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D7FF4-4010-6EC8-90D6-DB2FB4498B94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177656-2E43-3C24-7DFF-E79C57A99E33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731A8A-B7D2-EB67-4F32-1B2372276E9D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3D12F9-AE32-B9B7-E4AA-7893E28904D6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F728B8-E3FD-D42D-83F9-895E1F8BD211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9C39BBE-BE20-9283-E56B-BC71E9909DAA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FFFCD8-4ADE-CEC3-88B8-A98D2A4BD6A3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ABDAADE-1A42-B1D5-B9F6-51DFE0EA419D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F6F214-9DE4-AD67-6505-92E5D402D349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30D04BD-0C51-AAAE-CE64-A6906A73C7E6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BD2CE8-E7F7-9B87-A710-9CB4703E06B9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A2BA089-E67A-31F4-CF17-617835D85376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94F8E6-CDF9-7721-6072-372524DF5D3D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4C4876-6C43-7A16-BE73-37481C9D945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FA373A72-9B1D-C64D-0672-ECF8F26EEE83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7D0879-DF64-D1A4-2E0F-B829B65E4F7C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CF1C1E-17E2-9424-9F90-F7D1D2732311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C758F8-C275-8F68-0196-72DCE4ED2327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C1DBAD-4790-E5C8-4E62-9EE89A37983D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E755DF4-21D9-F9B9-93A4-D2026A84B361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0B6CB11-1140-F323-9F5C-E19CBB4CB7EC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5273C5-5C51-F7C8-B3E1-FD36DB250C31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79A450-D3B1-0A69-7466-5F69090006D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7866ED-05F5-131C-2E99-1C18A3D8D7CB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7FECFE-EE8E-BBEC-8CFA-3E51F14F83E2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31C6C4D9-30C5-6478-8A94-43F5468C67F4}"/>
              </a:ext>
            </a:extLst>
          </p:cNvPr>
          <p:cNvSpPr/>
          <p:nvPr/>
        </p:nvSpPr>
        <p:spPr>
          <a:xfrm>
            <a:off x="4336434" y="5267416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5C97DC5-4068-063A-7180-5ED7AA28AE9C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0DD0B7B-C10B-FE80-98BA-009C0B4A1C99}"/>
              </a:ext>
            </a:extLst>
          </p:cNvPr>
          <p:cNvCxnSpPr>
            <a:cxnSpLocks/>
          </p:cNvCxnSpPr>
          <p:nvPr/>
        </p:nvCxnSpPr>
        <p:spPr>
          <a:xfrm flipV="1">
            <a:off x="4221378" y="5224475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7CF626-9C93-7A55-C70F-D6C2AADC94C3}"/>
              </a:ext>
            </a:extLst>
          </p:cNvPr>
          <p:cNvCxnSpPr>
            <a:cxnSpLocks/>
          </p:cNvCxnSpPr>
          <p:nvPr/>
        </p:nvCxnSpPr>
        <p:spPr>
          <a:xfrm flipH="1">
            <a:off x="4271567" y="5135590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81E5F1-8DA9-063F-A3AE-5A1C490159DA}"/>
                  </a:ext>
                </a:extLst>
              </p:cNvPr>
              <p:cNvSpPr txBox="1"/>
              <p:nvPr/>
            </p:nvSpPr>
            <p:spPr>
              <a:xfrm>
                <a:off x="3765189" y="5620610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81E5F1-8DA9-063F-A3AE-5A1C49015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189" y="5620610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77812F7-5D5B-A5E9-8F1F-DA7EF32691F4}"/>
              </a:ext>
            </a:extLst>
          </p:cNvPr>
          <p:cNvSpPr/>
          <p:nvPr/>
        </p:nvSpPr>
        <p:spPr>
          <a:xfrm>
            <a:off x="412307" y="5254694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EDD0CF-B939-646A-330C-29F17F4A0200}"/>
              </a:ext>
            </a:extLst>
          </p:cNvPr>
          <p:cNvCxnSpPr>
            <a:cxnSpLocks/>
          </p:cNvCxnSpPr>
          <p:nvPr/>
        </p:nvCxnSpPr>
        <p:spPr>
          <a:xfrm flipV="1">
            <a:off x="3783943" y="5252892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4CC839D-37E4-9202-1D5A-14B2F3D657C8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69E6E2-16CE-E35D-BB7D-DA5118B83AC0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04652D4-3FD1-AD82-7D23-9AD2DF133025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2D3D489-2BBD-72BC-DBFA-28BD78F9742B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C72395E-CD5E-4E65-C5B0-6577D0702255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CBF8938-9AC5-033A-E05F-A8F2EAE9641F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759FBB-F970-C71A-4203-8FFB0C59B477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CAAE2A3-11FA-CCFD-AE35-90D80EDED353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F94E11-812D-61D0-7094-82C9475A50E8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9203209-6534-0D5A-0AD5-904EF780E6B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3852B7A-1CD8-A595-9211-5BF9C67200C3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5B8D48C-8E89-6AAB-54ED-C67BCC3D5121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C3131A9-D89D-6360-3DA0-AE7738B31104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2523B9-DECB-8E19-F999-97F0DBC14224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782C854-2CAD-C673-C4B5-04C020275219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718C1EC-75A1-0146-BC7E-0EB23E6E9F51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0B0889-3DFB-E2D2-7293-C6CF37216596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60D0B96-2C9B-B065-3968-F9C619B5833D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864601-07EA-23DC-9C66-6284FB015457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9C34EC-D898-533B-C73F-9BAF0EA2E4FE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1FC2161-54BD-B1BF-AF8D-29D4D034653F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605FF2E-21B7-C4BB-828E-82955326459B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8F2B8F-0068-3AB6-72C6-2155969924AD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D1ECC01-379A-DA47-D370-0DD0B7D75A35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C40713-40B4-9DB6-1A91-D0334E5DE4D5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30F62F-0480-EAB4-D6E2-78A14A3F36DA}"/>
              </a:ext>
            </a:extLst>
          </p:cNvPr>
          <p:cNvSpPr/>
          <p:nvPr/>
        </p:nvSpPr>
        <p:spPr>
          <a:xfrm>
            <a:off x="7963988" y="3897456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C2510E-C1BC-06B0-EAE7-C6DF29DBF7BE}"/>
              </a:ext>
            </a:extLst>
          </p:cNvPr>
          <p:cNvSpPr/>
          <p:nvPr/>
        </p:nvSpPr>
        <p:spPr>
          <a:xfrm>
            <a:off x="7755517" y="2220936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CB9DC6-E9BA-07E3-F6D1-3C157D07723F}"/>
                  </a:ext>
                </a:extLst>
              </p:cNvPr>
              <p:cNvSpPr txBox="1"/>
              <p:nvPr/>
            </p:nvSpPr>
            <p:spPr>
              <a:xfrm>
                <a:off x="11386570" y="427193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CB9DC6-E9BA-07E3-F6D1-3C157D077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570" y="4271936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ED5DA1E-63A1-3022-9D92-1A9D46F8A8B8}"/>
              </a:ext>
            </a:extLst>
          </p:cNvPr>
          <p:cNvCxnSpPr>
            <a:cxnSpLocks/>
          </p:cNvCxnSpPr>
          <p:nvPr/>
        </p:nvCxnSpPr>
        <p:spPr>
          <a:xfrm>
            <a:off x="11409707" y="3907928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42EAFE-5F79-7B98-77E5-571C7520A0E5}"/>
                  </a:ext>
                </a:extLst>
              </p:cNvPr>
              <p:cNvSpPr txBox="1"/>
              <p:nvPr/>
            </p:nvSpPr>
            <p:spPr>
              <a:xfrm>
                <a:off x="11216587" y="236074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42EAFE-5F79-7B98-77E5-571C7520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2360741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3A2627F-D60E-E36A-8CE3-643166B8E24C}"/>
              </a:ext>
            </a:extLst>
          </p:cNvPr>
          <p:cNvCxnSpPr>
            <a:cxnSpLocks/>
          </p:cNvCxnSpPr>
          <p:nvPr/>
        </p:nvCxnSpPr>
        <p:spPr>
          <a:xfrm>
            <a:off x="11200288" y="2215102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2BDC98F-DE8C-E6CA-D137-81BFE316C926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2BDC98F-DE8C-E6CA-D137-81BFE316C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09C2906-C311-E30F-FBC0-C47CAC6B857F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09C2906-C311-E30F-FBC0-C47CAC6B8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26389FE-F1A6-916A-BFD0-AC5D2B0DE642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170988-9644-818A-0B31-3F9ADD59B319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170988-9644-818A-0B31-3F9ADD59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F23BEF6-7711-8938-CA66-197389C89E42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E2E448-1F18-5EED-3EC4-68EC855E8629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76B1A4-D281-84E6-A99A-EF5F36C44ACD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EB5359-65DB-7D11-F1FE-157ED5B468CC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8B0A9A-C4B0-9573-EC0B-027BAFA2EB3A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8574AC-162F-F856-937C-FFA03B704324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94E499-1AA2-A27D-09AB-A9D3F5D70727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8C49AB-1D93-BF54-AAF0-B1CE138D45A9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516136-01C1-222B-0432-6E640ED2AD62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76D7009-0772-595D-BBDA-A41111949BBE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2B16A34-1EC9-17ED-B04C-BDD248BEA290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FF7C88E-A356-472B-0E3C-151BB5E2EB73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43F3B4-F130-C34F-6533-53FA57DD21A6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15E436-6E4A-CEEC-F57A-520A2AFEFC38}"/>
                  </a:ext>
                </a:extLst>
              </p:cNvPr>
              <p:cNvSpPr txBox="1"/>
              <p:nvPr/>
            </p:nvSpPr>
            <p:spPr>
              <a:xfrm>
                <a:off x="4778294" y="476625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15E436-6E4A-CEEC-F57A-520A2AFE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4766258"/>
                <a:ext cx="549801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19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DD1A-4580-E1B6-45AD-3E879B9C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30C4-C697-3F6F-806E-21ECA495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9BA9D-F1C9-A62E-A0AF-15E495096121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49C791-DC9D-C796-825D-A3A4FD8D90D8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CD410C-67D1-1BCA-7A9F-D827838C5FCB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621B6C-D8FB-E6EA-579F-A6CF78571D52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9E4D3-BCE3-254D-7238-AF7DAE324C73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616593-957B-552D-0F79-A461FDD3527A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EC2D120-CE4D-9EBF-D1DA-8B4C6036B0C2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CC943-A47D-B01E-A4EE-46F20CB6997C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C9A810E-58BB-78DC-54AB-A15E3955B58C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7C13E0-A3BF-D888-6888-3F2A60A81E68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3F3ED18-EAA8-D419-7325-11C703878E1D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BCB56-1638-BEFA-B8D0-2E13DEDB0979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F687843-C06F-122D-EDA9-70332CC4B174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1747D8-F629-6BC7-7F83-7CCCA1BBD94A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6397CA-9D9E-9F8E-061B-7DE31DB0EFFA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1AAE0845-1304-6C39-D696-8E20595BFE6F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0A3230-9A63-24EA-C6E0-06020A57906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8FFFC5-0E70-2F32-26DE-C8B5A1BD0834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943FB2-AA68-EE6A-9B18-C8D66810A87F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19F963-3982-04FE-943E-3677934E41AC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34467D-2B85-AF09-587F-DCBBE90E9AF3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ABEF3E-F7D9-EFD0-5F42-4FFEB73448AE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D1EAD95-2F64-1A46-F03B-AA8824AA5517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EF3F27-1D8E-009D-7D36-F442BDA07C21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4F179BA-FB08-2FB6-7705-61898849F2A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F24557-9A98-0E12-D72B-35E6C0062F1C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C6A4A6F-97C6-BA58-C6D2-921E6BBC4A1A}"/>
              </a:ext>
            </a:extLst>
          </p:cNvPr>
          <p:cNvSpPr/>
          <p:nvPr/>
        </p:nvSpPr>
        <p:spPr>
          <a:xfrm>
            <a:off x="5842522" y="5109305"/>
            <a:ext cx="848729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2C1E9B-9D9F-8EA1-EA46-E2D7CF622950}"/>
                  </a:ext>
                </a:extLst>
              </p:cNvPr>
              <p:cNvSpPr txBox="1"/>
              <p:nvPr/>
            </p:nvSpPr>
            <p:spPr>
              <a:xfrm>
                <a:off x="5939922" y="456881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2C1E9B-9D9F-8EA1-EA46-E2D7CF622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922" y="4568818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33EE50D-F37F-C0A3-5BE6-2F93257EDA74}"/>
              </a:ext>
            </a:extLst>
          </p:cNvPr>
          <p:cNvCxnSpPr>
            <a:cxnSpLocks/>
          </p:cNvCxnSpPr>
          <p:nvPr/>
        </p:nvCxnSpPr>
        <p:spPr>
          <a:xfrm flipV="1">
            <a:off x="4215011" y="5140403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8EE3AA5-2142-1D1C-F8E3-B0835CE5EC24}"/>
              </a:ext>
            </a:extLst>
          </p:cNvPr>
          <p:cNvCxnSpPr>
            <a:cxnSpLocks/>
          </p:cNvCxnSpPr>
          <p:nvPr/>
        </p:nvCxnSpPr>
        <p:spPr>
          <a:xfrm flipH="1">
            <a:off x="5736125" y="5011000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B6A23-3C13-5162-FDF5-E64EE32F5E7E}"/>
                  </a:ext>
                </a:extLst>
              </p:cNvPr>
              <p:cNvSpPr txBox="1"/>
              <p:nvPr/>
            </p:nvSpPr>
            <p:spPr>
              <a:xfrm>
                <a:off x="3758822" y="553653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B6A23-3C13-5162-FDF5-E64EE32F5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22" y="5536538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C9043C0-7FE5-3060-65CE-9144EFC91F58}"/>
              </a:ext>
            </a:extLst>
          </p:cNvPr>
          <p:cNvSpPr/>
          <p:nvPr/>
        </p:nvSpPr>
        <p:spPr>
          <a:xfrm>
            <a:off x="405940" y="517062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3A7D4B3-84EB-7321-4AD2-F3FF6900FED7}"/>
              </a:ext>
            </a:extLst>
          </p:cNvPr>
          <p:cNvCxnSpPr>
            <a:cxnSpLocks/>
          </p:cNvCxnSpPr>
          <p:nvPr/>
        </p:nvCxnSpPr>
        <p:spPr>
          <a:xfrm flipV="1">
            <a:off x="3777576" y="5168820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42B2F7B-C4B7-7E2A-41C0-F5E0BBC8BD3F}"/>
              </a:ext>
            </a:extLst>
          </p:cNvPr>
          <p:cNvSpPr/>
          <p:nvPr/>
        </p:nvSpPr>
        <p:spPr>
          <a:xfrm>
            <a:off x="5705217" y="55028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731B67-4B0B-359C-74AF-E1FB53EB7CA2}"/>
              </a:ext>
            </a:extLst>
          </p:cNvPr>
          <p:cNvCxnSpPr>
            <a:cxnSpLocks/>
          </p:cNvCxnSpPr>
          <p:nvPr/>
        </p:nvCxnSpPr>
        <p:spPr>
          <a:xfrm flipH="1">
            <a:off x="5702442" y="3207197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1FDD294-6A5A-1DAC-BE7E-0962AE0D79F7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D887CB-348A-DDB4-DE38-DB5CA9A16032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A7C3276-3A3B-36E2-84F4-F7E321A8C6B2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4849AF-2BDF-7F77-BCD0-88863448F68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10A4460-6EE4-D802-205A-AE0BA9524630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6F4021-D643-E930-FB0F-1150ACAE254F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F20D83-30EA-A8CB-A995-E0AD2FD8C0CC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C8071C-4900-1693-28D0-8F5ECEBC1F77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D89C72B-FF13-4D10-F48B-DB4B6B40EE35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B53A4B-4E2B-03D3-B01C-EFA17A1C208A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C7182CE-9738-6D8A-798B-3AF722B0C5A8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B8B5CAC-46CC-ECF9-7F8F-63B48A008181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09FECDC-7765-0F03-BD1A-4C3E696C422B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AA7B8A-0D83-CCE9-A9FD-48EC064F2941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FA1D496-179F-C822-D1BB-DAB5F9E27EBD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C2CB2A6-F206-F598-3683-C608F7B77A4C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976A7E7-830B-B602-FD65-DA968C7B132F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FF4223E-D020-EC7B-98D0-F73034B2E401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9753D95-9FC6-9C57-74A1-9A2F8BDAFB3B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5C69C4F-5ED6-264A-0A2B-311F37B17642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896EA0-1B17-8BA5-CDC3-E254AE41D4D8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254E881-37A6-B8F7-FF31-E5BD0122F1D9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9D402-F03D-7E40-5EBF-CF99B66DA246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BFC62A-C851-16AF-6BD3-20CFCAFCEE12}"/>
              </a:ext>
            </a:extLst>
          </p:cNvPr>
          <p:cNvSpPr/>
          <p:nvPr/>
        </p:nvSpPr>
        <p:spPr>
          <a:xfrm>
            <a:off x="8034731" y="4808087"/>
            <a:ext cx="3267450" cy="9036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5D7310-E790-CCBF-D35A-8305E73B1BE4}"/>
              </a:ext>
            </a:extLst>
          </p:cNvPr>
          <p:cNvSpPr/>
          <p:nvPr/>
        </p:nvSpPr>
        <p:spPr>
          <a:xfrm>
            <a:off x="7847454" y="2189871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7F0788F-60B5-4D9E-3A45-BAEBCCAE7C42}"/>
                  </a:ext>
                </a:extLst>
              </p:cNvPr>
              <p:cNvSpPr txBox="1"/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9F6EADC-79C5-10AA-066F-1A396078CF8C}"/>
              </a:ext>
            </a:extLst>
          </p:cNvPr>
          <p:cNvCxnSpPr>
            <a:cxnSpLocks/>
          </p:cNvCxnSpPr>
          <p:nvPr/>
        </p:nvCxnSpPr>
        <p:spPr>
          <a:xfrm>
            <a:off x="11427687" y="472148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4B6B-5B4D-6173-7487-2FD9F194D603}"/>
                  </a:ext>
                </a:extLst>
              </p:cNvPr>
              <p:cNvSpPr txBox="1"/>
              <p:nvPr/>
            </p:nvSpPr>
            <p:spPr>
              <a:xfrm>
                <a:off x="11308524" y="232967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4B6B-5B4D-6173-7487-2FD9F194D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8524" y="2329676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9CBB009-A0A0-8E94-75D8-F8C14BBE10AA}"/>
              </a:ext>
            </a:extLst>
          </p:cNvPr>
          <p:cNvCxnSpPr>
            <a:cxnSpLocks/>
          </p:cNvCxnSpPr>
          <p:nvPr/>
        </p:nvCxnSpPr>
        <p:spPr>
          <a:xfrm>
            <a:off x="11292225" y="2184037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9A0EE42-4926-E038-67A3-4190735030DD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39DC51C-A93C-4BE2-9F54-598886CDC576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08BFB33-CA09-7FA5-5B14-A56DEF5D7B01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2007CAC-93A7-CD40-62FF-BA5B04459538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2007CAC-93A7-CD40-62FF-BA5B04459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466312-5EA6-E2D9-D4E0-CA4CD4C9C81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D91247D-4F47-350B-E401-58E982746B62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B3B47A-08F0-7F58-9225-0EF2EDAE3BFA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95A50E7-1773-B9A9-20F6-587033DA2E84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56B197-BC56-4026-F501-52C1A37E420D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E1F92A-FF1E-3B3D-B8A0-7C369C7F10C4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38EFFA-7434-AAD2-26CD-ED6187E04197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89DCBA-0E6F-85ED-FF00-BE0A89FD7BC9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8C861A-95B6-2198-22CB-30926F2856CE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A39D6BA-5640-333C-0042-A8DC20F94E49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9E4C67D-EC7E-3F6E-2937-37BEFE6AE7ED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AA48A4B-4F44-56CD-568D-6071F76AB126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75336A1-3C2D-AB2C-93A7-8E2F47427979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4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4186-1AC9-7B3E-BB9E-EBCF6C18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6263-073E-FE0F-D4DA-F73FB0E2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39FCA-C610-1946-6177-3561C20B2288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0C24D3-5C9F-964B-5447-CDE541FAEC38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992B3D-0DB6-07F9-D841-475020322340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AB53B2-D4FC-2025-0064-28841C4EF643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95319-712B-4C75-F2F5-44FDA11D402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EC9B4A-11BE-636E-6B73-ADAC27A23E88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EB026E5-B323-6E60-1C39-3ECCD713D790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1196EF-FD15-4596-D1EE-771F9AACE05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0717B37-A6EE-0B9A-E42F-5D4C38F648DE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10D011-CC15-FCE7-7111-CF5C3340A02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C20746-77A9-9044-2E14-8B26B34502E9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A1FB2C-E26C-D6ED-5B81-F253753844F8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96AF16F-C55B-45B9-EB75-47EABED12606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B1FBB7-F874-AAD8-8D26-8F43493E3894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834D07-3EBD-956A-2608-FF04CE0394AB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1CA096B-849D-714A-061C-CE95F8BA2112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6535FD-3F6E-49F1-FD67-255172558E3F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23613E-9FEE-967B-C225-C358C5A58BB4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8C06E6-9596-DE78-4426-91C5F0D664DF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5E57BB-7E89-54F3-0A95-DAD6F85FE4A1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4520A5-46A4-9520-A7CB-7BC4E8EC8E50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E8E076-BD96-750F-E314-6A6E33B28797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7C01B7-C0AD-CD93-88E5-DF1F1D4F9850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29618E-9F23-7BD0-0EA6-604DC009826C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44C264-ED99-F435-BBDB-3E76CC3651C3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AA6694-A83A-FEBD-F197-8EE3DFC880C0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94DE440-225C-4209-8C4D-3D4E00C85B57}"/>
              </a:ext>
            </a:extLst>
          </p:cNvPr>
          <p:cNvSpPr/>
          <p:nvPr/>
        </p:nvSpPr>
        <p:spPr>
          <a:xfrm>
            <a:off x="6289657" y="5067698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93D56D-F705-5CDC-CE9E-F6D9C02E6713}"/>
                  </a:ext>
                </a:extLst>
              </p:cNvPr>
              <p:cNvSpPr txBox="1"/>
              <p:nvPr/>
            </p:nvSpPr>
            <p:spPr>
              <a:xfrm>
                <a:off x="6420216" y="451087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93D56D-F705-5CDC-CE9E-F6D9C02E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16" y="4510875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7F6D2A-71D5-A56A-255D-3826C1D25793}"/>
              </a:ext>
            </a:extLst>
          </p:cNvPr>
          <p:cNvCxnSpPr>
            <a:cxnSpLocks/>
          </p:cNvCxnSpPr>
          <p:nvPr/>
        </p:nvCxnSpPr>
        <p:spPr>
          <a:xfrm flipV="1">
            <a:off x="4214531" y="5093888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E48DA8-25E4-53A9-1DE6-61D076321C8E}"/>
              </a:ext>
            </a:extLst>
          </p:cNvPr>
          <p:cNvCxnSpPr>
            <a:cxnSpLocks/>
          </p:cNvCxnSpPr>
          <p:nvPr/>
        </p:nvCxnSpPr>
        <p:spPr>
          <a:xfrm flipH="1">
            <a:off x="6243881" y="4983653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BD17E3-863D-CF3B-2D9C-E433C9C8E663}"/>
                  </a:ext>
                </a:extLst>
              </p:cNvPr>
              <p:cNvSpPr txBox="1"/>
              <p:nvPr/>
            </p:nvSpPr>
            <p:spPr>
              <a:xfrm>
                <a:off x="3758342" y="54900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BD17E3-863D-CF3B-2D9C-E433C9C8E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42" y="5490023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6A1945-0BC9-29CB-B3A5-41711C735DD5}"/>
              </a:ext>
            </a:extLst>
          </p:cNvPr>
          <p:cNvSpPr/>
          <p:nvPr/>
        </p:nvSpPr>
        <p:spPr>
          <a:xfrm>
            <a:off x="405460" y="5124107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09245CC-6812-A56F-55A9-793F7793FAA3}"/>
              </a:ext>
            </a:extLst>
          </p:cNvPr>
          <p:cNvCxnSpPr>
            <a:cxnSpLocks/>
          </p:cNvCxnSpPr>
          <p:nvPr/>
        </p:nvCxnSpPr>
        <p:spPr>
          <a:xfrm flipV="1">
            <a:off x="3777096" y="5122305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32DFA69-9A25-C64E-B7A8-E0C513A83CD0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DCC9F6-2ECE-FADD-C432-4C272B69DC13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EEF51C5-3516-CC46-3FFC-1FB83B87C5CC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DEB959-C21D-C51F-C0C4-4D214C957658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E6BF7C-58DA-9FD5-D38A-75D129E448B9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4329083-3841-C38F-FCC9-387D4AF23222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FB5671E-AB5F-C46E-E6DA-3850018D3174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5E0DD0-CE13-35D3-0F34-A96200B7C8D5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F564045-8D40-D769-27A6-9A61891EE321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DBBB52-2653-303D-85A1-E91A8EB78998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D76051-D4CA-6222-19BA-F3E550467D4F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7D8F792-FC56-F934-D96F-BF7C8B89CF7F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1D919B1-E562-AEC9-7663-1E947DC64E51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D7101D8-11EA-077D-EF6E-6FDF85EE5598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B256C12-1743-1148-DF22-D38492F4519D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6956C98-F597-70EB-5506-AA787ACC3C0B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49AAAD9-48EA-C9F5-B77B-D1BDB3CD60FE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6452937-7C94-DF1E-757C-07DE5CF70275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D110B47-9B5C-6A09-8A6D-B4FDFF7C480A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CC0C9CE-443D-4539-50E1-17B0DC25C76C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3D68F6-4A01-B34B-7539-3900FF691C6A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43EC390-D794-5DB0-0F07-A16D0DB295E4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25527BD-95B1-4905-8410-1BCBBE159DD0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B44407D9-D688-7B9E-222D-7CF3CC605F7E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205ECB8-70A5-7879-501E-EADA51131437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EA6514-662A-4945-2778-5058FBA3EF05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CF3D50-E88D-0893-1022-964BEFDC88F5}"/>
              </a:ext>
            </a:extLst>
          </p:cNvPr>
          <p:cNvSpPr/>
          <p:nvPr/>
        </p:nvSpPr>
        <p:spPr>
          <a:xfrm>
            <a:off x="7708439" y="2139417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A70D08-C1E3-4C39-902D-0462759971B6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76DF3FB-31B6-D29E-54B6-C8A8B5BD4C70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D16E32-7C4C-B830-5C72-6F7D44406A4C}"/>
                  </a:ext>
                </a:extLst>
              </p:cNvPr>
              <p:cNvSpPr txBox="1"/>
              <p:nvPr/>
            </p:nvSpPr>
            <p:spPr>
              <a:xfrm>
                <a:off x="11169509" y="22792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D16E32-7C4C-B830-5C72-6F7D44406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509" y="2279222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99AE1D-D6B6-85B5-3E63-1FEEEAA8ECA0}"/>
              </a:ext>
            </a:extLst>
          </p:cNvPr>
          <p:cNvCxnSpPr>
            <a:cxnSpLocks/>
          </p:cNvCxnSpPr>
          <p:nvPr/>
        </p:nvCxnSpPr>
        <p:spPr>
          <a:xfrm>
            <a:off x="11153210" y="2133583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151ACBC-37D3-7F64-EA23-12F25BC85009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151ACBC-37D3-7F64-EA23-12F25BC85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32ADDA-75CF-612D-843E-455B85041719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32ADDA-75CF-612D-843E-455B8504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8E99E92-1C5F-EC63-9694-D238277418FF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C2A2D4-5DDB-42F8-064C-8708C35B756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C2A2D4-5DDB-42F8-064C-8708C35B7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89B18EA-B359-A7A7-1CDD-B98A35A0DEF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DECA8D5-E28A-15C8-5A0C-C29A9BCA07A6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B56EE12-E179-A04E-30CB-9F86C33EE79E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47539D9-99D6-A252-977C-7ECC6C5F95C4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2038C9-BC73-DAD6-94BD-793935BB2D3C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D39E27-6E8D-1C04-C5E9-3D80AF36649D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04DA32-CC60-24B2-5352-0C335696809D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FB8EDF-8FC5-53C0-F688-20B4E8852445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57F3E7-35E7-E1CA-5AAC-E3863E3192D9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6F6428-3924-D70E-C53E-E4CA397FDD06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4D87AB3-F22D-F4ED-A2CA-DC4894CF1ECA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DC1CDF1-A3EF-7BA4-62DE-3012E748D8F8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97F6DDB-C3D9-82CC-FEDF-122411D05A67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528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AB83-79DA-CBBA-D39C-7F19C3C3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4FECF-5656-983B-3D33-813BD62F4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48932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practice,</a:t>
                </a:r>
              </a:p>
              <a:p>
                <a:pPr lvl="1"/>
                <a:r>
                  <a:rPr lang="en-US" dirty="0"/>
                  <a:t>Output O is rescaled</a:t>
                </a:r>
              </a:p>
              <a:p>
                <a:pPr lvl="1"/>
                <a:r>
                  <a:rPr lang="en-US" dirty="0"/>
                  <a:t>In </a:t>
                </a:r>
                <a:r>
                  <a:rPr lang="en-US" dirty="0" err="1"/>
                  <a:t>softmax</a:t>
                </a:r>
                <a:r>
                  <a:rPr lang="en-US" dirty="0"/>
                  <a:t> computation, scaling by the maximum value of row is performed to avoid numerical stability issues</a:t>
                </a:r>
              </a:p>
              <a:p>
                <a:r>
                  <a:rPr lang="en-US" dirty="0"/>
                  <a:t>Ungraded HW Assignment: Try to understand this. Will not ask in exam.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4FECF-5656-983B-3D33-813BD62F4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48932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0534F4-B9C2-0999-B228-2D8D16DE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07" t="39829" b="17227"/>
          <a:stretch>
            <a:fillRect/>
          </a:stretch>
        </p:blipFill>
        <p:spPr>
          <a:xfrm>
            <a:off x="838200" y="5143500"/>
            <a:ext cx="9973092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09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D001-BD5C-2876-4403-6A4A48FF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3B2E-21AE-545E-EF32-6D528601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5C8A25-5B7A-69C2-F365-B87BFA3EBE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Fuse and tile the three Key Operations</a:t>
                </a:r>
              </a:p>
              <a:p>
                <a:pPr lvl="1"/>
                <a:r>
                  <a:rPr lang="en-US" dirty="0"/>
                  <a:t>Operation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Dense matrices</a:t>
                </a:r>
              </a:p>
              <a:p>
                <a:endParaRPr lang="en-US" dirty="0"/>
              </a:p>
              <a:p>
                <a:r>
                  <a:rPr lang="en-US" dirty="0"/>
                  <a:t>Notice how you are taking a tile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producing a partial sum for a tile of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also known as Fused attention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5C8A25-5B7A-69C2-F365-B87BFA3EB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556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DDBA-812E-3076-854D-75DACF6D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BC5F4-1EC4-3FBD-3482-EB76C31FE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Reduces the memory requirements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BC5F4-1EC4-3FBD-3482-EB76C31FE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49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DF05-3144-2009-6FC0-A4C32859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30FC-1777-61CA-E3B7-142FC7D0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Transformers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DEA43-EB13-B597-AD26-864E9603D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Flashattention reduces the memory requirements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However, no change it computations – still require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  <a:p>
                <a:r>
                  <a:rPr lang="en-US" dirty="0"/>
                  <a:t>For longer values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this can be exorbitant</a:t>
                </a:r>
              </a:p>
              <a:p>
                <a:endParaRPr lang="en-US" dirty="0"/>
              </a:p>
              <a:p>
                <a:r>
                  <a:rPr lang="en-US" dirty="0"/>
                  <a:t>Solution: Sparse Transformers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DEA43-EB13-B597-AD26-864E9603D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745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9047-AE17-970B-B2F8-CC2D957E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1549-9A50-5E4B-6204-CA3BABE06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63" y="1444291"/>
            <a:ext cx="10515600" cy="3001932"/>
          </a:xfrm>
        </p:spPr>
        <p:txBody>
          <a:bodyPr>
            <a:normAutofit/>
          </a:bodyPr>
          <a:lstStyle/>
          <a:p>
            <a:r>
              <a:rPr lang="en-US" dirty="0"/>
              <a:t>Considering soft-lookup view of attention</a:t>
            </a:r>
          </a:p>
          <a:p>
            <a:endParaRPr lang="en-US" dirty="0"/>
          </a:p>
          <a:p>
            <a:r>
              <a:rPr lang="en-US" dirty="0"/>
              <a:t>Not every query-key pairs need to interact </a:t>
            </a:r>
          </a:p>
          <a:p>
            <a:endParaRPr lang="en-US" dirty="0"/>
          </a:p>
          <a:p>
            <a:r>
              <a:rPr lang="en-US" dirty="0"/>
              <a:t>As keys and queries are projection of tokens -&gt; Not every pair of token need to interact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663888-9D91-60F4-2EF0-0650FA6CB702}"/>
                  </a:ext>
                </a:extLst>
              </p:cNvPr>
              <p:cNvSpPr txBox="1"/>
              <p:nvPr/>
            </p:nvSpPr>
            <p:spPr>
              <a:xfrm>
                <a:off x="4262984" y="4487891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663888-9D91-60F4-2EF0-0650FA6CB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984" y="4487891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E66F40-892B-1D2C-4FAC-494DBC05790D}"/>
                  </a:ext>
                </a:extLst>
              </p:cNvPr>
              <p:cNvSpPr txBox="1"/>
              <p:nvPr/>
            </p:nvSpPr>
            <p:spPr>
              <a:xfrm>
                <a:off x="6341064" y="453690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E66F40-892B-1D2C-4FAC-494DBC057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064" y="4536904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9EFA9E-AAA6-2A68-37E7-9CBBCFE0A3D1}"/>
                  </a:ext>
                </a:extLst>
              </p:cNvPr>
              <p:cNvSpPr txBox="1"/>
              <p:nvPr/>
            </p:nvSpPr>
            <p:spPr>
              <a:xfrm>
                <a:off x="6341064" y="517754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9EFA9E-AAA6-2A68-37E7-9CBBCFE0A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064" y="5177542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29876A-D070-7A55-E4D1-C8666744E22E}"/>
                  </a:ext>
                </a:extLst>
              </p:cNvPr>
              <p:cNvSpPr txBox="1"/>
              <p:nvPr/>
            </p:nvSpPr>
            <p:spPr>
              <a:xfrm>
                <a:off x="6336319" y="5818180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29876A-D070-7A55-E4D1-C8666744E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319" y="5818180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9DB031-19CF-0347-E60D-4C2377B59211}"/>
                  </a:ext>
                </a:extLst>
              </p:cNvPr>
              <p:cNvSpPr txBox="1"/>
              <p:nvPr/>
            </p:nvSpPr>
            <p:spPr>
              <a:xfrm>
                <a:off x="7122478" y="453690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9DB031-19CF-0347-E60D-4C2377B59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478" y="4536904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215C6D-00BB-99C5-4AD6-D5DDBE3DC865}"/>
                  </a:ext>
                </a:extLst>
              </p:cNvPr>
              <p:cNvSpPr txBox="1"/>
              <p:nvPr/>
            </p:nvSpPr>
            <p:spPr>
              <a:xfrm>
                <a:off x="7122478" y="517754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215C6D-00BB-99C5-4AD6-D5DDBE3D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478" y="5177542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6F8165-53E4-D7E1-B67D-EB3DB17CB6B7}"/>
                  </a:ext>
                </a:extLst>
              </p:cNvPr>
              <p:cNvSpPr txBox="1"/>
              <p:nvPr/>
            </p:nvSpPr>
            <p:spPr>
              <a:xfrm>
                <a:off x="7117733" y="5818180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6F8165-53E4-D7E1-B67D-EB3DB17C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733" y="5818180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3BF0B6-644F-4CA4-8B9F-568755B184E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50553" y="4672557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EF36BA-533B-974E-FA42-0C3A166A4A3A}"/>
                  </a:ext>
                </a:extLst>
              </p:cNvPr>
              <p:cNvSpPr txBox="1"/>
              <p:nvPr/>
            </p:nvSpPr>
            <p:spPr>
              <a:xfrm>
                <a:off x="4997804" y="4235399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EF36BA-533B-974E-FA42-0C3A166A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804" y="4235399"/>
                <a:ext cx="825739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399D80-D9C0-DDB8-ABE9-4697B9FC2D1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15417" y="4803157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3470BA-5FC0-3DCC-9E02-FBBFD8F3E2A7}"/>
              </a:ext>
            </a:extLst>
          </p:cNvPr>
          <p:cNvCxnSpPr>
            <a:cxnSpLocks/>
          </p:cNvCxnSpPr>
          <p:nvPr/>
        </p:nvCxnSpPr>
        <p:spPr>
          <a:xfrm>
            <a:off x="4524837" y="4925378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E76013-DC9D-D096-6734-11A27196C77C}"/>
                  </a:ext>
                </a:extLst>
              </p:cNvPr>
              <p:cNvSpPr txBox="1"/>
              <p:nvPr/>
            </p:nvSpPr>
            <p:spPr>
              <a:xfrm>
                <a:off x="5216524" y="4738585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E76013-DC9D-D096-6734-11A27196C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4" y="4738585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0054E6-DD32-B9BC-95B5-8036FB0E86EF}"/>
                  </a:ext>
                </a:extLst>
              </p:cNvPr>
              <p:cNvSpPr txBox="1"/>
              <p:nvPr/>
            </p:nvSpPr>
            <p:spPr>
              <a:xfrm>
                <a:off x="4929531" y="5559932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0054E6-DD32-B9BC-95B5-8036FB0E8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531" y="5559932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F335A1-5EEA-693A-F2C1-67F5E59F8951}"/>
              </a:ext>
            </a:extLst>
          </p:cNvPr>
          <p:cNvCxnSpPr>
            <a:cxnSpLocks/>
          </p:cNvCxnSpPr>
          <p:nvPr/>
        </p:nvCxnSpPr>
        <p:spPr>
          <a:xfrm>
            <a:off x="7570614" y="4738585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808DC7-4112-4B63-8D1C-8B2AF5C8A4CE}"/>
              </a:ext>
            </a:extLst>
          </p:cNvPr>
          <p:cNvCxnSpPr>
            <a:cxnSpLocks/>
          </p:cNvCxnSpPr>
          <p:nvPr/>
        </p:nvCxnSpPr>
        <p:spPr>
          <a:xfrm>
            <a:off x="7570614" y="5391866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FAD131-AC7C-DC5D-A20E-BEC1354B5C04}"/>
              </a:ext>
            </a:extLst>
          </p:cNvPr>
          <p:cNvCxnSpPr>
            <a:cxnSpLocks/>
          </p:cNvCxnSpPr>
          <p:nvPr/>
        </p:nvCxnSpPr>
        <p:spPr>
          <a:xfrm>
            <a:off x="7564790" y="6027675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625B27-7CE3-2754-AC76-97B010B9B923}"/>
                  </a:ext>
                </a:extLst>
              </p:cNvPr>
              <p:cNvSpPr txBox="1"/>
              <p:nvPr/>
            </p:nvSpPr>
            <p:spPr>
              <a:xfrm>
                <a:off x="7472901" y="4270973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625B27-7CE3-2754-AC76-97B010B9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901" y="4270973"/>
                <a:ext cx="49135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25B3D0-A6A4-1846-2F7D-30898BF13076}"/>
                  </a:ext>
                </a:extLst>
              </p:cNvPr>
              <p:cNvSpPr txBox="1"/>
              <p:nvPr/>
            </p:nvSpPr>
            <p:spPr>
              <a:xfrm>
                <a:off x="7481001" y="5040670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25B3D0-A6A4-1846-2F7D-30898BF13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001" y="5040670"/>
                <a:ext cx="491352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1D218F-E85A-29A6-3772-B75E0AD10427}"/>
                  </a:ext>
                </a:extLst>
              </p:cNvPr>
              <p:cNvSpPr txBox="1"/>
              <p:nvPr/>
            </p:nvSpPr>
            <p:spPr>
              <a:xfrm>
                <a:off x="7478726" y="5705797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1D218F-E85A-29A6-3772-B75E0AD10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726" y="5705797"/>
                <a:ext cx="491353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36063A-32CF-7FC2-F026-E448C1168CF3}"/>
                  </a:ext>
                </a:extLst>
              </p:cNvPr>
              <p:cNvSpPr txBox="1"/>
              <p:nvPr/>
            </p:nvSpPr>
            <p:spPr>
              <a:xfrm>
                <a:off x="9920037" y="4516451"/>
                <a:ext cx="2065822" cy="860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36063A-32CF-7FC2-F026-E448C1168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0037" y="4516451"/>
                <a:ext cx="2065822" cy="860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B7C653-4631-3422-C0B0-13B6B9105624}"/>
                  </a:ext>
                </a:extLst>
              </p:cNvPr>
              <p:cNvSpPr txBox="1"/>
              <p:nvPr/>
            </p:nvSpPr>
            <p:spPr>
              <a:xfrm>
                <a:off x="4280317" y="5443795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B7C653-4631-3422-C0B0-13B6B9105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317" y="5443795"/>
                <a:ext cx="487569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6DAB51-CE43-1906-FF1D-256E9AA01E37}"/>
                  </a:ext>
                </a:extLst>
              </p:cNvPr>
              <p:cNvSpPr txBox="1"/>
              <p:nvPr/>
            </p:nvSpPr>
            <p:spPr>
              <a:xfrm>
                <a:off x="4262984" y="6308209"/>
                <a:ext cx="481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6DAB51-CE43-1906-FF1D-256E9AA01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984" y="6308209"/>
                <a:ext cx="481157" cy="369332"/>
              </a:xfrm>
              <a:prstGeom prst="rect">
                <a:avLst/>
              </a:prstGeom>
              <a:blipFill>
                <a:blip r:embed="rId1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990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C82C-4C22-9892-0C76-87CD1952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 in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1E8C-67B1-4464-D944-A1F88A1B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667250"/>
          </a:xfrm>
        </p:spPr>
        <p:txBody>
          <a:bodyPr>
            <a:normAutofit/>
          </a:bodyPr>
          <a:lstStyle/>
          <a:p>
            <a:r>
              <a:rPr lang="en-US" dirty="0"/>
              <a:t>Key Idea: Not every pair of query and key/value need to interact</a:t>
            </a:r>
          </a:p>
          <a:p>
            <a:endParaRPr lang="en-US" dirty="0"/>
          </a:p>
          <a:p>
            <a:r>
              <a:rPr lang="en-US" dirty="0"/>
              <a:t>If we represent the query-key interactions as an adjacency matrix, we want to prune the entries of the matrix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21A3A82-032B-5119-18CC-E150A2705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187534"/>
            <a:ext cx="4436562" cy="394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01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57B9-DB40-4BE0-D510-00F12F06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Mask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24E778-9E93-D5C7-F495-04E5994E0CD8}"/>
              </a:ext>
            </a:extLst>
          </p:cNvPr>
          <p:cNvGrpSpPr/>
          <p:nvPr/>
        </p:nvGrpSpPr>
        <p:grpSpPr>
          <a:xfrm>
            <a:off x="4638454" y="2210724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11C308-0762-42AB-CAD1-409E136952B4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184BAC-B9D2-0951-EC18-07ED7647264E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C0F958-9D0B-C163-B4A2-C56BDE92889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7780C7-2956-5002-1234-89E671F8634E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6A3B99-B756-00B0-D58C-64C600BAA994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D3AF1A-0583-4F7B-EE4C-6561B2A362DC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8D6400-FAF2-44D7-B32B-9ACB55440706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9D138C-9923-F160-6EB7-35AF0D51E84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847337-952E-E9CF-0DB8-543623CB5247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862D8B-F5F4-BE06-6545-CCBF4F82FB8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300797-F46A-C69E-7D97-B0C7BE8D0CC0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ABE9CF-157A-A9CE-BE1E-F84169F70DDE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E7FDCD-02F8-2172-EDF5-C7E928C7862C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F89C9C-F7D0-6422-C62C-5C477BB490A4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EF9D0A2-83F0-C318-3AFC-5813A16A257B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B7C10CA-DD53-C5C1-03AD-0CD82ECA9017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A0CDD1-F57F-E38B-7A4D-58888D6D14E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0539CD-7CF4-0A29-DD74-9F84B6A3EB94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D2782C-7C04-F5D9-29F6-39D19AEB8205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C9733A-3F34-E044-5835-5293C1D6918F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1CF2DF5-70EB-DC61-A0CA-222E1E4808C4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DCF7D-EE78-97D0-CE70-BCE2086F63FC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FA3BF2-00E1-F5A9-BFC0-911F76EC1172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30BA735-6879-DD3F-6187-6C04E4160974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631D47-EA2D-0ACA-B5AD-0901480E5FB5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6ECF6B-10A2-3A01-DC7A-896259527BD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707D20-FD09-A924-BF3C-D25A6C7A1D70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37EEEAA-357B-10A5-9D0B-10B52C95885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6CC3B91-30DB-39BE-5EB7-0CA5069B8912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3B8A00-A8EE-2F5B-CD41-B686DF902508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06E3BB-67EB-17F4-33D5-59ADB308C4E3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323627E-29F7-63A7-6F1B-D960B1255C22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5B9F32-4BD9-1EA2-B190-6B223CC77B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54F397-341E-52B6-0718-3CF806DD27C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66A8A4-999B-10DD-4634-4CBAEE6A7B0C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CF7924-B51F-4A85-F917-D7CB1D6FF45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AEFB86C-8ACA-7645-7B09-5C9CCCB3DAF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C592289-71F7-5525-34F0-7525B8983142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52D928-9A82-7BAA-BD27-A418AE41AC5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34A07D-1405-01F4-88E8-F8611D6D80DD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68A93EB-74DF-8380-15A1-EBC40D29391E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52B307-60E3-CB95-965E-4F6C4482C293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2F8892C-5043-6A75-ACA3-46F2D6771152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5B04BD5-5A92-9FB9-F70C-FFAD237E86B5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D940098-8E65-997D-0142-8FC8A4CD51E1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FD55D9B-C168-A2B9-236C-9E4601889155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EADC19-B3FA-683A-5BF2-33CAC0DBD4EA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57BF4D4-31F4-B4BB-5FE6-A4AE3698DCA6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56E8510-0C11-06CF-1E0F-8E375ADB7872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3F11F37-A8D3-4241-3CCE-453E2C68A1E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44DF9A5-D414-0D6A-DB38-F56D73FDB3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749BE1-D81E-D766-1B5C-B4E293208DD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F49B7B8-6329-8E9D-37AD-1F644FB74A15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2D120A0-A2E4-AD8D-8088-8AA36FB6680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89886B7-66D6-9D23-D9C4-48846C6BE6B2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6F235CF-E37D-1E57-0630-F80EABA4DE5A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AA3EC73-56A3-8980-CC06-136670809486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9DF030F-9857-9A8F-39EC-20A115C6363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7CE9DBE-1539-B0B5-0520-42994D43EB6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D1363FB-9226-D111-6477-ADF48F02758A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258BD3-387C-73FA-1D45-5DBBE8D616F0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A1E619E-B3B8-B10D-319E-00E7BE5CC30E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3C13802-8DA1-9522-CE35-F61B32ACDBB5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270F0BF-96AB-135E-4D29-0D8E48A821B5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7EFF79D-BAC0-FEA2-C619-0C16A249DCD4}"/>
                  </a:ext>
                </a:extLst>
              </p:cNvPr>
              <p:cNvSpPr txBox="1"/>
              <p:nvPr/>
            </p:nvSpPr>
            <p:spPr>
              <a:xfrm>
                <a:off x="398763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7EFF79D-BAC0-FEA2-C619-0C16A249D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0" y="2210724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22BD0CA-A1B3-30F4-7A0C-9510932514C9}"/>
                  </a:ext>
                </a:extLst>
              </p:cNvPr>
              <p:cNvSpPr txBox="1"/>
              <p:nvPr/>
            </p:nvSpPr>
            <p:spPr>
              <a:xfrm>
                <a:off x="394597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22BD0CA-A1B3-30F4-7A0C-95109325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974" y="2681234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10D11DF-8947-5B72-917A-FA2CEB4307E6}"/>
                  </a:ext>
                </a:extLst>
              </p:cNvPr>
              <p:cNvSpPr txBox="1"/>
              <p:nvPr/>
            </p:nvSpPr>
            <p:spPr>
              <a:xfrm>
                <a:off x="394597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10D11DF-8947-5B72-917A-FA2CEB430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974" y="3151744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3074A01-8587-B15C-6733-DA7ABE067736}"/>
                  </a:ext>
                </a:extLst>
              </p:cNvPr>
              <p:cNvSpPr txBox="1"/>
              <p:nvPr/>
            </p:nvSpPr>
            <p:spPr>
              <a:xfrm>
                <a:off x="398763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3074A01-8587-B15C-6733-DA7ABE06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0" y="5268212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125B78-26FF-E8D4-5927-D783AA332D32}"/>
                  </a:ext>
                </a:extLst>
              </p:cNvPr>
              <p:cNvSpPr txBox="1"/>
              <p:nvPr/>
            </p:nvSpPr>
            <p:spPr>
              <a:xfrm>
                <a:off x="459812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125B78-26FF-E8D4-5927-D783AA33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127" y="1690688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205301-E897-D7D8-2813-C78908B20A1B}"/>
                  </a:ext>
                </a:extLst>
              </p:cNvPr>
              <p:cNvSpPr txBox="1"/>
              <p:nvPr/>
            </p:nvSpPr>
            <p:spPr>
              <a:xfrm>
                <a:off x="497558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205301-E897-D7D8-2813-C78908B20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580" y="1690688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AEA01E-F335-7736-309B-E511099B03AF}"/>
                  </a:ext>
                </a:extLst>
              </p:cNvPr>
              <p:cNvSpPr txBox="1"/>
              <p:nvPr/>
            </p:nvSpPr>
            <p:spPr>
              <a:xfrm>
                <a:off x="539868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AEA01E-F335-7736-309B-E511099B0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682" y="1690688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B2CFAF-C9C1-872D-2C17-41A4A7031480}"/>
                  </a:ext>
                </a:extLst>
              </p:cNvPr>
              <p:cNvSpPr txBox="1"/>
              <p:nvPr/>
            </p:nvSpPr>
            <p:spPr>
              <a:xfrm>
                <a:off x="724389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B2CFAF-C9C1-872D-2C17-41A4A7031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893" y="1690688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08B2BE9E-69B0-B3EA-8B4F-D2230AC27BAC}"/>
              </a:ext>
            </a:extLst>
          </p:cNvPr>
          <p:cNvSpPr txBox="1"/>
          <p:nvPr/>
        </p:nvSpPr>
        <p:spPr>
          <a:xfrm>
            <a:off x="637953" y="2301949"/>
            <a:ext cx="2838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Self-Attention in Transformer Blocks:</a:t>
            </a:r>
          </a:p>
          <a:p>
            <a:endParaRPr lang="en-US" dirty="0"/>
          </a:p>
          <a:p>
            <a:r>
              <a:rPr lang="en-US" dirty="0"/>
              <a:t>All 1s adjacency matrix</a:t>
            </a:r>
          </a:p>
          <a:p>
            <a:endParaRPr lang="en-US" dirty="0"/>
          </a:p>
          <a:p>
            <a:r>
              <a:rPr lang="en-US" dirty="0"/>
              <a:t>(colored cell is 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9E7CF-F394-577B-5EF1-729AA803018F}"/>
              </a:ext>
            </a:extLst>
          </p:cNvPr>
          <p:cNvSpPr txBox="1"/>
          <p:nvPr/>
        </p:nvSpPr>
        <p:spPr>
          <a:xfrm>
            <a:off x="494170" y="5177501"/>
            <a:ext cx="338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row corresponds to a query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442529-57E1-96CD-7235-983C024739B5}"/>
              </a:ext>
            </a:extLst>
          </p:cNvPr>
          <p:cNvSpPr txBox="1"/>
          <p:nvPr/>
        </p:nvSpPr>
        <p:spPr>
          <a:xfrm>
            <a:off x="4516117" y="6008131"/>
            <a:ext cx="338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column corresponds to a key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14322A4-E92B-40D5-ACDB-6C3FB69FDD61}"/>
              </a:ext>
            </a:extLst>
          </p:cNvPr>
          <p:cNvCxnSpPr/>
          <p:nvPr/>
        </p:nvCxnSpPr>
        <p:spPr>
          <a:xfrm>
            <a:off x="8254843" y="328523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5B597E4-73FA-E63A-2B64-C80FD468280A}"/>
              </a:ext>
            </a:extLst>
          </p:cNvPr>
          <p:cNvCxnSpPr>
            <a:cxnSpLocks/>
          </p:cNvCxnSpPr>
          <p:nvPr/>
        </p:nvCxnSpPr>
        <p:spPr>
          <a:xfrm>
            <a:off x="11260903" y="381889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A9F9A42-5BDD-4979-4632-0E07E6CCB3D9}"/>
                  </a:ext>
                </a:extLst>
              </p:cNvPr>
              <p:cNvSpPr txBox="1"/>
              <p:nvPr/>
            </p:nvSpPr>
            <p:spPr>
              <a:xfrm>
                <a:off x="9214406" y="2941191"/>
                <a:ext cx="4043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A9F9A42-5BDD-4979-4632-0E07E6CCB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406" y="2941191"/>
                <a:ext cx="404341" cy="338554"/>
              </a:xfrm>
              <a:prstGeom prst="rect">
                <a:avLst/>
              </a:prstGeom>
              <a:blipFill>
                <a:blip r:embed="rId1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8CEBD03-A199-B2AF-1956-1E4BD958FED1}"/>
                  </a:ext>
                </a:extLst>
              </p:cNvPr>
              <p:cNvSpPr txBox="1"/>
              <p:nvPr/>
            </p:nvSpPr>
            <p:spPr>
              <a:xfrm>
                <a:off x="10942855" y="4509332"/>
                <a:ext cx="410945" cy="358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8CEBD03-A199-B2AF-1956-1E4BD958F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855" y="4509332"/>
                <a:ext cx="410945" cy="358368"/>
              </a:xfrm>
              <a:prstGeom prst="rect">
                <a:avLst/>
              </a:prstGeom>
              <a:blipFill>
                <a:blip r:embed="rId11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0780A5AF-F6EA-9244-681E-5D1D056FDB29}"/>
              </a:ext>
            </a:extLst>
          </p:cNvPr>
          <p:cNvSpPr txBox="1"/>
          <p:nvPr/>
        </p:nvSpPr>
        <p:spPr>
          <a:xfrm>
            <a:off x="11066706" y="315174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3D6C7C6-B34F-D3DA-5AD6-B99EA8BB2DE4}"/>
              </a:ext>
            </a:extLst>
          </p:cNvPr>
          <p:cNvCxnSpPr/>
          <p:nvPr/>
        </p:nvCxnSpPr>
        <p:spPr>
          <a:xfrm flipV="1">
            <a:off x="5591398" y="3521076"/>
            <a:ext cx="5351457" cy="7239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5760FE6-A39E-F27F-9135-448CC0BCC2E1}"/>
                  </a:ext>
                </a:extLst>
              </p:cNvPr>
              <p:cNvSpPr txBox="1"/>
              <p:nvPr/>
            </p:nvSpPr>
            <p:spPr>
              <a:xfrm>
                <a:off x="8078209" y="3928980"/>
                <a:ext cx="878084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5760FE6-A39E-F27F-9135-448CC0BCC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209" y="3928980"/>
                <a:ext cx="878084" cy="391646"/>
              </a:xfrm>
              <a:prstGeom prst="rect">
                <a:avLst/>
              </a:prstGeom>
              <a:blipFill>
                <a:blip r:embed="rId1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930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90BB-381B-DCE4-B3DE-4ACFEBC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D5771-6AAA-08A7-E1DE-4C53DD2D944A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B60F98-07F1-851A-45D8-8746CC650A37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991C91-ABF3-0316-6856-F79F5DD51E40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E2DE98-9FA5-B990-710F-9F63953F8F3C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D2516A-6437-A63C-A454-7B1DC88AFDDE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455A3E-FD90-EA67-A62F-866111D3D7C5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EB8E4-EC2C-DAC8-300F-6D5F03575FF3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EB8E4-EC2C-DAC8-300F-6D5F0357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54EEC1-EA0D-ABA2-B493-2DF223596E2D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75C0D5-DEE6-7B5D-74CD-DFC3F1D013C9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00E3FA-2BFA-3737-412B-E0E4C3CC0964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B2A505-1AC7-B515-A9B3-CB0C1273A5BF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6DFD66-5352-B33A-CAC8-EC3EE80F84DB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08C827-3461-6925-B77D-5840EE05212C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8CE23-0193-CB18-2A6D-5E5235F42030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8CE23-0193-CB18-2A6D-5E5235F42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FA500-4077-6600-4912-40AA7EB8C0B2}"/>
                  </a:ext>
                </a:extLst>
              </p:cNvPr>
              <p:cNvSpPr txBox="1"/>
              <p:nvPr/>
            </p:nvSpPr>
            <p:spPr>
              <a:xfrm>
                <a:off x="11236548" y="4214395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FA500-4077-6600-4912-40AA7EB8C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6548" y="4214395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B22AD-A769-D078-043F-3A8BC6395D90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B22AD-A769-D078-043F-3A8BC6395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EA0978-3449-BDDB-F66D-EF0B1F23A6EF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EA0978-3449-BDDB-F66D-EF0B1F23A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354D67-DE1E-D6C9-0487-4FA2CEA9E885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354D67-DE1E-D6C9-0487-4FA2CEA9E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FF494A-2F19-B016-C2EA-5D237989BBEF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FF494A-2F19-B016-C2EA-5D237989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3E71DC-75A3-002F-ADAB-C1443A470383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3E71DC-75A3-002F-ADAB-C1443A470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135D7E-0AF3-20D2-D715-2BEF2CF4F7FF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135D7E-0AF3-20D2-D715-2BEF2CF4F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D01FDC2-D3B4-9625-8F41-C6004B442C09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944F51-AE4F-85EF-3275-3123E1810420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D4BD8CF-621B-7E7C-42FE-E2B3AE6A514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AEC6277-9338-FD48-3EC0-847D2B67EF92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E744FB5-6A51-45D9-78FB-C274B53D577A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C0DD198-2BC0-50F8-F727-32014E853B5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66FC3E9-12BE-E656-A40A-C053CDF297AA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D5C7D85-0A74-E835-C45D-B24B8BD62D4A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ABE3135-7AF8-2F9B-FE9C-8FB4E2B605C5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C3B174C-B082-8EEA-B362-D7FF89D368B9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E2006BA-F6A8-F4CF-1373-96BC6DB008E5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A5FD02B-2FA8-6466-D1C7-AC5EAE0645F6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E044BD-D13A-5A56-5730-23565F3836A0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2046612-3B5D-04F5-D4FE-B25476364830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7033C7-7054-7893-A1AC-88DB8CDF13B4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DFFDFEC-08E6-CB10-FAA5-BE7E29AC7B8E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41D2181-4CDE-0D4A-6759-E4AF1DEDA46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7D2390D-16AA-02C8-D45E-849EEE3235B7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DCC75BC-AD89-2420-5CD2-31B5462D9E3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D5825E7-9E76-BF7F-A509-4B82A41B977C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D00D9C4-BDC7-C51F-82C8-526282419799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4560CA7-EE89-3E0F-A2FB-E073C896F408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92CA4C-A89F-7523-D6DC-559A95C8BB5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72E9177-3591-8A16-05F2-3810C8DA7BBB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596A55-4625-551B-9346-30B3328F075F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DFE574A-C865-AB2C-8863-356FB30C3913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16401F-69C0-F250-0939-CA56E7B03F5C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389FAB1-2489-7C7E-A42D-8EEDB213E08C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7C6B510-10CE-E3D4-E7D9-EC38DFE10C98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3B8C282-979C-47BB-F388-2D1841606AF5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44FA0D2-150B-4899-BEB7-FC203DC2E6B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4E11BD2-010E-DB56-EDE9-2FA3188F5A9E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C96516-15D1-8698-FDD9-117A37CC1218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DCE4BDA-29AA-DCA6-28EA-992DF03726B2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92BE50-8BC2-A824-3CBA-64FF5ECEE27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BFCFFE7-1E37-9047-8EC5-E34DB89385AC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B396290-9CB0-974C-2E4E-9DCEEAF77A0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7B55B05-DBF5-19AA-D117-B3976A392BF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95006C6-67EC-CC94-AAED-1EE40939769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1E6B820-71D2-B6BB-7BE7-3D20CD799040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95A89D8-0C9C-F72D-6C83-0046245415F3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CF1FD21-DBBE-B504-0302-F721F04B1328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898D7BD-7076-208D-ADE7-34ABD2AC206C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F45218B-10C1-1846-770F-5C42CD22D58B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BC0342F-5D0F-E8B2-24EE-357B36FA1676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5A1C28D-04E1-4EF2-7416-A717E344D512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E0B8590-6286-BDD8-ED3A-B5A591A60CA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F26A817-44A4-8BE4-53B4-C64611393BD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9D84A08-DEAD-95F5-455D-7EF437E7AA0F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B8E54F-B482-29F2-8A9D-E9073F1FFFA4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C617352-88D1-5A30-1E9D-1469188EE290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41CD4BC-90D3-97F4-D802-E439303602FD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F53076F-3EF1-5ED1-45A7-055174D4C5C0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3DB2A55-D043-E790-55D6-324CFD8DC8CD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E6A7C17-0AF0-5A70-B996-21AAF09F226F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B3A885A-7D4F-3A17-44C0-8C6CE08B1FCB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637863A-B3E6-A590-D2E3-26EBE5AC0DB2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0F61A4-99AC-A9C4-1B2C-AB276CC82CD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607AAFC-0C87-9A7A-7BC1-6936AC442E8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B87FBD1-7D3B-1B72-D858-3E9AFEF02A6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F5AA366-261A-8F15-7E72-C287BEAC6B44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E449DC8-903E-A177-151C-3F80D47A62DD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7C8E5C4-3B3D-09A0-DC87-FE481F764849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1F8A3C5-7A5D-530B-74E4-EA1B82DCDC9F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F113A40-6E3C-B8A3-A881-2811379C546D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734E53F-6497-B097-4A4F-677298D71238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463C5F7-350E-40FD-C4EC-B767E02726C7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463C5F7-350E-40FD-C4EC-B767E0272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17C36-939F-81CE-4B05-8B632981F3FA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17C36-939F-81CE-4B05-8B632981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D6320C-EA6B-7B09-CBDD-4322D4DC0689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D6320C-EA6B-7B09-CBDD-4322D4DC0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BD2A4E-30C2-102A-E199-6F998D1768C0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BD2A4E-30C2-102A-E199-6F998D176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1C69FE1-D537-6B62-1CE8-A3439CC08FA5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1C69FE1-D537-6B62-1CE8-A3439CC08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9B89D29-2256-9511-76A5-CB49CBF7D449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9B89D29-2256-9511-76A5-CB49CBF7D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D52F43-17CF-F8F0-9407-4047C25D0E5E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D52F43-17CF-F8F0-9407-4047C25D0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054939A-7223-EEC0-A789-72ADB27A2E27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054939A-7223-EEC0-A789-72ADB27A2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05C7A8-93ED-BB8B-6813-8F1AAB22BC7C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05C7A8-93ED-BB8B-6813-8F1AAB22B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8D4F776-F4FA-F662-F465-3844FBF23294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8D4F776-F4FA-F662-F465-3844FBF23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08902D5-D840-3A6C-8B9A-27D4A62AEF0D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08902D5-D840-3A6C-8B9A-27D4A62AE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8AC874-9F1E-DE3B-566E-80769BA568C1}"/>
                  </a:ext>
                </a:extLst>
              </p:cNvPr>
              <p:cNvSpPr txBox="1"/>
              <p:nvPr/>
            </p:nvSpPr>
            <p:spPr>
              <a:xfrm>
                <a:off x="4275274" y="6098302"/>
                <a:ext cx="57328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entries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represent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dot-products needed for the matrix multiplication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8AC874-9F1E-DE3B-566E-80769BA56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274" y="6098302"/>
                <a:ext cx="5732809" cy="646331"/>
              </a:xfrm>
              <a:prstGeom prst="rect">
                <a:avLst/>
              </a:prstGeom>
              <a:blipFill>
                <a:blip r:embed="rId22"/>
                <a:stretch>
                  <a:fillRect l="-85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548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4672-883C-1DB5-C13D-6C60278D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463B-2D46-BE45-38EA-AFFA9D01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A50CE7-00B2-978C-E266-F628CFE8DD2A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D7BF5-FE1B-9E6B-BBB3-8C4B968BED48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013DCA-39CF-D2D0-E1AB-C1E4D5FF6D0D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456792-E7C6-5D03-77A9-787369A8A7D6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0D19E9-B0B5-3D1D-4ED4-B8E104F81974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753EA0-455B-14C6-9E30-EF8B24EAE05D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F9320F-AFE2-0FCC-5130-F00DA25851E2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F9320F-AFE2-0FCC-5130-F00DA258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2FCB1-FEC7-3551-ACB7-18C0223E8039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99B835-81A5-0382-7F39-0E0F1104C9E5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659776-2730-9F25-EA40-9D219F65E907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471E4E-7E1A-603E-D09D-07AE3424D47D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11969C-C567-8975-8CBB-FAE5CC87FBC4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874989-42C1-8EB7-909E-446EE2AD2E4E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77C095-C4D6-983F-A037-C8AB69003795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77C095-C4D6-983F-A037-C8AB69003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513070-6FCC-31C9-C0A2-44F8B078FD54}"/>
                  </a:ext>
                </a:extLst>
              </p:cNvPr>
              <p:cNvSpPr txBox="1"/>
              <p:nvPr/>
            </p:nvSpPr>
            <p:spPr>
              <a:xfrm>
                <a:off x="11236548" y="4214395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FA500-4077-6600-4912-40AA7EB8C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6548" y="4214395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B574A6-EC7C-625C-39FB-0B4836B23D6B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B22AD-A769-D078-043F-3A8BC6395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5BA4A-17F5-00DB-F24B-D403222DCFFF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EA0978-3449-BDDB-F66D-EF0B1F23A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43B328-A0EA-938B-1C2D-6FFC6085AA43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354D67-DE1E-D6C9-0487-4FA2CEA9E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B60657-45B3-672D-4929-3FC1509F529C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FF494A-2F19-B016-C2EA-5D237989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E0B323-A0FD-C36D-C56A-EB2FBCA7258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3E71DC-75A3-002F-ADAB-C1443A470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BA215B-0979-E81B-6385-D9F6F29FB169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135D7E-0AF3-20D2-D715-2BEF2CF4F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1732613-B357-DD9B-14FC-6682A7DBAE9C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C81B4C-8287-3D38-34CB-69721C0787D0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233F00-F56F-BA2C-580E-6BD6B1017450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0D8987-C770-A0F3-BEF4-BFCD774DF19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2638C53-1A9E-D7B5-C5BC-FB82A5D1E56F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450FEC-4619-AF2F-8CC0-962AC1BC271C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29EB5A-C598-6F48-4F7D-D507F453C374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FE1B41-9792-AD8F-BE07-4DD48B55782C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93FCA6-8E25-0D96-9BF5-A5EFE7AD1E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9377F3B-56B2-F70F-FA4E-ED419E8B80C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3C88F3-8AC3-B60D-DCB1-11F44182F263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D4655A-8EFD-2E21-BCE7-2900A780BFC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A7A2266-57DF-EA86-3CF4-E5EC7CC4068A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E21F9D3-66E7-418B-92E1-1C82756213C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7568F48-262E-4A21-DB73-069F439E7656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61BC8F-0646-661B-4B17-E58E9592577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4CD349-DBE8-B0DA-41D9-8B84D4925212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C3576CD-52FA-0908-0AEA-BD52D5FB3B6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6C08B45-749B-DC83-F9AD-BDADE91C2C81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547843D-DB8F-2332-6D25-B8C4C918BE0A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9EF397D-3384-7F96-5C9B-FF80A4DC33B2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7E20118-FA71-8CD7-579D-CC4A0FC751F0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5EE5875-02AF-45E8-E884-3E157760B596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9097DD7-E610-2A7D-2B2A-B7DD3054336D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5375246-76C1-276A-2601-5440DC62DD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BB470A9-99B1-0427-57CA-E2905184A5E4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4EC7801-D465-F070-625B-503DDBBB1B3C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7B63A2-7AF8-B59D-1094-688DDD0C9C23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92D017-950B-A68A-51A3-038385C5D480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0E87A1F-BE04-6586-819F-04E7AFBD1E90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AB929F1-B612-AE46-8F0D-70FE40B5738F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FBB8E48-1931-F842-5D00-25EC1392ED22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F9541F2-780B-36AD-8E71-52DACF669C83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F010598-E7DC-699C-3CD6-5E9F6B758C2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FBCDFF0-E72C-F9B9-B67B-2ECC7C2BB994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64CBB40-1F01-4EC8-2FE4-0B230CDFEE19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99D5F76-EDD6-4D17-E870-934B8FE2C3B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F8CB702-9147-AF6D-B3A5-FCEC19198E39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53E6EE-0B89-9425-6BE6-EDE691A155CB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8ABC36F-D390-84BB-6DFF-EA611FC34057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C84B6C5-017A-5401-5587-C5E0F1E278B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C706B8A-5C92-C88D-EE68-3D5BD72CCDC5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95B1D8E-7332-0009-492E-22CEB1E6908A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997D924-BCFC-B986-01FF-9BC0A94B5A15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BE1AA13-4D19-EBF9-B828-0E4CCD568B94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9D10587-1DBD-73CA-E9B7-AC151DCFBAA3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59A920D-8439-A685-7E88-E43291544745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B75015E-29D5-D489-2B28-B86403786808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04CDC7-0CFA-0261-998C-56347BE3A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327C2D9-D54E-D0FA-A1FA-6DB3CE423C5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62ADCF4-16E4-70F8-C441-28F046041DA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A366886-1131-13A3-FBBF-C4873078A811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2D7360E-9117-B622-0F77-C64B211A736D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F563F22-82DA-1B37-E3F8-F753FD061306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BF3EBD9-DDC7-8915-E71F-4BA3F4DB1BC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9642334-6118-C3B0-6A65-28AEFB0DF851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7754DCA-C771-C6A2-4CFC-4CB60C5B7283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F018C68-3A32-67AF-BC82-28845A157B8D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D55984F-4AE9-A38F-9D63-C4A386270044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21584B0-C407-61E5-CC81-2FBD91E8BD55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AFDB2C-A09A-C07B-ACC0-C5D3040D647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483AA42-84DA-19EB-5A11-7A7B3F15D69E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EF65681-F7F9-0BAF-DCCC-30B8D179D6DC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21D38-3DAB-4F05-1F8B-278FDA1B6880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FDDEFDE-452D-2DFC-C570-4852B3EFC4B4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03CC66C-38A6-F2BE-0AE1-836595412597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BA0A057-3419-EFA7-B811-FCBCF2D4163E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463C5F7-350E-40FD-C4EC-B767E0272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D4D39E1-A132-E98E-656C-C3DA5A3B0A3B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17C36-939F-81CE-4B05-8B632981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574993D-00D9-8505-4F14-6DF5A556A2DD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D6320C-EA6B-7B09-CBDD-4322D4DC0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D7285B5-731C-25BC-3953-7E4848A477EB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D7285B5-731C-25BC-3953-7E4848A47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3580C64-D919-7B67-4C2E-F62AAD367FE7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1C69FE1-D537-6B62-1CE8-A3439CC08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DAED1CC-F7F0-53A8-CE0D-B5E7CCE2476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9B89D29-2256-9511-76A5-CB49CBF7D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4ECA5FC-D98B-3DCD-E897-B4AF53EB4891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D52F43-17CF-F8F0-9407-4047C25D0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7AE97C0-5E7E-7FBF-C756-D954832885FA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7AE97C0-5E7E-7FBF-C756-D95483288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CF8BF53-48E5-2C87-9EF6-56B7BB89BF4A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05C7A8-93ED-BB8B-6813-8F1AAB22B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192AE10-1263-EFE7-00A9-876C9020770B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8D4F776-F4FA-F662-F465-3844FBF23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39B15A4-2E3A-56C1-F931-0F6E204FF284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08902D5-D840-3A6C-8B9A-27D4A62AE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6B0F30-9F11-F149-313B-4D208C3C5D37}"/>
                  </a:ext>
                </a:extLst>
              </p:cNvPr>
              <p:cNvSpPr txBox="1"/>
              <p:nvPr/>
            </p:nvSpPr>
            <p:spPr>
              <a:xfrm>
                <a:off x="4275274" y="6098302"/>
                <a:ext cx="57328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some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entries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are 0, the corresponding dot-products should not be computed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6B0F30-9F11-F149-313B-4D208C3C5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274" y="6098302"/>
                <a:ext cx="5732809" cy="646331"/>
              </a:xfrm>
              <a:prstGeom prst="rect">
                <a:avLst/>
              </a:prstGeom>
              <a:blipFill>
                <a:blip r:embed="rId22"/>
                <a:stretch>
                  <a:fillRect l="-850" t="-4717" r="-531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ectangle 114">
            <a:extLst>
              <a:ext uri="{FF2B5EF4-FFF2-40B4-BE49-F238E27FC236}">
                <a16:creationId xmlns:a16="http://schemas.microsoft.com/office/drawing/2014/main" id="{5A803127-F61B-2625-071B-AADBC4C97C0B}"/>
              </a:ext>
            </a:extLst>
          </p:cNvPr>
          <p:cNvSpPr/>
          <p:nvPr/>
        </p:nvSpPr>
        <p:spPr>
          <a:xfrm>
            <a:off x="1149937" y="246199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A670D85-BAD5-7262-2385-FFCF886695CC}"/>
              </a:ext>
            </a:extLst>
          </p:cNvPr>
          <p:cNvSpPr/>
          <p:nvPr/>
        </p:nvSpPr>
        <p:spPr>
          <a:xfrm>
            <a:off x="1910165" y="246199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6CFF0DE-837E-97D2-410D-EA2B9FFB734A}"/>
              </a:ext>
            </a:extLst>
          </p:cNvPr>
          <p:cNvSpPr/>
          <p:nvPr/>
        </p:nvSpPr>
        <p:spPr>
          <a:xfrm>
            <a:off x="3047848" y="246199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29A3A87-3764-5E98-8AD9-7D65692568D8}"/>
              </a:ext>
            </a:extLst>
          </p:cNvPr>
          <p:cNvSpPr/>
          <p:nvPr/>
        </p:nvSpPr>
        <p:spPr>
          <a:xfrm>
            <a:off x="2290279" y="289877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B0396BA-AA92-EF4C-CA0D-FE509AA96207}"/>
              </a:ext>
            </a:extLst>
          </p:cNvPr>
          <p:cNvSpPr/>
          <p:nvPr/>
        </p:nvSpPr>
        <p:spPr>
          <a:xfrm>
            <a:off x="3047848" y="3335560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6B58916-DB6A-64E6-F7ED-E103D000B8CD}"/>
              </a:ext>
            </a:extLst>
          </p:cNvPr>
          <p:cNvSpPr/>
          <p:nvPr/>
        </p:nvSpPr>
        <p:spPr>
          <a:xfrm>
            <a:off x="1149937" y="3772344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782F27E-000F-1EEF-FA0A-94B3E8A552DA}"/>
              </a:ext>
            </a:extLst>
          </p:cNvPr>
          <p:cNvSpPr/>
          <p:nvPr/>
        </p:nvSpPr>
        <p:spPr>
          <a:xfrm>
            <a:off x="1910165" y="420912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1709D52-4123-CECB-42ED-8421B0A0F0E7}"/>
              </a:ext>
            </a:extLst>
          </p:cNvPr>
          <p:cNvSpPr/>
          <p:nvPr/>
        </p:nvSpPr>
        <p:spPr>
          <a:xfrm>
            <a:off x="1149937" y="464591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74444BB-E1C7-2944-5E8C-96209CA36215}"/>
              </a:ext>
            </a:extLst>
          </p:cNvPr>
          <p:cNvSpPr/>
          <p:nvPr/>
        </p:nvSpPr>
        <p:spPr>
          <a:xfrm>
            <a:off x="2667734" y="464591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365CF9E-B02D-D4D4-BC20-F2EBE41C8B18}"/>
              </a:ext>
            </a:extLst>
          </p:cNvPr>
          <p:cNvSpPr/>
          <p:nvPr/>
        </p:nvSpPr>
        <p:spPr>
          <a:xfrm>
            <a:off x="3425303" y="464591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0AC0DF-1A37-A38F-2D45-C2B2D2396E08}"/>
              </a:ext>
            </a:extLst>
          </p:cNvPr>
          <p:cNvSpPr/>
          <p:nvPr/>
        </p:nvSpPr>
        <p:spPr>
          <a:xfrm>
            <a:off x="1532710" y="508269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7C3E313-F3CB-D5E5-0D2C-61F8597F353C}"/>
              </a:ext>
            </a:extLst>
          </p:cNvPr>
          <p:cNvSpPr/>
          <p:nvPr/>
        </p:nvSpPr>
        <p:spPr>
          <a:xfrm>
            <a:off x="3047848" y="5082696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2E1C4D2-1647-CBA8-7699-C9743D58652B}"/>
              </a:ext>
            </a:extLst>
          </p:cNvPr>
          <p:cNvSpPr/>
          <p:nvPr/>
        </p:nvSpPr>
        <p:spPr>
          <a:xfrm>
            <a:off x="1532710" y="5519480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32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9C7D-D14B-41CC-8221-B672E1447A0E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9B067-FACF-E4CA-3BD8-178226675A20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08F7F-C46D-68CC-F251-76C38C6FDF0C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B0872-E730-F5C6-BAB9-9EF98E27DDEE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E43BA-94D2-DD39-1A58-F07B930EC971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48847-BC93-8DC8-43CB-4E7E6B58B082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E0F0D-F9E8-509B-3B22-1586DA2F7C90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C8CF2-E824-FC01-39DE-572ED60A2307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339CE-BEAB-35BE-68B3-CF1ADB41E562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5AD08-7875-AA10-4544-4DF090D958F8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7BFE-AA35-EEEE-E3E6-3A506727AD66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C73561-7A70-B7F4-1EC8-4347E005B7D0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03B450-B509-EBD0-76D3-09D3724D70B5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BC636213-1BF0-465C-2A39-115D24CF7EB3}"/>
              </a:ext>
            </a:extLst>
          </p:cNvPr>
          <p:cNvSpPr txBox="1"/>
          <p:nvPr/>
        </p:nvSpPr>
        <p:spPr>
          <a:xfrm>
            <a:off x="4408498" y="5961531"/>
            <a:ext cx="684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 you recall anything from the exam?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639F5C6-434A-B0C2-3E5D-803B3728C49F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639F5C6-434A-B0C2-3E5D-803B3728C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70A5198-3665-533E-D17F-2728E7F55C38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70A5198-3665-533E-D17F-2728E7F55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1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A50DBD2-952B-15DF-1DAA-912D3ABDA267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A50DBD2-952B-15DF-1DAA-912D3ABDA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227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9C7D-D14B-41CC-8221-B672E1447A0E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9B067-FACF-E4CA-3BD8-178226675A20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08F7F-C46D-68CC-F251-76C38C6FDF0C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B0872-E730-F5C6-BAB9-9EF98E27DDEE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E43BA-94D2-DD39-1A58-F07B930EC971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48847-BC93-8DC8-43CB-4E7E6B58B082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E0F0D-F9E8-509B-3B22-1586DA2F7C90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C8CF2-E824-FC01-39DE-572ED60A2307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339CE-BEAB-35BE-68B3-CF1ADB41E562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5AD08-7875-AA10-4544-4DF090D958F8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7BFE-AA35-EEEE-E3E6-3A506727AD66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C73561-7A70-B7F4-1EC8-4347E005B7D0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03B450-B509-EBD0-76D3-09D3724D70B5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BC636213-1BF0-465C-2A39-115D24CF7EB3}"/>
              </a:ext>
            </a:extLst>
          </p:cNvPr>
          <p:cNvSpPr txBox="1"/>
          <p:nvPr/>
        </p:nvSpPr>
        <p:spPr>
          <a:xfrm>
            <a:off x="4408498" y="5961531"/>
            <a:ext cx="684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Last Question: Product of two matrices with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48196F-D8DC-6396-F2A4-96B9D3B604E9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48196F-D8DC-6396-F2A4-96B9D3B60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8393CF8-9CBA-3485-8AAF-8FD9BC0BDB2F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8393CF8-9CBA-3485-8AAF-8FD9BC0BD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1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F8220D-481B-0735-F1EF-94FCF9D96057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F8220D-481B-0735-F1EF-94FCF9D96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20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9C7D-D14B-41CC-8221-B672E1447A0E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9B067-FACF-E4CA-3BD8-178226675A20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08F7F-C46D-68CC-F251-76C38C6FDF0C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B0872-E730-F5C6-BAB9-9EF98E27DDEE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E43BA-94D2-DD39-1A58-F07B930EC971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48847-BC93-8DC8-43CB-4E7E6B58B082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E0F0D-F9E8-509B-3B22-1586DA2F7C90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C8CF2-E824-FC01-39DE-572ED60A2307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339CE-BEAB-35BE-68B3-CF1ADB41E562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5AD08-7875-AA10-4544-4DF090D958F8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7BFE-AA35-EEEE-E3E6-3A506727AD66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C73561-7A70-B7F4-1EC8-4347E005B7D0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03B450-B509-EBD0-76D3-09D3724D70B5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Each entry in the attention mask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corresponds to 1 dot-product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entries in total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Sparsity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determines how many dot-products actually need to be computed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blipFill>
                <a:blip r:embed="rId18"/>
                <a:stretch>
                  <a:fillRect l="-712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1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999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Product will lead 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sized matrix with 0 and non-zero elements similar to mask: How? Will ask in WA 3. </a:t>
                </a:r>
              </a:p>
              <a:p>
                <a:r>
                  <a:rPr lang="en-US" dirty="0"/>
                  <a:t>In practice, elements corresponding to 0 mask are set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Why? Will ask in WA 3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blipFill>
                <a:blip r:embed="rId10"/>
                <a:stretch>
                  <a:fillRect l="-586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074743-E80C-0B38-FD68-D553BBB729C8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8E5BF3D-4B11-6CF6-75A9-E01C43BA92A4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F1F96F0-1365-DFBB-00B4-72CE342038DF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1F135C-BEC5-58A0-4FB9-24921A26D12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99BA596-BF26-7F8A-06D1-22FCE0D38B9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522A529-422A-0FAD-EA8E-40D5809228B2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33210BA-21CD-CE28-2B0A-ED280ABA73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753F00-E9B8-0974-68F6-F2325C8D3FF1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706AED3-117D-7541-A37E-E2A689456C4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844D568-9FF9-F05D-95A2-EB3FAF3E8FAC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29C5E19-52D7-8F87-C243-6B8E5321AD8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15CF7B6-FD61-6174-A053-19DA1F1FDFC3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764622E-1C22-6E9B-87AF-30356D643CF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B6E5FDF-DEB4-BB85-A11F-573D34FF08DB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99C50C-426F-15E5-E043-E46AE15570A6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7A1D8C9-8340-BCC8-65E1-9A88C30D3F2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7FD1D71-D5E3-506B-BBBB-36245CE6C98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9456EB7-B1C5-001A-40BF-5810BF64143C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17F2F2F-7735-EA9F-D989-87973092E883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E8DCAF8-CEFD-B733-254B-F8EB539AF6F3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167AF3C-40D6-2D58-A96D-133CA778069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E703C08-E659-41C2-F7CF-59E3C5D4EE0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49233FE-3B7C-CB18-1012-0CC21A8AB0CE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E82EE42-9248-1F3B-F964-D97166A1486E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CD85F82-D24E-1E74-D7CD-AA8FB40E3801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A615D64-7A3C-9453-95F6-411D1216FD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7EF043A-216E-269E-A602-7D4203C258B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E4BE7F1-8E2E-2457-1CDF-DCE83973A5B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6394BFA-603F-4905-E5BB-5E803E7B8D3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210B4EE-5BE2-7E10-464F-E2FF078C4267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94B5BD2-731D-EB0E-A904-05768D6BF7F5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EA96FD3-2BAD-8558-AEB0-841B94E3D48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A185EDA-87AE-8D77-E4D2-B6EE708D59F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A7125E5-949D-7759-E385-A89C21E3FF0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C3AB7C6-5CC5-A26A-A4E9-BA4F7A4267A2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E630719-0387-44C5-92D0-20D7BD45172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1D8B9C4-0AF2-6D73-CCDB-0C4C728B01B2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9660344-F2DD-8AB1-6850-A07C8C3E0FE1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1907921-ECA7-4530-8CF5-16F92576F61B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F9D32D4-365C-3B2F-F9C5-6A870FB6FC0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DAD8C13-FA23-B984-8D5D-B26031F5DE20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0AF6041-3039-BE15-4179-62DE084D34CC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BBB8D30-9258-483F-CD26-D36E71179E4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DFA1DE7-739C-9104-F2AC-F3811EC0618E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ED58D1E-952B-3FA2-569F-76CE8DC3C44E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B229F1C-60E1-8814-D780-98C35A2CEC89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2ECB162-E32F-3155-134C-42A8F2C6DAE2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81C78E3-6D93-1EE6-2B4C-48D592679C2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6FC1C49-6C6B-5855-FC4C-2E73F72D9F04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E6636A7-E10A-0F3E-F5B9-D39DA090F0D0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B33861A-8812-DA90-E80D-3412C1DF25C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6E71518-8211-CFF7-EFD3-BAECBDCB522F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B26DE09-D855-ACB9-9E56-73F59AA4938E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C08B473-0A7D-9DAD-E7BD-ECE217A32BCC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8FA7F55-2DB3-C076-D423-882B422DCB0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B5F70A8-04F5-62AC-FCEF-28D95271B7A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67ED4A2-708B-59FF-3BCC-6B09D0804681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C55C23-796A-B898-555D-2C1F6A62B45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CA6B63E-5A6C-AC58-1A62-04CF613E3A7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8F747EA2-0F36-FCF9-2809-D5FF101DB8DB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D742236-4553-FE3B-57CF-88BA00557C3B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EC60891-AD66-BB09-B90F-E9CC76B2A906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01DBFDE-7F78-3B75-F87B-B658231E1525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B033FE1-C69C-BCCC-434E-749D7EB2467E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8E27D71-7122-CBA4-ABA3-0BAA369947E2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/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213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Softmax will replace all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How? Will ask in WA 3.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pattern of 0 and non-zero still remains the same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blipFill>
                <a:blip r:embed="rId10"/>
                <a:stretch>
                  <a:fillRect l="-80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70EE2A6-33DB-709D-E67E-43CBDD6E7E2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9EB06F-6A34-4A22-A2FE-8505F91DC07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61E12A-1C31-E180-6073-A271B7CD41B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635AA7-4A37-CB7A-0777-79ABD588688A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D691A1-C893-5747-918C-0D912478DF1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E7844D-C2B7-9B66-F3C1-F8DA4782808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28336-7EC3-87AC-0C55-FF50CA8B199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FB2C5B-316F-7C86-3B42-BC60BF1F069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DBF8E6-4F90-1798-20C8-E4C7B41A87E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6E4964-389C-A4F8-7D61-2556AE6E8809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6271F-6ABF-6C4E-8CCC-7F84306B7DB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1DFCDB-0504-4DEE-DC72-D7A06E847FD8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C85F05-4049-CAA2-E5E8-D922A23AF00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E62B6F-B94B-AEF6-B220-594D734AEFA7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ADBDF2-BB83-CC8B-3229-3A16A798935F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FFCB54-A2E7-F709-7E41-54F2FBE53E2A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33C6B2-AA37-A0D0-34E5-74609A01961B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D35803-0070-E687-C22A-760EE789A8D2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37DA89B-92A0-D457-4FE6-D3D4713B1782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DAB2CC-FAA0-4DDC-6CE9-602E6C637DB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F3270D-1917-737F-5B73-74F2D7CDC6D3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BE76EB0-236D-2314-9831-3AE9B9B7DAC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8D8FD18-C760-8118-6865-96E686EAA969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357C47B-0CA8-41A5-B166-A919F3BD03F6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53A7824-DE80-5385-F433-8CA8228E3139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3731E0EB-0D83-4D57-07EC-F9CC7B45566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BC857E2-75A7-FD3D-AEC5-0F6912BDD18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CA42A3F-32F2-293C-3307-6224B400D3AB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A5D9EAE-FC12-A4D9-ACF5-98BA9636FAA1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A70221B-CD94-5D15-F726-7C8616897E2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C7DD021-74DB-1FFE-401F-ECC37B46BD82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C4B3933-EE0E-EF0F-A193-32E81A383080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19B4BBC-0210-70A4-46DF-AF4D98D1E532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A5A104F-BFC4-410A-DFF8-0BFA2E2C78C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28AACB5-BE54-AA35-D733-C7ED2319962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CB426E7-8A01-4664-9376-0F3CC31782F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69870DB-361B-A189-152F-ED23C8E2D4B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E42771A-56E9-FC78-9D16-8B0865943D6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C7E607C-B840-5B6F-D415-BF135480038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13C484F-D18C-4756-6E19-A4BFB06F8D5D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2AA82E0-A862-EEFA-A8FA-46F9860F7ECA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9BDF9986-D209-745F-1C2D-5AEF007DC540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22E5305-ADBF-BCB8-793E-176A6C234648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0C5460F-F717-C6CE-F0D4-18A26A6F3D4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25C982E-0D3D-0892-1319-B11F7798D45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D3F7137-2899-85B4-6EF9-CC789F2A064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74580C6-341A-B10D-5C6C-183B255952F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D4FEA06-95F5-2565-140B-975D4A8D80C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2E2F42E-10A9-E25E-31EB-82F5116E3EFF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3F81CAB-C7A8-8CC0-1EE9-4A4DEDAE99F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3662E34-660D-D42B-1EE5-E3E4A89821F7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43832C9-6574-9DB0-E42A-8BE2C5D6797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914CC9F-815F-63A8-E67C-0FC39404EDB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0D807D4-2C36-C2D5-2E29-0D11BEA8EC9D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1846F93-9CA7-E131-FD86-92EC3D228A33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525BC9A-811A-A5CA-D76F-0CA118808BF3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86F1B2E-3B65-0C10-0A33-9C45E3724738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3421EF9-944C-B05F-07EA-2FE0BA68BBD0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361B91E-7C94-106B-8AFC-25ED0D9ABF8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A2FDC7F-C26C-0E91-EB7D-FFBBE66A7A2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18967CD-6F56-B3B0-8EF1-5D2D065FF3B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CE9AA34-01CB-C614-AA05-7A1C1242C17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2B0746A-3F3D-6485-78F1-577A198266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8053F39-DCAF-1F28-A9F3-B8D2FF70AC4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37333814-60A5-5DE2-CF1A-EAC668FF0A64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/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blipFill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75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with V Matrix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080B9F-8A69-D76A-0B4D-2FA544323BB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3A4909-14E1-7538-865E-C9C265AF1B3F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C140629-5288-CEC7-1B92-4FCF283E068D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EBA522-AEEA-21D8-0384-96DB85ECC5A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1A5A5C-1AE7-5917-2A0C-F165186C475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DFD83C-0CAD-7932-8586-BEED30EBE59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C90472-DF7F-1479-AD19-569F6314274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29F47A5-580A-F43E-F337-11EE0F695B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EFB6805-65F2-4E86-5F6B-5E41FE69317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93D1BC5-7374-BC46-5C2B-97D1C9BDA511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42423D4-F393-CDF9-E2BA-671D5CF3FA4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7C9A2F-9AE0-CDAC-4BA6-4C81B0D8FD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B90B0C-C430-2B9F-2F06-B2161D58D73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ABFEEE-2DE3-A971-F48B-6B99A03F371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5FB86-424C-DE1B-22AA-5781C4E6D6DB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2F9D0E-9FB5-C5F2-40EA-D6081E8C655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288F30-AB02-E2DC-7209-261F771839D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B06D9C-632B-3984-F0C6-AF094A81C94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6D7CCF-2491-484E-86EC-48746B1AE5C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035B0A-67E8-C9BF-4EC7-8ADA94B4DC3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30BFDF7-5BAC-C3BC-60B5-31F53AB961B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EE3863E-03A1-4661-3A92-04A8E54BEA1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8EE9F87-7131-C7EA-D9B1-66AC8EF964E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03C8D81-B79B-0248-73E1-CA9FB90409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FC33E-3678-02DB-616D-655DEED4D6F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4BCE65D-4EBB-B6B1-551A-205B302AD8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5448909-49C0-3F54-3EFD-D6DE3FD74F0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738FE39-DAE8-9BFB-C51B-A02C48B7F4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7AA080-2722-145C-DE23-CD9B809C1FF6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3B5B54-8347-9A49-4A58-260ACFDAD33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EA8BA5-7F50-EF9B-86DF-D2A355CE4EC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0EAE84F-4D80-81A8-BABA-CDF0A4144C0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41417C2-9F63-810C-EEA4-F97AACB4033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E8255D-4E20-5562-B1C8-27AF8E36B3F5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834E34-0151-7654-44E2-5C42DA5D194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9752BF-D926-816D-6650-DD2E662EDF85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A815B1A-0E26-88C5-C36D-10B1163DAE2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4BB3373-18B4-9A01-99F1-FD71A06FBD7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E94FC14-88A8-FDB7-01A1-134D3206529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4F9ADB6-0E1C-B9BC-FEE3-4A873E43471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82501E-C93A-18D7-21FE-36AF80D7911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1BA19A-BF0C-71BC-6534-69C2E2444CA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E2ECE1-1674-42C1-E3E4-6C85222E7A6C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D3DC8A-F56C-A6E9-E567-7211A5F9D07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DD8D76-C4E5-CCAF-1AE1-42A8C1F0217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CF21C8-A45E-5502-9A22-9B4CB0BDEEE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5860D7B-5A78-B298-4187-D04EB4034C4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C2DCAAF-262C-DE53-B7AF-3DA83953F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4BA726F-2B1D-D7FD-C98B-03C35E55F29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2C73C55-DAB0-0FD9-4D86-1C9D31E8946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139DAA7-CB54-1D91-F9B7-2A73C4B9123C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96D269D-B586-7A12-74F5-84D1DE334EA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4D16F8-861B-DC23-A59B-4B41E40782A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A0475CF-FCA2-E74D-B349-DFB40C4AF5AE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A2BE6AE-3D3B-5D8D-94AA-231C2513060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220007C-373E-2004-3997-0F3E3C4DE4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0A1B003-0785-49E3-D575-ACD06059AF16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3CAC0C3-7026-99EB-656F-F0181C66492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CFE2579-F5A9-0EE8-6A1A-636E7204BC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39A169-2C0E-0758-C530-078E7342E1C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EC7E466-906C-4223-B37D-B51F14F3EE1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4699D9-1405-35B8-53DF-487EF13E99B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1EFB07-2DE1-15A0-F336-CAEC40E898B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1E4A8EE-31CB-4E55-EC34-D11EF81A347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2B4D636-F502-24F2-2B1C-40F33730A4B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1CD293F7-FCCC-14A8-9BF5-A4768F30C1A9}"/>
              </a:ext>
            </a:extLst>
          </p:cNvPr>
          <p:cNvSpPr/>
          <p:nvPr/>
        </p:nvSpPr>
        <p:spPr>
          <a:xfrm>
            <a:off x="6096000" y="2698435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/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/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01D699C-DF0B-70C3-43EA-014D1A35AF37}"/>
              </a:ext>
            </a:extLst>
          </p:cNvPr>
          <p:cNvCxnSpPr/>
          <p:nvPr/>
        </p:nvCxnSpPr>
        <p:spPr>
          <a:xfrm>
            <a:off x="6355817" y="303579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05263EF-4A45-6C23-7646-7BA26DA05835}"/>
              </a:ext>
            </a:extLst>
          </p:cNvPr>
          <p:cNvCxnSpPr/>
          <p:nvPr/>
        </p:nvCxnSpPr>
        <p:spPr>
          <a:xfrm>
            <a:off x="6355817" y="327857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3AB00E3-0D35-710D-43DD-02B8FB861AE9}"/>
              </a:ext>
            </a:extLst>
          </p:cNvPr>
          <p:cNvCxnSpPr/>
          <p:nvPr/>
        </p:nvCxnSpPr>
        <p:spPr>
          <a:xfrm>
            <a:off x="6355817" y="356388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AD8163D-B087-7D86-155F-1533744A9882}"/>
              </a:ext>
            </a:extLst>
          </p:cNvPr>
          <p:cNvCxnSpPr/>
          <p:nvPr/>
        </p:nvCxnSpPr>
        <p:spPr>
          <a:xfrm>
            <a:off x="6355817" y="482383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/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/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/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/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Product of a sparse matrix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and dense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</a:t>
                </a: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blipFill>
                <a:blip r:embed="rId15"/>
                <a:stretch>
                  <a:fillRect l="-78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/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900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matrices under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02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E1AA-1BC8-2124-6D02-A9FDA421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Reduction in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270AB-4651-0F50-A2EF-A9564F254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sparsity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defined as the ratio of the number of non-zero elements to the number of zero elements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: How? Will be a question in WA3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How? Will be a question in WA3</a:t>
                </a:r>
              </a:p>
              <a:p>
                <a:endParaRPr lang="en-US" dirty="0"/>
              </a:p>
              <a:p>
                <a:r>
                  <a:rPr lang="en-US" dirty="0"/>
                  <a:t>For very small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significant reduction in computations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270AB-4651-0F50-A2EF-A9564F254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667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0175-6FB4-4C51-BB67-A45252E3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in Computations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B13E-96FE-07B6-5C9D-842FFA095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practice, </a:t>
            </a:r>
            <a:r>
              <a:rPr lang="en-US" dirty="0" err="1"/>
              <a:t>pytorch</a:t>
            </a:r>
            <a:r>
              <a:rPr lang="en-US" dirty="0"/>
              <a:t> algorithms do not fully exploit this sparsity.</a:t>
            </a:r>
          </a:p>
          <a:p>
            <a:pPr lvl="1"/>
            <a:r>
              <a:rPr lang="en-US" dirty="0"/>
              <a:t>Recall our implementation that in the last question of Exam 1, it was not work-optimal </a:t>
            </a:r>
          </a:p>
          <a:p>
            <a:endParaRPr lang="en-US" dirty="0"/>
          </a:p>
          <a:p>
            <a:r>
              <a:rPr lang="en-US" dirty="0"/>
              <a:t>We will discuss this issue and potential solutions (some developed by my students) in the next class (or two)</a:t>
            </a:r>
          </a:p>
        </p:txBody>
      </p:sp>
    </p:spTree>
    <p:extLst>
      <p:ext uri="{BB962C8B-B14F-4D97-AF65-F5344CB8AC3E}">
        <p14:creationId xmlns:p14="http://schemas.microsoft.com/office/powerpoint/2010/main" val="2418387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1E00-C253-799A-47B1-3C7454FA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on Sparse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A1FC-63F6-3444-AE7A-13DE0C481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directions</a:t>
            </a:r>
          </a:p>
          <a:p>
            <a:endParaRPr lang="en-US" dirty="0"/>
          </a:p>
          <a:p>
            <a:r>
              <a:rPr lang="en-US" dirty="0"/>
              <a:t>#1 Build masks that reduce the computations but still preserve accuracy</a:t>
            </a:r>
          </a:p>
          <a:p>
            <a:pPr lvl="1"/>
            <a:r>
              <a:rPr lang="en-US" dirty="0"/>
              <a:t>Today’s class</a:t>
            </a:r>
          </a:p>
          <a:p>
            <a:endParaRPr lang="en-US" dirty="0"/>
          </a:p>
          <a:p>
            <a:r>
              <a:rPr lang="en-US" dirty="0"/>
              <a:t>#2 Exploit Sparsity on Hardware such as GPUs</a:t>
            </a:r>
          </a:p>
          <a:p>
            <a:pPr lvl="1"/>
            <a:r>
              <a:rPr lang="en-US" dirty="0"/>
              <a:t>Next one or two classes</a:t>
            </a:r>
          </a:p>
        </p:txBody>
      </p:sp>
    </p:spTree>
    <p:extLst>
      <p:ext uri="{BB962C8B-B14F-4D97-AF65-F5344CB8AC3E}">
        <p14:creationId xmlns:p14="http://schemas.microsoft.com/office/powerpoint/2010/main" val="3790325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74E8-8C0D-7F81-17CC-2C4FE1C0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7B43-B5C7-641C-F4CE-A0420F41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80678-B8DA-6203-92BD-80AC8DC05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Sparse Transformers Basics</a:t>
            </a:r>
          </a:p>
          <a:p>
            <a:r>
              <a:rPr lang="en-US" dirty="0"/>
              <a:t>Sparse Masks</a:t>
            </a:r>
          </a:p>
        </p:txBody>
      </p:sp>
    </p:spTree>
    <p:extLst>
      <p:ext uri="{BB962C8B-B14F-4D97-AF65-F5344CB8AC3E}">
        <p14:creationId xmlns:p14="http://schemas.microsoft.com/office/powerpoint/2010/main" val="300342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6FDE-55CA-C2C2-1522-280DCC1A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Attention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FC62-87D9-A492-A0A8-2940D4FA5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types</a:t>
            </a:r>
          </a:p>
          <a:p>
            <a:endParaRPr lang="en-US" dirty="0"/>
          </a:p>
          <a:p>
            <a:r>
              <a:rPr lang="en-US" dirty="0"/>
              <a:t>Dynamic Attention: Only consider query-key pairs for attending that are the most similar</a:t>
            </a:r>
          </a:p>
          <a:p>
            <a:pPr lvl="1"/>
            <a:r>
              <a:rPr lang="en-US" dirty="0"/>
              <a:t>No explicit attention mask</a:t>
            </a:r>
          </a:p>
          <a:p>
            <a:pPr lvl="1"/>
            <a:r>
              <a:rPr lang="en-US" dirty="0"/>
              <a:t>Pairs to attend determined at runtime</a:t>
            </a:r>
          </a:p>
          <a:p>
            <a:endParaRPr lang="en-US" dirty="0"/>
          </a:p>
          <a:p>
            <a:r>
              <a:rPr lang="en-US" dirty="0"/>
              <a:t>Static Attention: Fixed attention mask used to determine attending query-key pairs</a:t>
            </a:r>
          </a:p>
        </p:txBody>
      </p:sp>
    </p:spTree>
    <p:extLst>
      <p:ext uri="{BB962C8B-B14F-4D97-AF65-F5344CB8AC3E}">
        <p14:creationId xmlns:p14="http://schemas.microsoft.com/office/powerpoint/2010/main" val="967358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6D77-06C1-1C26-9A2A-82FA2104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1F10-039F-AE93-718C-743A0EBC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Attention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57D3-9C58-B3A3-DC46-629D36DD5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types</a:t>
            </a:r>
          </a:p>
          <a:p>
            <a:endParaRPr lang="en-US" dirty="0"/>
          </a:p>
          <a:p>
            <a:r>
              <a:rPr lang="en-US" b="1" dirty="0"/>
              <a:t>Dynamic Attention: Only consider query-key pairs for attending that are the most similar</a:t>
            </a:r>
          </a:p>
          <a:p>
            <a:pPr lvl="1"/>
            <a:r>
              <a:rPr lang="en-US" dirty="0"/>
              <a:t>No explicit attention mask</a:t>
            </a:r>
          </a:p>
          <a:p>
            <a:pPr lvl="1"/>
            <a:r>
              <a:rPr lang="en-US" dirty="0"/>
              <a:t>Pairs to attend determined at runtime</a:t>
            </a:r>
          </a:p>
          <a:p>
            <a:endParaRPr lang="en-US" dirty="0"/>
          </a:p>
          <a:p>
            <a:r>
              <a:rPr lang="en-US" dirty="0"/>
              <a:t>Static Attention: Fixed attention mask used to determine attending query-key pairs</a:t>
            </a:r>
          </a:p>
        </p:txBody>
      </p:sp>
    </p:spTree>
    <p:extLst>
      <p:ext uri="{BB962C8B-B14F-4D97-AF65-F5344CB8AC3E}">
        <p14:creationId xmlns:p14="http://schemas.microsoft.com/office/powerpoint/2010/main" val="2548440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C5F5-E5A9-FA37-9672-923ABE67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08FE9-8455-4B8E-0385-5C8FF0B1D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4604" y="1565704"/>
                <a:ext cx="10515600" cy="2187867"/>
              </a:xfrm>
            </p:spPr>
            <p:txBody>
              <a:bodyPr/>
              <a:lstStyle/>
              <a:p>
                <a:r>
                  <a:rPr lang="en-US" dirty="0"/>
                  <a:t>Key Idea: Reduce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complexity of attention calculation by only considering key values pairs that are more similar</a:t>
                </a:r>
              </a:p>
              <a:p>
                <a:endParaRPr lang="en-US" dirty="0"/>
              </a:p>
              <a:p>
                <a:r>
                  <a:rPr lang="en-US" dirty="0"/>
                  <a:t>Less similar key-value pairs -&gt; small weights -&gt; less information gain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08FE9-8455-4B8E-0385-5C8FF0B1D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4604" y="1565704"/>
                <a:ext cx="10515600" cy="2187867"/>
              </a:xfrm>
              <a:blipFill>
                <a:blip r:embed="rId2"/>
                <a:stretch>
                  <a:fillRect l="-1043" t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AF98A-1485-C993-D9C8-16EA4C090A98}"/>
                  </a:ext>
                </a:extLst>
              </p:cNvPr>
              <p:cNvSpPr txBox="1"/>
              <p:nvPr/>
            </p:nvSpPr>
            <p:spPr>
              <a:xfrm>
                <a:off x="3310103" y="3536955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AF98A-1485-C993-D9C8-16EA4C090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03" y="3536955"/>
                <a:ext cx="487569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3A1ED-9164-0B19-4900-BE5027F671FC}"/>
                  </a:ext>
                </a:extLst>
              </p:cNvPr>
              <p:cNvSpPr txBox="1"/>
              <p:nvPr/>
            </p:nvSpPr>
            <p:spPr>
              <a:xfrm>
                <a:off x="5388183" y="3585968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3A1ED-9164-0B19-4900-BE5027F67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183" y="3585968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790618-6C8D-6CF1-1A6C-25F0558DA446}"/>
                  </a:ext>
                </a:extLst>
              </p:cNvPr>
              <p:cNvSpPr txBox="1"/>
              <p:nvPr/>
            </p:nvSpPr>
            <p:spPr>
              <a:xfrm>
                <a:off x="5388183" y="422660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790618-6C8D-6CF1-1A6C-25F0558DA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183" y="4226606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40B05-F27D-9BB5-917A-2A638BF91432}"/>
                  </a:ext>
                </a:extLst>
              </p:cNvPr>
              <p:cNvSpPr txBox="1"/>
              <p:nvPr/>
            </p:nvSpPr>
            <p:spPr>
              <a:xfrm>
                <a:off x="5383438" y="486724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40B05-F27D-9BB5-917A-2A638BF91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438" y="4867244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1B9F8-24E5-43B5-5D55-4D2A2B06E9C5}"/>
                  </a:ext>
                </a:extLst>
              </p:cNvPr>
              <p:cNvSpPr txBox="1"/>
              <p:nvPr/>
            </p:nvSpPr>
            <p:spPr>
              <a:xfrm>
                <a:off x="6169597" y="3585968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1B9F8-24E5-43B5-5D55-4D2A2B06E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597" y="3585968"/>
                <a:ext cx="454483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0AE218-FA09-EE12-F5D9-9412861000A5}"/>
                  </a:ext>
                </a:extLst>
              </p:cNvPr>
              <p:cNvSpPr txBox="1"/>
              <p:nvPr/>
            </p:nvSpPr>
            <p:spPr>
              <a:xfrm>
                <a:off x="6169597" y="4226606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0AE218-FA09-EE12-F5D9-941286100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597" y="4226606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C19F1-644C-35E5-BAF5-7BAE491A8F95}"/>
                  </a:ext>
                </a:extLst>
              </p:cNvPr>
              <p:cNvSpPr txBox="1"/>
              <p:nvPr/>
            </p:nvSpPr>
            <p:spPr>
              <a:xfrm>
                <a:off x="6164852" y="486724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C19F1-644C-35E5-BAF5-7BAE491A8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852" y="4867244"/>
                <a:ext cx="45288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05FABA-6CC9-7960-1117-B85545B2169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797672" y="3721621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2E8B34-7CFC-23A8-B1E2-6D1D009EACEE}"/>
                  </a:ext>
                </a:extLst>
              </p:cNvPr>
              <p:cNvSpPr txBox="1"/>
              <p:nvPr/>
            </p:nvSpPr>
            <p:spPr>
              <a:xfrm>
                <a:off x="4044923" y="3284463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2E8B34-7CFC-23A8-B1E2-6D1D009EA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923" y="3284463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08755F-C3CA-B045-6F7F-E83AC4CA474F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62536" y="3852221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51C57F-608F-E780-9721-455A259F1634}"/>
              </a:ext>
            </a:extLst>
          </p:cNvPr>
          <p:cNvCxnSpPr>
            <a:cxnSpLocks/>
          </p:cNvCxnSpPr>
          <p:nvPr/>
        </p:nvCxnSpPr>
        <p:spPr>
          <a:xfrm>
            <a:off x="3571956" y="3974442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B49FE5-E9E8-6227-207D-3579A574BD50}"/>
                  </a:ext>
                </a:extLst>
              </p:cNvPr>
              <p:cNvSpPr txBox="1"/>
              <p:nvPr/>
            </p:nvSpPr>
            <p:spPr>
              <a:xfrm>
                <a:off x="4263643" y="3787649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B49FE5-E9E8-6227-207D-3579A574B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43" y="3787649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3A818F-A149-25E3-FA44-05898D2C03E5}"/>
                  </a:ext>
                </a:extLst>
              </p:cNvPr>
              <p:cNvSpPr txBox="1"/>
              <p:nvPr/>
            </p:nvSpPr>
            <p:spPr>
              <a:xfrm>
                <a:off x="3976650" y="4608996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3A818F-A149-25E3-FA44-05898D2C0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650" y="4608996"/>
                <a:ext cx="825739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EA3595-30FB-16A5-8C97-EAD44DE78C70}"/>
              </a:ext>
            </a:extLst>
          </p:cNvPr>
          <p:cNvCxnSpPr>
            <a:cxnSpLocks/>
          </p:cNvCxnSpPr>
          <p:nvPr/>
        </p:nvCxnSpPr>
        <p:spPr>
          <a:xfrm>
            <a:off x="6617733" y="3787649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16AD02-E3E3-13C7-C2AF-69FACEB3F5FB}"/>
              </a:ext>
            </a:extLst>
          </p:cNvPr>
          <p:cNvCxnSpPr>
            <a:cxnSpLocks/>
          </p:cNvCxnSpPr>
          <p:nvPr/>
        </p:nvCxnSpPr>
        <p:spPr>
          <a:xfrm>
            <a:off x="6617733" y="4440930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463419-8B87-3AFA-D15D-1CA66357E9FA}"/>
              </a:ext>
            </a:extLst>
          </p:cNvPr>
          <p:cNvCxnSpPr>
            <a:cxnSpLocks/>
          </p:cNvCxnSpPr>
          <p:nvPr/>
        </p:nvCxnSpPr>
        <p:spPr>
          <a:xfrm>
            <a:off x="6611909" y="5076739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518C88-7A9C-F171-9D70-7888C78D76B0}"/>
                  </a:ext>
                </a:extLst>
              </p:cNvPr>
              <p:cNvSpPr txBox="1"/>
              <p:nvPr/>
            </p:nvSpPr>
            <p:spPr>
              <a:xfrm>
                <a:off x="6520020" y="3320037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518C88-7A9C-F171-9D70-7888C78D7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020" y="3320037"/>
                <a:ext cx="49135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F11847-87C8-8925-58CC-D5C85D56740F}"/>
                  </a:ext>
                </a:extLst>
              </p:cNvPr>
              <p:cNvSpPr txBox="1"/>
              <p:nvPr/>
            </p:nvSpPr>
            <p:spPr>
              <a:xfrm>
                <a:off x="6528120" y="4089734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F11847-87C8-8925-58CC-D5C85D567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120" y="4089734"/>
                <a:ext cx="491352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D7D936-61A8-9F9B-63CB-4FF257F0B688}"/>
                  </a:ext>
                </a:extLst>
              </p:cNvPr>
              <p:cNvSpPr txBox="1"/>
              <p:nvPr/>
            </p:nvSpPr>
            <p:spPr>
              <a:xfrm>
                <a:off x="6525845" y="4754861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D7D936-61A8-9F9B-63CB-4FF257F0B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45" y="4754861"/>
                <a:ext cx="491353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77848E-D005-0FD2-2F46-464A2198F3F4}"/>
                  </a:ext>
                </a:extLst>
              </p:cNvPr>
              <p:cNvSpPr txBox="1"/>
              <p:nvPr/>
            </p:nvSpPr>
            <p:spPr>
              <a:xfrm>
                <a:off x="3327436" y="4492859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77848E-D005-0FD2-2F46-464A2198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36" y="4492859"/>
                <a:ext cx="487569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BE77D6-6FBF-A64A-0F41-EEAF13751D10}"/>
                  </a:ext>
                </a:extLst>
              </p:cNvPr>
              <p:cNvSpPr txBox="1"/>
              <p:nvPr/>
            </p:nvSpPr>
            <p:spPr>
              <a:xfrm>
                <a:off x="3346671" y="5380608"/>
                <a:ext cx="481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BE77D6-6FBF-A64A-0F41-EEAF13751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671" y="5380608"/>
                <a:ext cx="481157" cy="369332"/>
              </a:xfrm>
              <a:prstGeom prst="rect">
                <a:avLst/>
              </a:prstGeom>
              <a:blipFill>
                <a:blip r:embed="rId1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2BA9761-4E53-28C4-1F6C-277040DEB370}"/>
              </a:ext>
            </a:extLst>
          </p:cNvPr>
          <p:cNvSpPr txBox="1"/>
          <p:nvPr/>
        </p:nvSpPr>
        <p:spPr>
          <a:xfrm>
            <a:off x="1991058" y="5893460"/>
            <a:ext cx="8347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Kitaev</a:t>
            </a:r>
            <a:r>
              <a:rPr lang="en-US" dirty="0"/>
              <a:t>, N., Kaiser, L., &amp; </a:t>
            </a:r>
            <a:r>
              <a:rPr lang="en-US" dirty="0" err="1"/>
              <a:t>Levskaya</a:t>
            </a:r>
            <a:r>
              <a:rPr lang="en-US" dirty="0"/>
              <a:t>, A. (2019, September). Reformer: The Efficient Transformer. In </a:t>
            </a:r>
            <a:r>
              <a:rPr lang="en-US" i="1" dirty="0"/>
              <a:t>International Conference on Learning Representations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8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B892-E916-7C7D-DF11-60E94856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318F-BADB-060D-7115-58A865F8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know what key-value pairs are more similar without computing the values</a:t>
            </a:r>
            <a:r>
              <a:rPr lang="en-US" dirty="0">
                <a:solidFill>
                  <a:srgbClr val="FF0000"/>
                </a:solidFill>
              </a:rPr>
              <a:t>???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9839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B892-E916-7C7D-DF11-60E94856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318F-BADB-060D-7115-58A865F8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know what key-value pairs are more similar without computing the values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Locality Sensitive Hashing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73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C0F0-E561-3338-C283-87242561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1947B-251D-469B-4BD3-D48F7D55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1812"/>
          </a:xfrm>
        </p:spPr>
        <p:txBody>
          <a:bodyPr/>
          <a:lstStyle/>
          <a:p>
            <a:r>
              <a:rPr lang="en-US" dirty="0"/>
              <a:t>A technique to perform efficient nearest neighbor search</a:t>
            </a:r>
          </a:p>
          <a:p>
            <a:endParaRPr lang="en-US" dirty="0"/>
          </a:p>
          <a:p>
            <a:r>
              <a:rPr lang="en-US" dirty="0"/>
              <a:t>Hashes “similar” items into same “buckets” with “high” probability</a:t>
            </a:r>
          </a:p>
        </p:txBody>
      </p:sp>
    </p:spTree>
    <p:extLst>
      <p:ext uri="{BB962C8B-B14F-4D97-AF65-F5344CB8AC3E}">
        <p14:creationId xmlns:p14="http://schemas.microsoft.com/office/powerpoint/2010/main" val="7537339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C1F2-ED3C-8839-BB46-116C9D92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1FE31-8E03-D3CF-B15D-254288DB6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set of hash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some metric space with distance metric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endParaRPr lang="en-US" dirty="0"/>
              </a:p>
              <a:p>
                <a:r>
                  <a:rPr lang="en-US" dirty="0"/>
                  <a:t>Consider the following additional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: a threshold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: an approximation factor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probability values 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1FE31-8E03-D3CF-B15D-254288DB6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445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7914-EFF0-278A-F177-70BB2F86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CDBB6-7D1D-4848-1849-A682D2CE3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set of hash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is called an LSH family if,</a:t>
                </a:r>
              </a:p>
              <a:p>
                <a:endParaRPr lang="en-US" dirty="0"/>
              </a:p>
              <a:p>
                <a:r>
                  <a:rPr lang="en-US" dirty="0"/>
                  <a:t>For any two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a randomly selected hash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CDBB6-7D1D-4848-1849-A682D2CE3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899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297C-13C2-B931-6697-4BC451A3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570027-CBD2-4446-8E08-A1909113ACFF}"/>
              </a:ext>
            </a:extLst>
          </p:cNvPr>
          <p:cNvSpPr/>
          <p:nvPr/>
        </p:nvSpPr>
        <p:spPr>
          <a:xfrm>
            <a:off x="3652284" y="2392326"/>
            <a:ext cx="4667693" cy="3657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68A9D6-981A-1A0F-36AD-B30AAA0A9423}"/>
              </a:ext>
            </a:extLst>
          </p:cNvPr>
          <p:cNvSpPr/>
          <p:nvPr/>
        </p:nvSpPr>
        <p:spPr>
          <a:xfrm>
            <a:off x="4508206" y="3040911"/>
            <a:ext cx="2812310" cy="24454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1533B4-647E-5250-93C3-27F6AED29E19}"/>
              </a:ext>
            </a:extLst>
          </p:cNvPr>
          <p:cNvSpPr/>
          <p:nvPr/>
        </p:nvSpPr>
        <p:spPr>
          <a:xfrm>
            <a:off x="5457161" y="3806455"/>
            <a:ext cx="914400" cy="9144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D1605F-CB1D-4949-E672-AAA02C38D7AC}"/>
              </a:ext>
            </a:extLst>
          </p:cNvPr>
          <p:cNvSpPr/>
          <p:nvPr/>
        </p:nvSpPr>
        <p:spPr>
          <a:xfrm>
            <a:off x="5890438" y="4263655"/>
            <a:ext cx="47846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39431B-F043-83C2-9233-54A54D2EE3EA}"/>
                  </a:ext>
                </a:extLst>
              </p:cNvPr>
              <p:cNvSpPr txBox="1"/>
              <p:nvPr/>
            </p:nvSpPr>
            <p:spPr>
              <a:xfrm>
                <a:off x="5765941" y="6248032"/>
                <a:ext cx="440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39431B-F043-83C2-9233-54A54D2EE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941" y="6248032"/>
                <a:ext cx="44037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FA9D30-DA03-8FCA-1585-D55964585D1F}"/>
              </a:ext>
            </a:extLst>
          </p:cNvPr>
          <p:cNvCxnSpPr>
            <a:stCxn id="7" idx="0"/>
            <a:endCxn id="6" idx="7"/>
          </p:cNvCxnSpPr>
          <p:nvPr/>
        </p:nvCxnSpPr>
        <p:spPr>
          <a:xfrm flipV="1">
            <a:off x="5914361" y="3940366"/>
            <a:ext cx="323289" cy="323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919CEC-8E22-BED3-86C4-526064D6392E}"/>
                  </a:ext>
                </a:extLst>
              </p:cNvPr>
              <p:cNvSpPr txBox="1"/>
              <p:nvPr/>
            </p:nvSpPr>
            <p:spPr>
              <a:xfrm>
                <a:off x="5962207" y="3993376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919CEC-8E22-BED3-86C4-526064D63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207" y="3993376"/>
                <a:ext cx="3516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2515CB-E95B-C196-2A54-1BFFAE3E1D48}"/>
                  </a:ext>
                </a:extLst>
              </p:cNvPr>
              <p:cNvSpPr txBox="1"/>
              <p:nvPr/>
            </p:nvSpPr>
            <p:spPr>
              <a:xfrm>
                <a:off x="6194732" y="4841478"/>
                <a:ext cx="459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2515CB-E95B-C196-2A54-1BFFAE3E1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732" y="4841478"/>
                <a:ext cx="4590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4030BF-E9DB-CD11-73FB-6585728626D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5914361" y="4309374"/>
            <a:ext cx="924063" cy="877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9B1ED3-C592-1537-EB75-4F679A29040C}"/>
                  </a:ext>
                </a:extLst>
              </p:cNvPr>
              <p:cNvSpPr txBox="1"/>
              <p:nvPr/>
            </p:nvSpPr>
            <p:spPr>
              <a:xfrm>
                <a:off x="8996516" y="2212258"/>
                <a:ext cx="2235856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High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of conflict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9B1ED3-C592-1537-EB75-4F679A290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516" y="2212258"/>
                <a:ext cx="2235856" cy="646331"/>
              </a:xfrm>
              <a:prstGeom prst="rect">
                <a:avLst/>
              </a:prstGeom>
              <a:blipFill>
                <a:blip r:embed="rId5"/>
                <a:stretch>
                  <a:fillRect l="-2168" t="-4630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B5066C-DD54-0F06-AB8F-222046703F67}"/>
                  </a:ext>
                </a:extLst>
              </p:cNvPr>
              <p:cNvSpPr txBox="1"/>
              <p:nvPr/>
            </p:nvSpPr>
            <p:spPr>
              <a:xfrm>
                <a:off x="8996516" y="3347045"/>
                <a:ext cx="2235856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Low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of conflict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B5066C-DD54-0F06-AB8F-222046703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516" y="3347045"/>
                <a:ext cx="2235856" cy="646331"/>
              </a:xfrm>
              <a:prstGeom prst="rect">
                <a:avLst/>
              </a:prstGeom>
              <a:blipFill>
                <a:blip r:embed="rId6"/>
                <a:stretch>
                  <a:fillRect l="-2168" t="-3704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291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E002-E3AA-1C09-6801-107C75D2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07AEC-D131-9E75-3102-A34E9D5D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Design Parameters:</a:t>
            </a:r>
          </a:p>
          <a:p>
            <a:endParaRPr lang="en-US" dirty="0"/>
          </a:p>
          <a:p>
            <a:r>
              <a:rPr lang="en-US" dirty="0"/>
              <a:t>Determining the hash functions that can achieve this property</a:t>
            </a:r>
          </a:p>
          <a:p>
            <a:endParaRPr lang="en-US" dirty="0"/>
          </a:p>
          <a:p>
            <a:r>
              <a:rPr lang="en-US" dirty="0"/>
              <a:t>Look at this survey for more information: Jafari, Omid, Preeti Maurya, Parth </a:t>
            </a:r>
            <a:r>
              <a:rPr lang="en-US" dirty="0" err="1"/>
              <a:t>Nagarkar</a:t>
            </a:r>
            <a:r>
              <a:rPr lang="en-US" dirty="0"/>
              <a:t>, </a:t>
            </a:r>
            <a:r>
              <a:rPr lang="en-US" dirty="0" err="1"/>
              <a:t>Khandker</a:t>
            </a:r>
            <a:r>
              <a:rPr lang="en-US" dirty="0"/>
              <a:t> </a:t>
            </a:r>
            <a:r>
              <a:rPr lang="en-US" dirty="0" err="1"/>
              <a:t>Mushfiqul</a:t>
            </a:r>
            <a:r>
              <a:rPr lang="en-US" dirty="0"/>
              <a:t> Islam, and Chidambaram </a:t>
            </a:r>
            <a:r>
              <a:rPr lang="en-US" dirty="0" err="1"/>
              <a:t>Crushev</a:t>
            </a:r>
            <a:r>
              <a:rPr lang="en-US" dirty="0"/>
              <a:t>. "A survey on locality sensitive hashing algorithms and their applications." </a:t>
            </a:r>
            <a:r>
              <a:rPr lang="en-US" i="1" dirty="0" err="1"/>
              <a:t>arXiv</a:t>
            </a:r>
            <a:r>
              <a:rPr lang="en-US" i="1" dirty="0"/>
              <a:t> preprint arXiv:2102.08942</a:t>
            </a:r>
            <a:r>
              <a:rPr lang="en-US" dirty="0"/>
              <a:t> (2021).</a:t>
            </a:r>
          </a:p>
        </p:txBody>
      </p:sp>
    </p:spTree>
    <p:extLst>
      <p:ext uri="{BB962C8B-B14F-4D97-AF65-F5344CB8AC3E}">
        <p14:creationId xmlns:p14="http://schemas.microsoft.com/office/powerpoint/2010/main" val="2836978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41B8-C70C-FA22-6356-0A3A237F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52C4AB-2306-CEE9-C766-2638D8AD0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Hashing Scheme: angular locality sensitive hashing</a:t>
                </a:r>
              </a:p>
              <a:p>
                <a:endParaRPr lang="en-US" dirty="0"/>
              </a:p>
              <a:p>
                <a:r>
                  <a:rPr lang="en-US" dirty="0"/>
                  <a:t>For a key with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, obtain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values as follows:</a:t>
                </a:r>
              </a:p>
              <a:p>
                <a:endParaRPr lang="en-US" dirty="0"/>
              </a:p>
              <a:p>
                <a:r>
                  <a:rPr lang="en-US" dirty="0"/>
                  <a:t>Fix a random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   ; -&gt; concatenation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52C4AB-2306-CEE9-C766-2638D8AD0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539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2A01-931B-1426-BECA-35EF7404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AA228-4CD1-E708-71E0-8CADACC43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Intuition: The dimension with largest value for points close to each other should be same even after projection.</a:t>
            </a:r>
          </a:p>
          <a:p>
            <a:endParaRPr lang="en-US" dirty="0"/>
          </a:p>
          <a:p>
            <a:r>
              <a:rPr lang="en-US" dirty="0"/>
              <a:t>For formal proof, and details on how to create the random matrix, and other parameters, see:</a:t>
            </a:r>
          </a:p>
          <a:p>
            <a:pPr lvl="1"/>
            <a:r>
              <a:rPr lang="en-US" dirty="0"/>
              <a:t>Andoni, A., Indyk, P., </a:t>
            </a:r>
            <a:r>
              <a:rPr lang="en-US" dirty="0" err="1"/>
              <a:t>Laarhoven</a:t>
            </a:r>
            <a:r>
              <a:rPr lang="en-US" dirty="0"/>
              <a:t>, T., </a:t>
            </a:r>
            <a:r>
              <a:rPr lang="en-US" dirty="0" err="1"/>
              <a:t>Razenshteyn</a:t>
            </a:r>
            <a:r>
              <a:rPr lang="en-US" dirty="0"/>
              <a:t>, I., &amp; Schmidt, L. (2015). Practical and optimal LSH for angular distance.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28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372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A81C-5428-6E79-80F0-FAA813DA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0128-C57D-5192-CAB8-6E70832F7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Attention with LSH</a:t>
            </a:r>
          </a:p>
          <a:p>
            <a:endParaRPr lang="en-US" dirty="0"/>
          </a:p>
          <a:p>
            <a:r>
              <a:rPr lang="en-US" dirty="0"/>
              <a:t>Sparse adjacency matrix</a:t>
            </a:r>
          </a:p>
          <a:p>
            <a:endParaRPr lang="en-US" dirty="0"/>
          </a:p>
          <a:p>
            <a:r>
              <a:rPr lang="en-US" dirty="0"/>
              <a:t>However, inefficient for computation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Why???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AD6767-6244-765A-8AC4-0F4589CCDFA7}"/>
              </a:ext>
            </a:extLst>
          </p:cNvPr>
          <p:cNvGrpSpPr/>
          <p:nvPr/>
        </p:nvGrpSpPr>
        <p:grpSpPr>
          <a:xfrm>
            <a:off x="7192874" y="2771163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93AE4A-C3E6-4F8F-E5F1-C45DAEF4FD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BA8F58-770C-CE58-E923-FB79CAD319D3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629C6C-2CD9-4665-BE45-7414C3E0A40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CC81EB-4C84-C6CC-8A36-1BD268E34268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DB693-9015-8C8D-FD8B-6D0240A807C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7FEEE1-8372-BAED-5454-9217C45463CF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CAB9CE-7A7C-AA70-3555-1B384F73E20B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3C42B1-EF86-B3EA-4BC1-AABFB42DBCC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049B67-F356-9824-6AF1-723C8C2F90CA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0B4DB-BF75-FDA1-AE7B-E1DED879484C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D4E4D-08EF-54C3-0474-EB5BBF97645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D0ED41-E12C-A8F3-E38E-1339D7405CC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B3D95D-61BC-843D-FFB0-EEEC4DB04241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2D5C49-6CA5-EBA3-FF0C-2E8187098B5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43D9C-7BBE-1082-55EF-656CB6CE2B5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D5A515-4E00-6246-06D5-3CD3B147AFB2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2EC12A-BF72-A185-E5E2-3D07CF8756B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17BC61-340B-AA09-91CC-33812FC30677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A5EB22-A0E0-BCE7-BB38-209AD6DC43B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BBE343-D8BB-13EA-8D2C-FAEFF7A1C4B4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850F4B-6E8F-12DB-B54D-BAAE23D19E9C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8C6A24-22E9-0629-B1B0-97C58193F61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9BE89F-B13B-F4BD-FB96-11CF135E6DCC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8BEA9-AE57-FBD6-9C7D-74AC89058BB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828E95-EF8E-DF3F-3DD4-4EE2D7BC094F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56B5F9-24B6-C5AA-926E-AEDAF1FDB827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2BBAD42-F5DA-9624-6CFA-3E517201DC2F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BBCA89-4DED-8303-BD64-89F6B97C87C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14B9023-8EC7-FF4B-82F2-38378911BE72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7B0DC00-0560-67A8-C864-00C1F49B741A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53CDF7-5596-7745-F041-1C533E1ED69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EF3DE9-E6D1-19A8-8FDA-9A7D421E246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3E74C4-719C-2AF9-0ADF-35A926381FB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D4384-49B3-7755-A85D-706BC801C6F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3EF5484-48BB-1E72-8B8D-D71AA39048E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803082D-4FC2-FC3F-63F5-C1CE928125E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A82899E-A47E-1B1F-56AD-3088A28F9DF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78E5C5-5867-7F67-FF56-3FC6BD272A5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FFDFE-D7FE-B4FB-39F7-9465DBA3E42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DDF4AC5-2F43-8B72-34F7-3C7BA2841CB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F6581CE-ABA9-31B5-3AFF-CFC0F8410AD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C56823-3514-4DFE-56F1-04F7CEC5E97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C5EA01-D3BD-B85C-2487-D2BEC9B1D56F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8F04CD-A695-0C98-C6E5-447D809ADB6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21C5D8-68BF-5851-B6FB-2EC5FBF8678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F49F580-1B68-CD62-3ED9-26BBDEF8643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5000CB5-CFD2-334E-CC2D-BC69D334A576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44475A4-2D9F-1B57-7128-415D660C8ECC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1149D6B-8A34-9C53-F24F-5C1CF9971D7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40885C-AE16-0A44-75EE-6209DD604BA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9108BE-7269-A20E-4B66-30BB93DA87A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596E7C-FDDC-F80D-8F04-60BDFB1535D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181AB2-F9BE-8907-0FC3-12ED38144ED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642BC4C-87A3-DA7C-4339-F1C76C2AC0A8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A0DFE99-2616-F2C5-FF04-B0948D09442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ACCDB9-E7AB-B6B6-D2F1-1A6D88647C1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65FEFD-DA94-A581-20EC-4FD1A110538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404791-DFF9-B4AE-2DBB-6401E3BD113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F6FE26-97D9-3893-52F4-5B973DE2622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F44317-ADE1-F240-D6A9-B7DB8F0CE78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CFF7D6-556D-85DC-DA7B-7822BF63596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40DFAB-923B-0FC1-5AEA-E2454840B50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3C1B50-1198-B2E8-8F00-207E7251B5F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6CC3DBA-F419-6E77-3E30-30C769C0D49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/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/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/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/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/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/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/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/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570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A81C-5428-6E79-80F0-FAA813DA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0128-C57D-5192-CAB8-6E70832F7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Attention with LSH</a:t>
            </a:r>
          </a:p>
          <a:p>
            <a:endParaRPr lang="en-US" dirty="0"/>
          </a:p>
          <a:p>
            <a:r>
              <a:rPr lang="en-US" dirty="0"/>
              <a:t>Sparse adjacency matrix</a:t>
            </a:r>
          </a:p>
          <a:p>
            <a:endParaRPr lang="en-US" dirty="0"/>
          </a:p>
          <a:p>
            <a:r>
              <a:rPr lang="en-US" dirty="0"/>
              <a:t>However, inefficient for computation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Too many random accesses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How do we fix???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AD6767-6244-765A-8AC4-0F4589CCDFA7}"/>
              </a:ext>
            </a:extLst>
          </p:cNvPr>
          <p:cNvGrpSpPr/>
          <p:nvPr/>
        </p:nvGrpSpPr>
        <p:grpSpPr>
          <a:xfrm>
            <a:off x="7192874" y="2771163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93AE4A-C3E6-4F8F-E5F1-C45DAEF4FD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BA8F58-770C-CE58-E923-FB79CAD319D3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629C6C-2CD9-4665-BE45-7414C3E0A40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CC81EB-4C84-C6CC-8A36-1BD268E34268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DB693-9015-8C8D-FD8B-6D0240A807C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7FEEE1-8372-BAED-5454-9217C45463CF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CAB9CE-7A7C-AA70-3555-1B384F73E20B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3C42B1-EF86-B3EA-4BC1-AABFB42DBCC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049B67-F356-9824-6AF1-723C8C2F90CA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0B4DB-BF75-FDA1-AE7B-E1DED879484C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D4E4D-08EF-54C3-0474-EB5BBF97645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D0ED41-E12C-A8F3-E38E-1339D7405CC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B3D95D-61BC-843D-FFB0-EEEC4DB04241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2D5C49-6CA5-EBA3-FF0C-2E8187098B5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43D9C-7BBE-1082-55EF-656CB6CE2B5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D5A515-4E00-6246-06D5-3CD3B147AFB2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2EC12A-BF72-A185-E5E2-3D07CF8756B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17BC61-340B-AA09-91CC-33812FC30677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A5EB22-A0E0-BCE7-BB38-209AD6DC43B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BBE343-D8BB-13EA-8D2C-FAEFF7A1C4B4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850F4B-6E8F-12DB-B54D-BAAE23D19E9C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8C6A24-22E9-0629-B1B0-97C58193F61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9BE89F-B13B-F4BD-FB96-11CF135E6DCC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8BEA9-AE57-FBD6-9C7D-74AC89058BB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828E95-EF8E-DF3F-3DD4-4EE2D7BC094F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56B5F9-24B6-C5AA-926E-AEDAF1FDB827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2BBAD42-F5DA-9624-6CFA-3E517201DC2F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BBCA89-4DED-8303-BD64-89F6B97C87C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14B9023-8EC7-FF4B-82F2-38378911BE72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7B0DC00-0560-67A8-C864-00C1F49B741A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53CDF7-5596-7745-F041-1C533E1ED69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EF3DE9-E6D1-19A8-8FDA-9A7D421E246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3E74C4-719C-2AF9-0ADF-35A926381FB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D4384-49B3-7755-A85D-706BC801C6F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3EF5484-48BB-1E72-8B8D-D71AA39048E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803082D-4FC2-FC3F-63F5-C1CE928125E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A82899E-A47E-1B1F-56AD-3088A28F9DF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78E5C5-5867-7F67-FF56-3FC6BD272A5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FFDFE-D7FE-B4FB-39F7-9465DBA3E42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DDF4AC5-2F43-8B72-34F7-3C7BA2841CB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F6581CE-ABA9-31B5-3AFF-CFC0F8410AD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C56823-3514-4DFE-56F1-04F7CEC5E97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C5EA01-D3BD-B85C-2487-D2BEC9B1D56F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8F04CD-A695-0C98-C6E5-447D809ADB6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21C5D8-68BF-5851-B6FB-2EC5FBF8678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F49F580-1B68-CD62-3ED9-26BBDEF8643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5000CB5-CFD2-334E-CC2D-BC69D334A576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44475A4-2D9F-1B57-7128-415D660C8ECC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1149D6B-8A34-9C53-F24F-5C1CF9971D7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40885C-AE16-0A44-75EE-6209DD604BA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9108BE-7269-A20E-4B66-30BB93DA87A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596E7C-FDDC-F80D-8F04-60BDFB1535D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181AB2-F9BE-8907-0FC3-12ED38144ED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642BC4C-87A3-DA7C-4339-F1C76C2AC0A8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A0DFE99-2616-F2C5-FF04-B0948D09442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ACCDB9-E7AB-B6B6-D2F1-1A6D88647C1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65FEFD-DA94-A581-20EC-4FD1A110538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404791-DFF9-B4AE-2DBB-6401E3BD113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F6FE26-97D9-3893-52F4-5B973DE2622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F44317-ADE1-F240-D6A9-B7DB8F0CE78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CFF7D6-556D-85DC-DA7B-7822BF63596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40DFAB-923B-0FC1-5AEA-E2454840B50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3C1B50-1198-B2E8-8F00-207E7251B5F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6CC3DBA-F419-6E77-3E30-30C769C0D49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/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/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/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/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/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/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/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/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002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A81C-5428-6E79-80F0-FAA813DA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0128-C57D-5192-CAB8-6E70832F7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119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Attention with LSH</a:t>
            </a:r>
          </a:p>
          <a:p>
            <a:endParaRPr lang="en-US" dirty="0"/>
          </a:p>
          <a:p>
            <a:r>
              <a:rPr lang="en-US" dirty="0"/>
              <a:t>Sparse adjacency matrix</a:t>
            </a:r>
          </a:p>
          <a:p>
            <a:endParaRPr lang="en-US" dirty="0"/>
          </a:p>
          <a:p>
            <a:r>
              <a:rPr lang="en-US" dirty="0"/>
              <a:t>However, inefficient for computation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Too many random accesses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Sort the sequence to cluster buckets together 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AD6767-6244-765A-8AC4-0F4589CCDFA7}"/>
              </a:ext>
            </a:extLst>
          </p:cNvPr>
          <p:cNvGrpSpPr/>
          <p:nvPr/>
        </p:nvGrpSpPr>
        <p:grpSpPr>
          <a:xfrm>
            <a:off x="7192874" y="2771163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93AE4A-C3E6-4F8F-E5F1-C45DAEF4FD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BA8F58-770C-CE58-E923-FB79CAD319D3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629C6C-2CD9-4665-BE45-7414C3E0A40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CC81EB-4C84-C6CC-8A36-1BD268E34268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DB693-9015-8C8D-FD8B-6D0240A807C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7FEEE1-8372-BAED-5454-9217C45463CF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CAB9CE-7A7C-AA70-3555-1B384F73E20B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3C42B1-EF86-B3EA-4BC1-AABFB42DBCC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049B67-F356-9824-6AF1-723C8C2F90CA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0B4DB-BF75-FDA1-AE7B-E1DED879484C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D4E4D-08EF-54C3-0474-EB5BBF97645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D0ED41-E12C-A8F3-E38E-1339D7405CC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B3D95D-61BC-843D-FFB0-EEEC4DB04241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2D5C49-6CA5-EBA3-FF0C-2E8187098B5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43D9C-7BBE-1082-55EF-656CB6CE2B5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D5A515-4E00-6246-06D5-3CD3B147AFB2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2EC12A-BF72-A185-E5E2-3D07CF8756B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17BC61-340B-AA09-91CC-33812FC30677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A5EB22-A0E0-BCE7-BB38-209AD6DC43B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BBE343-D8BB-13EA-8D2C-FAEFF7A1C4B4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850F4B-6E8F-12DB-B54D-BAAE23D19E9C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8C6A24-22E9-0629-B1B0-97C58193F61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9BE89F-B13B-F4BD-FB96-11CF135E6DCC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8BEA9-AE57-FBD6-9C7D-74AC89058BB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828E95-EF8E-DF3F-3DD4-4EE2D7BC094F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56B5F9-24B6-C5AA-926E-AEDAF1FDB827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2BBAD42-F5DA-9624-6CFA-3E517201DC2F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BBCA89-4DED-8303-BD64-89F6B97C87C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14B9023-8EC7-FF4B-82F2-38378911BE72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7B0DC00-0560-67A8-C864-00C1F49B741A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53CDF7-5596-7745-F041-1C533E1ED69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EF3DE9-E6D1-19A8-8FDA-9A7D421E246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3E74C4-719C-2AF9-0ADF-35A926381FB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D4384-49B3-7755-A85D-706BC801C6F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3EF5484-48BB-1E72-8B8D-D71AA39048E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803082D-4FC2-FC3F-63F5-C1CE928125E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A82899E-A47E-1B1F-56AD-3088A28F9DF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78E5C5-5867-7F67-FF56-3FC6BD272A5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FFDFE-D7FE-B4FB-39F7-9465DBA3E42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DDF4AC5-2F43-8B72-34F7-3C7BA2841CB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F6581CE-ABA9-31B5-3AFF-CFC0F8410AD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C56823-3514-4DFE-56F1-04F7CEC5E97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C5EA01-D3BD-B85C-2487-D2BEC9B1D56F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8F04CD-A695-0C98-C6E5-447D809ADB6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21C5D8-68BF-5851-B6FB-2EC5FBF8678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F49F580-1B68-CD62-3ED9-26BBDEF8643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5000CB5-CFD2-334E-CC2D-BC69D334A576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44475A4-2D9F-1B57-7128-415D660C8ECC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1149D6B-8A34-9C53-F24F-5C1CF9971D7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40885C-AE16-0A44-75EE-6209DD604BA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9108BE-7269-A20E-4B66-30BB93DA87A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596E7C-FDDC-F80D-8F04-60BDFB1535D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181AB2-F9BE-8907-0FC3-12ED38144ED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642BC4C-87A3-DA7C-4339-F1C76C2AC0A8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A0DFE99-2616-F2C5-FF04-B0948D09442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ACCDB9-E7AB-B6B6-D2F1-1A6D88647C1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65FEFD-DA94-A581-20EC-4FD1A110538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404791-DFF9-B4AE-2DBB-6401E3BD113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F6FE26-97D9-3893-52F4-5B973DE2622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F44317-ADE1-F240-D6A9-B7DB8F0CE78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CFF7D6-556D-85DC-DA7B-7822BF63596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40DFAB-923B-0FC1-5AEA-E2454840B50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3C1B50-1198-B2E8-8F00-207E7251B5F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6CC3DBA-F419-6E77-3E30-30C769C0D49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/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/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/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/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/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/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/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/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2072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A81C-5428-6E79-80F0-FAA813DA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0128-C57D-5192-CAB8-6E70832F7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119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Sort the sequence to cluster buckets together </a:t>
            </a:r>
          </a:p>
          <a:p>
            <a:endParaRPr lang="en-US" dirty="0"/>
          </a:p>
          <a:p>
            <a:r>
              <a:rPr lang="en-US" dirty="0"/>
              <a:t>Perform attention mechanism on blocks</a:t>
            </a:r>
          </a:p>
          <a:p>
            <a:pPr lvl="1"/>
            <a:r>
              <a:rPr lang="en-US" dirty="0"/>
              <a:t>Smaller matrix multiplications</a:t>
            </a:r>
          </a:p>
          <a:p>
            <a:pPr lvl="1"/>
            <a:endParaRPr lang="en-US" dirty="0"/>
          </a:p>
          <a:p>
            <a:r>
              <a:rPr lang="en-US" dirty="0"/>
              <a:t>(Make a note of this sorting technique, we will discuss more sophisticated methods in the next one/two classes)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AD6767-6244-765A-8AC4-0F4589CCDFA7}"/>
              </a:ext>
            </a:extLst>
          </p:cNvPr>
          <p:cNvGrpSpPr/>
          <p:nvPr/>
        </p:nvGrpSpPr>
        <p:grpSpPr>
          <a:xfrm>
            <a:off x="7192874" y="2771163"/>
            <a:ext cx="3035594" cy="3494272"/>
            <a:chOff x="4638454" y="2210724"/>
            <a:chExt cx="3035594" cy="3494272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93AE4A-C3E6-4F8F-E5F1-C45DAEF4FD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BA8F58-770C-CE58-E923-FB79CAD319D3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629C6C-2CD9-4665-BE45-7414C3E0A407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CC81EB-4C84-C6CC-8A36-1BD268E34268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DB693-9015-8C8D-FD8B-6D0240A807C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7FEEE1-8372-BAED-5454-9217C45463CF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CAB9CE-7A7C-AA70-3555-1B384F73E20B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3C42B1-EF86-B3EA-4BC1-AABFB42DBCCA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049B67-F356-9824-6AF1-723C8C2F90CA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0B4DB-BF75-FDA1-AE7B-E1DED879484C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D4E4D-08EF-54C3-0474-EB5BBF97645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D0ED41-E12C-A8F3-E38E-1339D7405CC5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B3D95D-61BC-843D-FFB0-EEEC4DB04241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2D5C49-6CA5-EBA3-FF0C-2E8187098B5C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43D9C-7BBE-1082-55EF-656CB6CE2B5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D5A515-4E00-6246-06D5-3CD3B147AFB2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2EC12A-BF72-A185-E5E2-3D07CF8756B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17BC61-340B-AA09-91CC-33812FC30677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A5EB22-A0E0-BCE7-BB38-209AD6DC43BF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BBE343-D8BB-13EA-8D2C-FAEFF7A1C4B4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850F4B-6E8F-12DB-B54D-BAAE23D19E9C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8C6A24-22E9-0629-B1B0-97C58193F61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9BE89F-B13B-F4BD-FB96-11CF135E6DCC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8BEA9-AE57-FBD6-9C7D-74AC89058BB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828E95-EF8E-DF3F-3DD4-4EE2D7BC094F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56B5F9-24B6-C5AA-926E-AEDAF1FDB827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2BBAD42-F5DA-9624-6CFA-3E517201DC2F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BBCA89-4DED-8303-BD64-89F6B97C87C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14B9023-8EC7-FF4B-82F2-38378911BE72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7B0DC00-0560-67A8-C864-00C1F49B741A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53CDF7-5596-7745-F041-1C533E1ED692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EF3DE9-E6D1-19A8-8FDA-9A7D421E2469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3E74C4-719C-2AF9-0ADF-35A926381FB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D4384-49B3-7755-A85D-706BC801C6FE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3EF5484-48BB-1E72-8B8D-D71AA39048EE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803082D-4FC2-FC3F-63F5-C1CE928125E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A82899E-A47E-1B1F-56AD-3088A28F9DF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78E5C5-5867-7F67-FF56-3FC6BD272A5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FFDFE-D7FE-B4FB-39F7-9465DBA3E42C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DDF4AC5-2F43-8B72-34F7-3C7BA2841CB2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F6581CE-ABA9-31B5-3AFF-CFC0F8410AD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C56823-3514-4DFE-56F1-04F7CEC5E97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C5EA01-D3BD-B85C-2487-D2BEC9B1D56F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8F04CD-A695-0C98-C6E5-447D809ADB6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21C5D8-68BF-5851-B6FB-2EC5FBF8678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F49F580-1B68-CD62-3ED9-26BBDEF8643C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5000CB5-CFD2-334E-CC2D-BC69D334A576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44475A4-2D9F-1B57-7128-415D660C8ECC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1149D6B-8A34-9C53-F24F-5C1CF9971D7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40885C-AE16-0A44-75EE-6209DD604BAB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9108BE-7269-A20E-4B66-30BB93DA87A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596E7C-FDDC-F80D-8F04-60BDFB1535DB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181AB2-F9BE-8907-0FC3-12ED38144ED8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642BC4C-87A3-DA7C-4339-F1C76C2AC0A8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A0DFE99-2616-F2C5-FF04-B0948D09442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ACCDB9-E7AB-B6B6-D2F1-1A6D88647C1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65FEFD-DA94-A581-20EC-4FD1A110538C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404791-DFF9-B4AE-2DBB-6401E3BD1130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F6FE26-97D9-3893-52F4-5B973DE2622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F44317-ADE1-F240-D6A9-B7DB8F0CE78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CFF7D6-556D-85DC-DA7B-7822BF63596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40DFAB-923B-0FC1-5AEA-E2454840B50A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3C1B50-1198-B2E8-8F00-207E7251B5F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6CC3DBA-F419-6E77-3E30-30C769C0D49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/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7E584D-5E99-81CE-9F3A-E15B77F20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2771163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/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72DCD96-B8E3-6868-72BA-B05552BF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241673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/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B8B83CB-1B15-F369-5CEE-713B0ACA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94" y="3712183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/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777D0F-941E-D3C2-13A0-6FB4D623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50" y="5828651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/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62613FA-ABA0-7FD6-8E72-20B9C6AF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547" y="2251127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/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8D849A-2AE7-BB1C-06B7-1C7EDEBC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000" y="2251127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/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506BAC-03F2-5417-1127-5F81BBB8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102" y="2251127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/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7E4CF-B1CF-0C75-A0FE-4D689301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13" y="2251127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9359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3B7C-AF42-2D0E-22E4-2BAB3763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BC3F86-EAEE-4F3C-316E-CB376E131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Other Contributions:</a:t>
                </a:r>
              </a:p>
              <a:p>
                <a:endParaRPr lang="en-US" dirty="0"/>
              </a:p>
              <a:p>
                <a:r>
                  <a:rPr lang="en-US" dirty="0"/>
                  <a:t>Multi-round LSH attention</a:t>
                </a:r>
              </a:p>
              <a:p>
                <a:pPr lvl="1"/>
                <a:r>
                  <a:rPr lang="en-US" dirty="0"/>
                  <a:t>Single hash computation may skip some connections due to probabilistic nature</a:t>
                </a:r>
              </a:p>
              <a:p>
                <a:pPr lvl="1"/>
                <a:r>
                  <a:rPr lang="en-US" dirty="0"/>
                  <a:t>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different (and parallel) LSH computations to find out the neighbors for populating the adjacency matrix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dirty="0"/>
                  <a:t>: neighbors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obtained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LSH computation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all neighbors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used to populate the adjacency matrix 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BC3F86-EAEE-4F3C-316E-CB376E131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3545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E3E2-F6CF-8512-6187-71FC359A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46EF-DB68-FDD9-B4C6-96E6739E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Attention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114EB-428F-73D8-8501-B40C5D217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types</a:t>
            </a:r>
          </a:p>
          <a:p>
            <a:endParaRPr lang="en-US" dirty="0"/>
          </a:p>
          <a:p>
            <a:r>
              <a:rPr lang="en-US" dirty="0"/>
              <a:t>Dynamic Attention: Only consider query-key pairs for attending that are the most similar</a:t>
            </a:r>
          </a:p>
          <a:p>
            <a:pPr lvl="1"/>
            <a:r>
              <a:rPr lang="en-US" dirty="0"/>
              <a:t>No explicit attention mask</a:t>
            </a:r>
          </a:p>
          <a:p>
            <a:pPr lvl="1"/>
            <a:r>
              <a:rPr lang="en-US" dirty="0"/>
              <a:t>Pairs to attend determined at runtime</a:t>
            </a:r>
          </a:p>
          <a:p>
            <a:endParaRPr lang="en-US" dirty="0"/>
          </a:p>
          <a:p>
            <a:r>
              <a:rPr lang="en-US" b="1" dirty="0"/>
              <a:t>Static Attention: Fixed attention mask used to determine attending query-key pairs</a:t>
            </a:r>
          </a:p>
        </p:txBody>
      </p:sp>
    </p:spTree>
    <p:extLst>
      <p:ext uri="{BB962C8B-B14F-4D97-AF65-F5344CB8AC3E}">
        <p14:creationId xmlns:p14="http://schemas.microsoft.com/office/powerpoint/2010/main" val="39378670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EA68-51CE-30B7-82F4-F7DAF7CC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C9963-34E8-B780-5A34-A0CC223D7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Idea: </a:t>
                </a:r>
              </a:p>
              <a:p>
                <a:pPr lvl="1"/>
                <a:r>
                  <a:rPr lang="en-US" dirty="0"/>
                  <a:t>Think of a Transformer model as information flows between tokens of the input sequence</a:t>
                </a:r>
              </a:p>
              <a:p>
                <a:pPr lvl="1"/>
                <a:r>
                  <a:rPr lang="en-US" dirty="0"/>
                  <a:t>A transformer block represents single edge connections in a graph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nodes </a:t>
                </a:r>
              </a:p>
              <a:p>
                <a:pPr lvl="1"/>
                <a:r>
                  <a:rPr lang="en-US" dirty="0"/>
                  <a:t>A Transformer model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layers can be thought of as information flow using paths of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C9963-34E8-B780-5A34-A0CC223D7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FE75E4-A755-BD0F-3178-0A10FD75AEAB}"/>
              </a:ext>
            </a:extLst>
          </p:cNvPr>
          <p:cNvSpPr txBox="1"/>
          <p:nvPr/>
        </p:nvSpPr>
        <p:spPr>
          <a:xfrm>
            <a:off x="2660609" y="5197332"/>
            <a:ext cx="7332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Zaheer, M., </a:t>
            </a:r>
            <a:r>
              <a:rPr lang="en-US" dirty="0" err="1"/>
              <a:t>Guruganesh</a:t>
            </a:r>
            <a:r>
              <a:rPr lang="en-US" dirty="0"/>
              <a:t>, G., Dubey, K. A., Ainslie, J., Alberti, C., </a:t>
            </a:r>
            <a:r>
              <a:rPr lang="en-US" dirty="0" err="1"/>
              <a:t>Ontanon</a:t>
            </a:r>
            <a:r>
              <a:rPr lang="en-US" dirty="0"/>
              <a:t>, S., ... &amp; Ahmed, A. (2020). Big bird: Transformers for longer sequences.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33</a:t>
            </a:r>
            <a:r>
              <a:rPr lang="en-US" dirty="0"/>
              <a:t>, 17283-17297.</a:t>
            </a:r>
          </a:p>
        </p:txBody>
      </p:sp>
    </p:spTree>
    <p:extLst>
      <p:ext uri="{BB962C8B-B14F-4D97-AF65-F5344CB8AC3E}">
        <p14:creationId xmlns:p14="http://schemas.microsoft.com/office/powerpoint/2010/main" val="18931865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351C-4C1F-8E9B-EDDE-0567AEF7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F4FE1E-D0E2-0D52-1ED6-C726A0F78AF0}"/>
                  </a:ext>
                </a:extLst>
              </p:cNvPr>
              <p:cNvSpPr/>
              <p:nvPr/>
            </p:nvSpPr>
            <p:spPr>
              <a:xfrm>
                <a:off x="4524804" y="2229956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F4FE1E-D0E2-0D52-1ED6-C726A0F78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804" y="2229956"/>
                <a:ext cx="501445" cy="47784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1B7416C-0585-84B5-8598-A9F1D615B170}"/>
                  </a:ext>
                </a:extLst>
              </p:cNvPr>
              <p:cNvSpPr/>
              <p:nvPr/>
            </p:nvSpPr>
            <p:spPr>
              <a:xfrm>
                <a:off x="7231625" y="2305665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1B7416C-0585-84B5-8598-A9F1D615B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625" y="2305665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64F317-BEF0-6421-08E9-2F3AB8E3B7D1}"/>
                  </a:ext>
                </a:extLst>
              </p:cNvPr>
              <p:cNvSpPr/>
              <p:nvPr/>
            </p:nvSpPr>
            <p:spPr>
              <a:xfrm>
                <a:off x="5845277" y="382599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64F317-BEF0-6421-08E9-2F3AB8E3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277" y="3825993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8F9977-80B9-EABB-1487-44D03E5C6377}"/>
                  </a:ext>
                </a:extLst>
              </p:cNvPr>
              <p:cNvSpPr/>
              <p:nvPr/>
            </p:nvSpPr>
            <p:spPr>
              <a:xfrm>
                <a:off x="7845157" y="4064917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8F9977-80B9-EABB-1487-44D03E5C6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157" y="4064917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E490E-7774-B712-97F7-1BDB319F0D79}"/>
              </a:ext>
            </a:extLst>
          </p:cNvPr>
          <p:cNvCxnSpPr/>
          <p:nvPr/>
        </p:nvCxnSpPr>
        <p:spPr>
          <a:xfrm>
            <a:off x="5073445" y="2855288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378F7-F56D-BB69-6C3D-8DC96858AEE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131455" y="2444200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73D795-2991-18D5-9804-227A2A12B598}"/>
              </a:ext>
            </a:extLst>
          </p:cNvPr>
          <p:cNvCxnSpPr>
            <a:cxnSpLocks/>
          </p:cNvCxnSpPr>
          <p:nvPr/>
        </p:nvCxnSpPr>
        <p:spPr>
          <a:xfrm flipH="1">
            <a:off x="6223819" y="2832873"/>
            <a:ext cx="1099246" cy="88962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71962F-7AEE-5379-4CFB-1B445A3634D4}"/>
              </a:ext>
            </a:extLst>
          </p:cNvPr>
          <p:cNvCxnSpPr>
            <a:cxnSpLocks/>
          </p:cNvCxnSpPr>
          <p:nvPr/>
        </p:nvCxnSpPr>
        <p:spPr>
          <a:xfrm flipH="1" flipV="1">
            <a:off x="7609184" y="2889010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A56CD2-F765-D713-DB91-2E3779EBB7E0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6489534" y="4182297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548F81-AC69-AA07-71A6-13A3C53F23A1}"/>
              </a:ext>
            </a:extLst>
          </p:cNvPr>
          <p:cNvSpPr txBox="1"/>
          <p:nvPr/>
        </p:nvSpPr>
        <p:spPr>
          <a:xfrm>
            <a:off x="2524924" y="5132439"/>
            <a:ext cx="6359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Transformer: Information flow between all tokens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7E52F3-9F7A-A890-3D10-42E6F7F95B78}"/>
              </a:ext>
            </a:extLst>
          </p:cNvPr>
          <p:cNvCxnSpPr>
            <a:cxnSpLocks/>
            <a:endCxn id="4" idx="6"/>
          </p:cNvCxnSpPr>
          <p:nvPr/>
        </p:nvCxnSpPr>
        <p:spPr>
          <a:xfrm flipH="1" flipV="1">
            <a:off x="5026249" y="2468880"/>
            <a:ext cx="2883187" cy="169099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614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351C-4C1F-8E9B-EDDE-0567AEF7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F4FE1E-D0E2-0D52-1ED6-C726A0F78AF0}"/>
                  </a:ext>
                </a:extLst>
              </p:cNvPr>
              <p:cNvSpPr/>
              <p:nvPr/>
            </p:nvSpPr>
            <p:spPr>
              <a:xfrm>
                <a:off x="4524804" y="2229956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F4FE1E-D0E2-0D52-1ED6-C726A0F78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804" y="2229956"/>
                <a:ext cx="501445" cy="47784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1B7416C-0585-84B5-8598-A9F1D615B170}"/>
                  </a:ext>
                </a:extLst>
              </p:cNvPr>
              <p:cNvSpPr/>
              <p:nvPr/>
            </p:nvSpPr>
            <p:spPr>
              <a:xfrm>
                <a:off x="7231625" y="2305665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1B7416C-0585-84B5-8598-A9F1D615B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625" y="2305665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64F317-BEF0-6421-08E9-2F3AB8E3B7D1}"/>
                  </a:ext>
                </a:extLst>
              </p:cNvPr>
              <p:cNvSpPr/>
              <p:nvPr/>
            </p:nvSpPr>
            <p:spPr>
              <a:xfrm>
                <a:off x="5845277" y="382599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64F317-BEF0-6421-08E9-2F3AB8E3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277" y="3825993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8F9977-80B9-EABB-1487-44D03E5C6377}"/>
                  </a:ext>
                </a:extLst>
              </p:cNvPr>
              <p:cNvSpPr/>
              <p:nvPr/>
            </p:nvSpPr>
            <p:spPr>
              <a:xfrm>
                <a:off x="7845157" y="4064917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8F9977-80B9-EABB-1487-44D03E5C6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157" y="4064917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E490E-7774-B712-97F7-1BDB319F0D79}"/>
              </a:ext>
            </a:extLst>
          </p:cNvPr>
          <p:cNvCxnSpPr/>
          <p:nvPr/>
        </p:nvCxnSpPr>
        <p:spPr>
          <a:xfrm>
            <a:off x="5073445" y="2855288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378F7-F56D-BB69-6C3D-8DC96858AEE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131455" y="2444200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73D795-2991-18D5-9804-227A2A12B598}"/>
              </a:ext>
            </a:extLst>
          </p:cNvPr>
          <p:cNvCxnSpPr>
            <a:cxnSpLocks/>
          </p:cNvCxnSpPr>
          <p:nvPr/>
        </p:nvCxnSpPr>
        <p:spPr>
          <a:xfrm flipH="1">
            <a:off x="6223819" y="2832873"/>
            <a:ext cx="1099246" cy="88962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71962F-7AEE-5379-4CFB-1B445A3634D4}"/>
              </a:ext>
            </a:extLst>
          </p:cNvPr>
          <p:cNvCxnSpPr>
            <a:cxnSpLocks/>
          </p:cNvCxnSpPr>
          <p:nvPr/>
        </p:nvCxnSpPr>
        <p:spPr>
          <a:xfrm flipH="1" flipV="1">
            <a:off x="7609184" y="2889010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A56CD2-F765-D713-DB91-2E3779EBB7E0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6489534" y="4182297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548F81-AC69-AA07-71A6-13A3C53F23A1}"/>
              </a:ext>
            </a:extLst>
          </p:cNvPr>
          <p:cNvSpPr txBox="1"/>
          <p:nvPr/>
        </p:nvSpPr>
        <p:spPr>
          <a:xfrm>
            <a:off x="2524924" y="5132439"/>
            <a:ext cx="6359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Fully Connected Attention: Information flow between all tokens in Single Layer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7E52F3-9F7A-A890-3D10-42E6F7F95B78}"/>
              </a:ext>
            </a:extLst>
          </p:cNvPr>
          <p:cNvCxnSpPr>
            <a:cxnSpLocks/>
            <a:endCxn id="4" idx="6"/>
          </p:cNvCxnSpPr>
          <p:nvPr/>
        </p:nvCxnSpPr>
        <p:spPr>
          <a:xfrm flipH="1" flipV="1">
            <a:off x="5026249" y="2468880"/>
            <a:ext cx="2883187" cy="169099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5824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82B2-64F8-B6A5-15F7-9C034A8A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ED31-E180-6F56-FAD8-5CD6EA61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318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following adjacency matrix for attention mechanism</a:t>
            </a:r>
          </a:p>
          <a:p>
            <a:r>
              <a:rPr lang="en-US" dirty="0">
                <a:solidFill>
                  <a:srgbClr val="FF0000"/>
                </a:solidFill>
              </a:rPr>
              <a:t>Which two tokens have no information flow in a single layer?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766531-ACAC-C042-918E-4EB5386B0618}"/>
              </a:ext>
            </a:extLst>
          </p:cNvPr>
          <p:cNvSpPr/>
          <p:nvPr/>
        </p:nvSpPr>
        <p:spPr>
          <a:xfrm>
            <a:off x="4998314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6823B-99AE-6662-1648-1C85B929E905}"/>
              </a:ext>
            </a:extLst>
          </p:cNvPr>
          <p:cNvSpPr/>
          <p:nvPr/>
        </p:nvSpPr>
        <p:spPr>
          <a:xfrm>
            <a:off x="5378428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2A145-C26B-8C7A-4758-5D239DE98C23}"/>
              </a:ext>
            </a:extLst>
          </p:cNvPr>
          <p:cNvSpPr/>
          <p:nvPr/>
        </p:nvSpPr>
        <p:spPr>
          <a:xfrm>
            <a:off x="5761201" y="3325703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31BF-A40A-0B0B-EA56-908600C41E2F}"/>
              </a:ext>
            </a:extLst>
          </p:cNvPr>
          <p:cNvSpPr/>
          <p:nvPr/>
        </p:nvSpPr>
        <p:spPr>
          <a:xfrm>
            <a:off x="6138656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3E3CC-92F0-F0CB-9AB4-B4A01B10DF5E}"/>
              </a:ext>
            </a:extLst>
          </p:cNvPr>
          <p:cNvSpPr/>
          <p:nvPr/>
        </p:nvSpPr>
        <p:spPr>
          <a:xfrm>
            <a:off x="4998314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28139-55DB-41F7-0273-C4514A0C2AB7}"/>
              </a:ext>
            </a:extLst>
          </p:cNvPr>
          <p:cNvSpPr/>
          <p:nvPr/>
        </p:nvSpPr>
        <p:spPr>
          <a:xfrm>
            <a:off x="5378428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64994-8B9E-5377-08C5-94421C767554}"/>
              </a:ext>
            </a:extLst>
          </p:cNvPr>
          <p:cNvSpPr/>
          <p:nvPr/>
        </p:nvSpPr>
        <p:spPr>
          <a:xfrm>
            <a:off x="5761201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00BBE-189F-CCAA-4E34-BD1DC89D323F}"/>
              </a:ext>
            </a:extLst>
          </p:cNvPr>
          <p:cNvSpPr/>
          <p:nvPr/>
        </p:nvSpPr>
        <p:spPr>
          <a:xfrm>
            <a:off x="6138656" y="3772637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8AEA9-1415-66E6-3FBE-63735472B6A2}"/>
              </a:ext>
            </a:extLst>
          </p:cNvPr>
          <p:cNvSpPr/>
          <p:nvPr/>
        </p:nvSpPr>
        <p:spPr>
          <a:xfrm>
            <a:off x="4998314" y="422075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059D6-629F-A8B3-68EF-1F208C8D961C}"/>
              </a:ext>
            </a:extLst>
          </p:cNvPr>
          <p:cNvSpPr/>
          <p:nvPr/>
        </p:nvSpPr>
        <p:spPr>
          <a:xfrm>
            <a:off x="5378428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C91EE-E6DE-0C00-0BB6-7956E00770BA}"/>
              </a:ext>
            </a:extLst>
          </p:cNvPr>
          <p:cNvSpPr/>
          <p:nvPr/>
        </p:nvSpPr>
        <p:spPr>
          <a:xfrm>
            <a:off x="5761201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2F9F6-8A23-0FF1-2DC0-B7D51A2C8B0A}"/>
              </a:ext>
            </a:extLst>
          </p:cNvPr>
          <p:cNvSpPr/>
          <p:nvPr/>
        </p:nvSpPr>
        <p:spPr>
          <a:xfrm>
            <a:off x="6138656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9577B-183D-4C2B-3BD2-213A5EEC1152}"/>
              </a:ext>
            </a:extLst>
          </p:cNvPr>
          <p:cNvSpPr/>
          <p:nvPr/>
        </p:nvSpPr>
        <p:spPr>
          <a:xfrm>
            <a:off x="4998314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80DAE-7010-BB3E-8581-0BB390D9CB64}"/>
              </a:ext>
            </a:extLst>
          </p:cNvPr>
          <p:cNvSpPr/>
          <p:nvPr/>
        </p:nvSpPr>
        <p:spPr>
          <a:xfrm>
            <a:off x="5378428" y="465754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1F02E-C2E8-E3EB-1B33-2CE875677B12}"/>
              </a:ext>
            </a:extLst>
          </p:cNvPr>
          <p:cNvSpPr/>
          <p:nvPr/>
        </p:nvSpPr>
        <p:spPr>
          <a:xfrm>
            <a:off x="5761201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C2D6F-347E-E5FC-FD28-CF42994D4FD9}"/>
              </a:ext>
            </a:extLst>
          </p:cNvPr>
          <p:cNvSpPr/>
          <p:nvPr/>
        </p:nvSpPr>
        <p:spPr>
          <a:xfrm>
            <a:off x="6138656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/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/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/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/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EC2E86-A411-19C4-F1E6-3B6A36FF06D6}"/>
              </a:ext>
            </a:extLst>
          </p:cNvPr>
          <p:cNvCxnSpPr/>
          <p:nvPr/>
        </p:nvCxnSpPr>
        <p:spPr>
          <a:xfrm>
            <a:off x="7775349" y="3521915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1EB26A-0D4C-9ED0-D8B5-28D9567AC08D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833359" y="3110827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2D793C-45FC-DBF3-3D8B-EFA61E503C9B}"/>
              </a:ext>
            </a:extLst>
          </p:cNvPr>
          <p:cNvCxnSpPr>
            <a:cxnSpLocks/>
          </p:cNvCxnSpPr>
          <p:nvPr/>
        </p:nvCxnSpPr>
        <p:spPr>
          <a:xfrm flipH="1" flipV="1">
            <a:off x="10311088" y="3555637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E6155-03AD-566C-FE15-B743D20E96DF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9191438" y="4848924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/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/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/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/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9661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82B2-64F8-B6A5-15F7-9C034A8A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Consider the following adjacency matrix for attention mechanism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How many layers will be needed to ensure information flows between them???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  <a:blipFill>
                <a:blip r:embed="rId2"/>
                <a:stretch>
                  <a:fillRect l="-696" t="-11173" b="-9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766531-ACAC-C042-918E-4EB5386B0618}"/>
              </a:ext>
            </a:extLst>
          </p:cNvPr>
          <p:cNvSpPr/>
          <p:nvPr/>
        </p:nvSpPr>
        <p:spPr>
          <a:xfrm>
            <a:off x="4998314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6823B-99AE-6662-1648-1C85B929E905}"/>
              </a:ext>
            </a:extLst>
          </p:cNvPr>
          <p:cNvSpPr/>
          <p:nvPr/>
        </p:nvSpPr>
        <p:spPr>
          <a:xfrm>
            <a:off x="5378428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2A145-C26B-8C7A-4758-5D239DE98C23}"/>
              </a:ext>
            </a:extLst>
          </p:cNvPr>
          <p:cNvSpPr/>
          <p:nvPr/>
        </p:nvSpPr>
        <p:spPr>
          <a:xfrm>
            <a:off x="5761201" y="3325703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31BF-A40A-0B0B-EA56-908600C41E2F}"/>
              </a:ext>
            </a:extLst>
          </p:cNvPr>
          <p:cNvSpPr/>
          <p:nvPr/>
        </p:nvSpPr>
        <p:spPr>
          <a:xfrm>
            <a:off x="6138656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3E3CC-92F0-F0CB-9AB4-B4A01B10DF5E}"/>
              </a:ext>
            </a:extLst>
          </p:cNvPr>
          <p:cNvSpPr/>
          <p:nvPr/>
        </p:nvSpPr>
        <p:spPr>
          <a:xfrm>
            <a:off x="4998314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28139-55DB-41F7-0273-C4514A0C2AB7}"/>
              </a:ext>
            </a:extLst>
          </p:cNvPr>
          <p:cNvSpPr/>
          <p:nvPr/>
        </p:nvSpPr>
        <p:spPr>
          <a:xfrm>
            <a:off x="5378428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64994-8B9E-5377-08C5-94421C767554}"/>
              </a:ext>
            </a:extLst>
          </p:cNvPr>
          <p:cNvSpPr/>
          <p:nvPr/>
        </p:nvSpPr>
        <p:spPr>
          <a:xfrm>
            <a:off x="5761201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00BBE-189F-CCAA-4E34-BD1DC89D323F}"/>
              </a:ext>
            </a:extLst>
          </p:cNvPr>
          <p:cNvSpPr/>
          <p:nvPr/>
        </p:nvSpPr>
        <p:spPr>
          <a:xfrm>
            <a:off x="6138656" y="3772637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8AEA9-1415-66E6-3FBE-63735472B6A2}"/>
              </a:ext>
            </a:extLst>
          </p:cNvPr>
          <p:cNvSpPr/>
          <p:nvPr/>
        </p:nvSpPr>
        <p:spPr>
          <a:xfrm>
            <a:off x="4998314" y="422075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059D6-629F-A8B3-68EF-1F208C8D961C}"/>
              </a:ext>
            </a:extLst>
          </p:cNvPr>
          <p:cNvSpPr/>
          <p:nvPr/>
        </p:nvSpPr>
        <p:spPr>
          <a:xfrm>
            <a:off x="5378428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C91EE-E6DE-0C00-0BB6-7956E00770BA}"/>
              </a:ext>
            </a:extLst>
          </p:cNvPr>
          <p:cNvSpPr/>
          <p:nvPr/>
        </p:nvSpPr>
        <p:spPr>
          <a:xfrm>
            <a:off x="5761201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2F9F6-8A23-0FF1-2DC0-B7D51A2C8B0A}"/>
              </a:ext>
            </a:extLst>
          </p:cNvPr>
          <p:cNvSpPr/>
          <p:nvPr/>
        </p:nvSpPr>
        <p:spPr>
          <a:xfrm>
            <a:off x="6138656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9577B-183D-4C2B-3BD2-213A5EEC1152}"/>
              </a:ext>
            </a:extLst>
          </p:cNvPr>
          <p:cNvSpPr/>
          <p:nvPr/>
        </p:nvSpPr>
        <p:spPr>
          <a:xfrm>
            <a:off x="4998314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80DAE-7010-BB3E-8581-0BB390D9CB64}"/>
              </a:ext>
            </a:extLst>
          </p:cNvPr>
          <p:cNvSpPr/>
          <p:nvPr/>
        </p:nvSpPr>
        <p:spPr>
          <a:xfrm>
            <a:off x="5378428" y="465754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1F02E-C2E8-E3EB-1B33-2CE875677B12}"/>
              </a:ext>
            </a:extLst>
          </p:cNvPr>
          <p:cNvSpPr/>
          <p:nvPr/>
        </p:nvSpPr>
        <p:spPr>
          <a:xfrm>
            <a:off x="5761201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C2D6F-347E-E5FC-FD28-CF42994D4FD9}"/>
              </a:ext>
            </a:extLst>
          </p:cNvPr>
          <p:cNvSpPr/>
          <p:nvPr/>
        </p:nvSpPr>
        <p:spPr>
          <a:xfrm>
            <a:off x="6138656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/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/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/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/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EC2E86-A411-19C4-F1E6-3B6A36FF06D6}"/>
              </a:ext>
            </a:extLst>
          </p:cNvPr>
          <p:cNvCxnSpPr/>
          <p:nvPr/>
        </p:nvCxnSpPr>
        <p:spPr>
          <a:xfrm>
            <a:off x="7775349" y="3521915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1EB26A-0D4C-9ED0-D8B5-28D9567AC08D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833359" y="3110827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2D793C-45FC-DBF3-3D8B-EFA61E503C9B}"/>
              </a:ext>
            </a:extLst>
          </p:cNvPr>
          <p:cNvCxnSpPr>
            <a:cxnSpLocks/>
          </p:cNvCxnSpPr>
          <p:nvPr/>
        </p:nvCxnSpPr>
        <p:spPr>
          <a:xfrm flipH="1" flipV="1">
            <a:off x="10311088" y="3555637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E6155-03AD-566C-FE15-B743D20E96DF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9191438" y="4848924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/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/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/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/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5190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82B2-64F8-B6A5-15F7-9C034A8A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Consider the following adjacency matrix for attention mechanism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  <a:blipFill>
                <a:blip r:embed="rId2"/>
                <a:stretch>
                  <a:fillRect l="-522" t="-10056" b="-4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766531-ACAC-C042-918E-4EB5386B0618}"/>
              </a:ext>
            </a:extLst>
          </p:cNvPr>
          <p:cNvSpPr/>
          <p:nvPr/>
        </p:nvSpPr>
        <p:spPr>
          <a:xfrm>
            <a:off x="4998314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6823B-99AE-6662-1648-1C85B929E905}"/>
              </a:ext>
            </a:extLst>
          </p:cNvPr>
          <p:cNvSpPr/>
          <p:nvPr/>
        </p:nvSpPr>
        <p:spPr>
          <a:xfrm>
            <a:off x="5378428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2A145-C26B-8C7A-4758-5D239DE98C23}"/>
              </a:ext>
            </a:extLst>
          </p:cNvPr>
          <p:cNvSpPr/>
          <p:nvPr/>
        </p:nvSpPr>
        <p:spPr>
          <a:xfrm>
            <a:off x="5761201" y="3325703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31BF-A40A-0B0B-EA56-908600C41E2F}"/>
              </a:ext>
            </a:extLst>
          </p:cNvPr>
          <p:cNvSpPr/>
          <p:nvPr/>
        </p:nvSpPr>
        <p:spPr>
          <a:xfrm>
            <a:off x="6138656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3E3CC-92F0-F0CB-9AB4-B4A01B10DF5E}"/>
              </a:ext>
            </a:extLst>
          </p:cNvPr>
          <p:cNvSpPr/>
          <p:nvPr/>
        </p:nvSpPr>
        <p:spPr>
          <a:xfrm>
            <a:off x="4998314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28139-55DB-41F7-0273-C4514A0C2AB7}"/>
              </a:ext>
            </a:extLst>
          </p:cNvPr>
          <p:cNvSpPr/>
          <p:nvPr/>
        </p:nvSpPr>
        <p:spPr>
          <a:xfrm>
            <a:off x="5378428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64994-8B9E-5377-08C5-94421C767554}"/>
              </a:ext>
            </a:extLst>
          </p:cNvPr>
          <p:cNvSpPr/>
          <p:nvPr/>
        </p:nvSpPr>
        <p:spPr>
          <a:xfrm>
            <a:off x="5761201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00BBE-189F-CCAA-4E34-BD1DC89D323F}"/>
              </a:ext>
            </a:extLst>
          </p:cNvPr>
          <p:cNvSpPr/>
          <p:nvPr/>
        </p:nvSpPr>
        <p:spPr>
          <a:xfrm>
            <a:off x="6138656" y="3772637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8AEA9-1415-66E6-3FBE-63735472B6A2}"/>
              </a:ext>
            </a:extLst>
          </p:cNvPr>
          <p:cNvSpPr/>
          <p:nvPr/>
        </p:nvSpPr>
        <p:spPr>
          <a:xfrm>
            <a:off x="4998314" y="422075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059D6-629F-A8B3-68EF-1F208C8D961C}"/>
              </a:ext>
            </a:extLst>
          </p:cNvPr>
          <p:cNvSpPr/>
          <p:nvPr/>
        </p:nvSpPr>
        <p:spPr>
          <a:xfrm>
            <a:off x="5378428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C91EE-E6DE-0C00-0BB6-7956E00770BA}"/>
              </a:ext>
            </a:extLst>
          </p:cNvPr>
          <p:cNvSpPr/>
          <p:nvPr/>
        </p:nvSpPr>
        <p:spPr>
          <a:xfrm>
            <a:off x="5761201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2F9F6-8A23-0FF1-2DC0-B7D51A2C8B0A}"/>
              </a:ext>
            </a:extLst>
          </p:cNvPr>
          <p:cNvSpPr/>
          <p:nvPr/>
        </p:nvSpPr>
        <p:spPr>
          <a:xfrm>
            <a:off x="6138656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9577B-183D-4C2B-3BD2-213A5EEC1152}"/>
              </a:ext>
            </a:extLst>
          </p:cNvPr>
          <p:cNvSpPr/>
          <p:nvPr/>
        </p:nvSpPr>
        <p:spPr>
          <a:xfrm>
            <a:off x="4998314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80DAE-7010-BB3E-8581-0BB390D9CB64}"/>
              </a:ext>
            </a:extLst>
          </p:cNvPr>
          <p:cNvSpPr/>
          <p:nvPr/>
        </p:nvSpPr>
        <p:spPr>
          <a:xfrm>
            <a:off x="5378428" y="465754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1F02E-C2E8-E3EB-1B33-2CE875677B12}"/>
              </a:ext>
            </a:extLst>
          </p:cNvPr>
          <p:cNvSpPr/>
          <p:nvPr/>
        </p:nvSpPr>
        <p:spPr>
          <a:xfrm>
            <a:off x="5761201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C2D6F-347E-E5FC-FD28-CF42994D4FD9}"/>
              </a:ext>
            </a:extLst>
          </p:cNvPr>
          <p:cNvSpPr/>
          <p:nvPr/>
        </p:nvSpPr>
        <p:spPr>
          <a:xfrm>
            <a:off x="6138656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/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/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/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/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EC2E86-A411-19C4-F1E6-3B6A36FF06D6}"/>
              </a:ext>
            </a:extLst>
          </p:cNvPr>
          <p:cNvCxnSpPr/>
          <p:nvPr/>
        </p:nvCxnSpPr>
        <p:spPr>
          <a:xfrm>
            <a:off x="7775349" y="3521915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1EB26A-0D4C-9ED0-D8B5-28D9567AC08D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833359" y="3110827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2D793C-45FC-DBF3-3D8B-EFA61E503C9B}"/>
              </a:ext>
            </a:extLst>
          </p:cNvPr>
          <p:cNvCxnSpPr>
            <a:cxnSpLocks/>
          </p:cNvCxnSpPr>
          <p:nvPr/>
        </p:nvCxnSpPr>
        <p:spPr>
          <a:xfrm flipH="1" flipV="1">
            <a:off x="10311088" y="3555637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E6155-03AD-566C-FE15-B743D20E96DF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9191438" y="4848924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/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/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/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/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3F09DC-3229-C5BE-4007-AE5519F55653}"/>
              </a:ext>
            </a:extLst>
          </p:cNvPr>
          <p:cNvCxnSpPr/>
          <p:nvPr/>
        </p:nvCxnSpPr>
        <p:spPr>
          <a:xfrm>
            <a:off x="9244289" y="4389120"/>
            <a:ext cx="802312" cy="1651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192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82B2-64F8-B6A5-15F7-9C034A8A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Consider the following adjacency matrix for attention mechanism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AED31-E180-6F56-FAD8-5CD6EA616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89886"/>
              </a:xfrm>
              <a:blipFill>
                <a:blip r:embed="rId2"/>
                <a:stretch>
                  <a:fillRect l="-522" t="-10056" b="-4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766531-ACAC-C042-918E-4EB5386B0618}"/>
              </a:ext>
            </a:extLst>
          </p:cNvPr>
          <p:cNvSpPr/>
          <p:nvPr/>
        </p:nvSpPr>
        <p:spPr>
          <a:xfrm>
            <a:off x="4998314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6823B-99AE-6662-1648-1C85B929E905}"/>
              </a:ext>
            </a:extLst>
          </p:cNvPr>
          <p:cNvSpPr/>
          <p:nvPr/>
        </p:nvSpPr>
        <p:spPr>
          <a:xfrm>
            <a:off x="5378428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2A145-C26B-8C7A-4758-5D239DE98C23}"/>
              </a:ext>
            </a:extLst>
          </p:cNvPr>
          <p:cNvSpPr/>
          <p:nvPr/>
        </p:nvSpPr>
        <p:spPr>
          <a:xfrm>
            <a:off x="5761201" y="3325703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31BF-A40A-0B0B-EA56-908600C41E2F}"/>
              </a:ext>
            </a:extLst>
          </p:cNvPr>
          <p:cNvSpPr/>
          <p:nvPr/>
        </p:nvSpPr>
        <p:spPr>
          <a:xfrm>
            <a:off x="6138656" y="3325703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3E3CC-92F0-F0CB-9AB4-B4A01B10DF5E}"/>
              </a:ext>
            </a:extLst>
          </p:cNvPr>
          <p:cNvSpPr/>
          <p:nvPr/>
        </p:nvSpPr>
        <p:spPr>
          <a:xfrm>
            <a:off x="4998314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28139-55DB-41F7-0273-C4514A0C2AB7}"/>
              </a:ext>
            </a:extLst>
          </p:cNvPr>
          <p:cNvSpPr/>
          <p:nvPr/>
        </p:nvSpPr>
        <p:spPr>
          <a:xfrm>
            <a:off x="5378428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64994-8B9E-5377-08C5-94421C767554}"/>
              </a:ext>
            </a:extLst>
          </p:cNvPr>
          <p:cNvSpPr/>
          <p:nvPr/>
        </p:nvSpPr>
        <p:spPr>
          <a:xfrm>
            <a:off x="5761201" y="3772637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00BBE-189F-CCAA-4E34-BD1DC89D323F}"/>
              </a:ext>
            </a:extLst>
          </p:cNvPr>
          <p:cNvSpPr/>
          <p:nvPr/>
        </p:nvSpPr>
        <p:spPr>
          <a:xfrm>
            <a:off x="6138656" y="3772637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8AEA9-1415-66E6-3FBE-63735472B6A2}"/>
              </a:ext>
            </a:extLst>
          </p:cNvPr>
          <p:cNvSpPr/>
          <p:nvPr/>
        </p:nvSpPr>
        <p:spPr>
          <a:xfrm>
            <a:off x="4998314" y="4220758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059D6-629F-A8B3-68EF-1F208C8D961C}"/>
              </a:ext>
            </a:extLst>
          </p:cNvPr>
          <p:cNvSpPr/>
          <p:nvPr/>
        </p:nvSpPr>
        <p:spPr>
          <a:xfrm>
            <a:off x="5378428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C91EE-E6DE-0C00-0BB6-7956E00770BA}"/>
              </a:ext>
            </a:extLst>
          </p:cNvPr>
          <p:cNvSpPr/>
          <p:nvPr/>
        </p:nvSpPr>
        <p:spPr>
          <a:xfrm>
            <a:off x="5761201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2F9F6-8A23-0FF1-2DC0-B7D51A2C8B0A}"/>
              </a:ext>
            </a:extLst>
          </p:cNvPr>
          <p:cNvSpPr/>
          <p:nvPr/>
        </p:nvSpPr>
        <p:spPr>
          <a:xfrm>
            <a:off x="6138656" y="4220758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9577B-183D-4C2B-3BD2-213A5EEC1152}"/>
              </a:ext>
            </a:extLst>
          </p:cNvPr>
          <p:cNvSpPr/>
          <p:nvPr/>
        </p:nvSpPr>
        <p:spPr>
          <a:xfrm>
            <a:off x="4998314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80DAE-7010-BB3E-8581-0BB390D9CB64}"/>
              </a:ext>
            </a:extLst>
          </p:cNvPr>
          <p:cNvSpPr/>
          <p:nvPr/>
        </p:nvSpPr>
        <p:spPr>
          <a:xfrm>
            <a:off x="5378428" y="4657542"/>
            <a:ext cx="380114" cy="43678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1F02E-C2E8-E3EB-1B33-2CE875677B12}"/>
              </a:ext>
            </a:extLst>
          </p:cNvPr>
          <p:cNvSpPr/>
          <p:nvPr/>
        </p:nvSpPr>
        <p:spPr>
          <a:xfrm>
            <a:off x="5761201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C2D6F-347E-E5FC-FD28-CF42994D4FD9}"/>
              </a:ext>
            </a:extLst>
          </p:cNvPr>
          <p:cNvSpPr/>
          <p:nvPr/>
        </p:nvSpPr>
        <p:spPr>
          <a:xfrm>
            <a:off x="6138656" y="4657542"/>
            <a:ext cx="380114" cy="436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/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5BE549-CF42-51F5-457D-5ADCDDF89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08" y="2896583"/>
                <a:ext cx="501445" cy="47784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/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F25EAC-813E-4E28-716E-F00D17E45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529" y="2972292"/>
                <a:ext cx="501445" cy="4778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/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BB94F4-2CD5-3499-F2C0-D05D7DC2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181" y="4492620"/>
                <a:ext cx="501445" cy="4778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/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36EC-6056-2020-F4A6-2763EF005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061" y="4731544"/>
                <a:ext cx="501445" cy="4778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EC2E86-A411-19C4-F1E6-3B6A36FF06D6}"/>
              </a:ext>
            </a:extLst>
          </p:cNvPr>
          <p:cNvCxnSpPr/>
          <p:nvPr/>
        </p:nvCxnSpPr>
        <p:spPr>
          <a:xfrm>
            <a:off x="7775349" y="3521915"/>
            <a:ext cx="820010" cy="86720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1EB26A-0D4C-9ED0-D8B5-28D9567AC08D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833359" y="3110827"/>
            <a:ext cx="2100170" cy="1003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2D793C-45FC-DBF3-3D8B-EFA61E503C9B}"/>
              </a:ext>
            </a:extLst>
          </p:cNvPr>
          <p:cNvCxnSpPr>
            <a:cxnSpLocks/>
          </p:cNvCxnSpPr>
          <p:nvPr/>
        </p:nvCxnSpPr>
        <p:spPr>
          <a:xfrm flipH="1" flipV="1">
            <a:off x="10311088" y="3555637"/>
            <a:ext cx="301851" cy="10979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E6155-03AD-566C-FE15-B743D20E96DF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9191438" y="4848924"/>
            <a:ext cx="1355623" cy="121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/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8F1D1-4BF0-697C-617E-D53A52AD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987" y="2880786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/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C1FA1D-8B9A-BACD-8B5A-7D7203B70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440" y="288078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/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EDD4D8-48AD-EDDF-F32E-898AC905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542" y="2880786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/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EC01E9-99ED-3E5B-D9EA-0C5D704F8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584" y="2880786"/>
                <a:ext cx="4660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664A8E1-C48A-4BE5-99B7-0A72CDD51E59}"/>
              </a:ext>
            </a:extLst>
          </p:cNvPr>
          <p:cNvCxnSpPr>
            <a:cxnSpLocks/>
          </p:cNvCxnSpPr>
          <p:nvPr/>
        </p:nvCxnSpPr>
        <p:spPr>
          <a:xfrm flipV="1">
            <a:off x="10033818" y="3607137"/>
            <a:ext cx="54079" cy="82095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2547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EA68-51CE-30B7-82F4-F7DAF7CC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C9963-34E8-B780-5A34-A0CC223D7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Idea: </a:t>
                </a:r>
              </a:p>
              <a:p>
                <a:pPr lvl="1"/>
                <a:r>
                  <a:rPr lang="en-US" dirty="0"/>
                  <a:t>Think of a Transformer model as information flows between tokens of the input sequence</a:t>
                </a:r>
              </a:p>
              <a:p>
                <a:pPr lvl="1"/>
                <a:r>
                  <a:rPr lang="en-US" dirty="0"/>
                  <a:t>A transformer block represents single edge connections in a graph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nodes </a:t>
                </a:r>
              </a:p>
              <a:p>
                <a:pPr lvl="1"/>
                <a:r>
                  <a:rPr lang="en-US" dirty="0"/>
                  <a:t>A Transformer model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layers can be thought of as information flow using paths of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Objective: Find graphs (adjacency matrix)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nodes and small path lengths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C9963-34E8-B780-5A34-A0CC223D7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8197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6A1-2283-CF24-F959-0764C866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0C4A7-D3A3-8AE8-CD85-D743E4C1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2896"/>
          </a:xfrm>
        </p:spPr>
        <p:txBody>
          <a:bodyPr/>
          <a:lstStyle/>
          <a:p>
            <a:r>
              <a:rPr lang="en-US" dirty="0"/>
              <a:t>Consists of three types of 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B7EB6-DA1E-BD2F-ABAC-F55198A8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6" y="2548521"/>
            <a:ext cx="10438388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642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379E-BDFB-6AC7-70D8-AD02221F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A2ACD-A458-4072-0F4A-E60B5F159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Random Attention</a:t>
                </a:r>
              </a:p>
              <a:p>
                <a:pPr lvl="1"/>
                <a:r>
                  <a:rPr lang="en-US" dirty="0"/>
                  <a:t>Inspired by graph theory (graph </a:t>
                </a:r>
                <a:r>
                  <a:rPr lang="en-US" dirty="0" err="1"/>
                  <a:t>sparsification</a:t>
                </a:r>
                <a:r>
                  <a:rPr lang="en-US" dirty="0"/>
                  <a:t> problem)</a:t>
                </a:r>
              </a:p>
              <a:p>
                <a:pPr lvl="1"/>
                <a:r>
                  <a:rPr lang="en-US" dirty="0"/>
                  <a:t>Random connections between tokens</a:t>
                </a:r>
              </a:p>
              <a:p>
                <a:endParaRPr lang="en-US" dirty="0"/>
              </a:p>
              <a:p>
                <a:r>
                  <a:rPr lang="en-US" dirty="0" err="1"/>
                  <a:t>Erdos-Renyi</a:t>
                </a:r>
                <a:r>
                  <a:rPr lang="en-US" dirty="0"/>
                  <a:t> model for random graph construction</a:t>
                </a:r>
              </a:p>
              <a:p>
                <a:pPr lvl="1"/>
                <a:r>
                  <a:rPr lang="en-US" dirty="0"/>
                  <a:t>Each edge randomly chosen with fixed probability</a:t>
                </a:r>
              </a:p>
              <a:p>
                <a:endParaRPr lang="en-US" dirty="0"/>
              </a:p>
              <a:p>
                <a:r>
                  <a:rPr lang="en-US" dirty="0"/>
                  <a:t>Property: Shortest path between any two nodes is logarithmic in the number of nodes.</a:t>
                </a:r>
              </a:p>
              <a:p>
                <a:endParaRPr lang="en-US" dirty="0"/>
              </a:p>
              <a:p>
                <a:r>
                  <a:rPr lang="en-US" dirty="0"/>
                  <a:t>So,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tokens,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layers needed for full information flow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A2ACD-A458-4072-0F4A-E60B5F159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8438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0AE0-47C5-8D3D-F1EA-A6289E74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6C26F-A1A2-5408-9D0E-675DDADF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198"/>
          </a:xfrm>
        </p:spPr>
        <p:txBody>
          <a:bodyPr/>
          <a:lstStyle/>
          <a:p>
            <a:r>
              <a:rPr lang="en-US" dirty="0"/>
              <a:t>Random Attention: Select edges with a fixed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1F5AB-521D-3C57-D9F6-471D2104B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616"/>
          <a:stretch/>
        </p:blipFill>
        <p:spPr>
          <a:xfrm>
            <a:off x="3487009" y="2572118"/>
            <a:ext cx="3067174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820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70FD-AB36-10C8-F23F-23525467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B8E297-A99B-7FA8-BB7D-6D25FF2E1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Windowed Attention:</a:t>
                </a:r>
              </a:p>
              <a:p>
                <a:pPr lvl="1"/>
                <a:r>
                  <a:rPr lang="en-US" dirty="0"/>
                  <a:t>Inspired from linguistics/computational biology</a:t>
                </a:r>
              </a:p>
              <a:p>
                <a:pPr lvl="1"/>
                <a:r>
                  <a:rPr lang="en-US" dirty="0"/>
                  <a:t>Sequences have locality of reference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: window size is the key parameter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B8E297-A99B-7FA8-BB7D-6D25FF2E1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396C7FE-4DDF-CEF2-BC76-24162F48C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932" r="49592"/>
          <a:stretch/>
        </p:blipFill>
        <p:spPr>
          <a:xfrm>
            <a:off x="7299143" y="2985191"/>
            <a:ext cx="2241755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135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A562-5F28-B67D-4C67-F4AC6466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DE2C3-32A1-2A30-9A0C-CC1D8BFE9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Global Attention: Marks some token as global (or add new tokens) and connects them to all the tokens in the sequence</a:t>
                </a:r>
              </a:p>
              <a:p>
                <a:pPr lvl="1"/>
                <a:r>
                  <a:rPr lang="en-US" dirty="0"/>
                  <a:t>Obtained using the theoretical analysis in the Reformer paper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number of global tokens is the key parameter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DE2C3-32A1-2A30-9A0C-CC1D8BFE9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CDF921-0184-EF2A-D0B2-E4FC636647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086" r="28060"/>
          <a:stretch/>
        </p:blipFill>
        <p:spPr>
          <a:xfrm>
            <a:off x="6426662" y="3722726"/>
            <a:ext cx="2176862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889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6A9D-B3C8-E0DA-DC1C-9B914152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Bird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26984-97C7-53EC-77E0-CBE1C8EC6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Combining everything, we get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connections – proof in the paper. We will not discuss here.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26984-97C7-53EC-77E0-CBE1C8EC6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E20995-E6F4-9B74-6539-E8E730026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788"/>
          <a:stretch/>
        </p:blipFill>
        <p:spPr>
          <a:xfrm>
            <a:off x="4289767" y="3484487"/>
            <a:ext cx="2840509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581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57C8-1250-27DC-D091-0320178F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Attention Patterns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8C0DC-16DB-22DB-97FA-2372ED44C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01368"/>
              </a:xfrm>
            </p:spPr>
            <p:txBody>
              <a:bodyPr/>
              <a:lstStyle/>
              <a:p>
                <a:r>
                  <a:rPr lang="en-US" dirty="0"/>
                  <a:t>1D Dilated Attention: Create uniform gaps of a set size between attended tokens across a row</a:t>
                </a:r>
              </a:p>
              <a:p>
                <a:r>
                  <a:rPr lang="en-US" dirty="0"/>
                  <a:t>Window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Dilation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8C0DC-16DB-22DB-97FA-2372ED44C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01368"/>
              </a:xfrm>
              <a:blipFill>
                <a:blip r:embed="rId2"/>
                <a:stretch>
                  <a:fillRect l="-1043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5A9A46-268D-24BF-66C6-CEF6B07B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7" y="2986297"/>
            <a:ext cx="2903436" cy="2890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762498-5241-52FD-2F97-A4BED5CB5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92" y="3861167"/>
            <a:ext cx="6797103" cy="1333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88B9E-9792-1974-A99E-59B77766592B}"/>
              </a:ext>
            </a:extLst>
          </p:cNvPr>
          <p:cNvSpPr txBox="1"/>
          <p:nvPr/>
        </p:nvSpPr>
        <p:spPr>
          <a:xfrm>
            <a:off x="838201" y="6076122"/>
            <a:ext cx="997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NimbusRomNo9L-Regu"/>
              </a:rPr>
              <a:t>I. </a:t>
            </a:r>
            <a:r>
              <a:rPr lang="en-US" sz="1800" b="0" i="0" u="none" strike="noStrike" baseline="0" dirty="0" err="1">
                <a:latin typeface="NimbusRomNo9L-Regu"/>
              </a:rPr>
              <a:t>Beltagy</a:t>
            </a:r>
            <a:r>
              <a:rPr lang="en-US" sz="1800" b="0" i="0" u="none" strike="noStrike" baseline="0" dirty="0">
                <a:latin typeface="NimbusRomNo9L-Regu"/>
              </a:rPr>
              <a:t>, M. E. Peters, and A. Cohan, “</a:t>
            </a:r>
            <a:r>
              <a:rPr lang="en-US" sz="1800" b="0" i="0" u="none" strike="noStrike" baseline="0" dirty="0" err="1">
                <a:latin typeface="NimbusRomNo9L-Regu"/>
              </a:rPr>
              <a:t>Longformer</a:t>
            </a:r>
            <a:r>
              <a:rPr lang="en-US" sz="1800" b="0" i="0" u="none" strike="noStrike" baseline="0" dirty="0">
                <a:latin typeface="NimbusRomNo9L-Regu"/>
              </a:rPr>
              <a:t>: The </a:t>
            </a:r>
            <a:r>
              <a:rPr lang="en-US" sz="1800" b="0" i="0" u="none" strike="noStrike" baseline="0" dirty="0" err="1">
                <a:latin typeface="NimbusRomNo9L-Regu"/>
              </a:rPr>
              <a:t>longdocument</a:t>
            </a:r>
            <a:endParaRPr lang="en-US" sz="1800" b="0" i="0" u="none" strike="noStrike" baseline="0" dirty="0">
              <a:latin typeface="NimbusRomNo9L-Regu"/>
            </a:endParaRPr>
          </a:p>
          <a:p>
            <a:pPr algn="l"/>
            <a:r>
              <a:rPr lang="en-US" sz="1800" b="0" i="0" u="none" strike="noStrike" baseline="0" dirty="0">
                <a:latin typeface="NimbusRomNo9L-Regu"/>
              </a:rPr>
              <a:t>transformer,” </a:t>
            </a:r>
            <a:r>
              <a:rPr lang="en-US" sz="1800" b="0" i="0" u="none" strike="noStrike" baseline="0" dirty="0" err="1">
                <a:latin typeface="NimbusRomNo9L-ReguItal"/>
              </a:rPr>
              <a:t>arXiv</a:t>
            </a:r>
            <a:r>
              <a:rPr lang="en-US" sz="1800" b="0" i="0" u="none" strike="noStrike" baseline="0" dirty="0">
                <a:latin typeface="NimbusRomNo9L-ReguItal"/>
              </a:rPr>
              <a:t> preprint arXiv:2004.05150</a:t>
            </a:r>
            <a:r>
              <a:rPr lang="en-US" sz="1800" b="0" i="0" u="none" strike="noStrike" baseline="0" dirty="0">
                <a:latin typeface="NimbusRomNo9L-Regu"/>
              </a:rPr>
              <a:t>,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937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5C49-1201-3C44-156B-7A50A475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Attention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8D85C-8F83-1769-8A3C-61B77FD28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2D Dilated Attention: Dilation along both dimensions</a:t>
            </a:r>
          </a:p>
          <a:p>
            <a:pPr lvl="1"/>
            <a:r>
              <a:rPr lang="en-US" dirty="0"/>
              <a:t>Probability of query and key attending exponentially reduces with distance between the corresponding tokens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318BC-2D27-F6EB-C300-BAC2EBDBD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29"/>
          <a:stretch/>
        </p:blipFill>
        <p:spPr>
          <a:xfrm>
            <a:off x="502618" y="3286125"/>
            <a:ext cx="5177563" cy="25343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F4F1C7-5A3F-5A73-53A5-506318934FB1}"/>
              </a:ext>
            </a:extLst>
          </p:cNvPr>
          <p:cNvSpPr txBox="1"/>
          <p:nvPr/>
        </p:nvSpPr>
        <p:spPr>
          <a:xfrm>
            <a:off x="387560" y="6128297"/>
            <a:ext cx="1109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NimbusRomNo9L-Regu"/>
              </a:rPr>
              <a:t>J. Ding, S. Ma, L. Dong, X. Zhang, S. Huang, W. Wang, N. Zheng, and F. Wei, “</a:t>
            </a:r>
            <a:r>
              <a:rPr lang="en-US" sz="1800" b="0" i="0" u="none" strike="noStrike" baseline="0" dirty="0" err="1">
                <a:latin typeface="NimbusRomNo9L-Regu"/>
              </a:rPr>
              <a:t>Longnet</a:t>
            </a:r>
            <a:r>
              <a:rPr lang="en-US" sz="1800" b="0" i="0" u="none" strike="noStrike" baseline="0" dirty="0">
                <a:latin typeface="NimbusRomNo9L-Regu"/>
              </a:rPr>
              <a:t>: Scaling transformers to 1,000,000,000 tokens,” </a:t>
            </a:r>
            <a:r>
              <a:rPr lang="fr-FR" sz="1800" b="0" i="0" u="none" strike="noStrike" baseline="0" dirty="0">
                <a:latin typeface="NimbusRomNo9L-Regu"/>
              </a:rPr>
              <a:t>2023. [Online]. </a:t>
            </a:r>
            <a:r>
              <a:rPr lang="fr-FR" sz="1800" b="0" i="0" u="none" strike="noStrike" baseline="0" dirty="0" err="1">
                <a:latin typeface="NimbusRomNo9L-Regu"/>
              </a:rPr>
              <a:t>Available</a:t>
            </a:r>
            <a:r>
              <a:rPr lang="fr-FR" sz="1800" b="0" i="0" u="none" strike="noStrike" baseline="0" dirty="0">
                <a:latin typeface="NimbusRomNo9L-Regu"/>
              </a:rPr>
              <a:t>: https://arxiv.org/abs/2307.02486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656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2E2B-434A-B911-9F41-BE832ED8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Attention Patterns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659E8-EBB8-B002-819D-7EC86E7B6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7884" y="1690688"/>
            <a:ext cx="6137483" cy="4828157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E9277-171E-B4AF-DBEC-0E9C3FED93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08428" cy="4417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2D Dilated Attention</a:t>
            </a:r>
          </a:p>
          <a:p>
            <a:endParaRPr lang="en-US" dirty="0"/>
          </a:p>
          <a:p>
            <a:r>
              <a:rPr lang="en-US" dirty="0"/>
              <a:t>Understand the equation</a:t>
            </a:r>
          </a:p>
          <a:p>
            <a:endParaRPr lang="en-US" dirty="0"/>
          </a:p>
          <a:p>
            <a:r>
              <a:rPr lang="en-US" dirty="0"/>
              <a:t>May ask a question in WA 3</a:t>
            </a:r>
          </a:p>
        </p:txBody>
      </p:sp>
    </p:spTree>
    <p:extLst>
      <p:ext uri="{BB962C8B-B14F-4D97-AF65-F5344CB8AC3E}">
        <p14:creationId xmlns:p14="http://schemas.microsoft.com/office/powerpoint/2010/main" val="17373417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10/30 Lecture 18</a:t>
            </a:r>
          </a:p>
          <a:p>
            <a:pPr lvl="1"/>
            <a:r>
              <a:rPr lang="en-US" dirty="0"/>
              <a:t>Accelerating Transformer Model: Sparse Transformers II</a:t>
            </a:r>
          </a:p>
          <a:p>
            <a:pPr lvl="2"/>
            <a:r>
              <a:rPr lang="en-US" dirty="0"/>
              <a:t>Hardware Acceleration of Sparse Transformers 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6310</TotalTime>
  <Words>3554</Words>
  <Application>Microsoft Office PowerPoint</Application>
  <PresentationFormat>Widescreen</PresentationFormat>
  <Paragraphs>1058</Paragraphs>
  <Slides>74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Calibri</vt:lpstr>
      <vt:lpstr>Calibri Light</vt:lpstr>
      <vt:lpstr>Cambria Math</vt:lpstr>
      <vt:lpstr>NimbusRomNo9L-Regu</vt:lpstr>
      <vt:lpstr>NimbusRomNo9L-ReguItal</vt:lpstr>
      <vt:lpstr>Office Theme</vt:lpstr>
      <vt:lpstr>CSDS 451: Designing High Performant Systems for AI</vt:lpstr>
      <vt:lpstr>Outline</vt:lpstr>
      <vt:lpstr>Outline</vt:lpstr>
      <vt:lpstr>Attention Mechanism – Fast Facts</vt:lpstr>
      <vt:lpstr>Attention</vt:lpstr>
      <vt:lpstr>Zooming into Attention</vt:lpstr>
      <vt:lpstr>Zooming into Attention</vt:lpstr>
      <vt:lpstr>Zooming into Attention</vt:lpstr>
      <vt:lpstr>Zooming into Attention</vt:lpstr>
      <vt:lpstr>Zooming into Attention</vt:lpstr>
      <vt:lpstr>Attention Mechanism – Fast Facts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How do we compute “partial” softmaxes</vt:lpstr>
      <vt:lpstr>Flash Attention</vt:lpstr>
      <vt:lpstr>Flash attention</vt:lpstr>
      <vt:lpstr>Sparse Transformers</vt:lpstr>
      <vt:lpstr>Key Idea</vt:lpstr>
      <vt:lpstr>Introducing Sparsity in Attention</vt:lpstr>
      <vt:lpstr>Attention Mask</vt:lpstr>
      <vt:lpstr>Attention Mask</vt:lpstr>
      <vt:lpstr>QK Product with Attention Mask</vt:lpstr>
      <vt:lpstr>QK Product with Attention Mask</vt:lpstr>
      <vt:lpstr>QK Product with Attention Mask</vt:lpstr>
      <vt:lpstr>QK Product with Attention Mask</vt:lpstr>
      <vt:lpstr>QK Product with Attention Mask</vt:lpstr>
      <vt:lpstr>Softmax with Attention Mask</vt:lpstr>
      <vt:lpstr>Product with V Matrix</vt:lpstr>
      <vt:lpstr>Attention with Sparse Attention Mask</vt:lpstr>
      <vt:lpstr>Theoretical Reduction in Computation</vt:lpstr>
      <vt:lpstr>Reduction in Computations</vt:lpstr>
      <vt:lpstr>Research on Sparse Transformers</vt:lpstr>
      <vt:lpstr>Outline</vt:lpstr>
      <vt:lpstr>Types of Attention Masks</vt:lpstr>
      <vt:lpstr>Types of Attention Masks</vt:lpstr>
      <vt:lpstr>Reformer</vt:lpstr>
      <vt:lpstr>Reformer</vt:lpstr>
      <vt:lpstr>Reformer</vt:lpstr>
      <vt:lpstr>Locality Sensitive Hashing</vt:lpstr>
      <vt:lpstr>Locality Sensitive Hashing</vt:lpstr>
      <vt:lpstr>Locality Sensitive Hashing</vt:lpstr>
      <vt:lpstr>Locality Sensitive Hashing</vt:lpstr>
      <vt:lpstr>Locality Sensitive Hashing</vt:lpstr>
      <vt:lpstr>Reformer</vt:lpstr>
      <vt:lpstr>Reformer</vt:lpstr>
      <vt:lpstr>Reformer</vt:lpstr>
      <vt:lpstr>Reformer</vt:lpstr>
      <vt:lpstr>Reformer</vt:lpstr>
      <vt:lpstr>Reformer</vt:lpstr>
      <vt:lpstr>Reformer</vt:lpstr>
      <vt:lpstr>Types of Attention Masks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Big Bird</vt:lpstr>
      <vt:lpstr>Other Attention Patterns</vt:lpstr>
      <vt:lpstr>Other Attention Patterns</vt:lpstr>
      <vt:lpstr>Other Attention Patterns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2026-02-15T20:47:10Z</dcterms:modified>
</cp:coreProperties>
</file>
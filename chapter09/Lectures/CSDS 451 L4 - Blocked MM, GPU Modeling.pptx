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4"/>
  </p:notesMasterIdLst>
  <p:sldIdLst>
    <p:sldId id="256" r:id="rId2"/>
    <p:sldId id="261" r:id="rId3"/>
    <p:sldId id="1427" r:id="rId4"/>
    <p:sldId id="394" r:id="rId5"/>
    <p:sldId id="395" r:id="rId6"/>
    <p:sldId id="1419" r:id="rId7"/>
    <p:sldId id="1420" r:id="rId8"/>
    <p:sldId id="1421" r:id="rId9"/>
    <p:sldId id="328" r:id="rId10"/>
    <p:sldId id="1432" r:id="rId11"/>
    <p:sldId id="335" r:id="rId12"/>
    <p:sldId id="1428" r:id="rId13"/>
    <p:sldId id="1389" r:id="rId14"/>
    <p:sldId id="1391" r:id="rId15"/>
    <p:sldId id="1404" r:id="rId16"/>
    <p:sldId id="341" r:id="rId17"/>
    <p:sldId id="1365" r:id="rId18"/>
    <p:sldId id="1366" r:id="rId19"/>
    <p:sldId id="1405" r:id="rId20"/>
    <p:sldId id="1406" r:id="rId21"/>
    <p:sldId id="1407" r:id="rId22"/>
    <p:sldId id="1408" r:id="rId23"/>
    <p:sldId id="1409" r:id="rId24"/>
    <p:sldId id="1367" r:id="rId25"/>
    <p:sldId id="1390" r:id="rId26"/>
    <p:sldId id="1413" r:id="rId27"/>
    <p:sldId id="1414" r:id="rId28"/>
    <p:sldId id="1415" r:id="rId29"/>
    <p:sldId id="1369" r:id="rId30"/>
    <p:sldId id="1477" r:id="rId31"/>
    <p:sldId id="1478" r:id="rId32"/>
    <p:sldId id="1479" r:id="rId33"/>
    <p:sldId id="1480" r:id="rId34"/>
    <p:sldId id="1481" r:id="rId35"/>
    <p:sldId id="1482" r:id="rId36"/>
    <p:sldId id="1483" r:id="rId37"/>
    <p:sldId id="1484" r:id="rId38"/>
    <p:sldId id="1485" r:id="rId39"/>
    <p:sldId id="1486" r:id="rId40"/>
    <p:sldId id="1371" r:id="rId41"/>
    <p:sldId id="1488" r:id="rId42"/>
    <p:sldId id="1489" r:id="rId43"/>
    <p:sldId id="1490" r:id="rId44"/>
    <p:sldId id="1410" r:id="rId45"/>
    <p:sldId id="1433" r:id="rId46"/>
    <p:sldId id="354" r:id="rId47"/>
    <p:sldId id="1445" r:id="rId48"/>
    <p:sldId id="1446" r:id="rId49"/>
    <p:sldId id="1447" r:id="rId50"/>
    <p:sldId id="1449" r:id="rId51"/>
    <p:sldId id="1450" r:id="rId52"/>
    <p:sldId id="1452" r:id="rId53"/>
    <p:sldId id="1453" r:id="rId54"/>
    <p:sldId id="1448" r:id="rId55"/>
    <p:sldId id="1454" r:id="rId56"/>
    <p:sldId id="1455" r:id="rId57"/>
    <p:sldId id="1456" r:id="rId58"/>
    <p:sldId id="1457" r:id="rId59"/>
    <p:sldId id="1458" r:id="rId60"/>
    <p:sldId id="1459" r:id="rId61"/>
    <p:sldId id="1460" r:id="rId62"/>
    <p:sldId id="1461" r:id="rId63"/>
    <p:sldId id="1462" r:id="rId64"/>
    <p:sldId id="1463" r:id="rId65"/>
    <p:sldId id="1464" r:id="rId66"/>
    <p:sldId id="1465" r:id="rId67"/>
    <p:sldId id="1376" r:id="rId68"/>
    <p:sldId id="1469" r:id="rId69"/>
    <p:sldId id="1470" r:id="rId70"/>
    <p:sldId id="1471" r:id="rId71"/>
    <p:sldId id="1472" r:id="rId72"/>
    <p:sldId id="1473" r:id="rId73"/>
    <p:sldId id="1474" r:id="rId74"/>
    <p:sldId id="1475" r:id="rId75"/>
    <p:sldId id="1491" r:id="rId76"/>
    <p:sldId id="1476" r:id="rId77"/>
    <p:sldId id="1252" r:id="rId78"/>
    <p:sldId id="1257" r:id="rId79"/>
    <p:sldId id="1258" r:id="rId80"/>
    <p:sldId id="1259" r:id="rId81"/>
    <p:sldId id="1260" r:id="rId82"/>
    <p:sldId id="1261" r:id="rId83"/>
    <p:sldId id="1253" r:id="rId84"/>
    <p:sldId id="1254" r:id="rId85"/>
    <p:sldId id="1255" r:id="rId86"/>
    <p:sldId id="1256" r:id="rId87"/>
    <p:sldId id="1262" r:id="rId88"/>
    <p:sldId id="1263" r:id="rId89"/>
    <p:sldId id="1264" r:id="rId90"/>
    <p:sldId id="1265" r:id="rId91"/>
    <p:sldId id="1266" r:id="rId92"/>
    <p:sldId id="1267" r:id="rId93"/>
    <p:sldId id="1268" r:id="rId94"/>
    <p:sldId id="1269" r:id="rId95"/>
    <p:sldId id="1270" r:id="rId96"/>
    <p:sldId id="1271" r:id="rId97"/>
    <p:sldId id="1272" r:id="rId98"/>
    <p:sldId id="1273" r:id="rId99"/>
    <p:sldId id="1274" r:id="rId100"/>
    <p:sldId id="1275" r:id="rId101"/>
    <p:sldId id="390" r:id="rId102"/>
    <p:sldId id="391" r:id="rId10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E25D0F-35C1-45CD-9B25-657D6CF8E654}" v="299" dt="2025-09-04T14:20:45.2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5325" autoAdjust="0"/>
  </p:normalViewPr>
  <p:slideViewPr>
    <p:cSldViewPr snapToGrid="0">
      <p:cViewPr varScale="1">
        <p:scale>
          <a:sx n="91" d="100"/>
          <a:sy n="91" d="100"/>
        </p:scale>
        <p:origin x="12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theme" Target="theme/theme1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tableStyles" Target="tableStyle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microsoft.com/office/2016/11/relationships/changesInfo" Target="changesInfos/changesInfo1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microsoft.com/office/2015/10/relationships/revisionInfo" Target="revisionInfo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mukh Kuppannagari" userId="ad215094-da36-4b66-9c79-369a17aea26b" providerId="ADAL" clId="{211AAAC7-5250-492F-AD78-DC6370DC9F86}"/>
    <pc:docChg chg="undo custSel addSld delSld modSld">
      <pc:chgData name="Sanmukh Kuppannagari" userId="ad215094-da36-4b66-9c79-369a17aea26b" providerId="ADAL" clId="{211AAAC7-5250-492F-AD78-DC6370DC9F86}" dt="2023-01-17T19:03:05.967" v="5107" actId="20577"/>
      <pc:docMkLst>
        <pc:docMk/>
      </pc:docMkLst>
      <pc:sldChg chg="modSp mod">
        <pc:chgData name="Sanmukh Kuppannagari" userId="ad215094-da36-4b66-9c79-369a17aea26b" providerId="ADAL" clId="{211AAAC7-5250-492F-AD78-DC6370DC9F86}" dt="2023-01-17T00:10:26.149" v="62" actId="20577"/>
        <pc:sldMkLst>
          <pc:docMk/>
          <pc:sldMk cId="728785357" sldId="256"/>
        </pc:sldMkLst>
      </pc:sldChg>
      <pc:sldChg chg="modSp mod">
        <pc:chgData name="Sanmukh Kuppannagari" userId="ad215094-da36-4b66-9c79-369a17aea26b" providerId="ADAL" clId="{211AAAC7-5250-492F-AD78-DC6370DC9F86}" dt="2023-01-17T00:13:53.144" v="165" actId="20577"/>
        <pc:sldMkLst>
          <pc:docMk/>
          <pc:sldMk cId="1853368443" sldId="257"/>
        </pc:sldMkLst>
      </pc:sldChg>
      <pc:sldChg chg="del">
        <pc:chgData name="Sanmukh Kuppannagari" userId="ad215094-da36-4b66-9c79-369a17aea26b" providerId="ADAL" clId="{211AAAC7-5250-492F-AD78-DC6370DC9F86}" dt="2023-01-17T00:14:37.645" v="166" actId="47"/>
        <pc:sldMkLst>
          <pc:docMk/>
          <pc:sldMk cId="1571907200" sldId="258"/>
        </pc:sldMkLst>
      </pc:sldChg>
      <pc:sldChg chg="modSp mod">
        <pc:chgData name="Sanmukh Kuppannagari" userId="ad215094-da36-4b66-9c79-369a17aea26b" providerId="ADAL" clId="{211AAAC7-5250-492F-AD78-DC6370DC9F86}" dt="2023-01-17T05:21:29.636" v="3029" actId="20577"/>
        <pc:sldMkLst>
          <pc:docMk/>
          <pc:sldMk cId="2017305151" sldId="261"/>
        </pc:sldMkLst>
      </pc:sldChg>
      <pc:sldChg chg="del">
        <pc:chgData name="Sanmukh Kuppannagari" userId="ad215094-da36-4b66-9c79-369a17aea26b" providerId="ADAL" clId="{211AAAC7-5250-492F-AD78-DC6370DC9F86}" dt="2023-01-17T00:14:40.024" v="167" actId="47"/>
        <pc:sldMkLst>
          <pc:docMk/>
          <pc:sldMk cId="935783954" sldId="262"/>
        </pc:sldMkLst>
      </pc:sldChg>
      <pc:sldChg chg="modSp mod">
        <pc:chgData name="Sanmukh Kuppannagari" userId="ad215094-da36-4b66-9c79-369a17aea26b" providerId="ADAL" clId="{211AAAC7-5250-492F-AD78-DC6370DC9F86}" dt="2023-01-17T05:27:42.704" v="3061" actId="20577"/>
        <pc:sldMkLst>
          <pc:docMk/>
          <pc:sldMk cId="2115879010" sldId="263"/>
        </pc:sldMkLst>
      </pc:sldChg>
      <pc:sldChg chg="modSp mod">
        <pc:chgData name="Sanmukh Kuppannagari" userId="ad215094-da36-4b66-9c79-369a17aea26b" providerId="ADAL" clId="{211AAAC7-5250-492F-AD78-DC6370DC9F86}" dt="2023-01-17T00:31:13.296" v="259" actId="20577"/>
        <pc:sldMkLst>
          <pc:docMk/>
          <pc:sldMk cId="4279812585" sldId="264"/>
        </pc:sldMkLst>
      </pc:sldChg>
      <pc:sldChg chg="modSp mod">
        <pc:chgData name="Sanmukh Kuppannagari" userId="ad215094-da36-4b66-9c79-369a17aea26b" providerId="ADAL" clId="{211AAAC7-5250-492F-AD78-DC6370DC9F86}" dt="2023-01-17T00:34:34.466" v="465" actId="20577"/>
        <pc:sldMkLst>
          <pc:docMk/>
          <pc:sldMk cId="229327562" sldId="265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773656466" sldId="266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546929182" sldId="267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2141319369" sldId="268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2869887146" sldId="269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405443998" sldId="270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7832347" sldId="271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974194003" sldId="272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664933502" sldId="273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517079826" sldId="274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32663318" sldId="275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665426680" sldId="276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064585860" sldId="277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2392899443" sldId="278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752910855" sldId="279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621001467" sldId="280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740158276" sldId="281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659248167" sldId="282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056812290" sldId="283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667679245" sldId="284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965516982" sldId="285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839782843" sldId="286"/>
        </pc:sldMkLst>
      </pc:sldChg>
      <pc:sldChg chg="modSp mod">
        <pc:chgData name="Sanmukh Kuppannagari" userId="ad215094-da36-4b66-9c79-369a17aea26b" providerId="ADAL" clId="{211AAAC7-5250-492F-AD78-DC6370DC9F86}" dt="2023-01-17T19:03:05.967" v="5107" actId="20577"/>
        <pc:sldMkLst>
          <pc:docMk/>
          <pc:sldMk cId="2158303791" sldId="288"/>
        </pc:sldMkLst>
      </pc:sldChg>
      <pc:sldChg chg="modSp mod">
        <pc:chgData name="Sanmukh Kuppannagari" userId="ad215094-da36-4b66-9c79-369a17aea26b" providerId="ADAL" clId="{211AAAC7-5250-492F-AD78-DC6370DC9F86}" dt="2023-01-17T05:27:35.099" v="3045" actId="20577"/>
        <pc:sldMkLst>
          <pc:docMk/>
          <pc:sldMk cId="570291501" sldId="289"/>
        </pc:sldMkLst>
      </pc:sldChg>
      <pc:sldChg chg="modSp new mod">
        <pc:chgData name="Sanmukh Kuppannagari" userId="ad215094-da36-4b66-9c79-369a17aea26b" providerId="ADAL" clId="{211AAAC7-5250-492F-AD78-DC6370DC9F86}" dt="2023-01-17T16:57:39.252" v="3298" actId="20577"/>
        <pc:sldMkLst>
          <pc:docMk/>
          <pc:sldMk cId="2156678824" sldId="290"/>
        </pc:sldMkLst>
      </pc:sldChg>
      <pc:sldChg chg="modSp new mod">
        <pc:chgData name="Sanmukh Kuppannagari" userId="ad215094-da36-4b66-9c79-369a17aea26b" providerId="ADAL" clId="{211AAAC7-5250-492F-AD78-DC6370DC9F86}" dt="2023-01-17T16:58:07.896" v="3380" actId="20577"/>
        <pc:sldMkLst>
          <pc:docMk/>
          <pc:sldMk cId="2291869099" sldId="291"/>
        </pc:sldMkLst>
      </pc:sldChg>
      <pc:sldChg chg="modSp new mod">
        <pc:chgData name="Sanmukh Kuppannagari" userId="ad215094-da36-4b66-9c79-369a17aea26b" providerId="ADAL" clId="{211AAAC7-5250-492F-AD78-DC6370DC9F86}" dt="2023-01-17T00:52:03.469" v="1234" actId="20577"/>
        <pc:sldMkLst>
          <pc:docMk/>
          <pc:sldMk cId="3873626867" sldId="292"/>
        </pc:sldMkLst>
      </pc:sldChg>
      <pc:sldChg chg="modSp new mod">
        <pc:chgData name="Sanmukh Kuppannagari" userId="ad215094-da36-4b66-9c79-369a17aea26b" providerId="ADAL" clId="{211AAAC7-5250-492F-AD78-DC6370DC9F86}" dt="2023-01-17T00:53:22.245" v="1376" actId="20577"/>
        <pc:sldMkLst>
          <pc:docMk/>
          <pc:sldMk cId="1774998115" sldId="293"/>
        </pc:sldMkLst>
      </pc:sldChg>
      <pc:sldChg chg="modSp new mod">
        <pc:chgData name="Sanmukh Kuppannagari" userId="ad215094-da36-4b66-9c79-369a17aea26b" providerId="ADAL" clId="{211AAAC7-5250-492F-AD78-DC6370DC9F86}" dt="2023-01-17T17:07:59.378" v="3662" actId="20577"/>
        <pc:sldMkLst>
          <pc:docMk/>
          <pc:sldMk cId="2638425655" sldId="294"/>
        </pc:sldMkLst>
      </pc:sldChg>
      <pc:sldChg chg="modSp new mod">
        <pc:chgData name="Sanmukh Kuppannagari" userId="ad215094-da36-4b66-9c79-369a17aea26b" providerId="ADAL" clId="{211AAAC7-5250-492F-AD78-DC6370DC9F86}" dt="2023-01-17T04:46:26.863" v="1821" actId="20577"/>
        <pc:sldMkLst>
          <pc:docMk/>
          <pc:sldMk cId="2615144390" sldId="295"/>
        </pc:sldMkLst>
      </pc:sldChg>
      <pc:sldChg chg="modSp new mod">
        <pc:chgData name="Sanmukh Kuppannagari" userId="ad215094-da36-4b66-9c79-369a17aea26b" providerId="ADAL" clId="{211AAAC7-5250-492F-AD78-DC6370DC9F86}" dt="2023-01-17T04:50:22.336" v="2113" actId="20577"/>
        <pc:sldMkLst>
          <pc:docMk/>
          <pc:sldMk cId="3329329736" sldId="296"/>
        </pc:sldMkLst>
      </pc:sldChg>
      <pc:sldChg chg="modSp new mod">
        <pc:chgData name="Sanmukh Kuppannagari" userId="ad215094-da36-4b66-9c79-369a17aea26b" providerId="ADAL" clId="{211AAAC7-5250-492F-AD78-DC6370DC9F86}" dt="2023-01-17T17:57:00.676" v="3862" actId="20577"/>
        <pc:sldMkLst>
          <pc:docMk/>
          <pc:sldMk cId="99553615" sldId="297"/>
        </pc:sldMkLst>
      </pc:sldChg>
      <pc:sldChg chg="modSp new mod">
        <pc:chgData name="Sanmukh Kuppannagari" userId="ad215094-da36-4b66-9c79-369a17aea26b" providerId="ADAL" clId="{211AAAC7-5250-492F-AD78-DC6370DC9F86}" dt="2023-01-17T04:55:37.586" v="2539" actId="20577"/>
        <pc:sldMkLst>
          <pc:docMk/>
          <pc:sldMk cId="3682190543" sldId="298"/>
        </pc:sldMkLst>
      </pc:sldChg>
      <pc:sldChg chg="modSp new mod">
        <pc:chgData name="Sanmukh Kuppannagari" userId="ad215094-da36-4b66-9c79-369a17aea26b" providerId="ADAL" clId="{211AAAC7-5250-492F-AD78-DC6370DC9F86}" dt="2023-01-17T17:59:25.345" v="4026" actId="20577"/>
        <pc:sldMkLst>
          <pc:docMk/>
          <pc:sldMk cId="1020910546" sldId="299"/>
        </pc:sldMkLst>
      </pc:sldChg>
      <pc:sldChg chg="modSp new mod">
        <pc:chgData name="Sanmukh Kuppannagari" userId="ad215094-da36-4b66-9c79-369a17aea26b" providerId="ADAL" clId="{211AAAC7-5250-492F-AD78-DC6370DC9F86}" dt="2023-01-17T05:02:26.766" v="2961" actId="20577"/>
        <pc:sldMkLst>
          <pc:docMk/>
          <pc:sldMk cId="3765558418" sldId="300"/>
        </pc:sldMkLst>
      </pc:sldChg>
      <pc:sldChg chg="modSp add mod">
        <pc:chgData name="Sanmukh Kuppannagari" userId="ad215094-da36-4b66-9c79-369a17aea26b" providerId="ADAL" clId="{211AAAC7-5250-492F-AD78-DC6370DC9F86}" dt="2023-01-17T05:27:59.040" v="3096" actId="207"/>
        <pc:sldMkLst>
          <pc:docMk/>
          <pc:sldMk cId="670794243" sldId="301"/>
        </pc:sldMkLst>
      </pc:sldChg>
      <pc:sldChg chg="modSp new mod">
        <pc:chgData name="Sanmukh Kuppannagari" userId="ad215094-da36-4b66-9c79-369a17aea26b" providerId="ADAL" clId="{211AAAC7-5250-492F-AD78-DC6370DC9F86}" dt="2023-01-17T05:04:14.702" v="3013" actId="20577"/>
        <pc:sldMkLst>
          <pc:docMk/>
          <pc:sldMk cId="2162272" sldId="302"/>
        </pc:sldMkLst>
      </pc:sldChg>
      <pc:sldChg chg="modSp add mod">
        <pc:chgData name="Sanmukh Kuppannagari" userId="ad215094-da36-4b66-9c79-369a17aea26b" providerId="ADAL" clId="{211AAAC7-5250-492F-AD78-DC6370DC9F86}" dt="2023-01-17T05:28:17.340" v="3098" actId="207"/>
        <pc:sldMkLst>
          <pc:docMk/>
          <pc:sldMk cId="2602328554" sldId="303"/>
        </pc:sldMkLst>
      </pc:sldChg>
      <pc:sldChg chg="modSp new mod">
        <pc:chgData name="Sanmukh Kuppannagari" userId="ad215094-da36-4b66-9c79-369a17aea26b" providerId="ADAL" clId="{211AAAC7-5250-492F-AD78-DC6370DC9F86}" dt="2023-01-17T05:32:46.400" v="3279" actId="20577"/>
        <pc:sldMkLst>
          <pc:docMk/>
          <pc:sldMk cId="3182011601" sldId="304"/>
        </pc:sldMkLst>
      </pc:sldChg>
      <pc:sldChg chg="modSp new mod">
        <pc:chgData name="Sanmukh Kuppannagari" userId="ad215094-da36-4b66-9c79-369a17aea26b" providerId="ADAL" clId="{211AAAC7-5250-492F-AD78-DC6370DC9F86}" dt="2023-01-17T18:00:34.818" v="4104" actId="20577"/>
        <pc:sldMkLst>
          <pc:docMk/>
          <pc:sldMk cId="2520937317" sldId="305"/>
        </pc:sldMkLst>
      </pc:sldChg>
      <pc:sldChg chg="addSp delSp modSp new mod">
        <pc:chgData name="Sanmukh Kuppannagari" userId="ad215094-da36-4b66-9c79-369a17aea26b" providerId="ADAL" clId="{211AAAC7-5250-492F-AD78-DC6370DC9F86}" dt="2023-01-17T18:15:02.850" v="4280" actId="1076"/>
        <pc:sldMkLst>
          <pc:docMk/>
          <pc:sldMk cId="787331322" sldId="306"/>
        </pc:sldMkLst>
      </pc:sldChg>
      <pc:sldChg chg="addSp delSp modSp new mod">
        <pc:chgData name="Sanmukh Kuppannagari" userId="ad215094-da36-4b66-9c79-369a17aea26b" providerId="ADAL" clId="{211AAAC7-5250-492F-AD78-DC6370DC9F86}" dt="2023-01-17T18:19:15.464" v="4300" actId="1076"/>
        <pc:sldMkLst>
          <pc:docMk/>
          <pc:sldMk cId="592458898" sldId="307"/>
        </pc:sldMkLst>
      </pc:sldChg>
      <pc:sldChg chg="addSp delSp modSp new mod">
        <pc:chgData name="Sanmukh Kuppannagari" userId="ad215094-da36-4b66-9c79-369a17aea26b" providerId="ADAL" clId="{211AAAC7-5250-492F-AD78-DC6370DC9F86}" dt="2023-01-17T18:20:47.319" v="4319" actId="1076"/>
        <pc:sldMkLst>
          <pc:docMk/>
          <pc:sldMk cId="1871853996" sldId="308"/>
        </pc:sldMkLst>
      </pc:sldChg>
      <pc:sldChg chg="addSp modSp new mod">
        <pc:chgData name="Sanmukh Kuppannagari" userId="ad215094-da36-4b66-9c79-369a17aea26b" providerId="ADAL" clId="{211AAAC7-5250-492F-AD78-DC6370DC9F86}" dt="2023-01-17T18:59:20.062" v="4992" actId="20577"/>
        <pc:sldMkLst>
          <pc:docMk/>
          <pc:sldMk cId="418652833" sldId="309"/>
        </pc:sldMkLst>
      </pc:sldChg>
      <pc:sldChg chg="addSp modSp new mod">
        <pc:chgData name="Sanmukh Kuppannagari" userId="ad215094-da36-4b66-9c79-369a17aea26b" providerId="ADAL" clId="{211AAAC7-5250-492F-AD78-DC6370DC9F86}" dt="2023-01-17T18:41:03.310" v="4764" actId="20577"/>
        <pc:sldMkLst>
          <pc:docMk/>
          <pc:sldMk cId="712137956" sldId="310"/>
        </pc:sldMkLst>
      </pc:sldChg>
      <pc:sldChg chg="addSp delSp modSp new mod">
        <pc:chgData name="Sanmukh Kuppannagari" userId="ad215094-da36-4b66-9c79-369a17aea26b" providerId="ADAL" clId="{211AAAC7-5250-492F-AD78-DC6370DC9F86}" dt="2023-01-17T18:47:03.341" v="4901" actId="20577"/>
        <pc:sldMkLst>
          <pc:docMk/>
          <pc:sldMk cId="670143684" sldId="311"/>
        </pc:sldMkLst>
      </pc:sldChg>
      <pc:sldChg chg="addSp modSp new mod">
        <pc:chgData name="Sanmukh Kuppannagari" userId="ad215094-da36-4b66-9c79-369a17aea26b" providerId="ADAL" clId="{211AAAC7-5250-492F-AD78-DC6370DC9F86}" dt="2023-01-17T18:56:38.874" v="4978" actId="1076"/>
        <pc:sldMkLst>
          <pc:docMk/>
          <pc:sldMk cId="1402496708" sldId="312"/>
        </pc:sldMkLst>
      </pc:sldChg>
      <pc:sldChg chg="modSp new mod">
        <pc:chgData name="Sanmukh Kuppannagari" userId="ad215094-da36-4b66-9c79-369a17aea26b" providerId="ADAL" clId="{211AAAC7-5250-492F-AD78-DC6370DC9F86}" dt="2023-01-17T19:02:16.888" v="5028" actId="20577"/>
        <pc:sldMkLst>
          <pc:docMk/>
          <pc:sldMk cId="4113171285" sldId="313"/>
        </pc:sldMkLst>
      </pc:sldChg>
    </pc:docChg>
  </pc:docChgLst>
  <pc:docChgLst>
    <pc:chgData name="Sanmukh Kuppannagari" userId="ad215094-da36-4b66-9c79-369a17aea26b" providerId="ADAL" clId="{CB24E3B9-6C37-4362-9284-D752EC06246D}"/>
    <pc:docChg chg="undo custSel addSld delSld modSld sldOrd">
      <pc:chgData name="Sanmukh Kuppannagari" userId="ad215094-da36-4b66-9c79-369a17aea26b" providerId="ADAL" clId="{CB24E3B9-6C37-4362-9284-D752EC06246D}" dt="2025-09-02T02:49:59.964" v="2509" actId="14100"/>
      <pc:docMkLst>
        <pc:docMk/>
      </pc:docMkLst>
      <pc:sldChg chg="modSp mod">
        <pc:chgData name="Sanmukh Kuppannagari" userId="ad215094-da36-4b66-9c79-369a17aea26b" providerId="ADAL" clId="{CB24E3B9-6C37-4362-9284-D752EC06246D}" dt="2025-09-02T01:29:34.227" v="1" actId="20577"/>
        <pc:sldMkLst>
          <pc:docMk/>
          <pc:sldMk cId="728785357" sldId="256"/>
        </pc:sldMkLst>
        <pc:spChg chg="mod">
          <ac:chgData name="Sanmukh Kuppannagari" userId="ad215094-da36-4b66-9c79-369a17aea26b" providerId="ADAL" clId="{CB24E3B9-6C37-4362-9284-D752EC06246D}" dt="2025-09-02T01:29:34.227" v="1" actId="20577"/>
          <ac:spMkLst>
            <pc:docMk/>
            <pc:sldMk cId="728785357" sldId="256"/>
            <ac:spMk id="3" creationId="{C46BB279-3651-105A-8503-217F67B1FED8}"/>
          </ac:spMkLst>
        </pc:spChg>
      </pc:sldChg>
      <pc:sldChg chg="modSp mod">
        <pc:chgData name="Sanmukh Kuppannagari" userId="ad215094-da36-4b66-9c79-369a17aea26b" providerId="ADAL" clId="{CB24E3B9-6C37-4362-9284-D752EC06246D}" dt="2025-09-02T01:54:32.592" v="413" actId="20577"/>
        <pc:sldMkLst>
          <pc:docMk/>
          <pc:sldMk cId="4158598040" sldId="394"/>
        </pc:sldMkLst>
        <pc:spChg chg="mod">
          <ac:chgData name="Sanmukh Kuppannagari" userId="ad215094-da36-4b66-9c79-369a17aea26b" providerId="ADAL" clId="{CB24E3B9-6C37-4362-9284-D752EC06246D}" dt="2025-09-02T01:54:32.592" v="413" actId="20577"/>
          <ac:spMkLst>
            <pc:docMk/>
            <pc:sldMk cId="4158598040" sldId="394"/>
            <ac:spMk id="3" creationId="{A349C415-594E-1E14-E951-EEFDBDA4F9E4}"/>
          </ac:spMkLst>
        </pc:spChg>
      </pc:sldChg>
      <pc:sldChg chg="modSp mod">
        <pc:chgData name="Sanmukh Kuppannagari" userId="ad215094-da36-4b66-9c79-369a17aea26b" providerId="ADAL" clId="{CB24E3B9-6C37-4362-9284-D752EC06246D}" dt="2025-09-02T01:55:54.936" v="539" actId="20577"/>
        <pc:sldMkLst>
          <pc:docMk/>
          <pc:sldMk cId="854907447" sldId="395"/>
        </pc:sldMkLst>
        <pc:spChg chg="mod">
          <ac:chgData name="Sanmukh Kuppannagari" userId="ad215094-da36-4b66-9c79-369a17aea26b" providerId="ADAL" clId="{CB24E3B9-6C37-4362-9284-D752EC06246D}" dt="2025-09-02T01:55:54.936" v="539" actId="20577"/>
          <ac:spMkLst>
            <pc:docMk/>
            <pc:sldMk cId="854907447" sldId="395"/>
            <ac:spMk id="3" creationId="{AC58AF0F-D5F9-1769-1231-CFB1219B2403}"/>
          </ac:spMkLst>
        </pc:spChg>
      </pc:sldChg>
      <pc:sldChg chg="modSp">
        <pc:chgData name="Sanmukh Kuppannagari" userId="ad215094-da36-4b66-9c79-369a17aea26b" providerId="ADAL" clId="{CB24E3B9-6C37-4362-9284-D752EC06246D}" dt="2025-09-02T01:57:24.524" v="570"/>
        <pc:sldMkLst>
          <pc:docMk/>
          <pc:sldMk cId="3473456708" sldId="1344"/>
        </pc:sldMkLst>
      </pc:sldChg>
      <pc:sldChg chg="modSp">
        <pc:chgData name="Sanmukh Kuppannagari" userId="ad215094-da36-4b66-9c79-369a17aea26b" providerId="ADAL" clId="{CB24E3B9-6C37-4362-9284-D752EC06246D}" dt="2025-09-02T01:57:28.360" v="571"/>
        <pc:sldMkLst>
          <pc:docMk/>
          <pc:sldMk cId="3462074433" sldId="1345"/>
        </pc:sldMkLst>
      </pc:sldChg>
      <pc:sldChg chg="modSp">
        <pc:chgData name="Sanmukh Kuppannagari" userId="ad215094-da36-4b66-9c79-369a17aea26b" providerId="ADAL" clId="{CB24E3B9-6C37-4362-9284-D752EC06246D}" dt="2025-09-02T01:57:32.113" v="572"/>
        <pc:sldMkLst>
          <pc:docMk/>
          <pc:sldMk cId="3585318733" sldId="1346"/>
        </pc:sldMkLst>
      </pc:sldChg>
      <pc:sldChg chg="modSp mod">
        <pc:chgData name="Sanmukh Kuppannagari" userId="ad215094-da36-4b66-9c79-369a17aea26b" providerId="ADAL" clId="{CB24E3B9-6C37-4362-9284-D752EC06246D}" dt="2025-09-02T02:08:39.470" v="1010" actId="20577"/>
        <pc:sldMkLst>
          <pc:docMk/>
          <pc:sldMk cId="3890367929" sldId="1347"/>
        </pc:sldMkLst>
      </pc:sldChg>
      <pc:sldChg chg="modSp mod">
        <pc:chgData name="Sanmukh Kuppannagari" userId="ad215094-da36-4b66-9c79-369a17aea26b" providerId="ADAL" clId="{CB24E3B9-6C37-4362-9284-D752EC06246D}" dt="2025-09-02T02:09:16.682" v="1013" actId="20577"/>
        <pc:sldMkLst>
          <pc:docMk/>
          <pc:sldMk cId="1799099576" sldId="1348"/>
        </pc:sldMkLst>
      </pc:sldChg>
      <pc:sldChg chg="modSp">
        <pc:chgData name="Sanmukh Kuppannagari" userId="ad215094-da36-4b66-9c79-369a17aea26b" providerId="ADAL" clId="{CB24E3B9-6C37-4362-9284-D752EC06246D}" dt="2025-09-02T01:57:36.778" v="573"/>
        <pc:sldMkLst>
          <pc:docMk/>
          <pc:sldMk cId="4227676260" sldId="1349"/>
        </pc:sldMkLst>
      </pc:sldChg>
      <pc:sldChg chg="delSp modSp mod">
        <pc:chgData name="Sanmukh Kuppannagari" userId="ad215094-da36-4b66-9c79-369a17aea26b" providerId="ADAL" clId="{CB24E3B9-6C37-4362-9284-D752EC06246D}" dt="2025-09-02T02:44:01.946" v="2246" actId="478"/>
        <pc:sldMkLst>
          <pc:docMk/>
          <pc:sldMk cId="2262656913" sldId="1352"/>
        </pc:sldMkLst>
      </pc:sldChg>
      <pc:sldChg chg="addSp delSp modSp mod">
        <pc:chgData name="Sanmukh Kuppannagari" userId="ad215094-da36-4b66-9c79-369a17aea26b" providerId="ADAL" clId="{CB24E3B9-6C37-4362-9284-D752EC06246D}" dt="2025-09-02T02:44:32.999" v="2250" actId="478"/>
        <pc:sldMkLst>
          <pc:docMk/>
          <pc:sldMk cId="167355194" sldId="1353"/>
        </pc:sldMkLst>
      </pc:sldChg>
      <pc:sldChg chg="modSp">
        <pc:chgData name="Sanmukh Kuppannagari" userId="ad215094-da36-4b66-9c79-369a17aea26b" providerId="ADAL" clId="{CB24E3B9-6C37-4362-9284-D752EC06246D}" dt="2025-09-02T02:35:09.305" v="1898"/>
        <pc:sldMkLst>
          <pc:docMk/>
          <pc:sldMk cId="2804131373" sldId="1354"/>
        </pc:sldMkLst>
      </pc:sldChg>
      <pc:sldChg chg="modSp mod">
        <pc:chgData name="Sanmukh Kuppannagari" userId="ad215094-da36-4b66-9c79-369a17aea26b" providerId="ADAL" clId="{CB24E3B9-6C37-4362-9284-D752EC06246D}" dt="2025-09-02T02:49:05.744" v="2506" actId="20577"/>
        <pc:sldMkLst>
          <pc:docMk/>
          <pc:sldMk cId="3834269155" sldId="1355"/>
        </pc:sldMkLst>
      </pc:sldChg>
      <pc:sldChg chg="add del">
        <pc:chgData name="Sanmukh Kuppannagari" userId="ad215094-da36-4b66-9c79-369a17aea26b" providerId="ADAL" clId="{CB24E3B9-6C37-4362-9284-D752EC06246D}" dt="2025-09-02T02:48:42.567" v="2410" actId="47"/>
        <pc:sldMkLst>
          <pc:docMk/>
          <pc:sldMk cId="1967107891" sldId="1356"/>
        </pc:sldMkLst>
      </pc:sldChg>
      <pc:sldChg chg="modSp mod">
        <pc:chgData name="Sanmukh Kuppannagari" userId="ad215094-da36-4b66-9c79-369a17aea26b" providerId="ADAL" clId="{CB24E3B9-6C37-4362-9284-D752EC06246D}" dt="2025-09-02T01:56:24.016" v="566" actId="20577"/>
        <pc:sldMkLst>
          <pc:docMk/>
          <pc:sldMk cId="518010934" sldId="1373"/>
        </pc:sldMkLst>
      </pc:sldChg>
      <pc:sldChg chg="modSp mod">
        <pc:chgData name="Sanmukh Kuppannagari" userId="ad215094-da36-4b66-9c79-369a17aea26b" providerId="ADAL" clId="{CB24E3B9-6C37-4362-9284-D752EC06246D}" dt="2025-09-02T01:57:18.986" v="569" actId="20577"/>
        <pc:sldMkLst>
          <pc:docMk/>
          <pc:sldMk cId="2532106449" sldId="1374"/>
        </pc:sldMkLst>
      </pc:sldChg>
      <pc:sldChg chg="modSp mod">
        <pc:chgData name="Sanmukh Kuppannagari" userId="ad215094-da36-4b66-9c79-369a17aea26b" providerId="ADAL" clId="{CB24E3B9-6C37-4362-9284-D752EC06246D}" dt="2025-09-02T02:49:59.964" v="2509" actId="14100"/>
        <pc:sldMkLst>
          <pc:docMk/>
          <pc:sldMk cId="2155445605" sldId="1376"/>
        </pc:sldMkLst>
      </pc:sldChg>
      <pc:sldChg chg="modSp mod">
        <pc:chgData name="Sanmukh Kuppannagari" userId="ad215094-da36-4b66-9c79-369a17aea26b" providerId="ADAL" clId="{CB24E3B9-6C37-4362-9284-D752EC06246D}" dt="2025-09-02T01:31:37.470" v="28" actId="20577"/>
        <pc:sldMkLst>
          <pc:docMk/>
          <pc:sldMk cId="2646681002" sldId="1418"/>
        </pc:sldMkLst>
      </pc:sldChg>
      <pc:sldChg chg="modSp new mod ord">
        <pc:chgData name="Sanmukh Kuppannagari" userId="ad215094-da36-4b66-9c79-369a17aea26b" providerId="ADAL" clId="{CB24E3B9-6C37-4362-9284-D752EC06246D}" dt="2025-09-02T02:08:02.671" v="1005" actId="113"/>
        <pc:sldMkLst>
          <pc:docMk/>
          <pc:sldMk cId="1421149001" sldId="1419"/>
        </pc:sldMkLst>
        <pc:spChg chg="mod">
          <ac:chgData name="Sanmukh Kuppannagari" userId="ad215094-da36-4b66-9c79-369a17aea26b" providerId="ADAL" clId="{CB24E3B9-6C37-4362-9284-D752EC06246D}" dt="2025-09-02T02:00:08.632" v="575"/>
          <ac:spMkLst>
            <pc:docMk/>
            <pc:sldMk cId="1421149001" sldId="1419"/>
            <ac:spMk id="2" creationId="{C80AD6D3-0D84-9D77-1991-6E37AC3BF12E}"/>
          </ac:spMkLst>
        </pc:spChg>
        <pc:spChg chg="mod">
          <ac:chgData name="Sanmukh Kuppannagari" userId="ad215094-da36-4b66-9c79-369a17aea26b" providerId="ADAL" clId="{CB24E3B9-6C37-4362-9284-D752EC06246D}" dt="2025-09-02T02:08:02.671" v="1005" actId="113"/>
          <ac:spMkLst>
            <pc:docMk/>
            <pc:sldMk cId="1421149001" sldId="1419"/>
            <ac:spMk id="3" creationId="{E3E6FC74-0381-56F9-E4E6-0654E7CA4357}"/>
          </ac:spMkLst>
        </pc:spChg>
      </pc:sldChg>
      <pc:sldChg chg="del">
        <pc:chgData name="Sanmukh Kuppannagari" userId="ad215094-da36-4b66-9c79-369a17aea26b" providerId="ADAL" clId="{CB24E3B9-6C37-4362-9284-D752EC06246D}" dt="2025-09-02T01:31:15.028" v="9" actId="47"/>
        <pc:sldMkLst>
          <pc:docMk/>
          <pc:sldMk cId="2756067693" sldId="1419"/>
        </pc:sldMkLst>
      </pc:sldChg>
      <pc:sldChg chg="del">
        <pc:chgData name="Sanmukh Kuppannagari" userId="ad215094-da36-4b66-9c79-369a17aea26b" providerId="ADAL" clId="{CB24E3B9-6C37-4362-9284-D752EC06246D}" dt="2025-09-02T01:31:09.493" v="7" actId="47"/>
        <pc:sldMkLst>
          <pc:docMk/>
          <pc:sldMk cId="519883686" sldId="1420"/>
        </pc:sldMkLst>
      </pc:sldChg>
      <pc:sldChg chg="modSp new mod">
        <pc:chgData name="Sanmukh Kuppannagari" userId="ad215094-da36-4b66-9c79-369a17aea26b" providerId="ADAL" clId="{CB24E3B9-6C37-4362-9284-D752EC06246D}" dt="2025-09-02T02:19:14.736" v="1240" actId="20577"/>
        <pc:sldMkLst>
          <pc:docMk/>
          <pc:sldMk cId="3986795981" sldId="1420"/>
        </pc:sldMkLst>
        <pc:spChg chg="mod">
          <ac:chgData name="Sanmukh Kuppannagari" userId="ad215094-da36-4b66-9c79-369a17aea26b" providerId="ADAL" clId="{CB24E3B9-6C37-4362-9284-D752EC06246D}" dt="2025-09-02T02:09:41.262" v="1015"/>
          <ac:spMkLst>
            <pc:docMk/>
            <pc:sldMk cId="3986795981" sldId="1420"/>
            <ac:spMk id="2" creationId="{3452044D-707F-4D16-0092-3C4A55AF1B12}"/>
          </ac:spMkLst>
        </pc:spChg>
        <pc:spChg chg="mod">
          <ac:chgData name="Sanmukh Kuppannagari" userId="ad215094-da36-4b66-9c79-369a17aea26b" providerId="ADAL" clId="{CB24E3B9-6C37-4362-9284-D752EC06246D}" dt="2025-09-02T02:19:14.736" v="1240" actId="20577"/>
          <ac:spMkLst>
            <pc:docMk/>
            <pc:sldMk cId="3986795981" sldId="1420"/>
            <ac:spMk id="3" creationId="{058E63BC-E6FF-9E3C-ED1F-266E98F68CAD}"/>
          </ac:spMkLst>
        </pc:spChg>
      </pc:sldChg>
      <pc:sldChg chg="modSp new mod">
        <pc:chgData name="Sanmukh Kuppannagari" userId="ad215094-da36-4b66-9c79-369a17aea26b" providerId="ADAL" clId="{CB24E3B9-6C37-4362-9284-D752EC06246D}" dt="2025-09-02T02:34:50.033" v="1875" actId="20577"/>
        <pc:sldMkLst>
          <pc:docMk/>
          <pc:sldMk cId="2650456059" sldId="1421"/>
        </pc:sldMkLst>
        <pc:spChg chg="mod">
          <ac:chgData name="Sanmukh Kuppannagari" userId="ad215094-da36-4b66-9c79-369a17aea26b" providerId="ADAL" clId="{CB24E3B9-6C37-4362-9284-D752EC06246D}" dt="2025-09-02T02:20:58.921" v="1271" actId="20577"/>
          <ac:spMkLst>
            <pc:docMk/>
            <pc:sldMk cId="2650456059" sldId="1421"/>
            <ac:spMk id="2" creationId="{03768669-017C-6DD2-6B98-2164373C0ACB}"/>
          </ac:spMkLst>
        </pc:spChg>
        <pc:spChg chg="mod">
          <ac:chgData name="Sanmukh Kuppannagari" userId="ad215094-da36-4b66-9c79-369a17aea26b" providerId="ADAL" clId="{CB24E3B9-6C37-4362-9284-D752EC06246D}" dt="2025-09-02T02:34:50.033" v="1875" actId="20577"/>
          <ac:spMkLst>
            <pc:docMk/>
            <pc:sldMk cId="2650456059" sldId="1421"/>
            <ac:spMk id="3" creationId="{BF336B22-5010-F157-6E6A-19100B00808A}"/>
          </ac:spMkLst>
        </pc:spChg>
      </pc:sldChg>
      <pc:sldChg chg="del">
        <pc:chgData name="Sanmukh Kuppannagari" userId="ad215094-da36-4b66-9c79-369a17aea26b" providerId="ADAL" clId="{CB24E3B9-6C37-4362-9284-D752EC06246D}" dt="2025-09-02T01:31:12.502" v="8" actId="47"/>
        <pc:sldMkLst>
          <pc:docMk/>
          <pc:sldMk cId="3752423486" sldId="1421"/>
        </pc:sldMkLst>
      </pc:sldChg>
      <pc:sldChg chg="modSp new mod">
        <pc:chgData name="Sanmukh Kuppannagari" userId="ad215094-da36-4b66-9c79-369a17aea26b" providerId="ADAL" clId="{CB24E3B9-6C37-4362-9284-D752EC06246D}" dt="2025-09-02T02:42:19.442" v="2150" actId="20577"/>
        <pc:sldMkLst>
          <pc:docMk/>
          <pc:sldMk cId="4197653838" sldId="1422"/>
        </pc:sldMkLst>
      </pc:sldChg>
      <pc:sldChg chg="delSp add mod">
        <pc:chgData name="Sanmukh Kuppannagari" userId="ad215094-da36-4b66-9c79-369a17aea26b" providerId="ADAL" clId="{CB24E3B9-6C37-4362-9284-D752EC06246D}" dt="2025-09-02T02:43:57.913" v="2245" actId="478"/>
        <pc:sldMkLst>
          <pc:docMk/>
          <pc:sldMk cId="638052932" sldId="1423"/>
        </pc:sldMkLst>
      </pc:sldChg>
      <pc:sldChg chg="delSp modSp add mod">
        <pc:chgData name="Sanmukh Kuppannagari" userId="ad215094-da36-4b66-9c79-369a17aea26b" providerId="ADAL" clId="{CB24E3B9-6C37-4362-9284-D752EC06246D}" dt="2025-09-02T02:44:12.399" v="2248" actId="478"/>
        <pc:sldMkLst>
          <pc:docMk/>
          <pc:sldMk cId="3770645963" sldId="1424"/>
        </pc:sldMkLst>
      </pc:sldChg>
      <pc:sldChg chg="modSp add mod">
        <pc:chgData name="Sanmukh Kuppannagari" userId="ad215094-da36-4b66-9c79-369a17aea26b" providerId="ADAL" clId="{CB24E3B9-6C37-4362-9284-D752EC06246D}" dt="2025-09-02T02:45:01.810" v="2253" actId="20577"/>
        <pc:sldMkLst>
          <pc:docMk/>
          <pc:sldMk cId="3081440398" sldId="1425"/>
        </pc:sldMkLst>
      </pc:sldChg>
      <pc:sldChg chg="modSp add mod">
        <pc:chgData name="Sanmukh Kuppannagari" userId="ad215094-da36-4b66-9c79-369a17aea26b" providerId="ADAL" clId="{CB24E3B9-6C37-4362-9284-D752EC06246D}" dt="2025-09-02T02:45:21.156" v="2257" actId="20577"/>
        <pc:sldMkLst>
          <pc:docMk/>
          <pc:sldMk cId="1955316302" sldId="1426"/>
        </pc:sldMkLst>
      </pc:sldChg>
    </pc:docChg>
  </pc:docChgLst>
  <pc:docChgLst>
    <pc:chgData name="Sanmukh Kuppannagari" userId="ad215094-da36-4b66-9c79-369a17aea26b" providerId="ADAL" clId="{5FCC71F3-C825-43C2-BB90-7A89A27DA80B}"/>
    <pc:docChg chg="undo custSel addSld delSld modSld sldOrd">
      <pc:chgData name="Sanmukh Kuppannagari" userId="ad215094-da36-4b66-9c79-369a17aea26b" providerId="ADAL" clId="{5FCC71F3-C825-43C2-BB90-7A89A27DA80B}" dt="2024-08-27T14:56:17.359" v="2869" actId="1076"/>
      <pc:docMkLst>
        <pc:docMk/>
      </pc:docMkLst>
      <pc:sldChg chg="modSp mod">
        <pc:chgData name="Sanmukh Kuppannagari" userId="ad215094-da36-4b66-9c79-369a17aea26b" providerId="ADAL" clId="{5FCC71F3-C825-43C2-BB90-7A89A27DA80B}" dt="2024-08-27T12:44:58.871" v="21" actId="20577"/>
        <pc:sldMkLst>
          <pc:docMk/>
          <pc:sldMk cId="728785357" sldId="256"/>
        </pc:sldMkLst>
      </pc:sldChg>
      <pc:sldChg chg="addSp delSp modSp mod">
        <pc:chgData name="Sanmukh Kuppannagari" userId="ad215094-da36-4b66-9c79-369a17aea26b" providerId="ADAL" clId="{5FCC71F3-C825-43C2-BB90-7A89A27DA80B}" dt="2024-08-27T14:56:17.359" v="2869" actId="1076"/>
        <pc:sldMkLst>
          <pc:docMk/>
          <pc:sldMk cId="1853368443" sldId="257"/>
        </pc:sldMkLst>
      </pc:sldChg>
      <pc:sldChg chg="modSp mod">
        <pc:chgData name="Sanmukh Kuppannagari" userId="ad215094-da36-4b66-9c79-369a17aea26b" providerId="ADAL" clId="{5FCC71F3-C825-43C2-BB90-7A89A27DA80B}" dt="2024-08-27T12:45:35.542" v="27" actId="6549"/>
        <pc:sldMkLst>
          <pc:docMk/>
          <pc:sldMk cId="2017305151" sldId="261"/>
        </pc:sldMkLst>
      </pc:sldChg>
      <pc:sldChg chg="del">
        <pc:chgData name="Sanmukh Kuppannagari" userId="ad215094-da36-4b66-9c79-369a17aea26b" providerId="ADAL" clId="{5FCC71F3-C825-43C2-BB90-7A89A27DA80B}" dt="2024-08-27T12:46:21.210" v="33" actId="47"/>
        <pc:sldMkLst>
          <pc:docMk/>
          <pc:sldMk cId="2115879010" sldId="263"/>
        </pc:sldMkLst>
      </pc:sldChg>
      <pc:sldChg chg="modSp mod">
        <pc:chgData name="Sanmukh Kuppannagari" userId="ad215094-da36-4b66-9c79-369a17aea26b" providerId="ADAL" clId="{5FCC71F3-C825-43C2-BB90-7A89A27DA80B}" dt="2024-08-27T12:47:52.206" v="81" actId="20577"/>
        <pc:sldMkLst>
          <pc:docMk/>
          <pc:sldMk cId="4279812585" sldId="264"/>
        </pc:sldMkLst>
      </pc:sldChg>
      <pc:sldChg chg="modSp mod">
        <pc:chgData name="Sanmukh Kuppannagari" userId="ad215094-da36-4b66-9c79-369a17aea26b" providerId="ADAL" clId="{5FCC71F3-C825-43C2-BB90-7A89A27DA80B}" dt="2024-08-27T13:46:38.444" v="734" actId="20577"/>
        <pc:sldMkLst>
          <pc:docMk/>
          <pc:sldMk cId="229327562" sldId="265"/>
        </pc:sldMkLst>
      </pc:sldChg>
      <pc:sldChg chg="modSp mod">
        <pc:chgData name="Sanmukh Kuppannagari" userId="ad215094-da36-4b66-9c79-369a17aea26b" providerId="ADAL" clId="{5FCC71F3-C825-43C2-BB90-7A89A27DA80B}" dt="2024-08-27T13:48:25.862" v="819" actId="20577"/>
        <pc:sldMkLst>
          <pc:docMk/>
          <pc:sldMk cId="773656466" sldId="266"/>
        </pc:sldMkLst>
      </pc:sldChg>
      <pc:sldChg chg="modSp mod">
        <pc:chgData name="Sanmukh Kuppannagari" userId="ad215094-da36-4b66-9c79-369a17aea26b" providerId="ADAL" clId="{5FCC71F3-C825-43C2-BB90-7A89A27DA80B}" dt="2024-08-27T13:44:27.239" v="709" actId="27636"/>
        <pc:sldMkLst>
          <pc:docMk/>
          <pc:sldMk cId="664933502" sldId="273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517079826" sldId="274"/>
        </pc:sldMkLst>
      </pc:sldChg>
      <pc:sldChg chg="modSp mod">
        <pc:chgData name="Sanmukh Kuppannagari" userId="ad215094-da36-4b66-9c79-369a17aea26b" providerId="ADAL" clId="{5FCC71F3-C825-43C2-BB90-7A89A27DA80B}" dt="2024-08-27T14:22:04.340" v="2079" actId="20577"/>
        <pc:sldMkLst>
          <pc:docMk/>
          <pc:sldMk cId="1064585860" sldId="277"/>
        </pc:sldMkLst>
      </pc:sldChg>
      <pc:sldChg chg="modSp mod">
        <pc:chgData name="Sanmukh Kuppannagari" userId="ad215094-da36-4b66-9c79-369a17aea26b" providerId="ADAL" clId="{5FCC71F3-C825-43C2-BB90-7A89A27DA80B}" dt="2024-08-27T13:57:02.226" v="873" actId="20577"/>
        <pc:sldMkLst>
          <pc:docMk/>
          <pc:sldMk cId="2392899443" sldId="278"/>
        </pc:sldMkLst>
      </pc:sldChg>
      <pc:sldChg chg="modSp mod">
        <pc:chgData name="Sanmukh Kuppannagari" userId="ad215094-da36-4b66-9c79-369a17aea26b" providerId="ADAL" clId="{5FCC71F3-C825-43C2-BB90-7A89A27DA80B}" dt="2024-08-27T13:57:06.581" v="874" actId="20577"/>
        <pc:sldMkLst>
          <pc:docMk/>
          <pc:sldMk cId="3752910855" sldId="279"/>
        </pc:sldMkLst>
      </pc:sldChg>
      <pc:sldChg chg="modSp del mod">
        <pc:chgData name="Sanmukh Kuppannagari" userId="ad215094-da36-4b66-9c79-369a17aea26b" providerId="ADAL" clId="{5FCC71F3-C825-43C2-BB90-7A89A27DA80B}" dt="2024-08-27T14:01:55.303" v="877" actId="47"/>
        <pc:sldMkLst>
          <pc:docMk/>
          <pc:sldMk cId="621001467" sldId="280"/>
        </pc:sldMkLst>
      </pc:sldChg>
      <pc:sldChg chg="modSp mod">
        <pc:chgData name="Sanmukh Kuppannagari" userId="ad215094-da36-4b66-9c79-369a17aea26b" providerId="ADAL" clId="{5FCC71F3-C825-43C2-BB90-7A89A27DA80B}" dt="2024-08-27T14:18:22.939" v="1920" actId="20577"/>
        <pc:sldMkLst>
          <pc:docMk/>
          <pc:sldMk cId="3740158276" sldId="281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1659248167" sldId="282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3056812290" sldId="283"/>
        </pc:sldMkLst>
      </pc:sldChg>
      <pc:sldChg chg="modSp mod">
        <pc:chgData name="Sanmukh Kuppannagari" userId="ad215094-da36-4b66-9c79-369a17aea26b" providerId="ADAL" clId="{5FCC71F3-C825-43C2-BB90-7A89A27DA80B}" dt="2024-08-27T14:30:48.700" v="2231" actId="20577"/>
        <pc:sldMkLst>
          <pc:docMk/>
          <pc:sldMk cId="2158303791" sldId="288"/>
        </pc:sldMkLst>
      </pc:sldChg>
      <pc:sldChg chg="del">
        <pc:chgData name="Sanmukh Kuppannagari" userId="ad215094-da36-4b66-9c79-369a17aea26b" providerId="ADAL" clId="{5FCC71F3-C825-43C2-BB90-7A89A27DA80B}" dt="2024-08-27T12:45:39.178" v="28" actId="47"/>
        <pc:sldMkLst>
          <pc:docMk/>
          <pc:sldMk cId="570291501" sldId="289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00871894" sldId="293"/>
        </pc:sldMkLst>
      </pc:sldChg>
      <pc:sldChg chg="add del">
        <pc:chgData name="Sanmukh Kuppannagari" userId="ad215094-da36-4b66-9c79-369a17aea26b" providerId="ADAL" clId="{5FCC71F3-C825-43C2-BB90-7A89A27DA80B}" dt="2024-08-27T14:42:17.722" v="2619" actId="47"/>
        <pc:sldMkLst>
          <pc:docMk/>
          <pc:sldMk cId="2664133677" sldId="298"/>
        </pc:sldMkLst>
      </pc:sldChg>
      <pc:sldChg chg="del">
        <pc:chgData name="Sanmukh Kuppannagari" userId="ad215094-da36-4b66-9c79-369a17aea26b" providerId="ADAL" clId="{5FCC71F3-C825-43C2-BB90-7A89A27DA80B}" dt="2024-08-27T12:46:57.001" v="38" actId="47"/>
        <pc:sldMkLst>
          <pc:docMk/>
          <pc:sldMk cId="670794243" sldId="301"/>
        </pc:sldMkLst>
      </pc:sldChg>
      <pc:sldChg chg="del">
        <pc:chgData name="Sanmukh Kuppannagari" userId="ad215094-da36-4b66-9c79-369a17aea26b" providerId="ADAL" clId="{5FCC71F3-C825-43C2-BB90-7A89A27DA80B}" dt="2024-08-27T12:46:10.357" v="31" actId="47"/>
        <pc:sldMkLst>
          <pc:docMk/>
          <pc:sldMk cId="2162272" sldId="302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456202256" sldId="307"/>
        </pc:sldMkLst>
      </pc:sldChg>
      <pc:sldChg chg="modSp mod">
        <pc:chgData name="Sanmukh Kuppannagari" userId="ad215094-da36-4b66-9c79-369a17aea26b" providerId="ADAL" clId="{5FCC71F3-C825-43C2-BB90-7A89A27DA80B}" dt="2024-08-27T12:50:53.261" v="131" actId="20577"/>
        <pc:sldMkLst>
          <pc:docMk/>
          <pc:sldMk cId="4010883220" sldId="315"/>
        </pc:sldMkLst>
      </pc:sldChg>
      <pc:sldChg chg="modSp mod">
        <pc:chgData name="Sanmukh Kuppannagari" userId="ad215094-da36-4b66-9c79-369a17aea26b" providerId="ADAL" clId="{5FCC71F3-C825-43C2-BB90-7A89A27DA80B}" dt="2024-08-27T12:51:14.099" v="134" actId="20577"/>
        <pc:sldMkLst>
          <pc:docMk/>
          <pc:sldMk cId="961129123" sldId="316"/>
        </pc:sldMkLst>
      </pc:sldChg>
      <pc:sldChg chg="modSp mod">
        <pc:chgData name="Sanmukh Kuppannagari" userId="ad215094-da36-4b66-9c79-369a17aea26b" providerId="ADAL" clId="{5FCC71F3-C825-43C2-BB90-7A89A27DA80B}" dt="2024-08-27T13:47:13.431" v="812" actId="20577"/>
        <pc:sldMkLst>
          <pc:docMk/>
          <pc:sldMk cId="537906077" sldId="319"/>
        </pc:sldMkLst>
      </pc:sldChg>
      <pc:sldChg chg="add del">
        <pc:chgData name="Sanmukh Kuppannagari" userId="ad215094-da36-4b66-9c79-369a17aea26b" providerId="ADAL" clId="{5FCC71F3-C825-43C2-BB90-7A89A27DA80B}" dt="2024-08-27T14:42:17.722" v="2619" actId="47"/>
        <pc:sldMkLst>
          <pc:docMk/>
          <pc:sldMk cId="2522483144" sldId="341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4047053487" sldId="343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11840423" sldId="344"/>
        </pc:sldMkLst>
      </pc:sldChg>
      <pc:sldChg chg="add del">
        <pc:chgData name="Sanmukh Kuppannagari" userId="ad215094-da36-4b66-9c79-369a17aea26b" providerId="ADAL" clId="{5FCC71F3-C825-43C2-BB90-7A89A27DA80B}" dt="2024-08-27T13:06:08.936" v="354" actId="47"/>
        <pc:sldMkLst>
          <pc:docMk/>
          <pc:sldMk cId="3723127128" sldId="348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490123102" sldId="349"/>
        </pc:sldMkLst>
      </pc:sldChg>
      <pc:sldChg chg="add del">
        <pc:chgData name="Sanmukh Kuppannagari" userId="ad215094-da36-4b66-9c79-369a17aea26b" providerId="ADAL" clId="{5FCC71F3-C825-43C2-BB90-7A89A27DA80B}" dt="2024-08-27T13:06:03.574" v="352" actId="47"/>
        <pc:sldMkLst>
          <pc:docMk/>
          <pc:sldMk cId="3483887094" sldId="350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758420558" sldId="351"/>
        </pc:sldMkLst>
      </pc:sldChg>
      <pc:sldChg chg="add del">
        <pc:chgData name="Sanmukh Kuppannagari" userId="ad215094-da36-4b66-9c79-369a17aea26b" providerId="ADAL" clId="{5FCC71F3-C825-43C2-BB90-7A89A27DA80B}" dt="2024-08-27T13:06:06.715" v="353" actId="47"/>
        <pc:sldMkLst>
          <pc:docMk/>
          <pc:sldMk cId="1279029055" sldId="352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1812071874" sldId="353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492042211" sldId="354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865917714" sldId="355"/>
        </pc:sldMkLst>
      </pc:sldChg>
      <pc:sldChg chg="add del">
        <pc:chgData name="Sanmukh Kuppannagari" userId="ad215094-da36-4b66-9c79-369a17aea26b" providerId="ADAL" clId="{5FCC71F3-C825-43C2-BB90-7A89A27DA80B}" dt="2024-08-27T14:28:26.121" v="2081" actId="47"/>
        <pc:sldMkLst>
          <pc:docMk/>
          <pc:sldMk cId="705628724" sldId="356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4214734292" sldId="357"/>
        </pc:sldMkLst>
      </pc:sldChg>
      <pc:sldChg chg="add del">
        <pc:chgData name="Sanmukh Kuppannagari" userId="ad215094-da36-4b66-9c79-369a17aea26b" providerId="ADAL" clId="{5FCC71F3-C825-43C2-BB90-7A89A27DA80B}" dt="2024-08-27T14:28:33.065" v="2082" actId="47"/>
        <pc:sldMkLst>
          <pc:docMk/>
          <pc:sldMk cId="1027554099" sldId="358"/>
        </pc:sldMkLst>
      </pc:sldChg>
      <pc:sldChg chg="addSp modSp add mod">
        <pc:chgData name="Sanmukh Kuppannagari" userId="ad215094-da36-4b66-9c79-369a17aea26b" providerId="ADAL" clId="{5FCC71F3-C825-43C2-BB90-7A89A27DA80B}" dt="2024-08-27T14:30:12.508" v="2214" actId="20577"/>
        <pc:sldMkLst>
          <pc:docMk/>
          <pc:sldMk cId="508044999" sldId="359"/>
        </pc:sldMkLst>
      </pc:sldChg>
      <pc:sldChg chg="add del">
        <pc:chgData name="Sanmukh Kuppannagari" userId="ad215094-da36-4b66-9c79-369a17aea26b" providerId="ADAL" clId="{5FCC71F3-C825-43C2-BB90-7A89A27DA80B}" dt="2024-08-27T14:28:57.385" v="2085" actId="47"/>
        <pc:sldMkLst>
          <pc:docMk/>
          <pc:sldMk cId="1622640958" sldId="360"/>
        </pc:sldMkLst>
      </pc:sldChg>
      <pc:sldChg chg="add ord">
        <pc:chgData name="Sanmukh Kuppannagari" userId="ad215094-da36-4b66-9c79-369a17aea26b" providerId="ADAL" clId="{5FCC71F3-C825-43C2-BB90-7A89A27DA80B}" dt="2024-08-27T14:28:43.371" v="2084"/>
        <pc:sldMkLst>
          <pc:docMk/>
          <pc:sldMk cId="3582721875" sldId="361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711586685" sldId="362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676817876" sldId="364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1059025400" sldId="365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1982809871" sldId="366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344624359" sldId="369"/>
        </pc:sldMkLst>
      </pc:sldChg>
      <pc:sldChg chg="modSp add mod">
        <pc:chgData name="Sanmukh Kuppannagari" userId="ad215094-da36-4b66-9c79-369a17aea26b" providerId="ADAL" clId="{5FCC71F3-C825-43C2-BB90-7A89A27DA80B}" dt="2024-08-27T14:27:51.019" v="2080" actId="20577"/>
        <pc:sldMkLst>
          <pc:docMk/>
          <pc:sldMk cId="3904881137" sldId="370"/>
        </pc:sldMkLst>
      </pc:sldChg>
      <pc:sldChg chg="add del">
        <pc:chgData name="Sanmukh Kuppannagari" userId="ad215094-da36-4b66-9c79-369a17aea26b" providerId="ADAL" clId="{5FCC71F3-C825-43C2-BB90-7A89A27DA80B}" dt="2024-08-27T14:42:17.722" v="2619" actId="47"/>
        <pc:sldMkLst>
          <pc:docMk/>
          <pc:sldMk cId="1638638761" sldId="1242"/>
        </pc:sldMkLst>
      </pc:sldChg>
      <pc:sldChg chg="add del">
        <pc:chgData name="Sanmukh Kuppannagari" userId="ad215094-da36-4b66-9c79-369a17aea26b" providerId="ADAL" clId="{5FCC71F3-C825-43C2-BB90-7A89A27DA80B}" dt="2024-08-27T14:42:17.722" v="2619" actId="47"/>
        <pc:sldMkLst>
          <pc:docMk/>
          <pc:sldMk cId="3019430982" sldId="1243"/>
        </pc:sldMkLst>
      </pc:sldChg>
      <pc:sldChg chg="add del">
        <pc:chgData name="Sanmukh Kuppannagari" userId="ad215094-da36-4b66-9c79-369a17aea26b" providerId="ADAL" clId="{5FCC71F3-C825-43C2-BB90-7A89A27DA80B}" dt="2024-08-27T14:42:17.722" v="2619" actId="47"/>
        <pc:sldMkLst>
          <pc:docMk/>
          <pc:sldMk cId="1516867430" sldId="1244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4248992536" sldId="1413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738820361" sldId="1414"/>
        </pc:sldMkLst>
      </pc:sldChg>
      <pc:sldChg chg="modSp add mod">
        <pc:chgData name="Sanmukh Kuppannagari" userId="ad215094-da36-4b66-9c79-369a17aea26b" providerId="ADAL" clId="{5FCC71F3-C825-43C2-BB90-7A89A27DA80B}" dt="2024-08-27T12:46:01.359" v="30" actId="207"/>
        <pc:sldMkLst>
          <pc:docMk/>
          <pc:sldMk cId="145402012" sldId="1415"/>
        </pc:sldMkLst>
      </pc:sldChg>
      <pc:sldChg chg="modSp add mod ord">
        <pc:chgData name="Sanmukh Kuppannagari" userId="ad215094-da36-4b66-9c79-369a17aea26b" providerId="ADAL" clId="{5FCC71F3-C825-43C2-BB90-7A89A27DA80B}" dt="2024-08-27T12:46:50.722" v="37"/>
        <pc:sldMkLst>
          <pc:docMk/>
          <pc:sldMk cId="295492823" sldId="1416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399650778" sldId="1417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624960510" sldId="1418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842676586" sldId="1419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4171868693" sldId="1420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070763525" sldId="1421"/>
        </pc:sldMkLst>
      </pc:sldChg>
      <pc:sldChg chg="modSp add mod">
        <pc:chgData name="Sanmukh Kuppannagari" userId="ad215094-da36-4b66-9c79-369a17aea26b" providerId="ADAL" clId="{5FCC71F3-C825-43C2-BB90-7A89A27DA80B}" dt="2024-08-27T13:02:13.990" v="348" actId="207"/>
        <pc:sldMkLst>
          <pc:docMk/>
          <pc:sldMk cId="665993282" sldId="1422"/>
        </pc:sldMkLst>
      </pc:sldChg>
      <pc:sldChg chg="modSp add mod">
        <pc:chgData name="Sanmukh Kuppannagari" userId="ad215094-da36-4b66-9c79-369a17aea26b" providerId="ADAL" clId="{5FCC71F3-C825-43C2-BB90-7A89A27DA80B}" dt="2024-08-27T13:02:32.376" v="350" actId="207"/>
        <pc:sldMkLst>
          <pc:docMk/>
          <pc:sldMk cId="3988014077" sldId="1423"/>
        </pc:sldMkLst>
      </pc:sldChg>
      <pc:sldChg chg="addSp delSp modSp new mod modNotesTx">
        <pc:chgData name="Sanmukh Kuppannagari" userId="ad215094-da36-4b66-9c79-369a17aea26b" providerId="ADAL" clId="{5FCC71F3-C825-43C2-BB90-7A89A27DA80B}" dt="2024-08-27T13:56:52.839" v="871" actId="20577"/>
        <pc:sldMkLst>
          <pc:docMk/>
          <pc:sldMk cId="3464992614" sldId="1424"/>
        </pc:sldMkLst>
      </pc:sldChg>
      <pc:sldChg chg="modSp new mod">
        <pc:chgData name="Sanmukh Kuppannagari" userId="ad215094-da36-4b66-9c79-369a17aea26b" providerId="ADAL" clId="{5FCC71F3-C825-43C2-BB90-7A89A27DA80B}" dt="2024-08-27T14:07:06.102" v="1226" actId="20577"/>
        <pc:sldMkLst>
          <pc:docMk/>
          <pc:sldMk cId="2900684070" sldId="1425"/>
        </pc:sldMkLst>
      </pc:sldChg>
      <pc:sldChg chg="addSp modSp add mod">
        <pc:chgData name="Sanmukh Kuppannagari" userId="ad215094-da36-4b66-9c79-369a17aea26b" providerId="ADAL" clId="{5FCC71F3-C825-43C2-BB90-7A89A27DA80B}" dt="2024-08-27T14:19:41.285" v="1996" actId="403"/>
        <pc:sldMkLst>
          <pc:docMk/>
          <pc:sldMk cId="2221228576" sldId="1426"/>
        </pc:sldMkLst>
      </pc:sldChg>
      <pc:sldChg chg="modSp add mod">
        <pc:chgData name="Sanmukh Kuppannagari" userId="ad215094-da36-4b66-9c79-369a17aea26b" providerId="ADAL" clId="{5FCC71F3-C825-43C2-BB90-7A89A27DA80B}" dt="2024-08-27T14:20:05.515" v="2057" actId="20577"/>
        <pc:sldMkLst>
          <pc:docMk/>
          <pc:sldMk cId="2023560490" sldId="1427"/>
        </pc:sldMkLst>
      </pc:sldChg>
      <pc:sldChg chg="modSp new mod">
        <pc:chgData name="Sanmukh Kuppannagari" userId="ad215094-da36-4b66-9c79-369a17aea26b" providerId="ADAL" clId="{5FCC71F3-C825-43C2-BB90-7A89A27DA80B}" dt="2024-08-27T14:42:08.727" v="2618" actId="20577"/>
        <pc:sldMkLst>
          <pc:docMk/>
          <pc:sldMk cId="2220318750" sldId="1428"/>
        </pc:sldMkLst>
      </pc:sldChg>
      <pc:sldChg chg="modSp new mod">
        <pc:chgData name="Sanmukh Kuppannagari" userId="ad215094-da36-4b66-9c79-369a17aea26b" providerId="ADAL" clId="{5FCC71F3-C825-43C2-BB90-7A89A27DA80B}" dt="2024-08-27T14:43:10.500" v="2790" actId="20577"/>
        <pc:sldMkLst>
          <pc:docMk/>
          <pc:sldMk cId="3958413754" sldId="1429"/>
        </pc:sldMkLst>
      </pc:sldChg>
    </pc:docChg>
  </pc:docChgLst>
  <pc:docChgLst>
    <pc:chgData name="Sanmukh Kuppannagari" userId="ad215094-da36-4b66-9c79-369a17aea26b" providerId="ADAL" clId="{11171A05-B6FC-4395-9957-15FB24B3E448}"/>
    <pc:docChg chg="undo custSel addSld delSld modSld sldOrd">
      <pc:chgData name="Sanmukh Kuppannagari" userId="ad215094-da36-4b66-9c79-369a17aea26b" providerId="ADAL" clId="{11171A05-B6FC-4395-9957-15FB24B3E448}" dt="2024-08-29T14:52:38.567" v="6676" actId="962"/>
      <pc:docMkLst>
        <pc:docMk/>
      </pc:docMkLst>
      <pc:sldChg chg="modSp mod">
        <pc:chgData name="Sanmukh Kuppannagari" userId="ad215094-da36-4b66-9c79-369a17aea26b" providerId="ADAL" clId="{11171A05-B6FC-4395-9957-15FB24B3E448}" dt="2024-08-29T02:48:13.037" v="1" actId="20577"/>
        <pc:sldMkLst>
          <pc:docMk/>
          <pc:sldMk cId="728785357" sldId="25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853368443" sldId="25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571907200" sldId="258"/>
        </pc:sldMkLst>
      </pc:sldChg>
      <pc:sldChg chg="modSp mod">
        <pc:chgData name="Sanmukh Kuppannagari" userId="ad215094-da36-4b66-9c79-369a17aea26b" providerId="ADAL" clId="{11171A05-B6FC-4395-9957-15FB24B3E448}" dt="2024-08-29T13:54:11.711" v="6045" actId="20577"/>
        <pc:sldMkLst>
          <pc:docMk/>
          <pc:sldMk cId="2017305151" sldId="261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279812585" sldId="264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29327562" sldId="26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773656466" sldId="26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664933502" sldId="27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32663318" sldId="27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665426680" sldId="27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064585860" sldId="27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392899443" sldId="27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752910855" sldId="27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740158276" sldId="281"/>
        </pc:sldMkLst>
      </pc:sldChg>
      <pc:sldChg chg="modSp mod">
        <pc:chgData name="Sanmukh Kuppannagari" userId="ad215094-da36-4b66-9c79-369a17aea26b" providerId="ADAL" clId="{11171A05-B6FC-4395-9957-15FB24B3E448}" dt="2024-08-29T14:50:06.257" v="6646" actId="20577"/>
        <pc:sldMkLst>
          <pc:docMk/>
          <pc:sldMk cId="2158303791" sldId="288"/>
        </pc:sldMkLst>
      </pc:sldChg>
      <pc:sldChg chg="modSp add mod">
        <pc:chgData name="Sanmukh Kuppannagari" userId="ad215094-da36-4b66-9c79-369a17aea26b" providerId="ADAL" clId="{11171A05-B6FC-4395-9957-15FB24B3E448}" dt="2024-08-29T13:54:15.117" v="6046" actId="20577"/>
        <pc:sldMkLst>
          <pc:docMk/>
          <pc:sldMk cId="1737272183" sldId="289"/>
        </pc:sldMkLst>
      </pc:sldChg>
      <pc:sldChg chg="modSp new mod">
        <pc:chgData name="Sanmukh Kuppannagari" userId="ad215094-da36-4b66-9c79-369a17aea26b" providerId="ADAL" clId="{11171A05-B6FC-4395-9957-15FB24B3E448}" dt="2024-08-29T03:23:19.483" v="506" actId="113"/>
        <pc:sldMkLst>
          <pc:docMk/>
          <pc:sldMk cId="2096129851" sldId="290"/>
        </pc:sldMkLst>
      </pc:sldChg>
      <pc:sldChg chg="modSp add mod">
        <pc:chgData name="Sanmukh Kuppannagari" userId="ad215094-da36-4b66-9c79-369a17aea26b" providerId="ADAL" clId="{11171A05-B6FC-4395-9957-15FB24B3E448}" dt="2024-08-29T14:52:38.567" v="6676" actId="962"/>
        <pc:sldMkLst>
          <pc:docMk/>
          <pc:sldMk cId="1860245702" sldId="291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291869099" sldId="291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873626867" sldId="292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00871894" sldId="293"/>
        </pc:sldMkLst>
      </pc:sldChg>
      <pc:sldChg chg="modSp add">
        <pc:chgData name="Sanmukh Kuppannagari" userId="ad215094-da36-4b66-9c79-369a17aea26b" providerId="ADAL" clId="{11171A05-B6FC-4395-9957-15FB24B3E448}" dt="2024-08-29T04:32:03.469" v="1362" actId="12"/>
        <pc:sldMkLst>
          <pc:docMk/>
          <pc:sldMk cId="2664133677" sldId="29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020910546" sldId="29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765558418" sldId="300"/>
        </pc:sldMkLst>
      </pc:sldChg>
      <pc:sldChg chg="addSp delSp modSp add mod">
        <pc:chgData name="Sanmukh Kuppannagari" userId="ad215094-da36-4b66-9c79-369a17aea26b" providerId="ADAL" clId="{11171A05-B6FC-4395-9957-15FB24B3E448}" dt="2024-08-29T04:56:22.963" v="2261" actId="478"/>
        <pc:sldMkLst>
          <pc:docMk/>
          <pc:sldMk cId="2873989303" sldId="301"/>
        </pc:sldMkLst>
      </pc:sldChg>
      <pc:sldChg chg="modSp add mod">
        <pc:chgData name="Sanmukh Kuppannagari" userId="ad215094-da36-4b66-9c79-369a17aea26b" providerId="ADAL" clId="{11171A05-B6FC-4395-9957-15FB24B3E448}" dt="2024-08-29T05:04:51.928" v="2596" actId="20577"/>
        <pc:sldMkLst>
          <pc:docMk/>
          <pc:sldMk cId="1126324089" sldId="302"/>
        </pc:sldMkLst>
      </pc:sldChg>
      <pc:sldChg chg="modSp add mod">
        <pc:chgData name="Sanmukh Kuppannagari" userId="ad215094-da36-4b66-9c79-369a17aea26b" providerId="ADAL" clId="{11171A05-B6FC-4395-9957-15FB24B3E448}" dt="2024-08-29T14:42:13.950" v="6420" actId="20577"/>
        <pc:sldMkLst>
          <pc:docMk/>
          <pc:sldMk cId="1159033991" sldId="30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520937317" sldId="30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456202256" sldId="307"/>
        </pc:sldMkLst>
      </pc:sldChg>
      <pc:sldChg chg="modSp add mod">
        <pc:chgData name="Sanmukh Kuppannagari" userId="ad215094-da36-4b66-9c79-369a17aea26b" providerId="ADAL" clId="{11171A05-B6FC-4395-9957-15FB24B3E448}" dt="2024-08-29T06:15:27.501" v="5155" actId="20577"/>
        <pc:sldMkLst>
          <pc:docMk/>
          <pc:sldMk cId="276729432" sldId="30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013261310" sldId="314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010883220" sldId="31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961129123" sldId="31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305956743" sldId="31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489729582" sldId="31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537906077" sldId="31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047053487" sldId="34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11840423" sldId="344"/>
        </pc:sldMkLst>
      </pc:sldChg>
      <pc:sldChg chg="add">
        <pc:chgData name="Sanmukh Kuppannagari" userId="ad215094-da36-4b66-9c79-369a17aea26b" providerId="ADAL" clId="{11171A05-B6FC-4395-9957-15FB24B3E448}" dt="2024-08-29T03:00:03.375" v="317"/>
        <pc:sldMkLst>
          <pc:docMk/>
          <pc:sldMk cId="1479581269" sldId="344"/>
        </pc:sldMkLst>
      </pc:sldChg>
      <pc:sldChg chg="add">
        <pc:chgData name="Sanmukh Kuppannagari" userId="ad215094-da36-4b66-9c79-369a17aea26b" providerId="ADAL" clId="{11171A05-B6FC-4395-9957-15FB24B3E448}" dt="2024-08-29T02:59:36.373" v="315"/>
        <pc:sldMkLst>
          <pc:docMk/>
          <pc:sldMk cId="1462781511" sldId="345"/>
        </pc:sldMkLst>
      </pc:sldChg>
      <pc:sldChg chg="add">
        <pc:chgData name="Sanmukh Kuppannagari" userId="ad215094-da36-4b66-9c79-369a17aea26b" providerId="ADAL" clId="{11171A05-B6FC-4395-9957-15FB24B3E448}" dt="2024-08-29T02:59:44.248" v="316"/>
        <pc:sldMkLst>
          <pc:docMk/>
          <pc:sldMk cId="1801581427" sldId="346"/>
        </pc:sldMkLst>
      </pc:sldChg>
      <pc:sldChg chg="modSp add mod ord">
        <pc:chgData name="Sanmukh Kuppannagari" userId="ad215094-da36-4b66-9c79-369a17aea26b" providerId="ADAL" clId="{11171A05-B6FC-4395-9957-15FB24B3E448}" dt="2024-08-29T03:23:59.070" v="547" actId="20577"/>
        <pc:sldMkLst>
          <pc:docMk/>
          <pc:sldMk cId="770539502" sldId="347"/>
        </pc:sldMkLst>
      </pc:sldChg>
      <pc:sldChg chg="modSp add mod">
        <pc:chgData name="Sanmukh Kuppannagari" userId="ad215094-da36-4b66-9c79-369a17aea26b" providerId="ADAL" clId="{11171A05-B6FC-4395-9957-15FB24B3E448}" dt="2024-08-29T13:54:42.456" v="6047" actId="20577"/>
        <pc:sldMkLst>
          <pc:docMk/>
          <pc:sldMk cId="2297479372" sldId="348"/>
        </pc:sldMkLst>
      </pc:sldChg>
      <pc:sldChg chg="addSp delSp modSp add mod">
        <pc:chgData name="Sanmukh Kuppannagari" userId="ad215094-da36-4b66-9c79-369a17aea26b" providerId="ADAL" clId="{11171A05-B6FC-4395-9957-15FB24B3E448}" dt="2024-08-29T04:12:22.321" v="748" actId="478"/>
        <pc:sldMkLst>
          <pc:docMk/>
          <pc:sldMk cId="920574792" sldId="34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490123102" sldId="349"/>
        </pc:sldMkLst>
      </pc:sldChg>
      <pc:sldChg chg="delSp modSp add mod">
        <pc:chgData name="Sanmukh Kuppannagari" userId="ad215094-da36-4b66-9c79-369a17aea26b" providerId="ADAL" clId="{11171A05-B6FC-4395-9957-15FB24B3E448}" dt="2024-08-29T04:10:35.198" v="723" actId="20577"/>
        <pc:sldMkLst>
          <pc:docMk/>
          <pc:sldMk cId="3256780983" sldId="350"/>
        </pc:sldMkLst>
      </pc:sldChg>
      <pc:sldChg chg="addSp delSp modSp add mod">
        <pc:chgData name="Sanmukh Kuppannagari" userId="ad215094-da36-4b66-9c79-369a17aea26b" providerId="ADAL" clId="{11171A05-B6FC-4395-9957-15FB24B3E448}" dt="2024-08-29T04:32:11.350" v="1364"/>
        <pc:sldMkLst>
          <pc:docMk/>
          <pc:sldMk cId="2451997251" sldId="351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758420558" sldId="351"/>
        </pc:sldMkLst>
      </pc:sldChg>
      <pc:sldChg chg="modSp add mod">
        <pc:chgData name="Sanmukh Kuppannagari" userId="ad215094-da36-4b66-9c79-369a17aea26b" providerId="ADAL" clId="{11171A05-B6FC-4395-9957-15FB24B3E448}" dt="2024-08-29T04:12:40.860" v="750" actId="20577"/>
        <pc:sldMkLst>
          <pc:docMk/>
          <pc:sldMk cId="3895847466" sldId="352"/>
        </pc:sldMkLst>
      </pc:sldChg>
      <pc:sldChg chg="delSp modSp add mod">
        <pc:chgData name="Sanmukh Kuppannagari" userId="ad215094-da36-4b66-9c79-369a17aea26b" providerId="ADAL" clId="{11171A05-B6FC-4395-9957-15FB24B3E448}" dt="2024-08-29T04:34:56.365" v="1410" actId="20577"/>
        <pc:sldMkLst>
          <pc:docMk/>
          <pc:sldMk cId="2014243733" sldId="35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492042211" sldId="354"/>
        </pc:sldMkLst>
      </pc:sldChg>
      <pc:sldChg chg="modSp add mod ord">
        <pc:chgData name="Sanmukh Kuppannagari" userId="ad215094-da36-4b66-9c79-369a17aea26b" providerId="ADAL" clId="{11171A05-B6FC-4395-9957-15FB24B3E448}" dt="2024-08-29T04:32:07.401" v="1363"/>
        <pc:sldMkLst>
          <pc:docMk/>
          <pc:sldMk cId="4286218002" sldId="354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865917714" sldId="355"/>
        </pc:sldMkLst>
      </pc:sldChg>
      <pc:sldChg chg="addSp modSp add mod">
        <pc:chgData name="Sanmukh Kuppannagari" userId="ad215094-da36-4b66-9c79-369a17aea26b" providerId="ADAL" clId="{11171A05-B6FC-4395-9957-15FB24B3E448}" dt="2024-08-29T04:32:15.343" v="1365"/>
        <pc:sldMkLst>
          <pc:docMk/>
          <pc:sldMk cId="4053306255" sldId="355"/>
        </pc:sldMkLst>
      </pc:sldChg>
      <pc:sldChg chg="modSp new mod">
        <pc:chgData name="Sanmukh Kuppannagari" userId="ad215094-da36-4b66-9c79-369a17aea26b" providerId="ADAL" clId="{11171A05-B6FC-4395-9957-15FB24B3E448}" dt="2024-08-29T04:28:58.024" v="1349" actId="20577"/>
        <pc:sldMkLst>
          <pc:docMk/>
          <pc:sldMk cId="4022701561" sldId="356"/>
        </pc:sldMkLst>
      </pc:sldChg>
      <pc:sldChg chg="delSp modSp add mod">
        <pc:chgData name="Sanmukh Kuppannagari" userId="ad215094-da36-4b66-9c79-369a17aea26b" providerId="ADAL" clId="{11171A05-B6FC-4395-9957-15FB24B3E448}" dt="2024-08-29T04:35:06.838" v="1411"/>
        <pc:sldMkLst>
          <pc:docMk/>
          <pc:sldMk cId="578876639" sldId="35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214734292" sldId="357"/>
        </pc:sldMkLst>
      </pc:sldChg>
      <pc:sldChg chg="modSp add mod">
        <pc:chgData name="Sanmukh Kuppannagari" userId="ad215094-da36-4b66-9c79-369a17aea26b" providerId="ADAL" clId="{11171A05-B6FC-4395-9957-15FB24B3E448}" dt="2024-08-29T04:40:51.696" v="1816" actId="5793"/>
        <pc:sldMkLst>
          <pc:docMk/>
          <pc:sldMk cId="3491075983" sldId="35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508044999" sldId="359"/>
        </pc:sldMkLst>
      </pc:sldChg>
      <pc:sldChg chg="modSp add mod">
        <pc:chgData name="Sanmukh Kuppannagari" userId="ad215094-da36-4b66-9c79-369a17aea26b" providerId="ADAL" clId="{11171A05-B6FC-4395-9957-15FB24B3E448}" dt="2024-08-29T13:54:53.355" v="6048" actId="20577"/>
        <pc:sldMkLst>
          <pc:docMk/>
          <pc:sldMk cId="2439461653" sldId="359"/>
        </pc:sldMkLst>
      </pc:sldChg>
      <pc:sldChg chg="modSp add mod">
        <pc:chgData name="Sanmukh Kuppannagari" userId="ad215094-da36-4b66-9c79-369a17aea26b" providerId="ADAL" clId="{11171A05-B6FC-4395-9957-15FB24B3E448}" dt="2024-08-29T05:38:21.643" v="4008" actId="113"/>
        <pc:sldMkLst>
          <pc:docMk/>
          <pc:sldMk cId="1297561959" sldId="360"/>
        </pc:sldMkLst>
      </pc:sldChg>
      <pc:sldChg chg="addSp modSp add del mod">
        <pc:chgData name="Sanmukh Kuppannagari" userId="ad215094-da36-4b66-9c79-369a17aea26b" providerId="ADAL" clId="{11171A05-B6FC-4395-9957-15FB24B3E448}" dt="2024-08-29T04:39:20.330" v="1614" actId="47"/>
        <pc:sldMkLst>
          <pc:docMk/>
          <pc:sldMk cId="3344308429" sldId="360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582721875" sldId="361"/>
        </pc:sldMkLst>
      </pc:sldChg>
      <pc:sldChg chg="addSp modSp new mod">
        <pc:chgData name="Sanmukh Kuppannagari" userId="ad215094-da36-4b66-9c79-369a17aea26b" providerId="ADAL" clId="{11171A05-B6FC-4395-9957-15FB24B3E448}" dt="2024-08-29T04:39:02.116" v="1596" actId="20577"/>
        <pc:sldMkLst>
          <pc:docMk/>
          <pc:sldMk cId="3929262316" sldId="361"/>
        </pc:sldMkLst>
      </pc:sldChg>
      <pc:sldChg chg="modSp add mod">
        <pc:chgData name="Sanmukh Kuppannagari" userId="ad215094-da36-4b66-9c79-369a17aea26b" providerId="ADAL" clId="{11171A05-B6FC-4395-9957-15FB24B3E448}" dt="2024-08-29T04:39:11.472" v="1613" actId="20577"/>
        <pc:sldMkLst>
          <pc:docMk/>
          <pc:sldMk cId="1945245978" sldId="362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711586685" sldId="362"/>
        </pc:sldMkLst>
      </pc:sldChg>
      <pc:sldChg chg="modSp new mod">
        <pc:chgData name="Sanmukh Kuppannagari" userId="ad215094-da36-4b66-9c79-369a17aea26b" providerId="ADAL" clId="{11171A05-B6FC-4395-9957-15FB24B3E448}" dt="2024-08-29T04:44:10.032" v="2034" actId="20577"/>
        <pc:sldMkLst>
          <pc:docMk/>
          <pc:sldMk cId="3768452387" sldId="36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676817876" sldId="364"/>
        </pc:sldMkLst>
      </pc:sldChg>
      <pc:sldChg chg="addSp modSp new mod">
        <pc:chgData name="Sanmukh Kuppannagari" userId="ad215094-da36-4b66-9c79-369a17aea26b" providerId="ADAL" clId="{11171A05-B6FC-4395-9957-15FB24B3E448}" dt="2024-08-29T04:54:41.167" v="2230" actId="207"/>
        <pc:sldMkLst>
          <pc:docMk/>
          <pc:sldMk cId="1542950900" sldId="364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059025400" sldId="365"/>
        </pc:sldMkLst>
      </pc:sldChg>
      <pc:sldChg chg="modSp add mod">
        <pc:chgData name="Sanmukh Kuppannagari" userId="ad215094-da36-4b66-9c79-369a17aea26b" providerId="ADAL" clId="{11171A05-B6FC-4395-9957-15FB24B3E448}" dt="2024-08-29T04:55:25.790" v="2255" actId="20577"/>
        <pc:sldMkLst>
          <pc:docMk/>
          <pc:sldMk cId="3248262078" sldId="365"/>
        </pc:sldMkLst>
      </pc:sldChg>
      <pc:sldChg chg="modSp add mod">
        <pc:chgData name="Sanmukh Kuppannagari" userId="ad215094-da36-4b66-9c79-369a17aea26b" providerId="ADAL" clId="{11171A05-B6FC-4395-9957-15FB24B3E448}" dt="2024-08-29T04:56:34.507" v="2262" actId="207"/>
        <pc:sldMkLst>
          <pc:docMk/>
          <pc:sldMk cId="1214549395" sldId="36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982809871" sldId="366"/>
        </pc:sldMkLst>
      </pc:sldChg>
      <pc:sldChg chg="add">
        <pc:chgData name="Sanmukh Kuppannagari" userId="ad215094-da36-4b66-9c79-369a17aea26b" providerId="ADAL" clId="{11171A05-B6FC-4395-9957-15FB24B3E448}" dt="2024-08-29T04:57:32.754" v="2263"/>
        <pc:sldMkLst>
          <pc:docMk/>
          <pc:sldMk cId="4238699627" sldId="367"/>
        </pc:sldMkLst>
      </pc:sldChg>
      <pc:sldChg chg="modSp add mod">
        <pc:chgData name="Sanmukh Kuppannagari" userId="ad215094-da36-4b66-9c79-369a17aea26b" providerId="ADAL" clId="{11171A05-B6FC-4395-9957-15FB24B3E448}" dt="2024-08-29T05:00:42.811" v="2508" actId="207"/>
        <pc:sldMkLst>
          <pc:docMk/>
          <pc:sldMk cId="2321776317" sldId="368"/>
        </pc:sldMkLst>
      </pc:sldChg>
      <pc:sldChg chg="modSp add mod">
        <pc:chgData name="Sanmukh Kuppannagari" userId="ad215094-da36-4b66-9c79-369a17aea26b" providerId="ADAL" clId="{11171A05-B6FC-4395-9957-15FB24B3E448}" dt="2024-08-29T05:01:57.706" v="2572" actId="207"/>
        <pc:sldMkLst>
          <pc:docMk/>
          <pc:sldMk cId="870490" sldId="36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344624359" sldId="369"/>
        </pc:sldMkLst>
      </pc:sldChg>
      <pc:sldChg chg="modSp add mod">
        <pc:chgData name="Sanmukh Kuppannagari" userId="ad215094-da36-4b66-9c79-369a17aea26b" providerId="ADAL" clId="{11171A05-B6FC-4395-9957-15FB24B3E448}" dt="2024-08-29T05:04:06.167" v="2592" actId="20577"/>
        <pc:sldMkLst>
          <pc:docMk/>
          <pc:sldMk cId="1557585788" sldId="370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904881137" sldId="370"/>
        </pc:sldMkLst>
      </pc:sldChg>
      <pc:sldChg chg="add ord">
        <pc:chgData name="Sanmukh Kuppannagari" userId="ad215094-da36-4b66-9c79-369a17aea26b" providerId="ADAL" clId="{11171A05-B6FC-4395-9957-15FB24B3E448}" dt="2024-08-29T05:04:12.943" v="2594"/>
        <pc:sldMkLst>
          <pc:docMk/>
          <pc:sldMk cId="2998747380" sldId="371"/>
        </pc:sldMkLst>
      </pc:sldChg>
      <pc:sldChg chg="addSp modSp add mod">
        <pc:chgData name="Sanmukh Kuppannagari" userId="ad215094-da36-4b66-9c79-369a17aea26b" providerId="ADAL" clId="{11171A05-B6FC-4395-9957-15FB24B3E448}" dt="2024-08-29T14:42:02.660" v="6414" actId="20577"/>
        <pc:sldMkLst>
          <pc:docMk/>
          <pc:sldMk cId="2379148958" sldId="372"/>
        </pc:sldMkLst>
      </pc:sldChg>
      <pc:sldChg chg="addSp modSp new mod">
        <pc:chgData name="Sanmukh Kuppannagari" userId="ad215094-da36-4b66-9c79-369a17aea26b" providerId="ADAL" clId="{11171A05-B6FC-4395-9957-15FB24B3E448}" dt="2024-08-29T14:42:38.760" v="6421" actId="113"/>
        <pc:sldMkLst>
          <pc:docMk/>
          <pc:sldMk cId="516672496" sldId="373"/>
        </pc:sldMkLst>
      </pc:sldChg>
      <pc:sldChg chg="modSp new mod ord">
        <pc:chgData name="Sanmukh Kuppannagari" userId="ad215094-da36-4b66-9c79-369a17aea26b" providerId="ADAL" clId="{11171A05-B6FC-4395-9957-15FB24B3E448}" dt="2024-08-29T14:40:40.631" v="6410"/>
        <pc:sldMkLst>
          <pc:docMk/>
          <pc:sldMk cId="3793747627" sldId="374"/>
        </pc:sldMkLst>
      </pc:sldChg>
      <pc:sldChg chg="addSp modSp add mod">
        <pc:chgData name="Sanmukh Kuppannagari" userId="ad215094-da36-4b66-9c79-369a17aea26b" providerId="ADAL" clId="{11171A05-B6FC-4395-9957-15FB24B3E448}" dt="2024-08-29T05:29:06.839" v="3626"/>
        <pc:sldMkLst>
          <pc:docMk/>
          <pc:sldMk cId="429392883" sldId="375"/>
        </pc:sldMkLst>
      </pc:sldChg>
      <pc:sldChg chg="modSp new mod">
        <pc:chgData name="Sanmukh Kuppannagari" userId="ad215094-da36-4b66-9c79-369a17aea26b" providerId="ADAL" clId="{11171A05-B6FC-4395-9957-15FB24B3E448}" dt="2024-08-29T14:43:44.626" v="6437" actId="20577"/>
        <pc:sldMkLst>
          <pc:docMk/>
          <pc:sldMk cId="1569227808" sldId="376"/>
        </pc:sldMkLst>
      </pc:sldChg>
      <pc:sldChg chg="modSp add del mod">
        <pc:chgData name="Sanmukh Kuppannagari" userId="ad215094-da36-4b66-9c79-369a17aea26b" providerId="ADAL" clId="{11171A05-B6FC-4395-9957-15FB24B3E448}" dt="2024-08-29T05:29:17.311" v="3628" actId="47"/>
        <pc:sldMkLst>
          <pc:docMk/>
          <pc:sldMk cId="2849554143" sldId="376"/>
        </pc:sldMkLst>
      </pc:sldChg>
      <pc:sldChg chg="add del">
        <pc:chgData name="Sanmukh Kuppannagari" userId="ad215094-da36-4b66-9c79-369a17aea26b" providerId="ADAL" clId="{11171A05-B6FC-4395-9957-15FB24B3E448}" dt="2024-08-29T05:29:29.409" v="3631"/>
        <pc:sldMkLst>
          <pc:docMk/>
          <pc:sldMk cId="359187930" sldId="377"/>
        </pc:sldMkLst>
      </pc:sldChg>
      <pc:sldChg chg="modSp add mod">
        <pc:chgData name="Sanmukh Kuppannagari" userId="ad215094-da36-4b66-9c79-369a17aea26b" providerId="ADAL" clId="{11171A05-B6FC-4395-9957-15FB24B3E448}" dt="2024-08-29T14:43:50.328" v="6447" actId="20577"/>
        <pc:sldMkLst>
          <pc:docMk/>
          <pc:sldMk cId="3476898497" sldId="377"/>
        </pc:sldMkLst>
      </pc:sldChg>
      <pc:sldChg chg="addSp modSp new mod">
        <pc:chgData name="Sanmukh Kuppannagari" userId="ad215094-da36-4b66-9c79-369a17aea26b" providerId="ADAL" clId="{11171A05-B6FC-4395-9957-15FB24B3E448}" dt="2024-08-29T05:52:17.083" v="4886" actId="20577"/>
        <pc:sldMkLst>
          <pc:docMk/>
          <pc:sldMk cId="3635117112" sldId="378"/>
        </pc:sldMkLst>
      </pc:sldChg>
      <pc:sldChg chg="addSp modSp new mod ord">
        <pc:chgData name="Sanmukh Kuppannagari" userId="ad215094-da36-4b66-9c79-369a17aea26b" providerId="ADAL" clId="{11171A05-B6FC-4395-9957-15FB24B3E448}" dt="2024-08-29T05:48:09.784" v="4605" actId="20577"/>
        <pc:sldMkLst>
          <pc:docMk/>
          <pc:sldMk cId="41816131" sldId="379"/>
        </pc:sldMkLst>
      </pc:sldChg>
      <pc:sldChg chg="modSp new mod">
        <pc:chgData name="Sanmukh Kuppannagari" userId="ad215094-da36-4b66-9c79-369a17aea26b" providerId="ADAL" clId="{11171A05-B6FC-4395-9957-15FB24B3E448}" dt="2024-08-29T05:53:16.792" v="4977" actId="20577"/>
        <pc:sldMkLst>
          <pc:docMk/>
          <pc:sldMk cId="2126930210" sldId="380"/>
        </pc:sldMkLst>
      </pc:sldChg>
      <pc:sldChg chg="addSp delSp modSp add mod">
        <pc:chgData name="Sanmukh Kuppannagari" userId="ad215094-da36-4b66-9c79-369a17aea26b" providerId="ADAL" clId="{11171A05-B6FC-4395-9957-15FB24B3E448}" dt="2024-08-29T14:45:36.314" v="6483" actId="113"/>
        <pc:sldMkLst>
          <pc:docMk/>
          <pc:sldMk cId="2509516140" sldId="381"/>
        </pc:sldMkLst>
      </pc:sldChg>
      <pc:sldChg chg="modSp add mod">
        <pc:chgData name="Sanmukh Kuppannagari" userId="ad215094-da36-4b66-9c79-369a17aea26b" providerId="ADAL" clId="{11171A05-B6FC-4395-9957-15FB24B3E448}" dt="2024-08-29T14:46:01.205" v="6484"/>
        <pc:sldMkLst>
          <pc:docMk/>
          <pc:sldMk cId="793354200" sldId="382"/>
        </pc:sldMkLst>
      </pc:sldChg>
      <pc:sldChg chg="addSp modSp add mod">
        <pc:chgData name="Sanmukh Kuppannagari" userId="ad215094-da36-4b66-9c79-369a17aea26b" providerId="ADAL" clId="{11171A05-B6FC-4395-9957-15FB24B3E448}" dt="2024-08-29T14:46:19.193" v="6485"/>
        <pc:sldMkLst>
          <pc:docMk/>
          <pc:sldMk cId="2098484828" sldId="383"/>
        </pc:sldMkLst>
      </pc:sldChg>
      <pc:sldChg chg="modSp add mod">
        <pc:chgData name="Sanmukh Kuppannagari" userId="ad215094-da36-4b66-9c79-369a17aea26b" providerId="ADAL" clId="{11171A05-B6FC-4395-9957-15FB24B3E448}" dt="2024-08-29T06:00:00.119" v="5113" actId="20577"/>
        <pc:sldMkLst>
          <pc:docMk/>
          <pc:sldMk cId="468428153" sldId="384"/>
        </pc:sldMkLst>
      </pc:sldChg>
      <pc:sldChg chg="modSp add mod">
        <pc:chgData name="Sanmukh Kuppannagari" userId="ad215094-da36-4b66-9c79-369a17aea26b" providerId="ADAL" clId="{11171A05-B6FC-4395-9957-15FB24B3E448}" dt="2024-08-29T14:51:11.632" v="6672" actId="20577"/>
        <pc:sldMkLst>
          <pc:docMk/>
          <pc:sldMk cId="3753143955" sldId="385"/>
        </pc:sldMkLst>
      </pc:sldChg>
      <pc:sldChg chg="modSp add del mod">
        <pc:chgData name="Sanmukh Kuppannagari" userId="ad215094-da36-4b66-9c79-369a17aea26b" providerId="ADAL" clId="{11171A05-B6FC-4395-9957-15FB24B3E448}" dt="2024-08-29T13:55:06.345" v="6049" actId="47"/>
        <pc:sldMkLst>
          <pc:docMk/>
          <pc:sldMk cId="3189588850" sldId="386"/>
        </pc:sldMkLst>
      </pc:sldChg>
      <pc:sldChg chg="modSp new mod">
        <pc:chgData name="Sanmukh Kuppannagari" userId="ad215094-da36-4b66-9c79-369a17aea26b" providerId="ADAL" clId="{11171A05-B6FC-4395-9957-15FB24B3E448}" dt="2024-08-29T13:50:23.094" v="5793" actId="20577"/>
        <pc:sldMkLst>
          <pc:docMk/>
          <pc:sldMk cId="3250158129" sldId="387"/>
        </pc:sldMkLst>
      </pc:sldChg>
      <pc:sldChg chg="modSp add mod">
        <pc:chgData name="Sanmukh Kuppannagari" userId="ad215094-da36-4b66-9c79-369a17aea26b" providerId="ADAL" clId="{11171A05-B6FC-4395-9957-15FB24B3E448}" dt="2024-08-29T14:48:00.793" v="6509" actId="20577"/>
        <pc:sldMkLst>
          <pc:docMk/>
          <pc:sldMk cId="1655728199" sldId="388"/>
        </pc:sldMkLst>
      </pc:sldChg>
      <pc:sldChg chg="modSp new mod">
        <pc:chgData name="Sanmukh Kuppannagari" userId="ad215094-da36-4b66-9c79-369a17aea26b" providerId="ADAL" clId="{11171A05-B6FC-4395-9957-15FB24B3E448}" dt="2024-08-29T13:58:03.672" v="6405" actId="20577"/>
        <pc:sldMkLst>
          <pc:docMk/>
          <pc:sldMk cId="531953894" sldId="38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45402012" sldId="141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95492823" sldId="141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399650778" sldId="141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624960510" sldId="141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842676586" sldId="141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171868693" sldId="1420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070763525" sldId="1421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665993282" sldId="1422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988014077" sldId="142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464992614" sldId="1424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900684070" sldId="142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221228576" sldId="142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023560490" sldId="142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220318750" sldId="142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958413754" sldId="1429"/>
        </pc:sldMkLst>
      </pc:sldChg>
    </pc:docChg>
  </pc:docChgLst>
  <pc:docChgLst>
    <pc:chgData name="Sanmukh Kuppannagari" userId="ad215094-da36-4b66-9c79-369a17aea26b" providerId="ADAL" clId="{F807B796-0606-4BF0-9A84-6557326C69B2}"/>
    <pc:docChg chg="undo custSel addSld delSld modSld">
      <pc:chgData name="Sanmukh Kuppannagari" userId="ad215094-da36-4b66-9c79-369a17aea26b" providerId="ADAL" clId="{F807B796-0606-4BF0-9A84-6557326C69B2}" dt="2024-09-03T17:27:21.796" v="6281" actId="20577"/>
      <pc:docMkLst>
        <pc:docMk/>
      </pc:docMkLst>
      <pc:sldChg chg="modSp mod">
        <pc:chgData name="Sanmukh Kuppannagari" userId="ad215094-da36-4b66-9c79-369a17aea26b" providerId="ADAL" clId="{F807B796-0606-4BF0-9A84-6557326C69B2}" dt="2024-09-02T20:54:53.692" v="3" actId="20577"/>
        <pc:sldMkLst>
          <pc:docMk/>
          <pc:sldMk cId="728785357" sldId="256"/>
        </pc:sldMkLst>
      </pc:sldChg>
      <pc:sldChg chg="modSp mod">
        <pc:chgData name="Sanmukh Kuppannagari" userId="ad215094-da36-4b66-9c79-369a17aea26b" providerId="ADAL" clId="{F807B796-0606-4BF0-9A84-6557326C69B2}" dt="2024-09-02T21:00:55.314" v="267" actId="20577"/>
        <pc:sldMkLst>
          <pc:docMk/>
          <pc:sldMk cId="2017305151" sldId="26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396895355" sldId="28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158303791" sldId="28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737272183" sldId="289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096129851" sldId="290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860245702" sldId="29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664133677" sldId="29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873989303" sldId="30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126324089" sldId="302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159033991" sldId="303"/>
        </pc:sldMkLst>
      </pc:sldChg>
      <pc:sldChg chg="modSp add del mod">
        <pc:chgData name="Sanmukh Kuppannagari" userId="ad215094-da36-4b66-9c79-369a17aea26b" providerId="ADAL" clId="{F807B796-0606-4BF0-9A84-6557326C69B2}" dt="2024-09-03T12:45:55.217" v="3724" actId="20577"/>
        <pc:sldMkLst>
          <pc:docMk/>
          <pc:sldMk cId="276729432" sldId="309"/>
        </pc:sldMkLst>
      </pc:sldChg>
      <pc:sldChg chg="addSp delSp modSp add mod">
        <pc:chgData name="Sanmukh Kuppannagari" userId="ad215094-da36-4b66-9c79-369a17aea26b" providerId="ADAL" clId="{F807B796-0606-4BF0-9A84-6557326C69B2}" dt="2024-09-03T02:17:35.441" v="1671" actId="20577"/>
        <pc:sldMkLst>
          <pc:docMk/>
          <pc:sldMk cId="2950079441" sldId="328"/>
        </pc:sldMkLst>
      </pc:sldChg>
      <pc:sldChg chg="modSp add mod">
        <pc:chgData name="Sanmukh Kuppannagari" userId="ad215094-da36-4b66-9c79-369a17aea26b" providerId="ADAL" clId="{F807B796-0606-4BF0-9A84-6557326C69B2}" dt="2024-09-03T02:40:17.050" v="2520" actId="20577"/>
        <pc:sldMkLst>
          <pc:docMk/>
          <pc:sldMk cId="607569566" sldId="335"/>
        </pc:sldMkLst>
      </pc:sldChg>
      <pc:sldChg chg="add">
        <pc:chgData name="Sanmukh Kuppannagari" userId="ad215094-da36-4b66-9c79-369a17aea26b" providerId="ADAL" clId="{F807B796-0606-4BF0-9A84-6557326C69B2}" dt="2024-09-03T13:08:49.519" v="3811"/>
        <pc:sldMkLst>
          <pc:docMk/>
          <pc:sldMk cId="2522483144" sldId="34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479581269" sldId="344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462781511" sldId="345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801581427" sldId="346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770539502" sldId="34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297479372" sldId="34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920574792" sldId="349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256780983" sldId="350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451997251" sldId="35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895847466" sldId="352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014243733" sldId="353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286218002" sldId="354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053306255" sldId="355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022701561" sldId="356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578876639" sldId="35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491075983" sldId="35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439461653" sldId="359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297561959" sldId="360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929262316" sldId="36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945245978" sldId="362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768452387" sldId="363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542950900" sldId="364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248262078" sldId="365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214549395" sldId="366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238699627" sldId="36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321776317" sldId="36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870490" sldId="369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557585788" sldId="370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998747380" sldId="37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379148958" sldId="372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516672496" sldId="373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793747627" sldId="374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29392883" sldId="375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569227808" sldId="376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476898497" sldId="37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635117112" sldId="37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1816131" sldId="379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126930210" sldId="380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509516140" sldId="38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793354200" sldId="382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098484828" sldId="383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68428153" sldId="384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753143955" sldId="385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250158129" sldId="38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655728199" sldId="38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531953894" sldId="389"/>
        </pc:sldMkLst>
      </pc:sldChg>
      <pc:sldChg chg="modSp add mod">
        <pc:chgData name="Sanmukh Kuppannagari" userId="ad215094-da36-4b66-9c79-369a17aea26b" providerId="ADAL" clId="{F807B796-0606-4BF0-9A84-6557326C69B2}" dt="2024-09-02T20:55:49.175" v="65" actId="20577"/>
        <pc:sldMkLst>
          <pc:docMk/>
          <pc:sldMk cId="3837875043" sldId="390"/>
        </pc:sldMkLst>
      </pc:sldChg>
      <pc:sldChg chg="add">
        <pc:chgData name="Sanmukh Kuppannagari" userId="ad215094-da36-4b66-9c79-369a17aea26b" providerId="ADAL" clId="{F807B796-0606-4BF0-9A84-6557326C69B2}" dt="2024-09-02T20:55:16.300" v="4"/>
        <pc:sldMkLst>
          <pc:docMk/>
          <pc:sldMk cId="4141662449" sldId="391"/>
        </pc:sldMkLst>
      </pc:sldChg>
      <pc:sldChg chg="add">
        <pc:chgData name="Sanmukh Kuppannagari" userId="ad215094-da36-4b66-9c79-369a17aea26b" providerId="ADAL" clId="{F807B796-0606-4BF0-9A84-6557326C69B2}" dt="2024-09-02T20:59:42.685" v="220"/>
        <pc:sldMkLst>
          <pc:docMk/>
          <pc:sldMk cId="2314761624" sldId="392"/>
        </pc:sldMkLst>
      </pc:sldChg>
      <pc:sldChg chg="add del">
        <pc:chgData name="Sanmukh Kuppannagari" userId="ad215094-da36-4b66-9c79-369a17aea26b" providerId="ADAL" clId="{F807B796-0606-4BF0-9A84-6557326C69B2}" dt="2024-09-03T12:45:51.099" v="3716" actId="47"/>
        <pc:sldMkLst>
          <pc:docMk/>
          <pc:sldMk cId="3854406681" sldId="393"/>
        </pc:sldMkLst>
      </pc:sldChg>
      <pc:sldChg chg="modSp add mod">
        <pc:chgData name="Sanmukh Kuppannagari" userId="ad215094-da36-4b66-9c79-369a17aea26b" providerId="ADAL" clId="{F807B796-0606-4BF0-9A84-6557326C69B2}" dt="2024-09-03T12:46:30.391" v="3736" actId="20577"/>
        <pc:sldMkLst>
          <pc:docMk/>
          <pc:sldMk cId="4158598040" sldId="394"/>
        </pc:sldMkLst>
      </pc:sldChg>
      <pc:sldChg chg="add">
        <pc:chgData name="Sanmukh Kuppannagari" userId="ad215094-da36-4b66-9c79-369a17aea26b" providerId="ADAL" clId="{F807B796-0606-4BF0-9A84-6557326C69B2}" dt="2024-09-02T20:59:56.248" v="221"/>
        <pc:sldMkLst>
          <pc:docMk/>
          <pc:sldMk cId="854907447" sldId="395"/>
        </pc:sldMkLst>
      </pc:sldChg>
      <pc:sldChg chg="add">
        <pc:chgData name="Sanmukh Kuppannagari" userId="ad215094-da36-4b66-9c79-369a17aea26b" providerId="ADAL" clId="{F807B796-0606-4BF0-9A84-6557326C69B2}" dt="2024-09-02T21:01:50.833" v="269"/>
        <pc:sldMkLst>
          <pc:docMk/>
          <pc:sldMk cId="3473456708" sldId="1344"/>
        </pc:sldMkLst>
      </pc:sldChg>
      <pc:sldChg chg="add">
        <pc:chgData name="Sanmukh Kuppannagari" userId="ad215094-da36-4b66-9c79-369a17aea26b" providerId="ADAL" clId="{F807B796-0606-4BF0-9A84-6557326C69B2}" dt="2024-09-02T21:01:50.833" v="269"/>
        <pc:sldMkLst>
          <pc:docMk/>
          <pc:sldMk cId="3462074433" sldId="1345"/>
        </pc:sldMkLst>
      </pc:sldChg>
      <pc:sldChg chg="addSp modSp add mod">
        <pc:chgData name="Sanmukh Kuppannagari" userId="ad215094-da36-4b66-9c79-369a17aea26b" providerId="ADAL" clId="{F807B796-0606-4BF0-9A84-6557326C69B2}" dt="2024-09-02T21:02:28.358" v="358" actId="20577"/>
        <pc:sldMkLst>
          <pc:docMk/>
          <pc:sldMk cId="3585318733" sldId="1346"/>
        </pc:sldMkLst>
      </pc:sldChg>
      <pc:sldChg chg="add">
        <pc:chgData name="Sanmukh Kuppannagari" userId="ad215094-da36-4b66-9c79-369a17aea26b" providerId="ADAL" clId="{F807B796-0606-4BF0-9A84-6557326C69B2}" dt="2024-09-02T21:02:57.911" v="359"/>
        <pc:sldMkLst>
          <pc:docMk/>
          <pc:sldMk cId="3890367929" sldId="1347"/>
        </pc:sldMkLst>
      </pc:sldChg>
      <pc:sldChg chg="add">
        <pc:chgData name="Sanmukh Kuppannagari" userId="ad215094-da36-4b66-9c79-369a17aea26b" providerId="ADAL" clId="{F807B796-0606-4BF0-9A84-6557326C69B2}" dt="2024-09-02T21:02:57.911" v="359"/>
        <pc:sldMkLst>
          <pc:docMk/>
          <pc:sldMk cId="1799099576" sldId="1348"/>
        </pc:sldMkLst>
      </pc:sldChg>
      <pc:sldChg chg="add">
        <pc:chgData name="Sanmukh Kuppannagari" userId="ad215094-da36-4b66-9c79-369a17aea26b" providerId="ADAL" clId="{F807B796-0606-4BF0-9A84-6557326C69B2}" dt="2024-09-02T21:02:57.911" v="359"/>
        <pc:sldMkLst>
          <pc:docMk/>
          <pc:sldMk cId="4227676260" sldId="1349"/>
        </pc:sldMkLst>
      </pc:sldChg>
      <pc:sldChg chg="add">
        <pc:chgData name="Sanmukh Kuppannagari" userId="ad215094-da36-4b66-9c79-369a17aea26b" providerId="ADAL" clId="{F807B796-0606-4BF0-9A84-6557326C69B2}" dt="2024-09-02T21:03:37.198" v="360"/>
        <pc:sldMkLst>
          <pc:docMk/>
          <pc:sldMk cId="2262656913" sldId="1352"/>
        </pc:sldMkLst>
      </pc:sldChg>
      <pc:sldChg chg="add">
        <pc:chgData name="Sanmukh Kuppannagari" userId="ad215094-da36-4b66-9c79-369a17aea26b" providerId="ADAL" clId="{F807B796-0606-4BF0-9A84-6557326C69B2}" dt="2024-09-02T21:03:37.198" v="360"/>
        <pc:sldMkLst>
          <pc:docMk/>
          <pc:sldMk cId="167355194" sldId="1353"/>
        </pc:sldMkLst>
      </pc:sldChg>
      <pc:sldChg chg="add">
        <pc:chgData name="Sanmukh Kuppannagari" userId="ad215094-da36-4b66-9c79-369a17aea26b" providerId="ADAL" clId="{F807B796-0606-4BF0-9A84-6557326C69B2}" dt="2024-09-02T21:03:37.198" v="360"/>
        <pc:sldMkLst>
          <pc:docMk/>
          <pc:sldMk cId="2804131373" sldId="1354"/>
        </pc:sldMkLst>
      </pc:sldChg>
      <pc:sldChg chg="add">
        <pc:chgData name="Sanmukh Kuppannagari" userId="ad215094-da36-4b66-9c79-369a17aea26b" providerId="ADAL" clId="{F807B796-0606-4BF0-9A84-6557326C69B2}" dt="2024-09-02T21:03:37.198" v="360"/>
        <pc:sldMkLst>
          <pc:docMk/>
          <pc:sldMk cId="3834269155" sldId="1355"/>
        </pc:sldMkLst>
      </pc:sldChg>
      <pc:sldChg chg="modSp add mod">
        <pc:chgData name="Sanmukh Kuppannagari" userId="ad215094-da36-4b66-9c79-369a17aea26b" providerId="ADAL" clId="{F807B796-0606-4BF0-9A84-6557326C69B2}" dt="2024-09-02T21:08:32.777" v="697" actId="15"/>
        <pc:sldMkLst>
          <pc:docMk/>
          <pc:sldMk cId="1967107891" sldId="1356"/>
        </pc:sldMkLst>
      </pc:sldChg>
      <pc:sldChg chg="add">
        <pc:chgData name="Sanmukh Kuppannagari" userId="ad215094-da36-4b66-9c79-369a17aea26b" providerId="ADAL" clId="{F807B796-0606-4BF0-9A84-6557326C69B2}" dt="2024-09-03T02:41:33.843" v="2521"/>
        <pc:sldMkLst>
          <pc:docMk/>
          <pc:sldMk cId="794884751" sldId="1358"/>
        </pc:sldMkLst>
      </pc:sldChg>
      <pc:sldChg chg="add">
        <pc:chgData name="Sanmukh Kuppannagari" userId="ad215094-da36-4b66-9c79-369a17aea26b" providerId="ADAL" clId="{F807B796-0606-4BF0-9A84-6557326C69B2}" dt="2024-09-03T02:41:33.843" v="2521"/>
        <pc:sldMkLst>
          <pc:docMk/>
          <pc:sldMk cId="1315821937" sldId="1359"/>
        </pc:sldMkLst>
      </pc:sldChg>
      <pc:sldChg chg="add">
        <pc:chgData name="Sanmukh Kuppannagari" userId="ad215094-da36-4b66-9c79-369a17aea26b" providerId="ADAL" clId="{F807B796-0606-4BF0-9A84-6557326C69B2}" dt="2024-09-03T02:41:33.843" v="2521"/>
        <pc:sldMkLst>
          <pc:docMk/>
          <pc:sldMk cId="2463516898" sldId="1361"/>
        </pc:sldMkLst>
      </pc:sldChg>
      <pc:sldChg chg="add">
        <pc:chgData name="Sanmukh Kuppannagari" userId="ad215094-da36-4b66-9c79-369a17aea26b" providerId="ADAL" clId="{F807B796-0606-4BF0-9A84-6557326C69B2}" dt="2024-09-03T02:41:33.843" v="2521"/>
        <pc:sldMkLst>
          <pc:docMk/>
          <pc:sldMk cId="1886344154" sldId="1362"/>
        </pc:sldMkLst>
      </pc:sldChg>
      <pc:sldChg chg="add">
        <pc:chgData name="Sanmukh Kuppannagari" userId="ad215094-da36-4b66-9c79-369a17aea26b" providerId="ADAL" clId="{F807B796-0606-4BF0-9A84-6557326C69B2}" dt="2024-09-03T02:41:33.843" v="2521"/>
        <pc:sldMkLst>
          <pc:docMk/>
          <pc:sldMk cId="2856732028" sldId="1363"/>
        </pc:sldMkLst>
      </pc:sldChg>
      <pc:sldChg chg="modSp add mod">
        <pc:chgData name="Sanmukh Kuppannagari" userId="ad215094-da36-4b66-9c79-369a17aea26b" providerId="ADAL" clId="{F807B796-0606-4BF0-9A84-6557326C69B2}" dt="2024-09-03T13:12:03.900" v="3832" actId="20577"/>
        <pc:sldMkLst>
          <pc:docMk/>
          <pc:sldMk cId="603735269" sldId="1365"/>
        </pc:sldMkLst>
      </pc:sldChg>
      <pc:sldChg chg="modSp add mod">
        <pc:chgData name="Sanmukh Kuppannagari" userId="ad215094-da36-4b66-9c79-369a17aea26b" providerId="ADAL" clId="{F807B796-0606-4BF0-9A84-6557326C69B2}" dt="2024-09-03T13:13:47.455" v="3844" actId="20577"/>
        <pc:sldMkLst>
          <pc:docMk/>
          <pc:sldMk cId="3326920156" sldId="1366"/>
        </pc:sldMkLst>
      </pc:sldChg>
      <pc:sldChg chg="delSp modSp add mod">
        <pc:chgData name="Sanmukh Kuppannagari" userId="ad215094-da36-4b66-9c79-369a17aea26b" providerId="ADAL" clId="{F807B796-0606-4BF0-9A84-6557326C69B2}" dt="2024-09-03T13:49:28.301" v="5270" actId="1076"/>
        <pc:sldMkLst>
          <pc:docMk/>
          <pc:sldMk cId="3859140757" sldId="1367"/>
        </pc:sldMkLst>
      </pc:sldChg>
      <pc:sldChg chg="add">
        <pc:chgData name="Sanmukh Kuppannagari" userId="ad215094-da36-4b66-9c79-369a17aea26b" providerId="ADAL" clId="{F807B796-0606-4BF0-9A84-6557326C69B2}" dt="2024-09-03T02:55:12.122" v="3067"/>
        <pc:sldMkLst>
          <pc:docMk/>
          <pc:sldMk cId="4078040195" sldId="1369"/>
        </pc:sldMkLst>
      </pc:sldChg>
      <pc:sldChg chg="addSp modSp add mod">
        <pc:chgData name="Sanmukh Kuppannagari" userId="ad215094-da36-4b66-9c79-369a17aea26b" providerId="ADAL" clId="{F807B796-0606-4BF0-9A84-6557326C69B2}" dt="2024-09-03T13:52:40.634" v="5308" actId="1076"/>
        <pc:sldMkLst>
          <pc:docMk/>
          <pc:sldMk cId="284771599" sldId="1370"/>
        </pc:sldMkLst>
      </pc:sldChg>
      <pc:sldChg chg="modSp add mod">
        <pc:chgData name="Sanmukh Kuppannagari" userId="ad215094-da36-4b66-9c79-369a17aea26b" providerId="ADAL" clId="{F807B796-0606-4BF0-9A84-6557326C69B2}" dt="2024-09-03T13:54:59.046" v="5421" actId="20577"/>
        <pc:sldMkLst>
          <pc:docMk/>
          <pc:sldMk cId="906755194" sldId="1371"/>
        </pc:sldMkLst>
      </pc:sldChg>
      <pc:sldChg chg="modSp add mod">
        <pc:chgData name="Sanmukh Kuppannagari" userId="ad215094-da36-4b66-9c79-369a17aea26b" providerId="ADAL" clId="{F807B796-0606-4BF0-9A84-6557326C69B2}" dt="2024-09-03T02:37:21.221" v="2435" actId="20577"/>
        <pc:sldMkLst>
          <pc:docMk/>
          <pc:sldMk cId="518010934" sldId="1373"/>
        </pc:sldMkLst>
      </pc:sldChg>
      <pc:sldChg chg="add">
        <pc:chgData name="Sanmukh Kuppannagari" userId="ad215094-da36-4b66-9c79-369a17aea26b" providerId="ADAL" clId="{F807B796-0606-4BF0-9A84-6557326C69B2}" dt="2024-09-02T21:01:50.833" v="269"/>
        <pc:sldMkLst>
          <pc:docMk/>
          <pc:sldMk cId="2532106449" sldId="1374"/>
        </pc:sldMkLst>
      </pc:sldChg>
      <pc:sldChg chg="modSp new mod">
        <pc:chgData name="Sanmukh Kuppannagari" userId="ad215094-da36-4b66-9c79-369a17aea26b" providerId="ADAL" clId="{F807B796-0606-4BF0-9A84-6557326C69B2}" dt="2024-09-02T21:42:29.989" v="1380" actId="20577"/>
        <pc:sldMkLst>
          <pc:docMk/>
          <pc:sldMk cId="63097358" sldId="1375"/>
        </pc:sldMkLst>
      </pc:sldChg>
      <pc:sldChg chg="delSp modSp add mod">
        <pc:chgData name="Sanmukh Kuppannagari" userId="ad215094-da36-4b66-9c79-369a17aea26b" providerId="ADAL" clId="{F807B796-0606-4BF0-9A84-6557326C69B2}" dt="2024-09-03T02:12:19.131" v="1602" actId="20577"/>
        <pc:sldMkLst>
          <pc:docMk/>
          <pc:sldMk cId="2155445605" sldId="1376"/>
        </pc:sldMkLst>
      </pc:sldChg>
      <pc:sldChg chg="addSp delSp modSp add mod">
        <pc:chgData name="Sanmukh Kuppannagari" userId="ad215094-da36-4b66-9c79-369a17aea26b" providerId="ADAL" clId="{F807B796-0606-4BF0-9A84-6557326C69B2}" dt="2024-09-03T02:15:33.103" v="1646" actId="20577"/>
        <pc:sldMkLst>
          <pc:docMk/>
          <pc:sldMk cId="2373852911" sldId="1377"/>
        </pc:sldMkLst>
      </pc:sldChg>
      <pc:sldChg chg="addSp delSp modSp add mod">
        <pc:chgData name="Sanmukh Kuppannagari" userId="ad215094-da36-4b66-9c79-369a17aea26b" providerId="ADAL" clId="{F807B796-0606-4BF0-9A84-6557326C69B2}" dt="2024-09-03T02:18:53.201" v="1704" actId="1076"/>
        <pc:sldMkLst>
          <pc:docMk/>
          <pc:sldMk cId="2785090204" sldId="1378"/>
        </pc:sldMkLst>
      </pc:sldChg>
      <pc:sldChg chg="modSp new mod">
        <pc:chgData name="Sanmukh Kuppannagari" userId="ad215094-da36-4b66-9c79-369a17aea26b" providerId="ADAL" clId="{F807B796-0606-4BF0-9A84-6557326C69B2}" dt="2024-09-03T02:19:58.369" v="1758" actId="207"/>
        <pc:sldMkLst>
          <pc:docMk/>
          <pc:sldMk cId="1578956546" sldId="1379"/>
        </pc:sldMkLst>
      </pc:sldChg>
      <pc:sldChg chg="modSp add mod">
        <pc:chgData name="Sanmukh Kuppannagari" userId="ad215094-da36-4b66-9c79-369a17aea26b" providerId="ADAL" clId="{F807B796-0606-4BF0-9A84-6557326C69B2}" dt="2024-09-03T02:26:15.664" v="2061" actId="20577"/>
        <pc:sldMkLst>
          <pc:docMk/>
          <pc:sldMk cId="1387291192" sldId="1380"/>
        </pc:sldMkLst>
      </pc:sldChg>
      <pc:sldChg chg="modSp new mod">
        <pc:chgData name="Sanmukh Kuppannagari" userId="ad215094-da36-4b66-9c79-369a17aea26b" providerId="ADAL" clId="{F807B796-0606-4BF0-9A84-6557326C69B2}" dt="2024-09-03T02:26:24.889" v="2064" actId="207"/>
        <pc:sldMkLst>
          <pc:docMk/>
          <pc:sldMk cId="3729273499" sldId="1381"/>
        </pc:sldMkLst>
      </pc:sldChg>
      <pc:sldChg chg="modSp add mod">
        <pc:chgData name="Sanmukh Kuppannagari" userId="ad215094-da36-4b66-9c79-369a17aea26b" providerId="ADAL" clId="{F807B796-0606-4BF0-9A84-6557326C69B2}" dt="2024-09-03T02:27:58.737" v="2084" actId="20577"/>
        <pc:sldMkLst>
          <pc:docMk/>
          <pc:sldMk cId="1604865990" sldId="1382"/>
        </pc:sldMkLst>
      </pc:sldChg>
      <pc:sldChg chg="add">
        <pc:chgData name="Sanmukh Kuppannagari" userId="ad215094-da36-4b66-9c79-369a17aea26b" providerId="ADAL" clId="{F807B796-0606-4BF0-9A84-6557326C69B2}" dt="2024-09-03T02:28:04.789" v="2085"/>
        <pc:sldMkLst>
          <pc:docMk/>
          <pc:sldMk cId="3140536196" sldId="1383"/>
        </pc:sldMkLst>
      </pc:sldChg>
      <pc:sldChg chg="modSp add mod">
        <pc:chgData name="Sanmukh Kuppannagari" userId="ad215094-da36-4b66-9c79-369a17aea26b" providerId="ADAL" clId="{F807B796-0606-4BF0-9A84-6557326C69B2}" dt="2024-09-03T02:28:44.396" v="2099" actId="20577"/>
        <pc:sldMkLst>
          <pc:docMk/>
          <pc:sldMk cId="4028848195" sldId="1384"/>
        </pc:sldMkLst>
      </pc:sldChg>
      <pc:sldChg chg="modSp new mod">
        <pc:chgData name="Sanmukh Kuppannagari" userId="ad215094-da36-4b66-9c79-369a17aea26b" providerId="ADAL" clId="{F807B796-0606-4BF0-9A84-6557326C69B2}" dt="2024-09-03T02:32:27.269" v="2432" actId="20577"/>
        <pc:sldMkLst>
          <pc:docMk/>
          <pc:sldMk cId="855061855" sldId="1385"/>
        </pc:sldMkLst>
      </pc:sldChg>
      <pc:sldChg chg="add">
        <pc:chgData name="Sanmukh Kuppannagari" userId="ad215094-da36-4b66-9c79-369a17aea26b" providerId="ADAL" clId="{F807B796-0606-4BF0-9A84-6557326C69B2}" dt="2024-09-03T02:38:51.879" v="2436"/>
        <pc:sldMkLst>
          <pc:docMk/>
          <pc:sldMk cId="3507384733" sldId="1386"/>
        </pc:sldMkLst>
      </pc:sldChg>
      <pc:sldChg chg="modSp new del mod">
        <pc:chgData name="Sanmukh Kuppannagari" userId="ad215094-da36-4b66-9c79-369a17aea26b" providerId="ADAL" clId="{F807B796-0606-4BF0-9A84-6557326C69B2}" dt="2024-09-03T13:20:40.100" v="4051" actId="47"/>
        <pc:sldMkLst>
          <pc:docMk/>
          <pc:sldMk cId="1227237758" sldId="1387"/>
        </pc:sldMkLst>
      </pc:sldChg>
      <pc:sldChg chg="modSp add mod">
        <pc:chgData name="Sanmukh Kuppannagari" userId="ad215094-da36-4b66-9c79-369a17aea26b" providerId="ADAL" clId="{F807B796-0606-4BF0-9A84-6557326C69B2}" dt="2024-09-03T02:45:20.826" v="2547" actId="207"/>
        <pc:sldMkLst>
          <pc:docMk/>
          <pc:sldMk cId="1406617072" sldId="1388"/>
        </pc:sldMkLst>
      </pc:sldChg>
      <pc:sldChg chg="modSp new mod">
        <pc:chgData name="Sanmukh Kuppannagari" userId="ad215094-da36-4b66-9c79-369a17aea26b" providerId="ADAL" clId="{F807B796-0606-4BF0-9A84-6557326C69B2}" dt="2024-09-03T12:43:53.169" v="3714" actId="20577"/>
        <pc:sldMkLst>
          <pc:docMk/>
          <pc:sldMk cId="15178750" sldId="1389"/>
        </pc:sldMkLst>
      </pc:sldChg>
      <pc:sldChg chg="addSp delSp modSp add mod">
        <pc:chgData name="Sanmukh Kuppannagari" userId="ad215094-da36-4b66-9c79-369a17aea26b" providerId="ADAL" clId="{F807B796-0606-4BF0-9A84-6557326C69B2}" dt="2024-09-03T13:47:41.899" v="5236" actId="14100"/>
        <pc:sldMkLst>
          <pc:docMk/>
          <pc:sldMk cId="3904397812" sldId="1390"/>
        </pc:sldMkLst>
      </pc:sldChg>
      <pc:sldChg chg="modSp new mod">
        <pc:chgData name="Sanmukh Kuppannagari" userId="ad215094-da36-4b66-9c79-369a17aea26b" providerId="ADAL" clId="{F807B796-0606-4BF0-9A84-6557326C69B2}" dt="2024-09-03T13:21:58.025" v="4299" actId="20577"/>
        <pc:sldMkLst>
          <pc:docMk/>
          <pc:sldMk cId="1115784977" sldId="1391"/>
        </pc:sldMkLst>
      </pc:sldChg>
      <pc:sldChg chg="addSp delSp modSp add mod">
        <pc:chgData name="Sanmukh Kuppannagari" userId="ad215094-da36-4b66-9c79-369a17aea26b" providerId="ADAL" clId="{F807B796-0606-4BF0-9A84-6557326C69B2}" dt="2024-09-03T12:51:33.052" v="3745" actId="20577"/>
        <pc:sldMkLst>
          <pc:docMk/>
          <pc:sldMk cId="3579675671" sldId="1392"/>
        </pc:sldMkLst>
      </pc:sldChg>
      <pc:sldChg chg="addSp modSp add mod">
        <pc:chgData name="Sanmukh Kuppannagari" userId="ad215094-da36-4b66-9c79-369a17aea26b" providerId="ADAL" clId="{F807B796-0606-4BF0-9A84-6557326C69B2}" dt="2024-09-03T12:51:38.226" v="3752" actId="20577"/>
        <pc:sldMkLst>
          <pc:docMk/>
          <pc:sldMk cId="3848896675" sldId="1393"/>
        </pc:sldMkLst>
      </pc:sldChg>
      <pc:sldChg chg="modSp add mod">
        <pc:chgData name="Sanmukh Kuppannagari" userId="ad215094-da36-4b66-9c79-369a17aea26b" providerId="ADAL" clId="{F807B796-0606-4BF0-9A84-6557326C69B2}" dt="2024-09-03T12:51:44.050" v="3753"/>
        <pc:sldMkLst>
          <pc:docMk/>
          <pc:sldMk cId="1213479204" sldId="1394"/>
        </pc:sldMkLst>
      </pc:sldChg>
      <pc:sldChg chg="modSp add mod">
        <pc:chgData name="Sanmukh Kuppannagari" userId="ad215094-da36-4b66-9c79-369a17aea26b" providerId="ADAL" clId="{F807B796-0606-4BF0-9A84-6557326C69B2}" dt="2024-09-03T12:51:47.861" v="3754"/>
        <pc:sldMkLst>
          <pc:docMk/>
          <pc:sldMk cId="3698062718" sldId="1395"/>
        </pc:sldMkLst>
      </pc:sldChg>
      <pc:sldChg chg="modSp add mod">
        <pc:chgData name="Sanmukh Kuppannagari" userId="ad215094-da36-4b66-9c79-369a17aea26b" providerId="ADAL" clId="{F807B796-0606-4BF0-9A84-6557326C69B2}" dt="2024-09-03T12:51:51.477" v="3755"/>
        <pc:sldMkLst>
          <pc:docMk/>
          <pc:sldMk cId="2428240830" sldId="1396"/>
        </pc:sldMkLst>
      </pc:sldChg>
      <pc:sldChg chg="addSp delSp modSp add mod">
        <pc:chgData name="Sanmukh Kuppannagari" userId="ad215094-da36-4b66-9c79-369a17aea26b" providerId="ADAL" clId="{F807B796-0606-4BF0-9A84-6557326C69B2}" dt="2024-09-03T12:38:02.576" v="3536" actId="207"/>
        <pc:sldMkLst>
          <pc:docMk/>
          <pc:sldMk cId="1577004698" sldId="1397"/>
        </pc:sldMkLst>
      </pc:sldChg>
      <pc:sldChg chg="modSp add mod">
        <pc:chgData name="Sanmukh Kuppannagari" userId="ad215094-da36-4b66-9c79-369a17aea26b" providerId="ADAL" clId="{F807B796-0606-4BF0-9A84-6557326C69B2}" dt="2024-09-03T12:52:00.900" v="3762" actId="20577"/>
        <pc:sldMkLst>
          <pc:docMk/>
          <pc:sldMk cId="3187165335" sldId="1398"/>
        </pc:sldMkLst>
      </pc:sldChg>
      <pc:sldChg chg="modSp add mod">
        <pc:chgData name="Sanmukh Kuppannagari" userId="ad215094-da36-4b66-9c79-369a17aea26b" providerId="ADAL" clId="{F807B796-0606-4BF0-9A84-6557326C69B2}" dt="2024-09-03T12:52:07.589" v="3763"/>
        <pc:sldMkLst>
          <pc:docMk/>
          <pc:sldMk cId="3448802495" sldId="1399"/>
        </pc:sldMkLst>
      </pc:sldChg>
      <pc:sldChg chg="modSp add mod">
        <pc:chgData name="Sanmukh Kuppannagari" userId="ad215094-da36-4b66-9c79-369a17aea26b" providerId="ADAL" clId="{F807B796-0606-4BF0-9A84-6557326C69B2}" dt="2024-09-03T12:52:11.223" v="3764"/>
        <pc:sldMkLst>
          <pc:docMk/>
          <pc:sldMk cId="1426423657" sldId="1400"/>
        </pc:sldMkLst>
      </pc:sldChg>
      <pc:sldChg chg="modSp add mod">
        <pc:chgData name="Sanmukh Kuppannagari" userId="ad215094-da36-4b66-9c79-369a17aea26b" providerId="ADAL" clId="{F807B796-0606-4BF0-9A84-6557326C69B2}" dt="2024-09-03T12:52:15.594" v="3765"/>
        <pc:sldMkLst>
          <pc:docMk/>
          <pc:sldMk cId="1876721923" sldId="1401"/>
        </pc:sldMkLst>
      </pc:sldChg>
      <pc:sldChg chg="modSp add mod">
        <pc:chgData name="Sanmukh Kuppannagari" userId="ad215094-da36-4b66-9c79-369a17aea26b" providerId="ADAL" clId="{F807B796-0606-4BF0-9A84-6557326C69B2}" dt="2024-09-03T12:52:19.348" v="3766"/>
        <pc:sldMkLst>
          <pc:docMk/>
          <pc:sldMk cId="4100405277" sldId="1402"/>
        </pc:sldMkLst>
      </pc:sldChg>
      <pc:sldChg chg="modSp add mod">
        <pc:chgData name="Sanmukh Kuppannagari" userId="ad215094-da36-4b66-9c79-369a17aea26b" providerId="ADAL" clId="{F807B796-0606-4BF0-9A84-6557326C69B2}" dt="2024-09-03T12:47:06.300" v="3738" actId="207"/>
        <pc:sldMkLst>
          <pc:docMk/>
          <pc:sldMk cId="2967499912" sldId="1403"/>
        </pc:sldMkLst>
      </pc:sldChg>
      <pc:sldChg chg="addSp modSp new mod">
        <pc:chgData name="Sanmukh Kuppannagari" userId="ad215094-da36-4b66-9c79-369a17aea26b" providerId="ADAL" clId="{F807B796-0606-4BF0-9A84-6557326C69B2}" dt="2024-09-03T13:09:42.209" v="3826" actId="1076"/>
        <pc:sldMkLst>
          <pc:docMk/>
          <pc:sldMk cId="3881972497" sldId="1404"/>
        </pc:sldMkLst>
      </pc:sldChg>
      <pc:sldChg chg="modSp add mod">
        <pc:chgData name="Sanmukh Kuppannagari" userId="ad215094-da36-4b66-9c79-369a17aea26b" providerId="ADAL" clId="{F807B796-0606-4BF0-9A84-6557326C69B2}" dt="2024-09-03T13:13:53.902" v="3850" actId="20577"/>
        <pc:sldMkLst>
          <pc:docMk/>
          <pc:sldMk cId="3154475222" sldId="1405"/>
        </pc:sldMkLst>
      </pc:sldChg>
      <pc:sldChg chg="addSp delSp modSp new mod">
        <pc:chgData name="Sanmukh Kuppannagari" userId="ad215094-da36-4b66-9c79-369a17aea26b" providerId="ADAL" clId="{F807B796-0606-4BF0-9A84-6557326C69B2}" dt="2024-09-03T13:23:06.940" v="4304" actId="20577"/>
        <pc:sldMkLst>
          <pc:docMk/>
          <pc:sldMk cId="1657037968" sldId="1406"/>
        </pc:sldMkLst>
      </pc:sldChg>
      <pc:sldChg chg="modSp add mod">
        <pc:chgData name="Sanmukh Kuppannagari" userId="ad215094-da36-4b66-9c79-369a17aea26b" providerId="ADAL" clId="{F807B796-0606-4BF0-9A84-6557326C69B2}" dt="2024-09-03T13:23:33.807" v="4333" actId="207"/>
        <pc:sldMkLst>
          <pc:docMk/>
          <pc:sldMk cId="808826284" sldId="1407"/>
        </pc:sldMkLst>
      </pc:sldChg>
      <pc:sldChg chg="modSp add mod">
        <pc:chgData name="Sanmukh Kuppannagari" userId="ad215094-da36-4b66-9c79-369a17aea26b" providerId="ADAL" clId="{F807B796-0606-4BF0-9A84-6557326C69B2}" dt="2024-09-03T13:26:30.186" v="4500" actId="20577"/>
        <pc:sldMkLst>
          <pc:docMk/>
          <pc:sldMk cId="2415060599" sldId="1408"/>
        </pc:sldMkLst>
      </pc:sldChg>
      <pc:sldChg chg="modSp add mod">
        <pc:chgData name="Sanmukh Kuppannagari" userId="ad215094-da36-4b66-9c79-369a17aea26b" providerId="ADAL" clId="{F807B796-0606-4BF0-9A84-6557326C69B2}" dt="2024-09-03T13:27:44.971" v="4531" actId="20577"/>
        <pc:sldMkLst>
          <pc:docMk/>
          <pc:sldMk cId="119380334" sldId="1409"/>
        </pc:sldMkLst>
      </pc:sldChg>
      <pc:sldChg chg="modSp new mod">
        <pc:chgData name="Sanmukh Kuppannagari" userId="ad215094-da36-4b66-9c79-369a17aea26b" providerId="ADAL" clId="{F807B796-0606-4BF0-9A84-6557326C69B2}" dt="2024-09-03T13:32:52.648" v="4947" actId="20577"/>
        <pc:sldMkLst>
          <pc:docMk/>
          <pc:sldMk cId="69742158" sldId="1410"/>
        </pc:sldMkLst>
      </pc:sldChg>
      <pc:sldChg chg="modSp new mod">
        <pc:chgData name="Sanmukh Kuppannagari" userId="ad215094-da36-4b66-9c79-369a17aea26b" providerId="ADAL" clId="{F807B796-0606-4BF0-9A84-6557326C69B2}" dt="2024-09-03T13:35:10.197" v="5167" actId="20577"/>
        <pc:sldMkLst>
          <pc:docMk/>
          <pc:sldMk cId="1450716392" sldId="1411"/>
        </pc:sldMkLst>
      </pc:sldChg>
      <pc:sldChg chg="add del">
        <pc:chgData name="Sanmukh Kuppannagari" userId="ad215094-da36-4b66-9c79-369a17aea26b" providerId="ADAL" clId="{F807B796-0606-4BF0-9A84-6557326C69B2}" dt="2024-09-03T13:48:45.238" v="5247" actId="47"/>
        <pc:sldMkLst>
          <pc:docMk/>
          <pc:sldMk cId="2820047232" sldId="1412"/>
        </pc:sldMkLst>
      </pc:sldChg>
      <pc:sldChg chg="modSp add mod">
        <pc:chgData name="Sanmukh Kuppannagari" userId="ad215094-da36-4b66-9c79-369a17aea26b" providerId="ADAL" clId="{F807B796-0606-4BF0-9A84-6557326C69B2}" dt="2024-09-03T13:48:02.122" v="5240" actId="14100"/>
        <pc:sldMkLst>
          <pc:docMk/>
          <pc:sldMk cId="393658469" sldId="1413"/>
        </pc:sldMkLst>
      </pc:sldChg>
      <pc:sldChg chg="modSp add">
        <pc:chgData name="Sanmukh Kuppannagari" userId="ad215094-da36-4b66-9c79-369a17aea26b" providerId="ADAL" clId="{F807B796-0606-4BF0-9A84-6557326C69B2}" dt="2024-09-03T13:48:24.868" v="5243" actId="1076"/>
        <pc:sldMkLst>
          <pc:docMk/>
          <pc:sldMk cId="2454853527" sldId="1414"/>
        </pc:sldMkLst>
      </pc:sldChg>
      <pc:sldChg chg="modSp add">
        <pc:chgData name="Sanmukh Kuppannagari" userId="ad215094-da36-4b66-9c79-369a17aea26b" providerId="ADAL" clId="{F807B796-0606-4BF0-9A84-6557326C69B2}" dt="2024-09-03T13:48:36.753" v="5246" actId="1076"/>
        <pc:sldMkLst>
          <pc:docMk/>
          <pc:sldMk cId="458868704" sldId="1415"/>
        </pc:sldMkLst>
      </pc:sldChg>
      <pc:sldChg chg="modSp add mod">
        <pc:chgData name="Sanmukh Kuppannagari" userId="ad215094-da36-4b66-9c79-369a17aea26b" providerId="ADAL" clId="{F807B796-0606-4BF0-9A84-6557326C69B2}" dt="2024-09-03T13:53:12.550" v="5332" actId="20577"/>
        <pc:sldMkLst>
          <pc:docMk/>
          <pc:sldMk cId="1712966043" sldId="1416"/>
        </pc:sldMkLst>
      </pc:sldChg>
      <pc:sldChg chg="modSp add mod">
        <pc:chgData name="Sanmukh Kuppannagari" userId="ad215094-da36-4b66-9c79-369a17aea26b" providerId="ADAL" clId="{F807B796-0606-4BF0-9A84-6557326C69B2}" dt="2024-09-03T13:54:02.045" v="5365" actId="1076"/>
        <pc:sldMkLst>
          <pc:docMk/>
          <pc:sldMk cId="2077281943" sldId="1417"/>
        </pc:sldMkLst>
      </pc:sldChg>
      <pc:sldChg chg="modSp new mod">
        <pc:chgData name="Sanmukh Kuppannagari" userId="ad215094-da36-4b66-9c79-369a17aea26b" providerId="ADAL" clId="{F807B796-0606-4BF0-9A84-6557326C69B2}" dt="2024-09-03T17:18:57.431" v="5611" actId="20577"/>
        <pc:sldMkLst>
          <pc:docMk/>
          <pc:sldMk cId="2646681002" sldId="1418"/>
        </pc:sldMkLst>
      </pc:sldChg>
      <pc:sldChg chg="modSp new mod">
        <pc:chgData name="Sanmukh Kuppannagari" userId="ad215094-da36-4b66-9c79-369a17aea26b" providerId="ADAL" clId="{F807B796-0606-4BF0-9A84-6557326C69B2}" dt="2024-09-03T17:20:30.540" v="5941" actId="20577"/>
        <pc:sldMkLst>
          <pc:docMk/>
          <pc:sldMk cId="2756067693" sldId="1419"/>
        </pc:sldMkLst>
      </pc:sldChg>
      <pc:sldChg chg="addSp modSp new mod">
        <pc:chgData name="Sanmukh Kuppannagari" userId="ad215094-da36-4b66-9c79-369a17aea26b" providerId="ADAL" clId="{F807B796-0606-4BF0-9A84-6557326C69B2}" dt="2024-09-03T17:26:17.273" v="6104" actId="27636"/>
        <pc:sldMkLst>
          <pc:docMk/>
          <pc:sldMk cId="519883686" sldId="1420"/>
        </pc:sldMkLst>
      </pc:sldChg>
      <pc:sldChg chg="modSp new mod">
        <pc:chgData name="Sanmukh Kuppannagari" userId="ad215094-da36-4b66-9c79-369a17aea26b" providerId="ADAL" clId="{F807B796-0606-4BF0-9A84-6557326C69B2}" dt="2024-09-03T17:27:21.796" v="6281" actId="20577"/>
        <pc:sldMkLst>
          <pc:docMk/>
          <pc:sldMk cId="3752423486" sldId="1421"/>
        </pc:sldMkLst>
      </pc:sldChg>
    </pc:docChg>
  </pc:docChgLst>
  <pc:docChgLst>
    <pc:chgData name="Sanmukh Kuppannagari" userId="ad215094-da36-4b66-9c79-369a17aea26b" providerId="ADAL" clId="{D5E25D0F-35C1-45CD-9B25-657D6CF8E654}"/>
    <pc:docChg chg="custSel addSld delSld modSld">
      <pc:chgData name="Sanmukh Kuppannagari" userId="ad215094-da36-4b66-9c79-369a17aea26b" providerId="ADAL" clId="{D5E25D0F-35C1-45CD-9B25-657D6CF8E654}" dt="2025-09-04T14:33:06.038" v="1748" actId="20577"/>
      <pc:docMkLst>
        <pc:docMk/>
      </pc:docMkLst>
      <pc:sldChg chg="modSp mod">
        <pc:chgData name="Sanmukh Kuppannagari" userId="ad215094-da36-4b66-9c79-369a17aea26b" providerId="ADAL" clId="{D5E25D0F-35C1-45CD-9B25-657D6CF8E654}" dt="2025-09-04T12:46:44.620" v="29" actId="20577"/>
        <pc:sldMkLst>
          <pc:docMk/>
          <pc:sldMk cId="728785357" sldId="256"/>
        </pc:sldMkLst>
        <pc:spChg chg="mod">
          <ac:chgData name="Sanmukh Kuppannagari" userId="ad215094-da36-4b66-9c79-369a17aea26b" providerId="ADAL" clId="{D5E25D0F-35C1-45CD-9B25-657D6CF8E654}" dt="2025-09-04T12:46:44.620" v="29" actId="20577"/>
          <ac:spMkLst>
            <pc:docMk/>
            <pc:sldMk cId="728785357" sldId="256"/>
            <ac:spMk id="3" creationId="{C46BB279-3651-105A-8503-217F67B1FED8}"/>
          </ac:spMkLst>
        </pc:spChg>
      </pc:sldChg>
      <pc:sldChg chg="modSp mod">
        <pc:chgData name="Sanmukh Kuppannagari" userId="ad215094-da36-4b66-9c79-369a17aea26b" providerId="ADAL" clId="{D5E25D0F-35C1-45CD-9B25-657D6CF8E654}" dt="2025-09-04T12:47:11.046" v="34"/>
        <pc:sldMkLst>
          <pc:docMk/>
          <pc:sldMk cId="2017305151" sldId="261"/>
        </pc:sldMkLst>
        <pc:spChg chg="mod">
          <ac:chgData name="Sanmukh Kuppannagari" userId="ad215094-da36-4b66-9c79-369a17aea26b" providerId="ADAL" clId="{D5E25D0F-35C1-45CD-9B25-657D6CF8E654}" dt="2025-09-04T12:47:11.046" v="34"/>
          <ac:spMkLst>
            <pc:docMk/>
            <pc:sldMk cId="2017305151" sldId="261"/>
            <ac:spMk id="3" creationId="{D61E7643-79A8-EFA8-035B-07E3457DA90C}"/>
          </ac:spMkLst>
        </pc:spChg>
      </pc:sldChg>
      <pc:sldChg chg="del">
        <pc:chgData name="Sanmukh Kuppannagari" userId="ad215094-da36-4b66-9c79-369a17aea26b" providerId="ADAL" clId="{D5E25D0F-35C1-45CD-9B25-657D6CF8E654}" dt="2025-09-04T12:47:57.975" v="40" actId="47"/>
        <pc:sldMkLst>
          <pc:docMk/>
          <pc:sldMk cId="276729432" sldId="309"/>
        </pc:sldMkLst>
      </pc:sldChg>
      <pc:sldChg chg="add del">
        <pc:chgData name="Sanmukh Kuppannagari" userId="ad215094-da36-4b66-9c79-369a17aea26b" providerId="ADAL" clId="{D5E25D0F-35C1-45CD-9B25-657D6CF8E654}" dt="2025-09-04T12:50:30.522" v="47"/>
        <pc:sldMkLst>
          <pc:docMk/>
          <pc:sldMk cId="2950079441" sldId="328"/>
        </pc:sldMkLst>
      </pc:sldChg>
      <pc:sldChg chg="add del">
        <pc:chgData name="Sanmukh Kuppannagari" userId="ad215094-da36-4b66-9c79-369a17aea26b" providerId="ADAL" clId="{D5E25D0F-35C1-45CD-9B25-657D6CF8E654}" dt="2025-09-04T12:51:31.198" v="49"/>
        <pc:sldMkLst>
          <pc:docMk/>
          <pc:sldMk cId="607569566" sldId="335"/>
        </pc:sldMkLst>
      </pc:sldChg>
      <pc:sldChg chg="add">
        <pc:chgData name="Sanmukh Kuppannagari" userId="ad215094-da36-4b66-9c79-369a17aea26b" providerId="ADAL" clId="{D5E25D0F-35C1-45CD-9B25-657D6CF8E654}" dt="2025-09-04T12:56:20.161" v="88"/>
        <pc:sldMkLst>
          <pc:docMk/>
          <pc:sldMk cId="2492042211" sldId="354"/>
        </pc:sldMkLst>
      </pc:sldChg>
      <pc:sldChg chg="modSp mod">
        <pc:chgData name="Sanmukh Kuppannagari" userId="ad215094-da36-4b66-9c79-369a17aea26b" providerId="ADAL" clId="{D5E25D0F-35C1-45CD-9B25-657D6CF8E654}" dt="2025-09-04T13:02:21.434" v="164" actId="20577"/>
        <pc:sldMkLst>
          <pc:docMk/>
          <pc:sldMk cId="3837875043" sldId="390"/>
        </pc:sldMkLst>
        <pc:spChg chg="mod">
          <ac:chgData name="Sanmukh Kuppannagari" userId="ad215094-da36-4b66-9c79-369a17aea26b" providerId="ADAL" clId="{D5E25D0F-35C1-45CD-9B25-657D6CF8E654}" dt="2025-09-04T13:02:21.434" v="164" actId="20577"/>
          <ac:spMkLst>
            <pc:docMk/>
            <pc:sldMk cId="3837875043" sldId="390"/>
            <ac:spMk id="3" creationId="{E7FF2391-E8AE-9A93-A4FC-0E02B54BC29C}"/>
          </ac:spMkLst>
        </pc:spChg>
      </pc:sldChg>
      <pc:sldChg chg="del">
        <pc:chgData name="Sanmukh Kuppannagari" userId="ad215094-da36-4b66-9c79-369a17aea26b" providerId="ADAL" clId="{D5E25D0F-35C1-45CD-9B25-657D6CF8E654}" dt="2025-09-04T12:47:55.626" v="39" actId="47"/>
        <pc:sldMkLst>
          <pc:docMk/>
          <pc:sldMk cId="2314761624" sldId="392"/>
        </pc:sldMkLst>
      </pc:sldChg>
      <pc:sldChg chg="modSp mod">
        <pc:chgData name="Sanmukh Kuppannagari" userId="ad215094-da36-4b66-9c79-369a17aea26b" providerId="ADAL" clId="{D5E25D0F-35C1-45CD-9B25-657D6CF8E654}" dt="2025-09-04T13:07:31.950" v="226" actId="20577"/>
        <pc:sldMkLst>
          <pc:docMk/>
          <pc:sldMk cId="854907447" sldId="395"/>
        </pc:sldMkLst>
        <pc:spChg chg="mod">
          <ac:chgData name="Sanmukh Kuppannagari" userId="ad215094-da36-4b66-9c79-369a17aea26b" providerId="ADAL" clId="{D5E25D0F-35C1-45CD-9B25-657D6CF8E654}" dt="2025-09-04T13:07:31.950" v="226" actId="20577"/>
          <ac:spMkLst>
            <pc:docMk/>
            <pc:sldMk cId="854907447" sldId="395"/>
            <ac:spMk id="3" creationId="{AC58AF0F-D5F9-1769-1231-CFB1219B2403}"/>
          </ac:spMkLst>
        </pc:spChg>
      </pc:sldChg>
      <pc:sldChg chg="add">
        <pc:chgData name="Sanmukh Kuppannagari" userId="ad215094-da36-4b66-9c79-369a17aea26b" providerId="ADAL" clId="{D5E25D0F-35C1-45CD-9B25-657D6CF8E654}" dt="2025-09-04T13:01:26.886" v="91"/>
        <pc:sldMkLst>
          <pc:docMk/>
          <pc:sldMk cId="845386772" sldId="1252"/>
        </pc:sldMkLst>
      </pc:sldChg>
      <pc:sldChg chg="add">
        <pc:chgData name="Sanmukh Kuppannagari" userId="ad215094-da36-4b66-9c79-369a17aea26b" providerId="ADAL" clId="{D5E25D0F-35C1-45CD-9B25-657D6CF8E654}" dt="2025-09-04T13:01:26.886" v="91"/>
        <pc:sldMkLst>
          <pc:docMk/>
          <pc:sldMk cId="1683670839" sldId="1253"/>
        </pc:sldMkLst>
      </pc:sldChg>
      <pc:sldChg chg="add">
        <pc:chgData name="Sanmukh Kuppannagari" userId="ad215094-da36-4b66-9c79-369a17aea26b" providerId="ADAL" clId="{D5E25D0F-35C1-45CD-9B25-657D6CF8E654}" dt="2025-09-04T13:01:26.886" v="91"/>
        <pc:sldMkLst>
          <pc:docMk/>
          <pc:sldMk cId="4018864358" sldId="1254"/>
        </pc:sldMkLst>
      </pc:sldChg>
      <pc:sldChg chg="add">
        <pc:chgData name="Sanmukh Kuppannagari" userId="ad215094-da36-4b66-9c79-369a17aea26b" providerId="ADAL" clId="{D5E25D0F-35C1-45CD-9B25-657D6CF8E654}" dt="2025-09-04T13:01:26.886" v="91"/>
        <pc:sldMkLst>
          <pc:docMk/>
          <pc:sldMk cId="787861397" sldId="1255"/>
        </pc:sldMkLst>
      </pc:sldChg>
      <pc:sldChg chg="add">
        <pc:chgData name="Sanmukh Kuppannagari" userId="ad215094-da36-4b66-9c79-369a17aea26b" providerId="ADAL" clId="{D5E25D0F-35C1-45CD-9B25-657D6CF8E654}" dt="2025-09-04T13:01:26.886" v="91"/>
        <pc:sldMkLst>
          <pc:docMk/>
          <pc:sldMk cId="2706379635" sldId="1256"/>
        </pc:sldMkLst>
      </pc:sldChg>
      <pc:sldChg chg="add">
        <pc:chgData name="Sanmukh Kuppannagari" userId="ad215094-da36-4b66-9c79-369a17aea26b" providerId="ADAL" clId="{D5E25D0F-35C1-45CD-9B25-657D6CF8E654}" dt="2025-09-04T13:01:26.886" v="91"/>
        <pc:sldMkLst>
          <pc:docMk/>
          <pc:sldMk cId="2188572601" sldId="1257"/>
        </pc:sldMkLst>
      </pc:sldChg>
      <pc:sldChg chg="add">
        <pc:chgData name="Sanmukh Kuppannagari" userId="ad215094-da36-4b66-9c79-369a17aea26b" providerId="ADAL" clId="{D5E25D0F-35C1-45CD-9B25-657D6CF8E654}" dt="2025-09-04T13:01:26.886" v="91"/>
        <pc:sldMkLst>
          <pc:docMk/>
          <pc:sldMk cId="1911274223" sldId="1258"/>
        </pc:sldMkLst>
      </pc:sldChg>
      <pc:sldChg chg="add">
        <pc:chgData name="Sanmukh Kuppannagari" userId="ad215094-da36-4b66-9c79-369a17aea26b" providerId="ADAL" clId="{D5E25D0F-35C1-45CD-9B25-657D6CF8E654}" dt="2025-09-04T13:01:26.886" v="91"/>
        <pc:sldMkLst>
          <pc:docMk/>
          <pc:sldMk cId="2969816698" sldId="1259"/>
        </pc:sldMkLst>
      </pc:sldChg>
      <pc:sldChg chg="add">
        <pc:chgData name="Sanmukh Kuppannagari" userId="ad215094-da36-4b66-9c79-369a17aea26b" providerId="ADAL" clId="{D5E25D0F-35C1-45CD-9B25-657D6CF8E654}" dt="2025-09-04T13:01:26.886" v="91"/>
        <pc:sldMkLst>
          <pc:docMk/>
          <pc:sldMk cId="3375916416" sldId="1260"/>
        </pc:sldMkLst>
      </pc:sldChg>
      <pc:sldChg chg="add">
        <pc:chgData name="Sanmukh Kuppannagari" userId="ad215094-da36-4b66-9c79-369a17aea26b" providerId="ADAL" clId="{D5E25D0F-35C1-45CD-9B25-657D6CF8E654}" dt="2025-09-04T13:01:26.886" v="91"/>
        <pc:sldMkLst>
          <pc:docMk/>
          <pc:sldMk cId="2696076742" sldId="1261"/>
        </pc:sldMkLst>
      </pc:sldChg>
      <pc:sldChg chg="add">
        <pc:chgData name="Sanmukh Kuppannagari" userId="ad215094-da36-4b66-9c79-369a17aea26b" providerId="ADAL" clId="{D5E25D0F-35C1-45CD-9B25-657D6CF8E654}" dt="2025-09-04T13:01:26.886" v="91"/>
        <pc:sldMkLst>
          <pc:docMk/>
          <pc:sldMk cId="48347974" sldId="1262"/>
        </pc:sldMkLst>
      </pc:sldChg>
      <pc:sldChg chg="add">
        <pc:chgData name="Sanmukh Kuppannagari" userId="ad215094-da36-4b66-9c79-369a17aea26b" providerId="ADAL" clId="{D5E25D0F-35C1-45CD-9B25-657D6CF8E654}" dt="2025-09-04T13:01:26.886" v="91"/>
        <pc:sldMkLst>
          <pc:docMk/>
          <pc:sldMk cId="4163333809" sldId="1263"/>
        </pc:sldMkLst>
      </pc:sldChg>
      <pc:sldChg chg="add">
        <pc:chgData name="Sanmukh Kuppannagari" userId="ad215094-da36-4b66-9c79-369a17aea26b" providerId="ADAL" clId="{D5E25D0F-35C1-45CD-9B25-657D6CF8E654}" dt="2025-09-04T13:01:26.886" v="91"/>
        <pc:sldMkLst>
          <pc:docMk/>
          <pc:sldMk cId="2061059533" sldId="1264"/>
        </pc:sldMkLst>
      </pc:sldChg>
      <pc:sldChg chg="add">
        <pc:chgData name="Sanmukh Kuppannagari" userId="ad215094-da36-4b66-9c79-369a17aea26b" providerId="ADAL" clId="{D5E25D0F-35C1-45CD-9B25-657D6CF8E654}" dt="2025-09-04T13:01:26.886" v="91"/>
        <pc:sldMkLst>
          <pc:docMk/>
          <pc:sldMk cId="3769872445" sldId="1265"/>
        </pc:sldMkLst>
      </pc:sldChg>
      <pc:sldChg chg="add">
        <pc:chgData name="Sanmukh Kuppannagari" userId="ad215094-da36-4b66-9c79-369a17aea26b" providerId="ADAL" clId="{D5E25D0F-35C1-45CD-9B25-657D6CF8E654}" dt="2025-09-04T13:01:26.886" v="91"/>
        <pc:sldMkLst>
          <pc:docMk/>
          <pc:sldMk cId="11496660" sldId="1266"/>
        </pc:sldMkLst>
      </pc:sldChg>
      <pc:sldChg chg="add">
        <pc:chgData name="Sanmukh Kuppannagari" userId="ad215094-da36-4b66-9c79-369a17aea26b" providerId="ADAL" clId="{D5E25D0F-35C1-45CD-9B25-657D6CF8E654}" dt="2025-09-04T13:01:26.886" v="91"/>
        <pc:sldMkLst>
          <pc:docMk/>
          <pc:sldMk cId="1949417311" sldId="1267"/>
        </pc:sldMkLst>
      </pc:sldChg>
      <pc:sldChg chg="add">
        <pc:chgData name="Sanmukh Kuppannagari" userId="ad215094-da36-4b66-9c79-369a17aea26b" providerId="ADAL" clId="{D5E25D0F-35C1-45CD-9B25-657D6CF8E654}" dt="2025-09-04T13:01:26.886" v="91"/>
        <pc:sldMkLst>
          <pc:docMk/>
          <pc:sldMk cId="981443244" sldId="1268"/>
        </pc:sldMkLst>
      </pc:sldChg>
      <pc:sldChg chg="add">
        <pc:chgData name="Sanmukh Kuppannagari" userId="ad215094-da36-4b66-9c79-369a17aea26b" providerId="ADAL" clId="{D5E25D0F-35C1-45CD-9B25-657D6CF8E654}" dt="2025-09-04T13:01:26.886" v="91"/>
        <pc:sldMkLst>
          <pc:docMk/>
          <pc:sldMk cId="287788205" sldId="1269"/>
        </pc:sldMkLst>
      </pc:sldChg>
      <pc:sldChg chg="add">
        <pc:chgData name="Sanmukh Kuppannagari" userId="ad215094-da36-4b66-9c79-369a17aea26b" providerId="ADAL" clId="{D5E25D0F-35C1-45CD-9B25-657D6CF8E654}" dt="2025-09-04T13:01:26.886" v="91"/>
        <pc:sldMkLst>
          <pc:docMk/>
          <pc:sldMk cId="3224902270" sldId="1270"/>
        </pc:sldMkLst>
      </pc:sldChg>
      <pc:sldChg chg="add">
        <pc:chgData name="Sanmukh Kuppannagari" userId="ad215094-da36-4b66-9c79-369a17aea26b" providerId="ADAL" clId="{D5E25D0F-35C1-45CD-9B25-657D6CF8E654}" dt="2025-09-04T13:01:26.886" v="91"/>
        <pc:sldMkLst>
          <pc:docMk/>
          <pc:sldMk cId="2430267348" sldId="1271"/>
        </pc:sldMkLst>
      </pc:sldChg>
      <pc:sldChg chg="add">
        <pc:chgData name="Sanmukh Kuppannagari" userId="ad215094-da36-4b66-9c79-369a17aea26b" providerId="ADAL" clId="{D5E25D0F-35C1-45CD-9B25-657D6CF8E654}" dt="2025-09-04T13:01:26.886" v="91"/>
        <pc:sldMkLst>
          <pc:docMk/>
          <pc:sldMk cId="2564167782" sldId="1272"/>
        </pc:sldMkLst>
      </pc:sldChg>
      <pc:sldChg chg="add">
        <pc:chgData name="Sanmukh Kuppannagari" userId="ad215094-da36-4b66-9c79-369a17aea26b" providerId="ADAL" clId="{D5E25D0F-35C1-45CD-9B25-657D6CF8E654}" dt="2025-09-04T13:01:26.886" v="91"/>
        <pc:sldMkLst>
          <pc:docMk/>
          <pc:sldMk cId="2926195366" sldId="1273"/>
        </pc:sldMkLst>
      </pc:sldChg>
      <pc:sldChg chg="add">
        <pc:chgData name="Sanmukh Kuppannagari" userId="ad215094-da36-4b66-9c79-369a17aea26b" providerId="ADAL" clId="{D5E25D0F-35C1-45CD-9B25-657D6CF8E654}" dt="2025-09-04T13:01:26.886" v="91"/>
        <pc:sldMkLst>
          <pc:docMk/>
          <pc:sldMk cId="4115725712" sldId="1274"/>
        </pc:sldMkLst>
      </pc:sldChg>
      <pc:sldChg chg="add">
        <pc:chgData name="Sanmukh Kuppannagari" userId="ad215094-da36-4b66-9c79-369a17aea26b" providerId="ADAL" clId="{D5E25D0F-35C1-45CD-9B25-657D6CF8E654}" dt="2025-09-04T13:01:26.886" v="91"/>
        <pc:sldMkLst>
          <pc:docMk/>
          <pc:sldMk cId="1712480366" sldId="1275"/>
        </pc:sldMkLst>
      </pc:sldChg>
      <pc:sldChg chg="del">
        <pc:chgData name="Sanmukh Kuppannagari" userId="ad215094-da36-4b66-9c79-369a17aea26b" providerId="ADAL" clId="{D5E25D0F-35C1-45CD-9B25-657D6CF8E654}" dt="2025-09-04T12:48:24.788" v="42" actId="47"/>
        <pc:sldMkLst>
          <pc:docMk/>
          <pc:sldMk cId="3473456708" sldId="1344"/>
        </pc:sldMkLst>
      </pc:sldChg>
      <pc:sldChg chg="del">
        <pc:chgData name="Sanmukh Kuppannagari" userId="ad215094-da36-4b66-9c79-369a17aea26b" providerId="ADAL" clId="{D5E25D0F-35C1-45CD-9B25-657D6CF8E654}" dt="2025-09-04T12:48:24.788" v="42" actId="47"/>
        <pc:sldMkLst>
          <pc:docMk/>
          <pc:sldMk cId="3462074433" sldId="1345"/>
        </pc:sldMkLst>
      </pc:sldChg>
      <pc:sldChg chg="del">
        <pc:chgData name="Sanmukh Kuppannagari" userId="ad215094-da36-4b66-9c79-369a17aea26b" providerId="ADAL" clId="{D5E25D0F-35C1-45CD-9B25-657D6CF8E654}" dt="2025-09-04T12:48:24.788" v="42" actId="47"/>
        <pc:sldMkLst>
          <pc:docMk/>
          <pc:sldMk cId="3585318733" sldId="1346"/>
        </pc:sldMkLst>
      </pc:sldChg>
      <pc:sldChg chg="del">
        <pc:chgData name="Sanmukh Kuppannagari" userId="ad215094-da36-4b66-9c79-369a17aea26b" providerId="ADAL" clId="{D5E25D0F-35C1-45CD-9B25-657D6CF8E654}" dt="2025-09-04T12:48:54.108" v="43" actId="47"/>
        <pc:sldMkLst>
          <pc:docMk/>
          <pc:sldMk cId="3890367929" sldId="1347"/>
        </pc:sldMkLst>
      </pc:sldChg>
      <pc:sldChg chg="del">
        <pc:chgData name="Sanmukh Kuppannagari" userId="ad215094-da36-4b66-9c79-369a17aea26b" providerId="ADAL" clId="{D5E25D0F-35C1-45CD-9B25-657D6CF8E654}" dt="2025-09-04T12:48:54.108" v="43" actId="47"/>
        <pc:sldMkLst>
          <pc:docMk/>
          <pc:sldMk cId="1799099576" sldId="1348"/>
        </pc:sldMkLst>
      </pc:sldChg>
      <pc:sldChg chg="del">
        <pc:chgData name="Sanmukh Kuppannagari" userId="ad215094-da36-4b66-9c79-369a17aea26b" providerId="ADAL" clId="{D5E25D0F-35C1-45CD-9B25-657D6CF8E654}" dt="2025-09-04T12:48:24.788" v="42" actId="47"/>
        <pc:sldMkLst>
          <pc:docMk/>
          <pc:sldMk cId="4227676260" sldId="1349"/>
        </pc:sldMkLst>
      </pc:sldChg>
      <pc:sldChg chg="del">
        <pc:chgData name="Sanmukh Kuppannagari" userId="ad215094-da36-4b66-9c79-369a17aea26b" providerId="ADAL" clId="{D5E25D0F-35C1-45CD-9B25-657D6CF8E654}" dt="2025-09-04T12:48:54.108" v="43" actId="47"/>
        <pc:sldMkLst>
          <pc:docMk/>
          <pc:sldMk cId="2262656913" sldId="1352"/>
        </pc:sldMkLst>
      </pc:sldChg>
      <pc:sldChg chg="del">
        <pc:chgData name="Sanmukh Kuppannagari" userId="ad215094-da36-4b66-9c79-369a17aea26b" providerId="ADAL" clId="{D5E25D0F-35C1-45CD-9B25-657D6CF8E654}" dt="2025-09-04T12:48:54.108" v="43" actId="47"/>
        <pc:sldMkLst>
          <pc:docMk/>
          <pc:sldMk cId="167355194" sldId="1353"/>
        </pc:sldMkLst>
      </pc:sldChg>
      <pc:sldChg chg="del">
        <pc:chgData name="Sanmukh Kuppannagari" userId="ad215094-da36-4b66-9c79-369a17aea26b" providerId="ADAL" clId="{D5E25D0F-35C1-45CD-9B25-657D6CF8E654}" dt="2025-09-04T12:48:54.108" v="43" actId="47"/>
        <pc:sldMkLst>
          <pc:docMk/>
          <pc:sldMk cId="2804131373" sldId="1354"/>
        </pc:sldMkLst>
      </pc:sldChg>
      <pc:sldChg chg="del">
        <pc:chgData name="Sanmukh Kuppannagari" userId="ad215094-da36-4b66-9c79-369a17aea26b" providerId="ADAL" clId="{D5E25D0F-35C1-45CD-9B25-657D6CF8E654}" dt="2025-09-04T12:48:54.108" v="43" actId="47"/>
        <pc:sldMkLst>
          <pc:docMk/>
          <pc:sldMk cId="3834269155" sldId="1355"/>
        </pc:sldMkLst>
      </pc:sldChg>
      <pc:sldChg chg="del">
        <pc:chgData name="Sanmukh Kuppannagari" userId="ad215094-da36-4b66-9c79-369a17aea26b" providerId="ADAL" clId="{D5E25D0F-35C1-45CD-9B25-657D6CF8E654}" dt="2025-09-04T12:48:54.108" v="43" actId="47"/>
        <pc:sldMkLst>
          <pc:docMk/>
          <pc:sldMk cId="794884751" sldId="1358"/>
        </pc:sldMkLst>
      </pc:sldChg>
      <pc:sldChg chg="del">
        <pc:chgData name="Sanmukh Kuppannagari" userId="ad215094-da36-4b66-9c79-369a17aea26b" providerId="ADAL" clId="{D5E25D0F-35C1-45CD-9B25-657D6CF8E654}" dt="2025-09-04T12:48:54.108" v="43" actId="47"/>
        <pc:sldMkLst>
          <pc:docMk/>
          <pc:sldMk cId="1315821937" sldId="1359"/>
        </pc:sldMkLst>
      </pc:sldChg>
      <pc:sldChg chg="del">
        <pc:chgData name="Sanmukh Kuppannagari" userId="ad215094-da36-4b66-9c79-369a17aea26b" providerId="ADAL" clId="{D5E25D0F-35C1-45CD-9B25-657D6CF8E654}" dt="2025-09-04T12:48:54.108" v="43" actId="47"/>
        <pc:sldMkLst>
          <pc:docMk/>
          <pc:sldMk cId="2463516898" sldId="1361"/>
        </pc:sldMkLst>
      </pc:sldChg>
      <pc:sldChg chg="del">
        <pc:chgData name="Sanmukh Kuppannagari" userId="ad215094-da36-4b66-9c79-369a17aea26b" providerId="ADAL" clId="{D5E25D0F-35C1-45CD-9B25-657D6CF8E654}" dt="2025-09-04T12:48:54.108" v="43" actId="47"/>
        <pc:sldMkLst>
          <pc:docMk/>
          <pc:sldMk cId="1886344154" sldId="1362"/>
        </pc:sldMkLst>
      </pc:sldChg>
      <pc:sldChg chg="del">
        <pc:chgData name="Sanmukh Kuppannagari" userId="ad215094-da36-4b66-9c79-369a17aea26b" providerId="ADAL" clId="{D5E25D0F-35C1-45CD-9B25-657D6CF8E654}" dt="2025-09-04T12:48:54.108" v="43" actId="47"/>
        <pc:sldMkLst>
          <pc:docMk/>
          <pc:sldMk cId="2856732028" sldId="1363"/>
        </pc:sldMkLst>
      </pc:sldChg>
      <pc:sldChg chg="del">
        <pc:chgData name="Sanmukh Kuppannagari" userId="ad215094-da36-4b66-9c79-369a17aea26b" providerId="ADAL" clId="{D5E25D0F-35C1-45CD-9B25-657D6CF8E654}" dt="2025-09-04T13:56:38.746" v="434" actId="47"/>
        <pc:sldMkLst>
          <pc:docMk/>
          <pc:sldMk cId="284771599" sldId="1370"/>
        </pc:sldMkLst>
      </pc:sldChg>
      <pc:sldChg chg="modSp mod">
        <pc:chgData name="Sanmukh Kuppannagari" userId="ad215094-da36-4b66-9c79-369a17aea26b" providerId="ADAL" clId="{D5E25D0F-35C1-45CD-9B25-657D6CF8E654}" dt="2025-09-04T14:04:35.630" v="535" actId="27636"/>
        <pc:sldMkLst>
          <pc:docMk/>
          <pc:sldMk cId="906755194" sldId="1371"/>
        </pc:sldMkLst>
        <pc:spChg chg="mod">
          <ac:chgData name="Sanmukh Kuppannagari" userId="ad215094-da36-4b66-9c79-369a17aea26b" providerId="ADAL" clId="{D5E25D0F-35C1-45CD-9B25-657D6CF8E654}" dt="2025-09-04T14:04:35.630" v="535" actId="27636"/>
          <ac:spMkLst>
            <pc:docMk/>
            <pc:sldMk cId="906755194" sldId="1371"/>
            <ac:spMk id="3" creationId="{F98F3AF2-EA9E-3DE3-BD2B-EC8DFE59A3F2}"/>
          </ac:spMkLst>
        </pc:spChg>
      </pc:sldChg>
      <pc:sldChg chg="del">
        <pc:chgData name="Sanmukh Kuppannagari" userId="ad215094-da36-4b66-9c79-369a17aea26b" providerId="ADAL" clId="{D5E25D0F-35C1-45CD-9B25-657D6CF8E654}" dt="2025-09-04T12:48:12.621" v="41" actId="47"/>
        <pc:sldMkLst>
          <pc:docMk/>
          <pc:sldMk cId="518010934" sldId="1373"/>
        </pc:sldMkLst>
      </pc:sldChg>
      <pc:sldChg chg="del">
        <pc:chgData name="Sanmukh Kuppannagari" userId="ad215094-da36-4b66-9c79-369a17aea26b" providerId="ADAL" clId="{D5E25D0F-35C1-45CD-9B25-657D6CF8E654}" dt="2025-09-04T12:48:24.788" v="42" actId="47"/>
        <pc:sldMkLst>
          <pc:docMk/>
          <pc:sldMk cId="2532106449" sldId="1374"/>
        </pc:sldMkLst>
      </pc:sldChg>
      <pc:sldChg chg="del">
        <pc:chgData name="Sanmukh Kuppannagari" userId="ad215094-da36-4b66-9c79-369a17aea26b" providerId="ADAL" clId="{D5E25D0F-35C1-45CD-9B25-657D6CF8E654}" dt="2025-09-04T12:48:54.108" v="43" actId="47"/>
        <pc:sldMkLst>
          <pc:docMk/>
          <pc:sldMk cId="63097358" sldId="1375"/>
        </pc:sldMkLst>
      </pc:sldChg>
      <pc:sldChg chg="add del">
        <pc:chgData name="Sanmukh Kuppannagari" userId="ad215094-da36-4b66-9c79-369a17aea26b" providerId="ADAL" clId="{D5E25D0F-35C1-45CD-9B25-657D6CF8E654}" dt="2025-09-04T12:56:20.161" v="88"/>
        <pc:sldMkLst>
          <pc:docMk/>
          <pc:sldMk cId="2155445605" sldId="1376"/>
        </pc:sldMkLst>
      </pc:sldChg>
      <pc:sldChg chg="del">
        <pc:chgData name="Sanmukh Kuppannagari" userId="ad215094-da36-4b66-9c79-369a17aea26b" providerId="ADAL" clId="{D5E25D0F-35C1-45CD-9B25-657D6CF8E654}" dt="2025-09-04T12:48:54.108" v="43" actId="47"/>
        <pc:sldMkLst>
          <pc:docMk/>
          <pc:sldMk cId="2373852911" sldId="1377"/>
        </pc:sldMkLst>
      </pc:sldChg>
      <pc:sldChg chg="del">
        <pc:chgData name="Sanmukh Kuppannagari" userId="ad215094-da36-4b66-9c79-369a17aea26b" providerId="ADAL" clId="{D5E25D0F-35C1-45CD-9B25-657D6CF8E654}" dt="2025-09-04T12:48:54.108" v="43" actId="47"/>
        <pc:sldMkLst>
          <pc:docMk/>
          <pc:sldMk cId="2785090204" sldId="1378"/>
        </pc:sldMkLst>
      </pc:sldChg>
      <pc:sldChg chg="del">
        <pc:chgData name="Sanmukh Kuppannagari" userId="ad215094-da36-4b66-9c79-369a17aea26b" providerId="ADAL" clId="{D5E25D0F-35C1-45CD-9B25-657D6CF8E654}" dt="2025-09-04T12:48:54.108" v="43" actId="47"/>
        <pc:sldMkLst>
          <pc:docMk/>
          <pc:sldMk cId="1578956546" sldId="1379"/>
        </pc:sldMkLst>
      </pc:sldChg>
      <pc:sldChg chg="del">
        <pc:chgData name="Sanmukh Kuppannagari" userId="ad215094-da36-4b66-9c79-369a17aea26b" providerId="ADAL" clId="{D5E25D0F-35C1-45CD-9B25-657D6CF8E654}" dt="2025-09-04T12:48:54.108" v="43" actId="47"/>
        <pc:sldMkLst>
          <pc:docMk/>
          <pc:sldMk cId="1387291192" sldId="1380"/>
        </pc:sldMkLst>
      </pc:sldChg>
      <pc:sldChg chg="del">
        <pc:chgData name="Sanmukh Kuppannagari" userId="ad215094-da36-4b66-9c79-369a17aea26b" providerId="ADAL" clId="{D5E25D0F-35C1-45CD-9B25-657D6CF8E654}" dt="2025-09-04T12:48:54.108" v="43" actId="47"/>
        <pc:sldMkLst>
          <pc:docMk/>
          <pc:sldMk cId="3729273499" sldId="1381"/>
        </pc:sldMkLst>
      </pc:sldChg>
      <pc:sldChg chg="del">
        <pc:chgData name="Sanmukh Kuppannagari" userId="ad215094-da36-4b66-9c79-369a17aea26b" providerId="ADAL" clId="{D5E25D0F-35C1-45CD-9B25-657D6CF8E654}" dt="2025-09-04T12:48:54.108" v="43" actId="47"/>
        <pc:sldMkLst>
          <pc:docMk/>
          <pc:sldMk cId="1604865990" sldId="1382"/>
        </pc:sldMkLst>
      </pc:sldChg>
      <pc:sldChg chg="del">
        <pc:chgData name="Sanmukh Kuppannagari" userId="ad215094-da36-4b66-9c79-369a17aea26b" providerId="ADAL" clId="{D5E25D0F-35C1-45CD-9B25-657D6CF8E654}" dt="2025-09-04T12:48:54.108" v="43" actId="47"/>
        <pc:sldMkLst>
          <pc:docMk/>
          <pc:sldMk cId="3140536196" sldId="1383"/>
        </pc:sldMkLst>
      </pc:sldChg>
      <pc:sldChg chg="del">
        <pc:chgData name="Sanmukh Kuppannagari" userId="ad215094-da36-4b66-9c79-369a17aea26b" providerId="ADAL" clId="{D5E25D0F-35C1-45CD-9B25-657D6CF8E654}" dt="2025-09-04T12:48:54.108" v="43" actId="47"/>
        <pc:sldMkLst>
          <pc:docMk/>
          <pc:sldMk cId="4028848195" sldId="1384"/>
        </pc:sldMkLst>
      </pc:sldChg>
      <pc:sldChg chg="del">
        <pc:chgData name="Sanmukh Kuppannagari" userId="ad215094-da36-4b66-9c79-369a17aea26b" providerId="ADAL" clId="{D5E25D0F-35C1-45CD-9B25-657D6CF8E654}" dt="2025-09-04T12:48:54.108" v="43" actId="47"/>
        <pc:sldMkLst>
          <pc:docMk/>
          <pc:sldMk cId="855061855" sldId="1385"/>
        </pc:sldMkLst>
      </pc:sldChg>
      <pc:sldChg chg="del">
        <pc:chgData name="Sanmukh Kuppannagari" userId="ad215094-da36-4b66-9c79-369a17aea26b" providerId="ADAL" clId="{D5E25D0F-35C1-45CD-9B25-657D6CF8E654}" dt="2025-09-04T12:48:54.108" v="43" actId="47"/>
        <pc:sldMkLst>
          <pc:docMk/>
          <pc:sldMk cId="3507384733" sldId="1386"/>
        </pc:sldMkLst>
      </pc:sldChg>
      <pc:sldChg chg="del">
        <pc:chgData name="Sanmukh Kuppannagari" userId="ad215094-da36-4b66-9c79-369a17aea26b" providerId="ADAL" clId="{D5E25D0F-35C1-45CD-9B25-657D6CF8E654}" dt="2025-09-04T12:53:59.399" v="87" actId="47"/>
        <pc:sldMkLst>
          <pc:docMk/>
          <pc:sldMk cId="1406617072" sldId="1388"/>
        </pc:sldMkLst>
      </pc:sldChg>
      <pc:sldChg chg="add del">
        <pc:chgData name="Sanmukh Kuppannagari" userId="ad215094-da36-4b66-9c79-369a17aea26b" providerId="ADAL" clId="{D5E25D0F-35C1-45CD-9B25-657D6CF8E654}" dt="2025-09-04T12:52:10.730" v="50"/>
        <pc:sldMkLst>
          <pc:docMk/>
          <pc:sldMk cId="15178750" sldId="1389"/>
        </pc:sldMkLst>
      </pc:sldChg>
      <pc:sldChg chg="modSp mod">
        <pc:chgData name="Sanmukh Kuppannagari" userId="ad215094-da36-4b66-9c79-369a17aea26b" providerId="ADAL" clId="{D5E25D0F-35C1-45CD-9B25-657D6CF8E654}" dt="2025-09-04T12:52:37.747" v="83" actId="20577"/>
        <pc:sldMkLst>
          <pc:docMk/>
          <pc:sldMk cId="1115784977" sldId="1391"/>
        </pc:sldMkLst>
        <pc:spChg chg="mod">
          <ac:chgData name="Sanmukh Kuppannagari" userId="ad215094-da36-4b66-9c79-369a17aea26b" providerId="ADAL" clId="{D5E25D0F-35C1-45CD-9B25-657D6CF8E654}" dt="2025-09-04T12:52:37.747" v="83" actId="20577"/>
          <ac:spMkLst>
            <pc:docMk/>
            <pc:sldMk cId="1115784977" sldId="1391"/>
            <ac:spMk id="3" creationId="{CAE4AA0F-5F4A-FEE1-DA4C-C7DE18EB1864}"/>
          </ac:spMkLst>
        </pc:spChg>
      </pc:sldChg>
      <pc:sldChg chg="del">
        <pc:chgData name="Sanmukh Kuppannagari" userId="ad215094-da36-4b66-9c79-369a17aea26b" providerId="ADAL" clId="{D5E25D0F-35C1-45CD-9B25-657D6CF8E654}" dt="2025-09-04T12:48:54.108" v="43" actId="47"/>
        <pc:sldMkLst>
          <pc:docMk/>
          <pc:sldMk cId="3579675671" sldId="1392"/>
        </pc:sldMkLst>
      </pc:sldChg>
      <pc:sldChg chg="del">
        <pc:chgData name="Sanmukh Kuppannagari" userId="ad215094-da36-4b66-9c79-369a17aea26b" providerId="ADAL" clId="{D5E25D0F-35C1-45CD-9B25-657D6CF8E654}" dt="2025-09-04T12:48:54.108" v="43" actId="47"/>
        <pc:sldMkLst>
          <pc:docMk/>
          <pc:sldMk cId="3848896675" sldId="1393"/>
        </pc:sldMkLst>
      </pc:sldChg>
      <pc:sldChg chg="del">
        <pc:chgData name="Sanmukh Kuppannagari" userId="ad215094-da36-4b66-9c79-369a17aea26b" providerId="ADAL" clId="{D5E25D0F-35C1-45CD-9B25-657D6CF8E654}" dt="2025-09-04T12:48:54.108" v="43" actId="47"/>
        <pc:sldMkLst>
          <pc:docMk/>
          <pc:sldMk cId="1213479204" sldId="1394"/>
        </pc:sldMkLst>
      </pc:sldChg>
      <pc:sldChg chg="del">
        <pc:chgData name="Sanmukh Kuppannagari" userId="ad215094-da36-4b66-9c79-369a17aea26b" providerId="ADAL" clId="{D5E25D0F-35C1-45CD-9B25-657D6CF8E654}" dt="2025-09-04T12:48:54.108" v="43" actId="47"/>
        <pc:sldMkLst>
          <pc:docMk/>
          <pc:sldMk cId="3698062718" sldId="1395"/>
        </pc:sldMkLst>
      </pc:sldChg>
      <pc:sldChg chg="del">
        <pc:chgData name="Sanmukh Kuppannagari" userId="ad215094-da36-4b66-9c79-369a17aea26b" providerId="ADAL" clId="{D5E25D0F-35C1-45CD-9B25-657D6CF8E654}" dt="2025-09-04T12:48:54.108" v="43" actId="47"/>
        <pc:sldMkLst>
          <pc:docMk/>
          <pc:sldMk cId="2428240830" sldId="1396"/>
        </pc:sldMkLst>
      </pc:sldChg>
      <pc:sldChg chg="del">
        <pc:chgData name="Sanmukh Kuppannagari" userId="ad215094-da36-4b66-9c79-369a17aea26b" providerId="ADAL" clId="{D5E25D0F-35C1-45CD-9B25-657D6CF8E654}" dt="2025-09-04T12:48:54.108" v="43" actId="47"/>
        <pc:sldMkLst>
          <pc:docMk/>
          <pc:sldMk cId="1577004698" sldId="1397"/>
        </pc:sldMkLst>
      </pc:sldChg>
      <pc:sldChg chg="del">
        <pc:chgData name="Sanmukh Kuppannagari" userId="ad215094-da36-4b66-9c79-369a17aea26b" providerId="ADAL" clId="{D5E25D0F-35C1-45CD-9B25-657D6CF8E654}" dt="2025-09-04T12:48:54.108" v="43" actId="47"/>
        <pc:sldMkLst>
          <pc:docMk/>
          <pc:sldMk cId="3187165335" sldId="1398"/>
        </pc:sldMkLst>
      </pc:sldChg>
      <pc:sldChg chg="del">
        <pc:chgData name="Sanmukh Kuppannagari" userId="ad215094-da36-4b66-9c79-369a17aea26b" providerId="ADAL" clId="{D5E25D0F-35C1-45CD-9B25-657D6CF8E654}" dt="2025-09-04T12:48:54.108" v="43" actId="47"/>
        <pc:sldMkLst>
          <pc:docMk/>
          <pc:sldMk cId="3448802495" sldId="1399"/>
        </pc:sldMkLst>
      </pc:sldChg>
      <pc:sldChg chg="del">
        <pc:chgData name="Sanmukh Kuppannagari" userId="ad215094-da36-4b66-9c79-369a17aea26b" providerId="ADAL" clId="{D5E25D0F-35C1-45CD-9B25-657D6CF8E654}" dt="2025-09-04T12:48:54.108" v="43" actId="47"/>
        <pc:sldMkLst>
          <pc:docMk/>
          <pc:sldMk cId="1426423657" sldId="1400"/>
        </pc:sldMkLst>
      </pc:sldChg>
      <pc:sldChg chg="del">
        <pc:chgData name="Sanmukh Kuppannagari" userId="ad215094-da36-4b66-9c79-369a17aea26b" providerId="ADAL" clId="{D5E25D0F-35C1-45CD-9B25-657D6CF8E654}" dt="2025-09-04T12:48:54.108" v="43" actId="47"/>
        <pc:sldMkLst>
          <pc:docMk/>
          <pc:sldMk cId="1876721923" sldId="1401"/>
        </pc:sldMkLst>
      </pc:sldChg>
      <pc:sldChg chg="del">
        <pc:chgData name="Sanmukh Kuppannagari" userId="ad215094-da36-4b66-9c79-369a17aea26b" providerId="ADAL" clId="{D5E25D0F-35C1-45CD-9B25-657D6CF8E654}" dt="2025-09-04T12:48:54.108" v="43" actId="47"/>
        <pc:sldMkLst>
          <pc:docMk/>
          <pc:sldMk cId="4100405277" sldId="1402"/>
        </pc:sldMkLst>
      </pc:sldChg>
      <pc:sldChg chg="del">
        <pc:chgData name="Sanmukh Kuppannagari" userId="ad215094-da36-4b66-9c79-369a17aea26b" providerId="ADAL" clId="{D5E25D0F-35C1-45CD-9B25-657D6CF8E654}" dt="2025-09-04T12:47:37.469" v="38" actId="47"/>
        <pc:sldMkLst>
          <pc:docMk/>
          <pc:sldMk cId="2967499912" sldId="1403"/>
        </pc:sldMkLst>
      </pc:sldChg>
      <pc:sldChg chg="modSp mod">
        <pc:chgData name="Sanmukh Kuppannagari" userId="ad215094-da36-4b66-9c79-369a17aea26b" providerId="ADAL" clId="{D5E25D0F-35C1-45CD-9B25-657D6CF8E654}" dt="2025-09-04T13:29:35.654" v="235" actId="20577"/>
        <pc:sldMkLst>
          <pc:docMk/>
          <pc:sldMk cId="69742158" sldId="1410"/>
        </pc:sldMkLst>
        <pc:spChg chg="mod">
          <ac:chgData name="Sanmukh Kuppannagari" userId="ad215094-da36-4b66-9c79-369a17aea26b" providerId="ADAL" clId="{D5E25D0F-35C1-45CD-9B25-657D6CF8E654}" dt="2025-09-04T13:29:35.654" v="235" actId="20577"/>
          <ac:spMkLst>
            <pc:docMk/>
            <pc:sldMk cId="69742158" sldId="1410"/>
            <ac:spMk id="3" creationId="{02503E3F-5CF1-5848-2EBB-B34DE9D33393}"/>
          </ac:spMkLst>
        </pc:spChg>
      </pc:sldChg>
      <pc:sldChg chg="del">
        <pc:chgData name="Sanmukh Kuppannagari" userId="ad215094-da36-4b66-9c79-369a17aea26b" providerId="ADAL" clId="{D5E25D0F-35C1-45CD-9B25-657D6CF8E654}" dt="2025-09-02T02:52:13.524" v="0" actId="47"/>
        <pc:sldMkLst>
          <pc:docMk/>
          <pc:sldMk cId="1450716392" sldId="1411"/>
        </pc:sldMkLst>
      </pc:sldChg>
      <pc:sldChg chg="del">
        <pc:chgData name="Sanmukh Kuppannagari" userId="ad215094-da36-4b66-9c79-369a17aea26b" providerId="ADAL" clId="{D5E25D0F-35C1-45CD-9B25-657D6CF8E654}" dt="2025-09-04T13:56:38.746" v="434" actId="47"/>
        <pc:sldMkLst>
          <pc:docMk/>
          <pc:sldMk cId="1712966043" sldId="1416"/>
        </pc:sldMkLst>
      </pc:sldChg>
      <pc:sldChg chg="del">
        <pc:chgData name="Sanmukh Kuppannagari" userId="ad215094-da36-4b66-9c79-369a17aea26b" providerId="ADAL" clId="{D5E25D0F-35C1-45CD-9B25-657D6CF8E654}" dt="2025-09-04T13:56:38.746" v="434" actId="47"/>
        <pc:sldMkLst>
          <pc:docMk/>
          <pc:sldMk cId="2077281943" sldId="1417"/>
        </pc:sldMkLst>
      </pc:sldChg>
      <pc:sldChg chg="modSp del mod">
        <pc:chgData name="Sanmukh Kuppannagari" userId="ad215094-da36-4b66-9c79-369a17aea26b" providerId="ADAL" clId="{D5E25D0F-35C1-45CD-9B25-657D6CF8E654}" dt="2025-09-04T12:47:24.548" v="35" actId="47"/>
        <pc:sldMkLst>
          <pc:docMk/>
          <pc:sldMk cId="2646681002" sldId="1418"/>
        </pc:sldMkLst>
      </pc:sldChg>
      <pc:sldChg chg="modSp add del mod">
        <pc:chgData name="Sanmukh Kuppannagari" userId="ad215094-da36-4b66-9c79-369a17aea26b" providerId="ADAL" clId="{D5E25D0F-35C1-45CD-9B25-657D6CF8E654}" dt="2025-09-04T13:08:14.476" v="229" actId="20577"/>
        <pc:sldMkLst>
          <pc:docMk/>
          <pc:sldMk cId="1421149001" sldId="1419"/>
        </pc:sldMkLst>
        <pc:spChg chg="mod">
          <ac:chgData name="Sanmukh Kuppannagari" userId="ad215094-da36-4b66-9c79-369a17aea26b" providerId="ADAL" clId="{D5E25D0F-35C1-45CD-9B25-657D6CF8E654}" dt="2025-09-04T13:08:14.476" v="229" actId="20577"/>
          <ac:spMkLst>
            <pc:docMk/>
            <pc:sldMk cId="1421149001" sldId="1419"/>
            <ac:spMk id="3" creationId="{E3E6FC74-0381-56F9-E4E6-0654E7CA4357}"/>
          </ac:spMkLst>
        </pc:spChg>
      </pc:sldChg>
      <pc:sldChg chg="modSp add del mod">
        <pc:chgData name="Sanmukh Kuppannagari" userId="ad215094-da36-4b66-9c79-369a17aea26b" providerId="ADAL" clId="{D5E25D0F-35C1-45CD-9B25-657D6CF8E654}" dt="2025-09-04T13:08:34.711" v="234" actId="20577"/>
        <pc:sldMkLst>
          <pc:docMk/>
          <pc:sldMk cId="3986795981" sldId="1420"/>
        </pc:sldMkLst>
        <pc:spChg chg="mod">
          <ac:chgData name="Sanmukh Kuppannagari" userId="ad215094-da36-4b66-9c79-369a17aea26b" providerId="ADAL" clId="{D5E25D0F-35C1-45CD-9B25-657D6CF8E654}" dt="2025-09-04T13:08:34.711" v="234" actId="20577"/>
          <ac:spMkLst>
            <pc:docMk/>
            <pc:sldMk cId="3986795981" sldId="1420"/>
            <ac:spMk id="3" creationId="{058E63BC-E6FF-9E3C-ED1F-266E98F68CAD}"/>
          </ac:spMkLst>
        </pc:spChg>
      </pc:sldChg>
      <pc:sldChg chg="add del">
        <pc:chgData name="Sanmukh Kuppannagari" userId="ad215094-da36-4b66-9c79-369a17aea26b" providerId="ADAL" clId="{D5E25D0F-35C1-45CD-9B25-657D6CF8E654}" dt="2025-09-04T12:49:50.587" v="46"/>
        <pc:sldMkLst>
          <pc:docMk/>
          <pc:sldMk cId="2650456059" sldId="1421"/>
        </pc:sldMkLst>
      </pc:sldChg>
      <pc:sldChg chg="del">
        <pc:chgData name="Sanmukh Kuppannagari" userId="ad215094-da36-4b66-9c79-369a17aea26b" providerId="ADAL" clId="{D5E25D0F-35C1-45CD-9B25-657D6CF8E654}" dt="2025-09-04T12:48:54.108" v="43" actId="47"/>
        <pc:sldMkLst>
          <pc:docMk/>
          <pc:sldMk cId="4197653838" sldId="1422"/>
        </pc:sldMkLst>
      </pc:sldChg>
      <pc:sldChg chg="del">
        <pc:chgData name="Sanmukh Kuppannagari" userId="ad215094-da36-4b66-9c79-369a17aea26b" providerId="ADAL" clId="{D5E25D0F-35C1-45CD-9B25-657D6CF8E654}" dt="2025-09-04T12:48:54.108" v="43" actId="47"/>
        <pc:sldMkLst>
          <pc:docMk/>
          <pc:sldMk cId="638052932" sldId="1423"/>
        </pc:sldMkLst>
      </pc:sldChg>
      <pc:sldChg chg="del">
        <pc:chgData name="Sanmukh Kuppannagari" userId="ad215094-da36-4b66-9c79-369a17aea26b" providerId="ADAL" clId="{D5E25D0F-35C1-45CD-9B25-657D6CF8E654}" dt="2025-09-04T12:48:54.108" v="43" actId="47"/>
        <pc:sldMkLst>
          <pc:docMk/>
          <pc:sldMk cId="3770645963" sldId="1424"/>
        </pc:sldMkLst>
      </pc:sldChg>
      <pc:sldChg chg="del">
        <pc:chgData name="Sanmukh Kuppannagari" userId="ad215094-da36-4b66-9c79-369a17aea26b" providerId="ADAL" clId="{D5E25D0F-35C1-45CD-9B25-657D6CF8E654}" dt="2025-09-04T12:48:54.108" v="43" actId="47"/>
        <pc:sldMkLst>
          <pc:docMk/>
          <pc:sldMk cId="3081440398" sldId="1425"/>
        </pc:sldMkLst>
      </pc:sldChg>
      <pc:sldChg chg="del">
        <pc:chgData name="Sanmukh Kuppannagari" userId="ad215094-da36-4b66-9c79-369a17aea26b" providerId="ADAL" clId="{D5E25D0F-35C1-45CD-9B25-657D6CF8E654}" dt="2025-09-04T12:48:54.108" v="43" actId="47"/>
        <pc:sldMkLst>
          <pc:docMk/>
          <pc:sldMk cId="1955316302" sldId="1426"/>
        </pc:sldMkLst>
      </pc:sldChg>
      <pc:sldChg chg="modSp add mod">
        <pc:chgData name="Sanmukh Kuppannagari" userId="ad215094-da36-4b66-9c79-369a17aea26b" providerId="ADAL" clId="{D5E25D0F-35C1-45CD-9B25-657D6CF8E654}" dt="2025-09-04T12:47:34.501" v="37" actId="207"/>
        <pc:sldMkLst>
          <pc:docMk/>
          <pc:sldMk cId="4117821889" sldId="1427"/>
        </pc:sldMkLst>
        <pc:spChg chg="mod">
          <ac:chgData name="Sanmukh Kuppannagari" userId="ad215094-da36-4b66-9c79-369a17aea26b" providerId="ADAL" clId="{D5E25D0F-35C1-45CD-9B25-657D6CF8E654}" dt="2025-09-04T12:47:34.501" v="37" actId="207"/>
          <ac:spMkLst>
            <pc:docMk/>
            <pc:sldMk cId="4117821889" sldId="1427"/>
            <ac:spMk id="3" creationId="{03BC4DB9-C1C2-5FE6-05CF-6E8905C76D15}"/>
          </ac:spMkLst>
        </pc:spChg>
      </pc:sldChg>
      <pc:sldChg chg="add">
        <pc:chgData name="Sanmukh Kuppannagari" userId="ad215094-da36-4b66-9c79-369a17aea26b" providerId="ADAL" clId="{D5E25D0F-35C1-45CD-9B25-657D6CF8E654}" dt="2025-09-04T12:51:31.198" v="49"/>
        <pc:sldMkLst>
          <pc:docMk/>
          <pc:sldMk cId="1904943760" sldId="1428"/>
        </pc:sldMkLst>
      </pc:sldChg>
      <pc:sldChg chg="add">
        <pc:chgData name="Sanmukh Kuppannagari" userId="ad215094-da36-4b66-9c79-369a17aea26b" providerId="ADAL" clId="{D5E25D0F-35C1-45CD-9B25-657D6CF8E654}" dt="2025-09-04T12:51:18.035" v="48"/>
        <pc:sldMkLst>
          <pc:docMk/>
          <pc:sldMk cId="133693675" sldId="1432"/>
        </pc:sldMkLst>
      </pc:sldChg>
      <pc:sldChg chg="modSp add mod">
        <pc:chgData name="Sanmukh Kuppannagari" userId="ad215094-da36-4b66-9c79-369a17aea26b" providerId="ADAL" clId="{D5E25D0F-35C1-45CD-9B25-657D6CF8E654}" dt="2025-09-04T12:53:56.672" v="86" actId="207"/>
        <pc:sldMkLst>
          <pc:docMk/>
          <pc:sldMk cId="3594595350" sldId="1433"/>
        </pc:sldMkLst>
        <pc:spChg chg="mod">
          <ac:chgData name="Sanmukh Kuppannagari" userId="ad215094-da36-4b66-9c79-369a17aea26b" providerId="ADAL" clId="{D5E25D0F-35C1-45CD-9B25-657D6CF8E654}" dt="2025-09-04T12:53:56.672" v="86" actId="207"/>
          <ac:spMkLst>
            <pc:docMk/>
            <pc:sldMk cId="3594595350" sldId="1433"/>
            <ac:spMk id="3" creationId="{ADA7F22F-EA4A-CC30-7F0C-7E3E1057B81B}"/>
          </ac:spMkLst>
        </pc:spChg>
      </pc:sldChg>
      <pc:sldChg chg="add">
        <pc:chgData name="Sanmukh Kuppannagari" userId="ad215094-da36-4b66-9c79-369a17aea26b" providerId="ADAL" clId="{D5E25D0F-35C1-45CD-9B25-657D6CF8E654}" dt="2025-09-04T12:56:20.161" v="88"/>
        <pc:sldMkLst>
          <pc:docMk/>
          <pc:sldMk cId="2435438658" sldId="1445"/>
        </pc:sldMkLst>
      </pc:sldChg>
      <pc:sldChg chg="add">
        <pc:chgData name="Sanmukh Kuppannagari" userId="ad215094-da36-4b66-9c79-369a17aea26b" providerId="ADAL" clId="{D5E25D0F-35C1-45CD-9B25-657D6CF8E654}" dt="2025-09-04T12:56:20.161" v="88"/>
        <pc:sldMkLst>
          <pc:docMk/>
          <pc:sldMk cId="2528700108" sldId="1446"/>
        </pc:sldMkLst>
      </pc:sldChg>
      <pc:sldChg chg="add">
        <pc:chgData name="Sanmukh Kuppannagari" userId="ad215094-da36-4b66-9c79-369a17aea26b" providerId="ADAL" clId="{D5E25D0F-35C1-45CD-9B25-657D6CF8E654}" dt="2025-09-04T12:56:20.161" v="88"/>
        <pc:sldMkLst>
          <pc:docMk/>
          <pc:sldMk cId="3448580318" sldId="1447"/>
        </pc:sldMkLst>
      </pc:sldChg>
      <pc:sldChg chg="add">
        <pc:chgData name="Sanmukh Kuppannagari" userId="ad215094-da36-4b66-9c79-369a17aea26b" providerId="ADAL" clId="{D5E25D0F-35C1-45CD-9B25-657D6CF8E654}" dt="2025-09-04T12:56:20.161" v="88"/>
        <pc:sldMkLst>
          <pc:docMk/>
          <pc:sldMk cId="3596653468" sldId="1448"/>
        </pc:sldMkLst>
      </pc:sldChg>
      <pc:sldChg chg="add">
        <pc:chgData name="Sanmukh Kuppannagari" userId="ad215094-da36-4b66-9c79-369a17aea26b" providerId="ADAL" clId="{D5E25D0F-35C1-45CD-9B25-657D6CF8E654}" dt="2025-09-04T12:56:20.161" v="88"/>
        <pc:sldMkLst>
          <pc:docMk/>
          <pc:sldMk cId="1880408666" sldId="1449"/>
        </pc:sldMkLst>
      </pc:sldChg>
      <pc:sldChg chg="add">
        <pc:chgData name="Sanmukh Kuppannagari" userId="ad215094-da36-4b66-9c79-369a17aea26b" providerId="ADAL" clId="{D5E25D0F-35C1-45CD-9B25-657D6CF8E654}" dt="2025-09-04T12:56:20.161" v="88"/>
        <pc:sldMkLst>
          <pc:docMk/>
          <pc:sldMk cId="4060134973" sldId="1450"/>
        </pc:sldMkLst>
      </pc:sldChg>
      <pc:sldChg chg="add">
        <pc:chgData name="Sanmukh Kuppannagari" userId="ad215094-da36-4b66-9c79-369a17aea26b" providerId="ADAL" clId="{D5E25D0F-35C1-45CD-9B25-657D6CF8E654}" dt="2025-09-04T12:56:20.161" v="88"/>
        <pc:sldMkLst>
          <pc:docMk/>
          <pc:sldMk cId="2002584918" sldId="1452"/>
        </pc:sldMkLst>
      </pc:sldChg>
      <pc:sldChg chg="add">
        <pc:chgData name="Sanmukh Kuppannagari" userId="ad215094-da36-4b66-9c79-369a17aea26b" providerId="ADAL" clId="{D5E25D0F-35C1-45CD-9B25-657D6CF8E654}" dt="2025-09-04T12:56:20.161" v="88"/>
        <pc:sldMkLst>
          <pc:docMk/>
          <pc:sldMk cId="166141272" sldId="1453"/>
        </pc:sldMkLst>
      </pc:sldChg>
      <pc:sldChg chg="add">
        <pc:chgData name="Sanmukh Kuppannagari" userId="ad215094-da36-4b66-9c79-369a17aea26b" providerId="ADAL" clId="{D5E25D0F-35C1-45CD-9B25-657D6CF8E654}" dt="2025-09-04T12:56:20.161" v="88"/>
        <pc:sldMkLst>
          <pc:docMk/>
          <pc:sldMk cId="1637042343" sldId="1454"/>
        </pc:sldMkLst>
      </pc:sldChg>
      <pc:sldChg chg="add">
        <pc:chgData name="Sanmukh Kuppannagari" userId="ad215094-da36-4b66-9c79-369a17aea26b" providerId="ADAL" clId="{D5E25D0F-35C1-45CD-9B25-657D6CF8E654}" dt="2025-09-04T12:56:20.161" v="88"/>
        <pc:sldMkLst>
          <pc:docMk/>
          <pc:sldMk cId="2077584720" sldId="1455"/>
        </pc:sldMkLst>
      </pc:sldChg>
      <pc:sldChg chg="add">
        <pc:chgData name="Sanmukh Kuppannagari" userId="ad215094-da36-4b66-9c79-369a17aea26b" providerId="ADAL" clId="{D5E25D0F-35C1-45CD-9B25-657D6CF8E654}" dt="2025-09-04T12:56:20.161" v="88"/>
        <pc:sldMkLst>
          <pc:docMk/>
          <pc:sldMk cId="1601611775" sldId="1456"/>
        </pc:sldMkLst>
      </pc:sldChg>
      <pc:sldChg chg="add">
        <pc:chgData name="Sanmukh Kuppannagari" userId="ad215094-da36-4b66-9c79-369a17aea26b" providerId="ADAL" clId="{D5E25D0F-35C1-45CD-9B25-657D6CF8E654}" dt="2025-09-04T12:56:20.161" v="88"/>
        <pc:sldMkLst>
          <pc:docMk/>
          <pc:sldMk cId="432978893" sldId="1457"/>
        </pc:sldMkLst>
      </pc:sldChg>
      <pc:sldChg chg="add">
        <pc:chgData name="Sanmukh Kuppannagari" userId="ad215094-da36-4b66-9c79-369a17aea26b" providerId="ADAL" clId="{D5E25D0F-35C1-45CD-9B25-657D6CF8E654}" dt="2025-09-04T12:56:20.161" v="88"/>
        <pc:sldMkLst>
          <pc:docMk/>
          <pc:sldMk cId="3977200157" sldId="1458"/>
        </pc:sldMkLst>
      </pc:sldChg>
      <pc:sldChg chg="add">
        <pc:chgData name="Sanmukh Kuppannagari" userId="ad215094-da36-4b66-9c79-369a17aea26b" providerId="ADAL" clId="{D5E25D0F-35C1-45CD-9B25-657D6CF8E654}" dt="2025-09-04T12:56:20.161" v="88"/>
        <pc:sldMkLst>
          <pc:docMk/>
          <pc:sldMk cId="1026247998" sldId="1459"/>
        </pc:sldMkLst>
      </pc:sldChg>
      <pc:sldChg chg="add">
        <pc:chgData name="Sanmukh Kuppannagari" userId="ad215094-da36-4b66-9c79-369a17aea26b" providerId="ADAL" clId="{D5E25D0F-35C1-45CD-9B25-657D6CF8E654}" dt="2025-09-04T12:56:20.161" v="88"/>
        <pc:sldMkLst>
          <pc:docMk/>
          <pc:sldMk cId="2306065322" sldId="1460"/>
        </pc:sldMkLst>
      </pc:sldChg>
      <pc:sldChg chg="add">
        <pc:chgData name="Sanmukh Kuppannagari" userId="ad215094-da36-4b66-9c79-369a17aea26b" providerId="ADAL" clId="{D5E25D0F-35C1-45CD-9B25-657D6CF8E654}" dt="2025-09-04T12:56:20.161" v="88"/>
        <pc:sldMkLst>
          <pc:docMk/>
          <pc:sldMk cId="3428985795" sldId="1461"/>
        </pc:sldMkLst>
      </pc:sldChg>
      <pc:sldChg chg="add">
        <pc:chgData name="Sanmukh Kuppannagari" userId="ad215094-da36-4b66-9c79-369a17aea26b" providerId="ADAL" clId="{D5E25D0F-35C1-45CD-9B25-657D6CF8E654}" dt="2025-09-04T12:56:20.161" v="88"/>
        <pc:sldMkLst>
          <pc:docMk/>
          <pc:sldMk cId="3519324463" sldId="1462"/>
        </pc:sldMkLst>
      </pc:sldChg>
      <pc:sldChg chg="add">
        <pc:chgData name="Sanmukh Kuppannagari" userId="ad215094-da36-4b66-9c79-369a17aea26b" providerId="ADAL" clId="{D5E25D0F-35C1-45CD-9B25-657D6CF8E654}" dt="2025-09-04T12:56:20.161" v="88"/>
        <pc:sldMkLst>
          <pc:docMk/>
          <pc:sldMk cId="1373048709" sldId="1463"/>
        </pc:sldMkLst>
      </pc:sldChg>
      <pc:sldChg chg="add">
        <pc:chgData name="Sanmukh Kuppannagari" userId="ad215094-da36-4b66-9c79-369a17aea26b" providerId="ADAL" clId="{D5E25D0F-35C1-45CD-9B25-657D6CF8E654}" dt="2025-09-04T12:56:20.161" v="88"/>
        <pc:sldMkLst>
          <pc:docMk/>
          <pc:sldMk cId="3075436054" sldId="1464"/>
        </pc:sldMkLst>
      </pc:sldChg>
      <pc:sldChg chg="add">
        <pc:chgData name="Sanmukh Kuppannagari" userId="ad215094-da36-4b66-9c79-369a17aea26b" providerId="ADAL" clId="{D5E25D0F-35C1-45CD-9B25-657D6CF8E654}" dt="2025-09-04T12:56:20.161" v="88"/>
        <pc:sldMkLst>
          <pc:docMk/>
          <pc:sldMk cId="872022406" sldId="1465"/>
        </pc:sldMkLst>
      </pc:sldChg>
      <pc:sldChg chg="add">
        <pc:chgData name="Sanmukh Kuppannagari" userId="ad215094-da36-4b66-9c79-369a17aea26b" providerId="ADAL" clId="{D5E25D0F-35C1-45CD-9B25-657D6CF8E654}" dt="2025-09-04T12:56:20.161" v="88"/>
        <pc:sldMkLst>
          <pc:docMk/>
          <pc:sldMk cId="913176791" sldId="1469"/>
        </pc:sldMkLst>
      </pc:sldChg>
      <pc:sldChg chg="modSp add mod">
        <pc:chgData name="Sanmukh Kuppannagari" userId="ad215094-da36-4b66-9c79-369a17aea26b" providerId="ADAL" clId="{D5E25D0F-35C1-45CD-9B25-657D6CF8E654}" dt="2025-09-04T14:29:29.876" v="1353" actId="20577"/>
        <pc:sldMkLst>
          <pc:docMk/>
          <pc:sldMk cId="4190536048" sldId="1470"/>
        </pc:sldMkLst>
        <pc:spChg chg="mod">
          <ac:chgData name="Sanmukh Kuppannagari" userId="ad215094-da36-4b66-9c79-369a17aea26b" providerId="ADAL" clId="{D5E25D0F-35C1-45CD-9B25-657D6CF8E654}" dt="2025-09-04T14:29:29.876" v="1353" actId="20577"/>
          <ac:spMkLst>
            <pc:docMk/>
            <pc:sldMk cId="4190536048" sldId="1470"/>
            <ac:spMk id="5" creationId="{2CCDE492-AB94-B22C-1A8B-92B14DFB28BD}"/>
          </ac:spMkLst>
        </pc:spChg>
      </pc:sldChg>
      <pc:sldChg chg="modSp add mod">
        <pc:chgData name="Sanmukh Kuppannagari" userId="ad215094-da36-4b66-9c79-369a17aea26b" providerId="ADAL" clId="{D5E25D0F-35C1-45CD-9B25-657D6CF8E654}" dt="2025-09-04T14:29:46.372" v="1368" actId="14100"/>
        <pc:sldMkLst>
          <pc:docMk/>
          <pc:sldMk cId="2020050802" sldId="1471"/>
        </pc:sldMkLst>
        <pc:spChg chg="mod">
          <ac:chgData name="Sanmukh Kuppannagari" userId="ad215094-da36-4b66-9c79-369a17aea26b" providerId="ADAL" clId="{D5E25D0F-35C1-45CD-9B25-657D6CF8E654}" dt="2025-09-04T14:29:46.372" v="1368" actId="14100"/>
          <ac:spMkLst>
            <pc:docMk/>
            <pc:sldMk cId="2020050802" sldId="1471"/>
            <ac:spMk id="5" creationId="{2CCDE492-AB94-B22C-1A8B-92B14DFB28BD}"/>
          </ac:spMkLst>
        </pc:spChg>
        <pc:cxnChg chg="mod">
          <ac:chgData name="Sanmukh Kuppannagari" userId="ad215094-da36-4b66-9c79-369a17aea26b" providerId="ADAL" clId="{D5E25D0F-35C1-45CD-9B25-657D6CF8E654}" dt="2025-09-04T14:29:46.372" v="1368" actId="14100"/>
          <ac:cxnSpMkLst>
            <pc:docMk/>
            <pc:sldMk cId="2020050802" sldId="1471"/>
            <ac:cxnSpMk id="7" creationId="{F42F6182-B20B-AF57-8B6B-BD4FFB0B3935}"/>
          </ac:cxnSpMkLst>
        </pc:cxnChg>
      </pc:sldChg>
      <pc:sldChg chg="add">
        <pc:chgData name="Sanmukh Kuppannagari" userId="ad215094-da36-4b66-9c79-369a17aea26b" providerId="ADAL" clId="{D5E25D0F-35C1-45CD-9B25-657D6CF8E654}" dt="2025-09-04T12:56:20.161" v="88"/>
        <pc:sldMkLst>
          <pc:docMk/>
          <pc:sldMk cId="184454124" sldId="1472"/>
        </pc:sldMkLst>
      </pc:sldChg>
      <pc:sldChg chg="add">
        <pc:chgData name="Sanmukh Kuppannagari" userId="ad215094-da36-4b66-9c79-369a17aea26b" providerId="ADAL" clId="{D5E25D0F-35C1-45CD-9B25-657D6CF8E654}" dt="2025-09-04T12:56:20.161" v="88"/>
        <pc:sldMkLst>
          <pc:docMk/>
          <pc:sldMk cId="1095382800" sldId="1473"/>
        </pc:sldMkLst>
      </pc:sldChg>
      <pc:sldChg chg="add">
        <pc:chgData name="Sanmukh Kuppannagari" userId="ad215094-da36-4b66-9c79-369a17aea26b" providerId="ADAL" clId="{D5E25D0F-35C1-45CD-9B25-657D6CF8E654}" dt="2025-09-04T12:56:20.161" v="88"/>
        <pc:sldMkLst>
          <pc:docMk/>
          <pc:sldMk cId="702332589" sldId="1474"/>
        </pc:sldMkLst>
      </pc:sldChg>
      <pc:sldChg chg="add">
        <pc:chgData name="Sanmukh Kuppannagari" userId="ad215094-da36-4b66-9c79-369a17aea26b" providerId="ADAL" clId="{D5E25D0F-35C1-45CD-9B25-657D6CF8E654}" dt="2025-09-04T12:56:20.161" v="88"/>
        <pc:sldMkLst>
          <pc:docMk/>
          <pc:sldMk cId="3957084145" sldId="1475"/>
        </pc:sldMkLst>
      </pc:sldChg>
      <pc:sldChg chg="modSp add mod">
        <pc:chgData name="Sanmukh Kuppannagari" userId="ad215094-da36-4b66-9c79-369a17aea26b" providerId="ADAL" clId="{D5E25D0F-35C1-45CD-9B25-657D6CF8E654}" dt="2025-09-04T12:56:40.294" v="90" actId="207"/>
        <pc:sldMkLst>
          <pc:docMk/>
          <pc:sldMk cId="1153323968" sldId="1476"/>
        </pc:sldMkLst>
        <pc:spChg chg="mod">
          <ac:chgData name="Sanmukh Kuppannagari" userId="ad215094-da36-4b66-9c79-369a17aea26b" providerId="ADAL" clId="{D5E25D0F-35C1-45CD-9B25-657D6CF8E654}" dt="2025-09-04T12:56:40.294" v="90" actId="207"/>
          <ac:spMkLst>
            <pc:docMk/>
            <pc:sldMk cId="1153323968" sldId="1476"/>
            <ac:spMk id="3" creationId="{BB311BC2-D699-19D3-2044-A1EAD4E7DBEE}"/>
          </ac:spMkLst>
        </pc:spChg>
      </pc:sldChg>
      <pc:sldChg chg="delSp modSp add mod">
        <pc:chgData name="Sanmukh Kuppannagari" userId="ad215094-da36-4b66-9c79-369a17aea26b" providerId="ADAL" clId="{D5E25D0F-35C1-45CD-9B25-657D6CF8E654}" dt="2025-09-04T13:30:10.032" v="239" actId="478"/>
        <pc:sldMkLst>
          <pc:docMk/>
          <pc:sldMk cId="1074744528" sldId="1477"/>
        </pc:sldMkLst>
        <pc:spChg chg="mod">
          <ac:chgData name="Sanmukh Kuppannagari" userId="ad215094-da36-4b66-9c79-369a17aea26b" providerId="ADAL" clId="{D5E25D0F-35C1-45CD-9B25-657D6CF8E654}" dt="2025-09-04T13:30:01.983" v="237" actId="6549"/>
          <ac:spMkLst>
            <pc:docMk/>
            <pc:sldMk cId="1074744528" sldId="1477"/>
            <ac:spMk id="3" creationId="{30084770-B22F-4966-E66C-14387F3AA050}"/>
          </ac:spMkLst>
        </pc:spChg>
        <pc:spChg chg="del">
          <ac:chgData name="Sanmukh Kuppannagari" userId="ad215094-da36-4b66-9c79-369a17aea26b" providerId="ADAL" clId="{D5E25D0F-35C1-45CD-9B25-657D6CF8E654}" dt="2025-09-04T13:30:06.666" v="238" actId="478"/>
          <ac:spMkLst>
            <pc:docMk/>
            <pc:sldMk cId="1074744528" sldId="1477"/>
            <ac:spMk id="4" creationId="{A27A6E68-CA09-1A8E-9F0E-97BF14B99151}"/>
          </ac:spMkLst>
        </pc:spChg>
        <pc:spChg chg="del">
          <ac:chgData name="Sanmukh Kuppannagari" userId="ad215094-da36-4b66-9c79-369a17aea26b" providerId="ADAL" clId="{D5E25D0F-35C1-45CD-9B25-657D6CF8E654}" dt="2025-09-04T13:30:10.032" v="239" actId="478"/>
          <ac:spMkLst>
            <pc:docMk/>
            <pc:sldMk cId="1074744528" sldId="1477"/>
            <ac:spMk id="5" creationId="{A051A016-1D79-30A2-811E-16D3BE521ADD}"/>
          </ac:spMkLst>
        </pc:spChg>
      </pc:sldChg>
      <pc:sldChg chg="modSp add mod">
        <pc:chgData name="Sanmukh Kuppannagari" userId="ad215094-da36-4b66-9c79-369a17aea26b" providerId="ADAL" clId="{D5E25D0F-35C1-45CD-9B25-657D6CF8E654}" dt="2025-09-04T13:30:45.382" v="270" actId="207"/>
        <pc:sldMkLst>
          <pc:docMk/>
          <pc:sldMk cId="3542375889" sldId="1478"/>
        </pc:sldMkLst>
        <pc:spChg chg="mod">
          <ac:chgData name="Sanmukh Kuppannagari" userId="ad215094-da36-4b66-9c79-369a17aea26b" providerId="ADAL" clId="{D5E25D0F-35C1-45CD-9B25-657D6CF8E654}" dt="2025-09-04T13:30:45.382" v="270" actId="207"/>
          <ac:spMkLst>
            <pc:docMk/>
            <pc:sldMk cId="3542375889" sldId="1478"/>
            <ac:spMk id="3" creationId="{6100332C-B068-AE07-9070-53048128B4D8}"/>
          </ac:spMkLst>
        </pc:spChg>
      </pc:sldChg>
      <pc:sldChg chg="addSp modSp add mod">
        <pc:chgData name="Sanmukh Kuppannagari" userId="ad215094-da36-4b66-9c79-369a17aea26b" providerId="ADAL" clId="{D5E25D0F-35C1-45CD-9B25-657D6CF8E654}" dt="2025-09-04T13:38:53.458" v="274" actId="1076"/>
        <pc:sldMkLst>
          <pc:docMk/>
          <pc:sldMk cId="1212228027" sldId="1479"/>
        </pc:sldMkLst>
        <pc:spChg chg="mod">
          <ac:chgData name="Sanmukh Kuppannagari" userId="ad215094-da36-4b66-9c79-369a17aea26b" providerId="ADAL" clId="{D5E25D0F-35C1-45CD-9B25-657D6CF8E654}" dt="2025-09-04T13:38:38.662" v="272"/>
          <ac:spMkLst>
            <pc:docMk/>
            <pc:sldMk cId="1212228027" sldId="1479"/>
            <ac:spMk id="3" creationId="{6B229C82-AAA8-9383-D73F-9E9B68B37838}"/>
          </ac:spMkLst>
        </pc:spChg>
        <pc:spChg chg="add mod">
          <ac:chgData name="Sanmukh Kuppannagari" userId="ad215094-da36-4b66-9c79-369a17aea26b" providerId="ADAL" clId="{D5E25D0F-35C1-45CD-9B25-657D6CF8E654}" dt="2025-09-04T13:38:53.458" v="274" actId="1076"/>
          <ac:spMkLst>
            <pc:docMk/>
            <pc:sldMk cId="1212228027" sldId="1479"/>
            <ac:spMk id="4" creationId="{D71A522E-26A9-4C8C-046C-3E3F24B60F0B}"/>
          </ac:spMkLst>
        </pc:spChg>
        <pc:spChg chg="add mod">
          <ac:chgData name="Sanmukh Kuppannagari" userId="ad215094-da36-4b66-9c79-369a17aea26b" providerId="ADAL" clId="{D5E25D0F-35C1-45CD-9B25-657D6CF8E654}" dt="2025-09-04T13:38:53.458" v="274" actId="1076"/>
          <ac:spMkLst>
            <pc:docMk/>
            <pc:sldMk cId="1212228027" sldId="1479"/>
            <ac:spMk id="5" creationId="{9D76DB4C-D9A4-43F8-D366-3C45445CC582}"/>
          </ac:spMkLst>
        </pc:spChg>
      </pc:sldChg>
      <pc:sldChg chg="addSp modSp add mod">
        <pc:chgData name="Sanmukh Kuppannagari" userId="ad215094-da36-4b66-9c79-369a17aea26b" providerId="ADAL" clId="{D5E25D0F-35C1-45CD-9B25-657D6CF8E654}" dt="2025-09-04T13:43:44.034" v="287" actId="207"/>
        <pc:sldMkLst>
          <pc:docMk/>
          <pc:sldMk cId="1464363143" sldId="1480"/>
        </pc:sldMkLst>
        <pc:spChg chg="mod">
          <ac:chgData name="Sanmukh Kuppannagari" userId="ad215094-da36-4b66-9c79-369a17aea26b" providerId="ADAL" clId="{D5E25D0F-35C1-45CD-9B25-657D6CF8E654}" dt="2025-09-04T13:43:44.034" v="287" actId="207"/>
          <ac:spMkLst>
            <pc:docMk/>
            <pc:sldMk cId="1464363143" sldId="1480"/>
            <ac:spMk id="3" creationId="{4CF42723-9D4E-6666-C838-24C5C836EE54}"/>
          </ac:spMkLst>
        </pc:spChg>
        <pc:spChg chg="add mod">
          <ac:chgData name="Sanmukh Kuppannagari" userId="ad215094-da36-4b66-9c79-369a17aea26b" providerId="ADAL" clId="{D5E25D0F-35C1-45CD-9B25-657D6CF8E654}" dt="2025-09-04T13:39:22.213" v="277" actId="1076"/>
          <ac:spMkLst>
            <pc:docMk/>
            <pc:sldMk cId="1464363143" sldId="1480"/>
            <ac:spMk id="6" creationId="{776BC929-627E-EF4B-A178-28E92B52CD74}"/>
          </ac:spMkLst>
        </pc:spChg>
        <pc:spChg chg="add mod">
          <ac:chgData name="Sanmukh Kuppannagari" userId="ad215094-da36-4b66-9c79-369a17aea26b" providerId="ADAL" clId="{D5E25D0F-35C1-45CD-9B25-657D6CF8E654}" dt="2025-09-04T13:39:22.213" v="277" actId="1076"/>
          <ac:spMkLst>
            <pc:docMk/>
            <pc:sldMk cId="1464363143" sldId="1480"/>
            <ac:spMk id="7" creationId="{A2B56ADA-6DDF-9ECC-35A5-64224A761E8A}"/>
          </ac:spMkLst>
        </pc:spChg>
      </pc:sldChg>
      <pc:sldChg chg="addSp delSp modSp add mod">
        <pc:chgData name="Sanmukh Kuppannagari" userId="ad215094-da36-4b66-9c79-369a17aea26b" providerId="ADAL" clId="{D5E25D0F-35C1-45CD-9B25-657D6CF8E654}" dt="2025-09-04T13:48:18.402" v="400" actId="478"/>
        <pc:sldMkLst>
          <pc:docMk/>
          <pc:sldMk cId="4098051160" sldId="1481"/>
        </pc:sldMkLst>
        <pc:spChg chg="mod">
          <ac:chgData name="Sanmukh Kuppannagari" userId="ad215094-da36-4b66-9c79-369a17aea26b" providerId="ADAL" clId="{D5E25D0F-35C1-45CD-9B25-657D6CF8E654}" dt="2025-09-04T13:44:39.978" v="291" actId="14100"/>
          <ac:spMkLst>
            <pc:docMk/>
            <pc:sldMk cId="4098051160" sldId="1481"/>
            <ac:spMk id="4" creationId="{2F240E83-7655-E73D-3F1A-DBF61FCB66E1}"/>
          </ac:spMkLst>
        </pc:spChg>
        <pc:spChg chg="del">
          <ac:chgData name="Sanmukh Kuppannagari" userId="ad215094-da36-4b66-9c79-369a17aea26b" providerId="ADAL" clId="{D5E25D0F-35C1-45CD-9B25-657D6CF8E654}" dt="2025-09-04T13:48:12.650" v="398" actId="478"/>
          <ac:spMkLst>
            <pc:docMk/>
            <pc:sldMk cId="4098051160" sldId="1481"/>
            <ac:spMk id="5" creationId="{C0594A98-3156-5A8C-5C4C-D0EE6A4A7FC7}"/>
          </ac:spMkLst>
        </pc:spChg>
        <pc:spChg chg="del">
          <ac:chgData name="Sanmukh Kuppannagari" userId="ad215094-da36-4b66-9c79-369a17aea26b" providerId="ADAL" clId="{D5E25D0F-35C1-45CD-9B25-657D6CF8E654}" dt="2025-09-04T13:48:18.402" v="400" actId="478"/>
          <ac:spMkLst>
            <pc:docMk/>
            <pc:sldMk cId="4098051160" sldId="1481"/>
            <ac:spMk id="6" creationId="{17458EE2-E01E-8E47-F4F1-72B3244C741E}"/>
          </ac:spMkLst>
        </pc:spChg>
        <pc:spChg chg="del">
          <ac:chgData name="Sanmukh Kuppannagari" userId="ad215094-da36-4b66-9c79-369a17aea26b" providerId="ADAL" clId="{D5E25D0F-35C1-45CD-9B25-657D6CF8E654}" dt="2025-09-04T13:48:15.913" v="399" actId="478"/>
          <ac:spMkLst>
            <pc:docMk/>
            <pc:sldMk cId="4098051160" sldId="1481"/>
            <ac:spMk id="7" creationId="{20DFE577-52D7-19FE-D585-E6698F7AD60C}"/>
          </ac:spMkLst>
        </pc:spChg>
        <pc:spChg chg="add mod">
          <ac:chgData name="Sanmukh Kuppannagari" userId="ad215094-da36-4b66-9c79-369a17aea26b" providerId="ADAL" clId="{D5E25D0F-35C1-45CD-9B25-657D6CF8E654}" dt="2025-09-04T13:45:10.109" v="320" actId="1076"/>
          <ac:spMkLst>
            <pc:docMk/>
            <pc:sldMk cId="4098051160" sldId="1481"/>
            <ac:spMk id="8" creationId="{EB671430-22AE-7E1A-7964-663B097C3AB6}"/>
          </ac:spMkLst>
        </pc:spChg>
        <pc:spChg chg="add mod">
          <ac:chgData name="Sanmukh Kuppannagari" userId="ad215094-da36-4b66-9c79-369a17aea26b" providerId="ADAL" clId="{D5E25D0F-35C1-45CD-9B25-657D6CF8E654}" dt="2025-09-04T13:45:14.669" v="321" actId="1076"/>
          <ac:spMkLst>
            <pc:docMk/>
            <pc:sldMk cId="4098051160" sldId="1481"/>
            <ac:spMk id="9" creationId="{2EC31A10-9F2D-F346-6892-01E49D95AB0C}"/>
          </ac:spMkLst>
        </pc:spChg>
        <pc:spChg chg="add mod">
          <ac:chgData name="Sanmukh Kuppannagari" userId="ad215094-da36-4b66-9c79-369a17aea26b" providerId="ADAL" clId="{D5E25D0F-35C1-45CD-9B25-657D6CF8E654}" dt="2025-09-04T13:45:03.665" v="319" actId="1076"/>
          <ac:spMkLst>
            <pc:docMk/>
            <pc:sldMk cId="4098051160" sldId="1481"/>
            <ac:spMk id="10" creationId="{D5B0D83F-6883-64F4-8D0A-5A62D58CA02D}"/>
          </ac:spMkLst>
        </pc:spChg>
      </pc:sldChg>
      <pc:sldChg chg="delSp modSp add mod">
        <pc:chgData name="Sanmukh Kuppannagari" userId="ad215094-da36-4b66-9c79-369a17aea26b" providerId="ADAL" clId="{D5E25D0F-35C1-45CD-9B25-657D6CF8E654}" dt="2025-09-04T13:49:14.796" v="407" actId="478"/>
        <pc:sldMkLst>
          <pc:docMk/>
          <pc:sldMk cId="1085705961" sldId="1482"/>
        </pc:sldMkLst>
        <pc:spChg chg="mod">
          <ac:chgData name="Sanmukh Kuppannagari" userId="ad215094-da36-4b66-9c79-369a17aea26b" providerId="ADAL" clId="{D5E25D0F-35C1-45CD-9B25-657D6CF8E654}" dt="2025-09-04T13:46:13.919" v="348" actId="207"/>
          <ac:spMkLst>
            <pc:docMk/>
            <pc:sldMk cId="1085705961" sldId="1482"/>
            <ac:spMk id="3" creationId="{ADCEF5E1-DD0A-4892-A3E2-603F6518F9E5}"/>
          </ac:spMkLst>
        </pc:spChg>
        <pc:spChg chg="del">
          <ac:chgData name="Sanmukh Kuppannagari" userId="ad215094-da36-4b66-9c79-369a17aea26b" providerId="ADAL" clId="{D5E25D0F-35C1-45CD-9B25-657D6CF8E654}" dt="2025-09-04T13:49:14.796" v="407" actId="478"/>
          <ac:spMkLst>
            <pc:docMk/>
            <pc:sldMk cId="1085705961" sldId="1482"/>
            <ac:spMk id="4" creationId="{0EB66966-C974-3651-9E9F-B6A8873B09C6}"/>
          </ac:spMkLst>
        </pc:spChg>
        <pc:spChg chg="del">
          <ac:chgData name="Sanmukh Kuppannagari" userId="ad215094-da36-4b66-9c79-369a17aea26b" providerId="ADAL" clId="{D5E25D0F-35C1-45CD-9B25-657D6CF8E654}" dt="2025-09-04T13:48:46.714" v="401" actId="478"/>
          <ac:spMkLst>
            <pc:docMk/>
            <pc:sldMk cId="1085705961" sldId="1482"/>
            <ac:spMk id="5" creationId="{EEE64128-4E07-E05B-6FA4-F7DA7C54C552}"/>
          </ac:spMkLst>
        </pc:spChg>
        <pc:spChg chg="del">
          <ac:chgData name="Sanmukh Kuppannagari" userId="ad215094-da36-4b66-9c79-369a17aea26b" providerId="ADAL" clId="{D5E25D0F-35C1-45CD-9B25-657D6CF8E654}" dt="2025-09-04T13:48:57.438" v="403" actId="478"/>
          <ac:spMkLst>
            <pc:docMk/>
            <pc:sldMk cId="1085705961" sldId="1482"/>
            <ac:spMk id="6" creationId="{CF3B39CF-7810-2162-71DF-D8F79497AF41}"/>
          </ac:spMkLst>
        </pc:spChg>
        <pc:spChg chg="del">
          <ac:chgData name="Sanmukh Kuppannagari" userId="ad215094-da36-4b66-9c79-369a17aea26b" providerId="ADAL" clId="{D5E25D0F-35C1-45CD-9B25-657D6CF8E654}" dt="2025-09-04T13:48:48.376" v="402" actId="478"/>
          <ac:spMkLst>
            <pc:docMk/>
            <pc:sldMk cId="1085705961" sldId="1482"/>
            <ac:spMk id="7" creationId="{BC452806-E6A6-1540-573E-E8A98F2DD4FF}"/>
          </ac:spMkLst>
        </pc:spChg>
        <pc:spChg chg="del">
          <ac:chgData name="Sanmukh Kuppannagari" userId="ad215094-da36-4b66-9c79-369a17aea26b" providerId="ADAL" clId="{D5E25D0F-35C1-45CD-9B25-657D6CF8E654}" dt="2025-09-04T13:49:10.022" v="406" actId="478"/>
          <ac:spMkLst>
            <pc:docMk/>
            <pc:sldMk cId="1085705961" sldId="1482"/>
            <ac:spMk id="8" creationId="{44BD5E40-365D-E139-DE1C-58B0F8C453C8}"/>
          </ac:spMkLst>
        </pc:spChg>
        <pc:spChg chg="del">
          <ac:chgData name="Sanmukh Kuppannagari" userId="ad215094-da36-4b66-9c79-369a17aea26b" providerId="ADAL" clId="{D5E25D0F-35C1-45CD-9B25-657D6CF8E654}" dt="2025-09-04T13:49:06.957" v="405" actId="478"/>
          <ac:spMkLst>
            <pc:docMk/>
            <pc:sldMk cId="1085705961" sldId="1482"/>
            <ac:spMk id="9" creationId="{9E5138E3-951E-3E7F-6405-39A0F172818F}"/>
          </ac:spMkLst>
        </pc:spChg>
        <pc:spChg chg="del">
          <ac:chgData name="Sanmukh Kuppannagari" userId="ad215094-da36-4b66-9c79-369a17aea26b" providerId="ADAL" clId="{D5E25D0F-35C1-45CD-9B25-657D6CF8E654}" dt="2025-09-04T13:49:01.016" v="404" actId="478"/>
          <ac:spMkLst>
            <pc:docMk/>
            <pc:sldMk cId="1085705961" sldId="1482"/>
            <ac:spMk id="10" creationId="{D0DD10E9-504F-5ECC-9D29-D28751C0DA2A}"/>
          </ac:spMkLst>
        </pc:spChg>
      </pc:sldChg>
      <pc:sldChg chg="delSp modSp add mod">
        <pc:chgData name="Sanmukh Kuppannagari" userId="ad215094-da36-4b66-9c79-369a17aea26b" providerId="ADAL" clId="{D5E25D0F-35C1-45CD-9B25-657D6CF8E654}" dt="2025-09-04T13:49:55.043" v="414" actId="478"/>
        <pc:sldMkLst>
          <pc:docMk/>
          <pc:sldMk cId="3553304078" sldId="1483"/>
        </pc:sldMkLst>
        <pc:spChg chg="mod">
          <ac:chgData name="Sanmukh Kuppannagari" userId="ad215094-da36-4b66-9c79-369a17aea26b" providerId="ADAL" clId="{D5E25D0F-35C1-45CD-9B25-657D6CF8E654}" dt="2025-09-04T13:46:44.818" v="377" actId="207"/>
          <ac:spMkLst>
            <pc:docMk/>
            <pc:sldMk cId="3553304078" sldId="1483"/>
            <ac:spMk id="3" creationId="{A83AEF0C-201F-6DC6-ED70-6371471B1D44}"/>
          </ac:spMkLst>
        </pc:spChg>
        <pc:spChg chg="del">
          <ac:chgData name="Sanmukh Kuppannagari" userId="ad215094-da36-4b66-9c79-369a17aea26b" providerId="ADAL" clId="{D5E25D0F-35C1-45CD-9B25-657D6CF8E654}" dt="2025-09-04T13:49:46.667" v="412" actId="478"/>
          <ac:spMkLst>
            <pc:docMk/>
            <pc:sldMk cId="3553304078" sldId="1483"/>
            <ac:spMk id="4" creationId="{7A7A701E-5D0E-8CBD-A230-A7B6139BE7AD}"/>
          </ac:spMkLst>
        </pc:spChg>
        <pc:spChg chg="del">
          <ac:chgData name="Sanmukh Kuppannagari" userId="ad215094-da36-4b66-9c79-369a17aea26b" providerId="ADAL" clId="{D5E25D0F-35C1-45CD-9B25-657D6CF8E654}" dt="2025-09-04T13:49:33.355" v="408" actId="478"/>
          <ac:spMkLst>
            <pc:docMk/>
            <pc:sldMk cId="3553304078" sldId="1483"/>
            <ac:spMk id="5" creationId="{9B226A4D-2D58-D8EA-B383-C953E3DF83B4}"/>
          </ac:spMkLst>
        </pc:spChg>
        <pc:spChg chg="del">
          <ac:chgData name="Sanmukh Kuppannagari" userId="ad215094-da36-4b66-9c79-369a17aea26b" providerId="ADAL" clId="{D5E25D0F-35C1-45CD-9B25-657D6CF8E654}" dt="2025-09-04T13:49:41.007" v="410" actId="478"/>
          <ac:spMkLst>
            <pc:docMk/>
            <pc:sldMk cId="3553304078" sldId="1483"/>
            <ac:spMk id="6" creationId="{E26BB883-90B0-6923-1B1A-AA7D2EC54987}"/>
          </ac:spMkLst>
        </pc:spChg>
        <pc:spChg chg="del">
          <ac:chgData name="Sanmukh Kuppannagari" userId="ad215094-da36-4b66-9c79-369a17aea26b" providerId="ADAL" clId="{D5E25D0F-35C1-45CD-9B25-657D6CF8E654}" dt="2025-09-04T13:49:35.576" v="409" actId="478"/>
          <ac:spMkLst>
            <pc:docMk/>
            <pc:sldMk cId="3553304078" sldId="1483"/>
            <ac:spMk id="7" creationId="{AA50B922-701B-2CFF-A1BD-42D052C884B0}"/>
          </ac:spMkLst>
        </pc:spChg>
        <pc:spChg chg="del">
          <ac:chgData name="Sanmukh Kuppannagari" userId="ad215094-da36-4b66-9c79-369a17aea26b" providerId="ADAL" clId="{D5E25D0F-35C1-45CD-9B25-657D6CF8E654}" dt="2025-09-04T13:49:55.043" v="414" actId="478"/>
          <ac:spMkLst>
            <pc:docMk/>
            <pc:sldMk cId="3553304078" sldId="1483"/>
            <ac:spMk id="8" creationId="{55CEE8EC-6168-32C9-C322-692CCDF15499}"/>
          </ac:spMkLst>
        </pc:spChg>
        <pc:spChg chg="del">
          <ac:chgData name="Sanmukh Kuppannagari" userId="ad215094-da36-4b66-9c79-369a17aea26b" providerId="ADAL" clId="{D5E25D0F-35C1-45CD-9B25-657D6CF8E654}" dt="2025-09-04T13:49:49.486" v="413" actId="478"/>
          <ac:spMkLst>
            <pc:docMk/>
            <pc:sldMk cId="3553304078" sldId="1483"/>
            <ac:spMk id="9" creationId="{E0BC3512-3443-0F55-67AF-2732D7AF25BC}"/>
          </ac:spMkLst>
        </pc:spChg>
        <pc:spChg chg="del">
          <ac:chgData name="Sanmukh Kuppannagari" userId="ad215094-da36-4b66-9c79-369a17aea26b" providerId="ADAL" clId="{D5E25D0F-35C1-45CD-9B25-657D6CF8E654}" dt="2025-09-04T13:49:44.416" v="411" actId="478"/>
          <ac:spMkLst>
            <pc:docMk/>
            <pc:sldMk cId="3553304078" sldId="1483"/>
            <ac:spMk id="10" creationId="{29287734-FF0D-F8F7-14EA-01D59FD1BC2F}"/>
          </ac:spMkLst>
        </pc:spChg>
      </pc:sldChg>
      <pc:sldChg chg="delSp modSp add mod">
        <pc:chgData name="Sanmukh Kuppannagari" userId="ad215094-da36-4b66-9c79-369a17aea26b" providerId="ADAL" clId="{D5E25D0F-35C1-45CD-9B25-657D6CF8E654}" dt="2025-09-04T13:55:13.850" v="415" actId="207"/>
        <pc:sldMkLst>
          <pc:docMk/>
          <pc:sldMk cId="3599459913" sldId="1484"/>
        </pc:sldMkLst>
        <pc:spChg chg="mod">
          <ac:chgData name="Sanmukh Kuppannagari" userId="ad215094-da36-4b66-9c79-369a17aea26b" providerId="ADAL" clId="{D5E25D0F-35C1-45CD-9B25-657D6CF8E654}" dt="2025-09-04T13:55:13.850" v="415" actId="207"/>
          <ac:spMkLst>
            <pc:docMk/>
            <pc:sldMk cId="3599459913" sldId="1484"/>
            <ac:spMk id="3" creationId="{57BF64F2-BBB3-234A-893B-5E765A0F0966}"/>
          </ac:spMkLst>
        </pc:spChg>
        <pc:spChg chg="del">
          <ac:chgData name="Sanmukh Kuppannagari" userId="ad215094-da36-4b66-9c79-369a17aea26b" providerId="ADAL" clId="{D5E25D0F-35C1-45CD-9B25-657D6CF8E654}" dt="2025-09-04T13:47:53.937" v="397" actId="478"/>
          <ac:spMkLst>
            <pc:docMk/>
            <pc:sldMk cId="3599459913" sldId="1484"/>
            <ac:spMk id="4" creationId="{2B853716-1860-1D0E-2696-3D33B896A5F9}"/>
          </ac:spMkLst>
        </pc:spChg>
        <pc:spChg chg="del">
          <ac:chgData name="Sanmukh Kuppannagari" userId="ad215094-da36-4b66-9c79-369a17aea26b" providerId="ADAL" clId="{D5E25D0F-35C1-45CD-9B25-657D6CF8E654}" dt="2025-09-04T13:47:36.456" v="391" actId="478"/>
          <ac:spMkLst>
            <pc:docMk/>
            <pc:sldMk cId="3599459913" sldId="1484"/>
            <ac:spMk id="5" creationId="{5DC32058-3F28-FB55-F510-718E57D0DE44}"/>
          </ac:spMkLst>
        </pc:spChg>
        <pc:spChg chg="del">
          <ac:chgData name="Sanmukh Kuppannagari" userId="ad215094-da36-4b66-9c79-369a17aea26b" providerId="ADAL" clId="{D5E25D0F-35C1-45CD-9B25-657D6CF8E654}" dt="2025-09-04T13:47:41.866" v="393" actId="478"/>
          <ac:spMkLst>
            <pc:docMk/>
            <pc:sldMk cId="3599459913" sldId="1484"/>
            <ac:spMk id="6" creationId="{C17EB177-3C6C-7DF8-17E9-1D25F51CA6E0}"/>
          </ac:spMkLst>
        </pc:spChg>
        <pc:spChg chg="del">
          <ac:chgData name="Sanmukh Kuppannagari" userId="ad215094-da36-4b66-9c79-369a17aea26b" providerId="ADAL" clId="{D5E25D0F-35C1-45CD-9B25-657D6CF8E654}" dt="2025-09-04T13:47:39.036" v="392" actId="478"/>
          <ac:spMkLst>
            <pc:docMk/>
            <pc:sldMk cId="3599459913" sldId="1484"/>
            <ac:spMk id="7" creationId="{2E53E2F2-3AFD-16B0-0CBD-7A92BD33C8DD}"/>
          </ac:spMkLst>
        </pc:spChg>
        <pc:spChg chg="del">
          <ac:chgData name="Sanmukh Kuppannagari" userId="ad215094-da36-4b66-9c79-369a17aea26b" providerId="ADAL" clId="{D5E25D0F-35C1-45CD-9B25-657D6CF8E654}" dt="2025-09-04T13:47:51.982" v="396" actId="478"/>
          <ac:spMkLst>
            <pc:docMk/>
            <pc:sldMk cId="3599459913" sldId="1484"/>
            <ac:spMk id="8" creationId="{8DC0A909-0D39-A4FB-94C2-566ED6958008}"/>
          </ac:spMkLst>
        </pc:spChg>
        <pc:spChg chg="del">
          <ac:chgData name="Sanmukh Kuppannagari" userId="ad215094-da36-4b66-9c79-369a17aea26b" providerId="ADAL" clId="{D5E25D0F-35C1-45CD-9B25-657D6CF8E654}" dt="2025-09-04T13:47:49.190" v="395" actId="478"/>
          <ac:spMkLst>
            <pc:docMk/>
            <pc:sldMk cId="3599459913" sldId="1484"/>
            <ac:spMk id="9" creationId="{9D923665-57C8-CE6A-234A-11A93CB0665D}"/>
          </ac:spMkLst>
        </pc:spChg>
        <pc:spChg chg="del">
          <ac:chgData name="Sanmukh Kuppannagari" userId="ad215094-da36-4b66-9c79-369a17aea26b" providerId="ADAL" clId="{D5E25D0F-35C1-45CD-9B25-657D6CF8E654}" dt="2025-09-04T13:47:45.753" v="394" actId="478"/>
          <ac:spMkLst>
            <pc:docMk/>
            <pc:sldMk cId="3599459913" sldId="1484"/>
            <ac:spMk id="10" creationId="{2BE55FDF-424A-9579-905B-E4DE86ED6B1B}"/>
          </ac:spMkLst>
        </pc:spChg>
      </pc:sldChg>
      <pc:sldChg chg="modSp add">
        <pc:chgData name="Sanmukh Kuppannagari" userId="ad215094-da36-4b66-9c79-369a17aea26b" providerId="ADAL" clId="{D5E25D0F-35C1-45CD-9B25-657D6CF8E654}" dt="2025-09-04T13:56:26.311" v="433" actId="20577"/>
        <pc:sldMkLst>
          <pc:docMk/>
          <pc:sldMk cId="2876298692" sldId="1485"/>
        </pc:sldMkLst>
        <pc:spChg chg="mod">
          <ac:chgData name="Sanmukh Kuppannagari" userId="ad215094-da36-4b66-9c79-369a17aea26b" providerId="ADAL" clId="{D5E25D0F-35C1-45CD-9B25-657D6CF8E654}" dt="2025-09-04T13:56:26.311" v="433" actId="20577"/>
          <ac:spMkLst>
            <pc:docMk/>
            <pc:sldMk cId="2876298692" sldId="1485"/>
            <ac:spMk id="3" creationId="{D2553B16-680B-6872-A3EB-8F09E53E8405}"/>
          </ac:spMkLst>
        </pc:spChg>
      </pc:sldChg>
      <pc:sldChg chg="modSp add mod">
        <pc:chgData name="Sanmukh Kuppannagari" userId="ad215094-da36-4b66-9c79-369a17aea26b" providerId="ADAL" clId="{D5E25D0F-35C1-45CD-9B25-657D6CF8E654}" dt="2025-09-04T13:57:38.116" v="448" actId="207"/>
        <pc:sldMkLst>
          <pc:docMk/>
          <pc:sldMk cId="4022472247" sldId="1486"/>
        </pc:sldMkLst>
        <pc:spChg chg="mod">
          <ac:chgData name="Sanmukh Kuppannagari" userId="ad215094-da36-4b66-9c79-369a17aea26b" providerId="ADAL" clId="{D5E25D0F-35C1-45CD-9B25-657D6CF8E654}" dt="2025-09-04T13:57:38.116" v="448" actId="207"/>
          <ac:spMkLst>
            <pc:docMk/>
            <pc:sldMk cId="4022472247" sldId="1486"/>
            <ac:spMk id="3" creationId="{F753397A-6EC6-80F2-799C-B50B262C0197}"/>
          </ac:spMkLst>
        </pc:spChg>
      </pc:sldChg>
      <pc:sldChg chg="add del">
        <pc:chgData name="Sanmukh Kuppannagari" userId="ad215094-da36-4b66-9c79-369a17aea26b" providerId="ADAL" clId="{D5E25D0F-35C1-45CD-9B25-657D6CF8E654}" dt="2025-09-04T14:05:04.129" v="547" actId="47"/>
        <pc:sldMkLst>
          <pc:docMk/>
          <pc:sldMk cId="3413993542" sldId="1487"/>
        </pc:sldMkLst>
      </pc:sldChg>
      <pc:sldChg chg="modSp add mod">
        <pc:chgData name="Sanmukh Kuppannagari" userId="ad215094-da36-4b66-9c79-369a17aea26b" providerId="ADAL" clId="{D5E25D0F-35C1-45CD-9B25-657D6CF8E654}" dt="2025-09-04T14:04:56.658" v="546" actId="207"/>
        <pc:sldMkLst>
          <pc:docMk/>
          <pc:sldMk cId="1727045602" sldId="1488"/>
        </pc:sldMkLst>
        <pc:spChg chg="mod">
          <ac:chgData name="Sanmukh Kuppannagari" userId="ad215094-da36-4b66-9c79-369a17aea26b" providerId="ADAL" clId="{D5E25D0F-35C1-45CD-9B25-657D6CF8E654}" dt="2025-09-04T14:04:56.658" v="546" actId="207"/>
          <ac:spMkLst>
            <pc:docMk/>
            <pc:sldMk cId="1727045602" sldId="1488"/>
            <ac:spMk id="3" creationId="{E93C1E73-A6B2-9C42-FCD1-A2FABE02193F}"/>
          </ac:spMkLst>
        </pc:spChg>
      </pc:sldChg>
      <pc:sldChg chg="modSp new mod">
        <pc:chgData name="Sanmukh Kuppannagari" userId="ad215094-da36-4b66-9c79-369a17aea26b" providerId="ADAL" clId="{D5E25D0F-35C1-45CD-9B25-657D6CF8E654}" dt="2025-09-04T14:12:57.758" v="889" actId="20577"/>
        <pc:sldMkLst>
          <pc:docMk/>
          <pc:sldMk cId="1826709794" sldId="1489"/>
        </pc:sldMkLst>
        <pc:spChg chg="mod">
          <ac:chgData name="Sanmukh Kuppannagari" userId="ad215094-da36-4b66-9c79-369a17aea26b" providerId="ADAL" clId="{D5E25D0F-35C1-45CD-9B25-657D6CF8E654}" dt="2025-09-04T14:07:18.736" v="579" actId="5793"/>
          <ac:spMkLst>
            <pc:docMk/>
            <pc:sldMk cId="1826709794" sldId="1489"/>
            <ac:spMk id="2" creationId="{FE60DD52-6831-C660-AB8F-DD327833AF49}"/>
          </ac:spMkLst>
        </pc:spChg>
        <pc:spChg chg="mod">
          <ac:chgData name="Sanmukh Kuppannagari" userId="ad215094-da36-4b66-9c79-369a17aea26b" providerId="ADAL" clId="{D5E25D0F-35C1-45CD-9B25-657D6CF8E654}" dt="2025-09-04T14:12:57.758" v="889" actId="20577"/>
          <ac:spMkLst>
            <pc:docMk/>
            <pc:sldMk cId="1826709794" sldId="1489"/>
            <ac:spMk id="3" creationId="{21F5294E-69A6-9BD7-2C6A-6997F1C271CC}"/>
          </ac:spMkLst>
        </pc:spChg>
      </pc:sldChg>
      <pc:sldChg chg="modSp new mod">
        <pc:chgData name="Sanmukh Kuppannagari" userId="ad215094-da36-4b66-9c79-369a17aea26b" providerId="ADAL" clId="{D5E25D0F-35C1-45CD-9B25-657D6CF8E654}" dt="2025-09-04T14:21:03.270" v="1352" actId="313"/>
        <pc:sldMkLst>
          <pc:docMk/>
          <pc:sldMk cId="1631647593" sldId="1490"/>
        </pc:sldMkLst>
        <pc:spChg chg="mod">
          <ac:chgData name="Sanmukh Kuppannagari" userId="ad215094-da36-4b66-9c79-369a17aea26b" providerId="ADAL" clId="{D5E25D0F-35C1-45CD-9B25-657D6CF8E654}" dt="2025-09-04T14:13:05.913" v="891"/>
          <ac:spMkLst>
            <pc:docMk/>
            <pc:sldMk cId="1631647593" sldId="1490"/>
            <ac:spMk id="2" creationId="{CDBFF737-EBAA-DF1A-48B8-7261327A9911}"/>
          </ac:spMkLst>
        </pc:spChg>
        <pc:spChg chg="mod">
          <ac:chgData name="Sanmukh Kuppannagari" userId="ad215094-da36-4b66-9c79-369a17aea26b" providerId="ADAL" clId="{D5E25D0F-35C1-45CD-9B25-657D6CF8E654}" dt="2025-09-04T14:21:03.270" v="1352" actId="313"/>
          <ac:spMkLst>
            <pc:docMk/>
            <pc:sldMk cId="1631647593" sldId="1490"/>
            <ac:spMk id="3" creationId="{13D63B91-F6CC-0536-FC3C-58265DE50A25}"/>
          </ac:spMkLst>
        </pc:spChg>
      </pc:sldChg>
      <pc:sldChg chg="modSp new mod">
        <pc:chgData name="Sanmukh Kuppannagari" userId="ad215094-da36-4b66-9c79-369a17aea26b" providerId="ADAL" clId="{D5E25D0F-35C1-45CD-9B25-657D6CF8E654}" dt="2025-09-04T14:33:06.038" v="1748" actId="20577"/>
        <pc:sldMkLst>
          <pc:docMk/>
          <pc:sldMk cId="1645953309" sldId="1491"/>
        </pc:sldMkLst>
        <pc:spChg chg="mod">
          <ac:chgData name="Sanmukh Kuppannagari" userId="ad215094-da36-4b66-9c79-369a17aea26b" providerId="ADAL" clId="{D5E25D0F-35C1-45CD-9B25-657D6CF8E654}" dt="2025-09-04T14:30:59.496" v="1378" actId="20577"/>
          <ac:spMkLst>
            <pc:docMk/>
            <pc:sldMk cId="1645953309" sldId="1491"/>
            <ac:spMk id="2" creationId="{12D46141-2C1E-0085-0600-444EB6E5599C}"/>
          </ac:spMkLst>
        </pc:spChg>
        <pc:spChg chg="mod">
          <ac:chgData name="Sanmukh Kuppannagari" userId="ad215094-da36-4b66-9c79-369a17aea26b" providerId="ADAL" clId="{D5E25D0F-35C1-45CD-9B25-657D6CF8E654}" dt="2025-09-04T14:33:06.038" v="1748" actId="20577"/>
          <ac:spMkLst>
            <pc:docMk/>
            <pc:sldMk cId="1645953309" sldId="1491"/>
            <ac:spMk id="3" creationId="{75227DF9-7554-F274-F76D-8CDAFC1F2B7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D5B98-A868-4A62-8240-BC6283F8264D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A0BF98-FCB6-413C-BFCD-EA7011EDE6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254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0BF98-FCB6-413C-BFCD-EA7011EDE66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510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0BF98-FCB6-413C-BFCD-EA7011EDE665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2631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0BF98-FCB6-413C-BFCD-EA7011EDE665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3676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0BF98-FCB6-413C-BFCD-EA7011EDE665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7286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0BF98-FCB6-413C-BFCD-EA7011EDE665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4991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0BF98-FCB6-413C-BFCD-EA7011EDE665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4887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0BF98-FCB6-413C-BFCD-EA7011EDE665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7429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0BF98-FCB6-413C-BFCD-EA7011EDE665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7230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967C0-BE4F-8AE7-59F6-9807CC4871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DC0112-4A5B-EC08-3419-E43BAD3968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E0AE5-C6AA-2469-E616-E3BA37F2B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8B13D0-588E-8694-AE05-FA7C88CF4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E2596B-98C2-F7F3-D266-5CCF744FB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960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45225-995A-126B-6B4C-634CA83CF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044CB-6CF2-5856-8672-E007A5CAAC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2AAC6E-6CB1-A687-8E15-1F9F56D21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A47D7D-B252-9CD8-F5CB-5AF405C7F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A48238-5C64-AA2E-1E80-95CADCB2F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214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D8E93-BCB1-86EE-BC1A-ECF6DE7DF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A52C9D-CB98-05E2-417B-A2B7158825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199F77-8466-44D2-F17F-D0226B088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1D12D-7B1D-3586-21F6-773DC1C72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7B3810-8AC5-E561-1F1E-9439664F7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620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3E534-7DCC-5D20-C63C-3CC09EF70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14C404-D542-2902-0176-4DC041B9D4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888E07-0D8B-1D23-65C4-39397F17E4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732F92-264E-190A-EF5F-E11054A95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FF1B26-0568-5079-8703-C744E3BFB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94BE1B-F6CC-CD83-FB12-18117CE68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339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67EBB-D050-FDF3-BD8D-D48C1165E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7CC139-24A6-503F-262B-734055E2AB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129145-290F-9388-473E-CE3F5E9BEE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819950-17C2-B3E8-0B6B-93E95A43D4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E781A2-B576-9E25-0FE6-81A106BCE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C029B0-911C-DF02-4917-028738049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532C4B-FBDA-5956-F1B1-B2D278B05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454948-E0E2-7941-91C8-1589256FF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330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6CE6B-994A-3F68-BB1D-B87E17B40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665E36-017C-51A4-F80D-DEAC76250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E5F8D3-502A-92BF-83B3-888AD29D4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23CB3D-3281-0985-64B8-18FB8FE41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292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0487F7-64B2-4846-0EED-A0A30B3EC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F9DEF9-12C3-A37A-C6FA-D237DA3D1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192C04-7DAC-0D99-FB02-59856E6A6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499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14F4A-41FC-C49D-F859-DF8C794DA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A1B68-4B80-736A-15EB-357122DB2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00CE58-ED42-8E81-2883-C3EBD2B6B9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11EB4C-49BD-31F6-E5B2-CE7ABF438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FED4FD-7E37-4C4B-4194-984559995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8B4C4B-1BEC-E3ED-D50D-A03278DF1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190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F39F8-0D27-3825-36B9-76F8E9554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40651A-BBB3-7A98-1E35-53AF5E899E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625D3B-06C4-94E7-2232-04F0B8A03B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9B5B1-6CBB-E17C-70B1-01B0F0892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4A3B39-01B7-8F18-C3A5-5D04ACAE9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4EB280-1211-D4FD-E01F-2179EB6B8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547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B5F8F-4B41-7CEC-C83C-C89270A93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D0A9D6-6B27-0666-8944-BC3B2775F4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DB4544-7F79-0F3E-3134-24EFDC3B7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D4D4A5-4AA4-2F6F-6311-518B622B6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7D4176-7E21-78F5-5774-C3E1B3B19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660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22D407-3181-DDA3-4811-D53ABA8B10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8006DA-8227-F4CF-AF74-F3291B9CBB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7DA4A0-144A-D5DE-6CE7-03E89D1C9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D04D66-9C59-92BE-FF17-86811607F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C6B7D-9BE0-FADD-2917-A26A97E6F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081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037FEE-FC4D-E1A6-0990-5F671F66F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4CDF9D-BCE3-3DBA-8B46-9FF06CD893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44048-0FF6-EF6B-A6BB-E8B3E1288E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D3C466-C5EC-4335-AF21-70E314BE6FF3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B5C041-BBCA-8ACF-388D-689059196B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495F26-35FE-972B-D153-140D9A7B5C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B17B2D61-3532-146F-7A4A-B249B49786C7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2735" y="61594"/>
            <a:ext cx="2565400" cy="6477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28476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anmukh.github.io/" TargetMode="External"/><Relationship Id="rId2" Type="http://schemas.openxmlformats.org/officeDocument/2006/relationships/hyperlink" Target="mailto:sanmukh.kuppannagari@case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hyperlink" Target="https://math-atlas.sourceforge.net/" TargetMode="Externa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1.png"/><Relationship Id="rId3" Type="http://schemas.openxmlformats.org/officeDocument/2006/relationships/image" Target="../media/image38.png"/><Relationship Id="rId7" Type="http://schemas.openxmlformats.org/officeDocument/2006/relationships/image" Target="../media/image221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2.png"/><Relationship Id="rId5" Type="http://schemas.openxmlformats.org/officeDocument/2006/relationships/image" Target="../media/image52.png"/><Relationship Id="rId4" Type="http://schemas.openxmlformats.org/officeDocument/2006/relationships/image" Target="../media/image40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1.png"/><Relationship Id="rId2" Type="http://schemas.openxmlformats.org/officeDocument/2006/relationships/image" Target="../media/image2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1.png"/><Relationship Id="rId5" Type="http://schemas.openxmlformats.org/officeDocument/2006/relationships/image" Target="../media/image281.png"/><Relationship Id="rId4" Type="http://schemas.openxmlformats.org/officeDocument/2006/relationships/image" Target="../media/image271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1.png"/><Relationship Id="rId2" Type="http://schemas.openxmlformats.org/officeDocument/2006/relationships/image" Target="../media/image2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1.png"/><Relationship Id="rId5" Type="http://schemas.openxmlformats.org/officeDocument/2006/relationships/image" Target="../media/image281.png"/><Relationship Id="rId4" Type="http://schemas.openxmlformats.org/officeDocument/2006/relationships/image" Target="../media/image271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1.png"/><Relationship Id="rId7" Type="http://schemas.openxmlformats.org/officeDocument/2006/relationships/image" Target="../media/image30.png"/><Relationship Id="rId2" Type="http://schemas.openxmlformats.org/officeDocument/2006/relationships/image" Target="../media/image2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1.png"/><Relationship Id="rId5" Type="http://schemas.openxmlformats.org/officeDocument/2006/relationships/image" Target="../media/image281.png"/><Relationship Id="rId4" Type="http://schemas.openxmlformats.org/officeDocument/2006/relationships/image" Target="../media/image271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2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2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2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2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0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0.png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2.png"/><Relationship Id="rId3" Type="http://schemas.openxmlformats.org/officeDocument/2006/relationships/image" Target="../media/image60.png"/><Relationship Id="rId7" Type="http://schemas.openxmlformats.org/officeDocument/2006/relationships/image" Target="../media/image143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10.png"/><Relationship Id="rId5" Type="http://schemas.openxmlformats.org/officeDocument/2006/relationships/image" Target="../media/image1210.png"/><Relationship Id="rId4" Type="http://schemas.openxmlformats.org/officeDocument/2006/relationships/image" Target="../media/image110.png"/><Relationship Id="rId9" Type="http://schemas.openxmlformats.org/officeDocument/2006/relationships/image" Target="../media/image160.png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0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0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0.png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1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1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1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0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0.png"/><Relationship Id="rId4" Type="http://schemas.openxmlformats.org/officeDocument/2006/relationships/image" Target="../media/image230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0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0.png"/><Relationship Id="rId4" Type="http://schemas.openxmlformats.org/officeDocument/2006/relationships/image" Target="../media/image240.png"/></Relationships>
</file>

<file path=ppt/slides/_rels/slide9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0.png"/><Relationship Id="rId3" Type="http://schemas.openxmlformats.org/officeDocument/2006/relationships/image" Target="../media/image220.png"/><Relationship Id="rId7" Type="http://schemas.openxmlformats.org/officeDocument/2006/relationships/image" Target="../media/image280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0.png"/><Relationship Id="rId5" Type="http://schemas.openxmlformats.org/officeDocument/2006/relationships/image" Target="../media/image240.png"/><Relationship Id="rId4" Type="http://schemas.openxmlformats.org/officeDocument/2006/relationships/image" Target="../media/image230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7" Type="http://schemas.openxmlformats.org/officeDocument/2006/relationships/image" Target="../media/image290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0.png"/><Relationship Id="rId5" Type="http://schemas.openxmlformats.org/officeDocument/2006/relationships/image" Target="../media/image260.png"/><Relationship Id="rId4" Type="http://schemas.openxmlformats.org/officeDocument/2006/relationships/image" Target="../media/image240.png"/></Relationships>
</file>

<file path=ppt/slides/_rels/slide10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0.png"/><Relationship Id="rId3" Type="http://schemas.openxmlformats.org/officeDocument/2006/relationships/image" Target="../media/image220.png"/><Relationship Id="rId7" Type="http://schemas.openxmlformats.org/officeDocument/2006/relationships/image" Target="../media/image280.png"/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0.png"/><Relationship Id="rId5" Type="http://schemas.openxmlformats.org/officeDocument/2006/relationships/image" Target="../media/image240.png"/><Relationship Id="rId4" Type="http://schemas.openxmlformats.org/officeDocument/2006/relationships/image" Target="../media/image230.png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hyperlink" Target="mailto:sanmukh.Kuppannagari@case.edu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46217-8912-7E06-5B48-9C1AFAEFCD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CSDS 451: Designing High Performant Systems for AI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6BB279-3651-105A-8503-217F67B1F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3876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Lecture 4</a:t>
            </a:r>
          </a:p>
          <a:p>
            <a:r>
              <a:rPr lang="en-US" dirty="0"/>
              <a:t>9/4/2025</a:t>
            </a:r>
          </a:p>
          <a:p>
            <a:r>
              <a:rPr lang="en-US" dirty="0"/>
              <a:t>Sanmukh Kuppannagari</a:t>
            </a:r>
          </a:p>
          <a:p>
            <a:r>
              <a:rPr lang="en-US" dirty="0">
                <a:hlinkClick r:id="rId2"/>
              </a:rPr>
              <a:t>sanmukh.kuppannagari@case.edu</a:t>
            </a:r>
            <a:endParaRPr lang="en-US" dirty="0"/>
          </a:p>
          <a:p>
            <a:r>
              <a:rPr lang="en-US" dirty="0">
                <a:hlinkClick r:id="rId3"/>
              </a:rPr>
              <a:t>https://sanmukh.research.st/</a:t>
            </a:r>
            <a:r>
              <a:rPr lang="en-US" dirty="0"/>
              <a:t> </a:t>
            </a:r>
          </a:p>
          <a:p>
            <a:r>
              <a:rPr lang="en-US" dirty="0"/>
              <a:t>Case Western Reserve University</a:t>
            </a:r>
          </a:p>
        </p:txBody>
      </p:sp>
    </p:spTree>
    <p:extLst>
      <p:ext uri="{BB962C8B-B14F-4D97-AF65-F5344CB8AC3E}">
        <p14:creationId xmlns:p14="http://schemas.microsoft.com/office/powerpoint/2010/main" val="7287853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11AE3-5129-DFC9-C104-281E9186E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E7643-79A8-EFA8-035B-07E3457DA9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Processor Memory Architectures</a:t>
            </a:r>
          </a:p>
          <a:p>
            <a:pPr lvl="1"/>
            <a:r>
              <a:rPr lang="en-US" dirty="0"/>
              <a:t>Blocked Matrix Multiplication</a:t>
            </a:r>
          </a:p>
          <a:p>
            <a:endParaRPr lang="en-US" dirty="0"/>
          </a:p>
          <a:p>
            <a:r>
              <a:rPr lang="en-US" dirty="0"/>
              <a:t>Modeling GPU Architectures</a:t>
            </a:r>
          </a:p>
          <a:p>
            <a:endParaRPr lang="en-US" dirty="0"/>
          </a:p>
          <a:p>
            <a:r>
              <a:rPr lang="en-US" dirty="0"/>
              <a:t>Data Parallel Programming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73051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B9F47-E05B-C5F7-F38E-BB0C022A4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8F9C7-CC3D-0270-48C5-2D17AC143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C4DB9-C1C2-5FE6-05CF-6E8905C76D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Processor Memory Architectures</a:t>
            </a:r>
          </a:p>
          <a:p>
            <a:pPr lvl="1"/>
            <a:r>
              <a:rPr lang="en-US" dirty="0"/>
              <a:t>Blocked Matrix Multiplication</a:t>
            </a:r>
          </a:p>
          <a:p>
            <a:endParaRPr lang="en-US" dirty="0"/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Modeling GPU Architectures</a:t>
            </a:r>
          </a:p>
          <a:p>
            <a:endParaRPr lang="en-US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Data Parallel Programming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78218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5EBC7-5B5A-CCF9-2F41-51320CDCD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Performance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49C415-594E-1E14-E951-EEFDBDA4F9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actual performance less than Sustained Performance (best case)</a:t>
            </a:r>
          </a:p>
          <a:p>
            <a:pPr lvl="1"/>
            <a:r>
              <a:rPr lang="en-US" dirty="0"/>
              <a:t>Latency not fully hidden – employ optimizations to hide latency</a:t>
            </a:r>
          </a:p>
          <a:p>
            <a:pPr lvl="1"/>
            <a:r>
              <a:rPr lang="en-US" dirty="0"/>
              <a:t>Memory bandwidth not fully utilized – employ optimizations to improve bandwidth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If actual performance more than Sustained Performance (best case) but less than Peak Performance</a:t>
            </a:r>
          </a:p>
          <a:p>
            <a:pPr lvl="1"/>
            <a:r>
              <a:rPr lang="en-US" dirty="0"/>
              <a:t>Latency is hidden, memory bandwidth is fully utilized </a:t>
            </a:r>
          </a:p>
          <a:p>
            <a:pPr lvl="1"/>
            <a:r>
              <a:rPr lang="en-US" dirty="0"/>
              <a:t>Need to perform more computations on the fetched data (may or may not be possible depending upon the algorithm)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85980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57FF8-F776-A453-1516-5CF08C02F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Techniques to Improve Application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8AF0F-D5F9-1769-1231-CFB1219B24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Compute Parallelization</a:t>
            </a:r>
          </a:p>
          <a:p>
            <a:pPr lvl="1"/>
            <a:r>
              <a:rPr lang="en-US" dirty="0"/>
              <a:t>Decompose tasks to enable concurrent processing (we will look at it later in today’s lecture and in the next lecture)</a:t>
            </a:r>
          </a:p>
          <a:p>
            <a:endParaRPr lang="en-US" dirty="0"/>
          </a:p>
          <a:p>
            <a:r>
              <a:rPr lang="en-US" dirty="0"/>
              <a:t>Memory Optimizations</a:t>
            </a:r>
          </a:p>
          <a:p>
            <a:pPr lvl="1"/>
            <a:r>
              <a:rPr lang="en-US" dirty="0"/>
              <a:t>Optimizations addressing latency</a:t>
            </a:r>
          </a:p>
          <a:p>
            <a:pPr lvl="1"/>
            <a:r>
              <a:rPr lang="en-US" dirty="0"/>
              <a:t>Optimizations targeted toward maximizing bandwidth utilization </a:t>
            </a:r>
          </a:p>
          <a:p>
            <a:pPr lvl="1"/>
            <a:r>
              <a:rPr lang="en-US" dirty="0"/>
              <a:t>Optimizations that maximize computations on the fetched data (in other words, reduce the amount of data transfers that need to occur)</a:t>
            </a:r>
          </a:p>
        </p:txBody>
      </p:sp>
    </p:spTree>
    <p:extLst>
      <p:ext uri="{BB962C8B-B14F-4D97-AF65-F5344CB8AC3E}">
        <p14:creationId xmlns:p14="http://schemas.microsoft.com/office/powerpoint/2010/main" val="8549074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AD6D3-0D84-9D77-1991-6E37AC3BF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#1 Optimizations Targeting Latency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E6FC74-0381-56F9-E4E6-0654E7CA435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Optimizations that you can use in your algorithms</a:t>
                </a:r>
              </a:p>
              <a:p>
                <a:endParaRPr lang="en-US" dirty="0"/>
              </a:p>
              <a:p>
                <a:pPr marL="514350" indent="-514350">
                  <a:buAutoNum type="arabicPeriod"/>
                </a:pPr>
                <a:r>
                  <a:rPr lang="en-US" dirty="0"/>
                  <a:t>Store the data in arrays in a sequential manner, in the order in which the algorithm is expected to access it (</a:t>
                </a:r>
                <a:r>
                  <a:rPr lang="en-US" b="1" dirty="0"/>
                  <a:t>Data layout optimizations</a:t>
                </a:r>
                <a:r>
                  <a:rPr lang="en-US" dirty="0"/>
                  <a:t>)</a:t>
                </a:r>
              </a:p>
              <a:p>
                <a:pPr marL="514350" indent="-514350">
                  <a:buAutoNum type="arabicPeriod"/>
                </a:pPr>
                <a:r>
                  <a:rPr lang="en-US" dirty="0"/>
                  <a:t>Prefetch the data into the local memory before the computations begin</a:t>
                </a:r>
              </a:p>
              <a:p>
                <a:pPr marL="514350" indent="-514350">
                  <a:buAutoNum type="arabicPeriod"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C00000"/>
                    </a:solidFill>
                  </a:rPr>
                  <a:t>Requires Cache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a local on-chip memory where data can be stored till all the computations are performed</a:t>
                </a:r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E6FC74-0381-56F9-E4E6-0654E7CA43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3081" r="-1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11490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2044D-707F-4D16-0092-3C4A55AF1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#2 Optimizations to Improve Bandwidth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8E63BC-E6FF-9E3C-ED1F-266E98F68C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Optimizations that you can use in your algorithms</a:t>
                </a:r>
              </a:p>
              <a:p>
                <a:endParaRPr lang="en-US" dirty="0"/>
              </a:p>
              <a:p>
                <a:pPr marL="514350" indent="-514350">
                  <a:buAutoNum type="arabicPeriod"/>
                </a:pPr>
                <a:r>
                  <a:rPr lang="en-US" dirty="0"/>
                  <a:t>Store the data in arrays in a sequential manner</a:t>
                </a:r>
              </a:p>
              <a:p>
                <a:pPr marL="514350" indent="-514350">
                  <a:buAutoNum type="arabicPeriod"/>
                </a:pPr>
                <a:r>
                  <a:rPr lang="en-US" dirty="0"/>
                  <a:t>When fetching, try to fetch as much data as possible in a single go</a:t>
                </a:r>
              </a:p>
              <a:p>
                <a:pPr marL="514350" indent="-514350">
                  <a:buAutoNum type="arabicPeriod"/>
                </a:pPr>
                <a:endParaRPr lang="en-US" dirty="0"/>
              </a:p>
              <a:p>
                <a:pPr marL="514350" indent="-514350">
                  <a:buAutoNum type="arabicPeriod"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C00000"/>
                    </a:solidFill>
                  </a:rPr>
                  <a:t>Requires Cache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a local on-chip memory where data can be stored till all the computations are performed</a:t>
                </a:r>
                <a:endParaRPr lang="en-US" dirty="0"/>
              </a:p>
              <a:p>
                <a:pPr marL="514350" indent="-514350">
                  <a:buAutoNum type="arabicPeriod"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8E63BC-E6FF-9E3C-ED1F-266E98F68C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 r="-1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67959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68669-017C-6DD2-6B98-2164373C0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Optimizations #1 and #2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336B22-5010-F157-6E6A-19100B008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Similar strategies</a:t>
            </a:r>
          </a:p>
          <a:p>
            <a:endParaRPr lang="en-US" dirty="0"/>
          </a:p>
          <a:p>
            <a:r>
              <a:rPr lang="en-US" dirty="0"/>
              <a:t>Should help us achieve Sustained Performance (best case)</a:t>
            </a:r>
          </a:p>
          <a:p>
            <a:pPr lvl="1"/>
            <a:r>
              <a:rPr lang="en-US" dirty="0"/>
              <a:t>Theoretically. In practice, getting 0 latency or 100% bandwidth utilization is very difficult, so performance may still be lower.</a:t>
            </a:r>
          </a:p>
          <a:p>
            <a:endParaRPr lang="en-US" dirty="0"/>
          </a:p>
          <a:p>
            <a:r>
              <a:rPr lang="en-US" dirty="0"/>
              <a:t>Now the next step to improve performance further will be to maximize the computations performed on the fetched data</a:t>
            </a:r>
          </a:p>
          <a:p>
            <a:pPr lvl="1"/>
            <a:r>
              <a:rPr lang="en-US" dirty="0"/>
              <a:t>We will call this – optimizations to maximize data reuse (we </a:t>
            </a:r>
            <a:r>
              <a:rPr lang="en-US" i="1" dirty="0"/>
              <a:t>reuse</a:t>
            </a:r>
            <a:r>
              <a:rPr lang="en-US" dirty="0"/>
              <a:t> fetched </a:t>
            </a:r>
            <a:r>
              <a:rPr lang="en-US" i="1" dirty="0"/>
              <a:t>data</a:t>
            </a:r>
            <a:r>
              <a:rPr lang="en-US" dirty="0"/>
              <a:t> for computations as much as possible)</a:t>
            </a:r>
          </a:p>
          <a:p>
            <a:pPr lvl="1"/>
            <a:r>
              <a:rPr lang="en-US" dirty="0"/>
              <a:t>Maximizing data reuse implies reducing data transfers</a:t>
            </a:r>
          </a:p>
        </p:txBody>
      </p:sp>
    </p:spTree>
    <p:extLst>
      <p:ext uri="{BB962C8B-B14F-4D97-AF65-F5344CB8AC3E}">
        <p14:creationId xmlns:p14="http://schemas.microsoft.com/office/powerpoint/2010/main" val="26504560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2963D-EA56-A943-E7F6-EA9B6B353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Execution Model with Cache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F11713-DDD7-17F8-B067-4BB217BB5793}"/>
              </a:ext>
            </a:extLst>
          </p:cNvPr>
          <p:cNvSpPr txBox="1"/>
          <p:nvPr/>
        </p:nvSpPr>
        <p:spPr>
          <a:xfrm>
            <a:off x="5425687" y="212094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bg2">
                    <a:lumMod val="10000"/>
                  </a:schemeClr>
                </a:solidFill>
              </a:rPr>
              <a:t>64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F1CD00F-C92F-BD11-FB58-5E784184F343}"/>
              </a:ext>
            </a:extLst>
          </p:cNvPr>
          <p:cNvGrpSpPr/>
          <p:nvPr/>
        </p:nvGrpSpPr>
        <p:grpSpPr>
          <a:xfrm>
            <a:off x="4167992" y="1587542"/>
            <a:ext cx="2133599" cy="1905000"/>
            <a:chOff x="5486400" y="1828800"/>
            <a:chExt cx="2133599" cy="1905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FCCBB8E-522F-C7B4-D9EE-F957DFD5A8EE}"/>
                </a:ext>
              </a:extLst>
            </p:cNvPr>
            <p:cNvSpPr/>
            <p:nvPr/>
          </p:nvSpPr>
          <p:spPr>
            <a:xfrm>
              <a:off x="5486400" y="2789582"/>
              <a:ext cx="2133599" cy="944218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C7E61E5-19A5-259F-F1D0-48BF36CBFBEB}"/>
                </a:ext>
              </a:extLst>
            </p:cNvPr>
            <p:cNvSpPr/>
            <p:nvPr/>
          </p:nvSpPr>
          <p:spPr>
            <a:xfrm>
              <a:off x="5681387" y="1828800"/>
              <a:ext cx="1743623" cy="381000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bg2">
                      <a:lumMod val="10000"/>
                    </a:schemeClr>
                  </a:solidFill>
                </a:rPr>
                <a:t>DRAM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D674584F-9D9E-2415-1BEB-3D4733E0B244}"/>
                </a:ext>
              </a:extLst>
            </p:cNvPr>
            <p:cNvCxnSpPr>
              <a:endCxn id="8" idx="0"/>
            </p:cNvCxnSpPr>
            <p:nvPr/>
          </p:nvCxnSpPr>
          <p:spPr>
            <a:xfrm flipH="1">
              <a:off x="6553200" y="2191780"/>
              <a:ext cx="4309" cy="597802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F778AD9-DCEF-CD65-305A-4916CEFA7EBC}"/>
                </a:ext>
              </a:extLst>
            </p:cNvPr>
            <p:cNvCxnSpPr/>
            <p:nvPr/>
          </p:nvCxnSpPr>
          <p:spPr>
            <a:xfrm flipV="1">
              <a:off x="6443209" y="2362200"/>
              <a:ext cx="228600" cy="193079"/>
            </a:xfrm>
            <a:prstGeom prst="line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AA00BD2-AB87-CAA2-5E83-761E5B811A5C}"/>
                </a:ext>
              </a:extLst>
            </p:cNvPr>
            <p:cNvSpPr/>
            <p:nvPr/>
          </p:nvSpPr>
          <p:spPr>
            <a:xfrm>
              <a:off x="6286104" y="2833646"/>
              <a:ext cx="499609" cy="381000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bg2">
                      <a:lumMod val="10000"/>
                    </a:schemeClr>
                  </a:solidFill>
                </a:rPr>
                <a:t>C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6B36765-513A-D66F-7EAF-C8EFA53F2F91}"/>
                </a:ext>
              </a:extLst>
            </p:cNvPr>
            <p:cNvSpPr/>
            <p:nvPr/>
          </p:nvSpPr>
          <p:spPr>
            <a:xfrm>
              <a:off x="5602260" y="3261691"/>
              <a:ext cx="1865340" cy="395909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2">
                      <a:lumMod val="10000"/>
                    </a:schemeClr>
                  </a:solidFill>
                </a:rPr>
                <a:t>Processor</a:t>
              </a:r>
            </a:p>
          </p:txBody>
        </p:sp>
      </p:grp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FE14F25-FF61-B483-0BD3-E5AD0A486E41}"/>
              </a:ext>
            </a:extLst>
          </p:cNvPr>
          <p:cNvCxnSpPr/>
          <p:nvPr/>
        </p:nvCxnSpPr>
        <p:spPr>
          <a:xfrm flipH="1" flipV="1">
            <a:off x="5615792" y="2806742"/>
            <a:ext cx="856935" cy="188968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prstDash val="dash"/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Rectangle 3">
            <a:extLst>
              <a:ext uri="{FF2B5EF4-FFF2-40B4-BE49-F238E27FC236}">
                <a16:creationId xmlns:a16="http://schemas.microsoft.com/office/drawing/2014/main" id="{1FC9EAF6-339C-C454-8B93-5E3794DF76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2726" y="2634629"/>
            <a:ext cx="1371600" cy="914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Trebuchet MS" pitchFamily="34" charset="0"/>
              <a:buChar char="−"/>
              <a:defRPr sz="1600"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q"/>
              <a:defRPr sz="1400"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400"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>
                <a:solidFill>
                  <a:schemeClr val="bg2">
                    <a:lumMod val="10000"/>
                  </a:schemeClr>
                </a:solidFill>
                <a:latin typeface="+mn-lt"/>
              </a:rPr>
              <a:t>Cache</a:t>
            </a:r>
          </a:p>
          <a:p>
            <a:pPr marL="0" indent="0">
              <a:buNone/>
            </a:pPr>
            <a:r>
              <a:rPr lang="en-US" sz="1600">
                <a:solidFill>
                  <a:schemeClr val="bg2">
                    <a:lumMod val="10000"/>
                  </a:schemeClr>
                </a:solidFill>
                <a:latin typeface="+mn-lt"/>
              </a:rPr>
              <a:t>Small (16 MB)</a:t>
            </a:r>
          </a:p>
          <a:p>
            <a:pPr marL="0" indent="0">
              <a:buNone/>
            </a:pPr>
            <a:r>
              <a:rPr lang="en-US" sz="1600">
                <a:solidFill>
                  <a:schemeClr val="bg2">
                    <a:lumMod val="10000"/>
                  </a:schemeClr>
                </a:solidFill>
                <a:latin typeface="+mn-lt"/>
              </a:rPr>
              <a:t>Fast (2 GHz)</a:t>
            </a:r>
            <a:endParaRPr lang="en-US">
              <a:solidFill>
                <a:schemeClr val="bg2">
                  <a:lumMod val="10000"/>
                </a:schemeClr>
              </a:solidFill>
              <a:latin typeface="+mn-lt"/>
            </a:endParaRP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6F445D07-F0D0-1BB8-FD66-FA01A647A4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2726" y="1627962"/>
            <a:ext cx="940624" cy="3405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Trebuchet MS" pitchFamily="34" charset="0"/>
              <a:buChar char="−"/>
              <a:defRPr sz="1600"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q"/>
              <a:defRPr sz="1400"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400"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>
                <a:solidFill>
                  <a:schemeClr val="bg2">
                    <a:lumMod val="10000"/>
                  </a:schemeClr>
                </a:solidFill>
                <a:latin typeface="+mn-lt"/>
              </a:rPr>
              <a:t>4 GB</a:t>
            </a:r>
            <a:endParaRPr lang="en-US">
              <a:solidFill>
                <a:schemeClr val="bg2">
                  <a:lumMod val="10000"/>
                </a:schemeClr>
              </a:solidFill>
              <a:latin typeface="+mn-lt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B8E9369-A421-849D-DF79-EF5E437DF382}"/>
              </a:ext>
            </a:extLst>
          </p:cNvPr>
          <p:cNvSpPr txBox="1"/>
          <p:nvPr/>
        </p:nvSpPr>
        <p:spPr>
          <a:xfrm>
            <a:off x="1232437" y="4340657"/>
            <a:ext cx="87858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Fetch_Memory</a:t>
            </a:r>
            <a:r>
              <a:rPr lang="en-US" b="1" dirty="0"/>
              <a:t> </a:t>
            </a:r>
            <a:r>
              <a:rPr lang="en-US" dirty="0"/>
              <a:t>– Latency + Data size/bandwidth</a:t>
            </a:r>
          </a:p>
          <a:p>
            <a:r>
              <a:rPr lang="en-US" b="1" dirty="0" err="1"/>
              <a:t>Fetch_Cache</a:t>
            </a:r>
            <a:r>
              <a:rPr lang="en-US" b="1" dirty="0"/>
              <a:t> </a:t>
            </a:r>
            <a:r>
              <a:rPr lang="en-US" dirty="0"/>
              <a:t>– 1 cycle</a:t>
            </a:r>
          </a:p>
          <a:p>
            <a:r>
              <a:rPr lang="en-US" b="1" dirty="0"/>
              <a:t>Execute</a:t>
            </a:r>
            <a:r>
              <a:rPr lang="en-US" dirty="0"/>
              <a:t> – 1 cycle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5883072-0653-2683-AEE3-3EA0CB67E854}"/>
              </a:ext>
            </a:extLst>
          </p:cNvPr>
          <p:cNvSpPr txBox="1"/>
          <p:nvPr/>
        </p:nvSpPr>
        <p:spPr>
          <a:xfrm>
            <a:off x="4086137" y="3541039"/>
            <a:ext cx="699176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latin typeface="+mn-lt"/>
              </a:rPr>
              <a:t>Bandwidth    </a:t>
            </a:r>
            <a:r>
              <a:rPr lang="en-US" sz="1800" dirty="0">
                <a:solidFill>
                  <a:schemeClr val="bg2">
                    <a:lumMod val="10000"/>
                  </a:schemeClr>
                </a:solidFill>
                <a:latin typeface="+mn-lt"/>
              </a:rPr>
              <a:t>= 64 bits at 1 GHz</a:t>
            </a:r>
          </a:p>
          <a:p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(64 </a:t>
            </a:r>
            <a:r>
              <a:rPr lang="en-US" dirty="0" err="1">
                <a:solidFill>
                  <a:schemeClr val="bg2">
                    <a:lumMod val="10000"/>
                  </a:schemeClr>
                </a:solidFill>
              </a:rPr>
              <a:t>Gbits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/sec or  8 GB/sec) or </a:t>
            </a:r>
          </a:p>
          <a:p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(64 bits in every 2 processor cycles) or 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1 word in 1 ns</a:t>
            </a:r>
            <a:endParaRPr lang="en-US" sz="2400" b="1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ACC371-B9CA-FAD5-CB92-E352519E43BC}"/>
              </a:ext>
            </a:extLst>
          </p:cNvPr>
          <p:cNvSpPr txBox="1"/>
          <p:nvPr/>
        </p:nvSpPr>
        <p:spPr>
          <a:xfrm>
            <a:off x="7599658" y="5123062"/>
            <a:ext cx="29613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Read/Write from DRAM to/from Cache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8CDE426-234E-CD65-DB20-8EE449647E6A}"/>
              </a:ext>
            </a:extLst>
          </p:cNvPr>
          <p:cNvCxnSpPr>
            <a:stCxn id="3" idx="1"/>
          </p:cNvCxnSpPr>
          <p:nvPr/>
        </p:nvCxnSpPr>
        <p:spPr>
          <a:xfrm flipH="1" flipV="1">
            <a:off x="5855793" y="4539602"/>
            <a:ext cx="1743865" cy="906626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ight Brace 27">
            <a:extLst>
              <a:ext uri="{FF2B5EF4-FFF2-40B4-BE49-F238E27FC236}">
                <a16:creationId xmlns:a16="http://schemas.microsoft.com/office/drawing/2014/main" id="{33691670-EA5F-A4A4-C3EF-70133B7381D5}"/>
              </a:ext>
            </a:extLst>
          </p:cNvPr>
          <p:cNvSpPr/>
          <p:nvPr/>
        </p:nvSpPr>
        <p:spPr>
          <a:xfrm>
            <a:off x="3457764" y="4717335"/>
            <a:ext cx="369598" cy="546652"/>
          </a:xfrm>
          <a:prstGeom prst="rightBrac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617AC0B-32DC-64DE-39BE-BD2B9042511E}"/>
              </a:ext>
            </a:extLst>
          </p:cNvPr>
          <p:cNvCxnSpPr/>
          <p:nvPr/>
        </p:nvCxnSpPr>
        <p:spPr>
          <a:xfrm flipH="1" flipV="1">
            <a:off x="3809205" y="5001645"/>
            <a:ext cx="1743865" cy="906626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714D6410-56F9-6BFC-96B1-B4B440BE02D2}"/>
              </a:ext>
            </a:extLst>
          </p:cNvPr>
          <p:cNvSpPr txBox="1"/>
          <p:nvPr/>
        </p:nvSpPr>
        <p:spPr>
          <a:xfrm>
            <a:off x="5532089" y="5765121"/>
            <a:ext cx="2961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Basic Execution Model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4C47990-A177-3FF8-6A00-B9ED9FC99C86}"/>
              </a:ext>
            </a:extLst>
          </p:cNvPr>
          <p:cNvSpPr txBox="1"/>
          <p:nvPr/>
        </p:nvSpPr>
        <p:spPr>
          <a:xfrm>
            <a:off x="2525946" y="1906328"/>
            <a:ext cx="1642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Latency: 10 ns</a:t>
            </a:r>
          </a:p>
        </p:txBody>
      </p:sp>
    </p:spTree>
    <p:extLst>
      <p:ext uri="{BB962C8B-B14F-4D97-AF65-F5344CB8AC3E}">
        <p14:creationId xmlns:p14="http://schemas.microsoft.com/office/powerpoint/2010/main" val="29500794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A7235-1756-AAB0-32A9-D2645B9DF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31D94-D23A-6417-C2DD-C421751C7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Bound Applications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DAE408-9214-F46C-9647-4CD93B3F5A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Why is the performance still significantly lower than peak performance? </a:t>
                </a:r>
              </a:p>
              <a:p>
                <a:endParaRPr lang="en-US" dirty="0"/>
              </a:p>
              <a:p>
                <a:r>
                  <a:rPr lang="en-US" dirty="0"/>
                  <a:t>Time (ns): 30 + 3MN + MN + 2N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dirty="0"/>
                  <a:t> 4MN</a:t>
                </a:r>
              </a:p>
              <a:p>
                <a:endParaRPr lang="en-US" dirty="0"/>
              </a:p>
              <a:p>
                <a:r>
                  <a:rPr lang="en-US" dirty="0"/>
                  <a:t>Time spent on Computation: MN</a:t>
                </a:r>
              </a:p>
              <a:p>
                <a:r>
                  <a:rPr lang="en-US" dirty="0"/>
                  <a:t>Time spent on Memory Operations: 3MN</a:t>
                </a:r>
              </a:p>
              <a:p>
                <a:endParaRPr lang="en-US" dirty="0"/>
              </a:p>
              <a:p>
                <a:r>
                  <a:rPr lang="en-US" dirty="0"/>
                  <a:t>Performance is limited by how fast data can be fed to the processors – </a:t>
                </a:r>
                <a:r>
                  <a:rPr lang="en-US" b="1" dirty="0"/>
                  <a:t>Memory boundedness</a:t>
                </a:r>
              </a:p>
              <a:p>
                <a:pPr lvl="1"/>
                <a:r>
                  <a:rPr lang="en-US" dirty="0"/>
                  <a:t>We will look at optimizations to maximize data reuse in next class which can be used to optimize these types of applications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DAE408-9214-F46C-9647-4CD93B3F5A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3501" r="-2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6936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8FEF1-1998-A2EF-4350-8D029FE97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Cache 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A8F6F-AF0D-55BE-5E4D-003B6FA281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928044"/>
          </a:xfrm>
        </p:spPr>
        <p:txBody>
          <a:bodyPr>
            <a:normAutofit/>
          </a:bodyPr>
          <a:lstStyle/>
          <a:p>
            <a:r>
              <a:rPr lang="en-US" dirty="0"/>
              <a:t>In practice, cache size is limited</a:t>
            </a:r>
          </a:p>
          <a:p>
            <a:endParaRPr lang="en-US" dirty="0"/>
          </a:p>
          <a:p>
            <a:r>
              <a:rPr lang="en-US" dirty="0"/>
              <a:t>Previously fetched data is evicted from cache, if no space.</a:t>
            </a:r>
          </a:p>
          <a:p>
            <a:endParaRPr lang="en-US" dirty="0"/>
          </a:p>
          <a:p>
            <a:r>
              <a:rPr lang="en-US" dirty="0"/>
              <a:t>We need to carefully design our algorithms to obtain best performance using cache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437FC2-1F3B-8F1F-4D4D-58C119FC0D63}"/>
              </a:ext>
            </a:extLst>
          </p:cNvPr>
          <p:cNvSpPr txBox="1"/>
          <p:nvPr/>
        </p:nvSpPr>
        <p:spPr>
          <a:xfrm>
            <a:off x="2289029" y="5014061"/>
            <a:ext cx="70003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Enable effective utilization of cache to maximize data reuse and minimize data transfers</a:t>
            </a:r>
          </a:p>
        </p:txBody>
      </p:sp>
    </p:spTree>
    <p:extLst>
      <p:ext uri="{BB962C8B-B14F-4D97-AF65-F5344CB8AC3E}">
        <p14:creationId xmlns:p14="http://schemas.microsoft.com/office/powerpoint/2010/main" val="6075695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BD9B1-7AEB-B168-836A-BF314B790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Optimizations to Enable Effective Utilization of Cache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BB43CF-A05A-9B56-9C6C-09069C2F2E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#1 Data Layout Optimizations</a:t>
            </a:r>
          </a:p>
          <a:p>
            <a:endParaRPr lang="en-US" dirty="0"/>
          </a:p>
          <a:p>
            <a:r>
              <a:rPr lang="en-US" dirty="0"/>
              <a:t>#2 Algorithm Reordering to Maximize Data Reuse</a:t>
            </a:r>
          </a:p>
        </p:txBody>
      </p:sp>
    </p:spTree>
    <p:extLst>
      <p:ext uri="{BB962C8B-B14F-4D97-AF65-F5344CB8AC3E}">
        <p14:creationId xmlns:p14="http://schemas.microsoft.com/office/powerpoint/2010/main" val="19049437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A41D1-7961-C3A1-B5D2-3E62B7FD1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#1 Data Layout Optimization: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1F1E74-A797-AA91-EA6C-EE39F9BD6F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We should align the layout of the data in the memory to match with the access pattern of the algorithm</a:t>
            </a:r>
          </a:p>
          <a:p>
            <a:pPr lvl="1"/>
            <a:r>
              <a:rPr lang="en-US" dirty="0"/>
              <a:t>Simple N-D row/column major layout should be sufficient for most purposes</a:t>
            </a:r>
          </a:p>
          <a:p>
            <a:endParaRPr lang="en-US" dirty="0"/>
          </a:p>
          <a:p>
            <a:r>
              <a:rPr lang="en-US" dirty="0"/>
              <a:t>Access patterns may change over iterations of the algorithm</a:t>
            </a:r>
          </a:p>
          <a:p>
            <a:pPr lvl="1"/>
            <a:r>
              <a:rPr lang="en-US" dirty="0"/>
              <a:t>For example, 2D FFT</a:t>
            </a:r>
          </a:p>
          <a:p>
            <a:pPr lvl="1"/>
            <a:r>
              <a:rPr lang="en-US" dirty="0"/>
              <a:t>Algorithm designers sometimes employ dynamic data layout changing mechanisms, if the overheads are justified</a:t>
            </a:r>
          </a:p>
          <a:p>
            <a:endParaRPr lang="en-US" dirty="0"/>
          </a:p>
          <a:p>
            <a:r>
              <a:rPr lang="en-US" dirty="0"/>
              <a:t>We will not discuss dynamic data layout optimizations in this class</a:t>
            </a:r>
          </a:p>
        </p:txBody>
      </p:sp>
    </p:spTree>
    <p:extLst>
      <p:ext uri="{BB962C8B-B14F-4D97-AF65-F5344CB8AC3E}">
        <p14:creationId xmlns:p14="http://schemas.microsoft.com/office/powerpoint/2010/main" val="151787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4CBDB-A3C3-E1AF-DC38-D8ABE9325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#2 Improving Data Reuse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4AA0F-5F4A-FEE1-DA4C-C7DE18EB18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Our objective is to reduce the number of data transfers of input and output</a:t>
            </a:r>
          </a:p>
          <a:p>
            <a:endParaRPr lang="en-US" dirty="0"/>
          </a:p>
          <a:p>
            <a:r>
              <a:rPr lang="en-US" dirty="0"/>
              <a:t>If a data element is used multiple times, try to reorder the algorithm such that all its uses are “temporally” close to each other</a:t>
            </a:r>
          </a:p>
          <a:p>
            <a:endParaRPr lang="en-US" dirty="0"/>
          </a:p>
          <a:p>
            <a:r>
              <a:rPr lang="en-US" dirty="0"/>
              <a:t>Blocked Matrix Multiplication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57849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DB185-970F-476B-12B7-D0267C9AA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Multiplication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DB7471-EADB-5ED4-A873-FCF2881280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554237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/>
                        </a:rPr>
                        <m:t>𝑪</m:t>
                      </m:r>
                      <m:r>
                        <a:rPr lang="en-US" altLang="zh-CN" b="1" i="1" smtClean="0">
                          <a:latin typeface="Cambria Math"/>
                        </a:rPr>
                        <m:t>=(</m:t>
                      </m:r>
                      <m:r>
                        <a:rPr lang="en-US" altLang="zh-CN" b="1" i="1" smtClean="0">
                          <a:latin typeface="Cambria Math"/>
                        </a:rPr>
                        <m:t>𝑨</m:t>
                      </m:r>
                      <m:r>
                        <a:rPr lang="en-US" altLang="zh-CN" b="1" i="1">
                          <a:latin typeface="Cambria Math"/>
                          <a:ea typeface="Cambria Math"/>
                        </a:rPr>
                        <m:t>×</m:t>
                      </m:r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/>
                              <a:ea typeface="Cambria Math"/>
                            </a:rPr>
                            <m:t>𝑩</m:t>
                          </m:r>
                          <m:r>
                            <a:rPr lang="en-US" altLang="zh-CN" b="1" i="1">
                              <a:latin typeface="Cambria Math"/>
                              <a:ea typeface="Cambria Math"/>
                            </a:rPr>
                            <m:t>)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Cambria Math"/>
                            </a:rPr>
                            <m:t>𝑵</m:t>
                          </m:r>
                          <m:r>
                            <a:rPr lang="en-US" altLang="zh-CN" b="1" i="1">
                              <a:latin typeface="Cambria Math"/>
                              <a:ea typeface="Cambria Math"/>
                            </a:rPr>
                            <m:t>×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Cambria Math"/>
                            </a:rPr>
                            <m:t>𝑵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DB7471-EADB-5ED4-A873-FCF2881280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554237"/>
              </a:xfrm>
              <a:blipFill>
                <a:blip r:embed="rId2"/>
                <a:stretch>
                  <a:fillRect b="-54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6">
            <a:extLst>
              <a:ext uri="{FF2B5EF4-FFF2-40B4-BE49-F238E27FC236}">
                <a16:creationId xmlns:a16="http://schemas.microsoft.com/office/drawing/2014/main" id="{177EEABD-2989-F1B3-43C4-E92896D5C4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3675" y="4768714"/>
            <a:ext cx="1502107" cy="1563500"/>
          </a:xfrm>
          <a:prstGeom prst="rect">
            <a:avLst/>
          </a:prstGeom>
          <a:noFill/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AACBE44B-7090-CEBB-B354-0AB4E04860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1272" y="2514799"/>
            <a:ext cx="1504178" cy="1563500"/>
          </a:xfrm>
          <a:prstGeom prst="rect">
            <a:avLst/>
          </a:prstGeom>
          <a:noFill/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071FBA81-F5B4-02DC-E2DA-B440A17205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1272" y="4718912"/>
            <a:ext cx="1504178" cy="1563500"/>
          </a:xfrm>
          <a:prstGeom prst="rect">
            <a:avLst/>
          </a:prstGeom>
          <a:noFill/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71F232-BCA7-760E-E950-694B3AA5BF73}"/>
              </a:ext>
            </a:extLst>
          </p:cNvPr>
          <p:cNvSpPr txBox="1"/>
          <p:nvPr/>
        </p:nvSpPr>
        <p:spPr>
          <a:xfrm>
            <a:off x="5498436" y="3111883"/>
            <a:ext cx="1289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2DAE98-FBF7-36C5-736A-90B9AA75A384}"/>
              </a:ext>
            </a:extLst>
          </p:cNvPr>
          <p:cNvSpPr txBox="1"/>
          <p:nvPr/>
        </p:nvSpPr>
        <p:spPr>
          <a:xfrm>
            <a:off x="2919803" y="5365798"/>
            <a:ext cx="1289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57806B-F80E-D832-B8FA-F7EDBECE8571}"/>
              </a:ext>
            </a:extLst>
          </p:cNvPr>
          <p:cNvSpPr txBox="1"/>
          <p:nvPr/>
        </p:nvSpPr>
        <p:spPr>
          <a:xfrm>
            <a:off x="5451075" y="5315996"/>
            <a:ext cx="1289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A9AB96-C6EA-285C-7CC2-D81E67701CF1}"/>
              </a:ext>
            </a:extLst>
          </p:cNvPr>
          <p:cNvSpPr txBox="1"/>
          <p:nvPr/>
        </p:nvSpPr>
        <p:spPr>
          <a:xfrm>
            <a:off x="1737134" y="5365798"/>
            <a:ext cx="1289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578DA8-F90A-0805-4651-49B1A6B9B249}"/>
              </a:ext>
            </a:extLst>
          </p:cNvPr>
          <p:cNvSpPr txBox="1"/>
          <p:nvPr/>
        </p:nvSpPr>
        <p:spPr>
          <a:xfrm>
            <a:off x="2917657" y="6415080"/>
            <a:ext cx="1289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122767-8780-273B-78FC-A22AC096277D}"/>
              </a:ext>
            </a:extLst>
          </p:cNvPr>
          <p:cNvSpPr txBox="1"/>
          <p:nvPr/>
        </p:nvSpPr>
        <p:spPr>
          <a:xfrm>
            <a:off x="6600489" y="5315996"/>
            <a:ext cx="1289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0990BD-7089-3BE5-8C43-314D7C049981}"/>
              </a:ext>
            </a:extLst>
          </p:cNvPr>
          <p:cNvSpPr txBox="1"/>
          <p:nvPr/>
        </p:nvSpPr>
        <p:spPr>
          <a:xfrm>
            <a:off x="5451075" y="6396288"/>
            <a:ext cx="1289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B5A1208-6E41-6B8B-A34A-B36522E09C03}"/>
              </a:ext>
            </a:extLst>
          </p:cNvPr>
          <p:cNvSpPr txBox="1"/>
          <p:nvPr/>
        </p:nvSpPr>
        <p:spPr>
          <a:xfrm>
            <a:off x="5451074" y="2150008"/>
            <a:ext cx="1289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4E5257E-EA0C-3698-8F2E-BB3276A6BE75}"/>
              </a:ext>
            </a:extLst>
          </p:cNvPr>
          <p:cNvSpPr txBox="1"/>
          <p:nvPr/>
        </p:nvSpPr>
        <p:spPr>
          <a:xfrm>
            <a:off x="6408873" y="3077928"/>
            <a:ext cx="1289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38819724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82A39-D8DB-2C97-427D-CE512C686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</a:t>
            </a:r>
            <a:r>
              <a:rPr lang="en-US" dirty="0" err="1"/>
              <a:t>Matrix</a:t>
            </a:r>
            <a:r>
              <a:rPr lang="en-US" dirty="0"/>
              <a:t> Multiplication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B9E103-B828-9CD7-818A-D24A3A8F12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509010" y="1690688"/>
                <a:ext cx="5173980" cy="742315"/>
              </a:xfrm>
            </p:spPr>
            <p:txBody>
              <a:bodyPr/>
              <a:lstStyle/>
              <a:p>
                <a:pPr marL="0" indent="0" algn="ctr">
                  <a:buNone/>
                </a:pPr>
                <a:r>
                  <a:rPr lang="en-US" dirty="0"/>
                  <a:t>C[</a:t>
                </a:r>
                <a:r>
                  <a:rPr lang="en-US" dirty="0" err="1"/>
                  <a:t>i</a:t>
                </a:r>
                <a:r>
                  <a:rPr lang="en-US" dirty="0"/>
                  <a:t>][j] 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∑</m:t>
                    </m:r>
                  </m:oMath>
                </a14:m>
                <a:r>
                  <a:rPr lang="en-US" dirty="0"/>
                  <a:t>A[</a:t>
                </a:r>
                <a:r>
                  <a:rPr lang="en-US" dirty="0" err="1"/>
                  <a:t>i</a:t>
                </a:r>
                <a:r>
                  <a:rPr lang="en-US" dirty="0"/>
                  <a:t>][k] * B[k][j]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B9E103-B828-9CD7-818A-D24A3A8F12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09010" y="1690688"/>
                <a:ext cx="5173980" cy="742315"/>
              </a:xfrm>
              <a:blipFill>
                <a:blip r:embed="rId2"/>
                <a:stretch>
                  <a:fillRect t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64089B86-37E0-BA5D-2549-9B68C6A65120}"/>
              </a:ext>
            </a:extLst>
          </p:cNvPr>
          <p:cNvSpPr/>
          <p:nvPr/>
        </p:nvSpPr>
        <p:spPr>
          <a:xfrm>
            <a:off x="4030980" y="2941320"/>
            <a:ext cx="3901440" cy="345186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2E7AF64-D2D1-AD17-98C5-BAFD1DCD7946}"/>
              </a:ext>
            </a:extLst>
          </p:cNvPr>
          <p:cNvCxnSpPr>
            <a:cxnSpLocks/>
          </p:cNvCxnSpPr>
          <p:nvPr/>
        </p:nvCxnSpPr>
        <p:spPr>
          <a:xfrm>
            <a:off x="5270799" y="2941320"/>
            <a:ext cx="0" cy="34518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926CA1D-41C5-AFE4-C4A0-14DA7113A0D3}"/>
              </a:ext>
            </a:extLst>
          </p:cNvPr>
          <p:cNvCxnSpPr>
            <a:stCxn id="4" idx="1"/>
            <a:endCxn id="4" idx="3"/>
          </p:cNvCxnSpPr>
          <p:nvPr/>
        </p:nvCxnSpPr>
        <p:spPr>
          <a:xfrm>
            <a:off x="4030980" y="4667250"/>
            <a:ext cx="390144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4D7C455-2A3F-2C15-5660-10EDEC0AB5B7}"/>
              </a:ext>
            </a:extLst>
          </p:cNvPr>
          <p:cNvCxnSpPr>
            <a:cxnSpLocks/>
          </p:cNvCxnSpPr>
          <p:nvPr/>
        </p:nvCxnSpPr>
        <p:spPr>
          <a:xfrm>
            <a:off x="6614160" y="2941320"/>
            <a:ext cx="0" cy="34518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7A87E81-317B-063D-797B-62FC45281A4E}"/>
              </a:ext>
            </a:extLst>
          </p:cNvPr>
          <p:cNvSpPr txBox="1"/>
          <p:nvPr/>
        </p:nvSpPr>
        <p:spPr>
          <a:xfrm>
            <a:off x="4307125" y="3573900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0,0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C4485D-C49C-9968-A213-36E63F55FF35}"/>
              </a:ext>
            </a:extLst>
          </p:cNvPr>
          <p:cNvSpPr txBox="1"/>
          <p:nvPr/>
        </p:nvSpPr>
        <p:spPr>
          <a:xfrm>
            <a:off x="5577841" y="3573900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0,1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597F2A-1285-BDB5-5575-7E1CA65207F2}"/>
              </a:ext>
            </a:extLst>
          </p:cNvPr>
          <p:cNvSpPr txBox="1"/>
          <p:nvPr/>
        </p:nvSpPr>
        <p:spPr>
          <a:xfrm>
            <a:off x="7035997" y="3610155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0,2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DC418FD-CEDD-B6F8-1AF1-ADD40503408C}"/>
              </a:ext>
            </a:extLst>
          </p:cNvPr>
          <p:cNvSpPr txBox="1"/>
          <p:nvPr/>
        </p:nvSpPr>
        <p:spPr>
          <a:xfrm>
            <a:off x="4319629" y="5345549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1,0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DCCA3B3-FA9B-B9BC-36D4-1BAECC4D9C2B}"/>
              </a:ext>
            </a:extLst>
          </p:cNvPr>
          <p:cNvSpPr txBox="1"/>
          <p:nvPr/>
        </p:nvSpPr>
        <p:spPr>
          <a:xfrm>
            <a:off x="5615029" y="5345549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1,1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887B8AE-7831-87CF-EA0F-EFBC4FEFCCB5}"/>
              </a:ext>
            </a:extLst>
          </p:cNvPr>
          <p:cNvSpPr txBox="1"/>
          <p:nvPr/>
        </p:nvSpPr>
        <p:spPr>
          <a:xfrm>
            <a:off x="6999132" y="5345549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1,1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7BFACFF-C987-3CF2-58B0-7D508E082A24}"/>
              </a:ext>
            </a:extLst>
          </p:cNvPr>
          <p:cNvSpPr/>
          <p:nvPr/>
        </p:nvSpPr>
        <p:spPr>
          <a:xfrm>
            <a:off x="9250680" y="2880360"/>
            <a:ext cx="1150619" cy="361251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B8ED341-5E5B-3A8B-E3B6-0F5FBAE77FC5}"/>
              </a:ext>
            </a:extLst>
          </p:cNvPr>
          <p:cNvCxnSpPr>
            <a:cxnSpLocks/>
          </p:cNvCxnSpPr>
          <p:nvPr/>
        </p:nvCxnSpPr>
        <p:spPr>
          <a:xfrm>
            <a:off x="9250680" y="4088012"/>
            <a:ext cx="115061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5F8958C-A511-7118-2F4B-1BB6636E1EF7}"/>
              </a:ext>
            </a:extLst>
          </p:cNvPr>
          <p:cNvCxnSpPr>
            <a:cxnSpLocks/>
          </p:cNvCxnSpPr>
          <p:nvPr/>
        </p:nvCxnSpPr>
        <p:spPr>
          <a:xfrm>
            <a:off x="9250680" y="5345549"/>
            <a:ext cx="115061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E204732-6A89-E022-9497-3707867BE5E5}"/>
              </a:ext>
            </a:extLst>
          </p:cNvPr>
          <p:cNvSpPr txBox="1"/>
          <p:nvPr/>
        </p:nvSpPr>
        <p:spPr>
          <a:xfrm>
            <a:off x="9675146" y="3300495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0,0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77BE7D7-7FBE-6B21-4C77-9E04A0D7D095}"/>
              </a:ext>
            </a:extLst>
          </p:cNvPr>
          <p:cNvSpPr txBox="1"/>
          <p:nvPr/>
        </p:nvSpPr>
        <p:spPr>
          <a:xfrm>
            <a:off x="9675146" y="4541641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1,0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835F209-C770-1282-DCA8-6F068FE0AB13}"/>
              </a:ext>
            </a:extLst>
          </p:cNvPr>
          <p:cNvSpPr txBox="1"/>
          <p:nvPr/>
        </p:nvSpPr>
        <p:spPr>
          <a:xfrm>
            <a:off x="9675146" y="5697619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2,0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1C85A3D-F23F-1375-C289-415B7FC7AD61}"/>
              </a:ext>
            </a:extLst>
          </p:cNvPr>
          <p:cNvSpPr txBox="1"/>
          <p:nvPr/>
        </p:nvSpPr>
        <p:spPr>
          <a:xfrm>
            <a:off x="8442960" y="438150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X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696B7BD-0EE8-3AE9-75EA-9B16C411E229}"/>
              </a:ext>
            </a:extLst>
          </p:cNvPr>
          <p:cNvSpPr/>
          <p:nvPr/>
        </p:nvSpPr>
        <p:spPr>
          <a:xfrm>
            <a:off x="632460" y="2811780"/>
            <a:ext cx="1150611" cy="358140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1FD0BC4-384F-12F2-8391-4B471C85C69A}"/>
              </a:ext>
            </a:extLst>
          </p:cNvPr>
          <p:cNvCxnSpPr>
            <a:cxnSpLocks/>
          </p:cNvCxnSpPr>
          <p:nvPr/>
        </p:nvCxnSpPr>
        <p:spPr>
          <a:xfrm>
            <a:off x="632460" y="4549023"/>
            <a:ext cx="115061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5293D261-6122-F9EB-48CA-312662A32564}"/>
              </a:ext>
            </a:extLst>
          </p:cNvPr>
          <p:cNvSpPr txBox="1"/>
          <p:nvPr/>
        </p:nvSpPr>
        <p:spPr>
          <a:xfrm>
            <a:off x="988346" y="3488177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0,0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F2BA9AD-7D2C-9633-9CAB-F0A1A4F3D184}"/>
              </a:ext>
            </a:extLst>
          </p:cNvPr>
          <p:cNvSpPr txBox="1"/>
          <p:nvPr/>
        </p:nvSpPr>
        <p:spPr>
          <a:xfrm>
            <a:off x="988346" y="5225420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1,0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8D38E93-BB19-AAFC-94CB-46CAB85B0B25}"/>
              </a:ext>
            </a:extLst>
          </p:cNvPr>
          <p:cNvSpPr txBox="1"/>
          <p:nvPr/>
        </p:nvSpPr>
        <p:spPr>
          <a:xfrm>
            <a:off x="981934" y="648866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749C953-AA30-2CF7-86D6-0DC6785D3AB1}"/>
              </a:ext>
            </a:extLst>
          </p:cNvPr>
          <p:cNvSpPr txBox="1"/>
          <p:nvPr/>
        </p:nvSpPr>
        <p:spPr>
          <a:xfrm>
            <a:off x="5746155" y="6488668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3974179-050B-9E7D-2DC4-11D34CA88AC9}"/>
              </a:ext>
            </a:extLst>
          </p:cNvPr>
          <p:cNvSpPr txBox="1"/>
          <p:nvPr/>
        </p:nvSpPr>
        <p:spPr>
          <a:xfrm>
            <a:off x="9675146" y="648866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A1EEDB6-3C05-1F48-A7A2-1F9518FF6A46}"/>
              </a:ext>
            </a:extLst>
          </p:cNvPr>
          <p:cNvSpPr txBox="1"/>
          <p:nvPr/>
        </p:nvSpPr>
        <p:spPr>
          <a:xfrm>
            <a:off x="2559346" y="447700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4FAB7F64-ADE6-A9EF-4AFE-A2A558E03F7E}"/>
              </a:ext>
            </a:extLst>
          </p:cNvPr>
          <p:cNvCxnSpPr/>
          <p:nvPr/>
        </p:nvCxnSpPr>
        <p:spPr>
          <a:xfrm>
            <a:off x="4030980" y="2698376"/>
            <a:ext cx="390144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7BB6D27-7A04-E697-F1A5-57080CECA18B}"/>
              </a:ext>
            </a:extLst>
          </p:cNvPr>
          <p:cNvCxnSpPr>
            <a:cxnSpLocks/>
          </p:cNvCxnSpPr>
          <p:nvPr/>
        </p:nvCxnSpPr>
        <p:spPr>
          <a:xfrm flipV="1">
            <a:off x="3826584" y="2941320"/>
            <a:ext cx="0" cy="345186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B09BF377-D2A4-6481-7539-CD7D5D0E2F9A}"/>
              </a:ext>
            </a:extLst>
          </p:cNvPr>
          <p:cNvSpPr txBox="1"/>
          <p:nvPr/>
        </p:nvSpPr>
        <p:spPr>
          <a:xfrm>
            <a:off x="3318092" y="4467746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0F4AE85-8D24-BDAE-EC79-0F8EA42A1191}"/>
              </a:ext>
            </a:extLst>
          </p:cNvPr>
          <p:cNvSpPr txBox="1"/>
          <p:nvPr/>
        </p:nvSpPr>
        <p:spPr>
          <a:xfrm>
            <a:off x="5901807" y="2339578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21A7C43A-41F4-B004-AF74-84B82BE6E3F1}"/>
              </a:ext>
            </a:extLst>
          </p:cNvPr>
          <p:cNvCxnSpPr>
            <a:cxnSpLocks/>
          </p:cNvCxnSpPr>
          <p:nvPr/>
        </p:nvCxnSpPr>
        <p:spPr>
          <a:xfrm flipV="1">
            <a:off x="9058178" y="2887524"/>
            <a:ext cx="0" cy="360830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967D3A3F-64D0-AC5D-60A3-F3AD4152355A}"/>
              </a:ext>
            </a:extLst>
          </p:cNvPr>
          <p:cNvSpPr txBox="1"/>
          <p:nvPr/>
        </p:nvSpPr>
        <p:spPr>
          <a:xfrm>
            <a:off x="8698804" y="4343449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D51F8614-D965-604B-B98C-3382BB0190D9}"/>
              </a:ext>
            </a:extLst>
          </p:cNvPr>
          <p:cNvCxnSpPr>
            <a:cxnSpLocks/>
          </p:cNvCxnSpPr>
          <p:nvPr/>
        </p:nvCxnSpPr>
        <p:spPr>
          <a:xfrm flipV="1">
            <a:off x="428065" y="2887524"/>
            <a:ext cx="0" cy="345186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8EC62C4C-B855-8695-F091-EE8259E185D2}"/>
              </a:ext>
            </a:extLst>
          </p:cNvPr>
          <p:cNvSpPr txBox="1"/>
          <p:nvPr/>
        </p:nvSpPr>
        <p:spPr>
          <a:xfrm>
            <a:off x="-24212" y="4375605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DBEA554-1146-6C47-F287-D395CD40DECE}"/>
              </a:ext>
            </a:extLst>
          </p:cNvPr>
          <p:cNvSpPr/>
          <p:nvPr/>
        </p:nvSpPr>
        <p:spPr>
          <a:xfrm>
            <a:off x="10391849" y="2876153"/>
            <a:ext cx="1150619" cy="361251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FE16EB2-EDF1-CFDB-59D3-4C2C2FCDC478}"/>
              </a:ext>
            </a:extLst>
          </p:cNvPr>
          <p:cNvCxnSpPr>
            <a:cxnSpLocks/>
          </p:cNvCxnSpPr>
          <p:nvPr/>
        </p:nvCxnSpPr>
        <p:spPr>
          <a:xfrm>
            <a:off x="10391849" y="4083805"/>
            <a:ext cx="115061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BC5F459-903D-FA3F-4B14-8061A9C77043}"/>
              </a:ext>
            </a:extLst>
          </p:cNvPr>
          <p:cNvCxnSpPr>
            <a:cxnSpLocks/>
          </p:cNvCxnSpPr>
          <p:nvPr/>
        </p:nvCxnSpPr>
        <p:spPr>
          <a:xfrm>
            <a:off x="10391849" y="5341342"/>
            <a:ext cx="115061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91E53FA-34BB-3660-3E5E-8E1437A7B737}"/>
              </a:ext>
            </a:extLst>
          </p:cNvPr>
          <p:cNvSpPr txBox="1"/>
          <p:nvPr/>
        </p:nvSpPr>
        <p:spPr>
          <a:xfrm>
            <a:off x="10816315" y="3296288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0,1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F3E972-697C-F69F-64E9-05FB48A4C7C4}"/>
              </a:ext>
            </a:extLst>
          </p:cNvPr>
          <p:cNvSpPr txBox="1"/>
          <p:nvPr/>
        </p:nvSpPr>
        <p:spPr>
          <a:xfrm>
            <a:off x="10816315" y="4537434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1,1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104554-0D8E-375C-2664-6920D2F4A521}"/>
              </a:ext>
            </a:extLst>
          </p:cNvPr>
          <p:cNvSpPr txBox="1"/>
          <p:nvPr/>
        </p:nvSpPr>
        <p:spPr>
          <a:xfrm>
            <a:off x="10816315" y="5693412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2,1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E222293-DE38-B469-AB29-94269F92378F}"/>
              </a:ext>
            </a:extLst>
          </p:cNvPr>
          <p:cNvSpPr/>
          <p:nvPr/>
        </p:nvSpPr>
        <p:spPr>
          <a:xfrm>
            <a:off x="1767087" y="2811780"/>
            <a:ext cx="1150611" cy="358140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2FB8399-3786-BF15-B5E3-51819BE007B1}"/>
              </a:ext>
            </a:extLst>
          </p:cNvPr>
          <p:cNvCxnSpPr>
            <a:cxnSpLocks/>
          </p:cNvCxnSpPr>
          <p:nvPr/>
        </p:nvCxnSpPr>
        <p:spPr>
          <a:xfrm>
            <a:off x="1767087" y="4549023"/>
            <a:ext cx="115061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9443694F-B803-AF66-E51F-B4FF89B2B262}"/>
              </a:ext>
            </a:extLst>
          </p:cNvPr>
          <p:cNvSpPr txBox="1"/>
          <p:nvPr/>
        </p:nvSpPr>
        <p:spPr>
          <a:xfrm>
            <a:off x="2122973" y="3488177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0,1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1056F77-1674-8A93-8FF3-C273D3544D12}"/>
              </a:ext>
            </a:extLst>
          </p:cNvPr>
          <p:cNvSpPr txBox="1"/>
          <p:nvPr/>
        </p:nvSpPr>
        <p:spPr>
          <a:xfrm>
            <a:off x="2122973" y="5225420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1,1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3BB9EF4-7557-8887-9B25-BAF6645CA194}"/>
              </a:ext>
            </a:extLst>
          </p:cNvPr>
          <p:cNvCxnSpPr>
            <a:cxnSpLocks/>
          </p:cNvCxnSpPr>
          <p:nvPr/>
        </p:nvCxnSpPr>
        <p:spPr>
          <a:xfrm>
            <a:off x="9058178" y="2695886"/>
            <a:ext cx="248429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C6B906A1-2E6A-44A8-EB83-06EC64DEDAFA}"/>
              </a:ext>
            </a:extLst>
          </p:cNvPr>
          <p:cNvSpPr txBox="1"/>
          <p:nvPr/>
        </p:nvSpPr>
        <p:spPr>
          <a:xfrm>
            <a:off x="10248853" y="2242258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18185B6-1527-7FBB-3FA5-981FE27318F7}"/>
              </a:ext>
            </a:extLst>
          </p:cNvPr>
          <p:cNvCxnSpPr>
            <a:cxnSpLocks/>
          </p:cNvCxnSpPr>
          <p:nvPr/>
        </p:nvCxnSpPr>
        <p:spPr>
          <a:xfrm>
            <a:off x="627531" y="2521942"/>
            <a:ext cx="248429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34F7BFA7-C8FD-AB26-E857-8E416658E46A}"/>
              </a:ext>
            </a:extLst>
          </p:cNvPr>
          <p:cNvSpPr txBox="1"/>
          <p:nvPr/>
        </p:nvSpPr>
        <p:spPr>
          <a:xfrm>
            <a:off x="1818206" y="2068314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A35E1F52-70C9-0EEB-AF90-F96B545D402D}"/>
              </a:ext>
            </a:extLst>
          </p:cNvPr>
          <p:cNvCxnSpPr/>
          <p:nvPr/>
        </p:nvCxnSpPr>
        <p:spPr>
          <a:xfrm>
            <a:off x="981934" y="3943232"/>
            <a:ext cx="5842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0A4F198C-666E-1E87-73A1-A38B87BF249A}"/>
              </a:ext>
            </a:extLst>
          </p:cNvPr>
          <p:cNvCxnSpPr/>
          <p:nvPr/>
        </p:nvCxnSpPr>
        <p:spPr>
          <a:xfrm>
            <a:off x="4319629" y="4083805"/>
            <a:ext cx="5842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586566D7-837F-1423-6B07-A0B8853319A0}"/>
              </a:ext>
            </a:extLst>
          </p:cNvPr>
          <p:cNvCxnSpPr/>
          <p:nvPr/>
        </p:nvCxnSpPr>
        <p:spPr>
          <a:xfrm>
            <a:off x="5577841" y="4083805"/>
            <a:ext cx="5842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FF8BD4C0-FB83-499D-70EB-C3005D531871}"/>
              </a:ext>
            </a:extLst>
          </p:cNvPr>
          <p:cNvCxnSpPr/>
          <p:nvPr/>
        </p:nvCxnSpPr>
        <p:spPr>
          <a:xfrm>
            <a:off x="6928209" y="4083805"/>
            <a:ext cx="5842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3359164F-A04C-8C93-5A91-2FCC62DA80F0}"/>
              </a:ext>
            </a:extLst>
          </p:cNvPr>
          <p:cNvCxnSpPr/>
          <p:nvPr/>
        </p:nvCxnSpPr>
        <p:spPr>
          <a:xfrm>
            <a:off x="9664653" y="3735287"/>
            <a:ext cx="5842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C33A16D0-0C15-8D7C-741E-1D92881F42BA}"/>
              </a:ext>
            </a:extLst>
          </p:cNvPr>
          <p:cNvCxnSpPr/>
          <p:nvPr/>
        </p:nvCxnSpPr>
        <p:spPr>
          <a:xfrm>
            <a:off x="9664653" y="5013754"/>
            <a:ext cx="5842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81D17D96-5B03-C9F3-3416-A5B136256EAC}"/>
              </a:ext>
            </a:extLst>
          </p:cNvPr>
          <p:cNvCxnSpPr/>
          <p:nvPr/>
        </p:nvCxnSpPr>
        <p:spPr>
          <a:xfrm>
            <a:off x="9664653" y="6139821"/>
            <a:ext cx="5842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24831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0C14D-8879-B8E3-D9BE-05F92B6D0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Multiplication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97EF496-816E-7A9E-4BB0-D787814A00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1121668" cy="4351338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/>
                        </a:rPr>
                        <m:t>𝑪</m:t>
                      </m:r>
                      <m:r>
                        <a:rPr lang="en-US" altLang="zh-CN" b="1" i="1" smtClean="0">
                          <a:latin typeface="Cambria Math"/>
                        </a:rPr>
                        <m:t>=(</m:t>
                      </m:r>
                      <m:r>
                        <a:rPr lang="en-US" altLang="zh-CN" b="1" i="1" smtClean="0">
                          <a:latin typeface="Cambria Math"/>
                        </a:rPr>
                        <m:t>𝑨</m:t>
                      </m:r>
                      <m:r>
                        <a:rPr lang="en-US" altLang="zh-CN" b="1" i="1">
                          <a:latin typeface="Cambria Math"/>
                          <a:ea typeface="Cambria Math"/>
                        </a:rPr>
                        <m:t>×</m:t>
                      </m:r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/>
                              <a:ea typeface="Cambria Math"/>
                            </a:rPr>
                            <m:t>𝑩</m:t>
                          </m:r>
                          <m:r>
                            <a:rPr lang="en-US" altLang="zh-CN" b="1" i="1">
                              <a:latin typeface="Cambria Math"/>
                              <a:ea typeface="Cambria Math"/>
                            </a:rPr>
                            <m:t>)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Cambria Math"/>
                            </a:rPr>
                            <m:t>𝑵</m:t>
                          </m:r>
                          <m:r>
                            <a:rPr lang="en-US" altLang="zh-CN" b="1" i="1">
                              <a:latin typeface="Cambria Math"/>
                              <a:ea typeface="Cambria Math"/>
                            </a:rPr>
                            <m:t>×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Cambria Math"/>
                            </a:rPr>
                            <m:t>𝑵</m:t>
                          </m:r>
                        </m:sub>
                      </m:sSub>
                      <m:r>
                        <a:rPr lang="en-US" altLang="zh-CN" b="1" i="1">
                          <a:latin typeface="Cambria Math" panose="02040503050406030204" pitchFamily="18" charset="0"/>
                          <a:ea typeface="Cambria Math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Cache Size -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1" dirty="0"/>
                  <a:t>Definition:</a:t>
                </a:r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r>
                  <a:rPr lang="en-US" dirty="0"/>
                  <a:t>Data Reuse Factor (for an algorithm):  Number of Computations/Number of 						data transfers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Can be used to determine the effectiveness of an algorithm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97EF496-816E-7A9E-4BB0-D787814A00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1121668" cy="4351338"/>
              </a:xfrm>
              <a:blipFill>
                <a:blip r:embed="rId2"/>
                <a:stretch>
                  <a:fillRect l="-987" b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37352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28050-FDC1-3CC2-91E8-F6C7C99BF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Multiplication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C9F781-150C-336F-CA5D-D9B18A88C03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Data Reuse Factor, with infinite cache</a:t>
                </a:r>
              </a:p>
              <a:p>
                <a:endParaRPr lang="en-US" dirty="0"/>
              </a:p>
              <a:p>
                <a:r>
                  <a:rPr lang="en-US" dirty="0"/>
                  <a:t>Fetch matrix A -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data transfers</a:t>
                </a:r>
              </a:p>
              <a:p>
                <a:r>
                  <a:rPr lang="en-US" dirty="0"/>
                  <a:t>Fetch matrix B -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data transfers</a:t>
                </a:r>
              </a:p>
              <a:p>
                <a:r>
                  <a:rPr lang="en-US" dirty="0"/>
                  <a:t>Fetch matrix C -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data transfers</a:t>
                </a:r>
              </a:p>
              <a:p>
                <a:r>
                  <a:rPr lang="en-US" dirty="0"/>
                  <a:t>Compute C 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dirty="0"/>
                  <a:t> computation operations</a:t>
                </a:r>
              </a:p>
              <a:p>
                <a:r>
                  <a:rPr lang="en-US" dirty="0"/>
                  <a:t>Save C back to memory -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data transfers</a:t>
                </a:r>
              </a:p>
              <a:p>
                <a:endParaRPr lang="en-US" dirty="0"/>
              </a:p>
              <a:p>
                <a:r>
                  <a:rPr lang="en-US" dirty="0"/>
                  <a:t>Data Reuse Factor: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??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C9F781-150C-336F-CA5D-D9B18A88C0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8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69201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28050-FDC1-3CC2-91E8-F6C7C99BF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Multiplication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C9F781-150C-336F-CA5D-D9B18A88C03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Data Reuse Factor, with infinite cache</a:t>
                </a:r>
              </a:p>
              <a:p>
                <a:endParaRPr lang="en-US" dirty="0"/>
              </a:p>
              <a:p>
                <a:r>
                  <a:rPr lang="en-US" dirty="0"/>
                  <a:t>Fetch matrix A -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data transfers</a:t>
                </a:r>
              </a:p>
              <a:p>
                <a:r>
                  <a:rPr lang="en-US" dirty="0"/>
                  <a:t>Fetch matrix B -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data transfers</a:t>
                </a:r>
              </a:p>
              <a:p>
                <a:r>
                  <a:rPr lang="en-US" dirty="0"/>
                  <a:t>Fetch matrix C -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data transfers</a:t>
                </a:r>
              </a:p>
              <a:p>
                <a:r>
                  <a:rPr lang="en-US" dirty="0"/>
                  <a:t>Compute C 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dirty="0"/>
                  <a:t> computation operations</a:t>
                </a:r>
              </a:p>
              <a:p>
                <a:r>
                  <a:rPr lang="en-US" dirty="0"/>
                  <a:t>Save C back to memory -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data transfers</a:t>
                </a:r>
              </a:p>
              <a:p>
                <a:endParaRPr lang="en-US" dirty="0"/>
              </a:p>
              <a:p>
                <a:r>
                  <a:rPr lang="en-US" dirty="0"/>
                  <a:t>Data Reuse Factor: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C9F781-150C-336F-CA5D-D9B18A88C0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8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44752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CA692-7C46-EF05-07FA-0F1ABB6C1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Naïve Matrix Multiplication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E36448D6-61AB-BE3D-9948-3C061DA60E5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554237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/>
                        </a:rPr>
                        <m:t>𝑪</m:t>
                      </m:r>
                      <m:r>
                        <a:rPr lang="en-US" altLang="zh-CN" b="1" i="1" smtClean="0">
                          <a:latin typeface="Cambria Math"/>
                        </a:rPr>
                        <m:t>=(</m:t>
                      </m:r>
                      <m:r>
                        <a:rPr lang="en-US" altLang="zh-CN" b="1" i="1" smtClean="0">
                          <a:latin typeface="Cambria Math"/>
                        </a:rPr>
                        <m:t>𝑨</m:t>
                      </m:r>
                      <m:r>
                        <a:rPr lang="en-US" altLang="zh-CN" b="1" i="1">
                          <a:latin typeface="Cambria Math"/>
                          <a:ea typeface="Cambria Math"/>
                        </a:rPr>
                        <m:t>×</m:t>
                      </m:r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/>
                              <a:ea typeface="Cambria Math"/>
                            </a:rPr>
                            <m:t>𝑩</m:t>
                          </m:r>
                          <m:r>
                            <a:rPr lang="en-US" altLang="zh-CN" b="1" i="1">
                              <a:latin typeface="Cambria Math"/>
                              <a:ea typeface="Cambria Math"/>
                            </a:rPr>
                            <m:t>)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Cambria Math"/>
                            </a:rPr>
                            <m:t>𝑵</m:t>
                          </m:r>
                          <m:r>
                            <a:rPr lang="en-US" altLang="zh-CN" b="1" i="1">
                              <a:latin typeface="Cambria Math"/>
                              <a:ea typeface="Cambria Math"/>
                            </a:rPr>
                            <m:t>×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Cambria Math"/>
                            </a:rPr>
                            <m:t>𝑵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E36448D6-61AB-BE3D-9948-3C061DA60E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554237"/>
              </a:xfrm>
              <a:blipFill>
                <a:blip r:embed="rId2"/>
                <a:stretch>
                  <a:fillRect b="-54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6">
            <a:extLst>
              <a:ext uri="{FF2B5EF4-FFF2-40B4-BE49-F238E27FC236}">
                <a16:creationId xmlns:a16="http://schemas.microsoft.com/office/drawing/2014/main" id="{6EED298E-7904-DC37-A7E0-858AD11D06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3675" y="4768714"/>
            <a:ext cx="1502107" cy="1563500"/>
          </a:xfrm>
          <a:prstGeom prst="rect">
            <a:avLst/>
          </a:prstGeom>
          <a:noFill/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6D23A7B7-2418-4027-30B1-1B09CBD7F8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1272" y="2514799"/>
            <a:ext cx="1504178" cy="1563500"/>
          </a:xfrm>
          <a:prstGeom prst="rect">
            <a:avLst/>
          </a:prstGeom>
          <a:noFill/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60746950-6E1B-E92E-B909-E4D61710CD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1272" y="4718912"/>
            <a:ext cx="1504178" cy="1563500"/>
          </a:xfrm>
          <a:prstGeom prst="rect">
            <a:avLst/>
          </a:prstGeom>
          <a:noFill/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B31B63-5319-165A-717E-D28D84AD264E}"/>
              </a:ext>
            </a:extLst>
          </p:cNvPr>
          <p:cNvSpPr txBox="1"/>
          <p:nvPr/>
        </p:nvSpPr>
        <p:spPr>
          <a:xfrm>
            <a:off x="5498436" y="3111883"/>
            <a:ext cx="1289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CA30A3-3FBE-6316-AB6F-EBF370AA2A69}"/>
              </a:ext>
            </a:extLst>
          </p:cNvPr>
          <p:cNvSpPr txBox="1"/>
          <p:nvPr/>
        </p:nvSpPr>
        <p:spPr>
          <a:xfrm>
            <a:off x="2919803" y="5365798"/>
            <a:ext cx="1289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857F01-2E41-D1DB-870F-FC009C1D475A}"/>
              </a:ext>
            </a:extLst>
          </p:cNvPr>
          <p:cNvSpPr txBox="1"/>
          <p:nvPr/>
        </p:nvSpPr>
        <p:spPr>
          <a:xfrm>
            <a:off x="5451075" y="5315996"/>
            <a:ext cx="1289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5FF797-7760-FEBB-F67F-1F0B9D27EFAD}"/>
              </a:ext>
            </a:extLst>
          </p:cNvPr>
          <p:cNvSpPr txBox="1"/>
          <p:nvPr/>
        </p:nvSpPr>
        <p:spPr>
          <a:xfrm>
            <a:off x="1737134" y="5365798"/>
            <a:ext cx="1289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D32A93-06DD-FD4C-7CA6-D1906CEA7D79}"/>
              </a:ext>
            </a:extLst>
          </p:cNvPr>
          <p:cNvSpPr txBox="1"/>
          <p:nvPr/>
        </p:nvSpPr>
        <p:spPr>
          <a:xfrm>
            <a:off x="2917657" y="6415080"/>
            <a:ext cx="1289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44AC0F-D538-FC26-50DF-A739B70010BD}"/>
              </a:ext>
            </a:extLst>
          </p:cNvPr>
          <p:cNvSpPr txBox="1"/>
          <p:nvPr/>
        </p:nvSpPr>
        <p:spPr>
          <a:xfrm>
            <a:off x="6600489" y="5315996"/>
            <a:ext cx="1289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EF23D1C-789A-978D-D736-7313BFAEAC88}"/>
              </a:ext>
            </a:extLst>
          </p:cNvPr>
          <p:cNvSpPr txBox="1"/>
          <p:nvPr/>
        </p:nvSpPr>
        <p:spPr>
          <a:xfrm>
            <a:off x="5451075" y="6396288"/>
            <a:ext cx="1289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191D727-519E-4759-61A4-C80D6C499A06}"/>
              </a:ext>
            </a:extLst>
          </p:cNvPr>
          <p:cNvSpPr txBox="1"/>
          <p:nvPr/>
        </p:nvSpPr>
        <p:spPr>
          <a:xfrm>
            <a:off x="5451074" y="2150008"/>
            <a:ext cx="1289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082E0E4-9559-CB32-4714-E436B2002E2F}"/>
              </a:ext>
            </a:extLst>
          </p:cNvPr>
          <p:cNvSpPr txBox="1"/>
          <p:nvPr/>
        </p:nvSpPr>
        <p:spPr>
          <a:xfrm>
            <a:off x="6408873" y="3077928"/>
            <a:ext cx="1289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5D7B9EC-2898-1642-D68D-C24FDB91B847}"/>
              </a:ext>
            </a:extLst>
          </p:cNvPr>
          <p:cNvSpPr txBox="1"/>
          <p:nvPr/>
        </p:nvSpPr>
        <p:spPr>
          <a:xfrm>
            <a:off x="333060" y="2022580"/>
            <a:ext cx="345776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Basic three loop Algorithm:</a:t>
            </a:r>
          </a:p>
          <a:p>
            <a:endParaRPr lang="en-US" dirty="0"/>
          </a:p>
          <a:p>
            <a:r>
              <a:rPr lang="en-US" dirty="0"/>
              <a:t>For each </a:t>
            </a:r>
            <a:r>
              <a:rPr lang="en-US" dirty="0" err="1"/>
              <a:t>i,j</a:t>
            </a:r>
            <a:r>
              <a:rPr lang="en-US" dirty="0"/>
              <a:t> of 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Fetch row </a:t>
            </a:r>
            <a:r>
              <a:rPr lang="en-US" dirty="0" err="1"/>
              <a:t>i</a:t>
            </a:r>
            <a:r>
              <a:rPr lang="en-US" dirty="0"/>
              <a:t> of 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Fetch column j of B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Perform dot product to produce C[</a:t>
            </a:r>
            <a:r>
              <a:rPr lang="en-US" dirty="0" err="1"/>
              <a:t>i</a:t>
            </a:r>
            <a:r>
              <a:rPr lang="en-US" dirty="0"/>
              <a:t>][j]</a:t>
            </a:r>
          </a:p>
          <a:p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305A40D-BC3E-5D89-3783-645026DD1457}"/>
              </a:ext>
            </a:extLst>
          </p:cNvPr>
          <p:cNvSpPr/>
          <p:nvPr/>
        </p:nvSpPr>
        <p:spPr>
          <a:xfrm>
            <a:off x="2813675" y="5092784"/>
            <a:ext cx="1502107" cy="1211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886917E-393C-F4A1-5A8D-0F5123AC75BF}"/>
              </a:ext>
            </a:extLst>
          </p:cNvPr>
          <p:cNvSpPr/>
          <p:nvPr/>
        </p:nvSpPr>
        <p:spPr>
          <a:xfrm rot="5400000">
            <a:off x="5013021" y="3232293"/>
            <a:ext cx="1556101" cy="1211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DB37131-9F32-62DA-400F-0B5AD2C10C06}"/>
              </a:ext>
            </a:extLst>
          </p:cNvPr>
          <p:cNvSpPr/>
          <p:nvPr/>
        </p:nvSpPr>
        <p:spPr>
          <a:xfrm rot="5400000">
            <a:off x="5735690" y="5097958"/>
            <a:ext cx="110764" cy="1211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EB2C214-DEBC-159D-34F2-1558609527B4}"/>
                  </a:ext>
                </a:extLst>
              </p:cNvPr>
              <p:cNvSpPr txBox="1"/>
              <p:nvPr/>
            </p:nvSpPr>
            <p:spPr>
              <a:xfrm>
                <a:off x="7890338" y="2216360"/>
                <a:ext cx="388180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Assume Cache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=3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EB2C214-DEBC-159D-34F2-1558609527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0338" y="2216360"/>
                <a:ext cx="3881805" cy="369332"/>
              </a:xfrm>
              <a:prstGeom prst="rect">
                <a:avLst/>
              </a:prstGeom>
              <a:blipFill>
                <a:blip r:embed="rId3"/>
                <a:stretch>
                  <a:fillRect l="-1256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70379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CA692-7C46-EF05-07FA-0F1ABB6C1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Naïve Matrix Multiplication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E36448D6-61AB-BE3D-9948-3C061DA60E5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554237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/>
                        </a:rPr>
                        <m:t>𝑪</m:t>
                      </m:r>
                      <m:r>
                        <a:rPr lang="en-US" altLang="zh-CN" b="1" i="1" smtClean="0">
                          <a:latin typeface="Cambria Math"/>
                        </a:rPr>
                        <m:t>=(</m:t>
                      </m:r>
                      <m:r>
                        <a:rPr lang="en-US" altLang="zh-CN" b="1" i="1" smtClean="0">
                          <a:latin typeface="Cambria Math"/>
                        </a:rPr>
                        <m:t>𝑨</m:t>
                      </m:r>
                      <m:r>
                        <a:rPr lang="en-US" altLang="zh-CN" b="1" i="1">
                          <a:latin typeface="Cambria Math"/>
                          <a:ea typeface="Cambria Math"/>
                        </a:rPr>
                        <m:t>×</m:t>
                      </m:r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/>
                              <a:ea typeface="Cambria Math"/>
                            </a:rPr>
                            <m:t>𝑩</m:t>
                          </m:r>
                          <m:r>
                            <a:rPr lang="en-US" altLang="zh-CN" b="1" i="1">
                              <a:latin typeface="Cambria Math"/>
                              <a:ea typeface="Cambria Math"/>
                            </a:rPr>
                            <m:t>)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Cambria Math"/>
                            </a:rPr>
                            <m:t>𝑵</m:t>
                          </m:r>
                          <m:r>
                            <a:rPr lang="en-US" altLang="zh-CN" b="1" i="1">
                              <a:latin typeface="Cambria Math"/>
                              <a:ea typeface="Cambria Math"/>
                            </a:rPr>
                            <m:t>×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Cambria Math"/>
                            </a:rPr>
                            <m:t>𝑵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E36448D6-61AB-BE3D-9948-3C061DA60E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554237"/>
              </a:xfrm>
              <a:blipFill>
                <a:blip r:embed="rId2"/>
                <a:stretch>
                  <a:fillRect b="-54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6">
            <a:extLst>
              <a:ext uri="{FF2B5EF4-FFF2-40B4-BE49-F238E27FC236}">
                <a16:creationId xmlns:a16="http://schemas.microsoft.com/office/drawing/2014/main" id="{6EED298E-7904-DC37-A7E0-858AD11D06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3675" y="4768714"/>
            <a:ext cx="1502107" cy="1563500"/>
          </a:xfrm>
          <a:prstGeom prst="rect">
            <a:avLst/>
          </a:prstGeom>
          <a:noFill/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6D23A7B7-2418-4027-30B1-1B09CBD7F8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1272" y="2514799"/>
            <a:ext cx="1504178" cy="1563500"/>
          </a:xfrm>
          <a:prstGeom prst="rect">
            <a:avLst/>
          </a:prstGeom>
          <a:noFill/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60746950-6E1B-E92E-B909-E4D61710CD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1272" y="4718912"/>
            <a:ext cx="1504178" cy="1563500"/>
          </a:xfrm>
          <a:prstGeom prst="rect">
            <a:avLst/>
          </a:prstGeom>
          <a:noFill/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B31B63-5319-165A-717E-D28D84AD264E}"/>
              </a:ext>
            </a:extLst>
          </p:cNvPr>
          <p:cNvSpPr txBox="1"/>
          <p:nvPr/>
        </p:nvSpPr>
        <p:spPr>
          <a:xfrm>
            <a:off x="5498436" y="3111883"/>
            <a:ext cx="1289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CA30A3-3FBE-6316-AB6F-EBF370AA2A69}"/>
              </a:ext>
            </a:extLst>
          </p:cNvPr>
          <p:cNvSpPr txBox="1"/>
          <p:nvPr/>
        </p:nvSpPr>
        <p:spPr>
          <a:xfrm>
            <a:off x="2919803" y="5365798"/>
            <a:ext cx="1289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857F01-2E41-D1DB-870F-FC009C1D475A}"/>
              </a:ext>
            </a:extLst>
          </p:cNvPr>
          <p:cNvSpPr txBox="1"/>
          <p:nvPr/>
        </p:nvSpPr>
        <p:spPr>
          <a:xfrm>
            <a:off x="5451075" y="5315996"/>
            <a:ext cx="1289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5FF797-7760-FEBB-F67F-1F0B9D27EFAD}"/>
              </a:ext>
            </a:extLst>
          </p:cNvPr>
          <p:cNvSpPr txBox="1"/>
          <p:nvPr/>
        </p:nvSpPr>
        <p:spPr>
          <a:xfrm>
            <a:off x="1737134" y="5365798"/>
            <a:ext cx="1289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D32A93-06DD-FD4C-7CA6-D1906CEA7D79}"/>
              </a:ext>
            </a:extLst>
          </p:cNvPr>
          <p:cNvSpPr txBox="1"/>
          <p:nvPr/>
        </p:nvSpPr>
        <p:spPr>
          <a:xfrm>
            <a:off x="2917657" y="6415080"/>
            <a:ext cx="1289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44AC0F-D538-FC26-50DF-A739B70010BD}"/>
              </a:ext>
            </a:extLst>
          </p:cNvPr>
          <p:cNvSpPr txBox="1"/>
          <p:nvPr/>
        </p:nvSpPr>
        <p:spPr>
          <a:xfrm>
            <a:off x="6600489" y="5315996"/>
            <a:ext cx="1289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EF23D1C-789A-978D-D736-7313BFAEAC88}"/>
              </a:ext>
            </a:extLst>
          </p:cNvPr>
          <p:cNvSpPr txBox="1"/>
          <p:nvPr/>
        </p:nvSpPr>
        <p:spPr>
          <a:xfrm>
            <a:off x="5451075" y="6396288"/>
            <a:ext cx="1289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191D727-519E-4759-61A4-C80D6C499A06}"/>
              </a:ext>
            </a:extLst>
          </p:cNvPr>
          <p:cNvSpPr txBox="1"/>
          <p:nvPr/>
        </p:nvSpPr>
        <p:spPr>
          <a:xfrm>
            <a:off x="5451074" y="2150008"/>
            <a:ext cx="1289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082E0E4-9559-CB32-4714-E436B2002E2F}"/>
              </a:ext>
            </a:extLst>
          </p:cNvPr>
          <p:cNvSpPr txBox="1"/>
          <p:nvPr/>
        </p:nvSpPr>
        <p:spPr>
          <a:xfrm>
            <a:off x="6408873" y="3077928"/>
            <a:ext cx="1289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5D7B9EC-2898-1642-D68D-C24FDB91B847}"/>
              </a:ext>
            </a:extLst>
          </p:cNvPr>
          <p:cNvSpPr txBox="1"/>
          <p:nvPr/>
        </p:nvSpPr>
        <p:spPr>
          <a:xfrm>
            <a:off x="333060" y="2022580"/>
            <a:ext cx="345776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Basic three loop Algorithm:</a:t>
            </a:r>
          </a:p>
          <a:p>
            <a:endParaRPr lang="en-US" dirty="0"/>
          </a:p>
          <a:p>
            <a:r>
              <a:rPr lang="en-US" dirty="0"/>
              <a:t>For each </a:t>
            </a:r>
            <a:r>
              <a:rPr lang="en-US" dirty="0" err="1"/>
              <a:t>i,j</a:t>
            </a:r>
            <a:r>
              <a:rPr lang="en-US" dirty="0"/>
              <a:t> of 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Fetch row </a:t>
            </a:r>
            <a:r>
              <a:rPr lang="en-US" dirty="0" err="1"/>
              <a:t>i</a:t>
            </a:r>
            <a:r>
              <a:rPr lang="en-US" dirty="0"/>
              <a:t> of 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Fetch column j of B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Perform dot product to produce C[</a:t>
            </a:r>
            <a:r>
              <a:rPr lang="en-US" dirty="0" err="1"/>
              <a:t>i</a:t>
            </a:r>
            <a:r>
              <a:rPr lang="en-US" dirty="0"/>
              <a:t>][j]</a:t>
            </a:r>
          </a:p>
          <a:p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305A40D-BC3E-5D89-3783-645026DD1457}"/>
              </a:ext>
            </a:extLst>
          </p:cNvPr>
          <p:cNvSpPr/>
          <p:nvPr/>
        </p:nvSpPr>
        <p:spPr>
          <a:xfrm>
            <a:off x="2813675" y="5092784"/>
            <a:ext cx="1502107" cy="1211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886917E-393C-F4A1-5A8D-0F5123AC75BF}"/>
              </a:ext>
            </a:extLst>
          </p:cNvPr>
          <p:cNvSpPr/>
          <p:nvPr/>
        </p:nvSpPr>
        <p:spPr>
          <a:xfrm rot="5400000">
            <a:off x="5013021" y="3232293"/>
            <a:ext cx="1556101" cy="1211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DB37131-9F32-62DA-400F-0B5AD2C10C06}"/>
              </a:ext>
            </a:extLst>
          </p:cNvPr>
          <p:cNvSpPr/>
          <p:nvPr/>
        </p:nvSpPr>
        <p:spPr>
          <a:xfrm rot="5400000">
            <a:off x="5735690" y="5097958"/>
            <a:ext cx="110764" cy="1211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EB2C214-DEBC-159D-34F2-1558609527B4}"/>
                  </a:ext>
                </a:extLst>
              </p:cNvPr>
              <p:cNvSpPr txBox="1"/>
              <p:nvPr/>
            </p:nvSpPr>
            <p:spPr>
              <a:xfrm>
                <a:off x="7890338" y="2216360"/>
                <a:ext cx="388180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Assume Cache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=3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r>
                  <a:rPr lang="en-US" dirty="0"/>
                  <a:t>Data reuse factor = </a:t>
                </a:r>
                <a:r>
                  <a:rPr lang="en-US" dirty="0">
                    <a:solidFill>
                      <a:srgbClr val="C00000"/>
                    </a:solidFill>
                  </a:rPr>
                  <a:t>??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EB2C214-DEBC-159D-34F2-1558609527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0338" y="2216360"/>
                <a:ext cx="3881805" cy="646331"/>
              </a:xfrm>
              <a:prstGeom prst="rect">
                <a:avLst/>
              </a:prstGeom>
              <a:blipFill>
                <a:blip r:embed="rId3"/>
                <a:stretch>
                  <a:fillRect l="-1256" t="-5660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88262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CA692-7C46-EF05-07FA-0F1ABB6C1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Naïve Matrix Multiplication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E36448D6-61AB-BE3D-9948-3C061DA60E5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554237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/>
                        </a:rPr>
                        <m:t>𝑪</m:t>
                      </m:r>
                      <m:r>
                        <a:rPr lang="en-US" altLang="zh-CN" b="1" i="1" smtClean="0">
                          <a:latin typeface="Cambria Math"/>
                        </a:rPr>
                        <m:t>=(</m:t>
                      </m:r>
                      <m:r>
                        <a:rPr lang="en-US" altLang="zh-CN" b="1" i="1" smtClean="0">
                          <a:latin typeface="Cambria Math"/>
                        </a:rPr>
                        <m:t>𝑨</m:t>
                      </m:r>
                      <m:r>
                        <a:rPr lang="en-US" altLang="zh-CN" b="1" i="1">
                          <a:latin typeface="Cambria Math"/>
                          <a:ea typeface="Cambria Math"/>
                        </a:rPr>
                        <m:t>×</m:t>
                      </m:r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/>
                              <a:ea typeface="Cambria Math"/>
                            </a:rPr>
                            <m:t>𝑩</m:t>
                          </m:r>
                          <m:r>
                            <a:rPr lang="en-US" altLang="zh-CN" b="1" i="1">
                              <a:latin typeface="Cambria Math"/>
                              <a:ea typeface="Cambria Math"/>
                            </a:rPr>
                            <m:t>)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Cambria Math"/>
                            </a:rPr>
                            <m:t>𝑵</m:t>
                          </m:r>
                          <m:r>
                            <a:rPr lang="en-US" altLang="zh-CN" b="1" i="1">
                              <a:latin typeface="Cambria Math"/>
                              <a:ea typeface="Cambria Math"/>
                            </a:rPr>
                            <m:t>×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Cambria Math"/>
                            </a:rPr>
                            <m:t>𝑵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E36448D6-61AB-BE3D-9948-3C061DA60E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554237"/>
              </a:xfrm>
              <a:blipFill>
                <a:blip r:embed="rId2"/>
                <a:stretch>
                  <a:fillRect b="-54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6">
            <a:extLst>
              <a:ext uri="{FF2B5EF4-FFF2-40B4-BE49-F238E27FC236}">
                <a16:creationId xmlns:a16="http://schemas.microsoft.com/office/drawing/2014/main" id="{6EED298E-7904-DC37-A7E0-858AD11D06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3675" y="4768714"/>
            <a:ext cx="1502107" cy="1563500"/>
          </a:xfrm>
          <a:prstGeom prst="rect">
            <a:avLst/>
          </a:prstGeom>
          <a:noFill/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6D23A7B7-2418-4027-30B1-1B09CBD7F8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1272" y="2514799"/>
            <a:ext cx="1504178" cy="1563500"/>
          </a:xfrm>
          <a:prstGeom prst="rect">
            <a:avLst/>
          </a:prstGeom>
          <a:noFill/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60746950-6E1B-E92E-B909-E4D61710CD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1272" y="4718912"/>
            <a:ext cx="1504178" cy="1563500"/>
          </a:xfrm>
          <a:prstGeom prst="rect">
            <a:avLst/>
          </a:prstGeom>
          <a:noFill/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B31B63-5319-165A-717E-D28D84AD264E}"/>
              </a:ext>
            </a:extLst>
          </p:cNvPr>
          <p:cNvSpPr txBox="1"/>
          <p:nvPr/>
        </p:nvSpPr>
        <p:spPr>
          <a:xfrm>
            <a:off x="5498436" y="3111883"/>
            <a:ext cx="1289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CA30A3-3FBE-6316-AB6F-EBF370AA2A69}"/>
              </a:ext>
            </a:extLst>
          </p:cNvPr>
          <p:cNvSpPr txBox="1"/>
          <p:nvPr/>
        </p:nvSpPr>
        <p:spPr>
          <a:xfrm>
            <a:off x="2919803" y="5365798"/>
            <a:ext cx="1289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857F01-2E41-D1DB-870F-FC009C1D475A}"/>
              </a:ext>
            </a:extLst>
          </p:cNvPr>
          <p:cNvSpPr txBox="1"/>
          <p:nvPr/>
        </p:nvSpPr>
        <p:spPr>
          <a:xfrm>
            <a:off x="5451075" y="5315996"/>
            <a:ext cx="1289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5FF797-7760-FEBB-F67F-1F0B9D27EFAD}"/>
              </a:ext>
            </a:extLst>
          </p:cNvPr>
          <p:cNvSpPr txBox="1"/>
          <p:nvPr/>
        </p:nvSpPr>
        <p:spPr>
          <a:xfrm>
            <a:off x="1737134" y="5365798"/>
            <a:ext cx="1289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D32A93-06DD-FD4C-7CA6-D1906CEA7D79}"/>
              </a:ext>
            </a:extLst>
          </p:cNvPr>
          <p:cNvSpPr txBox="1"/>
          <p:nvPr/>
        </p:nvSpPr>
        <p:spPr>
          <a:xfrm>
            <a:off x="2917657" y="6415080"/>
            <a:ext cx="1289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44AC0F-D538-FC26-50DF-A739B70010BD}"/>
              </a:ext>
            </a:extLst>
          </p:cNvPr>
          <p:cNvSpPr txBox="1"/>
          <p:nvPr/>
        </p:nvSpPr>
        <p:spPr>
          <a:xfrm>
            <a:off x="6600489" y="5315996"/>
            <a:ext cx="1289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EF23D1C-789A-978D-D736-7313BFAEAC88}"/>
              </a:ext>
            </a:extLst>
          </p:cNvPr>
          <p:cNvSpPr txBox="1"/>
          <p:nvPr/>
        </p:nvSpPr>
        <p:spPr>
          <a:xfrm>
            <a:off x="5451075" y="6396288"/>
            <a:ext cx="1289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191D727-519E-4759-61A4-C80D6C499A06}"/>
              </a:ext>
            </a:extLst>
          </p:cNvPr>
          <p:cNvSpPr txBox="1"/>
          <p:nvPr/>
        </p:nvSpPr>
        <p:spPr>
          <a:xfrm>
            <a:off x="5451074" y="2150008"/>
            <a:ext cx="1289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082E0E4-9559-CB32-4714-E436B2002E2F}"/>
              </a:ext>
            </a:extLst>
          </p:cNvPr>
          <p:cNvSpPr txBox="1"/>
          <p:nvPr/>
        </p:nvSpPr>
        <p:spPr>
          <a:xfrm>
            <a:off x="6408873" y="3077928"/>
            <a:ext cx="1289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5D7B9EC-2898-1642-D68D-C24FDB91B847}"/>
              </a:ext>
            </a:extLst>
          </p:cNvPr>
          <p:cNvSpPr txBox="1"/>
          <p:nvPr/>
        </p:nvSpPr>
        <p:spPr>
          <a:xfrm>
            <a:off x="333060" y="2022580"/>
            <a:ext cx="345776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Basic three loop Algorithm:</a:t>
            </a:r>
          </a:p>
          <a:p>
            <a:endParaRPr lang="en-US" dirty="0"/>
          </a:p>
          <a:p>
            <a:r>
              <a:rPr lang="en-US" dirty="0"/>
              <a:t>For each </a:t>
            </a:r>
            <a:r>
              <a:rPr lang="en-US" dirty="0" err="1"/>
              <a:t>i,j</a:t>
            </a:r>
            <a:r>
              <a:rPr lang="en-US" dirty="0"/>
              <a:t> of 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Fetch row </a:t>
            </a:r>
            <a:r>
              <a:rPr lang="en-US" dirty="0" err="1"/>
              <a:t>i</a:t>
            </a:r>
            <a:r>
              <a:rPr lang="en-US" dirty="0"/>
              <a:t> of 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Fetch column j of B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Perform dot product to produce C[</a:t>
            </a:r>
            <a:r>
              <a:rPr lang="en-US" dirty="0" err="1"/>
              <a:t>i</a:t>
            </a:r>
            <a:r>
              <a:rPr lang="en-US" dirty="0"/>
              <a:t>][j]</a:t>
            </a:r>
          </a:p>
          <a:p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305A40D-BC3E-5D89-3783-645026DD1457}"/>
              </a:ext>
            </a:extLst>
          </p:cNvPr>
          <p:cNvSpPr/>
          <p:nvPr/>
        </p:nvSpPr>
        <p:spPr>
          <a:xfrm>
            <a:off x="2813675" y="5092784"/>
            <a:ext cx="1502107" cy="1211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886917E-393C-F4A1-5A8D-0F5123AC75BF}"/>
              </a:ext>
            </a:extLst>
          </p:cNvPr>
          <p:cNvSpPr/>
          <p:nvPr/>
        </p:nvSpPr>
        <p:spPr>
          <a:xfrm rot="5400000">
            <a:off x="5013021" y="3232293"/>
            <a:ext cx="1556101" cy="1211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DB37131-9F32-62DA-400F-0B5AD2C10C06}"/>
              </a:ext>
            </a:extLst>
          </p:cNvPr>
          <p:cNvSpPr/>
          <p:nvPr/>
        </p:nvSpPr>
        <p:spPr>
          <a:xfrm rot="5400000">
            <a:off x="5735690" y="5097958"/>
            <a:ext cx="110764" cy="1211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EB2C214-DEBC-159D-34F2-1558609527B4}"/>
                  </a:ext>
                </a:extLst>
              </p:cNvPr>
              <p:cNvSpPr txBox="1"/>
              <p:nvPr/>
            </p:nvSpPr>
            <p:spPr>
              <a:xfrm>
                <a:off x="7575592" y="2216360"/>
                <a:ext cx="4196551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Assume Cache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=3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r>
                  <a:rPr lang="en-US" dirty="0"/>
                  <a:t>Data reuse factor = </a:t>
                </a:r>
                <a:r>
                  <a:rPr lang="en-US" dirty="0">
                    <a:solidFill>
                      <a:srgbClr val="C00000"/>
                    </a:solidFill>
                  </a:rPr>
                  <a:t>??</a:t>
                </a:r>
              </a:p>
              <a:p>
                <a:endParaRPr lang="en-US" dirty="0"/>
              </a:p>
              <a:p>
                <a:r>
                  <a:rPr lang="en-US" dirty="0"/>
                  <a:t>Matrix A – Fetch 1 time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data transfers)</a:t>
                </a:r>
              </a:p>
              <a:p>
                <a:r>
                  <a:rPr lang="en-US" dirty="0"/>
                  <a:t>Matrix B – Fetch N times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dirty="0"/>
                  <a:t> data transfers)</a:t>
                </a:r>
              </a:p>
              <a:p>
                <a:r>
                  <a:rPr lang="en-US" dirty="0"/>
                  <a:t>Matrix C – Fetch 1 times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data transfers)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 </a:t>
                </a:r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EB2C214-DEBC-159D-34F2-1558609527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5592" y="2216360"/>
                <a:ext cx="4196551" cy="3416320"/>
              </a:xfrm>
              <a:prstGeom prst="rect">
                <a:avLst/>
              </a:prstGeom>
              <a:blipFill>
                <a:blip r:embed="rId3"/>
                <a:stretch>
                  <a:fillRect l="-1308" t="-1071" r="-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50605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CA692-7C46-EF05-07FA-0F1ABB6C1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Naïve Matrix Multiplication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E36448D6-61AB-BE3D-9948-3C061DA60E5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554237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/>
                        </a:rPr>
                        <m:t>𝑪</m:t>
                      </m:r>
                      <m:r>
                        <a:rPr lang="en-US" altLang="zh-CN" b="1" i="1" smtClean="0">
                          <a:latin typeface="Cambria Math"/>
                        </a:rPr>
                        <m:t>=(</m:t>
                      </m:r>
                      <m:r>
                        <a:rPr lang="en-US" altLang="zh-CN" b="1" i="1" smtClean="0">
                          <a:latin typeface="Cambria Math"/>
                        </a:rPr>
                        <m:t>𝑨</m:t>
                      </m:r>
                      <m:r>
                        <a:rPr lang="en-US" altLang="zh-CN" b="1" i="1">
                          <a:latin typeface="Cambria Math"/>
                          <a:ea typeface="Cambria Math"/>
                        </a:rPr>
                        <m:t>×</m:t>
                      </m:r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/>
                              <a:ea typeface="Cambria Math"/>
                            </a:rPr>
                            <m:t>𝑩</m:t>
                          </m:r>
                          <m:r>
                            <a:rPr lang="en-US" altLang="zh-CN" b="1" i="1">
                              <a:latin typeface="Cambria Math"/>
                              <a:ea typeface="Cambria Math"/>
                            </a:rPr>
                            <m:t>)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Cambria Math"/>
                            </a:rPr>
                            <m:t>𝑵</m:t>
                          </m:r>
                          <m:r>
                            <a:rPr lang="en-US" altLang="zh-CN" b="1" i="1">
                              <a:latin typeface="Cambria Math"/>
                              <a:ea typeface="Cambria Math"/>
                            </a:rPr>
                            <m:t>×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Cambria Math"/>
                            </a:rPr>
                            <m:t>𝑵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E36448D6-61AB-BE3D-9948-3C061DA60E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554237"/>
              </a:xfrm>
              <a:blipFill>
                <a:blip r:embed="rId2"/>
                <a:stretch>
                  <a:fillRect b="-54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6">
            <a:extLst>
              <a:ext uri="{FF2B5EF4-FFF2-40B4-BE49-F238E27FC236}">
                <a16:creationId xmlns:a16="http://schemas.microsoft.com/office/drawing/2014/main" id="{6EED298E-7904-DC37-A7E0-858AD11D06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3675" y="4768714"/>
            <a:ext cx="1502107" cy="1563500"/>
          </a:xfrm>
          <a:prstGeom prst="rect">
            <a:avLst/>
          </a:prstGeom>
          <a:noFill/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6D23A7B7-2418-4027-30B1-1B09CBD7F8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1272" y="2514799"/>
            <a:ext cx="1504178" cy="1563500"/>
          </a:xfrm>
          <a:prstGeom prst="rect">
            <a:avLst/>
          </a:prstGeom>
          <a:noFill/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60746950-6E1B-E92E-B909-E4D61710CD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1272" y="4718912"/>
            <a:ext cx="1504178" cy="1563500"/>
          </a:xfrm>
          <a:prstGeom prst="rect">
            <a:avLst/>
          </a:prstGeom>
          <a:noFill/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B31B63-5319-165A-717E-D28D84AD264E}"/>
              </a:ext>
            </a:extLst>
          </p:cNvPr>
          <p:cNvSpPr txBox="1"/>
          <p:nvPr/>
        </p:nvSpPr>
        <p:spPr>
          <a:xfrm>
            <a:off x="5498436" y="3111883"/>
            <a:ext cx="1289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CA30A3-3FBE-6316-AB6F-EBF370AA2A69}"/>
              </a:ext>
            </a:extLst>
          </p:cNvPr>
          <p:cNvSpPr txBox="1"/>
          <p:nvPr/>
        </p:nvSpPr>
        <p:spPr>
          <a:xfrm>
            <a:off x="2919803" y="5365798"/>
            <a:ext cx="1289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857F01-2E41-D1DB-870F-FC009C1D475A}"/>
              </a:ext>
            </a:extLst>
          </p:cNvPr>
          <p:cNvSpPr txBox="1"/>
          <p:nvPr/>
        </p:nvSpPr>
        <p:spPr>
          <a:xfrm>
            <a:off x="5451075" y="5315996"/>
            <a:ext cx="1289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5FF797-7760-FEBB-F67F-1F0B9D27EFAD}"/>
              </a:ext>
            </a:extLst>
          </p:cNvPr>
          <p:cNvSpPr txBox="1"/>
          <p:nvPr/>
        </p:nvSpPr>
        <p:spPr>
          <a:xfrm>
            <a:off x="1737134" y="5365798"/>
            <a:ext cx="1289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D32A93-06DD-FD4C-7CA6-D1906CEA7D79}"/>
              </a:ext>
            </a:extLst>
          </p:cNvPr>
          <p:cNvSpPr txBox="1"/>
          <p:nvPr/>
        </p:nvSpPr>
        <p:spPr>
          <a:xfrm>
            <a:off x="2917657" y="6415080"/>
            <a:ext cx="1289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44AC0F-D538-FC26-50DF-A739B70010BD}"/>
              </a:ext>
            </a:extLst>
          </p:cNvPr>
          <p:cNvSpPr txBox="1"/>
          <p:nvPr/>
        </p:nvSpPr>
        <p:spPr>
          <a:xfrm>
            <a:off x="6600489" y="5315996"/>
            <a:ext cx="1289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EF23D1C-789A-978D-D736-7313BFAEAC88}"/>
              </a:ext>
            </a:extLst>
          </p:cNvPr>
          <p:cNvSpPr txBox="1"/>
          <p:nvPr/>
        </p:nvSpPr>
        <p:spPr>
          <a:xfrm>
            <a:off x="5451075" y="6396288"/>
            <a:ext cx="1289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191D727-519E-4759-61A4-C80D6C499A06}"/>
              </a:ext>
            </a:extLst>
          </p:cNvPr>
          <p:cNvSpPr txBox="1"/>
          <p:nvPr/>
        </p:nvSpPr>
        <p:spPr>
          <a:xfrm>
            <a:off x="5451074" y="2150008"/>
            <a:ext cx="1289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082E0E4-9559-CB32-4714-E436B2002E2F}"/>
              </a:ext>
            </a:extLst>
          </p:cNvPr>
          <p:cNvSpPr txBox="1"/>
          <p:nvPr/>
        </p:nvSpPr>
        <p:spPr>
          <a:xfrm>
            <a:off x="6408873" y="3077928"/>
            <a:ext cx="1289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5D7B9EC-2898-1642-D68D-C24FDB91B847}"/>
              </a:ext>
            </a:extLst>
          </p:cNvPr>
          <p:cNvSpPr txBox="1"/>
          <p:nvPr/>
        </p:nvSpPr>
        <p:spPr>
          <a:xfrm>
            <a:off x="333060" y="2022580"/>
            <a:ext cx="345776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Basic three loop Algorithm:</a:t>
            </a:r>
          </a:p>
          <a:p>
            <a:endParaRPr lang="en-US" dirty="0"/>
          </a:p>
          <a:p>
            <a:r>
              <a:rPr lang="en-US" dirty="0"/>
              <a:t>For each </a:t>
            </a:r>
            <a:r>
              <a:rPr lang="en-US" dirty="0" err="1"/>
              <a:t>i,j</a:t>
            </a:r>
            <a:r>
              <a:rPr lang="en-US" dirty="0"/>
              <a:t> of 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Fetch row </a:t>
            </a:r>
            <a:r>
              <a:rPr lang="en-US" dirty="0" err="1"/>
              <a:t>i</a:t>
            </a:r>
            <a:r>
              <a:rPr lang="en-US" dirty="0"/>
              <a:t> of 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Fetch column j of B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Perform dot product to produce C[</a:t>
            </a:r>
            <a:r>
              <a:rPr lang="en-US" dirty="0" err="1"/>
              <a:t>i</a:t>
            </a:r>
            <a:r>
              <a:rPr lang="en-US" dirty="0"/>
              <a:t>][j]</a:t>
            </a:r>
          </a:p>
          <a:p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305A40D-BC3E-5D89-3783-645026DD1457}"/>
              </a:ext>
            </a:extLst>
          </p:cNvPr>
          <p:cNvSpPr/>
          <p:nvPr/>
        </p:nvSpPr>
        <p:spPr>
          <a:xfrm>
            <a:off x="2813675" y="5092784"/>
            <a:ext cx="1502107" cy="1211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886917E-393C-F4A1-5A8D-0F5123AC75BF}"/>
              </a:ext>
            </a:extLst>
          </p:cNvPr>
          <p:cNvSpPr/>
          <p:nvPr/>
        </p:nvSpPr>
        <p:spPr>
          <a:xfrm rot="5400000">
            <a:off x="5013021" y="3232293"/>
            <a:ext cx="1556101" cy="1211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DB37131-9F32-62DA-400F-0B5AD2C10C06}"/>
              </a:ext>
            </a:extLst>
          </p:cNvPr>
          <p:cNvSpPr/>
          <p:nvPr/>
        </p:nvSpPr>
        <p:spPr>
          <a:xfrm rot="5400000">
            <a:off x="5735690" y="5097958"/>
            <a:ext cx="110764" cy="1211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EB2C214-DEBC-159D-34F2-1558609527B4}"/>
                  </a:ext>
                </a:extLst>
              </p:cNvPr>
              <p:cNvSpPr txBox="1"/>
              <p:nvPr/>
            </p:nvSpPr>
            <p:spPr>
              <a:xfrm>
                <a:off x="7575592" y="2216360"/>
                <a:ext cx="4196551" cy="35711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Assume Cache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=3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r>
                  <a:rPr lang="en-US" dirty="0"/>
                  <a:t>Data reuse factor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~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  <a:p>
                <a:endParaRPr lang="en-US" dirty="0"/>
              </a:p>
              <a:p>
                <a:r>
                  <a:rPr lang="en-US" dirty="0"/>
                  <a:t>Matrix A – Fetch 1 time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data transfers)</a:t>
                </a:r>
              </a:p>
              <a:p>
                <a:r>
                  <a:rPr lang="en-US" dirty="0"/>
                  <a:t>Matrix B – Fetch N times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dirty="0"/>
                  <a:t> data transfers)</a:t>
                </a:r>
              </a:p>
              <a:p>
                <a:r>
                  <a:rPr lang="en-US" dirty="0"/>
                  <a:t>Matrix C – Fetch 1 times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data transfers)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 </a:t>
                </a:r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EB2C214-DEBC-159D-34F2-1558609527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5592" y="2216360"/>
                <a:ext cx="4196551" cy="3571106"/>
              </a:xfrm>
              <a:prstGeom prst="rect">
                <a:avLst/>
              </a:prstGeom>
              <a:blipFill>
                <a:blip r:embed="rId3"/>
                <a:stretch>
                  <a:fillRect l="-1308" t="-1026" r="-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3803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E19F3-5CD8-C7A8-3B24-C317B94E4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Matrix Multiplication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7A24A35-300C-E27A-9354-C9A37CC715A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2931602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Key Idea: Partition matrices A/B/C into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size blocks</a:t>
                </a:r>
              </a:p>
              <a:p>
                <a:r>
                  <a:rPr lang="en-US" dirty="0"/>
                  <a:t>Blocks denoted as A</a:t>
                </a:r>
                <a:r>
                  <a:rPr lang="en-US" baseline="30000" dirty="0"/>
                  <a:t>b</a:t>
                </a:r>
                <a:r>
                  <a:rPr lang="en-US" dirty="0"/>
                  <a:t>[1: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lang="en-US" dirty="0"/>
                  <a:t>][1: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lang="en-US" dirty="0"/>
                  <a:t>]/ B</a:t>
                </a:r>
                <a:r>
                  <a:rPr lang="en-US" baseline="30000" dirty="0"/>
                  <a:t>b</a:t>
                </a:r>
                <a:r>
                  <a:rPr lang="en-US" dirty="0"/>
                  <a:t>[1: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lang="en-US" dirty="0"/>
                  <a:t>][1: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lang="en-US" dirty="0"/>
                  <a:t>]/ </a:t>
                </a:r>
                <a:r>
                  <a:rPr lang="en-US" dirty="0" err="1"/>
                  <a:t>C</a:t>
                </a:r>
                <a:r>
                  <a:rPr lang="en-US" baseline="30000" dirty="0" err="1"/>
                  <a:t>b</a:t>
                </a:r>
                <a:r>
                  <a:rPr lang="en-US" dirty="0"/>
                  <a:t>[1: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lang="en-US" dirty="0"/>
                  <a:t>][1: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lang="en-US" dirty="0"/>
                  <a:t>]</a:t>
                </a:r>
              </a:p>
              <a:p>
                <a:endParaRPr lang="en-US" dirty="0"/>
              </a:p>
              <a:p>
                <a:r>
                  <a:rPr lang="en-US" dirty="0" err="1"/>
                  <a:t>C</a:t>
                </a:r>
                <a:r>
                  <a:rPr lang="en-US" baseline="30000" dirty="0" err="1"/>
                  <a:t>b</a:t>
                </a:r>
                <a:r>
                  <a:rPr lang="en-US" dirty="0"/>
                  <a:t>[</a:t>
                </a:r>
                <a:r>
                  <a:rPr lang="en-US" dirty="0" err="1"/>
                  <a:t>i</a:t>
                </a:r>
                <a:r>
                  <a:rPr lang="en-US" dirty="0"/>
                  <a:t>][j] = </a:t>
                </a:r>
                <a:r>
                  <a:rPr lang="en-US" dirty="0" err="1"/>
                  <a:t>BlockedMM</a:t>
                </a:r>
                <a:r>
                  <a:rPr lang="en-US" dirty="0"/>
                  <a:t>(</a:t>
                </a:r>
                <a:r>
                  <a:rPr lang="en-US" sz="2800" dirty="0"/>
                  <a:t>A</a:t>
                </a:r>
                <a:r>
                  <a:rPr lang="en-US" sz="2800" baseline="30000" dirty="0"/>
                  <a:t>b</a:t>
                </a:r>
                <a:r>
                  <a:rPr lang="en-US" sz="2800" dirty="0"/>
                  <a:t>[</a:t>
                </a:r>
                <a:r>
                  <a:rPr lang="en-US" sz="2800" dirty="0" err="1"/>
                  <a:t>i</a:t>
                </a:r>
                <a:r>
                  <a:rPr lang="en-US" sz="2800" dirty="0"/>
                  <a:t>][:], B</a:t>
                </a:r>
                <a:r>
                  <a:rPr lang="en-US" sz="2800" baseline="30000" dirty="0"/>
                  <a:t>b</a:t>
                </a:r>
                <a:r>
                  <a:rPr lang="en-US" sz="2800" dirty="0"/>
                  <a:t>[:][j]</a:t>
                </a:r>
                <a:r>
                  <a:rPr lang="en-US" dirty="0"/>
                  <a:t>)</a:t>
                </a:r>
              </a:p>
              <a:p>
                <a:r>
                  <a:rPr lang="en-US" dirty="0"/>
                  <a:t>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Fetch A</a:t>
                </a:r>
                <a:r>
                  <a:rPr lang="en-US" baseline="30000" dirty="0"/>
                  <a:t>b</a:t>
                </a:r>
                <a:r>
                  <a:rPr lang="en-US" dirty="0"/>
                  <a:t>[</a:t>
                </a:r>
                <a:r>
                  <a:rPr lang="en-US" dirty="0" err="1"/>
                  <a:t>i</a:t>
                </a:r>
                <a:r>
                  <a:rPr lang="en-US" dirty="0"/>
                  <a:t>][k],  B</a:t>
                </a:r>
                <a:r>
                  <a:rPr lang="en-US" baseline="30000" dirty="0"/>
                  <a:t>b</a:t>
                </a:r>
                <a:r>
                  <a:rPr lang="en-US" dirty="0"/>
                  <a:t>[k][j]</a:t>
                </a:r>
              </a:p>
              <a:p>
                <a:pPr lvl="1"/>
                <a:r>
                  <a:rPr lang="en-US" dirty="0"/>
                  <a:t>Matrix Multiply A</a:t>
                </a:r>
                <a:r>
                  <a:rPr lang="en-US" baseline="30000" dirty="0"/>
                  <a:t>b</a:t>
                </a:r>
                <a:r>
                  <a:rPr lang="en-US" dirty="0"/>
                  <a:t>[</a:t>
                </a:r>
                <a:r>
                  <a:rPr lang="en-US" dirty="0" err="1"/>
                  <a:t>i</a:t>
                </a:r>
                <a:r>
                  <a:rPr lang="en-US" dirty="0"/>
                  <a:t>][k],  B</a:t>
                </a:r>
                <a:r>
                  <a:rPr lang="en-US" baseline="30000" dirty="0"/>
                  <a:t>b</a:t>
                </a:r>
                <a:r>
                  <a:rPr lang="en-US" dirty="0"/>
                  <a:t>[k][j] and Accumulate </a:t>
                </a:r>
                <a:r>
                  <a:rPr lang="en-US" dirty="0" err="1"/>
                  <a:t>C</a:t>
                </a:r>
                <a:r>
                  <a:rPr lang="en-US" baseline="30000" dirty="0" err="1"/>
                  <a:t>b</a:t>
                </a:r>
                <a:r>
                  <a:rPr lang="en-US" dirty="0"/>
                  <a:t>[</a:t>
                </a:r>
                <a:r>
                  <a:rPr lang="en-US" dirty="0" err="1"/>
                  <a:t>i</a:t>
                </a:r>
                <a:r>
                  <a:rPr lang="en-US" dirty="0"/>
                  <a:t>][j]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7A24A35-300C-E27A-9354-C9A37CC715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2931602"/>
              </a:xfrm>
              <a:blipFill>
                <a:blip r:embed="rId2"/>
                <a:stretch>
                  <a:fillRect l="-928" t="-51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组合 18">
            <a:extLst>
              <a:ext uri="{FF2B5EF4-FFF2-40B4-BE49-F238E27FC236}">
                <a16:creationId xmlns:a16="http://schemas.microsoft.com/office/drawing/2014/main" id="{A7FF2338-4A5B-35EB-1553-1FA587500C5F}"/>
              </a:ext>
            </a:extLst>
          </p:cNvPr>
          <p:cNvGrpSpPr/>
          <p:nvPr/>
        </p:nvGrpSpPr>
        <p:grpSpPr>
          <a:xfrm>
            <a:off x="9380819" y="5036568"/>
            <a:ext cx="1502106" cy="1563500"/>
            <a:chOff x="2312193" y="4191000"/>
            <a:chExt cx="1150938" cy="1295400"/>
          </a:xfrm>
        </p:grpSpPr>
        <p:sp>
          <p:nvSpPr>
            <p:cNvPr id="11" name="Rectangle 4">
              <a:extLst>
                <a:ext uri="{FF2B5EF4-FFF2-40B4-BE49-F238E27FC236}">
                  <a16:creationId xmlns:a16="http://schemas.microsoft.com/office/drawing/2014/main" id="{F66D39D9-4E9F-4C83-775B-F286E235A0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2193" y="4191000"/>
              <a:ext cx="1150938" cy="1295400"/>
            </a:xfrm>
            <a:prstGeom prst="rect">
              <a:avLst/>
            </a:prstGeom>
            <a:noFill/>
            <a:ln w="12700">
              <a:solidFill>
                <a:schemeClr val="bg2">
                  <a:lumMod val="1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88C9F3A-5BCA-F803-4B43-7F6886E801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439" y="4742439"/>
              <a:ext cx="288721" cy="301289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bg2">
                  <a:lumMod val="10000"/>
                </a:scheme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 Box 15">
                  <a:extLst>
                    <a:ext uri="{FF2B5EF4-FFF2-40B4-BE49-F238E27FC236}">
                      <a16:creationId xmlns:a16="http://schemas.microsoft.com/office/drawing/2014/main" id="{ED23083A-7C62-7CC7-94D3-22D8A00E65B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97931" y="4419600"/>
                  <a:ext cx="677862" cy="27876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CN" sz="1400" i="1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ea typeface="宋体" charset="-122"/>
                            </a:rPr>
                          </m:ctrlPr>
                        </m:sSupPr>
                        <m:e>
                          <m:r>
                            <a:rPr lang="en-US" altLang="zh-CN" sz="1400" i="1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  <a:ea typeface="宋体" charset="-122"/>
                            </a:rPr>
                            <m:t>𝐶</m:t>
                          </m:r>
                        </m:e>
                        <m:sup>
                          <m:r>
                            <a:rPr lang="en-US" altLang="zh-CN" sz="1400" i="1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  <a:ea typeface="宋体" charset="-122"/>
                            </a:rPr>
                            <m:t>𝑏</m:t>
                          </m:r>
                        </m:sup>
                      </m:sSup>
                      <m:r>
                        <a:rPr lang="en-US" altLang="zh-CN" sz="1400" b="0" i="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ea typeface="宋体" charset="-122"/>
                        </a:rPr>
                        <m:t>[</m:t>
                      </m:r>
                    </m:oMath>
                  </a14:m>
                  <a:r>
                    <a:rPr lang="en-US" altLang="zh-CN" sz="1400" err="1">
                      <a:solidFill>
                        <a:schemeClr val="bg2">
                          <a:lumMod val="10000"/>
                        </a:schemeClr>
                      </a:solidFill>
                      <a:ea typeface="宋体" charset="-122"/>
                    </a:rPr>
                    <a:t>i,j</a:t>
                  </a:r>
                  <a:r>
                    <a:rPr lang="en-US" altLang="zh-CN" sz="1400">
                      <a:solidFill>
                        <a:schemeClr val="bg2">
                          <a:lumMod val="10000"/>
                        </a:schemeClr>
                      </a:solidFill>
                      <a:ea typeface="宋体" charset="-122"/>
                    </a:rPr>
                    <a:t>]</a:t>
                  </a:r>
                </a:p>
              </p:txBody>
            </p:sp>
          </mc:Choice>
          <mc:Fallback xmlns="">
            <p:sp>
              <p:nvSpPr>
                <p:cNvPr id="9" name="Text Box 15">
                  <a:extLst>
                    <a:ext uri="{FF2B5EF4-FFF2-40B4-BE49-F238E27FC236}">
                      <a16:creationId xmlns:a16="http://schemas.microsoft.com/office/drawing/2014/main" id="{F392CFCD-64C3-4B31-B346-B536F3E10F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97931" y="4419600"/>
                  <a:ext cx="677862" cy="278764"/>
                </a:xfrm>
                <a:prstGeom prst="rect">
                  <a:avLst/>
                </a:prstGeom>
                <a:blipFill>
                  <a:blip r:embed="rId3"/>
                  <a:stretch>
                    <a:fillRect t="-1818" b="-10909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4" name="Rectangle 6">
            <a:extLst>
              <a:ext uri="{FF2B5EF4-FFF2-40B4-BE49-F238E27FC236}">
                <a16:creationId xmlns:a16="http://schemas.microsoft.com/office/drawing/2014/main" id="{53EA2A51-30FE-FFC6-838E-F877A3E198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4120" y="5036568"/>
            <a:ext cx="1502107" cy="1563500"/>
          </a:xfrm>
          <a:prstGeom prst="rect">
            <a:avLst/>
          </a:prstGeom>
          <a:noFill/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5" name="Rectangle 7">
            <a:extLst>
              <a:ext uri="{FF2B5EF4-FFF2-40B4-BE49-F238E27FC236}">
                <a16:creationId xmlns:a16="http://schemas.microsoft.com/office/drawing/2014/main" id="{F563578C-7874-24E7-81B0-4AA669C060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80819" y="3183781"/>
            <a:ext cx="1504178" cy="1563500"/>
          </a:xfrm>
          <a:prstGeom prst="rect">
            <a:avLst/>
          </a:prstGeom>
          <a:noFill/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6" name="Rectangle 13">
            <a:extLst>
              <a:ext uri="{FF2B5EF4-FFF2-40B4-BE49-F238E27FC236}">
                <a16:creationId xmlns:a16="http://schemas.microsoft.com/office/drawing/2014/main" id="{976BDAC7-7246-0FC1-FA78-1D62D6F013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4120" y="5721511"/>
            <a:ext cx="1502107" cy="36364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7" name="Rectangle 14">
            <a:extLst>
              <a:ext uri="{FF2B5EF4-FFF2-40B4-BE49-F238E27FC236}">
                <a16:creationId xmlns:a16="http://schemas.microsoft.com/office/drawing/2014/main" id="{133802AE-F35C-24EA-9141-079ABFDA42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37329" y="3183781"/>
            <a:ext cx="348977" cy="15635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vert" wrap="none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 Box 17">
                <a:extLst>
                  <a:ext uri="{FF2B5EF4-FFF2-40B4-BE49-F238E27FC236}">
                    <a16:creationId xmlns:a16="http://schemas.microsoft.com/office/drawing/2014/main" id="{51E547A8-6B38-F89F-4279-906290FF55C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632835" y="5297699"/>
                <a:ext cx="882616" cy="31181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 dirty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pPr>
                      <m:e>
                        <m:r>
                          <a:rPr lang="en-US" altLang="zh-CN" sz="1400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宋体" charset="-122"/>
                          </a:rPr>
                          <m:t>𝐴</m:t>
                        </m:r>
                      </m:e>
                      <m:sup>
                        <m:r>
                          <a:rPr lang="en-US" altLang="zh-CN" sz="1400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宋体" charset="-122"/>
                          </a:rPr>
                          <m:t>𝑏</m:t>
                        </m:r>
                      </m:sup>
                    </m:sSup>
                    <m:r>
                      <a:rPr lang="en-US" altLang="zh-CN" sz="1400" b="0" i="0" dirty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[</m:t>
                    </m:r>
                  </m:oMath>
                </a14:m>
                <a:r>
                  <a:rPr lang="en-US" altLang="zh-CN" sz="1400" err="1">
                    <a:solidFill>
                      <a:schemeClr val="bg2">
                        <a:lumMod val="10000"/>
                      </a:schemeClr>
                    </a:solidFill>
                    <a:ea typeface="宋体" charset="-122"/>
                  </a:rPr>
                  <a:t>i</a:t>
                </a:r>
                <a:r>
                  <a:rPr lang="en-US" altLang="zh-CN" sz="1400">
                    <a:solidFill>
                      <a:schemeClr val="bg2">
                        <a:lumMod val="10000"/>
                      </a:schemeClr>
                    </a:solidFill>
                    <a:ea typeface="宋体" charset="-122"/>
                  </a:rPr>
                  <a:t>,:]</a:t>
                </a:r>
              </a:p>
            </p:txBody>
          </p:sp>
        </mc:Choice>
        <mc:Fallback xmlns="">
          <p:sp>
            <p:nvSpPr>
              <p:cNvPr id="18" name="Text Box 17">
                <a:extLst>
                  <a:ext uri="{FF2B5EF4-FFF2-40B4-BE49-F238E27FC236}">
                    <a16:creationId xmlns:a16="http://schemas.microsoft.com/office/drawing/2014/main" id="{51E547A8-6B38-F89F-4279-906290FF55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632835" y="5297699"/>
                <a:ext cx="882616" cy="311817"/>
              </a:xfrm>
              <a:prstGeom prst="rect">
                <a:avLst/>
              </a:prstGeom>
              <a:blipFill>
                <a:blip r:embed="rId4"/>
                <a:stretch>
                  <a:fillRect t="-1961" b="-2156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 Box 18">
                <a:extLst>
                  <a:ext uri="{FF2B5EF4-FFF2-40B4-BE49-F238E27FC236}">
                    <a16:creationId xmlns:a16="http://schemas.microsoft.com/office/drawing/2014/main" id="{FD3A3E6B-1A8D-B336-7771-642AFDC9408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101774" y="3781647"/>
                <a:ext cx="884687" cy="31181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 dirty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pPr>
                      <m:e>
                        <m:r>
                          <a:rPr lang="en-US" altLang="zh-CN" sz="1400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宋体" charset="-122"/>
                          </a:rPr>
                          <m:t>𝐵</m:t>
                        </m:r>
                      </m:e>
                      <m:sup>
                        <m:r>
                          <a:rPr lang="en-US" altLang="zh-CN" sz="1400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宋体" charset="-122"/>
                          </a:rPr>
                          <m:t>𝑏</m:t>
                        </m:r>
                      </m:sup>
                    </m:sSup>
                    <m:r>
                      <a:rPr lang="en-US" altLang="zh-CN" sz="1400" b="0" i="0" dirty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[</m:t>
                    </m:r>
                  </m:oMath>
                </a14:m>
                <a:r>
                  <a:rPr lang="en-US" altLang="zh-CN" sz="1400">
                    <a:solidFill>
                      <a:schemeClr val="bg2">
                        <a:lumMod val="10000"/>
                      </a:schemeClr>
                    </a:solidFill>
                    <a:ea typeface="宋体" charset="-122"/>
                  </a:rPr>
                  <a:t>:,j]</a:t>
                </a:r>
              </a:p>
            </p:txBody>
          </p:sp>
        </mc:Choice>
        <mc:Fallback xmlns="">
          <p:sp>
            <p:nvSpPr>
              <p:cNvPr id="19" name="Text Box 18">
                <a:extLst>
                  <a:ext uri="{FF2B5EF4-FFF2-40B4-BE49-F238E27FC236}">
                    <a16:creationId xmlns:a16="http://schemas.microsoft.com/office/drawing/2014/main" id="{FD3A3E6B-1A8D-B336-7771-642AFDC940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101774" y="3781647"/>
                <a:ext cx="884687" cy="311817"/>
              </a:xfrm>
              <a:prstGeom prst="rect">
                <a:avLst/>
              </a:prstGeom>
              <a:blipFill>
                <a:blip r:embed="rId5"/>
                <a:stretch>
                  <a:fillRect b="-1923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20ABA5C-4450-32F3-A38A-FE310A9BB875}"/>
              </a:ext>
            </a:extLst>
          </p:cNvPr>
          <p:cNvCxnSpPr/>
          <p:nvPr/>
        </p:nvCxnSpPr>
        <p:spPr>
          <a:xfrm>
            <a:off x="9837329" y="3559065"/>
            <a:ext cx="34870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BBB93C9-B658-B375-9BCA-CE4D30B01153}"/>
              </a:ext>
            </a:extLst>
          </p:cNvPr>
          <p:cNvCxnSpPr/>
          <p:nvPr/>
        </p:nvCxnSpPr>
        <p:spPr>
          <a:xfrm>
            <a:off x="9837329" y="3955305"/>
            <a:ext cx="34870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4D790F3-FA0B-0E8C-B4BE-AF233214D41B}"/>
              </a:ext>
            </a:extLst>
          </p:cNvPr>
          <p:cNvCxnSpPr/>
          <p:nvPr/>
        </p:nvCxnSpPr>
        <p:spPr>
          <a:xfrm>
            <a:off x="9837329" y="4375251"/>
            <a:ext cx="34870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42B2463-1EBC-9362-82B7-8BFEB4649503}"/>
              </a:ext>
            </a:extLst>
          </p:cNvPr>
          <p:cNvCxnSpPr>
            <a:cxnSpLocks/>
          </p:cNvCxnSpPr>
          <p:nvPr/>
        </p:nvCxnSpPr>
        <p:spPr>
          <a:xfrm>
            <a:off x="7835809" y="5721511"/>
            <a:ext cx="0" cy="3636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D1100F7-08CE-FBED-F8FC-91F509C5256F}"/>
              </a:ext>
            </a:extLst>
          </p:cNvPr>
          <p:cNvCxnSpPr>
            <a:cxnSpLocks/>
          </p:cNvCxnSpPr>
          <p:nvPr/>
        </p:nvCxnSpPr>
        <p:spPr>
          <a:xfrm>
            <a:off x="8272689" y="5721511"/>
            <a:ext cx="0" cy="3636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3399137-6167-7D95-5925-C425D13AD4A4}"/>
              </a:ext>
            </a:extLst>
          </p:cNvPr>
          <p:cNvCxnSpPr>
            <a:cxnSpLocks/>
          </p:cNvCxnSpPr>
          <p:nvPr/>
        </p:nvCxnSpPr>
        <p:spPr>
          <a:xfrm>
            <a:off x="8671238" y="5721511"/>
            <a:ext cx="0" cy="3636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91407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C5B0A-7022-E48D-AD1D-F5FBCA509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Matrix Multiplication</a:t>
            </a:r>
          </a:p>
        </p:txBody>
      </p:sp>
      <p:grpSp>
        <p:nvGrpSpPr>
          <p:cNvPr id="6" name="组合 18">
            <a:extLst>
              <a:ext uri="{FF2B5EF4-FFF2-40B4-BE49-F238E27FC236}">
                <a16:creationId xmlns:a16="http://schemas.microsoft.com/office/drawing/2014/main" id="{D517CD10-9B58-3729-9543-7A8CD7957A5A}"/>
              </a:ext>
            </a:extLst>
          </p:cNvPr>
          <p:cNvGrpSpPr/>
          <p:nvPr/>
        </p:nvGrpSpPr>
        <p:grpSpPr>
          <a:xfrm>
            <a:off x="5615642" y="4169232"/>
            <a:ext cx="1502106" cy="1563500"/>
            <a:chOff x="2312193" y="4191000"/>
            <a:chExt cx="1150938" cy="1295400"/>
          </a:xfrm>
        </p:grpSpPr>
        <p:sp>
          <p:nvSpPr>
            <p:cNvPr id="7" name="Rectangle 4">
              <a:extLst>
                <a:ext uri="{FF2B5EF4-FFF2-40B4-BE49-F238E27FC236}">
                  <a16:creationId xmlns:a16="http://schemas.microsoft.com/office/drawing/2014/main" id="{78A9016A-A2BC-8133-F888-2A98080E54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2193" y="4191000"/>
              <a:ext cx="1150938" cy="1295400"/>
            </a:xfrm>
            <a:prstGeom prst="rect">
              <a:avLst/>
            </a:prstGeom>
            <a:noFill/>
            <a:ln w="12700">
              <a:solidFill>
                <a:schemeClr val="bg2">
                  <a:lumMod val="1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67D299E-B6B4-BE0F-2DA8-082ED8BEE2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439" y="4742439"/>
              <a:ext cx="288721" cy="301289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bg2">
                  <a:lumMod val="10000"/>
                </a:scheme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 Box 15">
                  <a:extLst>
                    <a:ext uri="{FF2B5EF4-FFF2-40B4-BE49-F238E27FC236}">
                      <a16:creationId xmlns:a16="http://schemas.microsoft.com/office/drawing/2014/main" id="{CA935EAD-4108-D434-2352-4CD697C2481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97931" y="4419600"/>
                  <a:ext cx="677862" cy="27876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CN" sz="1400" i="1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ea typeface="宋体" charset="-122"/>
                            </a:rPr>
                          </m:ctrlPr>
                        </m:sSupPr>
                        <m:e>
                          <m:r>
                            <a:rPr lang="en-US" altLang="zh-CN" sz="1400" i="1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  <a:ea typeface="宋体" charset="-122"/>
                            </a:rPr>
                            <m:t>𝐶</m:t>
                          </m:r>
                        </m:e>
                        <m:sup>
                          <m:r>
                            <a:rPr lang="en-US" altLang="zh-CN" sz="1400" i="1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  <a:ea typeface="宋体" charset="-122"/>
                            </a:rPr>
                            <m:t>𝑏</m:t>
                          </m:r>
                        </m:sup>
                      </m:sSup>
                      <m:r>
                        <a:rPr lang="en-US" altLang="zh-CN" sz="1400" b="0" i="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ea typeface="宋体" charset="-122"/>
                        </a:rPr>
                        <m:t>[</m:t>
                      </m:r>
                    </m:oMath>
                  </a14:m>
                  <a:r>
                    <a:rPr lang="en-US" altLang="zh-CN" sz="1400" err="1">
                      <a:solidFill>
                        <a:schemeClr val="bg2">
                          <a:lumMod val="10000"/>
                        </a:schemeClr>
                      </a:solidFill>
                      <a:ea typeface="宋体" charset="-122"/>
                    </a:rPr>
                    <a:t>i,j</a:t>
                  </a:r>
                  <a:r>
                    <a:rPr lang="en-US" altLang="zh-CN" sz="1400">
                      <a:solidFill>
                        <a:schemeClr val="bg2">
                          <a:lumMod val="10000"/>
                        </a:schemeClr>
                      </a:solidFill>
                      <a:ea typeface="宋体" charset="-122"/>
                    </a:rPr>
                    <a:t>]</a:t>
                  </a:r>
                </a:p>
              </p:txBody>
            </p:sp>
          </mc:Choice>
          <mc:Fallback xmlns="">
            <p:sp>
              <p:nvSpPr>
                <p:cNvPr id="9" name="Text Box 15">
                  <a:extLst>
                    <a:ext uri="{FF2B5EF4-FFF2-40B4-BE49-F238E27FC236}">
                      <a16:creationId xmlns:a16="http://schemas.microsoft.com/office/drawing/2014/main" id="{F392CFCD-64C3-4B31-B346-B536F3E10F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97931" y="4419600"/>
                  <a:ext cx="677862" cy="278764"/>
                </a:xfrm>
                <a:prstGeom prst="rect">
                  <a:avLst/>
                </a:prstGeom>
                <a:blipFill>
                  <a:blip r:embed="rId3"/>
                  <a:stretch>
                    <a:fillRect t="-1818" b="-10909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" name="Rectangle 6">
            <a:extLst>
              <a:ext uri="{FF2B5EF4-FFF2-40B4-BE49-F238E27FC236}">
                <a16:creationId xmlns:a16="http://schemas.microsoft.com/office/drawing/2014/main" id="{77F7E7DE-3DD6-6D2A-2189-9074178568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8943" y="4169232"/>
            <a:ext cx="1502107" cy="1563500"/>
          </a:xfrm>
          <a:prstGeom prst="rect">
            <a:avLst/>
          </a:prstGeom>
          <a:noFill/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FD5CE0AA-0300-D241-0073-4FD8C06E90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5642" y="2316445"/>
            <a:ext cx="1504178" cy="1563500"/>
          </a:xfrm>
          <a:prstGeom prst="rect">
            <a:avLst/>
          </a:prstGeom>
          <a:noFill/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2" name="Rectangle 13">
            <a:extLst>
              <a:ext uri="{FF2B5EF4-FFF2-40B4-BE49-F238E27FC236}">
                <a16:creationId xmlns:a16="http://schemas.microsoft.com/office/drawing/2014/main" id="{BA46DA20-AC47-48C0-4990-1DFAA9CE58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8943" y="4854175"/>
            <a:ext cx="1502107" cy="3636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3" name="Rectangle 14">
            <a:extLst>
              <a:ext uri="{FF2B5EF4-FFF2-40B4-BE49-F238E27FC236}">
                <a16:creationId xmlns:a16="http://schemas.microsoft.com/office/drawing/2014/main" id="{D63E2BE7-B17D-3DE5-3F2C-C1F5699C0D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2152" y="2316445"/>
            <a:ext cx="348977" cy="1563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vert="vert" wrap="none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Box 17">
                <a:extLst>
                  <a:ext uri="{FF2B5EF4-FFF2-40B4-BE49-F238E27FC236}">
                    <a16:creationId xmlns:a16="http://schemas.microsoft.com/office/drawing/2014/main" id="{D4C7AD71-2930-AA8B-E5ED-14C2BF8DB0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67658" y="4430363"/>
                <a:ext cx="882616" cy="31181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 dirty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pPr>
                      <m:e>
                        <m:r>
                          <a:rPr lang="en-US" altLang="zh-CN" sz="1400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宋体" charset="-122"/>
                          </a:rPr>
                          <m:t>𝐴</m:t>
                        </m:r>
                      </m:e>
                      <m:sup>
                        <m:r>
                          <a:rPr lang="en-US" altLang="zh-CN" sz="1400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宋体" charset="-122"/>
                          </a:rPr>
                          <m:t>𝑏</m:t>
                        </m:r>
                      </m:sup>
                    </m:sSup>
                    <m:r>
                      <a:rPr lang="en-US" altLang="zh-CN" sz="1400" b="0" i="0" dirty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[</m:t>
                    </m:r>
                  </m:oMath>
                </a14:m>
                <a:r>
                  <a:rPr lang="en-US" altLang="zh-CN" sz="1400" err="1">
                    <a:solidFill>
                      <a:schemeClr val="bg2">
                        <a:lumMod val="10000"/>
                      </a:schemeClr>
                    </a:solidFill>
                    <a:ea typeface="宋体" charset="-122"/>
                  </a:rPr>
                  <a:t>i</a:t>
                </a:r>
                <a:r>
                  <a:rPr lang="en-US" altLang="zh-CN" sz="1400">
                    <a:solidFill>
                      <a:schemeClr val="bg2">
                        <a:lumMod val="10000"/>
                      </a:schemeClr>
                    </a:solidFill>
                    <a:ea typeface="宋体" charset="-122"/>
                  </a:rPr>
                  <a:t>,:]</a:t>
                </a:r>
              </a:p>
            </p:txBody>
          </p:sp>
        </mc:Choice>
        <mc:Fallback xmlns="">
          <p:sp>
            <p:nvSpPr>
              <p:cNvPr id="14" name="Text Box 17">
                <a:extLst>
                  <a:ext uri="{FF2B5EF4-FFF2-40B4-BE49-F238E27FC236}">
                    <a16:creationId xmlns:a16="http://schemas.microsoft.com/office/drawing/2014/main" id="{D4C7AD71-2930-AA8B-E5ED-14C2BF8DB0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67658" y="4430363"/>
                <a:ext cx="882616" cy="311817"/>
              </a:xfrm>
              <a:prstGeom prst="rect">
                <a:avLst/>
              </a:prstGeom>
              <a:blipFill>
                <a:blip r:embed="rId4"/>
                <a:stretch>
                  <a:fillRect t="-1961" b="-1960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Box 18">
                <a:extLst>
                  <a:ext uri="{FF2B5EF4-FFF2-40B4-BE49-F238E27FC236}">
                    <a16:creationId xmlns:a16="http://schemas.microsoft.com/office/drawing/2014/main" id="{B00BD724-F471-F030-873B-4F2DD87FBD8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36597" y="2914311"/>
                <a:ext cx="884687" cy="31181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 dirty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pPr>
                      <m:e>
                        <m:r>
                          <a:rPr lang="en-US" altLang="zh-CN" sz="1400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宋体" charset="-122"/>
                          </a:rPr>
                          <m:t>𝐵</m:t>
                        </m:r>
                      </m:e>
                      <m:sup>
                        <m:r>
                          <a:rPr lang="en-US" altLang="zh-CN" sz="1400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宋体" charset="-122"/>
                          </a:rPr>
                          <m:t>𝑏</m:t>
                        </m:r>
                      </m:sup>
                    </m:sSup>
                    <m:r>
                      <a:rPr lang="en-US" altLang="zh-CN" sz="1400" b="0" i="0" dirty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[</m:t>
                    </m:r>
                  </m:oMath>
                </a14:m>
                <a:r>
                  <a:rPr lang="en-US" altLang="zh-CN" sz="1400">
                    <a:solidFill>
                      <a:schemeClr val="bg2">
                        <a:lumMod val="10000"/>
                      </a:schemeClr>
                    </a:solidFill>
                    <a:ea typeface="宋体" charset="-122"/>
                  </a:rPr>
                  <a:t>:,j]</a:t>
                </a:r>
              </a:p>
            </p:txBody>
          </p:sp>
        </mc:Choice>
        <mc:Fallback xmlns="">
          <p:sp>
            <p:nvSpPr>
              <p:cNvPr id="15" name="Text Box 18">
                <a:extLst>
                  <a:ext uri="{FF2B5EF4-FFF2-40B4-BE49-F238E27FC236}">
                    <a16:creationId xmlns:a16="http://schemas.microsoft.com/office/drawing/2014/main" id="{B00BD724-F471-F030-873B-4F2DD87FBD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36597" y="2914311"/>
                <a:ext cx="884687" cy="311817"/>
              </a:xfrm>
              <a:prstGeom prst="rect">
                <a:avLst/>
              </a:prstGeom>
              <a:blipFill>
                <a:blip r:embed="rId5"/>
                <a:stretch>
                  <a:fillRect t="-1961" b="-2156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9226E53-12A6-2C94-69E8-1AAE75C140EE}"/>
              </a:ext>
            </a:extLst>
          </p:cNvPr>
          <p:cNvCxnSpPr/>
          <p:nvPr/>
        </p:nvCxnSpPr>
        <p:spPr>
          <a:xfrm>
            <a:off x="6072152" y="2691729"/>
            <a:ext cx="34870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2FDCCBB-2BF3-3968-1827-3093E7947F76}"/>
              </a:ext>
            </a:extLst>
          </p:cNvPr>
          <p:cNvCxnSpPr/>
          <p:nvPr/>
        </p:nvCxnSpPr>
        <p:spPr>
          <a:xfrm>
            <a:off x="6072152" y="3087969"/>
            <a:ext cx="34870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7ACBCE4-986C-4C02-0D1E-2B42321C3F64}"/>
              </a:ext>
            </a:extLst>
          </p:cNvPr>
          <p:cNvCxnSpPr/>
          <p:nvPr/>
        </p:nvCxnSpPr>
        <p:spPr>
          <a:xfrm>
            <a:off x="6072152" y="3507915"/>
            <a:ext cx="34870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E8392D1-D11B-8690-754C-C395E5D67F78}"/>
              </a:ext>
            </a:extLst>
          </p:cNvPr>
          <p:cNvCxnSpPr>
            <a:cxnSpLocks/>
          </p:cNvCxnSpPr>
          <p:nvPr/>
        </p:nvCxnSpPr>
        <p:spPr>
          <a:xfrm>
            <a:off x="4070632" y="4854175"/>
            <a:ext cx="0" cy="3636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E56B7CC-71E5-33D4-D764-8A6BCD498494}"/>
              </a:ext>
            </a:extLst>
          </p:cNvPr>
          <p:cNvCxnSpPr>
            <a:cxnSpLocks/>
          </p:cNvCxnSpPr>
          <p:nvPr/>
        </p:nvCxnSpPr>
        <p:spPr>
          <a:xfrm>
            <a:off x="4507512" y="4854175"/>
            <a:ext cx="0" cy="3636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030B94C-0163-7CFE-4842-2863DB95CC61}"/>
              </a:ext>
            </a:extLst>
          </p:cNvPr>
          <p:cNvCxnSpPr>
            <a:cxnSpLocks/>
          </p:cNvCxnSpPr>
          <p:nvPr/>
        </p:nvCxnSpPr>
        <p:spPr>
          <a:xfrm>
            <a:off x="4906061" y="4854175"/>
            <a:ext cx="0" cy="3636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819AC4F8-A8EE-6FE2-14D8-3CEFCBB39B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57372" y="2321722"/>
            <a:ext cx="376814" cy="36364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1B1F2B2-A1B6-13AD-3200-6E66D2BB2E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9995" y="4857799"/>
            <a:ext cx="376814" cy="36364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919F3F3-363E-436A-72CE-32E61A8A411C}"/>
              </a:ext>
            </a:extLst>
          </p:cNvPr>
          <p:cNvSpPr txBox="1"/>
          <p:nvPr/>
        </p:nvSpPr>
        <p:spPr>
          <a:xfrm>
            <a:off x="8673353" y="3507915"/>
            <a:ext cx="22792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Perform Matrix Multiplication of these two blocks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5051A10-4465-473B-09F9-867F855EDDA1}"/>
              </a:ext>
            </a:extLst>
          </p:cNvPr>
          <p:cNvCxnSpPr>
            <a:stCxn id="24" idx="1"/>
            <a:endCxn id="22" idx="3"/>
          </p:cNvCxnSpPr>
          <p:nvPr/>
        </p:nvCxnSpPr>
        <p:spPr>
          <a:xfrm flipH="1" flipV="1">
            <a:off x="6434186" y="2503545"/>
            <a:ext cx="2239167" cy="1466035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CE343BB-2E0D-7336-4B38-FAF7BCE4B252}"/>
              </a:ext>
            </a:extLst>
          </p:cNvPr>
          <p:cNvCxnSpPr>
            <a:cxnSpLocks/>
            <a:stCxn id="24" idx="1"/>
          </p:cNvCxnSpPr>
          <p:nvPr/>
        </p:nvCxnSpPr>
        <p:spPr>
          <a:xfrm flipH="1">
            <a:off x="4214555" y="3969580"/>
            <a:ext cx="4458798" cy="1061689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43978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C5B0A-7022-E48D-AD1D-F5FBCA509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Matrix Multiplication</a:t>
            </a:r>
          </a:p>
        </p:txBody>
      </p:sp>
      <p:grpSp>
        <p:nvGrpSpPr>
          <p:cNvPr id="6" name="组合 18">
            <a:extLst>
              <a:ext uri="{FF2B5EF4-FFF2-40B4-BE49-F238E27FC236}">
                <a16:creationId xmlns:a16="http://schemas.microsoft.com/office/drawing/2014/main" id="{D517CD10-9B58-3729-9543-7A8CD7957A5A}"/>
              </a:ext>
            </a:extLst>
          </p:cNvPr>
          <p:cNvGrpSpPr/>
          <p:nvPr/>
        </p:nvGrpSpPr>
        <p:grpSpPr>
          <a:xfrm>
            <a:off x="5615642" y="4169232"/>
            <a:ext cx="1502106" cy="1563500"/>
            <a:chOff x="2312193" y="4191000"/>
            <a:chExt cx="1150938" cy="1295400"/>
          </a:xfrm>
        </p:grpSpPr>
        <p:sp>
          <p:nvSpPr>
            <p:cNvPr id="7" name="Rectangle 4">
              <a:extLst>
                <a:ext uri="{FF2B5EF4-FFF2-40B4-BE49-F238E27FC236}">
                  <a16:creationId xmlns:a16="http://schemas.microsoft.com/office/drawing/2014/main" id="{78A9016A-A2BC-8133-F888-2A98080E54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2193" y="4191000"/>
              <a:ext cx="1150938" cy="1295400"/>
            </a:xfrm>
            <a:prstGeom prst="rect">
              <a:avLst/>
            </a:prstGeom>
            <a:noFill/>
            <a:ln w="12700">
              <a:solidFill>
                <a:schemeClr val="bg2">
                  <a:lumMod val="1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67D299E-B6B4-BE0F-2DA8-082ED8BEE2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439" y="4742439"/>
              <a:ext cx="288721" cy="301289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bg2">
                  <a:lumMod val="10000"/>
                </a:scheme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 Box 15">
                  <a:extLst>
                    <a:ext uri="{FF2B5EF4-FFF2-40B4-BE49-F238E27FC236}">
                      <a16:creationId xmlns:a16="http://schemas.microsoft.com/office/drawing/2014/main" id="{CA935EAD-4108-D434-2352-4CD697C2481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97931" y="4419600"/>
                  <a:ext cx="677862" cy="27876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CN" sz="1400" i="1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ea typeface="宋体" charset="-122"/>
                            </a:rPr>
                          </m:ctrlPr>
                        </m:sSupPr>
                        <m:e>
                          <m:r>
                            <a:rPr lang="en-US" altLang="zh-CN" sz="1400" i="1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  <a:ea typeface="宋体" charset="-122"/>
                            </a:rPr>
                            <m:t>𝐶</m:t>
                          </m:r>
                        </m:e>
                        <m:sup>
                          <m:r>
                            <a:rPr lang="en-US" altLang="zh-CN" sz="1400" i="1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  <a:ea typeface="宋体" charset="-122"/>
                            </a:rPr>
                            <m:t>𝑏</m:t>
                          </m:r>
                        </m:sup>
                      </m:sSup>
                      <m:r>
                        <a:rPr lang="en-US" altLang="zh-CN" sz="1400" b="0" i="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ea typeface="宋体" charset="-122"/>
                        </a:rPr>
                        <m:t>[</m:t>
                      </m:r>
                    </m:oMath>
                  </a14:m>
                  <a:r>
                    <a:rPr lang="en-US" altLang="zh-CN" sz="1400" err="1">
                      <a:solidFill>
                        <a:schemeClr val="bg2">
                          <a:lumMod val="10000"/>
                        </a:schemeClr>
                      </a:solidFill>
                      <a:ea typeface="宋体" charset="-122"/>
                    </a:rPr>
                    <a:t>i,j</a:t>
                  </a:r>
                  <a:r>
                    <a:rPr lang="en-US" altLang="zh-CN" sz="1400">
                      <a:solidFill>
                        <a:schemeClr val="bg2">
                          <a:lumMod val="10000"/>
                        </a:schemeClr>
                      </a:solidFill>
                      <a:ea typeface="宋体" charset="-122"/>
                    </a:rPr>
                    <a:t>]</a:t>
                  </a:r>
                </a:p>
              </p:txBody>
            </p:sp>
          </mc:Choice>
          <mc:Fallback xmlns="">
            <p:sp>
              <p:nvSpPr>
                <p:cNvPr id="9" name="Text Box 15">
                  <a:extLst>
                    <a:ext uri="{FF2B5EF4-FFF2-40B4-BE49-F238E27FC236}">
                      <a16:creationId xmlns:a16="http://schemas.microsoft.com/office/drawing/2014/main" id="{F392CFCD-64C3-4B31-B346-B536F3E10F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97931" y="4419600"/>
                  <a:ext cx="677862" cy="278764"/>
                </a:xfrm>
                <a:prstGeom prst="rect">
                  <a:avLst/>
                </a:prstGeom>
                <a:blipFill>
                  <a:blip r:embed="rId3"/>
                  <a:stretch>
                    <a:fillRect t="-1818" b="-10909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" name="Rectangle 6">
            <a:extLst>
              <a:ext uri="{FF2B5EF4-FFF2-40B4-BE49-F238E27FC236}">
                <a16:creationId xmlns:a16="http://schemas.microsoft.com/office/drawing/2014/main" id="{77F7E7DE-3DD6-6D2A-2189-9074178568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8943" y="4169232"/>
            <a:ext cx="1502107" cy="1563500"/>
          </a:xfrm>
          <a:prstGeom prst="rect">
            <a:avLst/>
          </a:prstGeom>
          <a:noFill/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FD5CE0AA-0300-D241-0073-4FD8C06E90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5642" y="2316445"/>
            <a:ext cx="1504178" cy="1563500"/>
          </a:xfrm>
          <a:prstGeom prst="rect">
            <a:avLst/>
          </a:prstGeom>
          <a:noFill/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2" name="Rectangle 13">
            <a:extLst>
              <a:ext uri="{FF2B5EF4-FFF2-40B4-BE49-F238E27FC236}">
                <a16:creationId xmlns:a16="http://schemas.microsoft.com/office/drawing/2014/main" id="{BA46DA20-AC47-48C0-4990-1DFAA9CE58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8943" y="4854175"/>
            <a:ext cx="1502107" cy="3636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3" name="Rectangle 14">
            <a:extLst>
              <a:ext uri="{FF2B5EF4-FFF2-40B4-BE49-F238E27FC236}">
                <a16:creationId xmlns:a16="http://schemas.microsoft.com/office/drawing/2014/main" id="{D63E2BE7-B17D-3DE5-3F2C-C1F5699C0D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2152" y="2316445"/>
            <a:ext cx="348977" cy="1563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vert="vert" wrap="none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Box 17">
                <a:extLst>
                  <a:ext uri="{FF2B5EF4-FFF2-40B4-BE49-F238E27FC236}">
                    <a16:creationId xmlns:a16="http://schemas.microsoft.com/office/drawing/2014/main" id="{D4C7AD71-2930-AA8B-E5ED-14C2BF8DB0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67658" y="4430363"/>
                <a:ext cx="882616" cy="31181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 dirty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pPr>
                      <m:e>
                        <m:r>
                          <a:rPr lang="en-US" altLang="zh-CN" sz="1400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宋体" charset="-122"/>
                          </a:rPr>
                          <m:t>𝐴</m:t>
                        </m:r>
                      </m:e>
                      <m:sup>
                        <m:r>
                          <a:rPr lang="en-US" altLang="zh-CN" sz="1400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宋体" charset="-122"/>
                          </a:rPr>
                          <m:t>𝑏</m:t>
                        </m:r>
                      </m:sup>
                    </m:sSup>
                    <m:r>
                      <a:rPr lang="en-US" altLang="zh-CN" sz="1400" b="0" i="0" dirty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[</m:t>
                    </m:r>
                  </m:oMath>
                </a14:m>
                <a:r>
                  <a:rPr lang="en-US" altLang="zh-CN" sz="1400" err="1">
                    <a:solidFill>
                      <a:schemeClr val="bg2">
                        <a:lumMod val="10000"/>
                      </a:schemeClr>
                    </a:solidFill>
                    <a:ea typeface="宋体" charset="-122"/>
                  </a:rPr>
                  <a:t>i</a:t>
                </a:r>
                <a:r>
                  <a:rPr lang="en-US" altLang="zh-CN" sz="1400">
                    <a:solidFill>
                      <a:schemeClr val="bg2">
                        <a:lumMod val="10000"/>
                      </a:schemeClr>
                    </a:solidFill>
                    <a:ea typeface="宋体" charset="-122"/>
                  </a:rPr>
                  <a:t>,:]</a:t>
                </a:r>
              </a:p>
            </p:txBody>
          </p:sp>
        </mc:Choice>
        <mc:Fallback xmlns="">
          <p:sp>
            <p:nvSpPr>
              <p:cNvPr id="14" name="Text Box 17">
                <a:extLst>
                  <a:ext uri="{FF2B5EF4-FFF2-40B4-BE49-F238E27FC236}">
                    <a16:creationId xmlns:a16="http://schemas.microsoft.com/office/drawing/2014/main" id="{D4C7AD71-2930-AA8B-E5ED-14C2BF8DB0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67658" y="4430363"/>
                <a:ext cx="882616" cy="311817"/>
              </a:xfrm>
              <a:prstGeom prst="rect">
                <a:avLst/>
              </a:prstGeom>
              <a:blipFill>
                <a:blip r:embed="rId4"/>
                <a:stretch>
                  <a:fillRect t="-1961" b="-1960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Box 18">
                <a:extLst>
                  <a:ext uri="{FF2B5EF4-FFF2-40B4-BE49-F238E27FC236}">
                    <a16:creationId xmlns:a16="http://schemas.microsoft.com/office/drawing/2014/main" id="{B00BD724-F471-F030-873B-4F2DD87FBD8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36597" y="2914311"/>
                <a:ext cx="884687" cy="31181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 dirty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pPr>
                      <m:e>
                        <m:r>
                          <a:rPr lang="en-US" altLang="zh-CN" sz="1400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宋体" charset="-122"/>
                          </a:rPr>
                          <m:t>𝐵</m:t>
                        </m:r>
                      </m:e>
                      <m:sup>
                        <m:r>
                          <a:rPr lang="en-US" altLang="zh-CN" sz="1400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宋体" charset="-122"/>
                          </a:rPr>
                          <m:t>𝑏</m:t>
                        </m:r>
                      </m:sup>
                    </m:sSup>
                    <m:r>
                      <a:rPr lang="en-US" altLang="zh-CN" sz="1400" b="0" i="0" dirty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[</m:t>
                    </m:r>
                  </m:oMath>
                </a14:m>
                <a:r>
                  <a:rPr lang="en-US" altLang="zh-CN" sz="1400">
                    <a:solidFill>
                      <a:schemeClr val="bg2">
                        <a:lumMod val="10000"/>
                      </a:schemeClr>
                    </a:solidFill>
                    <a:ea typeface="宋体" charset="-122"/>
                  </a:rPr>
                  <a:t>:,j]</a:t>
                </a:r>
              </a:p>
            </p:txBody>
          </p:sp>
        </mc:Choice>
        <mc:Fallback xmlns="">
          <p:sp>
            <p:nvSpPr>
              <p:cNvPr id="15" name="Text Box 18">
                <a:extLst>
                  <a:ext uri="{FF2B5EF4-FFF2-40B4-BE49-F238E27FC236}">
                    <a16:creationId xmlns:a16="http://schemas.microsoft.com/office/drawing/2014/main" id="{B00BD724-F471-F030-873B-4F2DD87FBD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36597" y="2914311"/>
                <a:ext cx="884687" cy="311817"/>
              </a:xfrm>
              <a:prstGeom prst="rect">
                <a:avLst/>
              </a:prstGeom>
              <a:blipFill>
                <a:blip r:embed="rId5"/>
                <a:stretch>
                  <a:fillRect t="-1961" b="-2156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9226E53-12A6-2C94-69E8-1AAE75C140EE}"/>
              </a:ext>
            </a:extLst>
          </p:cNvPr>
          <p:cNvCxnSpPr/>
          <p:nvPr/>
        </p:nvCxnSpPr>
        <p:spPr>
          <a:xfrm>
            <a:off x="6072152" y="2691729"/>
            <a:ext cx="34870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2FDCCBB-2BF3-3968-1827-3093E7947F76}"/>
              </a:ext>
            </a:extLst>
          </p:cNvPr>
          <p:cNvCxnSpPr/>
          <p:nvPr/>
        </p:nvCxnSpPr>
        <p:spPr>
          <a:xfrm>
            <a:off x="6072152" y="3087969"/>
            <a:ext cx="34870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7ACBCE4-986C-4C02-0D1E-2B42321C3F64}"/>
              </a:ext>
            </a:extLst>
          </p:cNvPr>
          <p:cNvCxnSpPr/>
          <p:nvPr/>
        </p:nvCxnSpPr>
        <p:spPr>
          <a:xfrm>
            <a:off x="6072152" y="3507915"/>
            <a:ext cx="34870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E8392D1-D11B-8690-754C-C395E5D67F78}"/>
              </a:ext>
            </a:extLst>
          </p:cNvPr>
          <p:cNvCxnSpPr>
            <a:cxnSpLocks/>
          </p:cNvCxnSpPr>
          <p:nvPr/>
        </p:nvCxnSpPr>
        <p:spPr>
          <a:xfrm>
            <a:off x="4070632" y="4854175"/>
            <a:ext cx="0" cy="3636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E56B7CC-71E5-33D4-D764-8A6BCD498494}"/>
              </a:ext>
            </a:extLst>
          </p:cNvPr>
          <p:cNvCxnSpPr>
            <a:cxnSpLocks/>
          </p:cNvCxnSpPr>
          <p:nvPr/>
        </p:nvCxnSpPr>
        <p:spPr>
          <a:xfrm>
            <a:off x="4507512" y="4854175"/>
            <a:ext cx="0" cy="3636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030B94C-0163-7CFE-4842-2863DB95CC61}"/>
              </a:ext>
            </a:extLst>
          </p:cNvPr>
          <p:cNvCxnSpPr>
            <a:cxnSpLocks/>
          </p:cNvCxnSpPr>
          <p:nvPr/>
        </p:nvCxnSpPr>
        <p:spPr>
          <a:xfrm>
            <a:off x="4906061" y="4854175"/>
            <a:ext cx="0" cy="3636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819AC4F8-A8EE-6FE2-14D8-3CEFCBB39B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57372" y="2697725"/>
            <a:ext cx="376814" cy="36364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1B1F2B2-A1B6-13AD-3200-6E66D2BB2E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1500" y="4868144"/>
            <a:ext cx="376814" cy="36364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919F3F3-363E-436A-72CE-32E61A8A411C}"/>
              </a:ext>
            </a:extLst>
          </p:cNvPr>
          <p:cNvSpPr txBox="1"/>
          <p:nvPr/>
        </p:nvSpPr>
        <p:spPr>
          <a:xfrm>
            <a:off x="8673353" y="3507915"/>
            <a:ext cx="22792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Perform Matrix Multiplication of these two blocks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5051A10-4465-473B-09F9-867F855EDDA1}"/>
              </a:ext>
            </a:extLst>
          </p:cNvPr>
          <p:cNvCxnSpPr>
            <a:stCxn id="24" idx="1"/>
            <a:endCxn id="22" idx="3"/>
          </p:cNvCxnSpPr>
          <p:nvPr/>
        </p:nvCxnSpPr>
        <p:spPr>
          <a:xfrm flipH="1" flipV="1">
            <a:off x="6434186" y="2879548"/>
            <a:ext cx="2239167" cy="1090032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CE343BB-2E0D-7336-4B38-FAF7BCE4B252}"/>
              </a:ext>
            </a:extLst>
          </p:cNvPr>
          <p:cNvCxnSpPr>
            <a:cxnSpLocks/>
            <a:stCxn id="24" idx="1"/>
            <a:endCxn id="23" idx="3"/>
          </p:cNvCxnSpPr>
          <p:nvPr/>
        </p:nvCxnSpPr>
        <p:spPr>
          <a:xfrm flipH="1">
            <a:off x="4458314" y="3969580"/>
            <a:ext cx="4215039" cy="1080387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6584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C5B0A-7022-E48D-AD1D-F5FBCA509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Matrix Multiplication</a:t>
            </a:r>
          </a:p>
        </p:txBody>
      </p:sp>
      <p:grpSp>
        <p:nvGrpSpPr>
          <p:cNvPr id="6" name="组合 18">
            <a:extLst>
              <a:ext uri="{FF2B5EF4-FFF2-40B4-BE49-F238E27FC236}">
                <a16:creationId xmlns:a16="http://schemas.microsoft.com/office/drawing/2014/main" id="{D517CD10-9B58-3729-9543-7A8CD7957A5A}"/>
              </a:ext>
            </a:extLst>
          </p:cNvPr>
          <p:cNvGrpSpPr/>
          <p:nvPr/>
        </p:nvGrpSpPr>
        <p:grpSpPr>
          <a:xfrm>
            <a:off x="5615642" y="4169232"/>
            <a:ext cx="1502106" cy="1563500"/>
            <a:chOff x="2312193" y="4191000"/>
            <a:chExt cx="1150938" cy="1295400"/>
          </a:xfrm>
        </p:grpSpPr>
        <p:sp>
          <p:nvSpPr>
            <p:cNvPr id="7" name="Rectangle 4">
              <a:extLst>
                <a:ext uri="{FF2B5EF4-FFF2-40B4-BE49-F238E27FC236}">
                  <a16:creationId xmlns:a16="http://schemas.microsoft.com/office/drawing/2014/main" id="{78A9016A-A2BC-8133-F888-2A98080E54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2193" y="4191000"/>
              <a:ext cx="1150938" cy="1295400"/>
            </a:xfrm>
            <a:prstGeom prst="rect">
              <a:avLst/>
            </a:prstGeom>
            <a:noFill/>
            <a:ln w="12700">
              <a:solidFill>
                <a:schemeClr val="bg2">
                  <a:lumMod val="1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67D299E-B6B4-BE0F-2DA8-082ED8BEE2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439" y="4742439"/>
              <a:ext cx="288721" cy="301289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bg2">
                  <a:lumMod val="10000"/>
                </a:scheme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 Box 15">
                  <a:extLst>
                    <a:ext uri="{FF2B5EF4-FFF2-40B4-BE49-F238E27FC236}">
                      <a16:creationId xmlns:a16="http://schemas.microsoft.com/office/drawing/2014/main" id="{CA935EAD-4108-D434-2352-4CD697C2481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97931" y="4419600"/>
                  <a:ext cx="677862" cy="27876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CN" sz="1400" i="1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ea typeface="宋体" charset="-122"/>
                            </a:rPr>
                          </m:ctrlPr>
                        </m:sSupPr>
                        <m:e>
                          <m:r>
                            <a:rPr lang="en-US" altLang="zh-CN" sz="1400" i="1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  <a:ea typeface="宋体" charset="-122"/>
                            </a:rPr>
                            <m:t>𝐶</m:t>
                          </m:r>
                        </m:e>
                        <m:sup>
                          <m:r>
                            <a:rPr lang="en-US" altLang="zh-CN" sz="1400" i="1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  <a:ea typeface="宋体" charset="-122"/>
                            </a:rPr>
                            <m:t>𝑏</m:t>
                          </m:r>
                        </m:sup>
                      </m:sSup>
                      <m:r>
                        <a:rPr lang="en-US" altLang="zh-CN" sz="1400" b="0" i="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ea typeface="宋体" charset="-122"/>
                        </a:rPr>
                        <m:t>[</m:t>
                      </m:r>
                    </m:oMath>
                  </a14:m>
                  <a:r>
                    <a:rPr lang="en-US" altLang="zh-CN" sz="1400" err="1">
                      <a:solidFill>
                        <a:schemeClr val="bg2">
                          <a:lumMod val="10000"/>
                        </a:schemeClr>
                      </a:solidFill>
                      <a:ea typeface="宋体" charset="-122"/>
                    </a:rPr>
                    <a:t>i,j</a:t>
                  </a:r>
                  <a:r>
                    <a:rPr lang="en-US" altLang="zh-CN" sz="1400">
                      <a:solidFill>
                        <a:schemeClr val="bg2">
                          <a:lumMod val="10000"/>
                        </a:schemeClr>
                      </a:solidFill>
                      <a:ea typeface="宋体" charset="-122"/>
                    </a:rPr>
                    <a:t>]</a:t>
                  </a:r>
                </a:p>
              </p:txBody>
            </p:sp>
          </mc:Choice>
          <mc:Fallback xmlns="">
            <p:sp>
              <p:nvSpPr>
                <p:cNvPr id="9" name="Text Box 15">
                  <a:extLst>
                    <a:ext uri="{FF2B5EF4-FFF2-40B4-BE49-F238E27FC236}">
                      <a16:creationId xmlns:a16="http://schemas.microsoft.com/office/drawing/2014/main" id="{F392CFCD-64C3-4B31-B346-B536F3E10F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97931" y="4419600"/>
                  <a:ext cx="677862" cy="278764"/>
                </a:xfrm>
                <a:prstGeom prst="rect">
                  <a:avLst/>
                </a:prstGeom>
                <a:blipFill>
                  <a:blip r:embed="rId3"/>
                  <a:stretch>
                    <a:fillRect t="-1818" b="-10909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" name="Rectangle 6">
            <a:extLst>
              <a:ext uri="{FF2B5EF4-FFF2-40B4-BE49-F238E27FC236}">
                <a16:creationId xmlns:a16="http://schemas.microsoft.com/office/drawing/2014/main" id="{77F7E7DE-3DD6-6D2A-2189-9074178568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8943" y="4169232"/>
            <a:ext cx="1502107" cy="1563500"/>
          </a:xfrm>
          <a:prstGeom prst="rect">
            <a:avLst/>
          </a:prstGeom>
          <a:noFill/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FD5CE0AA-0300-D241-0073-4FD8C06E90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5642" y="2316445"/>
            <a:ext cx="1504178" cy="1563500"/>
          </a:xfrm>
          <a:prstGeom prst="rect">
            <a:avLst/>
          </a:prstGeom>
          <a:noFill/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2" name="Rectangle 13">
            <a:extLst>
              <a:ext uri="{FF2B5EF4-FFF2-40B4-BE49-F238E27FC236}">
                <a16:creationId xmlns:a16="http://schemas.microsoft.com/office/drawing/2014/main" id="{BA46DA20-AC47-48C0-4990-1DFAA9CE58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8943" y="4854175"/>
            <a:ext cx="1502107" cy="3636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3" name="Rectangle 14">
            <a:extLst>
              <a:ext uri="{FF2B5EF4-FFF2-40B4-BE49-F238E27FC236}">
                <a16:creationId xmlns:a16="http://schemas.microsoft.com/office/drawing/2014/main" id="{D63E2BE7-B17D-3DE5-3F2C-C1F5699C0D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2152" y="2316445"/>
            <a:ext cx="348977" cy="1563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vert="vert" wrap="none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Box 17">
                <a:extLst>
                  <a:ext uri="{FF2B5EF4-FFF2-40B4-BE49-F238E27FC236}">
                    <a16:creationId xmlns:a16="http://schemas.microsoft.com/office/drawing/2014/main" id="{D4C7AD71-2930-AA8B-E5ED-14C2BF8DB0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67658" y="4430363"/>
                <a:ext cx="882616" cy="31181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 dirty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pPr>
                      <m:e>
                        <m:r>
                          <a:rPr lang="en-US" altLang="zh-CN" sz="1400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宋体" charset="-122"/>
                          </a:rPr>
                          <m:t>𝐴</m:t>
                        </m:r>
                      </m:e>
                      <m:sup>
                        <m:r>
                          <a:rPr lang="en-US" altLang="zh-CN" sz="1400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宋体" charset="-122"/>
                          </a:rPr>
                          <m:t>𝑏</m:t>
                        </m:r>
                      </m:sup>
                    </m:sSup>
                    <m:r>
                      <a:rPr lang="en-US" altLang="zh-CN" sz="1400" b="0" i="0" dirty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[</m:t>
                    </m:r>
                  </m:oMath>
                </a14:m>
                <a:r>
                  <a:rPr lang="en-US" altLang="zh-CN" sz="1400" err="1">
                    <a:solidFill>
                      <a:schemeClr val="bg2">
                        <a:lumMod val="10000"/>
                      </a:schemeClr>
                    </a:solidFill>
                    <a:ea typeface="宋体" charset="-122"/>
                  </a:rPr>
                  <a:t>i</a:t>
                </a:r>
                <a:r>
                  <a:rPr lang="en-US" altLang="zh-CN" sz="1400">
                    <a:solidFill>
                      <a:schemeClr val="bg2">
                        <a:lumMod val="10000"/>
                      </a:schemeClr>
                    </a:solidFill>
                    <a:ea typeface="宋体" charset="-122"/>
                  </a:rPr>
                  <a:t>,:]</a:t>
                </a:r>
              </a:p>
            </p:txBody>
          </p:sp>
        </mc:Choice>
        <mc:Fallback xmlns="">
          <p:sp>
            <p:nvSpPr>
              <p:cNvPr id="14" name="Text Box 17">
                <a:extLst>
                  <a:ext uri="{FF2B5EF4-FFF2-40B4-BE49-F238E27FC236}">
                    <a16:creationId xmlns:a16="http://schemas.microsoft.com/office/drawing/2014/main" id="{D4C7AD71-2930-AA8B-E5ED-14C2BF8DB0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67658" y="4430363"/>
                <a:ext cx="882616" cy="311817"/>
              </a:xfrm>
              <a:prstGeom prst="rect">
                <a:avLst/>
              </a:prstGeom>
              <a:blipFill>
                <a:blip r:embed="rId4"/>
                <a:stretch>
                  <a:fillRect t="-1961" b="-1960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Box 18">
                <a:extLst>
                  <a:ext uri="{FF2B5EF4-FFF2-40B4-BE49-F238E27FC236}">
                    <a16:creationId xmlns:a16="http://schemas.microsoft.com/office/drawing/2014/main" id="{B00BD724-F471-F030-873B-4F2DD87FBD8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36597" y="2914311"/>
                <a:ext cx="884687" cy="31181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 dirty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pPr>
                      <m:e>
                        <m:r>
                          <a:rPr lang="en-US" altLang="zh-CN" sz="1400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宋体" charset="-122"/>
                          </a:rPr>
                          <m:t>𝐵</m:t>
                        </m:r>
                      </m:e>
                      <m:sup>
                        <m:r>
                          <a:rPr lang="en-US" altLang="zh-CN" sz="1400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宋体" charset="-122"/>
                          </a:rPr>
                          <m:t>𝑏</m:t>
                        </m:r>
                      </m:sup>
                    </m:sSup>
                    <m:r>
                      <a:rPr lang="en-US" altLang="zh-CN" sz="1400" b="0" i="0" dirty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[</m:t>
                    </m:r>
                  </m:oMath>
                </a14:m>
                <a:r>
                  <a:rPr lang="en-US" altLang="zh-CN" sz="1400">
                    <a:solidFill>
                      <a:schemeClr val="bg2">
                        <a:lumMod val="10000"/>
                      </a:schemeClr>
                    </a:solidFill>
                    <a:ea typeface="宋体" charset="-122"/>
                  </a:rPr>
                  <a:t>:,j]</a:t>
                </a:r>
              </a:p>
            </p:txBody>
          </p:sp>
        </mc:Choice>
        <mc:Fallback xmlns="">
          <p:sp>
            <p:nvSpPr>
              <p:cNvPr id="15" name="Text Box 18">
                <a:extLst>
                  <a:ext uri="{FF2B5EF4-FFF2-40B4-BE49-F238E27FC236}">
                    <a16:creationId xmlns:a16="http://schemas.microsoft.com/office/drawing/2014/main" id="{B00BD724-F471-F030-873B-4F2DD87FBD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36597" y="2914311"/>
                <a:ext cx="884687" cy="311817"/>
              </a:xfrm>
              <a:prstGeom prst="rect">
                <a:avLst/>
              </a:prstGeom>
              <a:blipFill>
                <a:blip r:embed="rId5"/>
                <a:stretch>
                  <a:fillRect t="-1961" b="-2156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9226E53-12A6-2C94-69E8-1AAE75C140EE}"/>
              </a:ext>
            </a:extLst>
          </p:cNvPr>
          <p:cNvCxnSpPr/>
          <p:nvPr/>
        </p:nvCxnSpPr>
        <p:spPr>
          <a:xfrm>
            <a:off x="6072152" y="2691729"/>
            <a:ext cx="34870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2FDCCBB-2BF3-3968-1827-3093E7947F76}"/>
              </a:ext>
            </a:extLst>
          </p:cNvPr>
          <p:cNvCxnSpPr/>
          <p:nvPr/>
        </p:nvCxnSpPr>
        <p:spPr>
          <a:xfrm>
            <a:off x="6072152" y="3087969"/>
            <a:ext cx="34870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7ACBCE4-986C-4C02-0D1E-2B42321C3F64}"/>
              </a:ext>
            </a:extLst>
          </p:cNvPr>
          <p:cNvCxnSpPr/>
          <p:nvPr/>
        </p:nvCxnSpPr>
        <p:spPr>
          <a:xfrm>
            <a:off x="6072152" y="3507915"/>
            <a:ext cx="34870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E8392D1-D11B-8690-754C-C395E5D67F78}"/>
              </a:ext>
            </a:extLst>
          </p:cNvPr>
          <p:cNvCxnSpPr>
            <a:cxnSpLocks/>
          </p:cNvCxnSpPr>
          <p:nvPr/>
        </p:nvCxnSpPr>
        <p:spPr>
          <a:xfrm>
            <a:off x="4070632" y="4854175"/>
            <a:ext cx="0" cy="3636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E56B7CC-71E5-33D4-D764-8A6BCD498494}"/>
              </a:ext>
            </a:extLst>
          </p:cNvPr>
          <p:cNvCxnSpPr>
            <a:cxnSpLocks/>
          </p:cNvCxnSpPr>
          <p:nvPr/>
        </p:nvCxnSpPr>
        <p:spPr>
          <a:xfrm>
            <a:off x="4507512" y="4854175"/>
            <a:ext cx="0" cy="3636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030B94C-0163-7CFE-4842-2863DB95CC61}"/>
              </a:ext>
            </a:extLst>
          </p:cNvPr>
          <p:cNvCxnSpPr>
            <a:cxnSpLocks/>
          </p:cNvCxnSpPr>
          <p:nvPr/>
        </p:nvCxnSpPr>
        <p:spPr>
          <a:xfrm>
            <a:off x="4906061" y="4854175"/>
            <a:ext cx="0" cy="3636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819AC4F8-A8EE-6FE2-14D8-3CEFCBB39B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57372" y="3111675"/>
            <a:ext cx="376814" cy="36364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1B1F2B2-A1B6-13AD-3200-6E66D2BB2E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3137" y="4854174"/>
            <a:ext cx="376814" cy="36364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919F3F3-363E-436A-72CE-32E61A8A411C}"/>
              </a:ext>
            </a:extLst>
          </p:cNvPr>
          <p:cNvSpPr txBox="1"/>
          <p:nvPr/>
        </p:nvSpPr>
        <p:spPr>
          <a:xfrm>
            <a:off x="8673353" y="3507915"/>
            <a:ext cx="22792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Perform Matrix Multiplication of these two blocks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5051A10-4465-473B-09F9-867F855EDDA1}"/>
              </a:ext>
            </a:extLst>
          </p:cNvPr>
          <p:cNvCxnSpPr>
            <a:stCxn id="24" idx="1"/>
            <a:endCxn id="22" idx="3"/>
          </p:cNvCxnSpPr>
          <p:nvPr/>
        </p:nvCxnSpPr>
        <p:spPr>
          <a:xfrm flipH="1" flipV="1">
            <a:off x="6434186" y="3293498"/>
            <a:ext cx="2239167" cy="676082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CE343BB-2E0D-7336-4B38-FAF7BCE4B252}"/>
              </a:ext>
            </a:extLst>
          </p:cNvPr>
          <p:cNvCxnSpPr>
            <a:cxnSpLocks/>
            <a:stCxn id="24" idx="1"/>
            <a:endCxn id="23" idx="3"/>
          </p:cNvCxnSpPr>
          <p:nvPr/>
        </p:nvCxnSpPr>
        <p:spPr>
          <a:xfrm flipH="1">
            <a:off x="4879951" y="3969580"/>
            <a:ext cx="3793402" cy="1066417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48535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C5B0A-7022-E48D-AD1D-F5FBCA509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Matrix Multiplication</a:t>
            </a:r>
          </a:p>
        </p:txBody>
      </p:sp>
      <p:grpSp>
        <p:nvGrpSpPr>
          <p:cNvPr id="6" name="组合 18">
            <a:extLst>
              <a:ext uri="{FF2B5EF4-FFF2-40B4-BE49-F238E27FC236}">
                <a16:creationId xmlns:a16="http://schemas.microsoft.com/office/drawing/2014/main" id="{D517CD10-9B58-3729-9543-7A8CD7957A5A}"/>
              </a:ext>
            </a:extLst>
          </p:cNvPr>
          <p:cNvGrpSpPr/>
          <p:nvPr/>
        </p:nvGrpSpPr>
        <p:grpSpPr>
          <a:xfrm>
            <a:off x="5615642" y="4169232"/>
            <a:ext cx="1502106" cy="1563500"/>
            <a:chOff x="2312193" y="4191000"/>
            <a:chExt cx="1150938" cy="1295400"/>
          </a:xfrm>
        </p:grpSpPr>
        <p:sp>
          <p:nvSpPr>
            <p:cNvPr id="7" name="Rectangle 4">
              <a:extLst>
                <a:ext uri="{FF2B5EF4-FFF2-40B4-BE49-F238E27FC236}">
                  <a16:creationId xmlns:a16="http://schemas.microsoft.com/office/drawing/2014/main" id="{78A9016A-A2BC-8133-F888-2A98080E54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2193" y="4191000"/>
              <a:ext cx="1150938" cy="1295400"/>
            </a:xfrm>
            <a:prstGeom prst="rect">
              <a:avLst/>
            </a:prstGeom>
            <a:noFill/>
            <a:ln w="12700">
              <a:solidFill>
                <a:schemeClr val="bg2">
                  <a:lumMod val="1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67D299E-B6B4-BE0F-2DA8-082ED8BEE2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439" y="4742439"/>
              <a:ext cx="288721" cy="301289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bg2">
                  <a:lumMod val="10000"/>
                </a:scheme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 Box 15">
                  <a:extLst>
                    <a:ext uri="{FF2B5EF4-FFF2-40B4-BE49-F238E27FC236}">
                      <a16:creationId xmlns:a16="http://schemas.microsoft.com/office/drawing/2014/main" id="{CA935EAD-4108-D434-2352-4CD697C2481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97931" y="4419600"/>
                  <a:ext cx="677862" cy="27876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CN" sz="1400" i="1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ea typeface="宋体" charset="-122"/>
                            </a:rPr>
                          </m:ctrlPr>
                        </m:sSupPr>
                        <m:e>
                          <m:r>
                            <a:rPr lang="en-US" altLang="zh-CN" sz="1400" i="1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  <a:ea typeface="宋体" charset="-122"/>
                            </a:rPr>
                            <m:t>𝐶</m:t>
                          </m:r>
                        </m:e>
                        <m:sup>
                          <m:r>
                            <a:rPr lang="en-US" altLang="zh-CN" sz="1400" i="1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  <a:ea typeface="宋体" charset="-122"/>
                            </a:rPr>
                            <m:t>𝑏</m:t>
                          </m:r>
                        </m:sup>
                      </m:sSup>
                      <m:r>
                        <a:rPr lang="en-US" altLang="zh-CN" sz="1400" b="0" i="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ea typeface="宋体" charset="-122"/>
                        </a:rPr>
                        <m:t>[</m:t>
                      </m:r>
                    </m:oMath>
                  </a14:m>
                  <a:r>
                    <a:rPr lang="en-US" altLang="zh-CN" sz="1400" err="1">
                      <a:solidFill>
                        <a:schemeClr val="bg2">
                          <a:lumMod val="10000"/>
                        </a:schemeClr>
                      </a:solidFill>
                      <a:ea typeface="宋体" charset="-122"/>
                    </a:rPr>
                    <a:t>i,j</a:t>
                  </a:r>
                  <a:r>
                    <a:rPr lang="en-US" altLang="zh-CN" sz="1400">
                      <a:solidFill>
                        <a:schemeClr val="bg2">
                          <a:lumMod val="10000"/>
                        </a:schemeClr>
                      </a:solidFill>
                      <a:ea typeface="宋体" charset="-122"/>
                    </a:rPr>
                    <a:t>]</a:t>
                  </a:r>
                </a:p>
              </p:txBody>
            </p:sp>
          </mc:Choice>
          <mc:Fallback xmlns="">
            <p:sp>
              <p:nvSpPr>
                <p:cNvPr id="9" name="Text Box 15">
                  <a:extLst>
                    <a:ext uri="{FF2B5EF4-FFF2-40B4-BE49-F238E27FC236}">
                      <a16:creationId xmlns:a16="http://schemas.microsoft.com/office/drawing/2014/main" id="{F392CFCD-64C3-4B31-B346-B536F3E10F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97931" y="4419600"/>
                  <a:ext cx="677862" cy="278764"/>
                </a:xfrm>
                <a:prstGeom prst="rect">
                  <a:avLst/>
                </a:prstGeom>
                <a:blipFill>
                  <a:blip r:embed="rId3"/>
                  <a:stretch>
                    <a:fillRect t="-1818" b="-10909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" name="Rectangle 6">
            <a:extLst>
              <a:ext uri="{FF2B5EF4-FFF2-40B4-BE49-F238E27FC236}">
                <a16:creationId xmlns:a16="http://schemas.microsoft.com/office/drawing/2014/main" id="{77F7E7DE-3DD6-6D2A-2189-9074178568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8943" y="4169232"/>
            <a:ext cx="1502107" cy="1563500"/>
          </a:xfrm>
          <a:prstGeom prst="rect">
            <a:avLst/>
          </a:prstGeom>
          <a:noFill/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FD5CE0AA-0300-D241-0073-4FD8C06E90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5642" y="2316445"/>
            <a:ext cx="1504178" cy="1563500"/>
          </a:xfrm>
          <a:prstGeom prst="rect">
            <a:avLst/>
          </a:prstGeom>
          <a:noFill/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2" name="Rectangle 13">
            <a:extLst>
              <a:ext uri="{FF2B5EF4-FFF2-40B4-BE49-F238E27FC236}">
                <a16:creationId xmlns:a16="http://schemas.microsoft.com/office/drawing/2014/main" id="{BA46DA20-AC47-48C0-4990-1DFAA9CE58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8943" y="4854175"/>
            <a:ext cx="1502107" cy="3636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3" name="Rectangle 14">
            <a:extLst>
              <a:ext uri="{FF2B5EF4-FFF2-40B4-BE49-F238E27FC236}">
                <a16:creationId xmlns:a16="http://schemas.microsoft.com/office/drawing/2014/main" id="{D63E2BE7-B17D-3DE5-3F2C-C1F5699C0D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2152" y="2316445"/>
            <a:ext cx="348977" cy="1563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vert="vert" wrap="none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Box 17">
                <a:extLst>
                  <a:ext uri="{FF2B5EF4-FFF2-40B4-BE49-F238E27FC236}">
                    <a16:creationId xmlns:a16="http://schemas.microsoft.com/office/drawing/2014/main" id="{D4C7AD71-2930-AA8B-E5ED-14C2BF8DB0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67658" y="4430363"/>
                <a:ext cx="882616" cy="31181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 dirty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pPr>
                      <m:e>
                        <m:r>
                          <a:rPr lang="en-US" altLang="zh-CN" sz="1400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宋体" charset="-122"/>
                          </a:rPr>
                          <m:t>𝐴</m:t>
                        </m:r>
                      </m:e>
                      <m:sup>
                        <m:r>
                          <a:rPr lang="en-US" altLang="zh-CN" sz="1400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宋体" charset="-122"/>
                          </a:rPr>
                          <m:t>𝑏</m:t>
                        </m:r>
                      </m:sup>
                    </m:sSup>
                    <m:r>
                      <a:rPr lang="en-US" altLang="zh-CN" sz="1400" b="0" i="0" dirty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[</m:t>
                    </m:r>
                  </m:oMath>
                </a14:m>
                <a:r>
                  <a:rPr lang="en-US" altLang="zh-CN" sz="1400" err="1">
                    <a:solidFill>
                      <a:schemeClr val="bg2">
                        <a:lumMod val="10000"/>
                      </a:schemeClr>
                    </a:solidFill>
                    <a:ea typeface="宋体" charset="-122"/>
                  </a:rPr>
                  <a:t>i</a:t>
                </a:r>
                <a:r>
                  <a:rPr lang="en-US" altLang="zh-CN" sz="1400">
                    <a:solidFill>
                      <a:schemeClr val="bg2">
                        <a:lumMod val="10000"/>
                      </a:schemeClr>
                    </a:solidFill>
                    <a:ea typeface="宋体" charset="-122"/>
                  </a:rPr>
                  <a:t>,:]</a:t>
                </a:r>
              </a:p>
            </p:txBody>
          </p:sp>
        </mc:Choice>
        <mc:Fallback xmlns="">
          <p:sp>
            <p:nvSpPr>
              <p:cNvPr id="14" name="Text Box 17">
                <a:extLst>
                  <a:ext uri="{FF2B5EF4-FFF2-40B4-BE49-F238E27FC236}">
                    <a16:creationId xmlns:a16="http://schemas.microsoft.com/office/drawing/2014/main" id="{D4C7AD71-2930-AA8B-E5ED-14C2BF8DB0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67658" y="4430363"/>
                <a:ext cx="882616" cy="311817"/>
              </a:xfrm>
              <a:prstGeom prst="rect">
                <a:avLst/>
              </a:prstGeom>
              <a:blipFill>
                <a:blip r:embed="rId4"/>
                <a:stretch>
                  <a:fillRect t="-1961" b="-1960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Box 18">
                <a:extLst>
                  <a:ext uri="{FF2B5EF4-FFF2-40B4-BE49-F238E27FC236}">
                    <a16:creationId xmlns:a16="http://schemas.microsoft.com/office/drawing/2014/main" id="{B00BD724-F471-F030-873B-4F2DD87FBD8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36597" y="2914311"/>
                <a:ext cx="884687" cy="31181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 dirty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pPr>
                      <m:e>
                        <m:r>
                          <a:rPr lang="en-US" altLang="zh-CN" sz="1400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宋体" charset="-122"/>
                          </a:rPr>
                          <m:t>𝐵</m:t>
                        </m:r>
                      </m:e>
                      <m:sup>
                        <m:r>
                          <a:rPr lang="en-US" altLang="zh-CN" sz="1400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宋体" charset="-122"/>
                          </a:rPr>
                          <m:t>𝑏</m:t>
                        </m:r>
                      </m:sup>
                    </m:sSup>
                    <m:r>
                      <a:rPr lang="en-US" altLang="zh-CN" sz="1400" b="0" i="0" dirty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[</m:t>
                    </m:r>
                  </m:oMath>
                </a14:m>
                <a:r>
                  <a:rPr lang="en-US" altLang="zh-CN" sz="1400">
                    <a:solidFill>
                      <a:schemeClr val="bg2">
                        <a:lumMod val="10000"/>
                      </a:schemeClr>
                    </a:solidFill>
                    <a:ea typeface="宋体" charset="-122"/>
                  </a:rPr>
                  <a:t>:,j]</a:t>
                </a:r>
              </a:p>
            </p:txBody>
          </p:sp>
        </mc:Choice>
        <mc:Fallback xmlns="">
          <p:sp>
            <p:nvSpPr>
              <p:cNvPr id="15" name="Text Box 18">
                <a:extLst>
                  <a:ext uri="{FF2B5EF4-FFF2-40B4-BE49-F238E27FC236}">
                    <a16:creationId xmlns:a16="http://schemas.microsoft.com/office/drawing/2014/main" id="{B00BD724-F471-F030-873B-4F2DD87FBD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36597" y="2914311"/>
                <a:ext cx="884687" cy="311817"/>
              </a:xfrm>
              <a:prstGeom prst="rect">
                <a:avLst/>
              </a:prstGeom>
              <a:blipFill>
                <a:blip r:embed="rId5"/>
                <a:stretch>
                  <a:fillRect t="-1961" b="-2156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9226E53-12A6-2C94-69E8-1AAE75C140EE}"/>
              </a:ext>
            </a:extLst>
          </p:cNvPr>
          <p:cNvCxnSpPr/>
          <p:nvPr/>
        </p:nvCxnSpPr>
        <p:spPr>
          <a:xfrm>
            <a:off x="6072152" y="2691729"/>
            <a:ext cx="34870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2FDCCBB-2BF3-3968-1827-3093E7947F76}"/>
              </a:ext>
            </a:extLst>
          </p:cNvPr>
          <p:cNvCxnSpPr/>
          <p:nvPr/>
        </p:nvCxnSpPr>
        <p:spPr>
          <a:xfrm>
            <a:off x="6072152" y="3087969"/>
            <a:ext cx="34870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7ACBCE4-986C-4C02-0D1E-2B42321C3F64}"/>
              </a:ext>
            </a:extLst>
          </p:cNvPr>
          <p:cNvCxnSpPr/>
          <p:nvPr/>
        </p:nvCxnSpPr>
        <p:spPr>
          <a:xfrm>
            <a:off x="6072152" y="3507915"/>
            <a:ext cx="34870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E8392D1-D11B-8690-754C-C395E5D67F78}"/>
              </a:ext>
            </a:extLst>
          </p:cNvPr>
          <p:cNvCxnSpPr>
            <a:cxnSpLocks/>
          </p:cNvCxnSpPr>
          <p:nvPr/>
        </p:nvCxnSpPr>
        <p:spPr>
          <a:xfrm>
            <a:off x="4070632" y="4854175"/>
            <a:ext cx="0" cy="3636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E56B7CC-71E5-33D4-D764-8A6BCD498494}"/>
              </a:ext>
            </a:extLst>
          </p:cNvPr>
          <p:cNvCxnSpPr>
            <a:cxnSpLocks/>
          </p:cNvCxnSpPr>
          <p:nvPr/>
        </p:nvCxnSpPr>
        <p:spPr>
          <a:xfrm>
            <a:off x="4507512" y="4854175"/>
            <a:ext cx="0" cy="3636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030B94C-0163-7CFE-4842-2863DB95CC61}"/>
              </a:ext>
            </a:extLst>
          </p:cNvPr>
          <p:cNvCxnSpPr>
            <a:cxnSpLocks/>
          </p:cNvCxnSpPr>
          <p:nvPr/>
        </p:nvCxnSpPr>
        <p:spPr>
          <a:xfrm>
            <a:off x="4906061" y="4854175"/>
            <a:ext cx="0" cy="3636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819AC4F8-A8EE-6FE2-14D8-3CEFCBB39B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57372" y="3498789"/>
            <a:ext cx="376814" cy="36364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1B1F2B2-A1B6-13AD-3200-6E66D2BB2E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4268" y="4854174"/>
            <a:ext cx="376814" cy="36364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919F3F3-363E-436A-72CE-32E61A8A411C}"/>
              </a:ext>
            </a:extLst>
          </p:cNvPr>
          <p:cNvSpPr txBox="1"/>
          <p:nvPr/>
        </p:nvSpPr>
        <p:spPr>
          <a:xfrm>
            <a:off x="8673353" y="3507915"/>
            <a:ext cx="22792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Perform Matrix Multiplication of these two blocks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5051A10-4465-473B-09F9-867F855EDDA1}"/>
              </a:ext>
            </a:extLst>
          </p:cNvPr>
          <p:cNvCxnSpPr>
            <a:stCxn id="24" idx="1"/>
            <a:endCxn id="22" idx="3"/>
          </p:cNvCxnSpPr>
          <p:nvPr/>
        </p:nvCxnSpPr>
        <p:spPr>
          <a:xfrm flipH="1" flipV="1">
            <a:off x="6434186" y="3680612"/>
            <a:ext cx="2239167" cy="288968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CE343BB-2E0D-7336-4B38-FAF7BCE4B252}"/>
              </a:ext>
            </a:extLst>
          </p:cNvPr>
          <p:cNvCxnSpPr>
            <a:cxnSpLocks/>
            <a:stCxn id="24" idx="1"/>
            <a:endCxn id="23" idx="3"/>
          </p:cNvCxnSpPr>
          <p:nvPr/>
        </p:nvCxnSpPr>
        <p:spPr>
          <a:xfrm flipH="1">
            <a:off x="5321082" y="3969580"/>
            <a:ext cx="3352271" cy="1066417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88687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894E2-47D0-8E3B-DC5A-5F1C2CBFE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Matrix Multiplication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976A62-B076-B15F-1AB3-D63DA9CEA7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=3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rad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Data Reuse Factor =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???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976A62-B076-B15F-1AB3-D63DA9CEA7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80401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4CD7A-A1C2-7D93-FF8C-107CD5D5E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7FCAE-A6EF-BE86-BA51-DFC7F1A39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Matrix Multiplication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084770-B22F-4966-E66C-14387F3AA0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each </a:t>
            </a:r>
            <a:r>
              <a:rPr lang="en-US" dirty="0" err="1"/>
              <a:t>C</a:t>
            </a:r>
            <a:r>
              <a:rPr lang="en-US" baseline="30000" dirty="0" err="1"/>
              <a:t>b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][j]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47445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EA5A1-9E77-730C-E209-44F73789B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E173A-B5E9-C6A6-B86C-F6D24B093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Matrix Multiplication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00332C-B068-AE07-9070-53048128B4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For each </a:t>
                </a:r>
                <a:r>
                  <a:rPr lang="en-US" dirty="0" err="1"/>
                  <a:t>C</a:t>
                </a:r>
                <a:r>
                  <a:rPr lang="en-US" baseline="30000" dirty="0" err="1"/>
                  <a:t>b</a:t>
                </a:r>
                <a:r>
                  <a:rPr lang="en-US" dirty="0"/>
                  <a:t>[</a:t>
                </a:r>
                <a:r>
                  <a:rPr lang="en-US" dirty="0" err="1"/>
                  <a:t>i</a:t>
                </a:r>
                <a:r>
                  <a:rPr lang="en-US" dirty="0"/>
                  <a:t>][j]</a:t>
                </a:r>
              </a:p>
              <a:p>
                <a:endParaRPr lang="en-US" dirty="0"/>
              </a:p>
              <a:p>
                <a:r>
                  <a:rPr lang="en-US" dirty="0"/>
                  <a:t>Fetch A</a:t>
                </a:r>
                <a:r>
                  <a:rPr lang="en-US" baseline="30000" dirty="0"/>
                  <a:t>b</a:t>
                </a:r>
                <a:r>
                  <a:rPr lang="en-US" dirty="0"/>
                  <a:t>[</a:t>
                </a:r>
                <a:r>
                  <a:rPr lang="en-US" dirty="0" err="1"/>
                  <a:t>i</a:t>
                </a:r>
                <a:r>
                  <a:rPr lang="en-US" dirty="0"/>
                  <a:t>][k],  B</a:t>
                </a:r>
                <a:r>
                  <a:rPr lang="en-US" baseline="30000" dirty="0"/>
                  <a:t>b</a:t>
                </a:r>
                <a:r>
                  <a:rPr lang="en-US" dirty="0"/>
                  <a:t>[k][j],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– </a:t>
                </a:r>
                <a:r>
                  <a:rPr lang="en-US" dirty="0">
                    <a:solidFill>
                      <a:srgbClr val="C00000"/>
                    </a:solidFill>
                  </a:rPr>
                  <a:t>how many data transfers?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00332C-B068-AE07-9070-53048128B4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1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23758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B94F1-4D4D-3750-C97E-840CAC542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0DB4B-5361-D4EA-2CB1-74E0A2154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Matrix Multiplication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229C82-AAA8-9383-D73F-9E9B68B378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For each </a:t>
                </a:r>
                <a:r>
                  <a:rPr lang="en-US" dirty="0" err="1"/>
                  <a:t>C</a:t>
                </a:r>
                <a:r>
                  <a:rPr lang="en-US" baseline="30000" dirty="0" err="1"/>
                  <a:t>b</a:t>
                </a:r>
                <a:r>
                  <a:rPr lang="en-US" dirty="0"/>
                  <a:t>[</a:t>
                </a:r>
                <a:r>
                  <a:rPr lang="en-US" dirty="0" err="1"/>
                  <a:t>i</a:t>
                </a:r>
                <a:r>
                  <a:rPr lang="en-US" dirty="0"/>
                  <a:t>][j]</a:t>
                </a:r>
              </a:p>
              <a:p>
                <a:endParaRPr lang="en-US" dirty="0"/>
              </a:p>
              <a:p>
                <a:r>
                  <a:rPr lang="en-US" dirty="0"/>
                  <a:t>Fetch A</a:t>
                </a:r>
                <a:r>
                  <a:rPr lang="en-US" baseline="30000" dirty="0"/>
                  <a:t>b</a:t>
                </a:r>
                <a:r>
                  <a:rPr lang="en-US" dirty="0"/>
                  <a:t>[</a:t>
                </a:r>
                <a:r>
                  <a:rPr lang="en-US" dirty="0" err="1"/>
                  <a:t>i</a:t>
                </a:r>
                <a:r>
                  <a:rPr lang="en-US" dirty="0"/>
                  <a:t>][k],  B</a:t>
                </a:r>
                <a:r>
                  <a:rPr lang="en-US" baseline="30000" dirty="0"/>
                  <a:t>b</a:t>
                </a:r>
                <a:r>
                  <a:rPr lang="en-US" dirty="0"/>
                  <a:t>[k][j],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–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rad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rad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rad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229C82-AAA8-9383-D73F-9E9B68B378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1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Left Brace 3">
            <a:extLst>
              <a:ext uri="{FF2B5EF4-FFF2-40B4-BE49-F238E27FC236}">
                <a16:creationId xmlns:a16="http://schemas.microsoft.com/office/drawing/2014/main" id="{D71A522E-26A9-4C8C-046C-3E3F24B60F0B}"/>
              </a:ext>
            </a:extLst>
          </p:cNvPr>
          <p:cNvSpPr/>
          <p:nvPr/>
        </p:nvSpPr>
        <p:spPr>
          <a:xfrm rot="5400000">
            <a:off x="6148065" y="2163999"/>
            <a:ext cx="258858" cy="1220321"/>
          </a:xfrm>
          <a:prstGeom prst="leftBrac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76DB4C-D9A4-43F8-D366-3C45445CC582}"/>
              </a:ext>
            </a:extLst>
          </p:cNvPr>
          <p:cNvSpPr txBox="1"/>
          <p:nvPr/>
        </p:nvSpPr>
        <p:spPr>
          <a:xfrm>
            <a:off x="5494202" y="2187250"/>
            <a:ext cx="1566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Block Size</a:t>
            </a:r>
          </a:p>
        </p:txBody>
      </p:sp>
    </p:spTree>
    <p:extLst>
      <p:ext uri="{BB962C8B-B14F-4D97-AF65-F5344CB8AC3E}">
        <p14:creationId xmlns:p14="http://schemas.microsoft.com/office/powerpoint/2010/main" val="12122280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C5775-6448-AE1E-FD64-8EB6CECA6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5196C-C6A0-5349-EF76-0D013EBBF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Matrix Multiplication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F42723-9D4E-6666-C838-24C5C836EE5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For each </a:t>
                </a:r>
                <a:r>
                  <a:rPr lang="en-US" dirty="0" err="1"/>
                  <a:t>C</a:t>
                </a:r>
                <a:r>
                  <a:rPr lang="en-US" baseline="30000" dirty="0" err="1"/>
                  <a:t>b</a:t>
                </a:r>
                <a:r>
                  <a:rPr lang="en-US" dirty="0"/>
                  <a:t>[</a:t>
                </a:r>
                <a:r>
                  <a:rPr lang="en-US" dirty="0" err="1"/>
                  <a:t>i</a:t>
                </a:r>
                <a:r>
                  <a:rPr lang="en-US" dirty="0"/>
                  <a:t>][j]</a:t>
                </a:r>
              </a:p>
              <a:p>
                <a:endParaRPr lang="en-US" dirty="0"/>
              </a:p>
              <a:p>
                <a:r>
                  <a:rPr lang="en-US" dirty="0"/>
                  <a:t>Fetch A</a:t>
                </a:r>
                <a:r>
                  <a:rPr lang="en-US" baseline="30000" dirty="0"/>
                  <a:t>b</a:t>
                </a:r>
                <a:r>
                  <a:rPr lang="en-US" dirty="0"/>
                  <a:t>[</a:t>
                </a:r>
                <a:r>
                  <a:rPr lang="en-US" dirty="0" err="1"/>
                  <a:t>i</a:t>
                </a:r>
                <a:r>
                  <a:rPr lang="en-US" dirty="0"/>
                  <a:t>][k],  B</a:t>
                </a:r>
                <a:r>
                  <a:rPr lang="en-US" baseline="30000" dirty="0"/>
                  <a:t>b</a:t>
                </a:r>
                <a:r>
                  <a:rPr lang="en-US" dirty="0"/>
                  <a:t>[k][j],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–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rad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rad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rad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  <a:p>
                <a:endParaRPr lang="en-US" dirty="0">
                  <a:solidFill>
                    <a:srgbClr val="C00000"/>
                  </a:solidFill>
                </a:endParaRPr>
              </a:p>
              <a:p>
                <a:r>
                  <a:rPr lang="en-US" dirty="0"/>
                  <a:t>Computations for A</a:t>
                </a:r>
                <a:r>
                  <a:rPr lang="en-US" baseline="30000" dirty="0"/>
                  <a:t>b</a:t>
                </a:r>
                <a:r>
                  <a:rPr lang="en-US" dirty="0"/>
                  <a:t>[</a:t>
                </a:r>
                <a:r>
                  <a:rPr lang="en-US" dirty="0" err="1"/>
                  <a:t>i</a:t>
                </a:r>
                <a:r>
                  <a:rPr lang="en-US" dirty="0"/>
                  <a:t>][k],  B</a:t>
                </a:r>
                <a:r>
                  <a:rPr lang="en-US" baseline="30000" dirty="0"/>
                  <a:t>b</a:t>
                </a:r>
                <a:r>
                  <a:rPr lang="en-US" dirty="0"/>
                  <a:t>[k][j],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- </a:t>
                </a:r>
                <a:r>
                  <a:rPr lang="en-US" dirty="0">
                    <a:solidFill>
                      <a:srgbClr val="C00000"/>
                    </a:solidFill>
                  </a:rPr>
                  <a:t>??</a:t>
                </a:r>
                <a:r>
                  <a:rPr lang="en-US" dirty="0"/>
                  <a:t> </a:t>
                </a:r>
                <a:r>
                  <a:rPr lang="en-US" dirty="0">
                    <a:solidFill>
                      <a:srgbClr val="C00000"/>
                    </a:solidFill>
                  </a:rPr>
                  <a:t>computations</a:t>
                </a:r>
              </a:p>
              <a:p>
                <a:endParaRPr lang="en-US" dirty="0">
                  <a:solidFill>
                    <a:srgbClr val="C00000"/>
                  </a:solidFill>
                </a:endParaRP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F42723-9D4E-6666-C838-24C5C836EE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1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Left Brace 3">
            <a:extLst>
              <a:ext uri="{FF2B5EF4-FFF2-40B4-BE49-F238E27FC236}">
                <a16:creationId xmlns:a16="http://schemas.microsoft.com/office/drawing/2014/main" id="{F3FBCA6A-ED6A-860E-D4E8-269677DE84DA}"/>
              </a:ext>
            </a:extLst>
          </p:cNvPr>
          <p:cNvSpPr/>
          <p:nvPr/>
        </p:nvSpPr>
        <p:spPr>
          <a:xfrm rot="5400000">
            <a:off x="6148065" y="2163999"/>
            <a:ext cx="258858" cy="1220321"/>
          </a:xfrm>
          <a:prstGeom prst="leftBrac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3E8CD5-C8EA-D1ED-E91B-7E8F92043B7A}"/>
              </a:ext>
            </a:extLst>
          </p:cNvPr>
          <p:cNvSpPr txBox="1"/>
          <p:nvPr/>
        </p:nvSpPr>
        <p:spPr>
          <a:xfrm>
            <a:off x="5494202" y="2187250"/>
            <a:ext cx="1566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Block Size</a:t>
            </a:r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776BC929-627E-EF4B-A178-28E92B52CD74}"/>
              </a:ext>
            </a:extLst>
          </p:cNvPr>
          <p:cNvSpPr/>
          <p:nvPr/>
        </p:nvSpPr>
        <p:spPr>
          <a:xfrm rot="5400000">
            <a:off x="7268393" y="2488564"/>
            <a:ext cx="252133" cy="554691"/>
          </a:xfrm>
          <a:prstGeom prst="leftBrac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B56ADA-6DDF-9ECC-35A5-64224A761E8A}"/>
              </a:ext>
            </a:extLst>
          </p:cNvPr>
          <p:cNvSpPr txBox="1"/>
          <p:nvPr/>
        </p:nvSpPr>
        <p:spPr>
          <a:xfrm>
            <a:off x="6943983" y="2182362"/>
            <a:ext cx="1566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Range of k</a:t>
            </a:r>
          </a:p>
        </p:txBody>
      </p:sp>
    </p:spTree>
    <p:extLst>
      <p:ext uri="{BB962C8B-B14F-4D97-AF65-F5344CB8AC3E}">
        <p14:creationId xmlns:p14="http://schemas.microsoft.com/office/powerpoint/2010/main" val="14643631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A7435-32D6-1379-04B5-024377844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E07C7-4B22-872D-33BF-B49030837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Matrix Multiplication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2C678C-F633-5497-EFED-B780DCF6C5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For each </a:t>
                </a:r>
                <a:r>
                  <a:rPr lang="en-US" dirty="0" err="1"/>
                  <a:t>C</a:t>
                </a:r>
                <a:r>
                  <a:rPr lang="en-US" baseline="30000" dirty="0" err="1"/>
                  <a:t>b</a:t>
                </a:r>
                <a:r>
                  <a:rPr lang="en-US" dirty="0"/>
                  <a:t>[</a:t>
                </a:r>
                <a:r>
                  <a:rPr lang="en-US" dirty="0" err="1"/>
                  <a:t>i</a:t>
                </a:r>
                <a:r>
                  <a:rPr lang="en-US" dirty="0"/>
                  <a:t>][j]</a:t>
                </a:r>
              </a:p>
              <a:p>
                <a:endParaRPr lang="en-US" dirty="0"/>
              </a:p>
              <a:p>
                <a:r>
                  <a:rPr lang="en-US" dirty="0"/>
                  <a:t>Fetch A</a:t>
                </a:r>
                <a:r>
                  <a:rPr lang="en-US" baseline="30000" dirty="0"/>
                  <a:t>b</a:t>
                </a:r>
                <a:r>
                  <a:rPr lang="en-US" dirty="0"/>
                  <a:t>[</a:t>
                </a:r>
                <a:r>
                  <a:rPr lang="en-US" dirty="0" err="1"/>
                  <a:t>i</a:t>
                </a:r>
                <a:r>
                  <a:rPr lang="en-US" dirty="0"/>
                  <a:t>][k],  B</a:t>
                </a:r>
                <a:r>
                  <a:rPr lang="en-US" baseline="30000" dirty="0"/>
                  <a:t>b</a:t>
                </a:r>
                <a:r>
                  <a:rPr lang="en-US" dirty="0"/>
                  <a:t>[k][j],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–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rad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rad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rad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  <a:p>
                <a:endParaRPr lang="en-US" dirty="0">
                  <a:solidFill>
                    <a:srgbClr val="C00000"/>
                  </a:solidFill>
                </a:endParaRPr>
              </a:p>
              <a:p>
                <a:r>
                  <a:rPr lang="en-US" dirty="0"/>
                  <a:t>Computations for A</a:t>
                </a:r>
                <a:r>
                  <a:rPr lang="en-US" baseline="30000" dirty="0"/>
                  <a:t>b</a:t>
                </a:r>
                <a:r>
                  <a:rPr lang="en-US" dirty="0"/>
                  <a:t>[</a:t>
                </a:r>
                <a:r>
                  <a:rPr lang="en-US" dirty="0" err="1"/>
                  <a:t>i</a:t>
                </a:r>
                <a:r>
                  <a:rPr lang="en-US" dirty="0"/>
                  <a:t>][k],  B</a:t>
                </a:r>
                <a:r>
                  <a:rPr lang="en-US" baseline="30000" dirty="0"/>
                  <a:t>b</a:t>
                </a:r>
                <a:r>
                  <a:rPr lang="en-US" dirty="0"/>
                  <a:t>[k][j],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-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√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√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computations</a:t>
                </a:r>
              </a:p>
              <a:p>
                <a:endParaRPr lang="en-US" dirty="0">
                  <a:solidFill>
                    <a:srgbClr val="C00000"/>
                  </a:solidFill>
                </a:endParaRP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2C678C-F633-5497-EFED-B780DCF6C5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1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Left Brace 3">
            <a:extLst>
              <a:ext uri="{FF2B5EF4-FFF2-40B4-BE49-F238E27FC236}">
                <a16:creationId xmlns:a16="http://schemas.microsoft.com/office/drawing/2014/main" id="{2F240E83-7655-E73D-3F1A-DBF61FCB66E1}"/>
              </a:ext>
            </a:extLst>
          </p:cNvPr>
          <p:cNvSpPr/>
          <p:nvPr/>
        </p:nvSpPr>
        <p:spPr>
          <a:xfrm rot="5400000">
            <a:off x="7449117" y="3683447"/>
            <a:ext cx="252134" cy="628971"/>
          </a:xfrm>
          <a:prstGeom prst="leftBrac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EB671430-22AE-7E1A-7964-663B097C3AB6}"/>
              </a:ext>
            </a:extLst>
          </p:cNvPr>
          <p:cNvSpPr/>
          <p:nvPr/>
        </p:nvSpPr>
        <p:spPr>
          <a:xfrm rot="5400000">
            <a:off x="8226929" y="3748630"/>
            <a:ext cx="252133" cy="554691"/>
          </a:xfrm>
          <a:prstGeom prst="leftBrac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C31A10-9F2D-F346-6892-01E49D95AB0C}"/>
              </a:ext>
            </a:extLst>
          </p:cNvPr>
          <p:cNvSpPr txBox="1"/>
          <p:nvPr/>
        </p:nvSpPr>
        <p:spPr>
          <a:xfrm>
            <a:off x="7889670" y="3479685"/>
            <a:ext cx="1566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Range of 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B0D83F-6883-64F4-8D0A-5A62D58CA02D}"/>
              </a:ext>
            </a:extLst>
          </p:cNvPr>
          <p:cNvSpPr txBox="1"/>
          <p:nvPr/>
        </p:nvSpPr>
        <p:spPr>
          <a:xfrm>
            <a:off x="5494202" y="3484573"/>
            <a:ext cx="2581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Computations per block</a:t>
            </a:r>
          </a:p>
        </p:txBody>
      </p:sp>
    </p:spTree>
    <p:extLst>
      <p:ext uri="{BB962C8B-B14F-4D97-AF65-F5344CB8AC3E}">
        <p14:creationId xmlns:p14="http://schemas.microsoft.com/office/powerpoint/2010/main" val="40980511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68B204-48F4-F1C5-DDB0-926F26C6F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C5EB6-5F61-337D-370C-76773C7EE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Matrix Multiplication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DCEF5E1-DD0A-4892-A3E2-603F6518F9E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For each </a:t>
                </a:r>
                <a:r>
                  <a:rPr lang="en-US" dirty="0" err="1"/>
                  <a:t>C</a:t>
                </a:r>
                <a:r>
                  <a:rPr lang="en-US" baseline="30000" dirty="0" err="1"/>
                  <a:t>b</a:t>
                </a:r>
                <a:r>
                  <a:rPr lang="en-US" dirty="0"/>
                  <a:t>[</a:t>
                </a:r>
                <a:r>
                  <a:rPr lang="en-US" dirty="0" err="1"/>
                  <a:t>i</a:t>
                </a:r>
                <a:r>
                  <a:rPr lang="en-US" dirty="0"/>
                  <a:t>][j]</a:t>
                </a:r>
              </a:p>
              <a:p>
                <a:endParaRPr lang="en-US" dirty="0"/>
              </a:p>
              <a:p>
                <a:r>
                  <a:rPr lang="en-US" dirty="0"/>
                  <a:t>Fetch A</a:t>
                </a:r>
                <a:r>
                  <a:rPr lang="en-US" baseline="30000" dirty="0"/>
                  <a:t>b</a:t>
                </a:r>
                <a:r>
                  <a:rPr lang="en-US" dirty="0"/>
                  <a:t>[</a:t>
                </a:r>
                <a:r>
                  <a:rPr lang="en-US" dirty="0" err="1"/>
                  <a:t>i</a:t>
                </a:r>
                <a:r>
                  <a:rPr lang="en-US" dirty="0"/>
                  <a:t>][k],  B</a:t>
                </a:r>
                <a:r>
                  <a:rPr lang="en-US" baseline="30000" dirty="0"/>
                  <a:t>b</a:t>
                </a:r>
                <a:r>
                  <a:rPr lang="en-US" dirty="0"/>
                  <a:t>[k][j],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–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rad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rad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rad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  <a:p>
                <a:endParaRPr lang="en-US" dirty="0">
                  <a:solidFill>
                    <a:srgbClr val="C00000"/>
                  </a:solidFill>
                </a:endParaRPr>
              </a:p>
              <a:p>
                <a:r>
                  <a:rPr lang="en-US" dirty="0"/>
                  <a:t>Computations for A</a:t>
                </a:r>
                <a:r>
                  <a:rPr lang="en-US" baseline="30000" dirty="0"/>
                  <a:t>b</a:t>
                </a:r>
                <a:r>
                  <a:rPr lang="en-US" dirty="0"/>
                  <a:t>[</a:t>
                </a:r>
                <a:r>
                  <a:rPr lang="en-US" dirty="0" err="1"/>
                  <a:t>i</a:t>
                </a:r>
                <a:r>
                  <a:rPr lang="en-US" dirty="0"/>
                  <a:t>][k],  B</a:t>
                </a:r>
                <a:r>
                  <a:rPr lang="en-US" baseline="30000" dirty="0"/>
                  <a:t>b</a:t>
                </a:r>
                <a:r>
                  <a:rPr lang="en-US" dirty="0"/>
                  <a:t>[k][j],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-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√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√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computations</a:t>
                </a:r>
              </a:p>
              <a:p>
                <a:endParaRPr lang="en-US" dirty="0"/>
              </a:p>
              <a:p>
                <a:r>
                  <a:rPr lang="en-US" dirty="0"/>
                  <a:t>Store </a:t>
                </a:r>
                <a:r>
                  <a:rPr lang="en-US" dirty="0" err="1"/>
                  <a:t>C</a:t>
                </a:r>
                <a:r>
                  <a:rPr lang="en-US" baseline="30000" dirty="0" err="1"/>
                  <a:t>b</a:t>
                </a:r>
                <a:r>
                  <a:rPr lang="en-US" dirty="0"/>
                  <a:t>[</a:t>
                </a:r>
                <a:r>
                  <a:rPr lang="en-US" dirty="0" err="1"/>
                  <a:t>i</a:t>
                </a:r>
                <a:r>
                  <a:rPr lang="en-US" dirty="0"/>
                  <a:t>][j] -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??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data transfers</a:t>
                </a:r>
              </a:p>
              <a:p>
                <a:endParaRPr lang="en-US" dirty="0"/>
              </a:p>
              <a:p>
                <a:endParaRPr lang="en-US" dirty="0">
                  <a:solidFill>
                    <a:srgbClr val="C00000"/>
                  </a:solidFill>
                </a:endParaRP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DCEF5E1-DD0A-4892-A3E2-603F6518F9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1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570596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BBB57-35ED-D047-CDF9-F0AF34715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781FB-7C23-D78E-1A19-FF037C1FB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Matrix Multiplication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83AEF0C-201F-6DC6-ED70-6371471B1D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For each </a:t>
                </a:r>
                <a:r>
                  <a:rPr lang="en-US" dirty="0" err="1"/>
                  <a:t>C</a:t>
                </a:r>
                <a:r>
                  <a:rPr lang="en-US" baseline="30000" dirty="0" err="1"/>
                  <a:t>b</a:t>
                </a:r>
                <a:r>
                  <a:rPr lang="en-US" dirty="0"/>
                  <a:t>[</a:t>
                </a:r>
                <a:r>
                  <a:rPr lang="en-US" dirty="0" err="1"/>
                  <a:t>i</a:t>
                </a:r>
                <a:r>
                  <a:rPr lang="en-US" dirty="0"/>
                  <a:t>][j]</a:t>
                </a:r>
              </a:p>
              <a:p>
                <a:endParaRPr lang="en-US" dirty="0"/>
              </a:p>
              <a:p>
                <a:r>
                  <a:rPr lang="en-US" dirty="0"/>
                  <a:t>Fetch A</a:t>
                </a:r>
                <a:r>
                  <a:rPr lang="en-US" baseline="30000" dirty="0"/>
                  <a:t>b</a:t>
                </a:r>
                <a:r>
                  <a:rPr lang="en-US" dirty="0"/>
                  <a:t>[</a:t>
                </a:r>
                <a:r>
                  <a:rPr lang="en-US" dirty="0" err="1"/>
                  <a:t>i</a:t>
                </a:r>
                <a:r>
                  <a:rPr lang="en-US" dirty="0"/>
                  <a:t>][k],  B</a:t>
                </a:r>
                <a:r>
                  <a:rPr lang="en-US" baseline="30000" dirty="0"/>
                  <a:t>b</a:t>
                </a:r>
                <a:r>
                  <a:rPr lang="en-US" dirty="0"/>
                  <a:t>[k][j],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–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rad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rad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rad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  <a:p>
                <a:endParaRPr lang="en-US" dirty="0">
                  <a:solidFill>
                    <a:srgbClr val="C00000"/>
                  </a:solidFill>
                </a:endParaRPr>
              </a:p>
              <a:p>
                <a:r>
                  <a:rPr lang="en-US" dirty="0"/>
                  <a:t>Computations for A</a:t>
                </a:r>
                <a:r>
                  <a:rPr lang="en-US" baseline="30000" dirty="0"/>
                  <a:t>b</a:t>
                </a:r>
                <a:r>
                  <a:rPr lang="en-US" dirty="0"/>
                  <a:t>[</a:t>
                </a:r>
                <a:r>
                  <a:rPr lang="en-US" dirty="0" err="1"/>
                  <a:t>i</a:t>
                </a:r>
                <a:r>
                  <a:rPr lang="en-US" dirty="0"/>
                  <a:t>][k],  B</a:t>
                </a:r>
                <a:r>
                  <a:rPr lang="en-US" baseline="30000" dirty="0"/>
                  <a:t>b</a:t>
                </a:r>
                <a:r>
                  <a:rPr lang="en-US" dirty="0"/>
                  <a:t>[k][j],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-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√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√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computations</a:t>
                </a:r>
              </a:p>
              <a:p>
                <a:endParaRPr lang="en-US" dirty="0"/>
              </a:p>
              <a:p>
                <a:r>
                  <a:rPr lang="en-US" dirty="0"/>
                  <a:t>Store </a:t>
                </a:r>
                <a:r>
                  <a:rPr lang="en-US" dirty="0" err="1"/>
                  <a:t>C</a:t>
                </a:r>
                <a:r>
                  <a:rPr lang="en-US" baseline="30000" dirty="0" err="1"/>
                  <a:t>b</a:t>
                </a:r>
                <a:r>
                  <a:rPr lang="en-US" dirty="0"/>
                  <a:t>[</a:t>
                </a:r>
                <a:r>
                  <a:rPr lang="en-US" dirty="0" err="1"/>
                  <a:t>i</a:t>
                </a:r>
                <a:r>
                  <a:rPr lang="en-US" dirty="0"/>
                  <a:t>][j] -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rad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×√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/>
                  <a:t>data transfers</a:t>
                </a:r>
              </a:p>
              <a:p>
                <a:endParaRPr lang="en-US" dirty="0"/>
              </a:p>
              <a:p>
                <a:endParaRPr lang="en-US" dirty="0">
                  <a:solidFill>
                    <a:srgbClr val="C00000"/>
                  </a:solidFill>
                </a:endParaRP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83AEF0C-201F-6DC6-ED70-6371471B1D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1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5330407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B2C4E-509F-749C-C624-0A5D94E5D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184CC-98B3-9A98-E68B-BBF42F1A7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Matrix Multiplication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BF64F2-BBB3-234A-893B-5E765A0F096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79317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For each </a:t>
                </a:r>
                <a:r>
                  <a:rPr lang="en-US" dirty="0" err="1"/>
                  <a:t>C</a:t>
                </a:r>
                <a:r>
                  <a:rPr lang="en-US" baseline="30000" dirty="0" err="1"/>
                  <a:t>b</a:t>
                </a:r>
                <a:r>
                  <a:rPr lang="en-US" dirty="0"/>
                  <a:t>[</a:t>
                </a:r>
                <a:r>
                  <a:rPr lang="en-US" dirty="0" err="1"/>
                  <a:t>i</a:t>
                </a:r>
                <a:r>
                  <a:rPr lang="en-US" dirty="0"/>
                  <a:t>][j]</a:t>
                </a:r>
              </a:p>
              <a:p>
                <a:endParaRPr lang="en-US" dirty="0"/>
              </a:p>
              <a:p>
                <a:r>
                  <a:rPr lang="en-US" dirty="0"/>
                  <a:t>Fetch A</a:t>
                </a:r>
                <a:r>
                  <a:rPr lang="en-US" baseline="30000" dirty="0"/>
                  <a:t>b</a:t>
                </a:r>
                <a:r>
                  <a:rPr lang="en-US" dirty="0"/>
                  <a:t>[</a:t>
                </a:r>
                <a:r>
                  <a:rPr lang="en-US" dirty="0" err="1"/>
                  <a:t>i</a:t>
                </a:r>
                <a:r>
                  <a:rPr lang="en-US" dirty="0"/>
                  <a:t>][k],  B</a:t>
                </a:r>
                <a:r>
                  <a:rPr lang="en-US" baseline="30000" dirty="0"/>
                  <a:t>b</a:t>
                </a:r>
                <a:r>
                  <a:rPr lang="en-US" dirty="0"/>
                  <a:t>[k][j],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–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rad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rad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rad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  <a:p>
                <a:endParaRPr lang="en-US" dirty="0">
                  <a:solidFill>
                    <a:srgbClr val="C00000"/>
                  </a:solidFill>
                </a:endParaRPr>
              </a:p>
              <a:p>
                <a:r>
                  <a:rPr lang="en-US" dirty="0"/>
                  <a:t>Computations for A</a:t>
                </a:r>
                <a:r>
                  <a:rPr lang="en-US" baseline="30000" dirty="0"/>
                  <a:t>b</a:t>
                </a:r>
                <a:r>
                  <a:rPr lang="en-US" dirty="0"/>
                  <a:t>[</a:t>
                </a:r>
                <a:r>
                  <a:rPr lang="en-US" dirty="0" err="1"/>
                  <a:t>i</a:t>
                </a:r>
                <a:r>
                  <a:rPr lang="en-US" dirty="0"/>
                  <a:t>][k],  B</a:t>
                </a:r>
                <a:r>
                  <a:rPr lang="en-US" baseline="30000" dirty="0"/>
                  <a:t>b</a:t>
                </a:r>
                <a:r>
                  <a:rPr lang="en-US" dirty="0"/>
                  <a:t>[k][j],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-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√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√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computations</a:t>
                </a:r>
              </a:p>
              <a:p>
                <a:endParaRPr lang="en-US" dirty="0"/>
              </a:p>
              <a:p>
                <a:r>
                  <a:rPr lang="en-US" dirty="0"/>
                  <a:t>Store </a:t>
                </a:r>
                <a:r>
                  <a:rPr lang="en-US" dirty="0" err="1"/>
                  <a:t>C</a:t>
                </a:r>
                <a:r>
                  <a:rPr lang="en-US" baseline="30000" dirty="0" err="1"/>
                  <a:t>b</a:t>
                </a:r>
                <a:r>
                  <a:rPr lang="en-US" dirty="0"/>
                  <a:t>[</a:t>
                </a:r>
                <a:r>
                  <a:rPr lang="en-US" dirty="0" err="1"/>
                  <a:t>i</a:t>
                </a:r>
                <a:r>
                  <a:rPr lang="en-US" dirty="0"/>
                  <a:t>][j]</a:t>
                </a:r>
                <a:r>
                  <a:rPr lang="en-US" dirty="0">
                    <a:solidFill>
                      <a:schemeClr val="tx1"/>
                    </a:solidFill>
                  </a:rPr>
                  <a:t> -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ra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×√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/>
                  <a:t>data transfers</a:t>
                </a:r>
              </a:p>
              <a:p>
                <a:endParaRPr lang="en-US" dirty="0"/>
              </a:p>
              <a:p>
                <a:r>
                  <a:rPr lang="en-US" dirty="0"/>
                  <a:t>Number of </a:t>
                </a:r>
                <a:r>
                  <a:rPr lang="en-US" dirty="0" err="1"/>
                  <a:t>C</a:t>
                </a:r>
                <a:r>
                  <a:rPr lang="en-US" baseline="30000" dirty="0" err="1"/>
                  <a:t>b</a:t>
                </a:r>
                <a:r>
                  <a:rPr lang="en-US" dirty="0"/>
                  <a:t>[</a:t>
                </a:r>
                <a:r>
                  <a:rPr lang="en-US" dirty="0" err="1"/>
                  <a:t>i</a:t>
                </a:r>
                <a:r>
                  <a:rPr lang="en-US" dirty="0"/>
                  <a:t>][j] blocks - </a:t>
                </a:r>
                <a:r>
                  <a:rPr lang="en-US" dirty="0">
                    <a:solidFill>
                      <a:srgbClr val="C00000"/>
                    </a:solidFill>
                  </a:rPr>
                  <a:t>??</a:t>
                </a:r>
              </a:p>
              <a:p>
                <a:endParaRPr lang="en-US" dirty="0"/>
              </a:p>
              <a:p>
                <a:endParaRPr lang="en-US" dirty="0">
                  <a:solidFill>
                    <a:srgbClr val="C00000"/>
                  </a:solidFill>
                </a:endParaRP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BF64F2-BBB3-234A-893B-5E765A0F09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793178"/>
              </a:xfrm>
              <a:blipFill>
                <a:blip r:embed="rId2"/>
                <a:stretch>
                  <a:fillRect l="-1101" t="-27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945991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42F70-B622-78F1-6CF8-A1D74ED11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DC923-CE4A-7EE1-2AEC-ABA723846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Matrix Multiplication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2553B16-680B-6872-A3EB-8F09E53E840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79317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For each </a:t>
                </a:r>
                <a:r>
                  <a:rPr lang="en-US" dirty="0" err="1"/>
                  <a:t>C</a:t>
                </a:r>
                <a:r>
                  <a:rPr lang="en-US" baseline="30000" dirty="0" err="1"/>
                  <a:t>b</a:t>
                </a:r>
                <a:r>
                  <a:rPr lang="en-US" dirty="0"/>
                  <a:t>[</a:t>
                </a:r>
                <a:r>
                  <a:rPr lang="en-US" dirty="0" err="1"/>
                  <a:t>i</a:t>
                </a:r>
                <a:r>
                  <a:rPr lang="en-US" dirty="0"/>
                  <a:t>][j]</a:t>
                </a:r>
              </a:p>
              <a:p>
                <a:endParaRPr lang="en-US" dirty="0"/>
              </a:p>
              <a:p>
                <a:r>
                  <a:rPr lang="en-US" dirty="0"/>
                  <a:t>Fetch A</a:t>
                </a:r>
                <a:r>
                  <a:rPr lang="en-US" baseline="30000" dirty="0"/>
                  <a:t>b</a:t>
                </a:r>
                <a:r>
                  <a:rPr lang="en-US" dirty="0"/>
                  <a:t>[</a:t>
                </a:r>
                <a:r>
                  <a:rPr lang="en-US" dirty="0" err="1"/>
                  <a:t>i</a:t>
                </a:r>
                <a:r>
                  <a:rPr lang="en-US" dirty="0"/>
                  <a:t>][k],  B</a:t>
                </a:r>
                <a:r>
                  <a:rPr lang="en-US" baseline="30000" dirty="0"/>
                  <a:t>b</a:t>
                </a:r>
                <a:r>
                  <a:rPr lang="en-US" dirty="0"/>
                  <a:t>[k][j],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–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rad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rad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rad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  <a:p>
                <a:endParaRPr lang="en-US" dirty="0">
                  <a:solidFill>
                    <a:srgbClr val="C00000"/>
                  </a:solidFill>
                </a:endParaRPr>
              </a:p>
              <a:p>
                <a:r>
                  <a:rPr lang="en-US" dirty="0"/>
                  <a:t>Computations for A</a:t>
                </a:r>
                <a:r>
                  <a:rPr lang="en-US" baseline="30000" dirty="0"/>
                  <a:t>b</a:t>
                </a:r>
                <a:r>
                  <a:rPr lang="en-US" dirty="0"/>
                  <a:t>[</a:t>
                </a:r>
                <a:r>
                  <a:rPr lang="en-US" dirty="0" err="1"/>
                  <a:t>i</a:t>
                </a:r>
                <a:r>
                  <a:rPr lang="en-US" dirty="0"/>
                  <a:t>][k],  B</a:t>
                </a:r>
                <a:r>
                  <a:rPr lang="en-US" baseline="30000" dirty="0"/>
                  <a:t>b</a:t>
                </a:r>
                <a:r>
                  <a:rPr lang="en-US" dirty="0"/>
                  <a:t>[k][j],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-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√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√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computations</a:t>
                </a:r>
              </a:p>
              <a:p>
                <a:endParaRPr lang="en-US" dirty="0"/>
              </a:p>
              <a:p>
                <a:r>
                  <a:rPr lang="en-US" dirty="0"/>
                  <a:t>Store </a:t>
                </a:r>
                <a:r>
                  <a:rPr lang="en-US" dirty="0" err="1"/>
                  <a:t>C</a:t>
                </a:r>
                <a:r>
                  <a:rPr lang="en-US" baseline="30000" dirty="0" err="1"/>
                  <a:t>b</a:t>
                </a:r>
                <a:r>
                  <a:rPr lang="en-US" dirty="0"/>
                  <a:t>[</a:t>
                </a:r>
                <a:r>
                  <a:rPr lang="en-US" dirty="0" err="1"/>
                  <a:t>i</a:t>
                </a:r>
                <a:r>
                  <a:rPr lang="en-US" dirty="0"/>
                  <a:t>][j]</a:t>
                </a:r>
                <a:r>
                  <a:rPr lang="en-US" dirty="0">
                    <a:solidFill>
                      <a:schemeClr val="tx1"/>
                    </a:solidFill>
                  </a:rPr>
                  <a:t> -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ra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×√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/>
                  <a:t>data transfers</a:t>
                </a:r>
              </a:p>
              <a:p>
                <a:endParaRPr lang="en-US" dirty="0"/>
              </a:p>
              <a:p>
                <a:r>
                  <a:rPr lang="en-US" dirty="0"/>
                  <a:t>Number of </a:t>
                </a:r>
                <a:r>
                  <a:rPr lang="en-US" dirty="0" err="1"/>
                  <a:t>C</a:t>
                </a:r>
                <a:r>
                  <a:rPr lang="en-US" baseline="30000" dirty="0" err="1"/>
                  <a:t>b</a:t>
                </a:r>
                <a:r>
                  <a:rPr lang="en-US" dirty="0"/>
                  <a:t>[</a:t>
                </a:r>
                <a:r>
                  <a:rPr lang="en-US" dirty="0" err="1"/>
                  <a:t>i</a:t>
                </a:r>
                <a:r>
                  <a:rPr lang="en-US" dirty="0"/>
                  <a:t>][j] blocks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den>
                    </m:f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  <a:p>
                <a:endParaRPr lang="en-US" dirty="0"/>
              </a:p>
              <a:p>
                <a:endParaRPr lang="en-US" dirty="0">
                  <a:solidFill>
                    <a:srgbClr val="C00000"/>
                  </a:solidFill>
                </a:endParaRP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2553B16-680B-6872-A3EB-8F09E53E84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793178"/>
              </a:xfrm>
              <a:blipFill>
                <a:blip r:embed="rId2"/>
                <a:stretch>
                  <a:fillRect l="-1101" t="-27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629869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254A2-A02A-6A83-AA0C-3A945FBE3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4D000-DD0C-458F-70D9-3C9B287C8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Matrix Multiplication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53397A-6EC6-80F2-799C-B50B262C019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Data Reuse Factor:</a:t>
                </a:r>
              </a:p>
              <a:p>
                <a:endParaRPr lang="en-US" dirty="0"/>
              </a:p>
              <a:p>
                <a:r>
                  <a:rPr lang="en-US" dirty="0"/>
                  <a:t>Total Computations  -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?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Total data transfers –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??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/>
                  <a:t>transfers</a:t>
                </a:r>
              </a:p>
              <a:p>
                <a:endParaRPr lang="en-US" dirty="0"/>
              </a:p>
              <a:p>
                <a:r>
                  <a:rPr lang="en-US" dirty="0"/>
                  <a:t>Data Reuse Factor: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??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53397A-6EC6-80F2-799C-B50B262C01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1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247224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EB252-7619-CD13-C9E7-88C3CF294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Matrix Multiplication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98F3AF2-EA9E-3DE3-BD2B-EC8DFE59A3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Data Reuse Factor:</a:t>
                </a:r>
              </a:p>
              <a:p>
                <a:endParaRPr lang="en-US" dirty="0"/>
              </a:p>
              <a:p>
                <a:r>
                  <a:rPr lang="en-US" dirty="0"/>
                  <a:t>Total Computations  -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ra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rad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rad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rad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Total data transfers –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rad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rad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rad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rad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rad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transfers</a:t>
                </a:r>
              </a:p>
              <a:p>
                <a:endParaRPr lang="en-US" dirty="0"/>
              </a:p>
              <a:p>
                <a:r>
                  <a:rPr lang="en-US" dirty="0"/>
                  <a:t>Data Reuse Factor: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98F3AF2-EA9E-3DE3-BD2B-EC8DFE59A3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1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675519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2D1CB-891E-415A-8EC6-9795AB87A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A7E47-6FAA-314E-F7EA-2883D726B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Matrix Multiplication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93C1E73-A6B2-9C42-FCD1-A2FABE0219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r>
                  <a:rPr lang="en-US" dirty="0"/>
                  <a:t>Data Reuse Factor:</a:t>
                </a:r>
              </a:p>
              <a:p>
                <a:endParaRPr lang="en-US" dirty="0"/>
              </a:p>
              <a:p>
                <a:r>
                  <a:rPr lang="en-US" dirty="0"/>
                  <a:t>Total Computations  -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ra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rad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rad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rad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Total data transfers –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rad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rad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rad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rad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rad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transfers</a:t>
                </a:r>
              </a:p>
              <a:p>
                <a:endParaRPr lang="en-US" dirty="0"/>
              </a:p>
              <a:p>
                <a:r>
                  <a:rPr lang="en-US" dirty="0"/>
                  <a:t>Data Reuse Factor: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Data Reuse Factor: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√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(√</m:t>
                    </m:r>
                    <m:r>
                      <a:rPr lang="en-US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/>
                  <a:t>for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=3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For naïve case: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</a:p>
              <a:p>
                <a:endParaRPr lang="en-US" dirty="0"/>
              </a:p>
              <a:p>
                <a:r>
                  <a:rPr lang="en-US" dirty="0"/>
                  <a:t>For infinite cache: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93C1E73-A6B2-9C42-FCD1-A2FABE0219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2521" b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704560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0DD52-6831-C660-AB8F-DD327833A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Matrix Multiplication – Things to Notice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F5294E-69A6-9BD7-2C6A-6997F1C271C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No change in total computations – still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In naïve MM – A fetched once, B fetched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times</a:t>
                </a:r>
              </a:p>
              <a:p>
                <a:endParaRPr lang="en-US" dirty="0"/>
              </a:p>
              <a:p>
                <a:r>
                  <a:rPr lang="en-US" dirty="0"/>
                  <a:t>In Blocked MM – A fetched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times, B fetched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times</a:t>
                </a:r>
              </a:p>
              <a:p>
                <a:endParaRPr lang="en-US" dirty="0"/>
              </a:p>
              <a:p>
                <a:r>
                  <a:rPr lang="en-US" dirty="0"/>
                  <a:t>We balanced the data reuse between A and B to achieve a better overall reuse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F5294E-69A6-9BD7-2C6A-6997F1C271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1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670979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FF737-EBAA-DF1A-48B8-7261327A9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Matrix Multiplication – Things to Notice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D63B91-F6CC-0536-FC3C-58265DE50A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In practice, Matrices A and B can be of different sizes,</a:t>
            </a:r>
          </a:p>
          <a:p>
            <a:endParaRPr lang="en-US" dirty="0"/>
          </a:p>
          <a:p>
            <a:r>
              <a:rPr lang="en-US" dirty="0"/>
              <a:t>Optimal block sizes may be different for A and B. </a:t>
            </a:r>
          </a:p>
          <a:p>
            <a:pPr lvl="1"/>
            <a:r>
              <a:rPr lang="en-US" dirty="0"/>
              <a:t>May not even be square blocks – tiles</a:t>
            </a:r>
          </a:p>
          <a:p>
            <a:pPr lvl="1"/>
            <a:endParaRPr lang="en-US" dirty="0"/>
          </a:p>
          <a:p>
            <a:r>
              <a:rPr lang="en-US" dirty="0"/>
              <a:t>Tiled Matrix Multiplication – Use rectangular blocks instead of square</a:t>
            </a:r>
          </a:p>
          <a:p>
            <a:endParaRPr lang="en-US" dirty="0"/>
          </a:p>
          <a:p>
            <a:r>
              <a:rPr lang="en-US" dirty="0"/>
              <a:t>Automatic Tuning of Tile sizes – An important way to optimize matrix operations in practice</a:t>
            </a:r>
          </a:p>
          <a:p>
            <a:pPr lvl="1"/>
            <a:r>
              <a:rPr lang="en-US" dirty="0"/>
              <a:t>ATLAS - </a:t>
            </a:r>
            <a:r>
              <a:rPr lang="en-US" dirty="0">
                <a:hlinkClick r:id="rId2"/>
              </a:rPr>
              <a:t>https://math-atlas.sourceforge.net/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Jack Dongarra – Turing Award, 2021 </a:t>
            </a:r>
          </a:p>
          <a:p>
            <a:pPr lvl="1"/>
            <a:r>
              <a:rPr lang="en-US" dirty="0"/>
              <a:t>“For his pioneering contributions to numerical algorithms and libraries that enabled high performance computational software to keep pace with exponential hardware improvements for over four decades”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164759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5F0DC-E54C-7BC0-3A5D-2ABB8BC33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Ungraded HW Assignment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503E3F-5CF1-5848-2EBB-B34DE9D333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Consider our memory system with cache model</a:t>
            </a:r>
          </a:p>
          <a:p>
            <a:endParaRPr lang="en-US" dirty="0"/>
          </a:p>
          <a:p>
            <a:r>
              <a:rPr lang="en-US" dirty="0"/>
              <a:t>Consider the naïve and blocked matrix multiplication algorithms</a:t>
            </a:r>
          </a:p>
          <a:p>
            <a:endParaRPr lang="en-US" dirty="0"/>
          </a:p>
          <a:p>
            <a:r>
              <a:rPr lang="en-US" dirty="0"/>
              <a:t>Model them on the platform and compare performance (Sustained Performance (with cache))</a:t>
            </a:r>
          </a:p>
          <a:p>
            <a:endParaRPr lang="en-US" dirty="0"/>
          </a:p>
          <a:p>
            <a:r>
              <a:rPr lang="en-US" dirty="0"/>
              <a:t> Change or assume any input or cache sizes as needed to simplify calculations and improve understanding</a:t>
            </a:r>
          </a:p>
        </p:txBody>
      </p:sp>
    </p:spTree>
    <p:extLst>
      <p:ext uri="{BB962C8B-B14F-4D97-AF65-F5344CB8AC3E}">
        <p14:creationId xmlns:p14="http://schemas.microsoft.com/office/powerpoint/2010/main" val="6974215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F592C-C5DA-BE72-55AF-F7342FBD2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8C7A4-3DA2-F60D-AB32-9E2E493E9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A7F22F-EA4A-CC30-7F0C-7E3E1057B8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Processor Memory Architectures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Blocked Matrix Multiplication</a:t>
            </a:r>
          </a:p>
          <a:p>
            <a:endParaRPr lang="en-US" dirty="0"/>
          </a:p>
          <a:p>
            <a:r>
              <a:rPr lang="en-US" dirty="0"/>
              <a:t>Modeling GPU Architectures</a:t>
            </a:r>
          </a:p>
          <a:p>
            <a:endParaRPr lang="en-US" dirty="0"/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Data Parallel Programming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459535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38782-7085-0C5B-026D-6E90BD7F7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CPU + GPU Heterogeneity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F2F7FE2-A452-0D0E-1544-BBDB3227E9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5360" y="2390465"/>
            <a:ext cx="7735533" cy="2608918"/>
          </a:xfrm>
        </p:spPr>
      </p:pic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F3535DA5-8F40-4157-B3E7-5CF42A6211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TOUCH Project</a:t>
            </a:r>
          </a:p>
        </p:txBody>
      </p:sp>
    </p:spTree>
    <p:extLst>
      <p:ext uri="{BB962C8B-B14F-4D97-AF65-F5344CB8AC3E}">
        <p14:creationId xmlns:p14="http://schemas.microsoft.com/office/powerpoint/2010/main" val="249204221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ED690-DB0F-6799-0CB6-26F51F714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 GPU Architectures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26E6375-994E-A5F1-47DE-75C41629A231}"/>
              </a:ext>
            </a:extLst>
          </p:cNvPr>
          <p:cNvSpPr/>
          <p:nvPr/>
        </p:nvSpPr>
        <p:spPr>
          <a:xfrm>
            <a:off x="5345000" y="1383772"/>
            <a:ext cx="1743623" cy="381000"/>
          </a:xfrm>
          <a:prstGeom prst="rect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DRAM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3EF8471-92A0-1A02-22F9-2F0B6C66273D}"/>
              </a:ext>
            </a:extLst>
          </p:cNvPr>
          <p:cNvGrpSpPr/>
          <p:nvPr/>
        </p:nvGrpSpPr>
        <p:grpSpPr>
          <a:xfrm>
            <a:off x="1885020" y="2878404"/>
            <a:ext cx="2133599" cy="1499816"/>
            <a:chOff x="3392871" y="2569567"/>
            <a:chExt cx="2133599" cy="149981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B97B929-FDA1-E196-6DAD-BF927DB54DF1}"/>
                </a:ext>
              </a:extLst>
            </p:cNvPr>
            <p:cNvSpPr/>
            <p:nvPr/>
          </p:nvSpPr>
          <p:spPr>
            <a:xfrm>
              <a:off x="3392871" y="2569567"/>
              <a:ext cx="2133599" cy="1499816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CCAA978-20D9-E37C-E20F-96FC94888E01}"/>
                </a:ext>
              </a:extLst>
            </p:cNvPr>
            <p:cNvSpPr/>
            <p:nvPr/>
          </p:nvSpPr>
          <p:spPr>
            <a:xfrm>
              <a:off x="3587858" y="2695534"/>
              <a:ext cx="1730693" cy="381000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bg2">
                      <a:lumMod val="10000"/>
                    </a:schemeClr>
                  </a:solidFill>
                </a:rPr>
                <a:t>C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3615633-F424-F9A1-01E6-0783F7EBDD10}"/>
                </a:ext>
              </a:extLst>
            </p:cNvPr>
            <p:cNvSpPr/>
            <p:nvPr/>
          </p:nvSpPr>
          <p:spPr>
            <a:xfrm>
              <a:off x="3626298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7673A518-B87F-4BC2-3980-230754811616}"/>
                </a:ext>
              </a:extLst>
            </p:cNvPr>
            <p:cNvCxnSpPr>
              <a:cxnSpLocks/>
              <a:endCxn id="13" idx="0"/>
            </p:cNvCxnSpPr>
            <p:nvPr/>
          </p:nvCxnSpPr>
          <p:spPr>
            <a:xfrm>
              <a:off x="3835217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0B21B8C2-72C5-6B59-168B-0759EC651090}"/>
                </a:ext>
              </a:extLst>
            </p:cNvPr>
            <p:cNvSpPr/>
            <p:nvPr/>
          </p:nvSpPr>
          <p:spPr>
            <a:xfrm>
              <a:off x="4158546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F15918E6-5C3C-D053-8F16-96CD93AC3D50}"/>
                </a:ext>
              </a:extLst>
            </p:cNvPr>
            <p:cNvCxnSpPr>
              <a:cxnSpLocks/>
              <a:endCxn id="22" idx="0"/>
            </p:cNvCxnSpPr>
            <p:nvPr/>
          </p:nvCxnSpPr>
          <p:spPr>
            <a:xfrm>
              <a:off x="4367465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90B2E37D-4CB6-1734-629D-6F8A3C70CE9A}"/>
                </a:ext>
              </a:extLst>
            </p:cNvPr>
            <p:cNvSpPr/>
            <p:nvPr/>
          </p:nvSpPr>
          <p:spPr>
            <a:xfrm>
              <a:off x="4734840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F4ECBB29-F35F-8DDC-EAEC-878583E15A16}"/>
                </a:ext>
              </a:extLst>
            </p:cNvPr>
            <p:cNvCxnSpPr>
              <a:cxnSpLocks/>
              <a:endCxn id="24" idx="0"/>
            </p:cNvCxnSpPr>
            <p:nvPr/>
          </p:nvCxnSpPr>
          <p:spPr>
            <a:xfrm>
              <a:off x="4943759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9D42CB6-DB01-722A-DF69-9B01E76364DC}"/>
              </a:ext>
            </a:extLst>
          </p:cNvPr>
          <p:cNvGrpSpPr/>
          <p:nvPr/>
        </p:nvGrpSpPr>
        <p:grpSpPr>
          <a:xfrm>
            <a:off x="5150013" y="2878404"/>
            <a:ext cx="2133599" cy="1499816"/>
            <a:chOff x="3392871" y="2569567"/>
            <a:chExt cx="2133599" cy="1499816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271A9434-1C0A-F2A8-F20B-773028E38C49}"/>
                </a:ext>
              </a:extLst>
            </p:cNvPr>
            <p:cNvSpPr/>
            <p:nvPr/>
          </p:nvSpPr>
          <p:spPr>
            <a:xfrm>
              <a:off x="3392871" y="2569567"/>
              <a:ext cx="2133599" cy="1499816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1CF8708D-895F-A94D-A2A5-E7A2A23A4966}"/>
                </a:ext>
              </a:extLst>
            </p:cNvPr>
            <p:cNvSpPr/>
            <p:nvPr/>
          </p:nvSpPr>
          <p:spPr>
            <a:xfrm>
              <a:off x="3587858" y="2695534"/>
              <a:ext cx="1730693" cy="381000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bg2">
                      <a:lumMod val="10000"/>
                    </a:schemeClr>
                  </a:solidFill>
                </a:rPr>
                <a:t>C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B98FEC92-83AF-2D4B-E683-82301F53B27D}"/>
                </a:ext>
              </a:extLst>
            </p:cNvPr>
            <p:cNvSpPr/>
            <p:nvPr/>
          </p:nvSpPr>
          <p:spPr>
            <a:xfrm>
              <a:off x="3626298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3FBC5F90-409D-F340-9329-19B91BE5EBBF}"/>
                </a:ext>
              </a:extLst>
            </p:cNvPr>
            <p:cNvCxnSpPr>
              <a:cxnSpLocks/>
              <a:endCxn id="30" idx="0"/>
            </p:cNvCxnSpPr>
            <p:nvPr/>
          </p:nvCxnSpPr>
          <p:spPr>
            <a:xfrm>
              <a:off x="3835217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47C0F9A2-3579-566E-B6AF-772825F18C58}"/>
                </a:ext>
              </a:extLst>
            </p:cNvPr>
            <p:cNvSpPr/>
            <p:nvPr/>
          </p:nvSpPr>
          <p:spPr>
            <a:xfrm>
              <a:off x="4158546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0A04A625-F954-5F87-00CF-4B5E71FA5D1B}"/>
                </a:ext>
              </a:extLst>
            </p:cNvPr>
            <p:cNvCxnSpPr>
              <a:cxnSpLocks/>
              <a:endCxn id="32" idx="0"/>
            </p:cNvCxnSpPr>
            <p:nvPr/>
          </p:nvCxnSpPr>
          <p:spPr>
            <a:xfrm>
              <a:off x="4367465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53F44C5E-4257-E736-99CB-C5E333EE925A}"/>
                </a:ext>
              </a:extLst>
            </p:cNvPr>
            <p:cNvSpPr/>
            <p:nvPr/>
          </p:nvSpPr>
          <p:spPr>
            <a:xfrm>
              <a:off x="4734840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920C50A8-6C47-1E49-4B8D-AD50FDD3DFFB}"/>
                </a:ext>
              </a:extLst>
            </p:cNvPr>
            <p:cNvCxnSpPr>
              <a:cxnSpLocks/>
              <a:endCxn id="34" idx="0"/>
            </p:cNvCxnSpPr>
            <p:nvPr/>
          </p:nvCxnSpPr>
          <p:spPr>
            <a:xfrm>
              <a:off x="4943759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9A7CB1C2-6AB2-C860-38E0-E6EBD6F2747A}"/>
              </a:ext>
            </a:extLst>
          </p:cNvPr>
          <p:cNvGrpSpPr/>
          <p:nvPr/>
        </p:nvGrpSpPr>
        <p:grpSpPr>
          <a:xfrm>
            <a:off x="8206379" y="2878404"/>
            <a:ext cx="2133599" cy="1499816"/>
            <a:chOff x="3392871" y="2569567"/>
            <a:chExt cx="2133599" cy="1499816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AF60983D-DA7A-C2CA-B723-5DDFBF18EDAB}"/>
                </a:ext>
              </a:extLst>
            </p:cNvPr>
            <p:cNvSpPr/>
            <p:nvPr/>
          </p:nvSpPr>
          <p:spPr>
            <a:xfrm>
              <a:off x="3392871" y="2569567"/>
              <a:ext cx="2133599" cy="1499816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34A2CCE9-CE64-2124-7078-14ADE340D0B0}"/>
                </a:ext>
              </a:extLst>
            </p:cNvPr>
            <p:cNvSpPr/>
            <p:nvPr/>
          </p:nvSpPr>
          <p:spPr>
            <a:xfrm>
              <a:off x="3587858" y="2695534"/>
              <a:ext cx="1730693" cy="381000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bg2">
                      <a:lumMod val="10000"/>
                    </a:schemeClr>
                  </a:solidFill>
                </a:rPr>
                <a:t>C</a:t>
              </a: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1833FBDE-0BBB-80AB-1B21-063E7E562C7E}"/>
                </a:ext>
              </a:extLst>
            </p:cNvPr>
            <p:cNvSpPr/>
            <p:nvPr/>
          </p:nvSpPr>
          <p:spPr>
            <a:xfrm>
              <a:off x="3626298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418BD2C0-662E-22E4-8200-52223888C2F1}"/>
                </a:ext>
              </a:extLst>
            </p:cNvPr>
            <p:cNvCxnSpPr>
              <a:cxnSpLocks/>
              <a:endCxn id="39" idx="0"/>
            </p:cNvCxnSpPr>
            <p:nvPr/>
          </p:nvCxnSpPr>
          <p:spPr>
            <a:xfrm>
              <a:off x="3835217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EFCB4161-2145-1225-BF71-E0FDA053498B}"/>
                </a:ext>
              </a:extLst>
            </p:cNvPr>
            <p:cNvSpPr/>
            <p:nvPr/>
          </p:nvSpPr>
          <p:spPr>
            <a:xfrm>
              <a:off x="4158546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8084958F-C94C-E6C2-F425-D6B30F6F004C}"/>
                </a:ext>
              </a:extLst>
            </p:cNvPr>
            <p:cNvCxnSpPr>
              <a:cxnSpLocks/>
              <a:endCxn id="41" idx="0"/>
            </p:cNvCxnSpPr>
            <p:nvPr/>
          </p:nvCxnSpPr>
          <p:spPr>
            <a:xfrm>
              <a:off x="4367465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AF10CDC6-4158-34C9-983A-94DF68108746}"/>
                </a:ext>
              </a:extLst>
            </p:cNvPr>
            <p:cNvSpPr/>
            <p:nvPr/>
          </p:nvSpPr>
          <p:spPr>
            <a:xfrm>
              <a:off x="4734840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4758A461-F76F-5C66-B6DC-BDE45F916F30}"/>
                </a:ext>
              </a:extLst>
            </p:cNvPr>
            <p:cNvCxnSpPr>
              <a:cxnSpLocks/>
              <a:endCxn id="43" idx="0"/>
            </p:cNvCxnSpPr>
            <p:nvPr/>
          </p:nvCxnSpPr>
          <p:spPr>
            <a:xfrm>
              <a:off x="4943759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2BABF4D5-88F6-C8D1-69B7-70EEAD48E0DB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2951819" y="2464641"/>
            <a:ext cx="1" cy="4137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4157695-9B6B-E2E5-2FE5-7089B89F937D}"/>
              </a:ext>
            </a:extLst>
          </p:cNvPr>
          <p:cNvCxnSpPr>
            <a:cxnSpLocks/>
          </p:cNvCxnSpPr>
          <p:nvPr/>
        </p:nvCxnSpPr>
        <p:spPr>
          <a:xfrm>
            <a:off x="6216812" y="2453465"/>
            <a:ext cx="1" cy="4137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F5B13D04-5CD7-9339-F82C-043B7799AE22}"/>
              </a:ext>
            </a:extLst>
          </p:cNvPr>
          <p:cNvCxnSpPr>
            <a:cxnSpLocks/>
          </p:cNvCxnSpPr>
          <p:nvPr/>
        </p:nvCxnSpPr>
        <p:spPr>
          <a:xfrm flipH="1">
            <a:off x="9266712" y="2474270"/>
            <a:ext cx="6466" cy="3761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76E564CA-4BEA-C2A6-BE66-728287DC7F79}"/>
              </a:ext>
            </a:extLst>
          </p:cNvPr>
          <p:cNvCxnSpPr>
            <a:cxnSpLocks/>
          </p:cNvCxnSpPr>
          <p:nvPr/>
        </p:nvCxnSpPr>
        <p:spPr>
          <a:xfrm flipV="1">
            <a:off x="2945353" y="2446270"/>
            <a:ext cx="6327825" cy="71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A63B2071-4F6C-9DCB-4C95-C451B28BC50B}"/>
              </a:ext>
            </a:extLst>
          </p:cNvPr>
          <p:cNvCxnSpPr>
            <a:stCxn id="7" idx="2"/>
          </p:cNvCxnSpPr>
          <p:nvPr/>
        </p:nvCxnSpPr>
        <p:spPr>
          <a:xfrm flipH="1">
            <a:off x="6216811" y="1764772"/>
            <a:ext cx="1" cy="68869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F894E58F-F9C3-E71F-1314-9A3FA6AC22B9}"/>
              </a:ext>
            </a:extLst>
          </p:cNvPr>
          <p:cNvSpPr txBox="1"/>
          <p:nvPr/>
        </p:nvSpPr>
        <p:spPr>
          <a:xfrm>
            <a:off x="1077902" y="5008005"/>
            <a:ext cx="988884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GPU Architecture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collection of Symmetric Multi-Processor (SMP)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Each SMP – Processor/Memory Architecture with Cache with multiple processors running in lock step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SPMD – Single Program Multiple Data Paradigm</a:t>
            </a:r>
          </a:p>
        </p:txBody>
      </p:sp>
    </p:spTree>
    <p:extLst>
      <p:ext uri="{BB962C8B-B14F-4D97-AF65-F5344CB8AC3E}">
        <p14:creationId xmlns:p14="http://schemas.microsoft.com/office/powerpoint/2010/main" val="243543865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ED690-DB0F-6799-0CB6-26F51F714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 GPU Architectures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26E6375-994E-A5F1-47DE-75C41629A231}"/>
              </a:ext>
            </a:extLst>
          </p:cNvPr>
          <p:cNvSpPr/>
          <p:nvPr/>
        </p:nvSpPr>
        <p:spPr>
          <a:xfrm>
            <a:off x="5345000" y="1383772"/>
            <a:ext cx="1743623" cy="381000"/>
          </a:xfrm>
          <a:prstGeom prst="rect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DRAM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3EF8471-92A0-1A02-22F9-2F0B6C66273D}"/>
              </a:ext>
            </a:extLst>
          </p:cNvPr>
          <p:cNvGrpSpPr/>
          <p:nvPr/>
        </p:nvGrpSpPr>
        <p:grpSpPr>
          <a:xfrm>
            <a:off x="1885020" y="2878404"/>
            <a:ext cx="2133599" cy="1499816"/>
            <a:chOff x="3392871" y="2569567"/>
            <a:chExt cx="2133599" cy="149981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B97B929-FDA1-E196-6DAD-BF927DB54DF1}"/>
                </a:ext>
              </a:extLst>
            </p:cNvPr>
            <p:cNvSpPr/>
            <p:nvPr/>
          </p:nvSpPr>
          <p:spPr>
            <a:xfrm>
              <a:off x="3392871" y="2569567"/>
              <a:ext cx="2133599" cy="1499816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CCAA978-20D9-E37C-E20F-96FC94888E01}"/>
                </a:ext>
              </a:extLst>
            </p:cNvPr>
            <p:cNvSpPr/>
            <p:nvPr/>
          </p:nvSpPr>
          <p:spPr>
            <a:xfrm>
              <a:off x="3587858" y="2695534"/>
              <a:ext cx="1730693" cy="381000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bg2">
                      <a:lumMod val="10000"/>
                    </a:schemeClr>
                  </a:solidFill>
                </a:rPr>
                <a:t>C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3615633-F424-F9A1-01E6-0783F7EBDD10}"/>
                </a:ext>
              </a:extLst>
            </p:cNvPr>
            <p:cNvSpPr/>
            <p:nvPr/>
          </p:nvSpPr>
          <p:spPr>
            <a:xfrm>
              <a:off x="3626298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7673A518-B87F-4BC2-3980-230754811616}"/>
                </a:ext>
              </a:extLst>
            </p:cNvPr>
            <p:cNvCxnSpPr>
              <a:cxnSpLocks/>
              <a:endCxn id="13" idx="0"/>
            </p:cNvCxnSpPr>
            <p:nvPr/>
          </p:nvCxnSpPr>
          <p:spPr>
            <a:xfrm>
              <a:off x="3835217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0B21B8C2-72C5-6B59-168B-0759EC651090}"/>
                </a:ext>
              </a:extLst>
            </p:cNvPr>
            <p:cNvSpPr/>
            <p:nvPr/>
          </p:nvSpPr>
          <p:spPr>
            <a:xfrm>
              <a:off x="4158546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F15918E6-5C3C-D053-8F16-96CD93AC3D50}"/>
                </a:ext>
              </a:extLst>
            </p:cNvPr>
            <p:cNvCxnSpPr>
              <a:cxnSpLocks/>
              <a:endCxn id="22" idx="0"/>
            </p:cNvCxnSpPr>
            <p:nvPr/>
          </p:nvCxnSpPr>
          <p:spPr>
            <a:xfrm>
              <a:off x="4367465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90B2E37D-4CB6-1734-629D-6F8A3C70CE9A}"/>
                </a:ext>
              </a:extLst>
            </p:cNvPr>
            <p:cNvSpPr/>
            <p:nvPr/>
          </p:nvSpPr>
          <p:spPr>
            <a:xfrm>
              <a:off x="4734840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F4ECBB29-F35F-8DDC-EAEC-878583E15A16}"/>
                </a:ext>
              </a:extLst>
            </p:cNvPr>
            <p:cNvCxnSpPr>
              <a:cxnSpLocks/>
              <a:endCxn id="24" idx="0"/>
            </p:cNvCxnSpPr>
            <p:nvPr/>
          </p:nvCxnSpPr>
          <p:spPr>
            <a:xfrm>
              <a:off x="4943759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9D42CB6-DB01-722A-DF69-9B01E76364DC}"/>
              </a:ext>
            </a:extLst>
          </p:cNvPr>
          <p:cNvGrpSpPr/>
          <p:nvPr/>
        </p:nvGrpSpPr>
        <p:grpSpPr>
          <a:xfrm>
            <a:off x="5150013" y="2878404"/>
            <a:ext cx="2133599" cy="1499816"/>
            <a:chOff x="3392871" y="2569567"/>
            <a:chExt cx="2133599" cy="1499816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271A9434-1C0A-F2A8-F20B-773028E38C49}"/>
                </a:ext>
              </a:extLst>
            </p:cNvPr>
            <p:cNvSpPr/>
            <p:nvPr/>
          </p:nvSpPr>
          <p:spPr>
            <a:xfrm>
              <a:off x="3392871" y="2569567"/>
              <a:ext cx="2133599" cy="1499816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1CF8708D-895F-A94D-A2A5-E7A2A23A4966}"/>
                </a:ext>
              </a:extLst>
            </p:cNvPr>
            <p:cNvSpPr/>
            <p:nvPr/>
          </p:nvSpPr>
          <p:spPr>
            <a:xfrm>
              <a:off x="3587858" y="2695534"/>
              <a:ext cx="1730693" cy="381000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bg2">
                      <a:lumMod val="10000"/>
                    </a:schemeClr>
                  </a:solidFill>
                </a:rPr>
                <a:t>C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B98FEC92-83AF-2D4B-E683-82301F53B27D}"/>
                </a:ext>
              </a:extLst>
            </p:cNvPr>
            <p:cNvSpPr/>
            <p:nvPr/>
          </p:nvSpPr>
          <p:spPr>
            <a:xfrm>
              <a:off x="3626298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3FBC5F90-409D-F340-9329-19B91BE5EBBF}"/>
                </a:ext>
              </a:extLst>
            </p:cNvPr>
            <p:cNvCxnSpPr>
              <a:cxnSpLocks/>
              <a:endCxn id="30" idx="0"/>
            </p:cNvCxnSpPr>
            <p:nvPr/>
          </p:nvCxnSpPr>
          <p:spPr>
            <a:xfrm>
              <a:off x="3835217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47C0F9A2-3579-566E-B6AF-772825F18C58}"/>
                </a:ext>
              </a:extLst>
            </p:cNvPr>
            <p:cNvSpPr/>
            <p:nvPr/>
          </p:nvSpPr>
          <p:spPr>
            <a:xfrm>
              <a:off x="4158546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0A04A625-F954-5F87-00CF-4B5E71FA5D1B}"/>
                </a:ext>
              </a:extLst>
            </p:cNvPr>
            <p:cNvCxnSpPr>
              <a:cxnSpLocks/>
              <a:endCxn id="32" idx="0"/>
            </p:cNvCxnSpPr>
            <p:nvPr/>
          </p:nvCxnSpPr>
          <p:spPr>
            <a:xfrm>
              <a:off x="4367465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53F44C5E-4257-E736-99CB-C5E333EE925A}"/>
                </a:ext>
              </a:extLst>
            </p:cNvPr>
            <p:cNvSpPr/>
            <p:nvPr/>
          </p:nvSpPr>
          <p:spPr>
            <a:xfrm>
              <a:off x="4734840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920C50A8-6C47-1E49-4B8D-AD50FDD3DFFB}"/>
                </a:ext>
              </a:extLst>
            </p:cNvPr>
            <p:cNvCxnSpPr>
              <a:cxnSpLocks/>
              <a:endCxn id="34" idx="0"/>
            </p:cNvCxnSpPr>
            <p:nvPr/>
          </p:nvCxnSpPr>
          <p:spPr>
            <a:xfrm>
              <a:off x="4943759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9A7CB1C2-6AB2-C860-38E0-E6EBD6F2747A}"/>
              </a:ext>
            </a:extLst>
          </p:cNvPr>
          <p:cNvGrpSpPr/>
          <p:nvPr/>
        </p:nvGrpSpPr>
        <p:grpSpPr>
          <a:xfrm>
            <a:off x="8206379" y="2878404"/>
            <a:ext cx="2133599" cy="1499816"/>
            <a:chOff x="3392871" y="2569567"/>
            <a:chExt cx="2133599" cy="1499816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AF60983D-DA7A-C2CA-B723-5DDFBF18EDAB}"/>
                </a:ext>
              </a:extLst>
            </p:cNvPr>
            <p:cNvSpPr/>
            <p:nvPr/>
          </p:nvSpPr>
          <p:spPr>
            <a:xfrm>
              <a:off x="3392871" y="2569567"/>
              <a:ext cx="2133599" cy="1499816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34A2CCE9-CE64-2124-7078-14ADE340D0B0}"/>
                </a:ext>
              </a:extLst>
            </p:cNvPr>
            <p:cNvSpPr/>
            <p:nvPr/>
          </p:nvSpPr>
          <p:spPr>
            <a:xfrm>
              <a:off x="3587858" y="2695534"/>
              <a:ext cx="1730693" cy="381000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bg2">
                      <a:lumMod val="10000"/>
                    </a:schemeClr>
                  </a:solidFill>
                </a:rPr>
                <a:t>C</a:t>
              </a: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1833FBDE-0BBB-80AB-1B21-063E7E562C7E}"/>
                </a:ext>
              </a:extLst>
            </p:cNvPr>
            <p:cNvSpPr/>
            <p:nvPr/>
          </p:nvSpPr>
          <p:spPr>
            <a:xfrm>
              <a:off x="3626298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418BD2C0-662E-22E4-8200-52223888C2F1}"/>
                </a:ext>
              </a:extLst>
            </p:cNvPr>
            <p:cNvCxnSpPr>
              <a:cxnSpLocks/>
              <a:endCxn id="39" idx="0"/>
            </p:cNvCxnSpPr>
            <p:nvPr/>
          </p:nvCxnSpPr>
          <p:spPr>
            <a:xfrm>
              <a:off x="3835217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EFCB4161-2145-1225-BF71-E0FDA053498B}"/>
                </a:ext>
              </a:extLst>
            </p:cNvPr>
            <p:cNvSpPr/>
            <p:nvPr/>
          </p:nvSpPr>
          <p:spPr>
            <a:xfrm>
              <a:off x="4158546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8084958F-C94C-E6C2-F425-D6B30F6F004C}"/>
                </a:ext>
              </a:extLst>
            </p:cNvPr>
            <p:cNvCxnSpPr>
              <a:cxnSpLocks/>
              <a:endCxn id="41" idx="0"/>
            </p:cNvCxnSpPr>
            <p:nvPr/>
          </p:nvCxnSpPr>
          <p:spPr>
            <a:xfrm>
              <a:off x="4367465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AF10CDC6-4158-34C9-983A-94DF68108746}"/>
                </a:ext>
              </a:extLst>
            </p:cNvPr>
            <p:cNvSpPr/>
            <p:nvPr/>
          </p:nvSpPr>
          <p:spPr>
            <a:xfrm>
              <a:off x="4734840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4758A461-F76F-5C66-B6DC-BDE45F916F30}"/>
                </a:ext>
              </a:extLst>
            </p:cNvPr>
            <p:cNvCxnSpPr>
              <a:cxnSpLocks/>
              <a:endCxn id="43" idx="0"/>
            </p:cNvCxnSpPr>
            <p:nvPr/>
          </p:nvCxnSpPr>
          <p:spPr>
            <a:xfrm>
              <a:off x="4943759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2BABF4D5-88F6-C8D1-69B7-70EEAD48E0DB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2951819" y="2464641"/>
            <a:ext cx="1" cy="4137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4157695-9B6B-E2E5-2FE5-7089B89F937D}"/>
              </a:ext>
            </a:extLst>
          </p:cNvPr>
          <p:cNvCxnSpPr>
            <a:cxnSpLocks/>
          </p:cNvCxnSpPr>
          <p:nvPr/>
        </p:nvCxnSpPr>
        <p:spPr>
          <a:xfrm>
            <a:off x="6216812" y="2453465"/>
            <a:ext cx="1" cy="4137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F5B13D04-5CD7-9339-F82C-043B7799AE22}"/>
              </a:ext>
            </a:extLst>
          </p:cNvPr>
          <p:cNvCxnSpPr>
            <a:cxnSpLocks/>
          </p:cNvCxnSpPr>
          <p:nvPr/>
        </p:nvCxnSpPr>
        <p:spPr>
          <a:xfrm flipH="1">
            <a:off x="9266712" y="2474270"/>
            <a:ext cx="6466" cy="3761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76E564CA-4BEA-C2A6-BE66-728287DC7F79}"/>
              </a:ext>
            </a:extLst>
          </p:cNvPr>
          <p:cNvCxnSpPr>
            <a:cxnSpLocks/>
          </p:cNvCxnSpPr>
          <p:nvPr/>
        </p:nvCxnSpPr>
        <p:spPr>
          <a:xfrm flipV="1">
            <a:off x="2945353" y="2446270"/>
            <a:ext cx="6327825" cy="71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A63B2071-4F6C-9DCB-4C95-C451B28BC50B}"/>
              </a:ext>
            </a:extLst>
          </p:cNvPr>
          <p:cNvCxnSpPr>
            <a:stCxn id="7" idx="2"/>
          </p:cNvCxnSpPr>
          <p:nvPr/>
        </p:nvCxnSpPr>
        <p:spPr>
          <a:xfrm flipH="1">
            <a:off x="6216811" y="1764772"/>
            <a:ext cx="1" cy="68869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F894E58F-F9C3-E71F-1314-9A3FA6AC22B9}"/>
              </a:ext>
            </a:extLst>
          </p:cNvPr>
          <p:cNvSpPr txBox="1"/>
          <p:nvPr/>
        </p:nvSpPr>
        <p:spPr>
          <a:xfrm>
            <a:off x="1077902" y="5008005"/>
            <a:ext cx="98888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Global Memory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is where we transfer data from the CPU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Nvidia A100 – 80 GB; Nvidia H100 – 96 GB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803F3B-2420-1737-FEB1-DC75EC686119}"/>
              </a:ext>
            </a:extLst>
          </p:cNvPr>
          <p:cNvSpPr txBox="1"/>
          <p:nvPr/>
        </p:nvSpPr>
        <p:spPr>
          <a:xfrm>
            <a:off x="9966186" y="1199015"/>
            <a:ext cx="17436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Global Memory; VRAM; …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C0B6C58-0261-1B87-9CEF-4F342D0A6742}"/>
              </a:ext>
            </a:extLst>
          </p:cNvPr>
          <p:cNvCxnSpPr>
            <a:stCxn id="3" idx="1"/>
          </p:cNvCxnSpPr>
          <p:nvPr/>
        </p:nvCxnSpPr>
        <p:spPr>
          <a:xfrm flipH="1">
            <a:off x="7212254" y="1522181"/>
            <a:ext cx="2753932" cy="5783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870010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ED690-DB0F-6799-0CB6-26F51F714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 GPU Architectures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26E6375-994E-A5F1-47DE-75C41629A231}"/>
              </a:ext>
            </a:extLst>
          </p:cNvPr>
          <p:cNvSpPr/>
          <p:nvPr/>
        </p:nvSpPr>
        <p:spPr>
          <a:xfrm>
            <a:off x="5345000" y="1383772"/>
            <a:ext cx="1743623" cy="381000"/>
          </a:xfrm>
          <a:prstGeom prst="rect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DRAM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3EF8471-92A0-1A02-22F9-2F0B6C66273D}"/>
              </a:ext>
            </a:extLst>
          </p:cNvPr>
          <p:cNvGrpSpPr/>
          <p:nvPr/>
        </p:nvGrpSpPr>
        <p:grpSpPr>
          <a:xfrm>
            <a:off x="1885020" y="2878404"/>
            <a:ext cx="2133599" cy="1499816"/>
            <a:chOff x="3392871" y="2569567"/>
            <a:chExt cx="2133599" cy="149981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B97B929-FDA1-E196-6DAD-BF927DB54DF1}"/>
                </a:ext>
              </a:extLst>
            </p:cNvPr>
            <p:cNvSpPr/>
            <p:nvPr/>
          </p:nvSpPr>
          <p:spPr>
            <a:xfrm>
              <a:off x="3392871" y="2569567"/>
              <a:ext cx="2133599" cy="1499816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CCAA978-20D9-E37C-E20F-96FC94888E01}"/>
                </a:ext>
              </a:extLst>
            </p:cNvPr>
            <p:cNvSpPr/>
            <p:nvPr/>
          </p:nvSpPr>
          <p:spPr>
            <a:xfrm>
              <a:off x="3587858" y="2695534"/>
              <a:ext cx="1730693" cy="381000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bg2">
                      <a:lumMod val="10000"/>
                    </a:schemeClr>
                  </a:solidFill>
                </a:rPr>
                <a:t>C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3615633-F424-F9A1-01E6-0783F7EBDD10}"/>
                </a:ext>
              </a:extLst>
            </p:cNvPr>
            <p:cNvSpPr/>
            <p:nvPr/>
          </p:nvSpPr>
          <p:spPr>
            <a:xfrm>
              <a:off x="3626298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7673A518-B87F-4BC2-3980-230754811616}"/>
                </a:ext>
              </a:extLst>
            </p:cNvPr>
            <p:cNvCxnSpPr>
              <a:cxnSpLocks/>
              <a:endCxn id="13" idx="0"/>
            </p:cNvCxnSpPr>
            <p:nvPr/>
          </p:nvCxnSpPr>
          <p:spPr>
            <a:xfrm>
              <a:off x="3835217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0B21B8C2-72C5-6B59-168B-0759EC651090}"/>
                </a:ext>
              </a:extLst>
            </p:cNvPr>
            <p:cNvSpPr/>
            <p:nvPr/>
          </p:nvSpPr>
          <p:spPr>
            <a:xfrm>
              <a:off x="4158546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F15918E6-5C3C-D053-8F16-96CD93AC3D50}"/>
                </a:ext>
              </a:extLst>
            </p:cNvPr>
            <p:cNvCxnSpPr>
              <a:cxnSpLocks/>
              <a:endCxn id="22" idx="0"/>
            </p:cNvCxnSpPr>
            <p:nvPr/>
          </p:nvCxnSpPr>
          <p:spPr>
            <a:xfrm>
              <a:off x="4367465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90B2E37D-4CB6-1734-629D-6F8A3C70CE9A}"/>
                </a:ext>
              </a:extLst>
            </p:cNvPr>
            <p:cNvSpPr/>
            <p:nvPr/>
          </p:nvSpPr>
          <p:spPr>
            <a:xfrm>
              <a:off x="4734840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F4ECBB29-F35F-8DDC-EAEC-878583E15A16}"/>
                </a:ext>
              </a:extLst>
            </p:cNvPr>
            <p:cNvCxnSpPr>
              <a:cxnSpLocks/>
              <a:endCxn id="24" idx="0"/>
            </p:cNvCxnSpPr>
            <p:nvPr/>
          </p:nvCxnSpPr>
          <p:spPr>
            <a:xfrm>
              <a:off x="4943759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9D42CB6-DB01-722A-DF69-9B01E76364DC}"/>
              </a:ext>
            </a:extLst>
          </p:cNvPr>
          <p:cNvGrpSpPr/>
          <p:nvPr/>
        </p:nvGrpSpPr>
        <p:grpSpPr>
          <a:xfrm>
            <a:off x="5150013" y="2878404"/>
            <a:ext cx="2133599" cy="1499816"/>
            <a:chOff x="3392871" y="2569567"/>
            <a:chExt cx="2133599" cy="1499816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271A9434-1C0A-F2A8-F20B-773028E38C49}"/>
                </a:ext>
              </a:extLst>
            </p:cNvPr>
            <p:cNvSpPr/>
            <p:nvPr/>
          </p:nvSpPr>
          <p:spPr>
            <a:xfrm>
              <a:off x="3392871" y="2569567"/>
              <a:ext cx="2133599" cy="1499816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1CF8708D-895F-A94D-A2A5-E7A2A23A4966}"/>
                </a:ext>
              </a:extLst>
            </p:cNvPr>
            <p:cNvSpPr/>
            <p:nvPr/>
          </p:nvSpPr>
          <p:spPr>
            <a:xfrm>
              <a:off x="3587858" y="2695534"/>
              <a:ext cx="1730693" cy="381000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bg2">
                      <a:lumMod val="10000"/>
                    </a:schemeClr>
                  </a:solidFill>
                </a:rPr>
                <a:t>C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B98FEC92-83AF-2D4B-E683-82301F53B27D}"/>
                </a:ext>
              </a:extLst>
            </p:cNvPr>
            <p:cNvSpPr/>
            <p:nvPr/>
          </p:nvSpPr>
          <p:spPr>
            <a:xfrm>
              <a:off x="3626298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3FBC5F90-409D-F340-9329-19B91BE5EBBF}"/>
                </a:ext>
              </a:extLst>
            </p:cNvPr>
            <p:cNvCxnSpPr>
              <a:cxnSpLocks/>
              <a:endCxn id="30" idx="0"/>
            </p:cNvCxnSpPr>
            <p:nvPr/>
          </p:nvCxnSpPr>
          <p:spPr>
            <a:xfrm>
              <a:off x="3835217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47C0F9A2-3579-566E-B6AF-772825F18C58}"/>
                </a:ext>
              </a:extLst>
            </p:cNvPr>
            <p:cNvSpPr/>
            <p:nvPr/>
          </p:nvSpPr>
          <p:spPr>
            <a:xfrm>
              <a:off x="4158546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0A04A625-F954-5F87-00CF-4B5E71FA5D1B}"/>
                </a:ext>
              </a:extLst>
            </p:cNvPr>
            <p:cNvCxnSpPr>
              <a:cxnSpLocks/>
              <a:endCxn id="32" idx="0"/>
            </p:cNvCxnSpPr>
            <p:nvPr/>
          </p:nvCxnSpPr>
          <p:spPr>
            <a:xfrm>
              <a:off x="4367465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53F44C5E-4257-E736-99CB-C5E333EE925A}"/>
                </a:ext>
              </a:extLst>
            </p:cNvPr>
            <p:cNvSpPr/>
            <p:nvPr/>
          </p:nvSpPr>
          <p:spPr>
            <a:xfrm>
              <a:off x="4734840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920C50A8-6C47-1E49-4B8D-AD50FDD3DFFB}"/>
                </a:ext>
              </a:extLst>
            </p:cNvPr>
            <p:cNvCxnSpPr>
              <a:cxnSpLocks/>
              <a:endCxn id="34" idx="0"/>
            </p:cNvCxnSpPr>
            <p:nvPr/>
          </p:nvCxnSpPr>
          <p:spPr>
            <a:xfrm>
              <a:off x="4943759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9A7CB1C2-6AB2-C860-38E0-E6EBD6F2747A}"/>
              </a:ext>
            </a:extLst>
          </p:cNvPr>
          <p:cNvGrpSpPr/>
          <p:nvPr/>
        </p:nvGrpSpPr>
        <p:grpSpPr>
          <a:xfrm>
            <a:off x="8206379" y="2878404"/>
            <a:ext cx="2133599" cy="1499816"/>
            <a:chOff x="3392871" y="2569567"/>
            <a:chExt cx="2133599" cy="1499816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AF60983D-DA7A-C2CA-B723-5DDFBF18EDAB}"/>
                </a:ext>
              </a:extLst>
            </p:cNvPr>
            <p:cNvSpPr/>
            <p:nvPr/>
          </p:nvSpPr>
          <p:spPr>
            <a:xfrm>
              <a:off x="3392871" y="2569567"/>
              <a:ext cx="2133599" cy="1499816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34A2CCE9-CE64-2124-7078-14ADE340D0B0}"/>
                </a:ext>
              </a:extLst>
            </p:cNvPr>
            <p:cNvSpPr/>
            <p:nvPr/>
          </p:nvSpPr>
          <p:spPr>
            <a:xfrm>
              <a:off x="3587858" y="2695534"/>
              <a:ext cx="1730693" cy="381000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bg2">
                      <a:lumMod val="10000"/>
                    </a:schemeClr>
                  </a:solidFill>
                </a:rPr>
                <a:t>C</a:t>
              </a: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1833FBDE-0BBB-80AB-1B21-063E7E562C7E}"/>
                </a:ext>
              </a:extLst>
            </p:cNvPr>
            <p:cNvSpPr/>
            <p:nvPr/>
          </p:nvSpPr>
          <p:spPr>
            <a:xfrm>
              <a:off x="3626298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418BD2C0-662E-22E4-8200-52223888C2F1}"/>
                </a:ext>
              </a:extLst>
            </p:cNvPr>
            <p:cNvCxnSpPr>
              <a:cxnSpLocks/>
              <a:endCxn id="39" idx="0"/>
            </p:cNvCxnSpPr>
            <p:nvPr/>
          </p:nvCxnSpPr>
          <p:spPr>
            <a:xfrm>
              <a:off x="3835217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EFCB4161-2145-1225-BF71-E0FDA053498B}"/>
                </a:ext>
              </a:extLst>
            </p:cNvPr>
            <p:cNvSpPr/>
            <p:nvPr/>
          </p:nvSpPr>
          <p:spPr>
            <a:xfrm>
              <a:off x="4158546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8084958F-C94C-E6C2-F425-D6B30F6F004C}"/>
                </a:ext>
              </a:extLst>
            </p:cNvPr>
            <p:cNvCxnSpPr>
              <a:cxnSpLocks/>
              <a:endCxn id="41" idx="0"/>
            </p:cNvCxnSpPr>
            <p:nvPr/>
          </p:nvCxnSpPr>
          <p:spPr>
            <a:xfrm>
              <a:off x="4367465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AF10CDC6-4158-34C9-983A-94DF68108746}"/>
                </a:ext>
              </a:extLst>
            </p:cNvPr>
            <p:cNvSpPr/>
            <p:nvPr/>
          </p:nvSpPr>
          <p:spPr>
            <a:xfrm>
              <a:off x="4734840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4758A461-F76F-5C66-B6DC-BDE45F916F30}"/>
                </a:ext>
              </a:extLst>
            </p:cNvPr>
            <p:cNvCxnSpPr>
              <a:cxnSpLocks/>
              <a:endCxn id="43" idx="0"/>
            </p:cNvCxnSpPr>
            <p:nvPr/>
          </p:nvCxnSpPr>
          <p:spPr>
            <a:xfrm>
              <a:off x="4943759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2BABF4D5-88F6-C8D1-69B7-70EEAD48E0DB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2951819" y="2464641"/>
            <a:ext cx="1" cy="4137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4157695-9B6B-E2E5-2FE5-7089B89F937D}"/>
              </a:ext>
            </a:extLst>
          </p:cNvPr>
          <p:cNvCxnSpPr>
            <a:cxnSpLocks/>
          </p:cNvCxnSpPr>
          <p:nvPr/>
        </p:nvCxnSpPr>
        <p:spPr>
          <a:xfrm>
            <a:off x="6216812" y="2453465"/>
            <a:ext cx="1" cy="4137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F5B13D04-5CD7-9339-F82C-043B7799AE22}"/>
              </a:ext>
            </a:extLst>
          </p:cNvPr>
          <p:cNvCxnSpPr>
            <a:cxnSpLocks/>
          </p:cNvCxnSpPr>
          <p:nvPr/>
        </p:nvCxnSpPr>
        <p:spPr>
          <a:xfrm flipH="1">
            <a:off x="9266712" y="2474270"/>
            <a:ext cx="6466" cy="3761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76E564CA-4BEA-C2A6-BE66-728287DC7F79}"/>
              </a:ext>
            </a:extLst>
          </p:cNvPr>
          <p:cNvCxnSpPr>
            <a:cxnSpLocks/>
          </p:cNvCxnSpPr>
          <p:nvPr/>
        </p:nvCxnSpPr>
        <p:spPr>
          <a:xfrm flipV="1">
            <a:off x="2945353" y="2446270"/>
            <a:ext cx="6327825" cy="71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A63B2071-4F6C-9DCB-4C95-C451B28BC50B}"/>
              </a:ext>
            </a:extLst>
          </p:cNvPr>
          <p:cNvCxnSpPr>
            <a:stCxn id="7" idx="2"/>
          </p:cNvCxnSpPr>
          <p:nvPr/>
        </p:nvCxnSpPr>
        <p:spPr>
          <a:xfrm flipH="1">
            <a:off x="6216811" y="1764772"/>
            <a:ext cx="1" cy="68869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F894E58F-F9C3-E71F-1314-9A3FA6AC22B9}"/>
              </a:ext>
            </a:extLst>
          </p:cNvPr>
          <p:cNvSpPr txBox="1"/>
          <p:nvPr/>
        </p:nvSpPr>
        <p:spPr>
          <a:xfrm>
            <a:off x="1077902" y="5008005"/>
            <a:ext cx="988884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Symmetric Multi Processor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 array of compute cores working in lockstep manner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Have access to a shared cache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Each compute core can access any location in the shared cache, even if the location was written by a different compute core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803F3B-2420-1737-FEB1-DC75EC686119}"/>
              </a:ext>
            </a:extLst>
          </p:cNvPr>
          <p:cNvSpPr txBox="1"/>
          <p:nvPr/>
        </p:nvSpPr>
        <p:spPr>
          <a:xfrm>
            <a:off x="9966186" y="1199015"/>
            <a:ext cx="17436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Symmetric Multi-Processor; …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C0B6C58-0261-1B87-9CEF-4F342D0A6742}"/>
              </a:ext>
            </a:extLst>
          </p:cNvPr>
          <p:cNvCxnSpPr>
            <a:cxnSpLocks/>
            <a:stCxn id="3" idx="1"/>
          </p:cNvCxnSpPr>
          <p:nvPr/>
        </p:nvCxnSpPr>
        <p:spPr>
          <a:xfrm flipH="1">
            <a:off x="9622395" y="1660680"/>
            <a:ext cx="343791" cy="118972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B942FC6-C2B9-3FA4-7E94-E6DA2465FF03}"/>
              </a:ext>
            </a:extLst>
          </p:cNvPr>
          <p:cNvCxnSpPr>
            <a:cxnSpLocks/>
          </p:cNvCxnSpPr>
          <p:nvPr/>
        </p:nvCxnSpPr>
        <p:spPr>
          <a:xfrm flipH="1">
            <a:off x="6909820" y="1519521"/>
            <a:ext cx="3044149" cy="129098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858031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ED690-DB0F-6799-0CB6-26F51F714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 GPU Architectures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26E6375-994E-A5F1-47DE-75C41629A231}"/>
              </a:ext>
            </a:extLst>
          </p:cNvPr>
          <p:cNvSpPr/>
          <p:nvPr/>
        </p:nvSpPr>
        <p:spPr>
          <a:xfrm>
            <a:off x="5345000" y="1383772"/>
            <a:ext cx="1743623" cy="381000"/>
          </a:xfrm>
          <a:prstGeom prst="rect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DRAM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3EF8471-92A0-1A02-22F9-2F0B6C66273D}"/>
              </a:ext>
            </a:extLst>
          </p:cNvPr>
          <p:cNvGrpSpPr/>
          <p:nvPr/>
        </p:nvGrpSpPr>
        <p:grpSpPr>
          <a:xfrm>
            <a:off x="1885020" y="2878404"/>
            <a:ext cx="2133599" cy="1499816"/>
            <a:chOff x="3392871" y="2569567"/>
            <a:chExt cx="2133599" cy="149981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B97B929-FDA1-E196-6DAD-BF927DB54DF1}"/>
                </a:ext>
              </a:extLst>
            </p:cNvPr>
            <p:cNvSpPr/>
            <p:nvPr/>
          </p:nvSpPr>
          <p:spPr>
            <a:xfrm>
              <a:off x="3392871" y="2569567"/>
              <a:ext cx="2133599" cy="1499816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CCAA978-20D9-E37C-E20F-96FC94888E01}"/>
                </a:ext>
              </a:extLst>
            </p:cNvPr>
            <p:cNvSpPr/>
            <p:nvPr/>
          </p:nvSpPr>
          <p:spPr>
            <a:xfrm>
              <a:off x="3587858" y="2695534"/>
              <a:ext cx="1730693" cy="381000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bg2">
                      <a:lumMod val="10000"/>
                    </a:schemeClr>
                  </a:solidFill>
                </a:rPr>
                <a:t>C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3615633-F424-F9A1-01E6-0783F7EBDD10}"/>
                </a:ext>
              </a:extLst>
            </p:cNvPr>
            <p:cNvSpPr/>
            <p:nvPr/>
          </p:nvSpPr>
          <p:spPr>
            <a:xfrm>
              <a:off x="3626298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7673A518-B87F-4BC2-3980-230754811616}"/>
                </a:ext>
              </a:extLst>
            </p:cNvPr>
            <p:cNvCxnSpPr>
              <a:cxnSpLocks/>
              <a:endCxn id="13" idx="0"/>
            </p:cNvCxnSpPr>
            <p:nvPr/>
          </p:nvCxnSpPr>
          <p:spPr>
            <a:xfrm>
              <a:off x="3835217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0B21B8C2-72C5-6B59-168B-0759EC651090}"/>
                </a:ext>
              </a:extLst>
            </p:cNvPr>
            <p:cNvSpPr/>
            <p:nvPr/>
          </p:nvSpPr>
          <p:spPr>
            <a:xfrm>
              <a:off x="4158546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F15918E6-5C3C-D053-8F16-96CD93AC3D50}"/>
                </a:ext>
              </a:extLst>
            </p:cNvPr>
            <p:cNvCxnSpPr>
              <a:cxnSpLocks/>
              <a:endCxn id="22" idx="0"/>
            </p:cNvCxnSpPr>
            <p:nvPr/>
          </p:nvCxnSpPr>
          <p:spPr>
            <a:xfrm>
              <a:off x="4367465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90B2E37D-4CB6-1734-629D-6F8A3C70CE9A}"/>
                </a:ext>
              </a:extLst>
            </p:cNvPr>
            <p:cNvSpPr/>
            <p:nvPr/>
          </p:nvSpPr>
          <p:spPr>
            <a:xfrm>
              <a:off x="4734840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F4ECBB29-F35F-8DDC-EAEC-878583E15A16}"/>
                </a:ext>
              </a:extLst>
            </p:cNvPr>
            <p:cNvCxnSpPr>
              <a:cxnSpLocks/>
              <a:endCxn id="24" idx="0"/>
            </p:cNvCxnSpPr>
            <p:nvPr/>
          </p:nvCxnSpPr>
          <p:spPr>
            <a:xfrm>
              <a:off x="4943759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9D42CB6-DB01-722A-DF69-9B01E76364DC}"/>
              </a:ext>
            </a:extLst>
          </p:cNvPr>
          <p:cNvGrpSpPr/>
          <p:nvPr/>
        </p:nvGrpSpPr>
        <p:grpSpPr>
          <a:xfrm>
            <a:off x="5150013" y="2878404"/>
            <a:ext cx="2133599" cy="1499816"/>
            <a:chOff x="3392871" y="2569567"/>
            <a:chExt cx="2133599" cy="1499816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271A9434-1C0A-F2A8-F20B-773028E38C49}"/>
                </a:ext>
              </a:extLst>
            </p:cNvPr>
            <p:cNvSpPr/>
            <p:nvPr/>
          </p:nvSpPr>
          <p:spPr>
            <a:xfrm>
              <a:off x="3392871" y="2569567"/>
              <a:ext cx="2133599" cy="1499816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1CF8708D-895F-A94D-A2A5-E7A2A23A4966}"/>
                </a:ext>
              </a:extLst>
            </p:cNvPr>
            <p:cNvSpPr/>
            <p:nvPr/>
          </p:nvSpPr>
          <p:spPr>
            <a:xfrm>
              <a:off x="3587858" y="2695534"/>
              <a:ext cx="1730693" cy="381000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bg2">
                      <a:lumMod val="10000"/>
                    </a:schemeClr>
                  </a:solidFill>
                </a:rPr>
                <a:t>C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B98FEC92-83AF-2D4B-E683-82301F53B27D}"/>
                </a:ext>
              </a:extLst>
            </p:cNvPr>
            <p:cNvSpPr/>
            <p:nvPr/>
          </p:nvSpPr>
          <p:spPr>
            <a:xfrm>
              <a:off x="3626298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3FBC5F90-409D-F340-9329-19B91BE5EBBF}"/>
                </a:ext>
              </a:extLst>
            </p:cNvPr>
            <p:cNvCxnSpPr>
              <a:cxnSpLocks/>
              <a:endCxn id="30" idx="0"/>
            </p:cNvCxnSpPr>
            <p:nvPr/>
          </p:nvCxnSpPr>
          <p:spPr>
            <a:xfrm>
              <a:off x="3835217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47C0F9A2-3579-566E-B6AF-772825F18C58}"/>
                </a:ext>
              </a:extLst>
            </p:cNvPr>
            <p:cNvSpPr/>
            <p:nvPr/>
          </p:nvSpPr>
          <p:spPr>
            <a:xfrm>
              <a:off x="4158546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0A04A625-F954-5F87-00CF-4B5E71FA5D1B}"/>
                </a:ext>
              </a:extLst>
            </p:cNvPr>
            <p:cNvCxnSpPr>
              <a:cxnSpLocks/>
              <a:endCxn id="32" idx="0"/>
            </p:cNvCxnSpPr>
            <p:nvPr/>
          </p:nvCxnSpPr>
          <p:spPr>
            <a:xfrm>
              <a:off x="4367465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53F44C5E-4257-E736-99CB-C5E333EE925A}"/>
                </a:ext>
              </a:extLst>
            </p:cNvPr>
            <p:cNvSpPr/>
            <p:nvPr/>
          </p:nvSpPr>
          <p:spPr>
            <a:xfrm>
              <a:off x="4734840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920C50A8-6C47-1E49-4B8D-AD50FDD3DFFB}"/>
                </a:ext>
              </a:extLst>
            </p:cNvPr>
            <p:cNvCxnSpPr>
              <a:cxnSpLocks/>
              <a:endCxn id="34" idx="0"/>
            </p:cNvCxnSpPr>
            <p:nvPr/>
          </p:nvCxnSpPr>
          <p:spPr>
            <a:xfrm>
              <a:off x="4943759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9A7CB1C2-6AB2-C860-38E0-E6EBD6F2747A}"/>
              </a:ext>
            </a:extLst>
          </p:cNvPr>
          <p:cNvGrpSpPr/>
          <p:nvPr/>
        </p:nvGrpSpPr>
        <p:grpSpPr>
          <a:xfrm>
            <a:off x="8206379" y="2878404"/>
            <a:ext cx="2133599" cy="1499816"/>
            <a:chOff x="3392871" y="2569567"/>
            <a:chExt cx="2133599" cy="1499816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AF60983D-DA7A-C2CA-B723-5DDFBF18EDAB}"/>
                </a:ext>
              </a:extLst>
            </p:cNvPr>
            <p:cNvSpPr/>
            <p:nvPr/>
          </p:nvSpPr>
          <p:spPr>
            <a:xfrm>
              <a:off x="3392871" y="2569567"/>
              <a:ext cx="2133599" cy="1499816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34A2CCE9-CE64-2124-7078-14ADE340D0B0}"/>
                </a:ext>
              </a:extLst>
            </p:cNvPr>
            <p:cNvSpPr/>
            <p:nvPr/>
          </p:nvSpPr>
          <p:spPr>
            <a:xfrm>
              <a:off x="3587858" y="2695534"/>
              <a:ext cx="1730693" cy="381000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bg2">
                      <a:lumMod val="10000"/>
                    </a:schemeClr>
                  </a:solidFill>
                </a:rPr>
                <a:t>C</a:t>
              </a: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1833FBDE-0BBB-80AB-1B21-063E7E562C7E}"/>
                </a:ext>
              </a:extLst>
            </p:cNvPr>
            <p:cNvSpPr/>
            <p:nvPr/>
          </p:nvSpPr>
          <p:spPr>
            <a:xfrm>
              <a:off x="3626298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418BD2C0-662E-22E4-8200-52223888C2F1}"/>
                </a:ext>
              </a:extLst>
            </p:cNvPr>
            <p:cNvCxnSpPr>
              <a:cxnSpLocks/>
              <a:endCxn id="39" idx="0"/>
            </p:cNvCxnSpPr>
            <p:nvPr/>
          </p:nvCxnSpPr>
          <p:spPr>
            <a:xfrm>
              <a:off x="3835217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EFCB4161-2145-1225-BF71-E0FDA053498B}"/>
                </a:ext>
              </a:extLst>
            </p:cNvPr>
            <p:cNvSpPr/>
            <p:nvPr/>
          </p:nvSpPr>
          <p:spPr>
            <a:xfrm>
              <a:off x="4158546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8084958F-C94C-E6C2-F425-D6B30F6F004C}"/>
                </a:ext>
              </a:extLst>
            </p:cNvPr>
            <p:cNvCxnSpPr>
              <a:cxnSpLocks/>
              <a:endCxn id="41" idx="0"/>
            </p:cNvCxnSpPr>
            <p:nvPr/>
          </p:nvCxnSpPr>
          <p:spPr>
            <a:xfrm>
              <a:off x="4367465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AF10CDC6-4158-34C9-983A-94DF68108746}"/>
                </a:ext>
              </a:extLst>
            </p:cNvPr>
            <p:cNvSpPr/>
            <p:nvPr/>
          </p:nvSpPr>
          <p:spPr>
            <a:xfrm>
              <a:off x="4734840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4758A461-F76F-5C66-B6DC-BDE45F916F30}"/>
                </a:ext>
              </a:extLst>
            </p:cNvPr>
            <p:cNvCxnSpPr>
              <a:cxnSpLocks/>
              <a:endCxn id="43" idx="0"/>
            </p:cNvCxnSpPr>
            <p:nvPr/>
          </p:nvCxnSpPr>
          <p:spPr>
            <a:xfrm>
              <a:off x="4943759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2BABF4D5-88F6-C8D1-69B7-70EEAD48E0DB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2951819" y="2464641"/>
            <a:ext cx="1" cy="4137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4157695-9B6B-E2E5-2FE5-7089B89F937D}"/>
              </a:ext>
            </a:extLst>
          </p:cNvPr>
          <p:cNvCxnSpPr>
            <a:cxnSpLocks/>
          </p:cNvCxnSpPr>
          <p:nvPr/>
        </p:nvCxnSpPr>
        <p:spPr>
          <a:xfrm>
            <a:off x="6216812" y="2453465"/>
            <a:ext cx="1" cy="4137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F5B13D04-5CD7-9339-F82C-043B7799AE22}"/>
              </a:ext>
            </a:extLst>
          </p:cNvPr>
          <p:cNvCxnSpPr>
            <a:cxnSpLocks/>
          </p:cNvCxnSpPr>
          <p:nvPr/>
        </p:nvCxnSpPr>
        <p:spPr>
          <a:xfrm flipH="1">
            <a:off x="9266712" y="2474270"/>
            <a:ext cx="6466" cy="3761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76E564CA-4BEA-C2A6-BE66-728287DC7F79}"/>
              </a:ext>
            </a:extLst>
          </p:cNvPr>
          <p:cNvCxnSpPr>
            <a:cxnSpLocks/>
          </p:cNvCxnSpPr>
          <p:nvPr/>
        </p:nvCxnSpPr>
        <p:spPr>
          <a:xfrm flipV="1">
            <a:off x="2945353" y="2446270"/>
            <a:ext cx="6327825" cy="71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A63B2071-4F6C-9DCB-4C95-C451B28BC50B}"/>
              </a:ext>
            </a:extLst>
          </p:cNvPr>
          <p:cNvCxnSpPr>
            <a:stCxn id="7" idx="2"/>
          </p:cNvCxnSpPr>
          <p:nvPr/>
        </p:nvCxnSpPr>
        <p:spPr>
          <a:xfrm flipH="1">
            <a:off x="6216811" y="1764772"/>
            <a:ext cx="1" cy="68869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F894E58F-F9C3-E71F-1314-9A3FA6AC22B9}"/>
              </a:ext>
            </a:extLst>
          </p:cNvPr>
          <p:cNvSpPr txBox="1"/>
          <p:nvPr/>
        </p:nvSpPr>
        <p:spPr>
          <a:xfrm>
            <a:off x="1065791" y="4550273"/>
            <a:ext cx="98888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Threads and Blocks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Threads run on compute cores</a:t>
            </a:r>
          </a:p>
        </p:txBody>
      </p:sp>
      <p:sp>
        <p:nvSpPr>
          <p:cNvPr id="4" name="Freeform 77">
            <a:extLst>
              <a:ext uri="{FF2B5EF4-FFF2-40B4-BE49-F238E27FC236}">
                <a16:creationId xmlns:a16="http://schemas.microsoft.com/office/drawing/2014/main" id="{2D0542D1-47C1-B592-005A-A82193FCAF01}"/>
              </a:ext>
            </a:extLst>
          </p:cNvPr>
          <p:cNvSpPr/>
          <p:nvPr/>
        </p:nvSpPr>
        <p:spPr>
          <a:xfrm>
            <a:off x="2304222" y="3885950"/>
            <a:ext cx="76618" cy="247656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ln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9" name="Freeform 77">
            <a:extLst>
              <a:ext uri="{FF2B5EF4-FFF2-40B4-BE49-F238E27FC236}">
                <a16:creationId xmlns:a16="http://schemas.microsoft.com/office/drawing/2014/main" id="{EB4E52B7-AA6D-38EC-64B8-806BD986B407}"/>
              </a:ext>
            </a:extLst>
          </p:cNvPr>
          <p:cNvSpPr/>
          <p:nvPr/>
        </p:nvSpPr>
        <p:spPr>
          <a:xfrm>
            <a:off x="2821305" y="3893930"/>
            <a:ext cx="76618" cy="247656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ln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11" name="Freeform 77">
            <a:extLst>
              <a:ext uri="{FF2B5EF4-FFF2-40B4-BE49-F238E27FC236}">
                <a16:creationId xmlns:a16="http://schemas.microsoft.com/office/drawing/2014/main" id="{6C5ECD96-B3EB-6348-983B-F2437EA30376}"/>
              </a:ext>
            </a:extLst>
          </p:cNvPr>
          <p:cNvSpPr/>
          <p:nvPr/>
        </p:nvSpPr>
        <p:spPr>
          <a:xfrm>
            <a:off x="3405563" y="3885950"/>
            <a:ext cx="76618" cy="247656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ln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12" name="Freeform 77">
            <a:extLst>
              <a:ext uri="{FF2B5EF4-FFF2-40B4-BE49-F238E27FC236}">
                <a16:creationId xmlns:a16="http://schemas.microsoft.com/office/drawing/2014/main" id="{2CDD29E8-E806-FDE0-2151-047719D4B3F6}"/>
              </a:ext>
            </a:extLst>
          </p:cNvPr>
          <p:cNvSpPr/>
          <p:nvPr/>
        </p:nvSpPr>
        <p:spPr>
          <a:xfrm>
            <a:off x="5554050" y="3893930"/>
            <a:ext cx="76618" cy="247656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ln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14" name="Freeform 77">
            <a:extLst>
              <a:ext uri="{FF2B5EF4-FFF2-40B4-BE49-F238E27FC236}">
                <a16:creationId xmlns:a16="http://schemas.microsoft.com/office/drawing/2014/main" id="{971803C0-F4E2-11C3-B59C-093368BEAE82}"/>
              </a:ext>
            </a:extLst>
          </p:cNvPr>
          <p:cNvSpPr/>
          <p:nvPr/>
        </p:nvSpPr>
        <p:spPr>
          <a:xfrm>
            <a:off x="6100342" y="3885950"/>
            <a:ext cx="76618" cy="247656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ln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15" name="Freeform 77">
            <a:extLst>
              <a:ext uri="{FF2B5EF4-FFF2-40B4-BE49-F238E27FC236}">
                <a16:creationId xmlns:a16="http://schemas.microsoft.com/office/drawing/2014/main" id="{7A44F8B0-1FA6-242A-DA6C-CCFF3C5AB6DF}"/>
              </a:ext>
            </a:extLst>
          </p:cNvPr>
          <p:cNvSpPr/>
          <p:nvPr/>
        </p:nvSpPr>
        <p:spPr>
          <a:xfrm>
            <a:off x="6662592" y="3885950"/>
            <a:ext cx="76618" cy="247656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ln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16" name="Freeform 77">
            <a:extLst>
              <a:ext uri="{FF2B5EF4-FFF2-40B4-BE49-F238E27FC236}">
                <a16:creationId xmlns:a16="http://schemas.microsoft.com/office/drawing/2014/main" id="{A527C313-488E-4E27-1E7A-F8397A431721}"/>
              </a:ext>
            </a:extLst>
          </p:cNvPr>
          <p:cNvSpPr/>
          <p:nvPr/>
        </p:nvSpPr>
        <p:spPr>
          <a:xfrm>
            <a:off x="8616271" y="3866828"/>
            <a:ext cx="76618" cy="247656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ln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17" name="Freeform 77">
            <a:extLst>
              <a:ext uri="{FF2B5EF4-FFF2-40B4-BE49-F238E27FC236}">
                <a16:creationId xmlns:a16="http://schemas.microsoft.com/office/drawing/2014/main" id="{9D4F65DF-92D9-5A96-4373-D8A4D3F14905}"/>
              </a:ext>
            </a:extLst>
          </p:cNvPr>
          <p:cNvSpPr/>
          <p:nvPr/>
        </p:nvSpPr>
        <p:spPr>
          <a:xfrm>
            <a:off x="9136247" y="3885950"/>
            <a:ext cx="76618" cy="247656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ln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19" name="Freeform 77">
            <a:extLst>
              <a:ext uri="{FF2B5EF4-FFF2-40B4-BE49-F238E27FC236}">
                <a16:creationId xmlns:a16="http://schemas.microsoft.com/office/drawing/2014/main" id="{CBBD49CE-B749-22FA-D451-C436C346B0DF}"/>
              </a:ext>
            </a:extLst>
          </p:cNvPr>
          <p:cNvSpPr/>
          <p:nvPr/>
        </p:nvSpPr>
        <p:spPr>
          <a:xfrm>
            <a:off x="9718958" y="3880863"/>
            <a:ext cx="76618" cy="247656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ln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040866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ED690-DB0F-6799-0CB6-26F51F714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 GPU Architectures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26E6375-994E-A5F1-47DE-75C41629A231}"/>
              </a:ext>
            </a:extLst>
          </p:cNvPr>
          <p:cNvSpPr/>
          <p:nvPr/>
        </p:nvSpPr>
        <p:spPr>
          <a:xfrm>
            <a:off x="5345000" y="1383772"/>
            <a:ext cx="1743623" cy="381000"/>
          </a:xfrm>
          <a:prstGeom prst="rect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DRAM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3EF8471-92A0-1A02-22F9-2F0B6C66273D}"/>
              </a:ext>
            </a:extLst>
          </p:cNvPr>
          <p:cNvGrpSpPr/>
          <p:nvPr/>
        </p:nvGrpSpPr>
        <p:grpSpPr>
          <a:xfrm>
            <a:off x="1885020" y="2878404"/>
            <a:ext cx="2133599" cy="1499816"/>
            <a:chOff x="3392871" y="2569567"/>
            <a:chExt cx="2133599" cy="149981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B97B929-FDA1-E196-6DAD-BF927DB54DF1}"/>
                </a:ext>
              </a:extLst>
            </p:cNvPr>
            <p:cNvSpPr/>
            <p:nvPr/>
          </p:nvSpPr>
          <p:spPr>
            <a:xfrm>
              <a:off x="3392871" y="2569567"/>
              <a:ext cx="2133599" cy="1499816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CCAA978-20D9-E37C-E20F-96FC94888E01}"/>
                </a:ext>
              </a:extLst>
            </p:cNvPr>
            <p:cNvSpPr/>
            <p:nvPr/>
          </p:nvSpPr>
          <p:spPr>
            <a:xfrm>
              <a:off x="3587858" y="2695534"/>
              <a:ext cx="1730693" cy="381000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bg2">
                      <a:lumMod val="10000"/>
                    </a:schemeClr>
                  </a:solidFill>
                </a:rPr>
                <a:t>C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3615633-F424-F9A1-01E6-0783F7EBDD10}"/>
                </a:ext>
              </a:extLst>
            </p:cNvPr>
            <p:cNvSpPr/>
            <p:nvPr/>
          </p:nvSpPr>
          <p:spPr>
            <a:xfrm>
              <a:off x="3626298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7673A518-B87F-4BC2-3980-230754811616}"/>
                </a:ext>
              </a:extLst>
            </p:cNvPr>
            <p:cNvCxnSpPr>
              <a:cxnSpLocks/>
              <a:endCxn id="13" idx="0"/>
            </p:cNvCxnSpPr>
            <p:nvPr/>
          </p:nvCxnSpPr>
          <p:spPr>
            <a:xfrm>
              <a:off x="3835217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0B21B8C2-72C5-6B59-168B-0759EC651090}"/>
                </a:ext>
              </a:extLst>
            </p:cNvPr>
            <p:cNvSpPr/>
            <p:nvPr/>
          </p:nvSpPr>
          <p:spPr>
            <a:xfrm>
              <a:off x="4158546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F15918E6-5C3C-D053-8F16-96CD93AC3D50}"/>
                </a:ext>
              </a:extLst>
            </p:cNvPr>
            <p:cNvCxnSpPr>
              <a:cxnSpLocks/>
              <a:endCxn id="22" idx="0"/>
            </p:cNvCxnSpPr>
            <p:nvPr/>
          </p:nvCxnSpPr>
          <p:spPr>
            <a:xfrm>
              <a:off x="4367465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90B2E37D-4CB6-1734-629D-6F8A3C70CE9A}"/>
                </a:ext>
              </a:extLst>
            </p:cNvPr>
            <p:cNvSpPr/>
            <p:nvPr/>
          </p:nvSpPr>
          <p:spPr>
            <a:xfrm>
              <a:off x="4734840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F4ECBB29-F35F-8DDC-EAEC-878583E15A16}"/>
                </a:ext>
              </a:extLst>
            </p:cNvPr>
            <p:cNvCxnSpPr>
              <a:cxnSpLocks/>
              <a:endCxn id="24" idx="0"/>
            </p:cNvCxnSpPr>
            <p:nvPr/>
          </p:nvCxnSpPr>
          <p:spPr>
            <a:xfrm>
              <a:off x="4943759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9D42CB6-DB01-722A-DF69-9B01E76364DC}"/>
              </a:ext>
            </a:extLst>
          </p:cNvPr>
          <p:cNvGrpSpPr/>
          <p:nvPr/>
        </p:nvGrpSpPr>
        <p:grpSpPr>
          <a:xfrm>
            <a:off x="5150013" y="2878404"/>
            <a:ext cx="2133599" cy="1499816"/>
            <a:chOff x="3392871" y="2569567"/>
            <a:chExt cx="2133599" cy="1499816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271A9434-1C0A-F2A8-F20B-773028E38C49}"/>
                </a:ext>
              </a:extLst>
            </p:cNvPr>
            <p:cNvSpPr/>
            <p:nvPr/>
          </p:nvSpPr>
          <p:spPr>
            <a:xfrm>
              <a:off x="3392871" y="2569567"/>
              <a:ext cx="2133599" cy="1499816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1CF8708D-895F-A94D-A2A5-E7A2A23A4966}"/>
                </a:ext>
              </a:extLst>
            </p:cNvPr>
            <p:cNvSpPr/>
            <p:nvPr/>
          </p:nvSpPr>
          <p:spPr>
            <a:xfrm>
              <a:off x="3587858" y="2695534"/>
              <a:ext cx="1730693" cy="381000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bg2">
                      <a:lumMod val="10000"/>
                    </a:schemeClr>
                  </a:solidFill>
                </a:rPr>
                <a:t>C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B98FEC92-83AF-2D4B-E683-82301F53B27D}"/>
                </a:ext>
              </a:extLst>
            </p:cNvPr>
            <p:cNvSpPr/>
            <p:nvPr/>
          </p:nvSpPr>
          <p:spPr>
            <a:xfrm>
              <a:off x="3626298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3FBC5F90-409D-F340-9329-19B91BE5EBBF}"/>
                </a:ext>
              </a:extLst>
            </p:cNvPr>
            <p:cNvCxnSpPr>
              <a:cxnSpLocks/>
              <a:endCxn id="30" idx="0"/>
            </p:cNvCxnSpPr>
            <p:nvPr/>
          </p:nvCxnSpPr>
          <p:spPr>
            <a:xfrm>
              <a:off x="3835217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47C0F9A2-3579-566E-B6AF-772825F18C58}"/>
                </a:ext>
              </a:extLst>
            </p:cNvPr>
            <p:cNvSpPr/>
            <p:nvPr/>
          </p:nvSpPr>
          <p:spPr>
            <a:xfrm>
              <a:off x="4158546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0A04A625-F954-5F87-00CF-4B5E71FA5D1B}"/>
                </a:ext>
              </a:extLst>
            </p:cNvPr>
            <p:cNvCxnSpPr>
              <a:cxnSpLocks/>
              <a:endCxn id="32" idx="0"/>
            </p:cNvCxnSpPr>
            <p:nvPr/>
          </p:nvCxnSpPr>
          <p:spPr>
            <a:xfrm>
              <a:off x="4367465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53F44C5E-4257-E736-99CB-C5E333EE925A}"/>
                </a:ext>
              </a:extLst>
            </p:cNvPr>
            <p:cNvSpPr/>
            <p:nvPr/>
          </p:nvSpPr>
          <p:spPr>
            <a:xfrm>
              <a:off x="4734840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920C50A8-6C47-1E49-4B8D-AD50FDD3DFFB}"/>
                </a:ext>
              </a:extLst>
            </p:cNvPr>
            <p:cNvCxnSpPr>
              <a:cxnSpLocks/>
              <a:endCxn id="34" idx="0"/>
            </p:cNvCxnSpPr>
            <p:nvPr/>
          </p:nvCxnSpPr>
          <p:spPr>
            <a:xfrm>
              <a:off x="4943759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9A7CB1C2-6AB2-C860-38E0-E6EBD6F2747A}"/>
              </a:ext>
            </a:extLst>
          </p:cNvPr>
          <p:cNvGrpSpPr/>
          <p:nvPr/>
        </p:nvGrpSpPr>
        <p:grpSpPr>
          <a:xfrm>
            <a:off x="8206379" y="2878404"/>
            <a:ext cx="2133599" cy="1499816"/>
            <a:chOff x="3392871" y="2569567"/>
            <a:chExt cx="2133599" cy="1499816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AF60983D-DA7A-C2CA-B723-5DDFBF18EDAB}"/>
                </a:ext>
              </a:extLst>
            </p:cNvPr>
            <p:cNvSpPr/>
            <p:nvPr/>
          </p:nvSpPr>
          <p:spPr>
            <a:xfrm>
              <a:off x="3392871" y="2569567"/>
              <a:ext cx="2133599" cy="1499816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34A2CCE9-CE64-2124-7078-14ADE340D0B0}"/>
                </a:ext>
              </a:extLst>
            </p:cNvPr>
            <p:cNvSpPr/>
            <p:nvPr/>
          </p:nvSpPr>
          <p:spPr>
            <a:xfrm>
              <a:off x="3587858" y="2695534"/>
              <a:ext cx="1730693" cy="381000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bg2">
                      <a:lumMod val="10000"/>
                    </a:schemeClr>
                  </a:solidFill>
                </a:rPr>
                <a:t>C</a:t>
              </a: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1833FBDE-0BBB-80AB-1B21-063E7E562C7E}"/>
                </a:ext>
              </a:extLst>
            </p:cNvPr>
            <p:cNvSpPr/>
            <p:nvPr/>
          </p:nvSpPr>
          <p:spPr>
            <a:xfrm>
              <a:off x="3626298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418BD2C0-662E-22E4-8200-52223888C2F1}"/>
                </a:ext>
              </a:extLst>
            </p:cNvPr>
            <p:cNvCxnSpPr>
              <a:cxnSpLocks/>
              <a:endCxn id="39" idx="0"/>
            </p:cNvCxnSpPr>
            <p:nvPr/>
          </p:nvCxnSpPr>
          <p:spPr>
            <a:xfrm>
              <a:off x="3835217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EFCB4161-2145-1225-BF71-E0FDA053498B}"/>
                </a:ext>
              </a:extLst>
            </p:cNvPr>
            <p:cNvSpPr/>
            <p:nvPr/>
          </p:nvSpPr>
          <p:spPr>
            <a:xfrm>
              <a:off x="4158546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8084958F-C94C-E6C2-F425-D6B30F6F004C}"/>
                </a:ext>
              </a:extLst>
            </p:cNvPr>
            <p:cNvCxnSpPr>
              <a:cxnSpLocks/>
              <a:endCxn id="41" idx="0"/>
            </p:cNvCxnSpPr>
            <p:nvPr/>
          </p:nvCxnSpPr>
          <p:spPr>
            <a:xfrm>
              <a:off x="4367465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AF10CDC6-4158-34C9-983A-94DF68108746}"/>
                </a:ext>
              </a:extLst>
            </p:cNvPr>
            <p:cNvSpPr/>
            <p:nvPr/>
          </p:nvSpPr>
          <p:spPr>
            <a:xfrm>
              <a:off x="4734840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4758A461-F76F-5C66-B6DC-BDE45F916F30}"/>
                </a:ext>
              </a:extLst>
            </p:cNvPr>
            <p:cNvCxnSpPr>
              <a:cxnSpLocks/>
              <a:endCxn id="43" idx="0"/>
            </p:cNvCxnSpPr>
            <p:nvPr/>
          </p:nvCxnSpPr>
          <p:spPr>
            <a:xfrm>
              <a:off x="4943759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2BABF4D5-88F6-C8D1-69B7-70EEAD48E0DB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2951819" y="2464641"/>
            <a:ext cx="1" cy="4137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4157695-9B6B-E2E5-2FE5-7089B89F937D}"/>
              </a:ext>
            </a:extLst>
          </p:cNvPr>
          <p:cNvCxnSpPr>
            <a:cxnSpLocks/>
          </p:cNvCxnSpPr>
          <p:nvPr/>
        </p:nvCxnSpPr>
        <p:spPr>
          <a:xfrm>
            <a:off x="6216812" y="2453465"/>
            <a:ext cx="1" cy="4137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F5B13D04-5CD7-9339-F82C-043B7799AE22}"/>
              </a:ext>
            </a:extLst>
          </p:cNvPr>
          <p:cNvCxnSpPr>
            <a:cxnSpLocks/>
          </p:cNvCxnSpPr>
          <p:nvPr/>
        </p:nvCxnSpPr>
        <p:spPr>
          <a:xfrm flipH="1">
            <a:off x="9266712" y="2474270"/>
            <a:ext cx="6466" cy="3761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76E564CA-4BEA-C2A6-BE66-728287DC7F79}"/>
              </a:ext>
            </a:extLst>
          </p:cNvPr>
          <p:cNvCxnSpPr>
            <a:cxnSpLocks/>
          </p:cNvCxnSpPr>
          <p:nvPr/>
        </p:nvCxnSpPr>
        <p:spPr>
          <a:xfrm flipV="1">
            <a:off x="2945353" y="2446270"/>
            <a:ext cx="6327825" cy="71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A63B2071-4F6C-9DCB-4C95-C451B28BC50B}"/>
              </a:ext>
            </a:extLst>
          </p:cNvPr>
          <p:cNvCxnSpPr>
            <a:stCxn id="7" idx="2"/>
          </p:cNvCxnSpPr>
          <p:nvPr/>
        </p:nvCxnSpPr>
        <p:spPr>
          <a:xfrm flipH="1">
            <a:off x="6216811" y="1764772"/>
            <a:ext cx="1" cy="68869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F894E58F-F9C3-E71F-1314-9A3FA6AC22B9}"/>
              </a:ext>
            </a:extLst>
          </p:cNvPr>
          <p:cNvSpPr txBox="1"/>
          <p:nvPr/>
        </p:nvSpPr>
        <p:spPr>
          <a:xfrm>
            <a:off x="1065791" y="4550273"/>
            <a:ext cx="98888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Threads and Blocks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Threads run on compute cores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Collection of threads is called a block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Blocks run on Symmetric Multi-Processor (SMP)</a:t>
            </a:r>
          </a:p>
        </p:txBody>
      </p:sp>
      <p:sp>
        <p:nvSpPr>
          <p:cNvPr id="4" name="Freeform 77">
            <a:extLst>
              <a:ext uri="{FF2B5EF4-FFF2-40B4-BE49-F238E27FC236}">
                <a16:creationId xmlns:a16="http://schemas.microsoft.com/office/drawing/2014/main" id="{610A7FFF-B0F9-1BA2-5447-41A7B876394C}"/>
              </a:ext>
            </a:extLst>
          </p:cNvPr>
          <p:cNvSpPr/>
          <p:nvPr/>
        </p:nvSpPr>
        <p:spPr>
          <a:xfrm>
            <a:off x="2304222" y="3885950"/>
            <a:ext cx="76618" cy="247656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ln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9" name="Freeform 77">
            <a:extLst>
              <a:ext uri="{FF2B5EF4-FFF2-40B4-BE49-F238E27FC236}">
                <a16:creationId xmlns:a16="http://schemas.microsoft.com/office/drawing/2014/main" id="{8E86DF66-9A55-23D0-21F7-961A3EB1C74F}"/>
              </a:ext>
            </a:extLst>
          </p:cNvPr>
          <p:cNvSpPr/>
          <p:nvPr/>
        </p:nvSpPr>
        <p:spPr>
          <a:xfrm>
            <a:off x="2821305" y="3893930"/>
            <a:ext cx="76618" cy="247656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ln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11" name="Freeform 77">
            <a:extLst>
              <a:ext uri="{FF2B5EF4-FFF2-40B4-BE49-F238E27FC236}">
                <a16:creationId xmlns:a16="http://schemas.microsoft.com/office/drawing/2014/main" id="{0F10CB89-112A-FB2D-2817-A67FF9024393}"/>
              </a:ext>
            </a:extLst>
          </p:cNvPr>
          <p:cNvSpPr/>
          <p:nvPr/>
        </p:nvSpPr>
        <p:spPr>
          <a:xfrm>
            <a:off x="3405563" y="3885950"/>
            <a:ext cx="76618" cy="247656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ln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12" name="Freeform 77">
            <a:extLst>
              <a:ext uri="{FF2B5EF4-FFF2-40B4-BE49-F238E27FC236}">
                <a16:creationId xmlns:a16="http://schemas.microsoft.com/office/drawing/2014/main" id="{19026D41-0EA5-3912-28D9-6AE1FF41DD8F}"/>
              </a:ext>
            </a:extLst>
          </p:cNvPr>
          <p:cNvSpPr/>
          <p:nvPr/>
        </p:nvSpPr>
        <p:spPr>
          <a:xfrm>
            <a:off x="5554050" y="3893930"/>
            <a:ext cx="76618" cy="247656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ln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14" name="Freeform 77">
            <a:extLst>
              <a:ext uri="{FF2B5EF4-FFF2-40B4-BE49-F238E27FC236}">
                <a16:creationId xmlns:a16="http://schemas.microsoft.com/office/drawing/2014/main" id="{3D8E2923-6CD3-E11E-A46B-DCBA4BF35D19}"/>
              </a:ext>
            </a:extLst>
          </p:cNvPr>
          <p:cNvSpPr/>
          <p:nvPr/>
        </p:nvSpPr>
        <p:spPr>
          <a:xfrm>
            <a:off x="6100342" y="3885950"/>
            <a:ext cx="76618" cy="247656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ln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15" name="Freeform 77">
            <a:extLst>
              <a:ext uri="{FF2B5EF4-FFF2-40B4-BE49-F238E27FC236}">
                <a16:creationId xmlns:a16="http://schemas.microsoft.com/office/drawing/2014/main" id="{65CEF904-9AE3-0B75-0F1B-B4FBF0487DD3}"/>
              </a:ext>
            </a:extLst>
          </p:cNvPr>
          <p:cNvSpPr/>
          <p:nvPr/>
        </p:nvSpPr>
        <p:spPr>
          <a:xfrm>
            <a:off x="6662592" y="3885950"/>
            <a:ext cx="76618" cy="247656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ln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16" name="Freeform 77">
            <a:extLst>
              <a:ext uri="{FF2B5EF4-FFF2-40B4-BE49-F238E27FC236}">
                <a16:creationId xmlns:a16="http://schemas.microsoft.com/office/drawing/2014/main" id="{D1C0C829-FD16-456A-D4A8-8F239FFF253B}"/>
              </a:ext>
            </a:extLst>
          </p:cNvPr>
          <p:cNvSpPr/>
          <p:nvPr/>
        </p:nvSpPr>
        <p:spPr>
          <a:xfrm>
            <a:off x="8616271" y="3866828"/>
            <a:ext cx="76618" cy="247656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ln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17" name="Freeform 77">
            <a:extLst>
              <a:ext uri="{FF2B5EF4-FFF2-40B4-BE49-F238E27FC236}">
                <a16:creationId xmlns:a16="http://schemas.microsoft.com/office/drawing/2014/main" id="{08908583-2D3F-6B19-8D9B-C822DED91B3D}"/>
              </a:ext>
            </a:extLst>
          </p:cNvPr>
          <p:cNvSpPr/>
          <p:nvPr/>
        </p:nvSpPr>
        <p:spPr>
          <a:xfrm>
            <a:off x="9136247" y="3885950"/>
            <a:ext cx="76618" cy="247656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ln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19" name="Freeform 77">
            <a:extLst>
              <a:ext uri="{FF2B5EF4-FFF2-40B4-BE49-F238E27FC236}">
                <a16:creationId xmlns:a16="http://schemas.microsoft.com/office/drawing/2014/main" id="{83658003-891D-4EFC-6AEB-8F6EEF10E112}"/>
              </a:ext>
            </a:extLst>
          </p:cNvPr>
          <p:cNvSpPr/>
          <p:nvPr/>
        </p:nvSpPr>
        <p:spPr>
          <a:xfrm>
            <a:off x="9718958" y="3880863"/>
            <a:ext cx="76618" cy="247656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ln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236DCBC-96CD-728B-CAEA-B9ACEA38BD26}"/>
              </a:ext>
            </a:extLst>
          </p:cNvPr>
          <p:cNvSpPr/>
          <p:nvPr/>
        </p:nvSpPr>
        <p:spPr>
          <a:xfrm>
            <a:off x="1628964" y="2761367"/>
            <a:ext cx="2598282" cy="1735687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0BD59EA-B960-7871-9DA8-F5EF3B300EBF}"/>
              </a:ext>
            </a:extLst>
          </p:cNvPr>
          <p:cNvSpPr/>
          <p:nvPr/>
        </p:nvSpPr>
        <p:spPr>
          <a:xfrm>
            <a:off x="4917670" y="2760468"/>
            <a:ext cx="2598282" cy="1735687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30F738B-7C3D-A30B-74E7-490AFA3DC886}"/>
              </a:ext>
            </a:extLst>
          </p:cNvPr>
          <p:cNvSpPr/>
          <p:nvPr/>
        </p:nvSpPr>
        <p:spPr>
          <a:xfrm>
            <a:off x="8033245" y="2760467"/>
            <a:ext cx="2598282" cy="1735687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13497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ED690-DB0F-6799-0CB6-26F51F714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 GPU Architectures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26E6375-994E-A5F1-47DE-75C41629A231}"/>
              </a:ext>
            </a:extLst>
          </p:cNvPr>
          <p:cNvSpPr/>
          <p:nvPr/>
        </p:nvSpPr>
        <p:spPr>
          <a:xfrm>
            <a:off x="5345000" y="1383772"/>
            <a:ext cx="1743623" cy="381000"/>
          </a:xfrm>
          <a:prstGeom prst="rect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DRAM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3EF8471-92A0-1A02-22F9-2F0B6C66273D}"/>
              </a:ext>
            </a:extLst>
          </p:cNvPr>
          <p:cNvGrpSpPr/>
          <p:nvPr/>
        </p:nvGrpSpPr>
        <p:grpSpPr>
          <a:xfrm>
            <a:off x="1885020" y="2878404"/>
            <a:ext cx="2133599" cy="1499816"/>
            <a:chOff x="3392871" y="2569567"/>
            <a:chExt cx="2133599" cy="149981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B97B929-FDA1-E196-6DAD-BF927DB54DF1}"/>
                </a:ext>
              </a:extLst>
            </p:cNvPr>
            <p:cNvSpPr/>
            <p:nvPr/>
          </p:nvSpPr>
          <p:spPr>
            <a:xfrm>
              <a:off x="3392871" y="2569567"/>
              <a:ext cx="2133599" cy="1499816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CCAA978-20D9-E37C-E20F-96FC94888E01}"/>
                </a:ext>
              </a:extLst>
            </p:cNvPr>
            <p:cNvSpPr/>
            <p:nvPr/>
          </p:nvSpPr>
          <p:spPr>
            <a:xfrm>
              <a:off x="3587858" y="2695534"/>
              <a:ext cx="1730693" cy="381000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bg2">
                      <a:lumMod val="10000"/>
                    </a:schemeClr>
                  </a:solidFill>
                </a:rPr>
                <a:t>C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3615633-F424-F9A1-01E6-0783F7EBDD10}"/>
                </a:ext>
              </a:extLst>
            </p:cNvPr>
            <p:cNvSpPr/>
            <p:nvPr/>
          </p:nvSpPr>
          <p:spPr>
            <a:xfrm>
              <a:off x="3626298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7673A518-B87F-4BC2-3980-230754811616}"/>
                </a:ext>
              </a:extLst>
            </p:cNvPr>
            <p:cNvCxnSpPr>
              <a:cxnSpLocks/>
              <a:endCxn id="13" idx="0"/>
            </p:cNvCxnSpPr>
            <p:nvPr/>
          </p:nvCxnSpPr>
          <p:spPr>
            <a:xfrm>
              <a:off x="3835217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0B21B8C2-72C5-6B59-168B-0759EC651090}"/>
                </a:ext>
              </a:extLst>
            </p:cNvPr>
            <p:cNvSpPr/>
            <p:nvPr/>
          </p:nvSpPr>
          <p:spPr>
            <a:xfrm>
              <a:off x="4158546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F15918E6-5C3C-D053-8F16-96CD93AC3D50}"/>
                </a:ext>
              </a:extLst>
            </p:cNvPr>
            <p:cNvCxnSpPr>
              <a:cxnSpLocks/>
              <a:endCxn id="22" idx="0"/>
            </p:cNvCxnSpPr>
            <p:nvPr/>
          </p:nvCxnSpPr>
          <p:spPr>
            <a:xfrm>
              <a:off x="4367465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90B2E37D-4CB6-1734-629D-6F8A3C70CE9A}"/>
                </a:ext>
              </a:extLst>
            </p:cNvPr>
            <p:cNvSpPr/>
            <p:nvPr/>
          </p:nvSpPr>
          <p:spPr>
            <a:xfrm>
              <a:off x="4734840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F4ECBB29-F35F-8DDC-EAEC-878583E15A16}"/>
                </a:ext>
              </a:extLst>
            </p:cNvPr>
            <p:cNvCxnSpPr>
              <a:cxnSpLocks/>
              <a:endCxn id="24" idx="0"/>
            </p:cNvCxnSpPr>
            <p:nvPr/>
          </p:nvCxnSpPr>
          <p:spPr>
            <a:xfrm>
              <a:off x="4943759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9D42CB6-DB01-722A-DF69-9B01E76364DC}"/>
              </a:ext>
            </a:extLst>
          </p:cNvPr>
          <p:cNvGrpSpPr/>
          <p:nvPr/>
        </p:nvGrpSpPr>
        <p:grpSpPr>
          <a:xfrm>
            <a:off x="5150013" y="2878404"/>
            <a:ext cx="2133599" cy="1499816"/>
            <a:chOff x="3392871" y="2569567"/>
            <a:chExt cx="2133599" cy="1499816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271A9434-1C0A-F2A8-F20B-773028E38C49}"/>
                </a:ext>
              </a:extLst>
            </p:cNvPr>
            <p:cNvSpPr/>
            <p:nvPr/>
          </p:nvSpPr>
          <p:spPr>
            <a:xfrm>
              <a:off x="3392871" y="2569567"/>
              <a:ext cx="2133599" cy="1499816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1CF8708D-895F-A94D-A2A5-E7A2A23A4966}"/>
                </a:ext>
              </a:extLst>
            </p:cNvPr>
            <p:cNvSpPr/>
            <p:nvPr/>
          </p:nvSpPr>
          <p:spPr>
            <a:xfrm>
              <a:off x="3587858" y="2695534"/>
              <a:ext cx="1730693" cy="381000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bg2">
                      <a:lumMod val="10000"/>
                    </a:schemeClr>
                  </a:solidFill>
                </a:rPr>
                <a:t>C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B98FEC92-83AF-2D4B-E683-82301F53B27D}"/>
                </a:ext>
              </a:extLst>
            </p:cNvPr>
            <p:cNvSpPr/>
            <p:nvPr/>
          </p:nvSpPr>
          <p:spPr>
            <a:xfrm>
              <a:off x="3626298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3FBC5F90-409D-F340-9329-19B91BE5EBBF}"/>
                </a:ext>
              </a:extLst>
            </p:cNvPr>
            <p:cNvCxnSpPr>
              <a:cxnSpLocks/>
              <a:endCxn id="30" idx="0"/>
            </p:cNvCxnSpPr>
            <p:nvPr/>
          </p:nvCxnSpPr>
          <p:spPr>
            <a:xfrm>
              <a:off x="3835217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47C0F9A2-3579-566E-B6AF-772825F18C58}"/>
                </a:ext>
              </a:extLst>
            </p:cNvPr>
            <p:cNvSpPr/>
            <p:nvPr/>
          </p:nvSpPr>
          <p:spPr>
            <a:xfrm>
              <a:off x="4158546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0A04A625-F954-5F87-00CF-4B5E71FA5D1B}"/>
                </a:ext>
              </a:extLst>
            </p:cNvPr>
            <p:cNvCxnSpPr>
              <a:cxnSpLocks/>
              <a:endCxn id="32" idx="0"/>
            </p:cNvCxnSpPr>
            <p:nvPr/>
          </p:nvCxnSpPr>
          <p:spPr>
            <a:xfrm>
              <a:off x="4367465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53F44C5E-4257-E736-99CB-C5E333EE925A}"/>
                </a:ext>
              </a:extLst>
            </p:cNvPr>
            <p:cNvSpPr/>
            <p:nvPr/>
          </p:nvSpPr>
          <p:spPr>
            <a:xfrm>
              <a:off x="4734840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920C50A8-6C47-1E49-4B8D-AD50FDD3DFFB}"/>
                </a:ext>
              </a:extLst>
            </p:cNvPr>
            <p:cNvCxnSpPr>
              <a:cxnSpLocks/>
              <a:endCxn id="34" idx="0"/>
            </p:cNvCxnSpPr>
            <p:nvPr/>
          </p:nvCxnSpPr>
          <p:spPr>
            <a:xfrm>
              <a:off x="4943759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9A7CB1C2-6AB2-C860-38E0-E6EBD6F2747A}"/>
              </a:ext>
            </a:extLst>
          </p:cNvPr>
          <p:cNvGrpSpPr/>
          <p:nvPr/>
        </p:nvGrpSpPr>
        <p:grpSpPr>
          <a:xfrm>
            <a:off x="8206379" y="2878404"/>
            <a:ext cx="2133599" cy="1499816"/>
            <a:chOff x="3392871" y="2569567"/>
            <a:chExt cx="2133599" cy="1499816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AF60983D-DA7A-C2CA-B723-5DDFBF18EDAB}"/>
                </a:ext>
              </a:extLst>
            </p:cNvPr>
            <p:cNvSpPr/>
            <p:nvPr/>
          </p:nvSpPr>
          <p:spPr>
            <a:xfrm>
              <a:off x="3392871" y="2569567"/>
              <a:ext cx="2133599" cy="1499816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34A2CCE9-CE64-2124-7078-14ADE340D0B0}"/>
                </a:ext>
              </a:extLst>
            </p:cNvPr>
            <p:cNvSpPr/>
            <p:nvPr/>
          </p:nvSpPr>
          <p:spPr>
            <a:xfrm>
              <a:off x="3587858" y="2695534"/>
              <a:ext cx="1730693" cy="381000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bg2">
                      <a:lumMod val="10000"/>
                    </a:schemeClr>
                  </a:solidFill>
                </a:rPr>
                <a:t>C</a:t>
              </a: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1833FBDE-0BBB-80AB-1B21-063E7E562C7E}"/>
                </a:ext>
              </a:extLst>
            </p:cNvPr>
            <p:cNvSpPr/>
            <p:nvPr/>
          </p:nvSpPr>
          <p:spPr>
            <a:xfrm>
              <a:off x="3626298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418BD2C0-662E-22E4-8200-52223888C2F1}"/>
                </a:ext>
              </a:extLst>
            </p:cNvPr>
            <p:cNvCxnSpPr>
              <a:cxnSpLocks/>
              <a:endCxn id="39" idx="0"/>
            </p:cNvCxnSpPr>
            <p:nvPr/>
          </p:nvCxnSpPr>
          <p:spPr>
            <a:xfrm>
              <a:off x="3835217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EFCB4161-2145-1225-BF71-E0FDA053498B}"/>
                </a:ext>
              </a:extLst>
            </p:cNvPr>
            <p:cNvSpPr/>
            <p:nvPr/>
          </p:nvSpPr>
          <p:spPr>
            <a:xfrm>
              <a:off x="4158546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8084958F-C94C-E6C2-F425-D6B30F6F004C}"/>
                </a:ext>
              </a:extLst>
            </p:cNvPr>
            <p:cNvCxnSpPr>
              <a:cxnSpLocks/>
              <a:endCxn id="41" idx="0"/>
            </p:cNvCxnSpPr>
            <p:nvPr/>
          </p:nvCxnSpPr>
          <p:spPr>
            <a:xfrm>
              <a:off x="4367465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AF10CDC6-4158-34C9-983A-94DF68108746}"/>
                </a:ext>
              </a:extLst>
            </p:cNvPr>
            <p:cNvSpPr/>
            <p:nvPr/>
          </p:nvSpPr>
          <p:spPr>
            <a:xfrm>
              <a:off x="4734840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4758A461-F76F-5C66-B6DC-BDE45F916F30}"/>
                </a:ext>
              </a:extLst>
            </p:cNvPr>
            <p:cNvCxnSpPr>
              <a:cxnSpLocks/>
              <a:endCxn id="43" idx="0"/>
            </p:cNvCxnSpPr>
            <p:nvPr/>
          </p:nvCxnSpPr>
          <p:spPr>
            <a:xfrm>
              <a:off x="4943759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2BABF4D5-88F6-C8D1-69B7-70EEAD48E0DB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2951819" y="2464641"/>
            <a:ext cx="1" cy="4137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4157695-9B6B-E2E5-2FE5-7089B89F937D}"/>
              </a:ext>
            </a:extLst>
          </p:cNvPr>
          <p:cNvCxnSpPr>
            <a:cxnSpLocks/>
          </p:cNvCxnSpPr>
          <p:nvPr/>
        </p:nvCxnSpPr>
        <p:spPr>
          <a:xfrm>
            <a:off x="6216812" y="2453465"/>
            <a:ext cx="1" cy="4137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F5B13D04-5CD7-9339-F82C-043B7799AE22}"/>
              </a:ext>
            </a:extLst>
          </p:cNvPr>
          <p:cNvCxnSpPr>
            <a:cxnSpLocks/>
          </p:cNvCxnSpPr>
          <p:nvPr/>
        </p:nvCxnSpPr>
        <p:spPr>
          <a:xfrm flipH="1">
            <a:off x="9266712" y="2474270"/>
            <a:ext cx="6466" cy="3761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76E564CA-4BEA-C2A6-BE66-728287DC7F79}"/>
              </a:ext>
            </a:extLst>
          </p:cNvPr>
          <p:cNvCxnSpPr>
            <a:cxnSpLocks/>
          </p:cNvCxnSpPr>
          <p:nvPr/>
        </p:nvCxnSpPr>
        <p:spPr>
          <a:xfrm flipV="1">
            <a:off x="2945353" y="2446270"/>
            <a:ext cx="6327825" cy="71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A63B2071-4F6C-9DCB-4C95-C451B28BC50B}"/>
              </a:ext>
            </a:extLst>
          </p:cNvPr>
          <p:cNvCxnSpPr>
            <a:stCxn id="7" idx="2"/>
          </p:cNvCxnSpPr>
          <p:nvPr/>
        </p:nvCxnSpPr>
        <p:spPr>
          <a:xfrm flipH="1">
            <a:off x="6216811" y="1764772"/>
            <a:ext cx="1" cy="68869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F894E58F-F9C3-E71F-1314-9A3FA6AC22B9}"/>
              </a:ext>
            </a:extLst>
          </p:cNvPr>
          <p:cNvSpPr txBox="1"/>
          <p:nvPr/>
        </p:nvSpPr>
        <p:spPr>
          <a:xfrm>
            <a:off x="1065791" y="4550273"/>
            <a:ext cx="988884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Threads and Blocks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Threads run on compute cores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Collection of threads is called a block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Blocks run on Symmetric Multi-Processor (SMP)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Each block associated with a </a:t>
            </a:r>
            <a:r>
              <a:rPr lang="en-US" dirty="0" err="1"/>
              <a:t>BlockID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Each thread associated with a </a:t>
            </a:r>
            <a:r>
              <a:rPr lang="en-US" dirty="0" err="1"/>
              <a:t>ThreadID</a:t>
            </a:r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Unique within a block, but threads across different blocks can have same </a:t>
            </a:r>
            <a:r>
              <a:rPr lang="en-US" dirty="0" err="1"/>
              <a:t>ThreadID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236DCBC-96CD-728B-CAEA-B9ACEA38BD26}"/>
              </a:ext>
            </a:extLst>
          </p:cNvPr>
          <p:cNvSpPr/>
          <p:nvPr/>
        </p:nvSpPr>
        <p:spPr>
          <a:xfrm>
            <a:off x="1628964" y="2761367"/>
            <a:ext cx="2598282" cy="1735687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0BD59EA-B960-7871-9DA8-F5EF3B300EBF}"/>
              </a:ext>
            </a:extLst>
          </p:cNvPr>
          <p:cNvSpPr/>
          <p:nvPr/>
        </p:nvSpPr>
        <p:spPr>
          <a:xfrm>
            <a:off x="4917670" y="2760468"/>
            <a:ext cx="2598282" cy="1735687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30F738B-7C3D-A30B-74E7-490AFA3DC886}"/>
              </a:ext>
            </a:extLst>
          </p:cNvPr>
          <p:cNvSpPr/>
          <p:nvPr/>
        </p:nvSpPr>
        <p:spPr>
          <a:xfrm>
            <a:off x="8033245" y="2760467"/>
            <a:ext cx="2598282" cy="1735687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F93D8E-4A74-9D48-7236-B67BDB8F15AC}"/>
              </a:ext>
            </a:extLst>
          </p:cNvPr>
          <p:cNvSpPr txBox="1"/>
          <p:nvPr/>
        </p:nvSpPr>
        <p:spPr>
          <a:xfrm>
            <a:off x="1517343" y="2327033"/>
            <a:ext cx="1410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C00000"/>
                </a:solidFill>
              </a:rPr>
              <a:t>BlockID</a:t>
            </a:r>
            <a:r>
              <a:rPr lang="en-US" dirty="0">
                <a:solidFill>
                  <a:srgbClr val="C00000"/>
                </a:solidFill>
              </a:rPr>
              <a:t> = 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5357D8-24A4-6E13-BF6A-3B802898D86B}"/>
              </a:ext>
            </a:extLst>
          </p:cNvPr>
          <p:cNvSpPr txBox="1"/>
          <p:nvPr/>
        </p:nvSpPr>
        <p:spPr>
          <a:xfrm>
            <a:off x="4848669" y="2322391"/>
            <a:ext cx="1410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C00000"/>
                </a:solidFill>
              </a:rPr>
              <a:t>BlockID</a:t>
            </a:r>
            <a:r>
              <a:rPr lang="en-US" dirty="0">
                <a:solidFill>
                  <a:srgbClr val="C00000"/>
                </a:solidFill>
              </a:rPr>
              <a:t> =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523723-A1FA-D721-FD22-E0FA9718FF89}"/>
              </a:ext>
            </a:extLst>
          </p:cNvPr>
          <p:cNvSpPr txBox="1"/>
          <p:nvPr/>
        </p:nvSpPr>
        <p:spPr>
          <a:xfrm>
            <a:off x="9524423" y="2322391"/>
            <a:ext cx="1410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C00000"/>
                </a:solidFill>
              </a:rPr>
              <a:t>BlockID</a:t>
            </a:r>
            <a:r>
              <a:rPr lang="en-US" dirty="0">
                <a:solidFill>
                  <a:srgbClr val="C00000"/>
                </a:solidFill>
              </a:rPr>
              <a:t> = k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94761D9-CAE8-5775-8836-BC4143F66BA6}"/>
              </a:ext>
            </a:extLst>
          </p:cNvPr>
          <p:cNvSpPr txBox="1"/>
          <p:nvPr/>
        </p:nvSpPr>
        <p:spPr>
          <a:xfrm>
            <a:off x="2071441" y="3824307"/>
            <a:ext cx="494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270C5DA-E164-C541-3A09-90C4099B431F}"/>
              </a:ext>
            </a:extLst>
          </p:cNvPr>
          <p:cNvSpPr txBox="1"/>
          <p:nvPr/>
        </p:nvSpPr>
        <p:spPr>
          <a:xfrm>
            <a:off x="2612281" y="3833092"/>
            <a:ext cx="494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3A782DBD-0F1A-62B4-AFCD-56A1740061E6}"/>
                  </a:ext>
                </a:extLst>
              </p:cNvPr>
              <p:cNvSpPr txBox="1"/>
              <p:nvPr/>
            </p:nvSpPr>
            <p:spPr>
              <a:xfrm>
                <a:off x="3229390" y="3879140"/>
                <a:ext cx="494665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5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105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105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3A782DBD-0F1A-62B4-AFCD-56A1740061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9390" y="3879140"/>
                <a:ext cx="494665" cy="25391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TextBox 56">
            <a:extLst>
              <a:ext uri="{FF2B5EF4-FFF2-40B4-BE49-F238E27FC236}">
                <a16:creationId xmlns:a16="http://schemas.microsoft.com/office/drawing/2014/main" id="{1CB6495C-D038-FB44-220F-A7C9C85D99A5}"/>
              </a:ext>
            </a:extLst>
          </p:cNvPr>
          <p:cNvSpPr txBox="1"/>
          <p:nvPr/>
        </p:nvSpPr>
        <p:spPr>
          <a:xfrm>
            <a:off x="5336434" y="3804851"/>
            <a:ext cx="494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A993E18-75D6-4213-8F37-9603C36B1BB7}"/>
              </a:ext>
            </a:extLst>
          </p:cNvPr>
          <p:cNvSpPr txBox="1"/>
          <p:nvPr/>
        </p:nvSpPr>
        <p:spPr>
          <a:xfrm>
            <a:off x="5877274" y="3813636"/>
            <a:ext cx="494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50A00B93-7A24-64ED-DD6A-77D948D305E7}"/>
                  </a:ext>
                </a:extLst>
              </p:cNvPr>
              <p:cNvSpPr txBox="1"/>
              <p:nvPr/>
            </p:nvSpPr>
            <p:spPr>
              <a:xfrm>
                <a:off x="6494383" y="3859684"/>
                <a:ext cx="494665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5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105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105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50A00B93-7A24-64ED-DD6A-77D948D305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4383" y="3859684"/>
                <a:ext cx="494665" cy="25391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TextBox 59">
            <a:extLst>
              <a:ext uri="{FF2B5EF4-FFF2-40B4-BE49-F238E27FC236}">
                <a16:creationId xmlns:a16="http://schemas.microsoft.com/office/drawing/2014/main" id="{D732C5A9-CDDA-DBB1-A299-E94DAC5F6FA0}"/>
              </a:ext>
            </a:extLst>
          </p:cNvPr>
          <p:cNvSpPr txBox="1"/>
          <p:nvPr/>
        </p:nvSpPr>
        <p:spPr>
          <a:xfrm>
            <a:off x="8405968" y="3820720"/>
            <a:ext cx="494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B0EBAD1-3896-DAFC-2771-996CAC1F370B}"/>
              </a:ext>
            </a:extLst>
          </p:cNvPr>
          <p:cNvSpPr txBox="1"/>
          <p:nvPr/>
        </p:nvSpPr>
        <p:spPr>
          <a:xfrm>
            <a:off x="8946808" y="3829505"/>
            <a:ext cx="494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5116C98E-2CCE-47F3-7FD5-0E554306B455}"/>
                  </a:ext>
                </a:extLst>
              </p:cNvPr>
              <p:cNvSpPr txBox="1"/>
              <p:nvPr/>
            </p:nvSpPr>
            <p:spPr>
              <a:xfrm>
                <a:off x="9563917" y="3875553"/>
                <a:ext cx="494665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5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105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105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5116C98E-2CCE-47F3-7FD5-0E554306B4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63917" y="3875553"/>
                <a:ext cx="494665" cy="25391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258491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ED690-DB0F-6799-0CB6-26F51F714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 GPU Architectures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26E6375-994E-A5F1-47DE-75C41629A231}"/>
              </a:ext>
            </a:extLst>
          </p:cNvPr>
          <p:cNvSpPr/>
          <p:nvPr/>
        </p:nvSpPr>
        <p:spPr>
          <a:xfrm>
            <a:off x="5345000" y="1383772"/>
            <a:ext cx="1743623" cy="381000"/>
          </a:xfrm>
          <a:prstGeom prst="rect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DRAM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3EF8471-92A0-1A02-22F9-2F0B6C66273D}"/>
              </a:ext>
            </a:extLst>
          </p:cNvPr>
          <p:cNvGrpSpPr/>
          <p:nvPr/>
        </p:nvGrpSpPr>
        <p:grpSpPr>
          <a:xfrm>
            <a:off x="1885020" y="2878404"/>
            <a:ext cx="2133599" cy="1499816"/>
            <a:chOff x="3392871" y="2569567"/>
            <a:chExt cx="2133599" cy="149981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B97B929-FDA1-E196-6DAD-BF927DB54DF1}"/>
                </a:ext>
              </a:extLst>
            </p:cNvPr>
            <p:cNvSpPr/>
            <p:nvPr/>
          </p:nvSpPr>
          <p:spPr>
            <a:xfrm>
              <a:off x="3392871" y="2569567"/>
              <a:ext cx="2133599" cy="1499816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CCAA978-20D9-E37C-E20F-96FC94888E01}"/>
                </a:ext>
              </a:extLst>
            </p:cNvPr>
            <p:cNvSpPr/>
            <p:nvPr/>
          </p:nvSpPr>
          <p:spPr>
            <a:xfrm>
              <a:off x="3587858" y="2695534"/>
              <a:ext cx="1730693" cy="381000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bg2">
                      <a:lumMod val="10000"/>
                    </a:schemeClr>
                  </a:solidFill>
                </a:rPr>
                <a:t>C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3615633-F424-F9A1-01E6-0783F7EBDD10}"/>
                </a:ext>
              </a:extLst>
            </p:cNvPr>
            <p:cNvSpPr/>
            <p:nvPr/>
          </p:nvSpPr>
          <p:spPr>
            <a:xfrm>
              <a:off x="3626298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7673A518-B87F-4BC2-3980-230754811616}"/>
                </a:ext>
              </a:extLst>
            </p:cNvPr>
            <p:cNvCxnSpPr>
              <a:cxnSpLocks/>
              <a:endCxn id="13" idx="0"/>
            </p:cNvCxnSpPr>
            <p:nvPr/>
          </p:nvCxnSpPr>
          <p:spPr>
            <a:xfrm>
              <a:off x="3835217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0B21B8C2-72C5-6B59-168B-0759EC651090}"/>
                </a:ext>
              </a:extLst>
            </p:cNvPr>
            <p:cNvSpPr/>
            <p:nvPr/>
          </p:nvSpPr>
          <p:spPr>
            <a:xfrm>
              <a:off x="4158546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F15918E6-5C3C-D053-8F16-96CD93AC3D50}"/>
                </a:ext>
              </a:extLst>
            </p:cNvPr>
            <p:cNvCxnSpPr>
              <a:cxnSpLocks/>
              <a:endCxn id="22" idx="0"/>
            </p:cNvCxnSpPr>
            <p:nvPr/>
          </p:nvCxnSpPr>
          <p:spPr>
            <a:xfrm>
              <a:off x="4367465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90B2E37D-4CB6-1734-629D-6F8A3C70CE9A}"/>
                </a:ext>
              </a:extLst>
            </p:cNvPr>
            <p:cNvSpPr/>
            <p:nvPr/>
          </p:nvSpPr>
          <p:spPr>
            <a:xfrm>
              <a:off x="4734840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F4ECBB29-F35F-8DDC-EAEC-878583E15A16}"/>
                </a:ext>
              </a:extLst>
            </p:cNvPr>
            <p:cNvCxnSpPr>
              <a:cxnSpLocks/>
              <a:endCxn id="24" idx="0"/>
            </p:cNvCxnSpPr>
            <p:nvPr/>
          </p:nvCxnSpPr>
          <p:spPr>
            <a:xfrm>
              <a:off x="4943759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9D42CB6-DB01-722A-DF69-9B01E76364DC}"/>
              </a:ext>
            </a:extLst>
          </p:cNvPr>
          <p:cNvGrpSpPr/>
          <p:nvPr/>
        </p:nvGrpSpPr>
        <p:grpSpPr>
          <a:xfrm>
            <a:off x="5150013" y="2878404"/>
            <a:ext cx="2133599" cy="1499816"/>
            <a:chOff x="3392871" y="2569567"/>
            <a:chExt cx="2133599" cy="1499816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271A9434-1C0A-F2A8-F20B-773028E38C49}"/>
                </a:ext>
              </a:extLst>
            </p:cNvPr>
            <p:cNvSpPr/>
            <p:nvPr/>
          </p:nvSpPr>
          <p:spPr>
            <a:xfrm>
              <a:off x="3392871" y="2569567"/>
              <a:ext cx="2133599" cy="1499816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1CF8708D-895F-A94D-A2A5-E7A2A23A4966}"/>
                </a:ext>
              </a:extLst>
            </p:cNvPr>
            <p:cNvSpPr/>
            <p:nvPr/>
          </p:nvSpPr>
          <p:spPr>
            <a:xfrm>
              <a:off x="3587858" y="2695534"/>
              <a:ext cx="1730693" cy="381000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bg2">
                      <a:lumMod val="10000"/>
                    </a:schemeClr>
                  </a:solidFill>
                </a:rPr>
                <a:t>C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B98FEC92-83AF-2D4B-E683-82301F53B27D}"/>
                </a:ext>
              </a:extLst>
            </p:cNvPr>
            <p:cNvSpPr/>
            <p:nvPr/>
          </p:nvSpPr>
          <p:spPr>
            <a:xfrm>
              <a:off x="3626298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3FBC5F90-409D-F340-9329-19B91BE5EBBF}"/>
                </a:ext>
              </a:extLst>
            </p:cNvPr>
            <p:cNvCxnSpPr>
              <a:cxnSpLocks/>
              <a:endCxn id="30" idx="0"/>
            </p:cNvCxnSpPr>
            <p:nvPr/>
          </p:nvCxnSpPr>
          <p:spPr>
            <a:xfrm>
              <a:off x="3835217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47C0F9A2-3579-566E-B6AF-772825F18C58}"/>
                </a:ext>
              </a:extLst>
            </p:cNvPr>
            <p:cNvSpPr/>
            <p:nvPr/>
          </p:nvSpPr>
          <p:spPr>
            <a:xfrm>
              <a:off x="4158546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0A04A625-F954-5F87-00CF-4B5E71FA5D1B}"/>
                </a:ext>
              </a:extLst>
            </p:cNvPr>
            <p:cNvCxnSpPr>
              <a:cxnSpLocks/>
              <a:endCxn id="32" idx="0"/>
            </p:cNvCxnSpPr>
            <p:nvPr/>
          </p:nvCxnSpPr>
          <p:spPr>
            <a:xfrm>
              <a:off x="4367465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53F44C5E-4257-E736-99CB-C5E333EE925A}"/>
                </a:ext>
              </a:extLst>
            </p:cNvPr>
            <p:cNvSpPr/>
            <p:nvPr/>
          </p:nvSpPr>
          <p:spPr>
            <a:xfrm>
              <a:off x="4734840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920C50A8-6C47-1E49-4B8D-AD50FDD3DFFB}"/>
                </a:ext>
              </a:extLst>
            </p:cNvPr>
            <p:cNvCxnSpPr>
              <a:cxnSpLocks/>
              <a:endCxn id="34" idx="0"/>
            </p:cNvCxnSpPr>
            <p:nvPr/>
          </p:nvCxnSpPr>
          <p:spPr>
            <a:xfrm>
              <a:off x="4943759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9A7CB1C2-6AB2-C860-38E0-E6EBD6F2747A}"/>
              </a:ext>
            </a:extLst>
          </p:cNvPr>
          <p:cNvGrpSpPr/>
          <p:nvPr/>
        </p:nvGrpSpPr>
        <p:grpSpPr>
          <a:xfrm>
            <a:off x="8206379" y="2878404"/>
            <a:ext cx="2133599" cy="1499816"/>
            <a:chOff x="3392871" y="2569567"/>
            <a:chExt cx="2133599" cy="1499816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AF60983D-DA7A-C2CA-B723-5DDFBF18EDAB}"/>
                </a:ext>
              </a:extLst>
            </p:cNvPr>
            <p:cNvSpPr/>
            <p:nvPr/>
          </p:nvSpPr>
          <p:spPr>
            <a:xfrm>
              <a:off x="3392871" y="2569567"/>
              <a:ext cx="2133599" cy="1499816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34A2CCE9-CE64-2124-7078-14ADE340D0B0}"/>
                </a:ext>
              </a:extLst>
            </p:cNvPr>
            <p:cNvSpPr/>
            <p:nvPr/>
          </p:nvSpPr>
          <p:spPr>
            <a:xfrm>
              <a:off x="3587858" y="2695534"/>
              <a:ext cx="1730693" cy="381000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bg2">
                      <a:lumMod val="10000"/>
                    </a:schemeClr>
                  </a:solidFill>
                </a:rPr>
                <a:t>C</a:t>
              </a: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1833FBDE-0BBB-80AB-1B21-063E7E562C7E}"/>
                </a:ext>
              </a:extLst>
            </p:cNvPr>
            <p:cNvSpPr/>
            <p:nvPr/>
          </p:nvSpPr>
          <p:spPr>
            <a:xfrm>
              <a:off x="3626298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418BD2C0-662E-22E4-8200-52223888C2F1}"/>
                </a:ext>
              </a:extLst>
            </p:cNvPr>
            <p:cNvCxnSpPr>
              <a:cxnSpLocks/>
              <a:endCxn id="39" idx="0"/>
            </p:cNvCxnSpPr>
            <p:nvPr/>
          </p:nvCxnSpPr>
          <p:spPr>
            <a:xfrm>
              <a:off x="3835217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EFCB4161-2145-1225-BF71-E0FDA053498B}"/>
                </a:ext>
              </a:extLst>
            </p:cNvPr>
            <p:cNvSpPr/>
            <p:nvPr/>
          </p:nvSpPr>
          <p:spPr>
            <a:xfrm>
              <a:off x="4158546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8084958F-C94C-E6C2-F425-D6B30F6F004C}"/>
                </a:ext>
              </a:extLst>
            </p:cNvPr>
            <p:cNvCxnSpPr>
              <a:cxnSpLocks/>
              <a:endCxn id="41" idx="0"/>
            </p:cNvCxnSpPr>
            <p:nvPr/>
          </p:nvCxnSpPr>
          <p:spPr>
            <a:xfrm>
              <a:off x="4367465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AF10CDC6-4158-34C9-983A-94DF68108746}"/>
                </a:ext>
              </a:extLst>
            </p:cNvPr>
            <p:cNvSpPr/>
            <p:nvPr/>
          </p:nvSpPr>
          <p:spPr>
            <a:xfrm>
              <a:off x="4734840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4758A461-F76F-5C66-B6DC-BDE45F916F30}"/>
                </a:ext>
              </a:extLst>
            </p:cNvPr>
            <p:cNvCxnSpPr>
              <a:cxnSpLocks/>
              <a:endCxn id="43" idx="0"/>
            </p:cNvCxnSpPr>
            <p:nvPr/>
          </p:nvCxnSpPr>
          <p:spPr>
            <a:xfrm>
              <a:off x="4943759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2BABF4D5-88F6-C8D1-69B7-70EEAD48E0DB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2951819" y="2464641"/>
            <a:ext cx="1" cy="4137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4157695-9B6B-E2E5-2FE5-7089B89F937D}"/>
              </a:ext>
            </a:extLst>
          </p:cNvPr>
          <p:cNvCxnSpPr>
            <a:cxnSpLocks/>
          </p:cNvCxnSpPr>
          <p:nvPr/>
        </p:nvCxnSpPr>
        <p:spPr>
          <a:xfrm>
            <a:off x="6216812" y="2453465"/>
            <a:ext cx="1" cy="4137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F5B13D04-5CD7-9339-F82C-043B7799AE22}"/>
              </a:ext>
            </a:extLst>
          </p:cNvPr>
          <p:cNvCxnSpPr>
            <a:cxnSpLocks/>
          </p:cNvCxnSpPr>
          <p:nvPr/>
        </p:nvCxnSpPr>
        <p:spPr>
          <a:xfrm flipH="1">
            <a:off x="9266712" y="2474270"/>
            <a:ext cx="6466" cy="3761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76E564CA-4BEA-C2A6-BE66-728287DC7F79}"/>
              </a:ext>
            </a:extLst>
          </p:cNvPr>
          <p:cNvCxnSpPr>
            <a:cxnSpLocks/>
          </p:cNvCxnSpPr>
          <p:nvPr/>
        </p:nvCxnSpPr>
        <p:spPr>
          <a:xfrm flipV="1">
            <a:off x="2945353" y="2446270"/>
            <a:ext cx="6327825" cy="71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A63B2071-4F6C-9DCB-4C95-C451B28BC50B}"/>
              </a:ext>
            </a:extLst>
          </p:cNvPr>
          <p:cNvCxnSpPr>
            <a:stCxn id="7" idx="2"/>
          </p:cNvCxnSpPr>
          <p:nvPr/>
        </p:nvCxnSpPr>
        <p:spPr>
          <a:xfrm flipH="1">
            <a:off x="6216811" y="1764772"/>
            <a:ext cx="1" cy="68869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F894E58F-F9C3-E71F-1314-9A3FA6AC22B9}"/>
                  </a:ext>
                </a:extLst>
              </p:cNvPr>
              <p:cNvSpPr txBox="1"/>
              <p:nvPr/>
            </p:nvSpPr>
            <p:spPr>
              <a:xfrm>
                <a:off x="1065791" y="4550273"/>
                <a:ext cx="9888842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Number of Blocks can be (in fact should be) greater than the number of SMPs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Number of threads per block need not be equal to the number of compute cores per SMP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It is good to have it as a multiple though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We will discuss these considerations when we discuss GPU programming later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For now, assume the simple model above.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 Blocks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Threads per block</a:t>
                </a: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F894E58F-F9C3-E71F-1314-9A3FA6AC22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791" y="4550273"/>
                <a:ext cx="9888842" cy="2308324"/>
              </a:xfrm>
              <a:prstGeom prst="rect">
                <a:avLst/>
              </a:prstGeom>
              <a:blipFill>
                <a:blip r:embed="rId2"/>
                <a:stretch>
                  <a:fillRect l="-432" t="-1319" b="-31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TextBox 46">
            <a:extLst>
              <a:ext uri="{FF2B5EF4-FFF2-40B4-BE49-F238E27FC236}">
                <a16:creationId xmlns:a16="http://schemas.microsoft.com/office/drawing/2014/main" id="{794761D9-CAE8-5775-8836-BC4143F66BA6}"/>
              </a:ext>
            </a:extLst>
          </p:cNvPr>
          <p:cNvSpPr txBox="1"/>
          <p:nvPr/>
        </p:nvSpPr>
        <p:spPr>
          <a:xfrm>
            <a:off x="2071441" y="3824307"/>
            <a:ext cx="494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270C5DA-E164-C541-3A09-90C4099B431F}"/>
              </a:ext>
            </a:extLst>
          </p:cNvPr>
          <p:cNvSpPr txBox="1"/>
          <p:nvPr/>
        </p:nvSpPr>
        <p:spPr>
          <a:xfrm>
            <a:off x="2612281" y="3833092"/>
            <a:ext cx="494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3A782DBD-0F1A-62B4-AFCD-56A1740061E6}"/>
                  </a:ext>
                </a:extLst>
              </p:cNvPr>
              <p:cNvSpPr txBox="1"/>
              <p:nvPr/>
            </p:nvSpPr>
            <p:spPr>
              <a:xfrm>
                <a:off x="3229390" y="3879140"/>
                <a:ext cx="494665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5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105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105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3A782DBD-0F1A-62B4-AFCD-56A1740061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9390" y="3879140"/>
                <a:ext cx="494665" cy="25391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TextBox 56">
            <a:extLst>
              <a:ext uri="{FF2B5EF4-FFF2-40B4-BE49-F238E27FC236}">
                <a16:creationId xmlns:a16="http://schemas.microsoft.com/office/drawing/2014/main" id="{1CB6495C-D038-FB44-220F-A7C9C85D99A5}"/>
              </a:ext>
            </a:extLst>
          </p:cNvPr>
          <p:cNvSpPr txBox="1"/>
          <p:nvPr/>
        </p:nvSpPr>
        <p:spPr>
          <a:xfrm>
            <a:off x="5336434" y="3804851"/>
            <a:ext cx="494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A993E18-75D6-4213-8F37-9603C36B1BB7}"/>
              </a:ext>
            </a:extLst>
          </p:cNvPr>
          <p:cNvSpPr txBox="1"/>
          <p:nvPr/>
        </p:nvSpPr>
        <p:spPr>
          <a:xfrm>
            <a:off x="5877274" y="3813636"/>
            <a:ext cx="494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50A00B93-7A24-64ED-DD6A-77D948D305E7}"/>
                  </a:ext>
                </a:extLst>
              </p:cNvPr>
              <p:cNvSpPr txBox="1"/>
              <p:nvPr/>
            </p:nvSpPr>
            <p:spPr>
              <a:xfrm>
                <a:off x="6494383" y="3859684"/>
                <a:ext cx="494665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5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105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105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50A00B93-7A24-64ED-DD6A-77D948D305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4383" y="3859684"/>
                <a:ext cx="494665" cy="25391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TextBox 59">
            <a:extLst>
              <a:ext uri="{FF2B5EF4-FFF2-40B4-BE49-F238E27FC236}">
                <a16:creationId xmlns:a16="http://schemas.microsoft.com/office/drawing/2014/main" id="{D732C5A9-CDDA-DBB1-A299-E94DAC5F6FA0}"/>
              </a:ext>
            </a:extLst>
          </p:cNvPr>
          <p:cNvSpPr txBox="1"/>
          <p:nvPr/>
        </p:nvSpPr>
        <p:spPr>
          <a:xfrm>
            <a:off x="8405968" y="3820720"/>
            <a:ext cx="494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B0EBAD1-3896-DAFC-2771-996CAC1F370B}"/>
              </a:ext>
            </a:extLst>
          </p:cNvPr>
          <p:cNvSpPr txBox="1"/>
          <p:nvPr/>
        </p:nvSpPr>
        <p:spPr>
          <a:xfrm>
            <a:off x="8946808" y="3829505"/>
            <a:ext cx="494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5116C98E-2CCE-47F3-7FD5-0E554306B455}"/>
                  </a:ext>
                </a:extLst>
              </p:cNvPr>
              <p:cNvSpPr txBox="1"/>
              <p:nvPr/>
            </p:nvSpPr>
            <p:spPr>
              <a:xfrm>
                <a:off x="9563917" y="3875553"/>
                <a:ext cx="494665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5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105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105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5116C98E-2CCE-47F3-7FD5-0E554306B4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63917" y="3875553"/>
                <a:ext cx="494665" cy="25391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ABDE359-7F7A-4AAC-2856-CD701D0A413C}"/>
                  </a:ext>
                </a:extLst>
              </p:cNvPr>
              <p:cNvSpPr txBox="1"/>
              <p:nvPr/>
            </p:nvSpPr>
            <p:spPr>
              <a:xfrm>
                <a:off x="9966186" y="2561531"/>
                <a:ext cx="98844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ABDE359-7F7A-4AAC-2856-CD701D0A41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6186" y="2561531"/>
                <a:ext cx="988447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4F2B49D-5537-35B6-0DBA-EBFD9E8FD630}"/>
                  </a:ext>
                </a:extLst>
              </p:cNvPr>
              <p:cNvSpPr txBox="1"/>
              <p:nvPr/>
            </p:nvSpPr>
            <p:spPr>
              <a:xfrm>
                <a:off x="6494824" y="2576106"/>
                <a:ext cx="98844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4F2B49D-5537-35B6-0DBA-EBFD9E8FD6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4824" y="2576106"/>
                <a:ext cx="988447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05A84A3-2156-9269-F4F8-AC6600CE5929}"/>
                  </a:ext>
                </a:extLst>
              </p:cNvPr>
              <p:cNvSpPr txBox="1"/>
              <p:nvPr/>
            </p:nvSpPr>
            <p:spPr>
              <a:xfrm>
                <a:off x="3030172" y="2559140"/>
                <a:ext cx="98844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05A84A3-2156-9269-F4F8-AC6600CE59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0172" y="2559140"/>
                <a:ext cx="988447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14127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498D6-C072-2DE4-618D-1F913D1EF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GPU Model</a:t>
            </a:r>
            <a:br>
              <a:rPr lang="en-US" dirty="0"/>
            </a:br>
            <a:r>
              <a:rPr lang="en-US" sz="4400" dirty="0"/>
              <a:t>Calculating Algorithm Performance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B098A7-9AD3-A650-0CAA-27B3618AB0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C[</a:t>
                </a:r>
                <a:r>
                  <a:rPr lang="en-US" dirty="0" err="1"/>
                  <a:t>i</a:t>
                </a:r>
                <a:r>
                  <a:rPr lang="en-US" dirty="0"/>
                  <a:t>]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nary>
                  </m:oMath>
                </a14:m>
                <a:r>
                  <a:rPr lang="en-US" dirty="0"/>
                  <a:t> *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A not so good algorithm</a:t>
                </a:r>
              </a:p>
              <a:p>
                <a:pPr lvl="1"/>
                <a:r>
                  <a:rPr lang="en-US" dirty="0" err="1"/>
                  <a:t>BlockID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responsible for computing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 err="1"/>
                  <a:t>ThreadID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computes the product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and store into Temp[k]</a:t>
                </a:r>
              </a:p>
              <a:p>
                <a:pPr lvl="1"/>
                <a:r>
                  <a:rPr lang="en-US" dirty="0" err="1"/>
                  <a:t>ThreadID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computes the sum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𝑇𝑒𝑚𝑝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nary>
                  </m:oMath>
                </a14:m>
                <a:r>
                  <a:rPr lang="en-US" dirty="0"/>
                  <a:t> and stores into C[</a:t>
                </a:r>
                <a:r>
                  <a:rPr lang="en-US" dirty="0" err="1"/>
                  <a:t>i</a:t>
                </a:r>
                <a:r>
                  <a:rPr lang="en-US" dirty="0"/>
                  <a:t>]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B098A7-9AD3-A650-0CAA-27B3618AB0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665346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402D8-7C88-1A8B-965D-EC1E081E7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GPU Model</a:t>
            </a:r>
            <a:br>
              <a:rPr lang="en-US" dirty="0"/>
            </a:br>
            <a:r>
              <a:rPr lang="en-US" sz="4400" dirty="0"/>
              <a:t>Calculating Algorithm Performance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F10520-F385-2646-6819-E8B480335147}"/>
              </a:ext>
            </a:extLst>
          </p:cNvPr>
          <p:cNvSpPr/>
          <p:nvPr/>
        </p:nvSpPr>
        <p:spPr>
          <a:xfrm>
            <a:off x="2731090" y="1870022"/>
            <a:ext cx="3965428" cy="5752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3F180EB-6F0F-7C8B-1D60-97EAF0456D4A}"/>
              </a:ext>
            </a:extLst>
          </p:cNvPr>
          <p:cNvCxnSpPr/>
          <p:nvPr/>
        </p:nvCxnSpPr>
        <p:spPr>
          <a:xfrm>
            <a:off x="3403264" y="1870022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E9FCAD0-BDBB-3375-F31B-E908C0DAE559}"/>
              </a:ext>
            </a:extLst>
          </p:cNvPr>
          <p:cNvCxnSpPr/>
          <p:nvPr/>
        </p:nvCxnSpPr>
        <p:spPr>
          <a:xfrm>
            <a:off x="4058282" y="1870021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27CA34F-F27B-0063-9EE5-7137C969543C}"/>
              </a:ext>
            </a:extLst>
          </p:cNvPr>
          <p:cNvCxnSpPr/>
          <p:nvPr/>
        </p:nvCxnSpPr>
        <p:spPr>
          <a:xfrm>
            <a:off x="4689076" y="1878945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1BAEC2E-E918-9EA4-4FE3-DFB812CA5196}"/>
              </a:ext>
            </a:extLst>
          </p:cNvPr>
          <p:cNvCxnSpPr/>
          <p:nvPr/>
        </p:nvCxnSpPr>
        <p:spPr>
          <a:xfrm>
            <a:off x="5319871" y="1870020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E98838-1524-07EB-B5F5-510E2ACDA159}"/>
              </a:ext>
            </a:extLst>
          </p:cNvPr>
          <p:cNvCxnSpPr/>
          <p:nvPr/>
        </p:nvCxnSpPr>
        <p:spPr>
          <a:xfrm>
            <a:off x="6041501" y="1870019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A9F0918-1101-3915-A62E-871EB6B7C36F}"/>
              </a:ext>
            </a:extLst>
          </p:cNvPr>
          <p:cNvCxnSpPr/>
          <p:nvPr/>
        </p:nvCxnSpPr>
        <p:spPr>
          <a:xfrm>
            <a:off x="6696518" y="1878945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0986B2BD-42AD-1EED-32B6-23CC626611E7}"/>
              </a:ext>
            </a:extLst>
          </p:cNvPr>
          <p:cNvSpPr/>
          <p:nvPr/>
        </p:nvSpPr>
        <p:spPr>
          <a:xfrm>
            <a:off x="2731090" y="2930766"/>
            <a:ext cx="3965428" cy="5752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928C9FA-18E3-9175-1040-AD9EA73BCC77}"/>
              </a:ext>
            </a:extLst>
          </p:cNvPr>
          <p:cNvCxnSpPr/>
          <p:nvPr/>
        </p:nvCxnSpPr>
        <p:spPr>
          <a:xfrm>
            <a:off x="3403264" y="2930766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D7611AD-A4AB-561F-BD22-2D7447DE2776}"/>
              </a:ext>
            </a:extLst>
          </p:cNvPr>
          <p:cNvCxnSpPr/>
          <p:nvPr/>
        </p:nvCxnSpPr>
        <p:spPr>
          <a:xfrm>
            <a:off x="4058282" y="2930765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1BD38A0-5EB0-2059-590E-4E3B4EB01B0E}"/>
              </a:ext>
            </a:extLst>
          </p:cNvPr>
          <p:cNvCxnSpPr/>
          <p:nvPr/>
        </p:nvCxnSpPr>
        <p:spPr>
          <a:xfrm>
            <a:off x="4689076" y="2939689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9C86599-CD92-33AC-D89B-53937F919232}"/>
              </a:ext>
            </a:extLst>
          </p:cNvPr>
          <p:cNvCxnSpPr/>
          <p:nvPr/>
        </p:nvCxnSpPr>
        <p:spPr>
          <a:xfrm>
            <a:off x="5319871" y="2930764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C339CC8-F082-8168-594E-7C3DCA1ABF3B}"/>
              </a:ext>
            </a:extLst>
          </p:cNvPr>
          <p:cNvCxnSpPr/>
          <p:nvPr/>
        </p:nvCxnSpPr>
        <p:spPr>
          <a:xfrm>
            <a:off x="6041501" y="2930763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1E1E6F6-8E29-839C-7873-32B39693C20B}"/>
              </a:ext>
            </a:extLst>
          </p:cNvPr>
          <p:cNvCxnSpPr/>
          <p:nvPr/>
        </p:nvCxnSpPr>
        <p:spPr>
          <a:xfrm>
            <a:off x="6696518" y="2939689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02505FED-D62A-25A3-4AAB-5F864A17AE9F}"/>
              </a:ext>
            </a:extLst>
          </p:cNvPr>
          <p:cNvSpPr/>
          <p:nvPr/>
        </p:nvSpPr>
        <p:spPr>
          <a:xfrm>
            <a:off x="2731090" y="3646340"/>
            <a:ext cx="3965428" cy="5752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70171B8-4B15-A8E4-C971-76ADDFD1F953}"/>
              </a:ext>
            </a:extLst>
          </p:cNvPr>
          <p:cNvCxnSpPr/>
          <p:nvPr/>
        </p:nvCxnSpPr>
        <p:spPr>
          <a:xfrm>
            <a:off x="3403264" y="3646340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F35B653-98A4-4DA3-7559-7DA232B8D8A3}"/>
              </a:ext>
            </a:extLst>
          </p:cNvPr>
          <p:cNvCxnSpPr/>
          <p:nvPr/>
        </p:nvCxnSpPr>
        <p:spPr>
          <a:xfrm>
            <a:off x="4058282" y="3646339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2BB017B-1C20-4366-3EDA-FD3ADC88D7C3}"/>
              </a:ext>
            </a:extLst>
          </p:cNvPr>
          <p:cNvCxnSpPr/>
          <p:nvPr/>
        </p:nvCxnSpPr>
        <p:spPr>
          <a:xfrm>
            <a:off x="4689076" y="3655263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3F7B026-4676-C0F4-6779-5B00009CB9C1}"/>
              </a:ext>
            </a:extLst>
          </p:cNvPr>
          <p:cNvCxnSpPr/>
          <p:nvPr/>
        </p:nvCxnSpPr>
        <p:spPr>
          <a:xfrm>
            <a:off x="5319871" y="3646338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E68B632-48D6-4185-9FFE-2821292C6523}"/>
              </a:ext>
            </a:extLst>
          </p:cNvPr>
          <p:cNvCxnSpPr/>
          <p:nvPr/>
        </p:nvCxnSpPr>
        <p:spPr>
          <a:xfrm>
            <a:off x="6041501" y="3646337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8BD0229-0A7B-EBB4-0274-351377B6541F}"/>
              </a:ext>
            </a:extLst>
          </p:cNvPr>
          <p:cNvCxnSpPr/>
          <p:nvPr/>
        </p:nvCxnSpPr>
        <p:spPr>
          <a:xfrm>
            <a:off x="6696518" y="3655263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740F4959-4D9A-63EF-2620-AB91DAE6060B}"/>
              </a:ext>
            </a:extLst>
          </p:cNvPr>
          <p:cNvSpPr/>
          <p:nvPr/>
        </p:nvSpPr>
        <p:spPr>
          <a:xfrm>
            <a:off x="2731090" y="4749474"/>
            <a:ext cx="3965428" cy="5752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259D706-9544-F6C6-FE4F-C6F0C66F4758}"/>
              </a:ext>
            </a:extLst>
          </p:cNvPr>
          <p:cNvCxnSpPr/>
          <p:nvPr/>
        </p:nvCxnSpPr>
        <p:spPr>
          <a:xfrm>
            <a:off x="3403264" y="4749474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53B6579-4E1B-E79B-A9B2-CAB4F4994837}"/>
              </a:ext>
            </a:extLst>
          </p:cNvPr>
          <p:cNvCxnSpPr/>
          <p:nvPr/>
        </p:nvCxnSpPr>
        <p:spPr>
          <a:xfrm>
            <a:off x="4058282" y="4749473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E675D2C-36BC-BB9A-4E2A-DC409FC0E20D}"/>
              </a:ext>
            </a:extLst>
          </p:cNvPr>
          <p:cNvCxnSpPr/>
          <p:nvPr/>
        </p:nvCxnSpPr>
        <p:spPr>
          <a:xfrm>
            <a:off x="4689076" y="4758397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EE6CB3C-DFB3-0145-3F95-8FA8248ED754}"/>
              </a:ext>
            </a:extLst>
          </p:cNvPr>
          <p:cNvCxnSpPr/>
          <p:nvPr/>
        </p:nvCxnSpPr>
        <p:spPr>
          <a:xfrm>
            <a:off x="5319871" y="4749472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542C479-1857-87CE-53BC-501D00690785}"/>
              </a:ext>
            </a:extLst>
          </p:cNvPr>
          <p:cNvCxnSpPr/>
          <p:nvPr/>
        </p:nvCxnSpPr>
        <p:spPr>
          <a:xfrm>
            <a:off x="6041501" y="4749471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8133497-280F-8FC9-04F6-5D51B179F0AC}"/>
              </a:ext>
            </a:extLst>
          </p:cNvPr>
          <p:cNvCxnSpPr/>
          <p:nvPr/>
        </p:nvCxnSpPr>
        <p:spPr>
          <a:xfrm>
            <a:off x="6696518" y="4758397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ight Brace 33">
            <a:extLst>
              <a:ext uri="{FF2B5EF4-FFF2-40B4-BE49-F238E27FC236}">
                <a16:creationId xmlns:a16="http://schemas.microsoft.com/office/drawing/2014/main" id="{757507DA-8C6D-BC92-62AD-59D79F23EEA8}"/>
              </a:ext>
            </a:extLst>
          </p:cNvPr>
          <p:cNvSpPr/>
          <p:nvPr/>
        </p:nvSpPr>
        <p:spPr>
          <a:xfrm rot="10800000">
            <a:off x="2050840" y="2903671"/>
            <a:ext cx="493471" cy="2421085"/>
          </a:xfrm>
          <a:prstGeom prst="rightBrac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ight Brace 34">
            <a:extLst>
              <a:ext uri="{FF2B5EF4-FFF2-40B4-BE49-F238E27FC236}">
                <a16:creationId xmlns:a16="http://schemas.microsoft.com/office/drawing/2014/main" id="{70AF6229-78CC-405C-9A56-A7D97DAAE80D}"/>
              </a:ext>
            </a:extLst>
          </p:cNvPr>
          <p:cNvSpPr/>
          <p:nvPr/>
        </p:nvSpPr>
        <p:spPr>
          <a:xfrm rot="5400000">
            <a:off x="4467066" y="3869894"/>
            <a:ext cx="493471" cy="3965425"/>
          </a:xfrm>
          <a:prstGeom prst="rightBrac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D360A29-E566-0713-959B-BF202AE652B4}"/>
                  </a:ext>
                </a:extLst>
              </p:cNvPr>
              <p:cNvSpPr txBox="1"/>
              <p:nvPr/>
            </p:nvSpPr>
            <p:spPr>
              <a:xfrm>
                <a:off x="1308016" y="3802935"/>
                <a:ext cx="6116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D360A29-E566-0713-959B-BF202AE652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8016" y="3802935"/>
                <a:ext cx="611618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5C0CD9C-A037-DD83-DC01-8503804A4F52}"/>
                  </a:ext>
                </a:extLst>
              </p:cNvPr>
              <p:cNvSpPr txBox="1"/>
              <p:nvPr/>
            </p:nvSpPr>
            <p:spPr>
              <a:xfrm>
                <a:off x="4407992" y="6195789"/>
                <a:ext cx="6116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5C0CD9C-A037-DD83-DC01-8503804A4F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7992" y="6195789"/>
                <a:ext cx="61161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CB70003-F517-CE87-AD29-54316192E4E9}"/>
                  </a:ext>
                </a:extLst>
              </p:cNvPr>
              <p:cNvSpPr txBox="1"/>
              <p:nvPr/>
            </p:nvSpPr>
            <p:spPr>
              <a:xfrm>
                <a:off x="4451391" y="4340842"/>
                <a:ext cx="6116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𝑨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CB70003-F517-CE87-AD29-54316192E4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1391" y="4340842"/>
                <a:ext cx="61161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843BA4C-B711-64B2-9828-BF54C35CC180}"/>
                  </a:ext>
                </a:extLst>
              </p:cNvPr>
              <p:cNvSpPr txBox="1"/>
              <p:nvPr/>
            </p:nvSpPr>
            <p:spPr>
              <a:xfrm>
                <a:off x="4383267" y="1489963"/>
                <a:ext cx="6116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𝑩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843BA4C-B711-64B2-9828-BF54C35CC1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3267" y="1489963"/>
                <a:ext cx="611618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Rectangle 53">
            <a:extLst>
              <a:ext uri="{FF2B5EF4-FFF2-40B4-BE49-F238E27FC236}">
                <a16:creationId xmlns:a16="http://schemas.microsoft.com/office/drawing/2014/main" id="{69A5A734-9EAA-A4E4-8B68-36A445D16D29}"/>
              </a:ext>
            </a:extLst>
          </p:cNvPr>
          <p:cNvSpPr/>
          <p:nvPr/>
        </p:nvSpPr>
        <p:spPr>
          <a:xfrm rot="5400000">
            <a:off x="9908016" y="3764266"/>
            <a:ext cx="2393994" cy="5752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65D76FED-CDA6-90D2-0FD2-645657A06A03}"/>
              </a:ext>
            </a:extLst>
          </p:cNvPr>
          <p:cNvCxnSpPr>
            <a:cxnSpLocks/>
          </p:cNvCxnSpPr>
          <p:nvPr/>
        </p:nvCxnSpPr>
        <p:spPr>
          <a:xfrm>
            <a:off x="10817370" y="3488733"/>
            <a:ext cx="57528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2A4C386-4D7E-D511-A960-188BFBBB05A6}"/>
              </a:ext>
            </a:extLst>
          </p:cNvPr>
          <p:cNvCxnSpPr>
            <a:cxnSpLocks/>
          </p:cNvCxnSpPr>
          <p:nvPr/>
        </p:nvCxnSpPr>
        <p:spPr>
          <a:xfrm>
            <a:off x="10817370" y="4129303"/>
            <a:ext cx="57528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AB6EBFB8-8D6D-1888-89D0-69DCCB3EF292}"/>
              </a:ext>
            </a:extLst>
          </p:cNvPr>
          <p:cNvCxnSpPr>
            <a:cxnSpLocks/>
          </p:cNvCxnSpPr>
          <p:nvPr/>
        </p:nvCxnSpPr>
        <p:spPr>
          <a:xfrm>
            <a:off x="10817370" y="4766154"/>
            <a:ext cx="57528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4DE1CEA7-19A1-359D-3057-221953B07AB6}"/>
                  </a:ext>
                </a:extLst>
              </p:cNvPr>
              <p:cNvSpPr txBox="1"/>
              <p:nvPr/>
            </p:nvSpPr>
            <p:spPr>
              <a:xfrm>
                <a:off x="10781038" y="5480465"/>
                <a:ext cx="6116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𝑪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4DE1CEA7-19A1-359D-3057-221953B07A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81038" y="5480465"/>
                <a:ext cx="611618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TextBox 59">
            <a:extLst>
              <a:ext uri="{FF2B5EF4-FFF2-40B4-BE49-F238E27FC236}">
                <a16:creationId xmlns:a16="http://schemas.microsoft.com/office/drawing/2014/main" id="{B7DC629B-D522-D3C5-EC6E-69EDE16EC8BE}"/>
              </a:ext>
            </a:extLst>
          </p:cNvPr>
          <p:cNvSpPr txBox="1"/>
          <p:nvPr/>
        </p:nvSpPr>
        <p:spPr>
          <a:xfrm>
            <a:off x="9397326" y="2474082"/>
            <a:ext cx="12969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BlockID</a:t>
            </a:r>
            <a:r>
              <a:rPr lang="en-US" dirty="0"/>
              <a:t> 0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80843877-C1F0-FC0A-590A-855A2F40EFC1}"/>
              </a:ext>
            </a:extLst>
          </p:cNvPr>
          <p:cNvCxnSpPr>
            <a:stCxn id="4" idx="3"/>
          </p:cNvCxnSpPr>
          <p:nvPr/>
        </p:nvCxnSpPr>
        <p:spPr>
          <a:xfrm>
            <a:off x="6696518" y="2157665"/>
            <a:ext cx="3997723" cy="973095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27DF9E42-E83E-6D23-22D2-4E86FE9A7385}"/>
              </a:ext>
            </a:extLst>
          </p:cNvPr>
          <p:cNvCxnSpPr>
            <a:cxnSpLocks/>
          </p:cNvCxnSpPr>
          <p:nvPr/>
        </p:nvCxnSpPr>
        <p:spPr>
          <a:xfrm flipV="1">
            <a:off x="6696518" y="3164254"/>
            <a:ext cx="3997723" cy="34918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704234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402D8-7C88-1A8B-965D-EC1E081E7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GPU Model</a:t>
            </a:r>
            <a:br>
              <a:rPr lang="en-US" dirty="0"/>
            </a:br>
            <a:r>
              <a:rPr lang="en-US" sz="4400" dirty="0"/>
              <a:t>Calculating Algorithm Performance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F10520-F385-2646-6819-E8B480335147}"/>
              </a:ext>
            </a:extLst>
          </p:cNvPr>
          <p:cNvSpPr/>
          <p:nvPr/>
        </p:nvSpPr>
        <p:spPr>
          <a:xfrm>
            <a:off x="2731090" y="1870022"/>
            <a:ext cx="3965428" cy="5752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3F180EB-6F0F-7C8B-1D60-97EAF0456D4A}"/>
              </a:ext>
            </a:extLst>
          </p:cNvPr>
          <p:cNvCxnSpPr/>
          <p:nvPr/>
        </p:nvCxnSpPr>
        <p:spPr>
          <a:xfrm>
            <a:off x="3403264" y="1870022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E9FCAD0-BDBB-3375-F31B-E908C0DAE559}"/>
              </a:ext>
            </a:extLst>
          </p:cNvPr>
          <p:cNvCxnSpPr/>
          <p:nvPr/>
        </p:nvCxnSpPr>
        <p:spPr>
          <a:xfrm>
            <a:off x="4058282" y="1870021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27CA34F-F27B-0063-9EE5-7137C969543C}"/>
              </a:ext>
            </a:extLst>
          </p:cNvPr>
          <p:cNvCxnSpPr/>
          <p:nvPr/>
        </p:nvCxnSpPr>
        <p:spPr>
          <a:xfrm>
            <a:off x="4689076" y="1878945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1BAEC2E-E918-9EA4-4FE3-DFB812CA5196}"/>
              </a:ext>
            </a:extLst>
          </p:cNvPr>
          <p:cNvCxnSpPr/>
          <p:nvPr/>
        </p:nvCxnSpPr>
        <p:spPr>
          <a:xfrm>
            <a:off x="5319871" y="1870020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E98838-1524-07EB-B5F5-510E2ACDA159}"/>
              </a:ext>
            </a:extLst>
          </p:cNvPr>
          <p:cNvCxnSpPr/>
          <p:nvPr/>
        </p:nvCxnSpPr>
        <p:spPr>
          <a:xfrm>
            <a:off x="6041501" y="1870019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A9F0918-1101-3915-A62E-871EB6B7C36F}"/>
              </a:ext>
            </a:extLst>
          </p:cNvPr>
          <p:cNvCxnSpPr/>
          <p:nvPr/>
        </p:nvCxnSpPr>
        <p:spPr>
          <a:xfrm>
            <a:off x="6696518" y="1878945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0986B2BD-42AD-1EED-32B6-23CC626611E7}"/>
              </a:ext>
            </a:extLst>
          </p:cNvPr>
          <p:cNvSpPr/>
          <p:nvPr/>
        </p:nvSpPr>
        <p:spPr>
          <a:xfrm>
            <a:off x="2731090" y="2930766"/>
            <a:ext cx="3965428" cy="5752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928C9FA-18E3-9175-1040-AD9EA73BCC77}"/>
              </a:ext>
            </a:extLst>
          </p:cNvPr>
          <p:cNvCxnSpPr/>
          <p:nvPr/>
        </p:nvCxnSpPr>
        <p:spPr>
          <a:xfrm>
            <a:off x="3403264" y="2930766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D7611AD-A4AB-561F-BD22-2D7447DE2776}"/>
              </a:ext>
            </a:extLst>
          </p:cNvPr>
          <p:cNvCxnSpPr/>
          <p:nvPr/>
        </p:nvCxnSpPr>
        <p:spPr>
          <a:xfrm>
            <a:off x="4058282" y="2930765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1BD38A0-5EB0-2059-590E-4E3B4EB01B0E}"/>
              </a:ext>
            </a:extLst>
          </p:cNvPr>
          <p:cNvCxnSpPr/>
          <p:nvPr/>
        </p:nvCxnSpPr>
        <p:spPr>
          <a:xfrm>
            <a:off x="4689076" y="2939689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9C86599-CD92-33AC-D89B-53937F919232}"/>
              </a:ext>
            </a:extLst>
          </p:cNvPr>
          <p:cNvCxnSpPr/>
          <p:nvPr/>
        </p:nvCxnSpPr>
        <p:spPr>
          <a:xfrm>
            <a:off x="5319871" y="2930764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C339CC8-F082-8168-594E-7C3DCA1ABF3B}"/>
              </a:ext>
            </a:extLst>
          </p:cNvPr>
          <p:cNvCxnSpPr/>
          <p:nvPr/>
        </p:nvCxnSpPr>
        <p:spPr>
          <a:xfrm>
            <a:off x="6041501" y="2930763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1E1E6F6-8E29-839C-7873-32B39693C20B}"/>
              </a:ext>
            </a:extLst>
          </p:cNvPr>
          <p:cNvCxnSpPr/>
          <p:nvPr/>
        </p:nvCxnSpPr>
        <p:spPr>
          <a:xfrm>
            <a:off x="6696518" y="2939689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02505FED-D62A-25A3-4AAB-5F864A17AE9F}"/>
              </a:ext>
            </a:extLst>
          </p:cNvPr>
          <p:cNvSpPr/>
          <p:nvPr/>
        </p:nvSpPr>
        <p:spPr>
          <a:xfrm>
            <a:off x="2731090" y="3646340"/>
            <a:ext cx="3965428" cy="5752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70171B8-4B15-A8E4-C971-76ADDFD1F953}"/>
              </a:ext>
            </a:extLst>
          </p:cNvPr>
          <p:cNvCxnSpPr/>
          <p:nvPr/>
        </p:nvCxnSpPr>
        <p:spPr>
          <a:xfrm>
            <a:off x="3403264" y="3646340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F35B653-98A4-4DA3-7559-7DA232B8D8A3}"/>
              </a:ext>
            </a:extLst>
          </p:cNvPr>
          <p:cNvCxnSpPr/>
          <p:nvPr/>
        </p:nvCxnSpPr>
        <p:spPr>
          <a:xfrm>
            <a:off x="4058282" y="3646339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2BB017B-1C20-4366-3EDA-FD3ADC88D7C3}"/>
              </a:ext>
            </a:extLst>
          </p:cNvPr>
          <p:cNvCxnSpPr/>
          <p:nvPr/>
        </p:nvCxnSpPr>
        <p:spPr>
          <a:xfrm>
            <a:off x="4689076" y="3655263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3F7B026-4676-C0F4-6779-5B00009CB9C1}"/>
              </a:ext>
            </a:extLst>
          </p:cNvPr>
          <p:cNvCxnSpPr/>
          <p:nvPr/>
        </p:nvCxnSpPr>
        <p:spPr>
          <a:xfrm>
            <a:off x="5319871" y="3646338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E68B632-48D6-4185-9FFE-2821292C6523}"/>
              </a:ext>
            </a:extLst>
          </p:cNvPr>
          <p:cNvCxnSpPr/>
          <p:nvPr/>
        </p:nvCxnSpPr>
        <p:spPr>
          <a:xfrm>
            <a:off x="6041501" y="3646337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8BD0229-0A7B-EBB4-0274-351377B6541F}"/>
              </a:ext>
            </a:extLst>
          </p:cNvPr>
          <p:cNvCxnSpPr/>
          <p:nvPr/>
        </p:nvCxnSpPr>
        <p:spPr>
          <a:xfrm>
            <a:off x="6696518" y="3655263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740F4959-4D9A-63EF-2620-AB91DAE6060B}"/>
              </a:ext>
            </a:extLst>
          </p:cNvPr>
          <p:cNvSpPr/>
          <p:nvPr/>
        </p:nvSpPr>
        <p:spPr>
          <a:xfrm>
            <a:off x="2731090" y="4749474"/>
            <a:ext cx="3965428" cy="5752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259D706-9544-F6C6-FE4F-C6F0C66F4758}"/>
              </a:ext>
            </a:extLst>
          </p:cNvPr>
          <p:cNvCxnSpPr/>
          <p:nvPr/>
        </p:nvCxnSpPr>
        <p:spPr>
          <a:xfrm>
            <a:off x="3403264" y="4749474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53B6579-4E1B-E79B-A9B2-CAB4F4994837}"/>
              </a:ext>
            </a:extLst>
          </p:cNvPr>
          <p:cNvCxnSpPr/>
          <p:nvPr/>
        </p:nvCxnSpPr>
        <p:spPr>
          <a:xfrm>
            <a:off x="4058282" y="4749473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E675D2C-36BC-BB9A-4E2A-DC409FC0E20D}"/>
              </a:ext>
            </a:extLst>
          </p:cNvPr>
          <p:cNvCxnSpPr/>
          <p:nvPr/>
        </p:nvCxnSpPr>
        <p:spPr>
          <a:xfrm>
            <a:off x="4689076" y="4758397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EE6CB3C-DFB3-0145-3F95-8FA8248ED754}"/>
              </a:ext>
            </a:extLst>
          </p:cNvPr>
          <p:cNvCxnSpPr/>
          <p:nvPr/>
        </p:nvCxnSpPr>
        <p:spPr>
          <a:xfrm>
            <a:off x="5319871" y="4749472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542C479-1857-87CE-53BC-501D00690785}"/>
              </a:ext>
            </a:extLst>
          </p:cNvPr>
          <p:cNvCxnSpPr/>
          <p:nvPr/>
        </p:nvCxnSpPr>
        <p:spPr>
          <a:xfrm>
            <a:off x="6041501" y="4749471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8133497-280F-8FC9-04F6-5D51B179F0AC}"/>
              </a:ext>
            </a:extLst>
          </p:cNvPr>
          <p:cNvCxnSpPr/>
          <p:nvPr/>
        </p:nvCxnSpPr>
        <p:spPr>
          <a:xfrm>
            <a:off x="6696518" y="4758397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ight Brace 33">
            <a:extLst>
              <a:ext uri="{FF2B5EF4-FFF2-40B4-BE49-F238E27FC236}">
                <a16:creationId xmlns:a16="http://schemas.microsoft.com/office/drawing/2014/main" id="{757507DA-8C6D-BC92-62AD-59D79F23EEA8}"/>
              </a:ext>
            </a:extLst>
          </p:cNvPr>
          <p:cNvSpPr/>
          <p:nvPr/>
        </p:nvSpPr>
        <p:spPr>
          <a:xfrm rot="10800000">
            <a:off x="2050840" y="2903671"/>
            <a:ext cx="493471" cy="2421085"/>
          </a:xfrm>
          <a:prstGeom prst="rightBrac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ight Brace 34">
            <a:extLst>
              <a:ext uri="{FF2B5EF4-FFF2-40B4-BE49-F238E27FC236}">
                <a16:creationId xmlns:a16="http://schemas.microsoft.com/office/drawing/2014/main" id="{70AF6229-78CC-405C-9A56-A7D97DAAE80D}"/>
              </a:ext>
            </a:extLst>
          </p:cNvPr>
          <p:cNvSpPr/>
          <p:nvPr/>
        </p:nvSpPr>
        <p:spPr>
          <a:xfrm rot="5400000">
            <a:off x="4467066" y="3869894"/>
            <a:ext cx="493471" cy="3965425"/>
          </a:xfrm>
          <a:prstGeom prst="rightBrac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D360A29-E566-0713-959B-BF202AE652B4}"/>
                  </a:ext>
                </a:extLst>
              </p:cNvPr>
              <p:cNvSpPr txBox="1"/>
              <p:nvPr/>
            </p:nvSpPr>
            <p:spPr>
              <a:xfrm>
                <a:off x="1308016" y="3802935"/>
                <a:ext cx="6116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D360A29-E566-0713-959B-BF202AE652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8016" y="3802935"/>
                <a:ext cx="611618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5C0CD9C-A037-DD83-DC01-8503804A4F52}"/>
                  </a:ext>
                </a:extLst>
              </p:cNvPr>
              <p:cNvSpPr txBox="1"/>
              <p:nvPr/>
            </p:nvSpPr>
            <p:spPr>
              <a:xfrm>
                <a:off x="4407992" y="6195789"/>
                <a:ext cx="6116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5C0CD9C-A037-DD83-DC01-8503804A4F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7992" y="6195789"/>
                <a:ext cx="61161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CB70003-F517-CE87-AD29-54316192E4E9}"/>
                  </a:ext>
                </a:extLst>
              </p:cNvPr>
              <p:cNvSpPr txBox="1"/>
              <p:nvPr/>
            </p:nvSpPr>
            <p:spPr>
              <a:xfrm>
                <a:off x="4451391" y="4340842"/>
                <a:ext cx="6116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𝑨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CB70003-F517-CE87-AD29-54316192E4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1391" y="4340842"/>
                <a:ext cx="61161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843BA4C-B711-64B2-9828-BF54C35CC180}"/>
                  </a:ext>
                </a:extLst>
              </p:cNvPr>
              <p:cNvSpPr txBox="1"/>
              <p:nvPr/>
            </p:nvSpPr>
            <p:spPr>
              <a:xfrm>
                <a:off x="4383267" y="1489963"/>
                <a:ext cx="6116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𝑩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843BA4C-B711-64B2-9828-BF54C35CC1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3267" y="1489963"/>
                <a:ext cx="611618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Rectangle 53">
            <a:extLst>
              <a:ext uri="{FF2B5EF4-FFF2-40B4-BE49-F238E27FC236}">
                <a16:creationId xmlns:a16="http://schemas.microsoft.com/office/drawing/2014/main" id="{69A5A734-9EAA-A4E4-8B68-36A445D16D29}"/>
              </a:ext>
            </a:extLst>
          </p:cNvPr>
          <p:cNvSpPr/>
          <p:nvPr/>
        </p:nvSpPr>
        <p:spPr>
          <a:xfrm rot="5400000">
            <a:off x="9908016" y="3764266"/>
            <a:ext cx="2393994" cy="5752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65D76FED-CDA6-90D2-0FD2-645657A06A03}"/>
              </a:ext>
            </a:extLst>
          </p:cNvPr>
          <p:cNvCxnSpPr>
            <a:cxnSpLocks/>
          </p:cNvCxnSpPr>
          <p:nvPr/>
        </p:nvCxnSpPr>
        <p:spPr>
          <a:xfrm>
            <a:off x="10817370" y="3488733"/>
            <a:ext cx="57528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2A4C386-4D7E-D511-A960-188BFBBB05A6}"/>
              </a:ext>
            </a:extLst>
          </p:cNvPr>
          <p:cNvCxnSpPr>
            <a:cxnSpLocks/>
          </p:cNvCxnSpPr>
          <p:nvPr/>
        </p:nvCxnSpPr>
        <p:spPr>
          <a:xfrm>
            <a:off x="10817370" y="4129303"/>
            <a:ext cx="57528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AB6EBFB8-8D6D-1888-89D0-69DCCB3EF292}"/>
              </a:ext>
            </a:extLst>
          </p:cNvPr>
          <p:cNvCxnSpPr>
            <a:cxnSpLocks/>
          </p:cNvCxnSpPr>
          <p:nvPr/>
        </p:nvCxnSpPr>
        <p:spPr>
          <a:xfrm>
            <a:off x="10817370" y="4766154"/>
            <a:ext cx="57528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4DE1CEA7-19A1-359D-3057-221953B07AB6}"/>
                  </a:ext>
                </a:extLst>
              </p:cNvPr>
              <p:cNvSpPr txBox="1"/>
              <p:nvPr/>
            </p:nvSpPr>
            <p:spPr>
              <a:xfrm>
                <a:off x="10781038" y="5480465"/>
                <a:ext cx="6116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𝑪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4DE1CEA7-19A1-359D-3057-221953B07A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81038" y="5480465"/>
                <a:ext cx="611618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TextBox 59">
            <a:extLst>
              <a:ext uri="{FF2B5EF4-FFF2-40B4-BE49-F238E27FC236}">
                <a16:creationId xmlns:a16="http://schemas.microsoft.com/office/drawing/2014/main" id="{B7DC629B-D522-D3C5-EC6E-69EDE16EC8BE}"/>
              </a:ext>
            </a:extLst>
          </p:cNvPr>
          <p:cNvSpPr txBox="1"/>
          <p:nvPr/>
        </p:nvSpPr>
        <p:spPr>
          <a:xfrm>
            <a:off x="9397326" y="2474082"/>
            <a:ext cx="12969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BlockID</a:t>
            </a:r>
            <a:r>
              <a:rPr lang="en-US" dirty="0"/>
              <a:t> 1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80843877-C1F0-FC0A-590A-855A2F40EFC1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6696518" y="2157665"/>
            <a:ext cx="4084520" cy="154838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27DF9E42-E83E-6D23-22D2-4E86FE9A7385}"/>
              </a:ext>
            </a:extLst>
          </p:cNvPr>
          <p:cNvCxnSpPr>
            <a:cxnSpLocks/>
            <a:stCxn id="20" idx="3"/>
          </p:cNvCxnSpPr>
          <p:nvPr/>
        </p:nvCxnSpPr>
        <p:spPr>
          <a:xfrm flipV="1">
            <a:off x="6696518" y="3706045"/>
            <a:ext cx="4084520" cy="227938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758472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402D8-7C88-1A8B-965D-EC1E081E7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GPU Model</a:t>
            </a:r>
            <a:br>
              <a:rPr lang="en-US" dirty="0"/>
            </a:br>
            <a:r>
              <a:rPr lang="en-US" sz="4400" dirty="0"/>
              <a:t>Calculating Algorithm Performance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F10520-F385-2646-6819-E8B480335147}"/>
              </a:ext>
            </a:extLst>
          </p:cNvPr>
          <p:cNvSpPr/>
          <p:nvPr/>
        </p:nvSpPr>
        <p:spPr>
          <a:xfrm>
            <a:off x="2731090" y="1870022"/>
            <a:ext cx="3965428" cy="5752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3F180EB-6F0F-7C8B-1D60-97EAF0456D4A}"/>
              </a:ext>
            </a:extLst>
          </p:cNvPr>
          <p:cNvCxnSpPr/>
          <p:nvPr/>
        </p:nvCxnSpPr>
        <p:spPr>
          <a:xfrm>
            <a:off x="3403264" y="1870022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E9FCAD0-BDBB-3375-F31B-E908C0DAE559}"/>
              </a:ext>
            </a:extLst>
          </p:cNvPr>
          <p:cNvCxnSpPr/>
          <p:nvPr/>
        </p:nvCxnSpPr>
        <p:spPr>
          <a:xfrm>
            <a:off x="4058282" y="1870021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27CA34F-F27B-0063-9EE5-7137C969543C}"/>
              </a:ext>
            </a:extLst>
          </p:cNvPr>
          <p:cNvCxnSpPr/>
          <p:nvPr/>
        </p:nvCxnSpPr>
        <p:spPr>
          <a:xfrm>
            <a:off x="4689076" y="1878945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1BAEC2E-E918-9EA4-4FE3-DFB812CA5196}"/>
              </a:ext>
            </a:extLst>
          </p:cNvPr>
          <p:cNvCxnSpPr/>
          <p:nvPr/>
        </p:nvCxnSpPr>
        <p:spPr>
          <a:xfrm>
            <a:off x="5319871" y="1870020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E98838-1524-07EB-B5F5-510E2ACDA159}"/>
              </a:ext>
            </a:extLst>
          </p:cNvPr>
          <p:cNvCxnSpPr/>
          <p:nvPr/>
        </p:nvCxnSpPr>
        <p:spPr>
          <a:xfrm>
            <a:off x="6041501" y="1870019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A9F0918-1101-3915-A62E-871EB6B7C36F}"/>
              </a:ext>
            </a:extLst>
          </p:cNvPr>
          <p:cNvCxnSpPr/>
          <p:nvPr/>
        </p:nvCxnSpPr>
        <p:spPr>
          <a:xfrm>
            <a:off x="6696518" y="1878945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0986B2BD-42AD-1EED-32B6-23CC626611E7}"/>
              </a:ext>
            </a:extLst>
          </p:cNvPr>
          <p:cNvSpPr/>
          <p:nvPr/>
        </p:nvSpPr>
        <p:spPr>
          <a:xfrm>
            <a:off x="2731090" y="2930766"/>
            <a:ext cx="3965428" cy="5752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928C9FA-18E3-9175-1040-AD9EA73BCC77}"/>
              </a:ext>
            </a:extLst>
          </p:cNvPr>
          <p:cNvCxnSpPr/>
          <p:nvPr/>
        </p:nvCxnSpPr>
        <p:spPr>
          <a:xfrm>
            <a:off x="3403264" y="2930766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D7611AD-A4AB-561F-BD22-2D7447DE2776}"/>
              </a:ext>
            </a:extLst>
          </p:cNvPr>
          <p:cNvCxnSpPr/>
          <p:nvPr/>
        </p:nvCxnSpPr>
        <p:spPr>
          <a:xfrm>
            <a:off x="4058282" y="2930765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1BD38A0-5EB0-2059-590E-4E3B4EB01B0E}"/>
              </a:ext>
            </a:extLst>
          </p:cNvPr>
          <p:cNvCxnSpPr/>
          <p:nvPr/>
        </p:nvCxnSpPr>
        <p:spPr>
          <a:xfrm>
            <a:off x="4689076" y="2939689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9C86599-CD92-33AC-D89B-53937F919232}"/>
              </a:ext>
            </a:extLst>
          </p:cNvPr>
          <p:cNvCxnSpPr/>
          <p:nvPr/>
        </p:nvCxnSpPr>
        <p:spPr>
          <a:xfrm>
            <a:off x="5319871" y="2930764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C339CC8-F082-8168-594E-7C3DCA1ABF3B}"/>
              </a:ext>
            </a:extLst>
          </p:cNvPr>
          <p:cNvCxnSpPr/>
          <p:nvPr/>
        </p:nvCxnSpPr>
        <p:spPr>
          <a:xfrm>
            <a:off x="6041501" y="2930763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1E1E6F6-8E29-839C-7873-32B39693C20B}"/>
              </a:ext>
            </a:extLst>
          </p:cNvPr>
          <p:cNvCxnSpPr/>
          <p:nvPr/>
        </p:nvCxnSpPr>
        <p:spPr>
          <a:xfrm>
            <a:off x="6696518" y="2939689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02505FED-D62A-25A3-4AAB-5F864A17AE9F}"/>
              </a:ext>
            </a:extLst>
          </p:cNvPr>
          <p:cNvSpPr/>
          <p:nvPr/>
        </p:nvSpPr>
        <p:spPr>
          <a:xfrm>
            <a:off x="2731090" y="3646340"/>
            <a:ext cx="3965428" cy="5752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70171B8-4B15-A8E4-C971-76ADDFD1F953}"/>
              </a:ext>
            </a:extLst>
          </p:cNvPr>
          <p:cNvCxnSpPr/>
          <p:nvPr/>
        </p:nvCxnSpPr>
        <p:spPr>
          <a:xfrm>
            <a:off x="3403264" y="3646340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F35B653-98A4-4DA3-7559-7DA232B8D8A3}"/>
              </a:ext>
            </a:extLst>
          </p:cNvPr>
          <p:cNvCxnSpPr/>
          <p:nvPr/>
        </p:nvCxnSpPr>
        <p:spPr>
          <a:xfrm>
            <a:off x="4058282" y="3646339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2BB017B-1C20-4366-3EDA-FD3ADC88D7C3}"/>
              </a:ext>
            </a:extLst>
          </p:cNvPr>
          <p:cNvCxnSpPr/>
          <p:nvPr/>
        </p:nvCxnSpPr>
        <p:spPr>
          <a:xfrm>
            <a:off x="4689076" y="3655263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3F7B026-4676-C0F4-6779-5B00009CB9C1}"/>
              </a:ext>
            </a:extLst>
          </p:cNvPr>
          <p:cNvCxnSpPr/>
          <p:nvPr/>
        </p:nvCxnSpPr>
        <p:spPr>
          <a:xfrm>
            <a:off x="5319871" y="3646338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E68B632-48D6-4185-9FFE-2821292C6523}"/>
              </a:ext>
            </a:extLst>
          </p:cNvPr>
          <p:cNvCxnSpPr/>
          <p:nvPr/>
        </p:nvCxnSpPr>
        <p:spPr>
          <a:xfrm>
            <a:off x="6041501" y="3646337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8BD0229-0A7B-EBB4-0274-351377B6541F}"/>
              </a:ext>
            </a:extLst>
          </p:cNvPr>
          <p:cNvCxnSpPr/>
          <p:nvPr/>
        </p:nvCxnSpPr>
        <p:spPr>
          <a:xfrm>
            <a:off x="6696518" y="3655263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740F4959-4D9A-63EF-2620-AB91DAE6060B}"/>
              </a:ext>
            </a:extLst>
          </p:cNvPr>
          <p:cNvSpPr/>
          <p:nvPr/>
        </p:nvSpPr>
        <p:spPr>
          <a:xfrm>
            <a:off x="2731090" y="4749474"/>
            <a:ext cx="3965428" cy="5752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259D706-9544-F6C6-FE4F-C6F0C66F4758}"/>
              </a:ext>
            </a:extLst>
          </p:cNvPr>
          <p:cNvCxnSpPr/>
          <p:nvPr/>
        </p:nvCxnSpPr>
        <p:spPr>
          <a:xfrm>
            <a:off x="3403264" y="4749474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53B6579-4E1B-E79B-A9B2-CAB4F4994837}"/>
              </a:ext>
            </a:extLst>
          </p:cNvPr>
          <p:cNvCxnSpPr/>
          <p:nvPr/>
        </p:nvCxnSpPr>
        <p:spPr>
          <a:xfrm>
            <a:off x="4058282" y="4749473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E675D2C-36BC-BB9A-4E2A-DC409FC0E20D}"/>
              </a:ext>
            </a:extLst>
          </p:cNvPr>
          <p:cNvCxnSpPr/>
          <p:nvPr/>
        </p:nvCxnSpPr>
        <p:spPr>
          <a:xfrm>
            <a:off x="4689076" y="4758397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EE6CB3C-DFB3-0145-3F95-8FA8248ED754}"/>
              </a:ext>
            </a:extLst>
          </p:cNvPr>
          <p:cNvCxnSpPr/>
          <p:nvPr/>
        </p:nvCxnSpPr>
        <p:spPr>
          <a:xfrm>
            <a:off x="5319871" y="4749472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542C479-1857-87CE-53BC-501D00690785}"/>
              </a:ext>
            </a:extLst>
          </p:cNvPr>
          <p:cNvCxnSpPr/>
          <p:nvPr/>
        </p:nvCxnSpPr>
        <p:spPr>
          <a:xfrm>
            <a:off x="6041501" y="4749471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8133497-280F-8FC9-04F6-5D51B179F0AC}"/>
              </a:ext>
            </a:extLst>
          </p:cNvPr>
          <p:cNvCxnSpPr/>
          <p:nvPr/>
        </p:nvCxnSpPr>
        <p:spPr>
          <a:xfrm>
            <a:off x="6696518" y="4758397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ight Brace 33">
            <a:extLst>
              <a:ext uri="{FF2B5EF4-FFF2-40B4-BE49-F238E27FC236}">
                <a16:creationId xmlns:a16="http://schemas.microsoft.com/office/drawing/2014/main" id="{757507DA-8C6D-BC92-62AD-59D79F23EEA8}"/>
              </a:ext>
            </a:extLst>
          </p:cNvPr>
          <p:cNvSpPr/>
          <p:nvPr/>
        </p:nvSpPr>
        <p:spPr>
          <a:xfrm rot="10800000">
            <a:off x="2050840" y="2903671"/>
            <a:ext cx="493471" cy="2421085"/>
          </a:xfrm>
          <a:prstGeom prst="rightBrac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ight Brace 34">
            <a:extLst>
              <a:ext uri="{FF2B5EF4-FFF2-40B4-BE49-F238E27FC236}">
                <a16:creationId xmlns:a16="http://schemas.microsoft.com/office/drawing/2014/main" id="{70AF6229-78CC-405C-9A56-A7D97DAAE80D}"/>
              </a:ext>
            </a:extLst>
          </p:cNvPr>
          <p:cNvSpPr/>
          <p:nvPr/>
        </p:nvSpPr>
        <p:spPr>
          <a:xfrm rot="5400000">
            <a:off x="4467066" y="3869894"/>
            <a:ext cx="493471" cy="3965425"/>
          </a:xfrm>
          <a:prstGeom prst="rightBrac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D360A29-E566-0713-959B-BF202AE652B4}"/>
                  </a:ext>
                </a:extLst>
              </p:cNvPr>
              <p:cNvSpPr txBox="1"/>
              <p:nvPr/>
            </p:nvSpPr>
            <p:spPr>
              <a:xfrm>
                <a:off x="1308016" y="3802935"/>
                <a:ext cx="6116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D360A29-E566-0713-959B-BF202AE652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8016" y="3802935"/>
                <a:ext cx="611618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5C0CD9C-A037-DD83-DC01-8503804A4F52}"/>
                  </a:ext>
                </a:extLst>
              </p:cNvPr>
              <p:cNvSpPr txBox="1"/>
              <p:nvPr/>
            </p:nvSpPr>
            <p:spPr>
              <a:xfrm>
                <a:off x="4407992" y="6195789"/>
                <a:ext cx="6116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5C0CD9C-A037-DD83-DC01-8503804A4F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7992" y="6195789"/>
                <a:ext cx="61161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CB70003-F517-CE87-AD29-54316192E4E9}"/>
                  </a:ext>
                </a:extLst>
              </p:cNvPr>
              <p:cNvSpPr txBox="1"/>
              <p:nvPr/>
            </p:nvSpPr>
            <p:spPr>
              <a:xfrm>
                <a:off x="4451391" y="4340842"/>
                <a:ext cx="6116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𝑨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CB70003-F517-CE87-AD29-54316192E4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1391" y="4340842"/>
                <a:ext cx="61161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843BA4C-B711-64B2-9828-BF54C35CC180}"/>
                  </a:ext>
                </a:extLst>
              </p:cNvPr>
              <p:cNvSpPr txBox="1"/>
              <p:nvPr/>
            </p:nvSpPr>
            <p:spPr>
              <a:xfrm>
                <a:off x="4383267" y="1489963"/>
                <a:ext cx="6116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𝑩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843BA4C-B711-64B2-9828-BF54C35CC1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3267" y="1489963"/>
                <a:ext cx="611618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Rectangle 53">
            <a:extLst>
              <a:ext uri="{FF2B5EF4-FFF2-40B4-BE49-F238E27FC236}">
                <a16:creationId xmlns:a16="http://schemas.microsoft.com/office/drawing/2014/main" id="{69A5A734-9EAA-A4E4-8B68-36A445D16D29}"/>
              </a:ext>
            </a:extLst>
          </p:cNvPr>
          <p:cNvSpPr/>
          <p:nvPr/>
        </p:nvSpPr>
        <p:spPr>
          <a:xfrm rot="5400000">
            <a:off x="9908016" y="3764266"/>
            <a:ext cx="2393994" cy="5752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65D76FED-CDA6-90D2-0FD2-645657A06A03}"/>
              </a:ext>
            </a:extLst>
          </p:cNvPr>
          <p:cNvCxnSpPr>
            <a:cxnSpLocks/>
          </p:cNvCxnSpPr>
          <p:nvPr/>
        </p:nvCxnSpPr>
        <p:spPr>
          <a:xfrm>
            <a:off x="10817370" y="3488733"/>
            <a:ext cx="57528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2A4C386-4D7E-D511-A960-188BFBBB05A6}"/>
              </a:ext>
            </a:extLst>
          </p:cNvPr>
          <p:cNvCxnSpPr>
            <a:cxnSpLocks/>
          </p:cNvCxnSpPr>
          <p:nvPr/>
        </p:nvCxnSpPr>
        <p:spPr>
          <a:xfrm>
            <a:off x="10817370" y="4129303"/>
            <a:ext cx="57528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AB6EBFB8-8D6D-1888-89D0-69DCCB3EF292}"/>
              </a:ext>
            </a:extLst>
          </p:cNvPr>
          <p:cNvCxnSpPr>
            <a:cxnSpLocks/>
          </p:cNvCxnSpPr>
          <p:nvPr/>
        </p:nvCxnSpPr>
        <p:spPr>
          <a:xfrm>
            <a:off x="10817370" y="4766154"/>
            <a:ext cx="57528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4DE1CEA7-19A1-359D-3057-221953B07AB6}"/>
                  </a:ext>
                </a:extLst>
              </p:cNvPr>
              <p:cNvSpPr txBox="1"/>
              <p:nvPr/>
            </p:nvSpPr>
            <p:spPr>
              <a:xfrm>
                <a:off x="10781038" y="5480465"/>
                <a:ext cx="6116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𝑪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4DE1CEA7-19A1-359D-3057-221953B07A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81038" y="5480465"/>
                <a:ext cx="611618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B7DC629B-D522-D3C5-EC6E-69EDE16EC8BE}"/>
                  </a:ext>
                </a:extLst>
              </p:cNvPr>
              <p:cNvSpPr txBox="1"/>
              <p:nvPr/>
            </p:nvSpPr>
            <p:spPr>
              <a:xfrm>
                <a:off x="9502288" y="3619739"/>
                <a:ext cx="129691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BlockID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B7DC629B-D522-D3C5-EC6E-69EDE16EC8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2288" y="3619739"/>
                <a:ext cx="1296916" cy="646331"/>
              </a:xfrm>
              <a:prstGeom prst="rect">
                <a:avLst/>
              </a:prstGeom>
              <a:blipFill>
                <a:blip r:embed="rId7"/>
                <a:stretch>
                  <a:fillRect t="-5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80843877-C1F0-FC0A-590A-855A2F40EFC1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6696518" y="2157665"/>
            <a:ext cx="4084520" cy="2789784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27DF9E42-E83E-6D23-22D2-4E86FE9A7385}"/>
              </a:ext>
            </a:extLst>
          </p:cNvPr>
          <p:cNvCxnSpPr>
            <a:cxnSpLocks/>
            <a:stCxn id="27" idx="3"/>
          </p:cNvCxnSpPr>
          <p:nvPr/>
        </p:nvCxnSpPr>
        <p:spPr>
          <a:xfrm flipV="1">
            <a:off x="6696518" y="4989838"/>
            <a:ext cx="4120852" cy="47279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161177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402D8-7C88-1A8B-965D-EC1E081E7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GPU Model</a:t>
            </a:r>
            <a:br>
              <a:rPr lang="en-US" dirty="0"/>
            </a:br>
            <a:r>
              <a:rPr lang="en-US" sz="4400" dirty="0"/>
              <a:t>Calculating Algorithm Performance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F10520-F385-2646-6819-E8B480335147}"/>
              </a:ext>
            </a:extLst>
          </p:cNvPr>
          <p:cNvSpPr/>
          <p:nvPr/>
        </p:nvSpPr>
        <p:spPr>
          <a:xfrm>
            <a:off x="1077903" y="2978202"/>
            <a:ext cx="3965428" cy="5752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3F180EB-6F0F-7C8B-1D60-97EAF0456D4A}"/>
              </a:ext>
            </a:extLst>
          </p:cNvPr>
          <p:cNvCxnSpPr/>
          <p:nvPr/>
        </p:nvCxnSpPr>
        <p:spPr>
          <a:xfrm>
            <a:off x="1750077" y="2978202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E9FCAD0-BDBB-3375-F31B-E908C0DAE559}"/>
              </a:ext>
            </a:extLst>
          </p:cNvPr>
          <p:cNvCxnSpPr/>
          <p:nvPr/>
        </p:nvCxnSpPr>
        <p:spPr>
          <a:xfrm>
            <a:off x="2405095" y="2978201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27CA34F-F27B-0063-9EE5-7137C969543C}"/>
              </a:ext>
            </a:extLst>
          </p:cNvPr>
          <p:cNvCxnSpPr/>
          <p:nvPr/>
        </p:nvCxnSpPr>
        <p:spPr>
          <a:xfrm>
            <a:off x="3035889" y="2987125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1BAEC2E-E918-9EA4-4FE3-DFB812CA5196}"/>
              </a:ext>
            </a:extLst>
          </p:cNvPr>
          <p:cNvCxnSpPr/>
          <p:nvPr/>
        </p:nvCxnSpPr>
        <p:spPr>
          <a:xfrm>
            <a:off x="3666684" y="2978200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E98838-1524-07EB-B5F5-510E2ACDA159}"/>
              </a:ext>
            </a:extLst>
          </p:cNvPr>
          <p:cNvCxnSpPr/>
          <p:nvPr/>
        </p:nvCxnSpPr>
        <p:spPr>
          <a:xfrm>
            <a:off x="4388314" y="2978199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A9F0918-1101-3915-A62E-871EB6B7C36F}"/>
              </a:ext>
            </a:extLst>
          </p:cNvPr>
          <p:cNvCxnSpPr/>
          <p:nvPr/>
        </p:nvCxnSpPr>
        <p:spPr>
          <a:xfrm>
            <a:off x="5043331" y="2987125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0986B2BD-42AD-1EED-32B6-23CC626611E7}"/>
              </a:ext>
            </a:extLst>
          </p:cNvPr>
          <p:cNvSpPr/>
          <p:nvPr/>
        </p:nvSpPr>
        <p:spPr>
          <a:xfrm>
            <a:off x="6255466" y="2987125"/>
            <a:ext cx="3965428" cy="5752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928C9FA-18E3-9175-1040-AD9EA73BCC77}"/>
              </a:ext>
            </a:extLst>
          </p:cNvPr>
          <p:cNvCxnSpPr/>
          <p:nvPr/>
        </p:nvCxnSpPr>
        <p:spPr>
          <a:xfrm>
            <a:off x="6927640" y="2987125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D7611AD-A4AB-561F-BD22-2D7447DE2776}"/>
              </a:ext>
            </a:extLst>
          </p:cNvPr>
          <p:cNvCxnSpPr/>
          <p:nvPr/>
        </p:nvCxnSpPr>
        <p:spPr>
          <a:xfrm>
            <a:off x="7582658" y="2987124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1BD38A0-5EB0-2059-590E-4E3B4EB01B0E}"/>
              </a:ext>
            </a:extLst>
          </p:cNvPr>
          <p:cNvCxnSpPr/>
          <p:nvPr/>
        </p:nvCxnSpPr>
        <p:spPr>
          <a:xfrm>
            <a:off x="8213452" y="2996048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9C86599-CD92-33AC-D89B-53937F919232}"/>
              </a:ext>
            </a:extLst>
          </p:cNvPr>
          <p:cNvCxnSpPr/>
          <p:nvPr/>
        </p:nvCxnSpPr>
        <p:spPr>
          <a:xfrm>
            <a:off x="8844247" y="2987123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C339CC8-F082-8168-594E-7C3DCA1ABF3B}"/>
              </a:ext>
            </a:extLst>
          </p:cNvPr>
          <p:cNvCxnSpPr/>
          <p:nvPr/>
        </p:nvCxnSpPr>
        <p:spPr>
          <a:xfrm>
            <a:off x="9565877" y="2987122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1E1E6F6-8E29-839C-7873-32B39693C20B}"/>
              </a:ext>
            </a:extLst>
          </p:cNvPr>
          <p:cNvCxnSpPr/>
          <p:nvPr/>
        </p:nvCxnSpPr>
        <p:spPr>
          <a:xfrm>
            <a:off x="10220894" y="2996048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843BA4C-B711-64B2-9828-BF54C35CC180}"/>
                  </a:ext>
                </a:extLst>
              </p:cNvPr>
              <p:cNvSpPr txBox="1"/>
              <p:nvPr/>
            </p:nvSpPr>
            <p:spPr>
              <a:xfrm>
                <a:off x="8052978" y="2437589"/>
                <a:ext cx="6116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𝑩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843BA4C-B711-64B2-9828-BF54C35CC1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2978" y="2437589"/>
                <a:ext cx="61161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EFC75C5-9451-BF04-0C23-80453D7A7AD3}"/>
                  </a:ext>
                </a:extLst>
              </p:cNvPr>
              <p:cNvSpPr txBox="1"/>
              <p:nvPr/>
            </p:nvSpPr>
            <p:spPr>
              <a:xfrm>
                <a:off x="2730080" y="2437589"/>
                <a:ext cx="6116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𝑨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EFC75C5-9451-BF04-0C23-80453D7A7A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0080" y="2437589"/>
                <a:ext cx="61161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C44C7630-625D-0308-353D-662C3A07DC5C}"/>
              </a:ext>
            </a:extLst>
          </p:cNvPr>
          <p:cNvSpPr/>
          <p:nvPr/>
        </p:nvSpPr>
        <p:spPr>
          <a:xfrm>
            <a:off x="3870558" y="5577076"/>
            <a:ext cx="3965428" cy="5752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CE60B6A-2BF1-DADE-1846-33C51FDD842B}"/>
              </a:ext>
            </a:extLst>
          </p:cNvPr>
          <p:cNvCxnSpPr/>
          <p:nvPr/>
        </p:nvCxnSpPr>
        <p:spPr>
          <a:xfrm>
            <a:off x="4542732" y="5577076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2295F44-DA5D-C347-22D5-94F0A8F100EB}"/>
              </a:ext>
            </a:extLst>
          </p:cNvPr>
          <p:cNvCxnSpPr/>
          <p:nvPr/>
        </p:nvCxnSpPr>
        <p:spPr>
          <a:xfrm>
            <a:off x="5197750" y="5577075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E624377-24FC-4C4D-295B-1190EF2E9281}"/>
              </a:ext>
            </a:extLst>
          </p:cNvPr>
          <p:cNvCxnSpPr/>
          <p:nvPr/>
        </p:nvCxnSpPr>
        <p:spPr>
          <a:xfrm>
            <a:off x="5828544" y="5585999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3F584582-F02F-E0A3-FFA6-1A49C07ABD9B}"/>
              </a:ext>
            </a:extLst>
          </p:cNvPr>
          <p:cNvCxnSpPr/>
          <p:nvPr/>
        </p:nvCxnSpPr>
        <p:spPr>
          <a:xfrm>
            <a:off x="6459339" y="5577074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2BAC588-D58A-727D-27B8-580EF94190DC}"/>
              </a:ext>
            </a:extLst>
          </p:cNvPr>
          <p:cNvCxnSpPr/>
          <p:nvPr/>
        </p:nvCxnSpPr>
        <p:spPr>
          <a:xfrm>
            <a:off x="7180969" y="5577073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A7E86B92-ED5F-AA2A-3A60-11A355AF3332}"/>
              </a:ext>
            </a:extLst>
          </p:cNvPr>
          <p:cNvCxnSpPr/>
          <p:nvPr/>
        </p:nvCxnSpPr>
        <p:spPr>
          <a:xfrm>
            <a:off x="7835986" y="5585999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CFDCE39-D47D-A749-C4BC-48C16BB99246}"/>
              </a:ext>
            </a:extLst>
          </p:cNvPr>
          <p:cNvCxnSpPr>
            <a:cxnSpLocks/>
          </p:cNvCxnSpPr>
          <p:nvPr/>
        </p:nvCxnSpPr>
        <p:spPr>
          <a:xfrm>
            <a:off x="1373116" y="3553484"/>
            <a:ext cx="2867340" cy="2014666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2E19CC1-AF83-9C52-D5B8-AC15A825F4A9}"/>
              </a:ext>
            </a:extLst>
          </p:cNvPr>
          <p:cNvCxnSpPr>
            <a:cxnSpLocks/>
          </p:cNvCxnSpPr>
          <p:nvPr/>
        </p:nvCxnSpPr>
        <p:spPr>
          <a:xfrm flipH="1">
            <a:off x="4240456" y="3562407"/>
            <a:ext cx="2378852" cy="2005743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456B92A6-AC5F-0060-82AE-714B3FEAD71A}"/>
              </a:ext>
            </a:extLst>
          </p:cNvPr>
          <p:cNvSpPr txBox="1"/>
          <p:nvPr/>
        </p:nvSpPr>
        <p:spPr>
          <a:xfrm>
            <a:off x="3591998" y="4840995"/>
            <a:ext cx="12969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ThreadID</a:t>
            </a:r>
            <a:r>
              <a:rPr lang="en-US" dirty="0"/>
              <a:t> 0</a:t>
            </a:r>
          </a:p>
        </p:txBody>
      </p:sp>
      <p:sp>
        <p:nvSpPr>
          <p:cNvPr id="50" name="Multiplication Sign 49">
            <a:extLst>
              <a:ext uri="{FF2B5EF4-FFF2-40B4-BE49-F238E27FC236}">
                <a16:creationId xmlns:a16="http://schemas.microsoft.com/office/drawing/2014/main" id="{A5FE40FC-EB48-F8D8-0607-397CD69105B8}"/>
              </a:ext>
            </a:extLst>
          </p:cNvPr>
          <p:cNvSpPr/>
          <p:nvPr/>
        </p:nvSpPr>
        <p:spPr>
          <a:xfrm>
            <a:off x="4017912" y="5676754"/>
            <a:ext cx="443070" cy="393773"/>
          </a:xfrm>
          <a:prstGeom prst="mathMultiply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97889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402D8-7C88-1A8B-965D-EC1E081E7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GPU Model</a:t>
            </a:r>
            <a:br>
              <a:rPr lang="en-US" dirty="0"/>
            </a:br>
            <a:r>
              <a:rPr lang="en-US" sz="4400" dirty="0"/>
              <a:t>Calculating Algorithm Performance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F10520-F385-2646-6819-E8B480335147}"/>
              </a:ext>
            </a:extLst>
          </p:cNvPr>
          <p:cNvSpPr/>
          <p:nvPr/>
        </p:nvSpPr>
        <p:spPr>
          <a:xfrm>
            <a:off x="1077903" y="2978202"/>
            <a:ext cx="3965428" cy="5752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3F180EB-6F0F-7C8B-1D60-97EAF0456D4A}"/>
              </a:ext>
            </a:extLst>
          </p:cNvPr>
          <p:cNvCxnSpPr/>
          <p:nvPr/>
        </p:nvCxnSpPr>
        <p:spPr>
          <a:xfrm>
            <a:off x="1750077" y="2978202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E9FCAD0-BDBB-3375-F31B-E908C0DAE559}"/>
              </a:ext>
            </a:extLst>
          </p:cNvPr>
          <p:cNvCxnSpPr/>
          <p:nvPr/>
        </p:nvCxnSpPr>
        <p:spPr>
          <a:xfrm>
            <a:off x="2405095" y="2978201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27CA34F-F27B-0063-9EE5-7137C969543C}"/>
              </a:ext>
            </a:extLst>
          </p:cNvPr>
          <p:cNvCxnSpPr/>
          <p:nvPr/>
        </p:nvCxnSpPr>
        <p:spPr>
          <a:xfrm>
            <a:off x="3035889" y="2987125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1BAEC2E-E918-9EA4-4FE3-DFB812CA5196}"/>
              </a:ext>
            </a:extLst>
          </p:cNvPr>
          <p:cNvCxnSpPr/>
          <p:nvPr/>
        </p:nvCxnSpPr>
        <p:spPr>
          <a:xfrm>
            <a:off x="3666684" y="2978200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E98838-1524-07EB-B5F5-510E2ACDA159}"/>
              </a:ext>
            </a:extLst>
          </p:cNvPr>
          <p:cNvCxnSpPr/>
          <p:nvPr/>
        </p:nvCxnSpPr>
        <p:spPr>
          <a:xfrm>
            <a:off x="4388314" y="2978199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A9F0918-1101-3915-A62E-871EB6B7C36F}"/>
              </a:ext>
            </a:extLst>
          </p:cNvPr>
          <p:cNvCxnSpPr/>
          <p:nvPr/>
        </p:nvCxnSpPr>
        <p:spPr>
          <a:xfrm>
            <a:off x="5043331" y="2987125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0986B2BD-42AD-1EED-32B6-23CC626611E7}"/>
              </a:ext>
            </a:extLst>
          </p:cNvPr>
          <p:cNvSpPr/>
          <p:nvPr/>
        </p:nvSpPr>
        <p:spPr>
          <a:xfrm>
            <a:off x="6255466" y="2987125"/>
            <a:ext cx="3965428" cy="5752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928C9FA-18E3-9175-1040-AD9EA73BCC77}"/>
              </a:ext>
            </a:extLst>
          </p:cNvPr>
          <p:cNvCxnSpPr/>
          <p:nvPr/>
        </p:nvCxnSpPr>
        <p:spPr>
          <a:xfrm>
            <a:off x="6927640" y="2987125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D7611AD-A4AB-561F-BD22-2D7447DE2776}"/>
              </a:ext>
            </a:extLst>
          </p:cNvPr>
          <p:cNvCxnSpPr/>
          <p:nvPr/>
        </p:nvCxnSpPr>
        <p:spPr>
          <a:xfrm>
            <a:off x="7582658" y="2987124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1BD38A0-5EB0-2059-590E-4E3B4EB01B0E}"/>
              </a:ext>
            </a:extLst>
          </p:cNvPr>
          <p:cNvCxnSpPr/>
          <p:nvPr/>
        </p:nvCxnSpPr>
        <p:spPr>
          <a:xfrm>
            <a:off x="8213452" y="2996048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9C86599-CD92-33AC-D89B-53937F919232}"/>
              </a:ext>
            </a:extLst>
          </p:cNvPr>
          <p:cNvCxnSpPr/>
          <p:nvPr/>
        </p:nvCxnSpPr>
        <p:spPr>
          <a:xfrm>
            <a:off x="8844247" y="2987123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C339CC8-F082-8168-594E-7C3DCA1ABF3B}"/>
              </a:ext>
            </a:extLst>
          </p:cNvPr>
          <p:cNvCxnSpPr/>
          <p:nvPr/>
        </p:nvCxnSpPr>
        <p:spPr>
          <a:xfrm>
            <a:off x="9565877" y="2987122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1E1E6F6-8E29-839C-7873-32B39693C20B}"/>
              </a:ext>
            </a:extLst>
          </p:cNvPr>
          <p:cNvCxnSpPr/>
          <p:nvPr/>
        </p:nvCxnSpPr>
        <p:spPr>
          <a:xfrm>
            <a:off x="10220894" y="2996048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843BA4C-B711-64B2-9828-BF54C35CC180}"/>
                  </a:ext>
                </a:extLst>
              </p:cNvPr>
              <p:cNvSpPr txBox="1"/>
              <p:nvPr/>
            </p:nvSpPr>
            <p:spPr>
              <a:xfrm>
                <a:off x="8052978" y="2437589"/>
                <a:ext cx="6116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𝑩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843BA4C-B711-64B2-9828-BF54C35CC1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2978" y="2437589"/>
                <a:ext cx="61161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EFC75C5-9451-BF04-0C23-80453D7A7AD3}"/>
                  </a:ext>
                </a:extLst>
              </p:cNvPr>
              <p:cNvSpPr txBox="1"/>
              <p:nvPr/>
            </p:nvSpPr>
            <p:spPr>
              <a:xfrm>
                <a:off x="2730080" y="2437589"/>
                <a:ext cx="6116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𝑨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EFC75C5-9451-BF04-0C23-80453D7A7A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0080" y="2437589"/>
                <a:ext cx="61161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C44C7630-625D-0308-353D-662C3A07DC5C}"/>
              </a:ext>
            </a:extLst>
          </p:cNvPr>
          <p:cNvSpPr/>
          <p:nvPr/>
        </p:nvSpPr>
        <p:spPr>
          <a:xfrm>
            <a:off x="3870558" y="5577076"/>
            <a:ext cx="3965428" cy="5752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CE60B6A-2BF1-DADE-1846-33C51FDD842B}"/>
              </a:ext>
            </a:extLst>
          </p:cNvPr>
          <p:cNvCxnSpPr/>
          <p:nvPr/>
        </p:nvCxnSpPr>
        <p:spPr>
          <a:xfrm>
            <a:off x="4542732" y="5577076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2295F44-DA5D-C347-22D5-94F0A8F100EB}"/>
              </a:ext>
            </a:extLst>
          </p:cNvPr>
          <p:cNvCxnSpPr/>
          <p:nvPr/>
        </p:nvCxnSpPr>
        <p:spPr>
          <a:xfrm>
            <a:off x="5197750" y="5577075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E624377-24FC-4C4D-295B-1190EF2E9281}"/>
              </a:ext>
            </a:extLst>
          </p:cNvPr>
          <p:cNvCxnSpPr/>
          <p:nvPr/>
        </p:nvCxnSpPr>
        <p:spPr>
          <a:xfrm>
            <a:off x="5828544" y="5585999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3F584582-F02F-E0A3-FFA6-1A49C07ABD9B}"/>
              </a:ext>
            </a:extLst>
          </p:cNvPr>
          <p:cNvCxnSpPr/>
          <p:nvPr/>
        </p:nvCxnSpPr>
        <p:spPr>
          <a:xfrm>
            <a:off x="6459339" y="5577074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2BAC588-D58A-727D-27B8-580EF94190DC}"/>
              </a:ext>
            </a:extLst>
          </p:cNvPr>
          <p:cNvCxnSpPr/>
          <p:nvPr/>
        </p:nvCxnSpPr>
        <p:spPr>
          <a:xfrm>
            <a:off x="7180969" y="5577073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A7E86B92-ED5F-AA2A-3A60-11A355AF3332}"/>
              </a:ext>
            </a:extLst>
          </p:cNvPr>
          <p:cNvCxnSpPr/>
          <p:nvPr/>
        </p:nvCxnSpPr>
        <p:spPr>
          <a:xfrm>
            <a:off x="7835986" y="5585999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CFDCE39-D47D-A749-C4BC-48C16BB99246}"/>
              </a:ext>
            </a:extLst>
          </p:cNvPr>
          <p:cNvCxnSpPr>
            <a:cxnSpLocks/>
          </p:cNvCxnSpPr>
          <p:nvPr/>
        </p:nvCxnSpPr>
        <p:spPr>
          <a:xfrm>
            <a:off x="1971105" y="3571333"/>
            <a:ext cx="2848668" cy="2014666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2E19CC1-AF83-9C52-D5B8-AC15A825F4A9}"/>
              </a:ext>
            </a:extLst>
          </p:cNvPr>
          <p:cNvCxnSpPr>
            <a:cxnSpLocks/>
          </p:cNvCxnSpPr>
          <p:nvPr/>
        </p:nvCxnSpPr>
        <p:spPr>
          <a:xfrm flipH="1">
            <a:off x="4819773" y="3580256"/>
            <a:ext cx="2361196" cy="1996817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456B92A6-AC5F-0060-82AE-714B3FEAD71A}"/>
              </a:ext>
            </a:extLst>
          </p:cNvPr>
          <p:cNvSpPr txBox="1"/>
          <p:nvPr/>
        </p:nvSpPr>
        <p:spPr>
          <a:xfrm>
            <a:off x="4228849" y="4826047"/>
            <a:ext cx="12969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ThreadID</a:t>
            </a:r>
            <a:r>
              <a:rPr lang="en-US" dirty="0"/>
              <a:t> 1</a:t>
            </a:r>
          </a:p>
        </p:txBody>
      </p:sp>
      <p:sp>
        <p:nvSpPr>
          <p:cNvPr id="22" name="Multiplication Sign 21">
            <a:extLst>
              <a:ext uri="{FF2B5EF4-FFF2-40B4-BE49-F238E27FC236}">
                <a16:creationId xmlns:a16="http://schemas.microsoft.com/office/drawing/2014/main" id="{755EE86A-A6BC-A2EB-28C5-7892036C14ED}"/>
              </a:ext>
            </a:extLst>
          </p:cNvPr>
          <p:cNvSpPr/>
          <p:nvPr/>
        </p:nvSpPr>
        <p:spPr>
          <a:xfrm>
            <a:off x="4036081" y="5690062"/>
            <a:ext cx="443070" cy="393773"/>
          </a:xfrm>
          <a:prstGeom prst="mathMultiply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Multiplication Sign 22">
            <a:extLst>
              <a:ext uri="{FF2B5EF4-FFF2-40B4-BE49-F238E27FC236}">
                <a16:creationId xmlns:a16="http://schemas.microsoft.com/office/drawing/2014/main" id="{38354A19-0F7F-7C8C-EF56-4EB997936E62}"/>
              </a:ext>
            </a:extLst>
          </p:cNvPr>
          <p:cNvSpPr/>
          <p:nvPr/>
        </p:nvSpPr>
        <p:spPr>
          <a:xfrm>
            <a:off x="4655772" y="5676754"/>
            <a:ext cx="443070" cy="393773"/>
          </a:xfrm>
          <a:prstGeom prst="mathMultiply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20015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402D8-7C88-1A8B-965D-EC1E081E7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GPU Model</a:t>
            </a:r>
            <a:br>
              <a:rPr lang="en-US" dirty="0"/>
            </a:br>
            <a:r>
              <a:rPr lang="en-US" sz="4400" dirty="0"/>
              <a:t>Calculating Algorithm Performance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F10520-F385-2646-6819-E8B480335147}"/>
              </a:ext>
            </a:extLst>
          </p:cNvPr>
          <p:cNvSpPr/>
          <p:nvPr/>
        </p:nvSpPr>
        <p:spPr>
          <a:xfrm>
            <a:off x="1077903" y="2978202"/>
            <a:ext cx="3965428" cy="5752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3F180EB-6F0F-7C8B-1D60-97EAF0456D4A}"/>
              </a:ext>
            </a:extLst>
          </p:cNvPr>
          <p:cNvCxnSpPr/>
          <p:nvPr/>
        </p:nvCxnSpPr>
        <p:spPr>
          <a:xfrm>
            <a:off x="1750077" y="2978202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E9FCAD0-BDBB-3375-F31B-E908C0DAE559}"/>
              </a:ext>
            </a:extLst>
          </p:cNvPr>
          <p:cNvCxnSpPr/>
          <p:nvPr/>
        </p:nvCxnSpPr>
        <p:spPr>
          <a:xfrm>
            <a:off x="2405095" y="2978201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27CA34F-F27B-0063-9EE5-7137C969543C}"/>
              </a:ext>
            </a:extLst>
          </p:cNvPr>
          <p:cNvCxnSpPr/>
          <p:nvPr/>
        </p:nvCxnSpPr>
        <p:spPr>
          <a:xfrm>
            <a:off x="3035889" y="2987125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1BAEC2E-E918-9EA4-4FE3-DFB812CA5196}"/>
              </a:ext>
            </a:extLst>
          </p:cNvPr>
          <p:cNvCxnSpPr/>
          <p:nvPr/>
        </p:nvCxnSpPr>
        <p:spPr>
          <a:xfrm>
            <a:off x="3666684" y="2978200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E98838-1524-07EB-B5F5-510E2ACDA159}"/>
              </a:ext>
            </a:extLst>
          </p:cNvPr>
          <p:cNvCxnSpPr/>
          <p:nvPr/>
        </p:nvCxnSpPr>
        <p:spPr>
          <a:xfrm>
            <a:off x="4388314" y="2978199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A9F0918-1101-3915-A62E-871EB6B7C36F}"/>
              </a:ext>
            </a:extLst>
          </p:cNvPr>
          <p:cNvCxnSpPr/>
          <p:nvPr/>
        </p:nvCxnSpPr>
        <p:spPr>
          <a:xfrm>
            <a:off x="5043331" y="2987125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0986B2BD-42AD-1EED-32B6-23CC626611E7}"/>
              </a:ext>
            </a:extLst>
          </p:cNvPr>
          <p:cNvSpPr/>
          <p:nvPr/>
        </p:nvSpPr>
        <p:spPr>
          <a:xfrm>
            <a:off x="6255466" y="2987125"/>
            <a:ext cx="3965428" cy="5752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928C9FA-18E3-9175-1040-AD9EA73BCC77}"/>
              </a:ext>
            </a:extLst>
          </p:cNvPr>
          <p:cNvCxnSpPr/>
          <p:nvPr/>
        </p:nvCxnSpPr>
        <p:spPr>
          <a:xfrm>
            <a:off x="6927640" y="2987125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D7611AD-A4AB-561F-BD22-2D7447DE2776}"/>
              </a:ext>
            </a:extLst>
          </p:cNvPr>
          <p:cNvCxnSpPr/>
          <p:nvPr/>
        </p:nvCxnSpPr>
        <p:spPr>
          <a:xfrm>
            <a:off x="7582658" y="2987124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1BD38A0-5EB0-2059-590E-4E3B4EB01B0E}"/>
              </a:ext>
            </a:extLst>
          </p:cNvPr>
          <p:cNvCxnSpPr/>
          <p:nvPr/>
        </p:nvCxnSpPr>
        <p:spPr>
          <a:xfrm>
            <a:off x="8213452" y="2996048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9C86599-CD92-33AC-D89B-53937F919232}"/>
              </a:ext>
            </a:extLst>
          </p:cNvPr>
          <p:cNvCxnSpPr/>
          <p:nvPr/>
        </p:nvCxnSpPr>
        <p:spPr>
          <a:xfrm>
            <a:off x="8844247" y="2987123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C339CC8-F082-8168-594E-7C3DCA1ABF3B}"/>
              </a:ext>
            </a:extLst>
          </p:cNvPr>
          <p:cNvCxnSpPr/>
          <p:nvPr/>
        </p:nvCxnSpPr>
        <p:spPr>
          <a:xfrm>
            <a:off x="9565877" y="2987122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1E1E6F6-8E29-839C-7873-32B39693C20B}"/>
              </a:ext>
            </a:extLst>
          </p:cNvPr>
          <p:cNvCxnSpPr/>
          <p:nvPr/>
        </p:nvCxnSpPr>
        <p:spPr>
          <a:xfrm>
            <a:off x="10220894" y="2996048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843BA4C-B711-64B2-9828-BF54C35CC180}"/>
                  </a:ext>
                </a:extLst>
              </p:cNvPr>
              <p:cNvSpPr txBox="1"/>
              <p:nvPr/>
            </p:nvSpPr>
            <p:spPr>
              <a:xfrm>
                <a:off x="8052978" y="2437589"/>
                <a:ext cx="6116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𝑩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843BA4C-B711-64B2-9828-BF54C35CC1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2978" y="2437589"/>
                <a:ext cx="61161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EFC75C5-9451-BF04-0C23-80453D7A7AD3}"/>
                  </a:ext>
                </a:extLst>
              </p:cNvPr>
              <p:cNvSpPr txBox="1"/>
              <p:nvPr/>
            </p:nvSpPr>
            <p:spPr>
              <a:xfrm>
                <a:off x="2730080" y="2437589"/>
                <a:ext cx="6116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𝑨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EFC75C5-9451-BF04-0C23-80453D7A7A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0080" y="2437589"/>
                <a:ext cx="61161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C44C7630-625D-0308-353D-662C3A07DC5C}"/>
              </a:ext>
            </a:extLst>
          </p:cNvPr>
          <p:cNvSpPr/>
          <p:nvPr/>
        </p:nvSpPr>
        <p:spPr>
          <a:xfrm>
            <a:off x="3870558" y="5577076"/>
            <a:ext cx="3965428" cy="5752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CE60B6A-2BF1-DADE-1846-33C51FDD842B}"/>
              </a:ext>
            </a:extLst>
          </p:cNvPr>
          <p:cNvCxnSpPr/>
          <p:nvPr/>
        </p:nvCxnSpPr>
        <p:spPr>
          <a:xfrm>
            <a:off x="4542732" y="5577076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2295F44-DA5D-C347-22D5-94F0A8F100EB}"/>
              </a:ext>
            </a:extLst>
          </p:cNvPr>
          <p:cNvCxnSpPr/>
          <p:nvPr/>
        </p:nvCxnSpPr>
        <p:spPr>
          <a:xfrm>
            <a:off x="5197750" y="5577075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E624377-24FC-4C4D-295B-1190EF2E9281}"/>
              </a:ext>
            </a:extLst>
          </p:cNvPr>
          <p:cNvCxnSpPr/>
          <p:nvPr/>
        </p:nvCxnSpPr>
        <p:spPr>
          <a:xfrm>
            <a:off x="5828544" y="5585999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3F584582-F02F-E0A3-FFA6-1A49C07ABD9B}"/>
              </a:ext>
            </a:extLst>
          </p:cNvPr>
          <p:cNvCxnSpPr/>
          <p:nvPr/>
        </p:nvCxnSpPr>
        <p:spPr>
          <a:xfrm>
            <a:off x="6459339" y="5577074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2BAC588-D58A-727D-27B8-580EF94190DC}"/>
              </a:ext>
            </a:extLst>
          </p:cNvPr>
          <p:cNvCxnSpPr/>
          <p:nvPr/>
        </p:nvCxnSpPr>
        <p:spPr>
          <a:xfrm>
            <a:off x="7180969" y="5577073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A7E86B92-ED5F-AA2A-3A60-11A355AF3332}"/>
              </a:ext>
            </a:extLst>
          </p:cNvPr>
          <p:cNvCxnSpPr/>
          <p:nvPr/>
        </p:nvCxnSpPr>
        <p:spPr>
          <a:xfrm>
            <a:off x="7835986" y="5585999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CFDCE39-D47D-A749-C4BC-48C16BB99246}"/>
              </a:ext>
            </a:extLst>
          </p:cNvPr>
          <p:cNvCxnSpPr>
            <a:cxnSpLocks/>
          </p:cNvCxnSpPr>
          <p:nvPr/>
        </p:nvCxnSpPr>
        <p:spPr>
          <a:xfrm>
            <a:off x="4747613" y="3506209"/>
            <a:ext cx="2810821" cy="2160024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2E19CC1-AF83-9C52-D5B8-AC15A825F4A9}"/>
              </a:ext>
            </a:extLst>
          </p:cNvPr>
          <p:cNvCxnSpPr>
            <a:cxnSpLocks/>
          </p:cNvCxnSpPr>
          <p:nvPr/>
        </p:nvCxnSpPr>
        <p:spPr>
          <a:xfrm flipH="1">
            <a:off x="7490813" y="3571333"/>
            <a:ext cx="2507031" cy="2036895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456B92A6-AC5F-0060-82AE-714B3FEAD71A}"/>
                  </a:ext>
                </a:extLst>
              </p:cNvPr>
              <p:cNvSpPr txBox="1"/>
              <p:nvPr/>
            </p:nvSpPr>
            <p:spPr>
              <a:xfrm>
                <a:off x="6876668" y="4607575"/>
                <a:ext cx="129691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Threa</a:t>
                </a:r>
                <a:r>
                  <a:rPr lang="en-US" dirty="0" err="1"/>
                  <a:t>dID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456B92A6-AC5F-0060-82AE-714B3FEAD7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6668" y="4607575"/>
                <a:ext cx="1296916" cy="646331"/>
              </a:xfrm>
              <a:prstGeom prst="rect">
                <a:avLst/>
              </a:prstGeom>
              <a:blipFill>
                <a:blip r:embed="rId5"/>
                <a:stretch>
                  <a:fillRect t="-5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Multiplication Sign 21">
            <a:extLst>
              <a:ext uri="{FF2B5EF4-FFF2-40B4-BE49-F238E27FC236}">
                <a16:creationId xmlns:a16="http://schemas.microsoft.com/office/drawing/2014/main" id="{E80A049B-70B3-A88F-23D2-2F0996DE8529}"/>
              </a:ext>
            </a:extLst>
          </p:cNvPr>
          <p:cNvSpPr/>
          <p:nvPr/>
        </p:nvSpPr>
        <p:spPr>
          <a:xfrm>
            <a:off x="4036081" y="5690062"/>
            <a:ext cx="443070" cy="393773"/>
          </a:xfrm>
          <a:prstGeom prst="mathMultiply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Multiplication Sign 22">
            <a:extLst>
              <a:ext uri="{FF2B5EF4-FFF2-40B4-BE49-F238E27FC236}">
                <a16:creationId xmlns:a16="http://schemas.microsoft.com/office/drawing/2014/main" id="{55A84C90-261A-5EA8-EFCA-5A7FD9DDF599}"/>
              </a:ext>
            </a:extLst>
          </p:cNvPr>
          <p:cNvSpPr/>
          <p:nvPr/>
        </p:nvSpPr>
        <p:spPr>
          <a:xfrm>
            <a:off x="4655772" y="5676754"/>
            <a:ext cx="443070" cy="393773"/>
          </a:xfrm>
          <a:prstGeom prst="mathMultiply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Multiplication Sign 23">
            <a:extLst>
              <a:ext uri="{FF2B5EF4-FFF2-40B4-BE49-F238E27FC236}">
                <a16:creationId xmlns:a16="http://schemas.microsoft.com/office/drawing/2014/main" id="{730A61B3-C5CC-2999-65C8-48863D6EB9A0}"/>
              </a:ext>
            </a:extLst>
          </p:cNvPr>
          <p:cNvSpPr/>
          <p:nvPr/>
        </p:nvSpPr>
        <p:spPr>
          <a:xfrm>
            <a:off x="5296659" y="5679541"/>
            <a:ext cx="443070" cy="393773"/>
          </a:xfrm>
          <a:prstGeom prst="mathMultiply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Multiplication Sign 24">
            <a:extLst>
              <a:ext uri="{FF2B5EF4-FFF2-40B4-BE49-F238E27FC236}">
                <a16:creationId xmlns:a16="http://schemas.microsoft.com/office/drawing/2014/main" id="{18A49BC9-6391-5135-F25D-7A7FAE5A1A48}"/>
              </a:ext>
            </a:extLst>
          </p:cNvPr>
          <p:cNvSpPr/>
          <p:nvPr/>
        </p:nvSpPr>
        <p:spPr>
          <a:xfrm>
            <a:off x="5916350" y="5666233"/>
            <a:ext cx="443070" cy="393773"/>
          </a:xfrm>
          <a:prstGeom prst="mathMultiply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Multiplication Sign 25">
            <a:extLst>
              <a:ext uri="{FF2B5EF4-FFF2-40B4-BE49-F238E27FC236}">
                <a16:creationId xmlns:a16="http://schemas.microsoft.com/office/drawing/2014/main" id="{BD4EB999-1E9E-70C5-F266-6573BC2178F3}"/>
              </a:ext>
            </a:extLst>
          </p:cNvPr>
          <p:cNvSpPr/>
          <p:nvPr/>
        </p:nvSpPr>
        <p:spPr>
          <a:xfrm>
            <a:off x="6593574" y="5679541"/>
            <a:ext cx="443070" cy="393773"/>
          </a:xfrm>
          <a:prstGeom prst="mathMultiply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Multiplication Sign 26">
            <a:extLst>
              <a:ext uri="{FF2B5EF4-FFF2-40B4-BE49-F238E27FC236}">
                <a16:creationId xmlns:a16="http://schemas.microsoft.com/office/drawing/2014/main" id="{BB9A7D99-F17B-006B-86D6-F110662E41AB}"/>
              </a:ext>
            </a:extLst>
          </p:cNvPr>
          <p:cNvSpPr/>
          <p:nvPr/>
        </p:nvSpPr>
        <p:spPr>
          <a:xfrm>
            <a:off x="7213265" y="5666233"/>
            <a:ext cx="443070" cy="393773"/>
          </a:xfrm>
          <a:prstGeom prst="mathMultiply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24799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402D8-7C88-1A8B-965D-EC1E081E7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GPU Model</a:t>
            </a:r>
            <a:br>
              <a:rPr lang="en-US" dirty="0"/>
            </a:br>
            <a:r>
              <a:rPr lang="en-US" sz="4400" dirty="0"/>
              <a:t>Calculating Algorithm Performance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F10520-F385-2646-6819-E8B480335147}"/>
              </a:ext>
            </a:extLst>
          </p:cNvPr>
          <p:cNvSpPr/>
          <p:nvPr/>
        </p:nvSpPr>
        <p:spPr>
          <a:xfrm>
            <a:off x="1077903" y="2978202"/>
            <a:ext cx="3965428" cy="5752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3F180EB-6F0F-7C8B-1D60-97EAF0456D4A}"/>
              </a:ext>
            </a:extLst>
          </p:cNvPr>
          <p:cNvCxnSpPr/>
          <p:nvPr/>
        </p:nvCxnSpPr>
        <p:spPr>
          <a:xfrm>
            <a:off x="1750077" y="2978202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E9FCAD0-BDBB-3375-F31B-E908C0DAE559}"/>
              </a:ext>
            </a:extLst>
          </p:cNvPr>
          <p:cNvCxnSpPr/>
          <p:nvPr/>
        </p:nvCxnSpPr>
        <p:spPr>
          <a:xfrm>
            <a:off x="2405095" y="2978201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27CA34F-F27B-0063-9EE5-7137C969543C}"/>
              </a:ext>
            </a:extLst>
          </p:cNvPr>
          <p:cNvCxnSpPr/>
          <p:nvPr/>
        </p:nvCxnSpPr>
        <p:spPr>
          <a:xfrm>
            <a:off x="3035889" y="2987125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1BAEC2E-E918-9EA4-4FE3-DFB812CA5196}"/>
              </a:ext>
            </a:extLst>
          </p:cNvPr>
          <p:cNvCxnSpPr/>
          <p:nvPr/>
        </p:nvCxnSpPr>
        <p:spPr>
          <a:xfrm>
            <a:off x="3666684" y="2978200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E98838-1524-07EB-B5F5-510E2ACDA159}"/>
              </a:ext>
            </a:extLst>
          </p:cNvPr>
          <p:cNvCxnSpPr/>
          <p:nvPr/>
        </p:nvCxnSpPr>
        <p:spPr>
          <a:xfrm>
            <a:off x="4388314" y="2978199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A9F0918-1101-3915-A62E-871EB6B7C36F}"/>
              </a:ext>
            </a:extLst>
          </p:cNvPr>
          <p:cNvCxnSpPr/>
          <p:nvPr/>
        </p:nvCxnSpPr>
        <p:spPr>
          <a:xfrm>
            <a:off x="5043331" y="2987125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0986B2BD-42AD-1EED-32B6-23CC626611E7}"/>
              </a:ext>
            </a:extLst>
          </p:cNvPr>
          <p:cNvSpPr/>
          <p:nvPr/>
        </p:nvSpPr>
        <p:spPr>
          <a:xfrm>
            <a:off x="6255466" y="2987125"/>
            <a:ext cx="3965428" cy="5752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928C9FA-18E3-9175-1040-AD9EA73BCC77}"/>
              </a:ext>
            </a:extLst>
          </p:cNvPr>
          <p:cNvCxnSpPr/>
          <p:nvPr/>
        </p:nvCxnSpPr>
        <p:spPr>
          <a:xfrm>
            <a:off x="6927640" y="2987125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D7611AD-A4AB-561F-BD22-2D7447DE2776}"/>
              </a:ext>
            </a:extLst>
          </p:cNvPr>
          <p:cNvCxnSpPr/>
          <p:nvPr/>
        </p:nvCxnSpPr>
        <p:spPr>
          <a:xfrm>
            <a:off x="7582658" y="2987124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1BD38A0-5EB0-2059-590E-4E3B4EB01B0E}"/>
              </a:ext>
            </a:extLst>
          </p:cNvPr>
          <p:cNvCxnSpPr/>
          <p:nvPr/>
        </p:nvCxnSpPr>
        <p:spPr>
          <a:xfrm>
            <a:off x="8213452" y="2996048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9C86599-CD92-33AC-D89B-53937F919232}"/>
              </a:ext>
            </a:extLst>
          </p:cNvPr>
          <p:cNvCxnSpPr/>
          <p:nvPr/>
        </p:nvCxnSpPr>
        <p:spPr>
          <a:xfrm>
            <a:off x="8844247" y="2987123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C339CC8-F082-8168-594E-7C3DCA1ABF3B}"/>
              </a:ext>
            </a:extLst>
          </p:cNvPr>
          <p:cNvCxnSpPr/>
          <p:nvPr/>
        </p:nvCxnSpPr>
        <p:spPr>
          <a:xfrm>
            <a:off x="9565877" y="2987122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1E1E6F6-8E29-839C-7873-32B39693C20B}"/>
              </a:ext>
            </a:extLst>
          </p:cNvPr>
          <p:cNvCxnSpPr/>
          <p:nvPr/>
        </p:nvCxnSpPr>
        <p:spPr>
          <a:xfrm>
            <a:off x="10220894" y="2996048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843BA4C-B711-64B2-9828-BF54C35CC180}"/>
                  </a:ext>
                </a:extLst>
              </p:cNvPr>
              <p:cNvSpPr txBox="1"/>
              <p:nvPr/>
            </p:nvSpPr>
            <p:spPr>
              <a:xfrm>
                <a:off x="8052978" y="2437589"/>
                <a:ext cx="6116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𝑩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843BA4C-B711-64B2-9828-BF54C35CC1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2978" y="2437589"/>
                <a:ext cx="61161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EFC75C5-9451-BF04-0C23-80453D7A7AD3}"/>
                  </a:ext>
                </a:extLst>
              </p:cNvPr>
              <p:cNvSpPr txBox="1"/>
              <p:nvPr/>
            </p:nvSpPr>
            <p:spPr>
              <a:xfrm>
                <a:off x="2730080" y="2437589"/>
                <a:ext cx="6116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𝑨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EFC75C5-9451-BF04-0C23-80453D7A7A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0080" y="2437589"/>
                <a:ext cx="61161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C44C7630-625D-0308-353D-662C3A07DC5C}"/>
              </a:ext>
            </a:extLst>
          </p:cNvPr>
          <p:cNvSpPr/>
          <p:nvPr/>
        </p:nvSpPr>
        <p:spPr>
          <a:xfrm>
            <a:off x="3870558" y="5577076"/>
            <a:ext cx="3965428" cy="5752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CE60B6A-2BF1-DADE-1846-33C51FDD842B}"/>
              </a:ext>
            </a:extLst>
          </p:cNvPr>
          <p:cNvCxnSpPr/>
          <p:nvPr/>
        </p:nvCxnSpPr>
        <p:spPr>
          <a:xfrm>
            <a:off x="4542732" y="5577076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2295F44-DA5D-C347-22D5-94F0A8F100EB}"/>
              </a:ext>
            </a:extLst>
          </p:cNvPr>
          <p:cNvCxnSpPr/>
          <p:nvPr/>
        </p:nvCxnSpPr>
        <p:spPr>
          <a:xfrm>
            <a:off x="5197750" y="5577075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E624377-24FC-4C4D-295B-1190EF2E9281}"/>
              </a:ext>
            </a:extLst>
          </p:cNvPr>
          <p:cNvCxnSpPr/>
          <p:nvPr/>
        </p:nvCxnSpPr>
        <p:spPr>
          <a:xfrm>
            <a:off x="5828544" y="5585999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3F584582-F02F-E0A3-FFA6-1A49C07ABD9B}"/>
              </a:ext>
            </a:extLst>
          </p:cNvPr>
          <p:cNvCxnSpPr/>
          <p:nvPr/>
        </p:nvCxnSpPr>
        <p:spPr>
          <a:xfrm>
            <a:off x="6459339" y="5577074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2BAC588-D58A-727D-27B8-580EF94190DC}"/>
              </a:ext>
            </a:extLst>
          </p:cNvPr>
          <p:cNvCxnSpPr/>
          <p:nvPr/>
        </p:nvCxnSpPr>
        <p:spPr>
          <a:xfrm>
            <a:off x="7180969" y="5577073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A7E86B92-ED5F-AA2A-3A60-11A355AF3332}"/>
              </a:ext>
            </a:extLst>
          </p:cNvPr>
          <p:cNvCxnSpPr/>
          <p:nvPr/>
        </p:nvCxnSpPr>
        <p:spPr>
          <a:xfrm>
            <a:off x="7835986" y="5585999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456B92A6-AC5F-0060-82AE-714B3FEAD71A}"/>
                  </a:ext>
                </a:extLst>
              </p:cNvPr>
              <p:cNvSpPr txBox="1"/>
              <p:nvPr/>
            </p:nvSpPr>
            <p:spPr>
              <a:xfrm>
                <a:off x="1992302" y="5714503"/>
                <a:ext cx="12969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Threa</a:t>
                </a:r>
                <a:r>
                  <a:rPr lang="en-US" dirty="0" err="1"/>
                  <a:t>dID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456B92A6-AC5F-0060-82AE-714B3FEAD7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2302" y="5714503"/>
                <a:ext cx="1296916" cy="369332"/>
              </a:xfrm>
              <a:prstGeom prst="rect">
                <a:avLst/>
              </a:prstGeom>
              <a:blipFill>
                <a:blip r:embed="rId5"/>
                <a:stretch>
                  <a:fillRect l="-939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Multiplication Sign 21">
            <a:extLst>
              <a:ext uri="{FF2B5EF4-FFF2-40B4-BE49-F238E27FC236}">
                <a16:creationId xmlns:a16="http://schemas.microsoft.com/office/drawing/2014/main" id="{E80A049B-70B3-A88F-23D2-2F0996DE8529}"/>
              </a:ext>
            </a:extLst>
          </p:cNvPr>
          <p:cNvSpPr/>
          <p:nvPr/>
        </p:nvSpPr>
        <p:spPr>
          <a:xfrm>
            <a:off x="4036081" y="5690062"/>
            <a:ext cx="443070" cy="393773"/>
          </a:xfrm>
          <a:prstGeom prst="mathMultiply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Multiplication Sign 22">
            <a:extLst>
              <a:ext uri="{FF2B5EF4-FFF2-40B4-BE49-F238E27FC236}">
                <a16:creationId xmlns:a16="http://schemas.microsoft.com/office/drawing/2014/main" id="{55A84C90-261A-5EA8-EFCA-5A7FD9DDF599}"/>
              </a:ext>
            </a:extLst>
          </p:cNvPr>
          <p:cNvSpPr/>
          <p:nvPr/>
        </p:nvSpPr>
        <p:spPr>
          <a:xfrm>
            <a:off x="4655772" y="5676754"/>
            <a:ext cx="443070" cy="393773"/>
          </a:xfrm>
          <a:prstGeom prst="mathMultiply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Multiplication Sign 23">
            <a:extLst>
              <a:ext uri="{FF2B5EF4-FFF2-40B4-BE49-F238E27FC236}">
                <a16:creationId xmlns:a16="http://schemas.microsoft.com/office/drawing/2014/main" id="{730A61B3-C5CC-2999-65C8-48863D6EB9A0}"/>
              </a:ext>
            </a:extLst>
          </p:cNvPr>
          <p:cNvSpPr/>
          <p:nvPr/>
        </p:nvSpPr>
        <p:spPr>
          <a:xfrm>
            <a:off x="5296659" y="5679541"/>
            <a:ext cx="443070" cy="393773"/>
          </a:xfrm>
          <a:prstGeom prst="mathMultiply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Multiplication Sign 24">
            <a:extLst>
              <a:ext uri="{FF2B5EF4-FFF2-40B4-BE49-F238E27FC236}">
                <a16:creationId xmlns:a16="http://schemas.microsoft.com/office/drawing/2014/main" id="{18A49BC9-6391-5135-F25D-7A7FAE5A1A48}"/>
              </a:ext>
            </a:extLst>
          </p:cNvPr>
          <p:cNvSpPr/>
          <p:nvPr/>
        </p:nvSpPr>
        <p:spPr>
          <a:xfrm>
            <a:off x="5916350" y="5666233"/>
            <a:ext cx="443070" cy="393773"/>
          </a:xfrm>
          <a:prstGeom prst="mathMultiply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Multiplication Sign 25">
            <a:extLst>
              <a:ext uri="{FF2B5EF4-FFF2-40B4-BE49-F238E27FC236}">
                <a16:creationId xmlns:a16="http://schemas.microsoft.com/office/drawing/2014/main" id="{BD4EB999-1E9E-70C5-F266-6573BC2178F3}"/>
              </a:ext>
            </a:extLst>
          </p:cNvPr>
          <p:cNvSpPr/>
          <p:nvPr/>
        </p:nvSpPr>
        <p:spPr>
          <a:xfrm>
            <a:off x="6593574" y="5679541"/>
            <a:ext cx="443070" cy="393773"/>
          </a:xfrm>
          <a:prstGeom prst="mathMultiply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Multiplication Sign 26">
            <a:extLst>
              <a:ext uri="{FF2B5EF4-FFF2-40B4-BE49-F238E27FC236}">
                <a16:creationId xmlns:a16="http://schemas.microsoft.com/office/drawing/2014/main" id="{BB9A7D99-F17B-006B-86D6-F110662E41AB}"/>
              </a:ext>
            </a:extLst>
          </p:cNvPr>
          <p:cNvSpPr/>
          <p:nvPr/>
        </p:nvSpPr>
        <p:spPr>
          <a:xfrm>
            <a:off x="7213265" y="5666233"/>
            <a:ext cx="443070" cy="393773"/>
          </a:xfrm>
          <a:prstGeom prst="mathMultiply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06532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402D8-7C88-1A8B-965D-EC1E081E7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GPU Model</a:t>
            </a:r>
            <a:br>
              <a:rPr lang="en-US" dirty="0"/>
            </a:br>
            <a:r>
              <a:rPr lang="en-US" sz="4400" dirty="0"/>
              <a:t>Calculating Algorithm Performance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F10520-F385-2646-6819-E8B480335147}"/>
              </a:ext>
            </a:extLst>
          </p:cNvPr>
          <p:cNvSpPr/>
          <p:nvPr/>
        </p:nvSpPr>
        <p:spPr>
          <a:xfrm>
            <a:off x="1077903" y="2978202"/>
            <a:ext cx="3965428" cy="5752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3F180EB-6F0F-7C8B-1D60-97EAF0456D4A}"/>
              </a:ext>
            </a:extLst>
          </p:cNvPr>
          <p:cNvCxnSpPr/>
          <p:nvPr/>
        </p:nvCxnSpPr>
        <p:spPr>
          <a:xfrm>
            <a:off x="1750077" y="2978202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E9FCAD0-BDBB-3375-F31B-E908C0DAE559}"/>
              </a:ext>
            </a:extLst>
          </p:cNvPr>
          <p:cNvCxnSpPr/>
          <p:nvPr/>
        </p:nvCxnSpPr>
        <p:spPr>
          <a:xfrm>
            <a:off x="2405095" y="2978201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27CA34F-F27B-0063-9EE5-7137C969543C}"/>
              </a:ext>
            </a:extLst>
          </p:cNvPr>
          <p:cNvCxnSpPr/>
          <p:nvPr/>
        </p:nvCxnSpPr>
        <p:spPr>
          <a:xfrm>
            <a:off x="3035889" y="2987125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1BAEC2E-E918-9EA4-4FE3-DFB812CA5196}"/>
              </a:ext>
            </a:extLst>
          </p:cNvPr>
          <p:cNvCxnSpPr/>
          <p:nvPr/>
        </p:nvCxnSpPr>
        <p:spPr>
          <a:xfrm>
            <a:off x="3666684" y="2978200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E98838-1524-07EB-B5F5-510E2ACDA159}"/>
              </a:ext>
            </a:extLst>
          </p:cNvPr>
          <p:cNvCxnSpPr/>
          <p:nvPr/>
        </p:nvCxnSpPr>
        <p:spPr>
          <a:xfrm>
            <a:off x="4388314" y="2978199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A9F0918-1101-3915-A62E-871EB6B7C36F}"/>
              </a:ext>
            </a:extLst>
          </p:cNvPr>
          <p:cNvCxnSpPr/>
          <p:nvPr/>
        </p:nvCxnSpPr>
        <p:spPr>
          <a:xfrm>
            <a:off x="5043331" y="2987125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0986B2BD-42AD-1EED-32B6-23CC626611E7}"/>
              </a:ext>
            </a:extLst>
          </p:cNvPr>
          <p:cNvSpPr/>
          <p:nvPr/>
        </p:nvSpPr>
        <p:spPr>
          <a:xfrm>
            <a:off x="6255466" y="2987125"/>
            <a:ext cx="3965428" cy="5752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928C9FA-18E3-9175-1040-AD9EA73BCC77}"/>
              </a:ext>
            </a:extLst>
          </p:cNvPr>
          <p:cNvCxnSpPr/>
          <p:nvPr/>
        </p:nvCxnSpPr>
        <p:spPr>
          <a:xfrm>
            <a:off x="6927640" y="2987125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D7611AD-A4AB-561F-BD22-2D7447DE2776}"/>
              </a:ext>
            </a:extLst>
          </p:cNvPr>
          <p:cNvCxnSpPr/>
          <p:nvPr/>
        </p:nvCxnSpPr>
        <p:spPr>
          <a:xfrm>
            <a:off x="7582658" y="2987124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1BD38A0-5EB0-2059-590E-4E3B4EB01B0E}"/>
              </a:ext>
            </a:extLst>
          </p:cNvPr>
          <p:cNvCxnSpPr/>
          <p:nvPr/>
        </p:nvCxnSpPr>
        <p:spPr>
          <a:xfrm>
            <a:off x="8213452" y="2996048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9C86599-CD92-33AC-D89B-53937F919232}"/>
              </a:ext>
            </a:extLst>
          </p:cNvPr>
          <p:cNvCxnSpPr/>
          <p:nvPr/>
        </p:nvCxnSpPr>
        <p:spPr>
          <a:xfrm>
            <a:off x="8844247" y="2987123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C339CC8-F082-8168-594E-7C3DCA1ABF3B}"/>
              </a:ext>
            </a:extLst>
          </p:cNvPr>
          <p:cNvCxnSpPr/>
          <p:nvPr/>
        </p:nvCxnSpPr>
        <p:spPr>
          <a:xfrm>
            <a:off x="9565877" y="2987122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1E1E6F6-8E29-839C-7873-32B39693C20B}"/>
              </a:ext>
            </a:extLst>
          </p:cNvPr>
          <p:cNvCxnSpPr/>
          <p:nvPr/>
        </p:nvCxnSpPr>
        <p:spPr>
          <a:xfrm>
            <a:off x="10220894" y="2996048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843BA4C-B711-64B2-9828-BF54C35CC180}"/>
                  </a:ext>
                </a:extLst>
              </p:cNvPr>
              <p:cNvSpPr txBox="1"/>
              <p:nvPr/>
            </p:nvSpPr>
            <p:spPr>
              <a:xfrm>
                <a:off x="8052978" y="2437589"/>
                <a:ext cx="6116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𝑩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843BA4C-B711-64B2-9828-BF54C35CC1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2978" y="2437589"/>
                <a:ext cx="61161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EFC75C5-9451-BF04-0C23-80453D7A7AD3}"/>
                  </a:ext>
                </a:extLst>
              </p:cNvPr>
              <p:cNvSpPr txBox="1"/>
              <p:nvPr/>
            </p:nvSpPr>
            <p:spPr>
              <a:xfrm>
                <a:off x="2730080" y="2437589"/>
                <a:ext cx="6116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𝑨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EFC75C5-9451-BF04-0C23-80453D7A7A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0080" y="2437589"/>
                <a:ext cx="61161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C44C7630-625D-0308-353D-662C3A07DC5C}"/>
              </a:ext>
            </a:extLst>
          </p:cNvPr>
          <p:cNvSpPr/>
          <p:nvPr/>
        </p:nvSpPr>
        <p:spPr>
          <a:xfrm>
            <a:off x="3870558" y="5577076"/>
            <a:ext cx="3965428" cy="5752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CE60B6A-2BF1-DADE-1846-33C51FDD842B}"/>
              </a:ext>
            </a:extLst>
          </p:cNvPr>
          <p:cNvCxnSpPr/>
          <p:nvPr/>
        </p:nvCxnSpPr>
        <p:spPr>
          <a:xfrm>
            <a:off x="4542732" y="5577076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2295F44-DA5D-C347-22D5-94F0A8F100EB}"/>
              </a:ext>
            </a:extLst>
          </p:cNvPr>
          <p:cNvCxnSpPr/>
          <p:nvPr/>
        </p:nvCxnSpPr>
        <p:spPr>
          <a:xfrm>
            <a:off x="5197750" y="5577075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E624377-24FC-4C4D-295B-1190EF2E9281}"/>
              </a:ext>
            </a:extLst>
          </p:cNvPr>
          <p:cNvCxnSpPr/>
          <p:nvPr/>
        </p:nvCxnSpPr>
        <p:spPr>
          <a:xfrm>
            <a:off x="5828544" y="5585999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3F584582-F02F-E0A3-FFA6-1A49C07ABD9B}"/>
              </a:ext>
            </a:extLst>
          </p:cNvPr>
          <p:cNvCxnSpPr/>
          <p:nvPr/>
        </p:nvCxnSpPr>
        <p:spPr>
          <a:xfrm>
            <a:off x="6459339" y="5577074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2BAC588-D58A-727D-27B8-580EF94190DC}"/>
              </a:ext>
            </a:extLst>
          </p:cNvPr>
          <p:cNvCxnSpPr/>
          <p:nvPr/>
        </p:nvCxnSpPr>
        <p:spPr>
          <a:xfrm>
            <a:off x="7180969" y="5577073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A7E86B92-ED5F-AA2A-3A60-11A355AF3332}"/>
              </a:ext>
            </a:extLst>
          </p:cNvPr>
          <p:cNvCxnSpPr/>
          <p:nvPr/>
        </p:nvCxnSpPr>
        <p:spPr>
          <a:xfrm>
            <a:off x="7835986" y="5585999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456B92A6-AC5F-0060-82AE-714B3FEAD71A}"/>
                  </a:ext>
                </a:extLst>
              </p:cNvPr>
              <p:cNvSpPr txBox="1"/>
              <p:nvPr/>
            </p:nvSpPr>
            <p:spPr>
              <a:xfrm>
                <a:off x="1992302" y="5714503"/>
                <a:ext cx="12969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Threa</a:t>
                </a:r>
                <a:r>
                  <a:rPr lang="en-US" dirty="0" err="1"/>
                  <a:t>dID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456B92A6-AC5F-0060-82AE-714B3FEAD7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2302" y="5714503"/>
                <a:ext cx="1296916" cy="369332"/>
              </a:xfrm>
              <a:prstGeom prst="rect">
                <a:avLst/>
              </a:prstGeom>
              <a:blipFill>
                <a:blip r:embed="rId5"/>
                <a:stretch>
                  <a:fillRect l="-939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Multiplication Sign 21">
            <a:extLst>
              <a:ext uri="{FF2B5EF4-FFF2-40B4-BE49-F238E27FC236}">
                <a16:creationId xmlns:a16="http://schemas.microsoft.com/office/drawing/2014/main" id="{E80A049B-70B3-A88F-23D2-2F0996DE8529}"/>
              </a:ext>
            </a:extLst>
          </p:cNvPr>
          <p:cNvSpPr/>
          <p:nvPr/>
        </p:nvSpPr>
        <p:spPr>
          <a:xfrm>
            <a:off x="4036081" y="5690062"/>
            <a:ext cx="443070" cy="393773"/>
          </a:xfrm>
          <a:prstGeom prst="mathMultiply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Multiplication Sign 22">
            <a:extLst>
              <a:ext uri="{FF2B5EF4-FFF2-40B4-BE49-F238E27FC236}">
                <a16:creationId xmlns:a16="http://schemas.microsoft.com/office/drawing/2014/main" id="{55A84C90-261A-5EA8-EFCA-5A7FD9DDF599}"/>
              </a:ext>
            </a:extLst>
          </p:cNvPr>
          <p:cNvSpPr/>
          <p:nvPr/>
        </p:nvSpPr>
        <p:spPr>
          <a:xfrm>
            <a:off x="4655772" y="5676754"/>
            <a:ext cx="443070" cy="393773"/>
          </a:xfrm>
          <a:prstGeom prst="mathMultiply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Multiplication Sign 23">
            <a:extLst>
              <a:ext uri="{FF2B5EF4-FFF2-40B4-BE49-F238E27FC236}">
                <a16:creationId xmlns:a16="http://schemas.microsoft.com/office/drawing/2014/main" id="{730A61B3-C5CC-2999-65C8-48863D6EB9A0}"/>
              </a:ext>
            </a:extLst>
          </p:cNvPr>
          <p:cNvSpPr/>
          <p:nvPr/>
        </p:nvSpPr>
        <p:spPr>
          <a:xfrm>
            <a:off x="5296659" y="5679541"/>
            <a:ext cx="443070" cy="393773"/>
          </a:xfrm>
          <a:prstGeom prst="mathMultiply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Multiplication Sign 24">
            <a:extLst>
              <a:ext uri="{FF2B5EF4-FFF2-40B4-BE49-F238E27FC236}">
                <a16:creationId xmlns:a16="http://schemas.microsoft.com/office/drawing/2014/main" id="{18A49BC9-6391-5135-F25D-7A7FAE5A1A48}"/>
              </a:ext>
            </a:extLst>
          </p:cNvPr>
          <p:cNvSpPr/>
          <p:nvPr/>
        </p:nvSpPr>
        <p:spPr>
          <a:xfrm>
            <a:off x="5916350" y="5666233"/>
            <a:ext cx="443070" cy="393773"/>
          </a:xfrm>
          <a:prstGeom prst="mathMultiply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Multiplication Sign 25">
            <a:extLst>
              <a:ext uri="{FF2B5EF4-FFF2-40B4-BE49-F238E27FC236}">
                <a16:creationId xmlns:a16="http://schemas.microsoft.com/office/drawing/2014/main" id="{BD4EB999-1E9E-70C5-F266-6573BC2178F3}"/>
              </a:ext>
            </a:extLst>
          </p:cNvPr>
          <p:cNvSpPr/>
          <p:nvPr/>
        </p:nvSpPr>
        <p:spPr>
          <a:xfrm>
            <a:off x="6593574" y="5679541"/>
            <a:ext cx="443070" cy="393773"/>
          </a:xfrm>
          <a:prstGeom prst="mathMultiply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98579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402D8-7C88-1A8B-965D-EC1E081E7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GPU Model</a:t>
            </a:r>
            <a:br>
              <a:rPr lang="en-US" dirty="0"/>
            </a:br>
            <a:r>
              <a:rPr lang="en-US" sz="4400" dirty="0"/>
              <a:t>Calculating Algorithm Performance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F10520-F385-2646-6819-E8B480335147}"/>
              </a:ext>
            </a:extLst>
          </p:cNvPr>
          <p:cNvSpPr/>
          <p:nvPr/>
        </p:nvSpPr>
        <p:spPr>
          <a:xfrm>
            <a:off x="1077903" y="2978202"/>
            <a:ext cx="3965428" cy="5752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3F180EB-6F0F-7C8B-1D60-97EAF0456D4A}"/>
              </a:ext>
            </a:extLst>
          </p:cNvPr>
          <p:cNvCxnSpPr/>
          <p:nvPr/>
        </p:nvCxnSpPr>
        <p:spPr>
          <a:xfrm>
            <a:off x="1750077" y="2978202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E9FCAD0-BDBB-3375-F31B-E908C0DAE559}"/>
              </a:ext>
            </a:extLst>
          </p:cNvPr>
          <p:cNvCxnSpPr/>
          <p:nvPr/>
        </p:nvCxnSpPr>
        <p:spPr>
          <a:xfrm>
            <a:off x="2405095" y="2978201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27CA34F-F27B-0063-9EE5-7137C969543C}"/>
              </a:ext>
            </a:extLst>
          </p:cNvPr>
          <p:cNvCxnSpPr/>
          <p:nvPr/>
        </p:nvCxnSpPr>
        <p:spPr>
          <a:xfrm>
            <a:off x="3035889" y="2987125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1BAEC2E-E918-9EA4-4FE3-DFB812CA5196}"/>
              </a:ext>
            </a:extLst>
          </p:cNvPr>
          <p:cNvCxnSpPr/>
          <p:nvPr/>
        </p:nvCxnSpPr>
        <p:spPr>
          <a:xfrm>
            <a:off x="3666684" y="2978200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E98838-1524-07EB-B5F5-510E2ACDA159}"/>
              </a:ext>
            </a:extLst>
          </p:cNvPr>
          <p:cNvCxnSpPr/>
          <p:nvPr/>
        </p:nvCxnSpPr>
        <p:spPr>
          <a:xfrm>
            <a:off x="4388314" y="2978199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A9F0918-1101-3915-A62E-871EB6B7C36F}"/>
              </a:ext>
            </a:extLst>
          </p:cNvPr>
          <p:cNvCxnSpPr/>
          <p:nvPr/>
        </p:nvCxnSpPr>
        <p:spPr>
          <a:xfrm>
            <a:off x="5043331" y="2987125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0986B2BD-42AD-1EED-32B6-23CC626611E7}"/>
              </a:ext>
            </a:extLst>
          </p:cNvPr>
          <p:cNvSpPr/>
          <p:nvPr/>
        </p:nvSpPr>
        <p:spPr>
          <a:xfrm>
            <a:off x="6255466" y="2987125"/>
            <a:ext cx="3965428" cy="5752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928C9FA-18E3-9175-1040-AD9EA73BCC77}"/>
              </a:ext>
            </a:extLst>
          </p:cNvPr>
          <p:cNvCxnSpPr/>
          <p:nvPr/>
        </p:nvCxnSpPr>
        <p:spPr>
          <a:xfrm>
            <a:off x="6927640" y="2987125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D7611AD-A4AB-561F-BD22-2D7447DE2776}"/>
              </a:ext>
            </a:extLst>
          </p:cNvPr>
          <p:cNvCxnSpPr/>
          <p:nvPr/>
        </p:nvCxnSpPr>
        <p:spPr>
          <a:xfrm>
            <a:off x="7582658" y="2987124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1BD38A0-5EB0-2059-590E-4E3B4EB01B0E}"/>
              </a:ext>
            </a:extLst>
          </p:cNvPr>
          <p:cNvCxnSpPr/>
          <p:nvPr/>
        </p:nvCxnSpPr>
        <p:spPr>
          <a:xfrm>
            <a:off x="8213452" y="2996048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9C86599-CD92-33AC-D89B-53937F919232}"/>
              </a:ext>
            </a:extLst>
          </p:cNvPr>
          <p:cNvCxnSpPr/>
          <p:nvPr/>
        </p:nvCxnSpPr>
        <p:spPr>
          <a:xfrm>
            <a:off x="8844247" y="2987123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C339CC8-F082-8168-594E-7C3DCA1ABF3B}"/>
              </a:ext>
            </a:extLst>
          </p:cNvPr>
          <p:cNvCxnSpPr/>
          <p:nvPr/>
        </p:nvCxnSpPr>
        <p:spPr>
          <a:xfrm>
            <a:off x="9565877" y="2987122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1E1E6F6-8E29-839C-7873-32B39693C20B}"/>
              </a:ext>
            </a:extLst>
          </p:cNvPr>
          <p:cNvCxnSpPr/>
          <p:nvPr/>
        </p:nvCxnSpPr>
        <p:spPr>
          <a:xfrm>
            <a:off x="10220894" y="2996048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843BA4C-B711-64B2-9828-BF54C35CC180}"/>
                  </a:ext>
                </a:extLst>
              </p:cNvPr>
              <p:cNvSpPr txBox="1"/>
              <p:nvPr/>
            </p:nvSpPr>
            <p:spPr>
              <a:xfrm>
                <a:off x="8052978" y="2437589"/>
                <a:ext cx="6116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𝑩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843BA4C-B711-64B2-9828-BF54C35CC1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2978" y="2437589"/>
                <a:ext cx="61161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EFC75C5-9451-BF04-0C23-80453D7A7AD3}"/>
                  </a:ext>
                </a:extLst>
              </p:cNvPr>
              <p:cNvSpPr txBox="1"/>
              <p:nvPr/>
            </p:nvSpPr>
            <p:spPr>
              <a:xfrm>
                <a:off x="2730080" y="2437589"/>
                <a:ext cx="6116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𝑨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EFC75C5-9451-BF04-0C23-80453D7A7A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0080" y="2437589"/>
                <a:ext cx="61161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C44C7630-625D-0308-353D-662C3A07DC5C}"/>
              </a:ext>
            </a:extLst>
          </p:cNvPr>
          <p:cNvSpPr/>
          <p:nvPr/>
        </p:nvSpPr>
        <p:spPr>
          <a:xfrm>
            <a:off x="3870558" y="5577076"/>
            <a:ext cx="3965428" cy="5752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CE60B6A-2BF1-DADE-1846-33C51FDD842B}"/>
              </a:ext>
            </a:extLst>
          </p:cNvPr>
          <p:cNvCxnSpPr/>
          <p:nvPr/>
        </p:nvCxnSpPr>
        <p:spPr>
          <a:xfrm>
            <a:off x="4542732" y="5577076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2295F44-DA5D-C347-22D5-94F0A8F100EB}"/>
              </a:ext>
            </a:extLst>
          </p:cNvPr>
          <p:cNvCxnSpPr/>
          <p:nvPr/>
        </p:nvCxnSpPr>
        <p:spPr>
          <a:xfrm>
            <a:off x="5197750" y="5577075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E624377-24FC-4C4D-295B-1190EF2E9281}"/>
              </a:ext>
            </a:extLst>
          </p:cNvPr>
          <p:cNvCxnSpPr/>
          <p:nvPr/>
        </p:nvCxnSpPr>
        <p:spPr>
          <a:xfrm>
            <a:off x="5828544" y="5585999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3F584582-F02F-E0A3-FFA6-1A49C07ABD9B}"/>
              </a:ext>
            </a:extLst>
          </p:cNvPr>
          <p:cNvCxnSpPr/>
          <p:nvPr/>
        </p:nvCxnSpPr>
        <p:spPr>
          <a:xfrm>
            <a:off x="6459339" y="5577074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2BAC588-D58A-727D-27B8-580EF94190DC}"/>
              </a:ext>
            </a:extLst>
          </p:cNvPr>
          <p:cNvCxnSpPr/>
          <p:nvPr/>
        </p:nvCxnSpPr>
        <p:spPr>
          <a:xfrm>
            <a:off x="7180969" y="5577073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A7E86B92-ED5F-AA2A-3A60-11A355AF3332}"/>
              </a:ext>
            </a:extLst>
          </p:cNvPr>
          <p:cNvCxnSpPr/>
          <p:nvPr/>
        </p:nvCxnSpPr>
        <p:spPr>
          <a:xfrm>
            <a:off x="7835986" y="5585999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456B92A6-AC5F-0060-82AE-714B3FEAD71A}"/>
                  </a:ext>
                </a:extLst>
              </p:cNvPr>
              <p:cNvSpPr txBox="1"/>
              <p:nvPr/>
            </p:nvSpPr>
            <p:spPr>
              <a:xfrm>
                <a:off x="1992302" y="5714503"/>
                <a:ext cx="12969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Threa</a:t>
                </a:r>
                <a:r>
                  <a:rPr lang="en-US" dirty="0" err="1"/>
                  <a:t>dID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456B92A6-AC5F-0060-82AE-714B3FEAD7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2302" y="5714503"/>
                <a:ext cx="1296916" cy="369332"/>
              </a:xfrm>
              <a:prstGeom prst="rect">
                <a:avLst/>
              </a:prstGeom>
              <a:blipFill>
                <a:blip r:embed="rId5"/>
                <a:stretch>
                  <a:fillRect l="-939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Multiplication Sign 21">
            <a:extLst>
              <a:ext uri="{FF2B5EF4-FFF2-40B4-BE49-F238E27FC236}">
                <a16:creationId xmlns:a16="http://schemas.microsoft.com/office/drawing/2014/main" id="{E80A049B-70B3-A88F-23D2-2F0996DE8529}"/>
              </a:ext>
            </a:extLst>
          </p:cNvPr>
          <p:cNvSpPr/>
          <p:nvPr/>
        </p:nvSpPr>
        <p:spPr>
          <a:xfrm>
            <a:off x="4036081" y="5690062"/>
            <a:ext cx="443070" cy="393773"/>
          </a:xfrm>
          <a:prstGeom prst="mathMultiply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Multiplication Sign 22">
            <a:extLst>
              <a:ext uri="{FF2B5EF4-FFF2-40B4-BE49-F238E27FC236}">
                <a16:creationId xmlns:a16="http://schemas.microsoft.com/office/drawing/2014/main" id="{55A84C90-261A-5EA8-EFCA-5A7FD9DDF599}"/>
              </a:ext>
            </a:extLst>
          </p:cNvPr>
          <p:cNvSpPr/>
          <p:nvPr/>
        </p:nvSpPr>
        <p:spPr>
          <a:xfrm>
            <a:off x="4655772" y="5676754"/>
            <a:ext cx="443070" cy="393773"/>
          </a:xfrm>
          <a:prstGeom prst="mathMultiply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Multiplication Sign 23">
            <a:extLst>
              <a:ext uri="{FF2B5EF4-FFF2-40B4-BE49-F238E27FC236}">
                <a16:creationId xmlns:a16="http://schemas.microsoft.com/office/drawing/2014/main" id="{730A61B3-C5CC-2999-65C8-48863D6EB9A0}"/>
              </a:ext>
            </a:extLst>
          </p:cNvPr>
          <p:cNvSpPr/>
          <p:nvPr/>
        </p:nvSpPr>
        <p:spPr>
          <a:xfrm>
            <a:off x="5296659" y="5679541"/>
            <a:ext cx="443070" cy="393773"/>
          </a:xfrm>
          <a:prstGeom prst="mathMultiply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Multiplication Sign 24">
            <a:extLst>
              <a:ext uri="{FF2B5EF4-FFF2-40B4-BE49-F238E27FC236}">
                <a16:creationId xmlns:a16="http://schemas.microsoft.com/office/drawing/2014/main" id="{18A49BC9-6391-5135-F25D-7A7FAE5A1A48}"/>
              </a:ext>
            </a:extLst>
          </p:cNvPr>
          <p:cNvSpPr/>
          <p:nvPr/>
        </p:nvSpPr>
        <p:spPr>
          <a:xfrm>
            <a:off x="5920387" y="5676754"/>
            <a:ext cx="443070" cy="393773"/>
          </a:xfrm>
          <a:prstGeom prst="mathMultiply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32446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402D8-7C88-1A8B-965D-EC1E081E7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GPU Model</a:t>
            </a:r>
            <a:br>
              <a:rPr lang="en-US" dirty="0"/>
            </a:br>
            <a:r>
              <a:rPr lang="en-US" sz="4400" dirty="0"/>
              <a:t>Calculating Algorithm Performance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F10520-F385-2646-6819-E8B480335147}"/>
              </a:ext>
            </a:extLst>
          </p:cNvPr>
          <p:cNvSpPr/>
          <p:nvPr/>
        </p:nvSpPr>
        <p:spPr>
          <a:xfrm>
            <a:off x="1077903" y="2978202"/>
            <a:ext cx="3965428" cy="5752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3F180EB-6F0F-7C8B-1D60-97EAF0456D4A}"/>
              </a:ext>
            </a:extLst>
          </p:cNvPr>
          <p:cNvCxnSpPr/>
          <p:nvPr/>
        </p:nvCxnSpPr>
        <p:spPr>
          <a:xfrm>
            <a:off x="1750077" y="2978202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E9FCAD0-BDBB-3375-F31B-E908C0DAE559}"/>
              </a:ext>
            </a:extLst>
          </p:cNvPr>
          <p:cNvCxnSpPr/>
          <p:nvPr/>
        </p:nvCxnSpPr>
        <p:spPr>
          <a:xfrm>
            <a:off x="2405095" y="2978201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27CA34F-F27B-0063-9EE5-7137C969543C}"/>
              </a:ext>
            </a:extLst>
          </p:cNvPr>
          <p:cNvCxnSpPr/>
          <p:nvPr/>
        </p:nvCxnSpPr>
        <p:spPr>
          <a:xfrm>
            <a:off x="3035889" y="2987125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1BAEC2E-E918-9EA4-4FE3-DFB812CA5196}"/>
              </a:ext>
            </a:extLst>
          </p:cNvPr>
          <p:cNvCxnSpPr/>
          <p:nvPr/>
        </p:nvCxnSpPr>
        <p:spPr>
          <a:xfrm>
            <a:off x="3666684" y="2978200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E98838-1524-07EB-B5F5-510E2ACDA159}"/>
              </a:ext>
            </a:extLst>
          </p:cNvPr>
          <p:cNvCxnSpPr/>
          <p:nvPr/>
        </p:nvCxnSpPr>
        <p:spPr>
          <a:xfrm>
            <a:off x="4388314" y="2978199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A9F0918-1101-3915-A62E-871EB6B7C36F}"/>
              </a:ext>
            </a:extLst>
          </p:cNvPr>
          <p:cNvCxnSpPr/>
          <p:nvPr/>
        </p:nvCxnSpPr>
        <p:spPr>
          <a:xfrm>
            <a:off x="5043331" y="2987125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0986B2BD-42AD-1EED-32B6-23CC626611E7}"/>
              </a:ext>
            </a:extLst>
          </p:cNvPr>
          <p:cNvSpPr/>
          <p:nvPr/>
        </p:nvSpPr>
        <p:spPr>
          <a:xfrm>
            <a:off x="6255466" y="2987125"/>
            <a:ext cx="3965428" cy="5752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928C9FA-18E3-9175-1040-AD9EA73BCC77}"/>
              </a:ext>
            </a:extLst>
          </p:cNvPr>
          <p:cNvCxnSpPr/>
          <p:nvPr/>
        </p:nvCxnSpPr>
        <p:spPr>
          <a:xfrm>
            <a:off x="6927640" y="2987125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D7611AD-A4AB-561F-BD22-2D7447DE2776}"/>
              </a:ext>
            </a:extLst>
          </p:cNvPr>
          <p:cNvCxnSpPr/>
          <p:nvPr/>
        </p:nvCxnSpPr>
        <p:spPr>
          <a:xfrm>
            <a:off x="7582658" y="2987124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1BD38A0-5EB0-2059-590E-4E3B4EB01B0E}"/>
              </a:ext>
            </a:extLst>
          </p:cNvPr>
          <p:cNvCxnSpPr/>
          <p:nvPr/>
        </p:nvCxnSpPr>
        <p:spPr>
          <a:xfrm>
            <a:off x="8213452" y="2996048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9C86599-CD92-33AC-D89B-53937F919232}"/>
              </a:ext>
            </a:extLst>
          </p:cNvPr>
          <p:cNvCxnSpPr/>
          <p:nvPr/>
        </p:nvCxnSpPr>
        <p:spPr>
          <a:xfrm>
            <a:off x="8844247" y="2987123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C339CC8-F082-8168-594E-7C3DCA1ABF3B}"/>
              </a:ext>
            </a:extLst>
          </p:cNvPr>
          <p:cNvCxnSpPr/>
          <p:nvPr/>
        </p:nvCxnSpPr>
        <p:spPr>
          <a:xfrm>
            <a:off x="9565877" y="2987122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1E1E6F6-8E29-839C-7873-32B39693C20B}"/>
              </a:ext>
            </a:extLst>
          </p:cNvPr>
          <p:cNvCxnSpPr/>
          <p:nvPr/>
        </p:nvCxnSpPr>
        <p:spPr>
          <a:xfrm>
            <a:off x="10220894" y="2996048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843BA4C-B711-64B2-9828-BF54C35CC180}"/>
                  </a:ext>
                </a:extLst>
              </p:cNvPr>
              <p:cNvSpPr txBox="1"/>
              <p:nvPr/>
            </p:nvSpPr>
            <p:spPr>
              <a:xfrm>
                <a:off x="8052978" y="2437589"/>
                <a:ext cx="6116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𝑩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843BA4C-B711-64B2-9828-BF54C35CC1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2978" y="2437589"/>
                <a:ext cx="61161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EFC75C5-9451-BF04-0C23-80453D7A7AD3}"/>
                  </a:ext>
                </a:extLst>
              </p:cNvPr>
              <p:cNvSpPr txBox="1"/>
              <p:nvPr/>
            </p:nvSpPr>
            <p:spPr>
              <a:xfrm>
                <a:off x="2730080" y="2437589"/>
                <a:ext cx="6116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𝑨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EFC75C5-9451-BF04-0C23-80453D7A7A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0080" y="2437589"/>
                <a:ext cx="61161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C44C7630-625D-0308-353D-662C3A07DC5C}"/>
              </a:ext>
            </a:extLst>
          </p:cNvPr>
          <p:cNvSpPr/>
          <p:nvPr/>
        </p:nvSpPr>
        <p:spPr>
          <a:xfrm>
            <a:off x="3870558" y="5577076"/>
            <a:ext cx="3965428" cy="5752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CE60B6A-2BF1-DADE-1846-33C51FDD842B}"/>
              </a:ext>
            </a:extLst>
          </p:cNvPr>
          <p:cNvCxnSpPr/>
          <p:nvPr/>
        </p:nvCxnSpPr>
        <p:spPr>
          <a:xfrm>
            <a:off x="4542732" y="5577076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2295F44-DA5D-C347-22D5-94F0A8F100EB}"/>
              </a:ext>
            </a:extLst>
          </p:cNvPr>
          <p:cNvCxnSpPr/>
          <p:nvPr/>
        </p:nvCxnSpPr>
        <p:spPr>
          <a:xfrm>
            <a:off x="5197750" y="5577075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E624377-24FC-4C4D-295B-1190EF2E9281}"/>
              </a:ext>
            </a:extLst>
          </p:cNvPr>
          <p:cNvCxnSpPr/>
          <p:nvPr/>
        </p:nvCxnSpPr>
        <p:spPr>
          <a:xfrm>
            <a:off x="5828544" y="5585999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3F584582-F02F-E0A3-FFA6-1A49C07ABD9B}"/>
              </a:ext>
            </a:extLst>
          </p:cNvPr>
          <p:cNvCxnSpPr/>
          <p:nvPr/>
        </p:nvCxnSpPr>
        <p:spPr>
          <a:xfrm>
            <a:off x="6459339" y="5577074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2BAC588-D58A-727D-27B8-580EF94190DC}"/>
              </a:ext>
            </a:extLst>
          </p:cNvPr>
          <p:cNvCxnSpPr/>
          <p:nvPr/>
        </p:nvCxnSpPr>
        <p:spPr>
          <a:xfrm>
            <a:off x="7180969" y="5577073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A7E86B92-ED5F-AA2A-3A60-11A355AF3332}"/>
              </a:ext>
            </a:extLst>
          </p:cNvPr>
          <p:cNvCxnSpPr/>
          <p:nvPr/>
        </p:nvCxnSpPr>
        <p:spPr>
          <a:xfrm>
            <a:off x="7835986" y="5585999"/>
            <a:ext cx="0" cy="575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456B92A6-AC5F-0060-82AE-714B3FEAD71A}"/>
                  </a:ext>
                </a:extLst>
              </p:cNvPr>
              <p:cNvSpPr txBox="1"/>
              <p:nvPr/>
            </p:nvSpPr>
            <p:spPr>
              <a:xfrm>
                <a:off x="1992302" y="5714503"/>
                <a:ext cx="12969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Threa</a:t>
                </a:r>
                <a:r>
                  <a:rPr lang="en-US" dirty="0" err="1"/>
                  <a:t>dID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456B92A6-AC5F-0060-82AE-714B3FEAD7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2302" y="5714503"/>
                <a:ext cx="1296916" cy="369332"/>
              </a:xfrm>
              <a:prstGeom prst="rect">
                <a:avLst/>
              </a:prstGeom>
              <a:blipFill>
                <a:blip r:embed="rId5"/>
                <a:stretch>
                  <a:fillRect l="-939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Multiplication Sign 21">
            <a:extLst>
              <a:ext uri="{FF2B5EF4-FFF2-40B4-BE49-F238E27FC236}">
                <a16:creationId xmlns:a16="http://schemas.microsoft.com/office/drawing/2014/main" id="{E80A049B-70B3-A88F-23D2-2F0996DE8529}"/>
              </a:ext>
            </a:extLst>
          </p:cNvPr>
          <p:cNvSpPr/>
          <p:nvPr/>
        </p:nvSpPr>
        <p:spPr>
          <a:xfrm>
            <a:off x="4054248" y="5690062"/>
            <a:ext cx="443070" cy="393773"/>
          </a:xfrm>
          <a:prstGeom prst="mathMultiply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04870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498D6-C072-2DE4-618D-1F913D1EF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GPU Model</a:t>
            </a:r>
            <a:br>
              <a:rPr lang="en-US" dirty="0"/>
            </a:br>
            <a:r>
              <a:rPr lang="en-US" sz="4400" dirty="0"/>
              <a:t>Calculating Algorithm Performance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B098A7-9AD3-A650-0CAA-27B3618AB0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C[</a:t>
                </a:r>
                <a:r>
                  <a:rPr lang="en-US" dirty="0" err="1"/>
                  <a:t>i</a:t>
                </a:r>
                <a:r>
                  <a:rPr lang="en-US" dirty="0"/>
                  <a:t>]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nary>
                  </m:oMath>
                </a14:m>
                <a:r>
                  <a:rPr lang="en-US" dirty="0"/>
                  <a:t> *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A not so good algorithm</a:t>
                </a:r>
              </a:p>
              <a:p>
                <a:pPr lvl="1"/>
                <a:r>
                  <a:rPr lang="en-US" dirty="0" err="1"/>
                  <a:t>BlockID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responsible for computing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 err="1"/>
                  <a:t>ThreadID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computes the product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and store into Temp[k]</a:t>
                </a:r>
              </a:p>
              <a:p>
                <a:pPr lvl="1"/>
                <a:r>
                  <a:rPr lang="en-US" dirty="0" err="1"/>
                  <a:t>ThreadID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computes the sum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𝑇𝑒𝑚𝑝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nary>
                  </m:oMath>
                </a14:m>
                <a:r>
                  <a:rPr lang="en-US" dirty="0"/>
                  <a:t> and stores into C[</a:t>
                </a:r>
                <a:r>
                  <a:rPr lang="en-US" dirty="0" err="1"/>
                  <a:t>i</a:t>
                </a:r>
                <a:r>
                  <a:rPr lang="en-US" dirty="0"/>
                  <a:t>]</a:t>
                </a:r>
              </a:p>
              <a:p>
                <a:endParaRPr lang="en-US" dirty="0"/>
              </a:p>
              <a:p>
                <a:r>
                  <a:rPr lang="en-US" dirty="0">
                    <a:solidFill>
                      <a:srgbClr val="C00000"/>
                    </a:solidFill>
                  </a:rPr>
                  <a:t>Why is this not so good?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B098A7-9AD3-A650-0CAA-27B3618AB0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543605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498D6-C072-2DE4-618D-1F913D1EF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GPU Model</a:t>
            </a:r>
            <a:br>
              <a:rPr lang="en-US" dirty="0"/>
            </a:br>
            <a:r>
              <a:rPr lang="en-US" sz="4400" dirty="0"/>
              <a:t>Calculating Algorithm Performance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B098A7-9AD3-A650-0CAA-27B3618AB0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C[</a:t>
                </a:r>
                <a:r>
                  <a:rPr lang="en-US" dirty="0" err="1"/>
                  <a:t>i</a:t>
                </a:r>
                <a:r>
                  <a:rPr lang="en-US" dirty="0"/>
                  <a:t>]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nary>
                  </m:oMath>
                </a14:m>
                <a:r>
                  <a:rPr lang="en-US" dirty="0"/>
                  <a:t> *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A not so good algorithm</a:t>
                </a:r>
              </a:p>
              <a:p>
                <a:pPr lvl="1"/>
                <a:r>
                  <a:rPr lang="en-US" dirty="0" err="1"/>
                  <a:t>BlockID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responsible for computing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 err="1"/>
                  <a:t>ThreadID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computes the product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and store into Temp[k]</a:t>
                </a:r>
              </a:p>
              <a:p>
                <a:pPr lvl="1"/>
                <a:r>
                  <a:rPr lang="en-US" dirty="0" err="1"/>
                  <a:t>ThreadID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computes the sum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𝑇𝑒𝑚𝑝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nary>
                  </m:oMath>
                </a14:m>
                <a:r>
                  <a:rPr lang="en-US" dirty="0"/>
                  <a:t> and stores into C[</a:t>
                </a:r>
                <a:r>
                  <a:rPr lang="en-US" dirty="0" err="1"/>
                  <a:t>i</a:t>
                </a:r>
                <a:r>
                  <a:rPr lang="en-US" dirty="0"/>
                  <a:t>]</a:t>
                </a:r>
              </a:p>
              <a:p>
                <a:endParaRPr lang="en-US" dirty="0"/>
              </a:p>
              <a:p>
                <a:r>
                  <a:rPr lang="en-US" dirty="0"/>
                  <a:t>Why is this not so good? </a:t>
                </a:r>
                <a:r>
                  <a:rPr lang="en-US" dirty="0">
                    <a:solidFill>
                      <a:srgbClr val="C00000"/>
                    </a:solidFill>
                  </a:rPr>
                  <a:t>When adding, all other threads are idling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B098A7-9AD3-A650-0CAA-27B3618AB0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202240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03665-E31C-B3B7-C7D0-2D7459CA6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GPU Model</a:t>
            </a:r>
            <a:br>
              <a:rPr lang="en-US" dirty="0"/>
            </a:br>
            <a:r>
              <a:rPr lang="en-US" sz="3600" dirty="0"/>
              <a:t>Calculating Algorithm Performance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4C34E4-CAF7-63A0-B27B-652BE86269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1322" y="1825624"/>
                <a:ext cx="4562020" cy="5032375"/>
              </a:xfrm>
            </p:spPr>
            <p:txBody>
              <a:bodyPr>
                <a:normAutofit fontScale="55000" lnSpcReduction="20000"/>
              </a:bodyPr>
              <a:lstStyle/>
              <a:p>
                <a:r>
                  <a:rPr lang="en-US" dirty="0"/>
                  <a:t>C[</a:t>
                </a:r>
                <a:r>
                  <a:rPr lang="en-US" dirty="0" err="1"/>
                  <a:t>i</a:t>
                </a:r>
                <a:r>
                  <a:rPr lang="en-US" dirty="0"/>
                  <a:t>]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nary>
                  </m:oMath>
                </a14:m>
                <a:r>
                  <a:rPr lang="en-US" dirty="0"/>
                  <a:t> *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r>
                  <a:rPr lang="en-US" dirty="0"/>
                  <a:t>Assume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In thread: bid, </a:t>
                </a:r>
                <a:r>
                  <a:rPr lang="en-US" dirty="0" err="1"/>
                  <a:t>tid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RMA: Read A[bid][</a:t>
                </a:r>
                <a:r>
                  <a:rPr lang="en-US" dirty="0" err="1"/>
                  <a:t>tid</a:t>
                </a:r>
                <a:r>
                  <a:rPr lang="en-US" dirty="0"/>
                  <a:t>] into cache</a:t>
                </a:r>
              </a:p>
              <a:p>
                <a:pPr marL="0" indent="0">
                  <a:buNone/>
                </a:pPr>
                <a:r>
                  <a:rPr lang="en-US" dirty="0"/>
                  <a:t>RMB: Read B[</a:t>
                </a:r>
                <a:r>
                  <a:rPr lang="en-US" dirty="0" err="1"/>
                  <a:t>tid</a:t>
                </a:r>
                <a:r>
                  <a:rPr lang="en-US" dirty="0"/>
                  <a:t>] into cache</a:t>
                </a:r>
              </a:p>
              <a:p>
                <a:pPr marL="0" indent="0">
                  <a:buNone/>
                </a:pPr>
                <a:r>
                  <a:rPr lang="en-US" dirty="0" err="1"/>
                  <a:t>Syncthreads</a:t>
                </a:r>
                <a:r>
                  <a:rPr lang="en-US" dirty="0"/>
                  <a:t>()</a:t>
                </a:r>
              </a:p>
              <a:p>
                <a:pPr marL="0" indent="0">
                  <a:buNone/>
                </a:pPr>
                <a:r>
                  <a:rPr lang="en-US" dirty="0"/>
                  <a:t>RA: Read A[bid][</a:t>
                </a:r>
                <a:r>
                  <a:rPr lang="en-US" dirty="0" err="1"/>
                  <a:t>tid</a:t>
                </a:r>
                <a:r>
                  <a:rPr lang="en-US" dirty="0"/>
                  <a:t>] into processor</a:t>
                </a:r>
              </a:p>
              <a:p>
                <a:pPr marL="0" indent="0">
                  <a:buNone/>
                </a:pPr>
                <a:r>
                  <a:rPr lang="en-US" dirty="0"/>
                  <a:t>RB: Read B[</a:t>
                </a:r>
                <a:r>
                  <a:rPr lang="en-US" dirty="0" err="1"/>
                  <a:t>tid</a:t>
                </a:r>
                <a:r>
                  <a:rPr lang="en-US" dirty="0"/>
                  <a:t>] into processor</a:t>
                </a:r>
              </a:p>
              <a:p>
                <a:pPr marL="0" indent="0">
                  <a:buNone/>
                </a:pPr>
                <a:r>
                  <a:rPr lang="en-US" dirty="0"/>
                  <a:t>M: Temp[</a:t>
                </a:r>
                <a:r>
                  <a:rPr lang="en-US" dirty="0" err="1"/>
                  <a:t>tid</a:t>
                </a:r>
                <a:r>
                  <a:rPr lang="en-US" dirty="0"/>
                  <a:t>] &lt;- Mult A[bid][</a:t>
                </a:r>
                <a:r>
                  <a:rPr lang="en-US" dirty="0" err="1"/>
                  <a:t>tid</a:t>
                </a:r>
                <a:r>
                  <a:rPr lang="en-US" dirty="0"/>
                  <a:t>]*B[</a:t>
                </a:r>
                <a:r>
                  <a:rPr lang="en-US" dirty="0" err="1"/>
                  <a:t>tid</a:t>
                </a:r>
                <a:r>
                  <a:rPr lang="en-US" dirty="0"/>
                  <a:t>]</a:t>
                </a:r>
              </a:p>
              <a:p>
                <a:pPr marL="0" indent="0">
                  <a:buNone/>
                </a:pPr>
                <a:r>
                  <a:rPr lang="en-US" dirty="0" err="1"/>
                  <a:t>syncthreads</a:t>
                </a:r>
                <a:r>
                  <a:rPr lang="en-US" dirty="0"/>
                  <a:t>()</a:t>
                </a:r>
              </a:p>
              <a:p>
                <a:r>
                  <a:rPr lang="en-US" dirty="0"/>
                  <a:t>In thread 0</a:t>
                </a:r>
              </a:p>
              <a:p>
                <a:pPr marL="0" indent="0">
                  <a:buNone/>
                </a:pPr>
                <a:r>
                  <a:rPr lang="en-US" dirty="0"/>
                  <a:t>{ Repeat for </a:t>
                </a:r>
                <a:r>
                  <a:rPr lang="en-US" dirty="0" err="1"/>
                  <a:t>iter</a:t>
                </a:r>
                <a:r>
                  <a:rPr lang="en-US" dirty="0"/>
                  <a:t> = 1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 times</a:t>
                </a:r>
              </a:p>
              <a:p>
                <a:pPr marL="0" indent="0">
                  <a:buNone/>
                </a:pPr>
                <a:r>
                  <a:rPr lang="en-US" dirty="0"/>
                  <a:t>A: Temp[0] = Temp[0] + T[</a:t>
                </a:r>
                <a:r>
                  <a:rPr lang="en-US" dirty="0" err="1"/>
                  <a:t>iter</a:t>
                </a:r>
                <a:r>
                  <a:rPr lang="en-US" dirty="0"/>
                  <a:t>]</a:t>
                </a:r>
              </a:p>
              <a:p>
                <a:pPr marL="0" indent="0">
                  <a:buNone/>
                </a:pPr>
                <a:r>
                  <a:rPr lang="en-US" dirty="0"/>
                  <a:t>C[bid] = Temp[0]</a:t>
                </a:r>
              </a:p>
              <a:p>
                <a:pPr marL="0" indent="0">
                  <a:buNone/>
                </a:pPr>
                <a:r>
                  <a:rPr lang="en-US" dirty="0"/>
                  <a:t>}</a:t>
                </a:r>
              </a:p>
              <a:p>
                <a:pPr marL="0" indent="0">
                  <a:buNone/>
                </a:pPr>
                <a:r>
                  <a:rPr lang="en-US" dirty="0"/>
                  <a:t>SMC: Store C[bid] into DRAM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4C34E4-CAF7-63A0-B27B-652BE86269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1322" y="1825624"/>
                <a:ext cx="4562020" cy="5032375"/>
              </a:xfrm>
              <a:blipFill>
                <a:blip r:embed="rId2"/>
                <a:stretch>
                  <a:fillRect l="-535" t="-82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544560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03665-E31C-B3B7-C7D0-2D7459CA6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GPU Model</a:t>
            </a:r>
            <a:br>
              <a:rPr lang="en-US" dirty="0"/>
            </a:br>
            <a:r>
              <a:rPr lang="en-US" sz="3600" dirty="0"/>
              <a:t>Calculating Algorithm Performance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4C34E4-CAF7-63A0-B27B-652BE86269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1322" y="1825624"/>
                <a:ext cx="4562020" cy="5032375"/>
              </a:xfrm>
            </p:spPr>
            <p:txBody>
              <a:bodyPr>
                <a:normAutofit fontScale="55000" lnSpcReduction="20000"/>
              </a:bodyPr>
              <a:lstStyle/>
              <a:p>
                <a:r>
                  <a:rPr lang="en-US" dirty="0"/>
                  <a:t>C[</a:t>
                </a:r>
                <a:r>
                  <a:rPr lang="en-US" dirty="0" err="1"/>
                  <a:t>i</a:t>
                </a:r>
                <a:r>
                  <a:rPr lang="en-US" dirty="0"/>
                  <a:t>]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nary>
                  </m:oMath>
                </a14:m>
                <a:r>
                  <a:rPr lang="en-US" dirty="0"/>
                  <a:t> *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r>
                  <a:rPr lang="en-US" dirty="0"/>
                  <a:t>Assume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In thread: bid, </a:t>
                </a:r>
                <a:r>
                  <a:rPr lang="en-US" dirty="0" err="1"/>
                  <a:t>tid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RMA: Read A[bid][</a:t>
                </a:r>
                <a:r>
                  <a:rPr lang="en-US" dirty="0" err="1"/>
                  <a:t>tid</a:t>
                </a:r>
                <a:r>
                  <a:rPr lang="en-US" dirty="0"/>
                  <a:t>] into cache</a:t>
                </a:r>
              </a:p>
              <a:p>
                <a:pPr marL="0" indent="0">
                  <a:buNone/>
                </a:pPr>
                <a:r>
                  <a:rPr lang="en-US" dirty="0"/>
                  <a:t>RMB: Read B[</a:t>
                </a:r>
                <a:r>
                  <a:rPr lang="en-US" dirty="0" err="1"/>
                  <a:t>tid</a:t>
                </a:r>
                <a:r>
                  <a:rPr lang="en-US" dirty="0"/>
                  <a:t>] into cache</a:t>
                </a:r>
              </a:p>
              <a:p>
                <a:pPr marL="0" indent="0">
                  <a:buNone/>
                </a:pPr>
                <a:r>
                  <a:rPr lang="en-US" dirty="0" err="1"/>
                  <a:t>Syncthreads</a:t>
                </a:r>
                <a:r>
                  <a:rPr lang="en-US" dirty="0"/>
                  <a:t>()</a:t>
                </a:r>
              </a:p>
              <a:p>
                <a:pPr marL="0" indent="0">
                  <a:buNone/>
                </a:pPr>
                <a:r>
                  <a:rPr lang="en-US" dirty="0"/>
                  <a:t>RA: Read A[bid][</a:t>
                </a:r>
                <a:r>
                  <a:rPr lang="en-US" dirty="0" err="1"/>
                  <a:t>tid</a:t>
                </a:r>
                <a:r>
                  <a:rPr lang="en-US" dirty="0"/>
                  <a:t>] into processor</a:t>
                </a:r>
              </a:p>
              <a:p>
                <a:pPr marL="0" indent="0">
                  <a:buNone/>
                </a:pPr>
                <a:r>
                  <a:rPr lang="en-US" dirty="0"/>
                  <a:t>RB: Read B[</a:t>
                </a:r>
                <a:r>
                  <a:rPr lang="en-US" dirty="0" err="1"/>
                  <a:t>tid</a:t>
                </a:r>
                <a:r>
                  <a:rPr lang="en-US" dirty="0"/>
                  <a:t>] into processor</a:t>
                </a:r>
              </a:p>
              <a:p>
                <a:pPr marL="0" indent="0">
                  <a:buNone/>
                </a:pPr>
                <a:r>
                  <a:rPr lang="en-US" dirty="0"/>
                  <a:t>M: Temp[</a:t>
                </a:r>
                <a:r>
                  <a:rPr lang="en-US" dirty="0" err="1"/>
                  <a:t>tid</a:t>
                </a:r>
                <a:r>
                  <a:rPr lang="en-US" dirty="0"/>
                  <a:t>] &lt;- Mult A[bid][</a:t>
                </a:r>
                <a:r>
                  <a:rPr lang="en-US" dirty="0" err="1"/>
                  <a:t>tid</a:t>
                </a:r>
                <a:r>
                  <a:rPr lang="en-US" dirty="0"/>
                  <a:t>]*B[</a:t>
                </a:r>
                <a:r>
                  <a:rPr lang="en-US" dirty="0" err="1"/>
                  <a:t>tid</a:t>
                </a:r>
                <a:r>
                  <a:rPr lang="en-US" dirty="0"/>
                  <a:t>]</a:t>
                </a:r>
              </a:p>
              <a:p>
                <a:pPr marL="0" indent="0">
                  <a:buNone/>
                </a:pPr>
                <a:r>
                  <a:rPr lang="en-US" dirty="0" err="1"/>
                  <a:t>syncthreads</a:t>
                </a:r>
                <a:r>
                  <a:rPr lang="en-US" dirty="0"/>
                  <a:t>()</a:t>
                </a:r>
              </a:p>
              <a:p>
                <a:r>
                  <a:rPr lang="en-US" dirty="0"/>
                  <a:t>In thread 0</a:t>
                </a:r>
              </a:p>
              <a:p>
                <a:pPr marL="0" indent="0">
                  <a:buNone/>
                </a:pPr>
                <a:r>
                  <a:rPr lang="en-US" dirty="0"/>
                  <a:t>{ Repeat for </a:t>
                </a:r>
                <a:r>
                  <a:rPr lang="en-US" dirty="0" err="1"/>
                  <a:t>iter</a:t>
                </a:r>
                <a:r>
                  <a:rPr lang="en-US" dirty="0"/>
                  <a:t> = 1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 times</a:t>
                </a:r>
              </a:p>
              <a:p>
                <a:pPr marL="0" indent="0">
                  <a:buNone/>
                </a:pPr>
                <a:r>
                  <a:rPr lang="en-US" dirty="0"/>
                  <a:t>A: Temp[0] = Temp[0] + T[</a:t>
                </a:r>
                <a:r>
                  <a:rPr lang="en-US" dirty="0" err="1"/>
                  <a:t>iter</a:t>
                </a:r>
                <a:r>
                  <a:rPr lang="en-US" dirty="0"/>
                  <a:t>]</a:t>
                </a:r>
              </a:p>
              <a:p>
                <a:pPr marL="0" indent="0">
                  <a:buNone/>
                </a:pPr>
                <a:r>
                  <a:rPr lang="en-US" dirty="0"/>
                  <a:t>C[bid] = Temp[0]</a:t>
                </a:r>
              </a:p>
              <a:p>
                <a:pPr marL="0" indent="0">
                  <a:buNone/>
                </a:pPr>
                <a:r>
                  <a:rPr lang="en-US" dirty="0"/>
                  <a:t>}</a:t>
                </a:r>
              </a:p>
              <a:p>
                <a:pPr marL="0" indent="0">
                  <a:buNone/>
                </a:pPr>
                <a:r>
                  <a:rPr lang="en-US" dirty="0"/>
                  <a:t>SMC: Store C[bid] into DRAM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4C34E4-CAF7-63A0-B27B-652BE86269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1322" y="1825624"/>
                <a:ext cx="4562020" cy="5032375"/>
              </a:xfrm>
              <a:blipFill>
                <a:blip r:embed="rId2"/>
                <a:stretch>
                  <a:fillRect l="-535" t="-82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78ECC6D7-410C-4209-48A9-3BBDC80D99B5}"/>
              </a:ext>
            </a:extLst>
          </p:cNvPr>
          <p:cNvSpPr/>
          <p:nvPr/>
        </p:nvSpPr>
        <p:spPr>
          <a:xfrm>
            <a:off x="1486637" y="2613414"/>
            <a:ext cx="719722" cy="31856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CDE492-AB94-B22C-1A8B-92B14DFB28BD}"/>
              </a:ext>
            </a:extLst>
          </p:cNvPr>
          <p:cNvSpPr txBox="1"/>
          <p:nvPr/>
        </p:nvSpPr>
        <p:spPr>
          <a:xfrm>
            <a:off x="6583680" y="2465930"/>
            <a:ext cx="23656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Notice how the code is bid, </a:t>
            </a:r>
            <a:r>
              <a:rPr lang="en-US" dirty="0" err="1"/>
              <a:t>tid</a:t>
            </a:r>
            <a:r>
              <a:rPr lang="en-US" dirty="0"/>
              <a:t> dependent.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42F6182-B20B-AF57-8B6B-BD4FFB0B3935}"/>
              </a:ext>
            </a:extLst>
          </p:cNvPr>
          <p:cNvCxnSpPr>
            <a:stCxn id="5" idx="1"/>
          </p:cNvCxnSpPr>
          <p:nvPr/>
        </p:nvCxnSpPr>
        <p:spPr>
          <a:xfrm flipH="1" flipV="1">
            <a:off x="2247654" y="2784495"/>
            <a:ext cx="4336026" cy="460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317679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03665-E31C-B3B7-C7D0-2D7459CA6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GPU Model</a:t>
            </a:r>
            <a:br>
              <a:rPr lang="en-US" dirty="0"/>
            </a:br>
            <a:r>
              <a:rPr lang="en-US" sz="3600" dirty="0"/>
              <a:t>Calculating Algorithm Performance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4C34E4-CAF7-63A0-B27B-652BE86269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1322" y="1825624"/>
                <a:ext cx="4562020" cy="5032375"/>
              </a:xfrm>
            </p:spPr>
            <p:txBody>
              <a:bodyPr>
                <a:normAutofit fontScale="55000" lnSpcReduction="20000"/>
              </a:bodyPr>
              <a:lstStyle/>
              <a:p>
                <a:r>
                  <a:rPr lang="en-US" dirty="0"/>
                  <a:t>C[</a:t>
                </a:r>
                <a:r>
                  <a:rPr lang="en-US" dirty="0" err="1"/>
                  <a:t>i</a:t>
                </a:r>
                <a:r>
                  <a:rPr lang="en-US" dirty="0"/>
                  <a:t>]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nary>
                  </m:oMath>
                </a14:m>
                <a:r>
                  <a:rPr lang="en-US" dirty="0"/>
                  <a:t> *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r>
                  <a:rPr lang="en-US" dirty="0"/>
                  <a:t>Assume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In thread: bid, </a:t>
                </a:r>
                <a:r>
                  <a:rPr lang="en-US" dirty="0" err="1"/>
                  <a:t>tid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RMA: Read A[bid][</a:t>
                </a:r>
                <a:r>
                  <a:rPr lang="en-US" dirty="0" err="1"/>
                  <a:t>tid</a:t>
                </a:r>
                <a:r>
                  <a:rPr lang="en-US" dirty="0"/>
                  <a:t>] into cache</a:t>
                </a:r>
              </a:p>
              <a:p>
                <a:pPr marL="0" indent="0">
                  <a:buNone/>
                </a:pPr>
                <a:r>
                  <a:rPr lang="en-US" dirty="0"/>
                  <a:t>RMB: Read B[</a:t>
                </a:r>
                <a:r>
                  <a:rPr lang="en-US" dirty="0" err="1"/>
                  <a:t>tid</a:t>
                </a:r>
                <a:r>
                  <a:rPr lang="en-US" dirty="0"/>
                  <a:t>] into cache</a:t>
                </a:r>
              </a:p>
              <a:p>
                <a:pPr marL="0" indent="0">
                  <a:buNone/>
                </a:pPr>
                <a:r>
                  <a:rPr lang="en-US" dirty="0" err="1"/>
                  <a:t>Syncthreads</a:t>
                </a:r>
                <a:r>
                  <a:rPr lang="en-US" dirty="0"/>
                  <a:t>()</a:t>
                </a:r>
              </a:p>
              <a:p>
                <a:pPr marL="0" indent="0">
                  <a:buNone/>
                </a:pPr>
                <a:r>
                  <a:rPr lang="en-US" dirty="0"/>
                  <a:t>RA: Read A[bid][</a:t>
                </a:r>
                <a:r>
                  <a:rPr lang="en-US" dirty="0" err="1"/>
                  <a:t>tid</a:t>
                </a:r>
                <a:r>
                  <a:rPr lang="en-US" dirty="0"/>
                  <a:t>] into processor</a:t>
                </a:r>
              </a:p>
              <a:p>
                <a:pPr marL="0" indent="0">
                  <a:buNone/>
                </a:pPr>
                <a:r>
                  <a:rPr lang="en-US" dirty="0"/>
                  <a:t>RB: Read B[</a:t>
                </a:r>
                <a:r>
                  <a:rPr lang="en-US" dirty="0" err="1"/>
                  <a:t>tid</a:t>
                </a:r>
                <a:r>
                  <a:rPr lang="en-US" dirty="0"/>
                  <a:t>] into processor</a:t>
                </a:r>
              </a:p>
              <a:p>
                <a:pPr marL="0" indent="0">
                  <a:buNone/>
                </a:pPr>
                <a:r>
                  <a:rPr lang="en-US" dirty="0"/>
                  <a:t>M: Temp[</a:t>
                </a:r>
                <a:r>
                  <a:rPr lang="en-US" dirty="0" err="1"/>
                  <a:t>tid</a:t>
                </a:r>
                <a:r>
                  <a:rPr lang="en-US" dirty="0"/>
                  <a:t>] &lt;- Mult A[bid][</a:t>
                </a:r>
                <a:r>
                  <a:rPr lang="en-US" dirty="0" err="1"/>
                  <a:t>tid</a:t>
                </a:r>
                <a:r>
                  <a:rPr lang="en-US" dirty="0"/>
                  <a:t>]*B[</a:t>
                </a:r>
                <a:r>
                  <a:rPr lang="en-US" dirty="0" err="1"/>
                  <a:t>tid</a:t>
                </a:r>
                <a:r>
                  <a:rPr lang="en-US" dirty="0"/>
                  <a:t>]</a:t>
                </a:r>
              </a:p>
              <a:p>
                <a:pPr marL="0" indent="0">
                  <a:buNone/>
                </a:pPr>
                <a:r>
                  <a:rPr lang="en-US" dirty="0" err="1"/>
                  <a:t>syncthreads</a:t>
                </a:r>
                <a:r>
                  <a:rPr lang="en-US" dirty="0"/>
                  <a:t>()</a:t>
                </a:r>
              </a:p>
              <a:p>
                <a:r>
                  <a:rPr lang="en-US" dirty="0"/>
                  <a:t>In thread 0</a:t>
                </a:r>
              </a:p>
              <a:p>
                <a:pPr marL="0" indent="0">
                  <a:buNone/>
                </a:pPr>
                <a:r>
                  <a:rPr lang="en-US" dirty="0"/>
                  <a:t>{ Repeat for </a:t>
                </a:r>
                <a:r>
                  <a:rPr lang="en-US" dirty="0" err="1"/>
                  <a:t>iter</a:t>
                </a:r>
                <a:r>
                  <a:rPr lang="en-US" dirty="0"/>
                  <a:t> = 1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 times</a:t>
                </a:r>
              </a:p>
              <a:p>
                <a:pPr marL="0" indent="0">
                  <a:buNone/>
                </a:pPr>
                <a:r>
                  <a:rPr lang="en-US" dirty="0"/>
                  <a:t>A: Temp[0] = Temp[0] + T[</a:t>
                </a:r>
                <a:r>
                  <a:rPr lang="en-US" dirty="0" err="1"/>
                  <a:t>iter</a:t>
                </a:r>
                <a:r>
                  <a:rPr lang="en-US" dirty="0"/>
                  <a:t>]</a:t>
                </a:r>
              </a:p>
              <a:p>
                <a:pPr marL="0" indent="0">
                  <a:buNone/>
                </a:pPr>
                <a:r>
                  <a:rPr lang="en-US" dirty="0"/>
                  <a:t>C[bid] = Temp[0]</a:t>
                </a:r>
              </a:p>
              <a:p>
                <a:pPr marL="0" indent="0">
                  <a:buNone/>
                </a:pPr>
                <a:r>
                  <a:rPr lang="en-US" dirty="0"/>
                  <a:t>}</a:t>
                </a:r>
              </a:p>
              <a:p>
                <a:pPr marL="0" indent="0">
                  <a:buNone/>
                </a:pPr>
                <a:r>
                  <a:rPr lang="en-US" dirty="0"/>
                  <a:t>SMC: Store C[bid] into DRAM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4C34E4-CAF7-63A0-B27B-652BE86269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1322" y="1825624"/>
                <a:ext cx="4562020" cy="5032375"/>
              </a:xfrm>
              <a:blipFill>
                <a:blip r:embed="rId2"/>
                <a:stretch>
                  <a:fillRect l="-535" t="-82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78ECC6D7-410C-4209-48A9-3BBDC80D99B5}"/>
              </a:ext>
            </a:extLst>
          </p:cNvPr>
          <p:cNvSpPr/>
          <p:nvPr/>
        </p:nvSpPr>
        <p:spPr>
          <a:xfrm>
            <a:off x="1486637" y="2613414"/>
            <a:ext cx="719722" cy="31856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CDE492-AB94-B22C-1A8B-92B14DFB28BD}"/>
              </a:ext>
            </a:extLst>
          </p:cNvPr>
          <p:cNvSpPr txBox="1"/>
          <p:nvPr/>
        </p:nvSpPr>
        <p:spPr>
          <a:xfrm>
            <a:off x="6583680" y="2465930"/>
            <a:ext cx="236564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Also, notice how each thread performs the same computation but on different data (SPMD)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42F6182-B20B-AF57-8B6B-BD4FFB0B3935}"/>
              </a:ext>
            </a:extLst>
          </p:cNvPr>
          <p:cNvCxnSpPr>
            <a:stCxn id="5" idx="1"/>
          </p:cNvCxnSpPr>
          <p:nvPr/>
        </p:nvCxnSpPr>
        <p:spPr>
          <a:xfrm flipH="1" flipV="1">
            <a:off x="2247654" y="2784495"/>
            <a:ext cx="4336026" cy="420099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053604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03665-E31C-B3B7-C7D0-2D7459CA6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GPU Model</a:t>
            </a:r>
            <a:br>
              <a:rPr lang="en-US" dirty="0"/>
            </a:br>
            <a:r>
              <a:rPr lang="en-US" sz="3600" dirty="0"/>
              <a:t>Calculating Algorithm Performance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4C34E4-CAF7-63A0-B27B-652BE86269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1322" y="1825624"/>
                <a:ext cx="4562020" cy="5032375"/>
              </a:xfrm>
            </p:spPr>
            <p:txBody>
              <a:bodyPr>
                <a:normAutofit fontScale="55000" lnSpcReduction="20000"/>
              </a:bodyPr>
              <a:lstStyle/>
              <a:p>
                <a:r>
                  <a:rPr lang="en-US" dirty="0"/>
                  <a:t>C[</a:t>
                </a:r>
                <a:r>
                  <a:rPr lang="en-US" dirty="0" err="1"/>
                  <a:t>i</a:t>
                </a:r>
                <a:r>
                  <a:rPr lang="en-US" dirty="0"/>
                  <a:t>]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nary>
                  </m:oMath>
                </a14:m>
                <a:r>
                  <a:rPr lang="en-US" dirty="0"/>
                  <a:t> *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r>
                  <a:rPr lang="en-US" dirty="0"/>
                  <a:t>Assume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In thread: bid, </a:t>
                </a:r>
                <a:r>
                  <a:rPr lang="en-US" dirty="0" err="1"/>
                  <a:t>tid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RMA: Read A[bid][</a:t>
                </a:r>
                <a:r>
                  <a:rPr lang="en-US" dirty="0" err="1"/>
                  <a:t>tid</a:t>
                </a:r>
                <a:r>
                  <a:rPr lang="en-US" dirty="0"/>
                  <a:t>] into cache</a:t>
                </a:r>
              </a:p>
              <a:p>
                <a:pPr marL="0" indent="0">
                  <a:buNone/>
                </a:pPr>
                <a:r>
                  <a:rPr lang="en-US" dirty="0"/>
                  <a:t>RMB: Read B[</a:t>
                </a:r>
                <a:r>
                  <a:rPr lang="en-US" dirty="0" err="1"/>
                  <a:t>tid</a:t>
                </a:r>
                <a:r>
                  <a:rPr lang="en-US" dirty="0"/>
                  <a:t>] into cache</a:t>
                </a:r>
              </a:p>
              <a:p>
                <a:pPr marL="0" indent="0">
                  <a:buNone/>
                </a:pPr>
                <a:r>
                  <a:rPr lang="en-US" dirty="0" err="1"/>
                  <a:t>Syncthreads</a:t>
                </a:r>
                <a:r>
                  <a:rPr lang="en-US" dirty="0"/>
                  <a:t>()</a:t>
                </a:r>
              </a:p>
              <a:p>
                <a:pPr marL="0" indent="0">
                  <a:buNone/>
                </a:pPr>
                <a:r>
                  <a:rPr lang="en-US" dirty="0"/>
                  <a:t>RA: Read A[bid][</a:t>
                </a:r>
                <a:r>
                  <a:rPr lang="en-US" dirty="0" err="1"/>
                  <a:t>tid</a:t>
                </a:r>
                <a:r>
                  <a:rPr lang="en-US" dirty="0"/>
                  <a:t>] into processor</a:t>
                </a:r>
              </a:p>
              <a:p>
                <a:pPr marL="0" indent="0">
                  <a:buNone/>
                </a:pPr>
                <a:r>
                  <a:rPr lang="en-US" dirty="0"/>
                  <a:t>RB: Read B[</a:t>
                </a:r>
                <a:r>
                  <a:rPr lang="en-US" dirty="0" err="1"/>
                  <a:t>tid</a:t>
                </a:r>
                <a:r>
                  <a:rPr lang="en-US" dirty="0"/>
                  <a:t>] into processor</a:t>
                </a:r>
              </a:p>
              <a:p>
                <a:pPr marL="0" indent="0">
                  <a:buNone/>
                </a:pPr>
                <a:r>
                  <a:rPr lang="en-US" dirty="0"/>
                  <a:t>M: Temp[</a:t>
                </a:r>
                <a:r>
                  <a:rPr lang="en-US" dirty="0" err="1"/>
                  <a:t>tid</a:t>
                </a:r>
                <a:r>
                  <a:rPr lang="en-US" dirty="0"/>
                  <a:t>] &lt;- Mult A[bid][</a:t>
                </a:r>
                <a:r>
                  <a:rPr lang="en-US" dirty="0" err="1"/>
                  <a:t>tid</a:t>
                </a:r>
                <a:r>
                  <a:rPr lang="en-US" dirty="0"/>
                  <a:t>]*B[</a:t>
                </a:r>
                <a:r>
                  <a:rPr lang="en-US" dirty="0" err="1"/>
                  <a:t>tid</a:t>
                </a:r>
                <a:r>
                  <a:rPr lang="en-US" dirty="0"/>
                  <a:t>]</a:t>
                </a:r>
              </a:p>
              <a:p>
                <a:pPr marL="0" indent="0">
                  <a:buNone/>
                </a:pPr>
                <a:r>
                  <a:rPr lang="en-US" dirty="0" err="1"/>
                  <a:t>syncthreads</a:t>
                </a:r>
                <a:r>
                  <a:rPr lang="en-US" dirty="0"/>
                  <a:t>()</a:t>
                </a:r>
              </a:p>
              <a:p>
                <a:r>
                  <a:rPr lang="en-US" dirty="0"/>
                  <a:t>In thread 0</a:t>
                </a:r>
              </a:p>
              <a:p>
                <a:pPr marL="0" indent="0">
                  <a:buNone/>
                </a:pPr>
                <a:r>
                  <a:rPr lang="en-US" dirty="0"/>
                  <a:t>{ Repeat for </a:t>
                </a:r>
                <a:r>
                  <a:rPr lang="en-US" dirty="0" err="1"/>
                  <a:t>iter</a:t>
                </a:r>
                <a:r>
                  <a:rPr lang="en-US" dirty="0"/>
                  <a:t> = 1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 times</a:t>
                </a:r>
              </a:p>
              <a:p>
                <a:pPr marL="0" indent="0">
                  <a:buNone/>
                </a:pPr>
                <a:r>
                  <a:rPr lang="en-US" dirty="0"/>
                  <a:t>A: Temp[0] = Temp[0] + T[</a:t>
                </a:r>
                <a:r>
                  <a:rPr lang="en-US" dirty="0" err="1"/>
                  <a:t>iter</a:t>
                </a:r>
                <a:r>
                  <a:rPr lang="en-US" dirty="0"/>
                  <a:t>]</a:t>
                </a:r>
              </a:p>
              <a:p>
                <a:pPr marL="0" indent="0">
                  <a:buNone/>
                </a:pPr>
                <a:r>
                  <a:rPr lang="en-US" dirty="0"/>
                  <a:t>C[bid] = Temp[0]</a:t>
                </a:r>
              </a:p>
              <a:p>
                <a:pPr marL="0" indent="0">
                  <a:buNone/>
                </a:pPr>
                <a:r>
                  <a:rPr lang="en-US" dirty="0"/>
                  <a:t>}</a:t>
                </a:r>
              </a:p>
              <a:p>
                <a:pPr marL="0" indent="0">
                  <a:buNone/>
                </a:pPr>
                <a:r>
                  <a:rPr lang="en-US" dirty="0"/>
                  <a:t>SMC: Store C[bid] into DRAM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4C34E4-CAF7-63A0-B27B-652BE86269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1322" y="1825624"/>
                <a:ext cx="4562020" cy="5032375"/>
              </a:xfrm>
              <a:blipFill>
                <a:blip r:embed="rId2"/>
                <a:stretch>
                  <a:fillRect l="-535" t="-82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78ECC6D7-410C-4209-48A9-3BBDC80D99B5}"/>
              </a:ext>
            </a:extLst>
          </p:cNvPr>
          <p:cNvSpPr/>
          <p:nvPr/>
        </p:nvSpPr>
        <p:spPr>
          <a:xfrm>
            <a:off x="478339" y="2943778"/>
            <a:ext cx="2677816" cy="579381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CDE492-AB94-B22C-1A8B-92B14DFB28BD}"/>
              </a:ext>
            </a:extLst>
          </p:cNvPr>
          <p:cNvSpPr txBox="1"/>
          <p:nvPr/>
        </p:nvSpPr>
        <p:spPr>
          <a:xfrm>
            <a:off x="6583680" y="2465930"/>
            <a:ext cx="31173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All threads in the block collectively bring data into the shared cache - prefetching</a:t>
            </a:r>
          </a:p>
          <a:p>
            <a:endParaRPr lang="en-US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42F6182-B20B-AF57-8B6B-BD4FFB0B3935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3156155" y="3066095"/>
            <a:ext cx="3427525" cy="18445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005080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03665-E31C-B3B7-C7D0-2D7459CA6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GPU Model</a:t>
            </a:r>
            <a:br>
              <a:rPr lang="en-US" dirty="0"/>
            </a:br>
            <a:r>
              <a:rPr lang="en-US" sz="3600" dirty="0"/>
              <a:t>Calculating Algorithm Performance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4C34E4-CAF7-63A0-B27B-652BE86269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1322" y="1825624"/>
                <a:ext cx="4562020" cy="5032375"/>
              </a:xfrm>
            </p:spPr>
            <p:txBody>
              <a:bodyPr>
                <a:normAutofit fontScale="55000" lnSpcReduction="20000"/>
              </a:bodyPr>
              <a:lstStyle/>
              <a:p>
                <a:r>
                  <a:rPr lang="en-US" dirty="0"/>
                  <a:t>C[</a:t>
                </a:r>
                <a:r>
                  <a:rPr lang="en-US" dirty="0" err="1"/>
                  <a:t>i</a:t>
                </a:r>
                <a:r>
                  <a:rPr lang="en-US" dirty="0"/>
                  <a:t>]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nary>
                  </m:oMath>
                </a14:m>
                <a:r>
                  <a:rPr lang="en-US" dirty="0"/>
                  <a:t> *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r>
                  <a:rPr lang="en-US" dirty="0"/>
                  <a:t>Assume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In thread: bid, </a:t>
                </a:r>
                <a:r>
                  <a:rPr lang="en-US" dirty="0" err="1"/>
                  <a:t>tid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RMA: Read A[bid][</a:t>
                </a:r>
                <a:r>
                  <a:rPr lang="en-US" dirty="0" err="1"/>
                  <a:t>tid</a:t>
                </a:r>
                <a:r>
                  <a:rPr lang="en-US" dirty="0"/>
                  <a:t>] into cache</a:t>
                </a:r>
              </a:p>
              <a:p>
                <a:pPr marL="0" indent="0">
                  <a:buNone/>
                </a:pPr>
                <a:r>
                  <a:rPr lang="en-US" dirty="0"/>
                  <a:t>RMB: Read B[</a:t>
                </a:r>
                <a:r>
                  <a:rPr lang="en-US" dirty="0" err="1"/>
                  <a:t>tid</a:t>
                </a:r>
                <a:r>
                  <a:rPr lang="en-US" dirty="0"/>
                  <a:t>] into cache</a:t>
                </a:r>
              </a:p>
              <a:p>
                <a:pPr marL="0" indent="0">
                  <a:buNone/>
                </a:pPr>
                <a:r>
                  <a:rPr lang="en-US" dirty="0" err="1"/>
                  <a:t>Syncthreads</a:t>
                </a:r>
                <a:r>
                  <a:rPr lang="en-US" dirty="0"/>
                  <a:t>()</a:t>
                </a:r>
              </a:p>
              <a:p>
                <a:pPr marL="0" indent="0">
                  <a:buNone/>
                </a:pPr>
                <a:r>
                  <a:rPr lang="en-US" dirty="0"/>
                  <a:t>RA: Read A[bid][</a:t>
                </a:r>
                <a:r>
                  <a:rPr lang="en-US" dirty="0" err="1"/>
                  <a:t>tid</a:t>
                </a:r>
                <a:r>
                  <a:rPr lang="en-US" dirty="0"/>
                  <a:t>] into processor</a:t>
                </a:r>
              </a:p>
              <a:p>
                <a:pPr marL="0" indent="0">
                  <a:buNone/>
                </a:pPr>
                <a:r>
                  <a:rPr lang="en-US" dirty="0"/>
                  <a:t>RB: Read B[</a:t>
                </a:r>
                <a:r>
                  <a:rPr lang="en-US" dirty="0" err="1"/>
                  <a:t>tid</a:t>
                </a:r>
                <a:r>
                  <a:rPr lang="en-US" dirty="0"/>
                  <a:t>] into processor</a:t>
                </a:r>
              </a:p>
              <a:p>
                <a:pPr marL="0" indent="0">
                  <a:buNone/>
                </a:pPr>
                <a:r>
                  <a:rPr lang="en-US" dirty="0"/>
                  <a:t>M: Temp[</a:t>
                </a:r>
                <a:r>
                  <a:rPr lang="en-US" dirty="0" err="1"/>
                  <a:t>tid</a:t>
                </a:r>
                <a:r>
                  <a:rPr lang="en-US" dirty="0"/>
                  <a:t>] &lt;- Mult A[bid][</a:t>
                </a:r>
                <a:r>
                  <a:rPr lang="en-US" dirty="0" err="1"/>
                  <a:t>tid</a:t>
                </a:r>
                <a:r>
                  <a:rPr lang="en-US" dirty="0"/>
                  <a:t>]*B[</a:t>
                </a:r>
                <a:r>
                  <a:rPr lang="en-US" dirty="0" err="1"/>
                  <a:t>tid</a:t>
                </a:r>
                <a:r>
                  <a:rPr lang="en-US" dirty="0"/>
                  <a:t>]</a:t>
                </a:r>
              </a:p>
              <a:p>
                <a:pPr marL="0" indent="0">
                  <a:buNone/>
                </a:pPr>
                <a:r>
                  <a:rPr lang="en-US" dirty="0" err="1"/>
                  <a:t>syncthreads</a:t>
                </a:r>
                <a:r>
                  <a:rPr lang="en-US" dirty="0"/>
                  <a:t>()</a:t>
                </a:r>
              </a:p>
              <a:p>
                <a:r>
                  <a:rPr lang="en-US" dirty="0"/>
                  <a:t>In thread 0</a:t>
                </a:r>
              </a:p>
              <a:p>
                <a:pPr marL="0" indent="0">
                  <a:buNone/>
                </a:pPr>
                <a:r>
                  <a:rPr lang="en-US" dirty="0"/>
                  <a:t>{ Repeat for </a:t>
                </a:r>
                <a:r>
                  <a:rPr lang="en-US" dirty="0" err="1"/>
                  <a:t>iter</a:t>
                </a:r>
                <a:r>
                  <a:rPr lang="en-US" dirty="0"/>
                  <a:t> = 1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 times</a:t>
                </a:r>
              </a:p>
              <a:p>
                <a:pPr marL="0" indent="0">
                  <a:buNone/>
                </a:pPr>
                <a:r>
                  <a:rPr lang="en-US" dirty="0"/>
                  <a:t>A: Temp[0] = Temp[0] + T[</a:t>
                </a:r>
                <a:r>
                  <a:rPr lang="en-US" dirty="0" err="1"/>
                  <a:t>iter</a:t>
                </a:r>
                <a:r>
                  <a:rPr lang="en-US" dirty="0"/>
                  <a:t>]</a:t>
                </a:r>
              </a:p>
              <a:p>
                <a:pPr marL="0" indent="0">
                  <a:buNone/>
                </a:pPr>
                <a:r>
                  <a:rPr lang="en-US" dirty="0"/>
                  <a:t>C[bid] = Temp[0]</a:t>
                </a:r>
              </a:p>
              <a:p>
                <a:pPr marL="0" indent="0">
                  <a:buNone/>
                </a:pPr>
                <a:r>
                  <a:rPr lang="en-US" dirty="0"/>
                  <a:t>}</a:t>
                </a:r>
              </a:p>
              <a:p>
                <a:pPr marL="0" indent="0">
                  <a:buNone/>
                </a:pPr>
                <a:r>
                  <a:rPr lang="en-US" dirty="0"/>
                  <a:t>SMC: Store C[bid] into DRAM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4C34E4-CAF7-63A0-B27B-652BE86269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1322" y="1825624"/>
                <a:ext cx="4562020" cy="5032375"/>
              </a:xfrm>
              <a:blipFill>
                <a:blip r:embed="rId2"/>
                <a:stretch>
                  <a:fillRect l="-535" t="-82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78ECC6D7-410C-4209-48A9-3BBDC80D99B5}"/>
              </a:ext>
            </a:extLst>
          </p:cNvPr>
          <p:cNvSpPr/>
          <p:nvPr/>
        </p:nvSpPr>
        <p:spPr>
          <a:xfrm>
            <a:off x="431322" y="3429000"/>
            <a:ext cx="2677816" cy="393783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CDE492-AB94-B22C-1A8B-92B14DFB28BD}"/>
              </a:ext>
            </a:extLst>
          </p:cNvPr>
          <p:cNvSpPr txBox="1"/>
          <p:nvPr/>
        </p:nvSpPr>
        <p:spPr>
          <a:xfrm>
            <a:off x="6583680" y="2465930"/>
            <a:ext cx="23656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synchronization step is needed for all the threads to finish fetching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42F6182-B20B-AF57-8B6B-BD4FFB0B3935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3109138" y="3066095"/>
            <a:ext cx="3474542" cy="60016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45412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03665-E31C-B3B7-C7D0-2D7459CA6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GPU Model</a:t>
            </a:r>
            <a:br>
              <a:rPr lang="en-US" dirty="0"/>
            </a:br>
            <a:r>
              <a:rPr lang="en-US" sz="3600" dirty="0"/>
              <a:t>Calculating Algorithm Performance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4C34E4-CAF7-63A0-B27B-652BE86269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1322" y="1825624"/>
                <a:ext cx="4562020" cy="5032375"/>
              </a:xfrm>
            </p:spPr>
            <p:txBody>
              <a:bodyPr>
                <a:normAutofit fontScale="55000" lnSpcReduction="20000"/>
              </a:bodyPr>
              <a:lstStyle/>
              <a:p>
                <a:r>
                  <a:rPr lang="en-US" dirty="0"/>
                  <a:t>C[</a:t>
                </a:r>
                <a:r>
                  <a:rPr lang="en-US" dirty="0" err="1"/>
                  <a:t>i</a:t>
                </a:r>
                <a:r>
                  <a:rPr lang="en-US" dirty="0"/>
                  <a:t>]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nary>
                  </m:oMath>
                </a14:m>
                <a:r>
                  <a:rPr lang="en-US" dirty="0"/>
                  <a:t> *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r>
                  <a:rPr lang="en-US" dirty="0"/>
                  <a:t>Assume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In thread: bid, </a:t>
                </a:r>
                <a:r>
                  <a:rPr lang="en-US" dirty="0" err="1"/>
                  <a:t>tid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RMA: Read A[bid][</a:t>
                </a:r>
                <a:r>
                  <a:rPr lang="en-US" dirty="0" err="1"/>
                  <a:t>tid</a:t>
                </a:r>
                <a:r>
                  <a:rPr lang="en-US" dirty="0"/>
                  <a:t>] into cache</a:t>
                </a:r>
              </a:p>
              <a:p>
                <a:pPr marL="0" indent="0">
                  <a:buNone/>
                </a:pPr>
                <a:r>
                  <a:rPr lang="en-US" dirty="0"/>
                  <a:t>RMB: Read B[</a:t>
                </a:r>
                <a:r>
                  <a:rPr lang="en-US" dirty="0" err="1"/>
                  <a:t>tid</a:t>
                </a:r>
                <a:r>
                  <a:rPr lang="en-US" dirty="0"/>
                  <a:t>] into cache</a:t>
                </a:r>
              </a:p>
              <a:p>
                <a:pPr marL="0" indent="0">
                  <a:buNone/>
                </a:pPr>
                <a:r>
                  <a:rPr lang="en-US" dirty="0" err="1"/>
                  <a:t>Syncthreads</a:t>
                </a:r>
                <a:r>
                  <a:rPr lang="en-US" dirty="0"/>
                  <a:t>()</a:t>
                </a:r>
              </a:p>
              <a:p>
                <a:pPr marL="0" indent="0">
                  <a:buNone/>
                </a:pPr>
                <a:r>
                  <a:rPr lang="en-US" dirty="0"/>
                  <a:t>RA: Read A[bid][</a:t>
                </a:r>
                <a:r>
                  <a:rPr lang="en-US" dirty="0" err="1"/>
                  <a:t>tid</a:t>
                </a:r>
                <a:r>
                  <a:rPr lang="en-US" dirty="0"/>
                  <a:t>] into processor</a:t>
                </a:r>
              </a:p>
              <a:p>
                <a:pPr marL="0" indent="0">
                  <a:buNone/>
                </a:pPr>
                <a:r>
                  <a:rPr lang="en-US" dirty="0"/>
                  <a:t>RB: Read B[</a:t>
                </a:r>
                <a:r>
                  <a:rPr lang="en-US" dirty="0" err="1"/>
                  <a:t>tid</a:t>
                </a:r>
                <a:r>
                  <a:rPr lang="en-US" dirty="0"/>
                  <a:t>] into processor</a:t>
                </a:r>
              </a:p>
              <a:p>
                <a:pPr marL="0" indent="0">
                  <a:buNone/>
                </a:pPr>
                <a:r>
                  <a:rPr lang="en-US" dirty="0"/>
                  <a:t>M: Temp[</a:t>
                </a:r>
                <a:r>
                  <a:rPr lang="en-US" dirty="0" err="1"/>
                  <a:t>tid</a:t>
                </a:r>
                <a:r>
                  <a:rPr lang="en-US" dirty="0"/>
                  <a:t>] &lt;- Mult A[bid][</a:t>
                </a:r>
                <a:r>
                  <a:rPr lang="en-US" dirty="0" err="1"/>
                  <a:t>tid</a:t>
                </a:r>
                <a:r>
                  <a:rPr lang="en-US" dirty="0"/>
                  <a:t>]*B[</a:t>
                </a:r>
                <a:r>
                  <a:rPr lang="en-US" dirty="0" err="1"/>
                  <a:t>tid</a:t>
                </a:r>
                <a:r>
                  <a:rPr lang="en-US" dirty="0"/>
                  <a:t>]</a:t>
                </a:r>
              </a:p>
              <a:p>
                <a:pPr marL="0" indent="0">
                  <a:buNone/>
                </a:pPr>
                <a:r>
                  <a:rPr lang="en-US" dirty="0" err="1"/>
                  <a:t>syncthreads</a:t>
                </a:r>
                <a:r>
                  <a:rPr lang="en-US" dirty="0"/>
                  <a:t>()</a:t>
                </a:r>
              </a:p>
              <a:p>
                <a:r>
                  <a:rPr lang="en-US" dirty="0"/>
                  <a:t>In thread 0</a:t>
                </a:r>
              </a:p>
              <a:p>
                <a:pPr marL="0" indent="0">
                  <a:buNone/>
                </a:pPr>
                <a:r>
                  <a:rPr lang="en-US" dirty="0"/>
                  <a:t>{ Repeat for </a:t>
                </a:r>
                <a:r>
                  <a:rPr lang="en-US" dirty="0" err="1"/>
                  <a:t>iter</a:t>
                </a:r>
                <a:r>
                  <a:rPr lang="en-US" dirty="0"/>
                  <a:t> = 1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 times</a:t>
                </a:r>
              </a:p>
              <a:p>
                <a:pPr marL="0" indent="0">
                  <a:buNone/>
                </a:pPr>
                <a:r>
                  <a:rPr lang="en-US" dirty="0"/>
                  <a:t>A: Temp[0] = Temp[0] + T[</a:t>
                </a:r>
                <a:r>
                  <a:rPr lang="en-US" dirty="0" err="1"/>
                  <a:t>iter</a:t>
                </a:r>
                <a:r>
                  <a:rPr lang="en-US" dirty="0"/>
                  <a:t>]</a:t>
                </a:r>
              </a:p>
              <a:p>
                <a:pPr marL="0" indent="0">
                  <a:buNone/>
                </a:pPr>
                <a:r>
                  <a:rPr lang="en-US" dirty="0"/>
                  <a:t>C[bid] = Temp[0]</a:t>
                </a:r>
              </a:p>
              <a:p>
                <a:pPr marL="0" indent="0">
                  <a:buNone/>
                </a:pPr>
                <a:r>
                  <a:rPr lang="en-US" dirty="0"/>
                  <a:t>}</a:t>
                </a:r>
              </a:p>
              <a:p>
                <a:pPr marL="0" indent="0">
                  <a:buNone/>
                </a:pPr>
                <a:r>
                  <a:rPr lang="en-US" dirty="0"/>
                  <a:t>SMC: Store C[bid] into DRAM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4C34E4-CAF7-63A0-B27B-652BE86269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1322" y="1825624"/>
                <a:ext cx="4562020" cy="5032375"/>
              </a:xfrm>
              <a:blipFill>
                <a:blip r:embed="rId2"/>
                <a:stretch>
                  <a:fillRect l="-535" t="-82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78ECC6D7-410C-4209-48A9-3BBDC80D99B5}"/>
              </a:ext>
            </a:extLst>
          </p:cNvPr>
          <p:cNvSpPr/>
          <p:nvPr/>
        </p:nvSpPr>
        <p:spPr>
          <a:xfrm>
            <a:off x="484416" y="3801195"/>
            <a:ext cx="3096492" cy="116606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CDE492-AB94-B22C-1A8B-92B14DFB28BD}"/>
              </a:ext>
            </a:extLst>
          </p:cNvPr>
          <p:cNvSpPr txBox="1"/>
          <p:nvPr/>
        </p:nvSpPr>
        <p:spPr>
          <a:xfrm>
            <a:off x="6583680" y="2465930"/>
            <a:ext cx="23656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Computation in parallel and synchronization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42F6182-B20B-AF57-8B6B-BD4FFB0B3935}"/>
              </a:ext>
            </a:extLst>
          </p:cNvPr>
          <p:cNvCxnSpPr>
            <a:cxnSpLocks/>
            <a:stCxn id="5" idx="1"/>
            <a:endCxn id="4" idx="3"/>
          </p:cNvCxnSpPr>
          <p:nvPr/>
        </p:nvCxnSpPr>
        <p:spPr>
          <a:xfrm flipH="1">
            <a:off x="3580908" y="2789096"/>
            <a:ext cx="3002772" cy="159513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538280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03665-E31C-B3B7-C7D0-2D7459CA6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GPU Model</a:t>
            </a:r>
            <a:br>
              <a:rPr lang="en-US" dirty="0"/>
            </a:br>
            <a:r>
              <a:rPr lang="en-US" sz="3600" dirty="0"/>
              <a:t>Calculating Algorithm Performance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4C34E4-CAF7-63A0-B27B-652BE86269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1322" y="1825624"/>
                <a:ext cx="4562020" cy="5032375"/>
              </a:xfrm>
            </p:spPr>
            <p:txBody>
              <a:bodyPr>
                <a:normAutofit fontScale="55000" lnSpcReduction="20000"/>
              </a:bodyPr>
              <a:lstStyle/>
              <a:p>
                <a:r>
                  <a:rPr lang="en-US" dirty="0"/>
                  <a:t>C[</a:t>
                </a:r>
                <a:r>
                  <a:rPr lang="en-US" dirty="0" err="1"/>
                  <a:t>i</a:t>
                </a:r>
                <a:r>
                  <a:rPr lang="en-US" dirty="0"/>
                  <a:t>]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nary>
                  </m:oMath>
                </a14:m>
                <a:r>
                  <a:rPr lang="en-US" dirty="0"/>
                  <a:t> *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r>
                  <a:rPr lang="en-US" dirty="0"/>
                  <a:t>Assume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In thread: bid, </a:t>
                </a:r>
                <a:r>
                  <a:rPr lang="en-US" dirty="0" err="1"/>
                  <a:t>tid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RMA: Read A[bid][</a:t>
                </a:r>
                <a:r>
                  <a:rPr lang="en-US" dirty="0" err="1"/>
                  <a:t>tid</a:t>
                </a:r>
                <a:r>
                  <a:rPr lang="en-US" dirty="0"/>
                  <a:t>] into cache</a:t>
                </a:r>
              </a:p>
              <a:p>
                <a:pPr marL="0" indent="0">
                  <a:buNone/>
                </a:pPr>
                <a:r>
                  <a:rPr lang="en-US" dirty="0"/>
                  <a:t>RMB: Read B[</a:t>
                </a:r>
                <a:r>
                  <a:rPr lang="en-US" dirty="0" err="1"/>
                  <a:t>tid</a:t>
                </a:r>
                <a:r>
                  <a:rPr lang="en-US" dirty="0"/>
                  <a:t>] into cache</a:t>
                </a:r>
              </a:p>
              <a:p>
                <a:pPr marL="0" indent="0">
                  <a:buNone/>
                </a:pPr>
                <a:r>
                  <a:rPr lang="en-US" dirty="0" err="1"/>
                  <a:t>Syncthreads</a:t>
                </a:r>
                <a:r>
                  <a:rPr lang="en-US" dirty="0"/>
                  <a:t>()</a:t>
                </a:r>
              </a:p>
              <a:p>
                <a:pPr marL="0" indent="0">
                  <a:buNone/>
                </a:pPr>
                <a:r>
                  <a:rPr lang="en-US" dirty="0"/>
                  <a:t>RA: Read A[bid][</a:t>
                </a:r>
                <a:r>
                  <a:rPr lang="en-US" dirty="0" err="1"/>
                  <a:t>tid</a:t>
                </a:r>
                <a:r>
                  <a:rPr lang="en-US" dirty="0"/>
                  <a:t>] into processor</a:t>
                </a:r>
              </a:p>
              <a:p>
                <a:pPr marL="0" indent="0">
                  <a:buNone/>
                </a:pPr>
                <a:r>
                  <a:rPr lang="en-US" dirty="0"/>
                  <a:t>RB: Read B[</a:t>
                </a:r>
                <a:r>
                  <a:rPr lang="en-US" dirty="0" err="1"/>
                  <a:t>tid</a:t>
                </a:r>
                <a:r>
                  <a:rPr lang="en-US" dirty="0"/>
                  <a:t>] into processor</a:t>
                </a:r>
              </a:p>
              <a:p>
                <a:pPr marL="0" indent="0">
                  <a:buNone/>
                </a:pPr>
                <a:r>
                  <a:rPr lang="en-US" dirty="0"/>
                  <a:t>M: Temp[</a:t>
                </a:r>
                <a:r>
                  <a:rPr lang="en-US" dirty="0" err="1"/>
                  <a:t>tid</a:t>
                </a:r>
                <a:r>
                  <a:rPr lang="en-US" dirty="0"/>
                  <a:t>] &lt;- Mult A[bid][</a:t>
                </a:r>
                <a:r>
                  <a:rPr lang="en-US" dirty="0" err="1"/>
                  <a:t>tid</a:t>
                </a:r>
                <a:r>
                  <a:rPr lang="en-US" dirty="0"/>
                  <a:t>]*B[</a:t>
                </a:r>
                <a:r>
                  <a:rPr lang="en-US" dirty="0" err="1"/>
                  <a:t>tid</a:t>
                </a:r>
                <a:r>
                  <a:rPr lang="en-US" dirty="0"/>
                  <a:t>]</a:t>
                </a:r>
              </a:p>
              <a:p>
                <a:pPr marL="0" indent="0">
                  <a:buNone/>
                </a:pPr>
                <a:r>
                  <a:rPr lang="en-US" dirty="0" err="1"/>
                  <a:t>syncthreads</a:t>
                </a:r>
                <a:r>
                  <a:rPr lang="en-US" dirty="0"/>
                  <a:t>()</a:t>
                </a:r>
              </a:p>
              <a:p>
                <a:r>
                  <a:rPr lang="en-US" dirty="0"/>
                  <a:t>In thread 0</a:t>
                </a:r>
              </a:p>
              <a:p>
                <a:pPr marL="0" indent="0">
                  <a:buNone/>
                </a:pPr>
                <a:r>
                  <a:rPr lang="en-US" dirty="0"/>
                  <a:t>{ Repeat for </a:t>
                </a:r>
                <a:r>
                  <a:rPr lang="en-US" dirty="0" err="1"/>
                  <a:t>iter</a:t>
                </a:r>
                <a:r>
                  <a:rPr lang="en-US" dirty="0"/>
                  <a:t> = 1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 times</a:t>
                </a:r>
              </a:p>
              <a:p>
                <a:pPr marL="0" indent="0">
                  <a:buNone/>
                </a:pPr>
                <a:r>
                  <a:rPr lang="en-US" dirty="0"/>
                  <a:t>A: Temp[0] = Temp[0] + T[</a:t>
                </a:r>
                <a:r>
                  <a:rPr lang="en-US" dirty="0" err="1"/>
                  <a:t>iter</a:t>
                </a:r>
                <a:r>
                  <a:rPr lang="en-US" dirty="0"/>
                  <a:t>]</a:t>
                </a:r>
              </a:p>
              <a:p>
                <a:pPr marL="0" indent="0">
                  <a:buNone/>
                </a:pPr>
                <a:r>
                  <a:rPr lang="en-US" dirty="0"/>
                  <a:t>C[bid] = Temp[0]</a:t>
                </a:r>
              </a:p>
              <a:p>
                <a:pPr marL="0" indent="0">
                  <a:buNone/>
                </a:pPr>
                <a:r>
                  <a:rPr lang="en-US" dirty="0"/>
                  <a:t>}</a:t>
                </a:r>
              </a:p>
              <a:p>
                <a:pPr marL="0" indent="0">
                  <a:buNone/>
                </a:pPr>
                <a:r>
                  <a:rPr lang="en-US" dirty="0"/>
                  <a:t>SMC: Store C[bid] into DRAM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4C34E4-CAF7-63A0-B27B-652BE86269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1322" y="1825624"/>
                <a:ext cx="4562020" cy="5032375"/>
              </a:xfrm>
              <a:blipFill>
                <a:blip r:embed="rId2"/>
                <a:stretch>
                  <a:fillRect l="-535" t="-82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78ECC6D7-410C-4209-48A9-3BBDC80D99B5}"/>
              </a:ext>
            </a:extLst>
          </p:cNvPr>
          <p:cNvSpPr/>
          <p:nvPr/>
        </p:nvSpPr>
        <p:spPr>
          <a:xfrm>
            <a:off x="360529" y="4992865"/>
            <a:ext cx="3096492" cy="173240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CDE492-AB94-B22C-1A8B-92B14DFB28BD}"/>
              </a:ext>
            </a:extLst>
          </p:cNvPr>
          <p:cNvSpPr txBox="1"/>
          <p:nvPr/>
        </p:nvSpPr>
        <p:spPr>
          <a:xfrm>
            <a:off x="6583680" y="2465930"/>
            <a:ext cx="40528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Thread 0 performs the sum. </a:t>
            </a:r>
          </a:p>
          <a:p>
            <a:r>
              <a:rPr lang="en-US" dirty="0"/>
              <a:t>All other threads idle (in practice they still execute the instructions, but the outputs are invalidated)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42F6182-B20B-AF57-8B6B-BD4FFB0B3935}"/>
              </a:ext>
            </a:extLst>
          </p:cNvPr>
          <p:cNvCxnSpPr>
            <a:cxnSpLocks/>
            <a:stCxn id="5" idx="1"/>
            <a:endCxn id="4" idx="3"/>
          </p:cNvCxnSpPr>
          <p:nvPr/>
        </p:nvCxnSpPr>
        <p:spPr>
          <a:xfrm flipH="1">
            <a:off x="3457021" y="3066095"/>
            <a:ext cx="3126659" cy="279297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233258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03665-E31C-B3B7-C7D0-2D7459CA6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GPU Model</a:t>
            </a:r>
            <a:br>
              <a:rPr lang="en-US" dirty="0"/>
            </a:br>
            <a:r>
              <a:rPr lang="en-US" sz="3600" dirty="0"/>
              <a:t>Calculating Algorithm Performance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4C34E4-CAF7-63A0-B27B-652BE86269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1322" y="1825624"/>
                <a:ext cx="4562020" cy="5032375"/>
              </a:xfrm>
            </p:spPr>
            <p:txBody>
              <a:bodyPr>
                <a:normAutofit fontScale="55000" lnSpcReduction="20000"/>
              </a:bodyPr>
              <a:lstStyle/>
              <a:p>
                <a:r>
                  <a:rPr lang="en-US" dirty="0"/>
                  <a:t>C[</a:t>
                </a:r>
                <a:r>
                  <a:rPr lang="en-US" dirty="0" err="1"/>
                  <a:t>i</a:t>
                </a:r>
                <a:r>
                  <a:rPr lang="en-US" dirty="0"/>
                  <a:t>]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nary>
                  </m:oMath>
                </a14:m>
                <a:r>
                  <a:rPr lang="en-US" dirty="0"/>
                  <a:t> *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r>
                  <a:rPr lang="en-US" dirty="0"/>
                  <a:t>Assume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In thread: bid, </a:t>
                </a:r>
                <a:r>
                  <a:rPr lang="en-US" dirty="0" err="1"/>
                  <a:t>tid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RMA: Read A[bid][</a:t>
                </a:r>
                <a:r>
                  <a:rPr lang="en-US" dirty="0" err="1"/>
                  <a:t>tid</a:t>
                </a:r>
                <a:r>
                  <a:rPr lang="en-US" dirty="0"/>
                  <a:t>] into cache</a:t>
                </a:r>
              </a:p>
              <a:p>
                <a:pPr marL="0" indent="0">
                  <a:buNone/>
                </a:pPr>
                <a:r>
                  <a:rPr lang="en-US" dirty="0"/>
                  <a:t>RMB: Read B[</a:t>
                </a:r>
                <a:r>
                  <a:rPr lang="en-US" dirty="0" err="1"/>
                  <a:t>tid</a:t>
                </a:r>
                <a:r>
                  <a:rPr lang="en-US" dirty="0"/>
                  <a:t>] into cache</a:t>
                </a:r>
              </a:p>
              <a:p>
                <a:pPr marL="0" indent="0">
                  <a:buNone/>
                </a:pPr>
                <a:r>
                  <a:rPr lang="en-US" dirty="0" err="1"/>
                  <a:t>Syncthreads</a:t>
                </a:r>
                <a:r>
                  <a:rPr lang="en-US" dirty="0"/>
                  <a:t>()</a:t>
                </a:r>
              </a:p>
              <a:p>
                <a:pPr marL="0" indent="0">
                  <a:buNone/>
                </a:pPr>
                <a:r>
                  <a:rPr lang="en-US" dirty="0"/>
                  <a:t>RA: Read A[bid][</a:t>
                </a:r>
                <a:r>
                  <a:rPr lang="en-US" dirty="0" err="1"/>
                  <a:t>tid</a:t>
                </a:r>
                <a:r>
                  <a:rPr lang="en-US" dirty="0"/>
                  <a:t>] into processor</a:t>
                </a:r>
              </a:p>
              <a:p>
                <a:pPr marL="0" indent="0">
                  <a:buNone/>
                </a:pPr>
                <a:r>
                  <a:rPr lang="en-US" dirty="0"/>
                  <a:t>RB: Read B[</a:t>
                </a:r>
                <a:r>
                  <a:rPr lang="en-US" dirty="0" err="1"/>
                  <a:t>tid</a:t>
                </a:r>
                <a:r>
                  <a:rPr lang="en-US" dirty="0"/>
                  <a:t>] into processor</a:t>
                </a:r>
              </a:p>
              <a:p>
                <a:pPr marL="0" indent="0">
                  <a:buNone/>
                </a:pPr>
                <a:r>
                  <a:rPr lang="en-US" dirty="0"/>
                  <a:t>M: Temp[</a:t>
                </a:r>
                <a:r>
                  <a:rPr lang="en-US" dirty="0" err="1"/>
                  <a:t>tid</a:t>
                </a:r>
                <a:r>
                  <a:rPr lang="en-US" dirty="0"/>
                  <a:t>] &lt;- Mult A[bid][</a:t>
                </a:r>
                <a:r>
                  <a:rPr lang="en-US" dirty="0" err="1"/>
                  <a:t>tid</a:t>
                </a:r>
                <a:r>
                  <a:rPr lang="en-US" dirty="0"/>
                  <a:t>]*B[</a:t>
                </a:r>
                <a:r>
                  <a:rPr lang="en-US" dirty="0" err="1"/>
                  <a:t>tid</a:t>
                </a:r>
                <a:r>
                  <a:rPr lang="en-US" dirty="0"/>
                  <a:t>]</a:t>
                </a:r>
              </a:p>
              <a:p>
                <a:pPr marL="0" indent="0">
                  <a:buNone/>
                </a:pPr>
                <a:r>
                  <a:rPr lang="en-US" dirty="0" err="1"/>
                  <a:t>syncthreads</a:t>
                </a:r>
                <a:r>
                  <a:rPr lang="en-US" dirty="0"/>
                  <a:t>()</a:t>
                </a:r>
              </a:p>
              <a:p>
                <a:r>
                  <a:rPr lang="en-US" dirty="0"/>
                  <a:t>In thread 0</a:t>
                </a:r>
              </a:p>
              <a:p>
                <a:pPr marL="0" indent="0">
                  <a:buNone/>
                </a:pPr>
                <a:r>
                  <a:rPr lang="en-US" dirty="0"/>
                  <a:t>{ Repeat for </a:t>
                </a:r>
                <a:r>
                  <a:rPr lang="en-US" dirty="0" err="1"/>
                  <a:t>iter</a:t>
                </a:r>
                <a:r>
                  <a:rPr lang="en-US" dirty="0"/>
                  <a:t> = 1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 times</a:t>
                </a:r>
              </a:p>
              <a:p>
                <a:pPr marL="0" indent="0">
                  <a:buNone/>
                </a:pPr>
                <a:r>
                  <a:rPr lang="en-US" dirty="0"/>
                  <a:t>A: Temp[0] = Temp[0] + T[</a:t>
                </a:r>
                <a:r>
                  <a:rPr lang="en-US" dirty="0" err="1"/>
                  <a:t>iter</a:t>
                </a:r>
                <a:r>
                  <a:rPr lang="en-US" dirty="0"/>
                  <a:t>]</a:t>
                </a:r>
              </a:p>
              <a:p>
                <a:pPr marL="0" indent="0">
                  <a:buNone/>
                </a:pPr>
                <a:r>
                  <a:rPr lang="en-US" dirty="0"/>
                  <a:t>C[bid] = Temp[0]</a:t>
                </a:r>
              </a:p>
              <a:p>
                <a:pPr marL="0" indent="0">
                  <a:buNone/>
                </a:pPr>
                <a:r>
                  <a:rPr lang="en-US" dirty="0"/>
                  <a:t>}</a:t>
                </a:r>
              </a:p>
              <a:p>
                <a:pPr marL="0" indent="0">
                  <a:buNone/>
                </a:pPr>
                <a:r>
                  <a:rPr lang="en-US" dirty="0"/>
                  <a:t>SMC: Store C[bid] into DRAM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4C34E4-CAF7-63A0-B27B-652BE86269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1322" y="1825624"/>
                <a:ext cx="4562020" cy="5032375"/>
              </a:xfrm>
              <a:blipFill>
                <a:blip r:embed="rId2"/>
                <a:stretch>
                  <a:fillRect l="-535" t="-82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EAEE41A0-3FE4-3238-F3B6-4EE88E2346D9}"/>
              </a:ext>
            </a:extLst>
          </p:cNvPr>
          <p:cNvSpPr txBox="1"/>
          <p:nvPr/>
        </p:nvSpPr>
        <p:spPr>
          <a:xfrm>
            <a:off x="6583680" y="2465930"/>
            <a:ext cx="405285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Ungraded HW assignment: Calculate the system performance metrics for this code.</a:t>
            </a:r>
          </a:p>
          <a:p>
            <a:endParaRPr lang="en-US" dirty="0"/>
          </a:p>
          <a:p>
            <a:r>
              <a:rPr lang="en-US" dirty="0"/>
              <a:t>Assume hardware parameters for memory system with cache that we used in last class. Assume </a:t>
            </a:r>
            <a:r>
              <a:rPr lang="en-US" dirty="0" err="1"/>
              <a:t>syncthreads</a:t>
            </a:r>
            <a:r>
              <a:rPr lang="en-US" dirty="0"/>
              <a:t> is </a:t>
            </a:r>
            <a:r>
              <a:rPr lang="en-US"/>
              <a:t>0 cycles.</a:t>
            </a:r>
            <a:endParaRPr lang="en-US" dirty="0"/>
          </a:p>
          <a:p>
            <a:endParaRPr lang="en-US" dirty="0"/>
          </a:p>
          <a:p>
            <a:r>
              <a:rPr lang="en-US" dirty="0"/>
              <a:t>Q: What is the new peak performance?</a:t>
            </a:r>
          </a:p>
          <a:p>
            <a:endParaRPr lang="en-US" dirty="0"/>
          </a:p>
          <a:p>
            <a:r>
              <a:rPr lang="en-US" dirty="0"/>
              <a:t>Q: What is the sustained performance you obtain here?</a:t>
            </a:r>
          </a:p>
        </p:txBody>
      </p:sp>
    </p:spTree>
    <p:extLst>
      <p:ext uri="{BB962C8B-B14F-4D97-AF65-F5344CB8AC3E}">
        <p14:creationId xmlns:p14="http://schemas.microsoft.com/office/powerpoint/2010/main" val="395708414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46141-2C1E-0085-0600-444EB6E55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GPU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227DF9-7554-F274-F76D-8CDAFC1F2B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Think in terms of what each block computes, and what each thread within a block computes</a:t>
            </a:r>
          </a:p>
          <a:p>
            <a:endParaRPr lang="en-US" dirty="0"/>
          </a:p>
          <a:p>
            <a:r>
              <a:rPr lang="en-US" dirty="0"/>
              <a:t>Each thread on the GPU executes the </a:t>
            </a:r>
            <a:r>
              <a:rPr lang="en-US" i="1" dirty="0"/>
              <a:t>same instructions </a:t>
            </a:r>
            <a:r>
              <a:rPr lang="en-US" dirty="0"/>
              <a:t>on </a:t>
            </a:r>
            <a:r>
              <a:rPr lang="en-US" i="1" dirty="0"/>
              <a:t>different data</a:t>
            </a:r>
          </a:p>
          <a:p>
            <a:endParaRPr lang="en-US" i="1" dirty="0"/>
          </a:p>
          <a:p>
            <a:r>
              <a:rPr lang="en-US" dirty="0"/>
              <a:t>We need to rethink our algorithms in terms of the above</a:t>
            </a:r>
          </a:p>
          <a:p>
            <a:endParaRPr lang="en-US" dirty="0"/>
          </a:p>
          <a:p>
            <a:r>
              <a:rPr lang="en-US" dirty="0"/>
              <a:t>We will look at a few more GPU algorithms in Lecture 6</a:t>
            </a:r>
          </a:p>
        </p:txBody>
      </p:sp>
    </p:spTree>
    <p:extLst>
      <p:ext uri="{BB962C8B-B14F-4D97-AF65-F5344CB8AC3E}">
        <p14:creationId xmlns:p14="http://schemas.microsoft.com/office/powerpoint/2010/main" val="164595330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E2F50-DB0A-106E-1A8B-D69ED9716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EFCFB-9378-32D8-2518-CC462A5E6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311BC2-D699-19D3-2044-A1EAD4E7DB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Processor Memory Architectures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Blocked Matrix Multiplication</a:t>
            </a:r>
          </a:p>
          <a:p>
            <a:endParaRPr lang="en-US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Modeling GPU Architectures</a:t>
            </a:r>
          </a:p>
          <a:p>
            <a:endParaRPr lang="en-US" dirty="0"/>
          </a:p>
          <a:p>
            <a:r>
              <a:rPr lang="en-US" dirty="0"/>
              <a:t>Data Parallel Programming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332396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6CDFF-DD33-414D-671E-64530E374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Parallelism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E24028-1880-15AC-C13F-BC4526D05E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Key Idea: </a:t>
            </a:r>
          </a:p>
          <a:p>
            <a:pPr lvl="1"/>
            <a:r>
              <a:rPr lang="en-US" dirty="0"/>
              <a:t>Partition data into chunks – to ensure load balancing</a:t>
            </a:r>
          </a:p>
          <a:p>
            <a:pPr lvl="1"/>
            <a:r>
              <a:rPr lang="en-US" dirty="0"/>
              <a:t>Assign tasks to each partition so that they can proceed concurrently	</a:t>
            </a:r>
          </a:p>
          <a:p>
            <a:pPr lvl="1"/>
            <a:endParaRPr lang="en-US" dirty="0"/>
          </a:p>
          <a:p>
            <a:r>
              <a:rPr lang="en-US" dirty="0"/>
              <a:t>Note: data parallelism doesn’t mean each task “need” to perform exact same computations</a:t>
            </a:r>
          </a:p>
          <a:p>
            <a:pPr lvl="1"/>
            <a:r>
              <a:rPr lang="en-US" dirty="0"/>
              <a:t>Usually it is true</a:t>
            </a:r>
          </a:p>
          <a:p>
            <a:endParaRPr lang="en-US" dirty="0"/>
          </a:p>
          <a:p>
            <a:r>
              <a:rPr lang="en-US" dirty="0"/>
              <a:t>SPMD (Single Program Multiple Data) is a special case of data parallelism where same “program” is run on different data</a:t>
            </a:r>
          </a:p>
        </p:txBody>
      </p:sp>
    </p:spTree>
    <p:extLst>
      <p:ext uri="{BB962C8B-B14F-4D97-AF65-F5344CB8AC3E}">
        <p14:creationId xmlns:p14="http://schemas.microsoft.com/office/powerpoint/2010/main" val="84538677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5891A-19D6-2698-D54C-A018C4A3D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Parallelism - Approaches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BE268D-BA8A-5A57-C12B-47385EF535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35578"/>
          </a:xfrm>
        </p:spPr>
        <p:txBody>
          <a:bodyPr/>
          <a:lstStyle/>
          <a:p>
            <a:r>
              <a:rPr lang="en-US" dirty="0"/>
              <a:t>#1 Partition Output data</a:t>
            </a:r>
          </a:p>
          <a:p>
            <a:pPr lvl="1"/>
            <a:r>
              <a:rPr lang="en-US" dirty="0"/>
              <a:t>Each task is responsible for computing an output partition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9F3461-1D29-110E-17A6-BA67E2ED4374}"/>
              </a:ext>
            </a:extLst>
          </p:cNvPr>
          <p:cNvSpPr/>
          <p:nvPr/>
        </p:nvSpPr>
        <p:spPr>
          <a:xfrm>
            <a:off x="2973313" y="3519834"/>
            <a:ext cx="5559068" cy="53289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D9DB8B-B61E-B062-C03E-20178035DEF5}"/>
              </a:ext>
            </a:extLst>
          </p:cNvPr>
          <p:cNvSpPr txBox="1"/>
          <p:nvPr/>
        </p:nvSpPr>
        <p:spPr>
          <a:xfrm>
            <a:off x="1731910" y="3601615"/>
            <a:ext cx="9348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 </a:t>
            </a:r>
          </a:p>
        </p:txBody>
      </p:sp>
    </p:spTree>
    <p:extLst>
      <p:ext uri="{BB962C8B-B14F-4D97-AF65-F5344CB8AC3E}">
        <p14:creationId xmlns:p14="http://schemas.microsoft.com/office/powerpoint/2010/main" val="218857260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5891A-19D6-2698-D54C-A018C4A3D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Parallelism - Approaches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BE268D-BA8A-5A57-C12B-47385EF535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35578"/>
          </a:xfrm>
        </p:spPr>
        <p:txBody>
          <a:bodyPr/>
          <a:lstStyle/>
          <a:p>
            <a:r>
              <a:rPr lang="en-US" dirty="0"/>
              <a:t>#1 Partition Output data</a:t>
            </a:r>
          </a:p>
          <a:p>
            <a:pPr lvl="1"/>
            <a:r>
              <a:rPr lang="en-US" dirty="0"/>
              <a:t>Each task is responsible for computing an output partition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9F3461-1D29-110E-17A6-BA67E2ED4374}"/>
              </a:ext>
            </a:extLst>
          </p:cNvPr>
          <p:cNvSpPr/>
          <p:nvPr/>
        </p:nvSpPr>
        <p:spPr>
          <a:xfrm>
            <a:off x="2973313" y="3519834"/>
            <a:ext cx="5559068" cy="53289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F6A1AE6-5321-A0B1-EFE1-87A194EA3782}"/>
              </a:ext>
            </a:extLst>
          </p:cNvPr>
          <p:cNvCxnSpPr/>
          <p:nvPr/>
        </p:nvCxnSpPr>
        <p:spPr>
          <a:xfrm>
            <a:off x="4196551" y="3519834"/>
            <a:ext cx="0" cy="5328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C5A4002-6ABC-A467-2230-5FDF654F5FA3}"/>
              </a:ext>
            </a:extLst>
          </p:cNvPr>
          <p:cNvCxnSpPr/>
          <p:nvPr/>
        </p:nvCxnSpPr>
        <p:spPr>
          <a:xfrm>
            <a:off x="5438964" y="3519834"/>
            <a:ext cx="0" cy="5328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D0A2DEB-9E0F-BE64-7023-038F2C5D4458}"/>
              </a:ext>
            </a:extLst>
          </p:cNvPr>
          <p:cNvCxnSpPr/>
          <p:nvPr/>
        </p:nvCxnSpPr>
        <p:spPr>
          <a:xfrm>
            <a:off x="7510999" y="3519834"/>
            <a:ext cx="0" cy="5328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7154127-9C7E-9917-DF91-1158E17598A2}"/>
              </a:ext>
            </a:extLst>
          </p:cNvPr>
          <p:cNvSpPr txBox="1"/>
          <p:nvPr/>
        </p:nvSpPr>
        <p:spPr>
          <a:xfrm>
            <a:off x="1731910" y="3601615"/>
            <a:ext cx="9348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 </a:t>
            </a:r>
          </a:p>
        </p:txBody>
      </p:sp>
    </p:spTree>
    <p:extLst>
      <p:ext uri="{BB962C8B-B14F-4D97-AF65-F5344CB8AC3E}">
        <p14:creationId xmlns:p14="http://schemas.microsoft.com/office/powerpoint/2010/main" val="191127422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5891A-19D6-2698-D54C-A018C4A3D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Parallelism - Approaches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BE268D-BA8A-5A57-C12B-47385EF535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35578"/>
          </a:xfrm>
        </p:spPr>
        <p:txBody>
          <a:bodyPr/>
          <a:lstStyle/>
          <a:p>
            <a:r>
              <a:rPr lang="en-US" dirty="0"/>
              <a:t>#1 Partition Output data</a:t>
            </a:r>
          </a:p>
          <a:p>
            <a:pPr lvl="1"/>
            <a:r>
              <a:rPr lang="en-US" dirty="0"/>
              <a:t>Each task is responsible for computing an output partition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9F3461-1D29-110E-17A6-BA67E2ED4374}"/>
              </a:ext>
            </a:extLst>
          </p:cNvPr>
          <p:cNvSpPr/>
          <p:nvPr/>
        </p:nvSpPr>
        <p:spPr>
          <a:xfrm>
            <a:off x="2973313" y="3519834"/>
            <a:ext cx="5559068" cy="53289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F6A1AE6-5321-A0B1-EFE1-87A194EA3782}"/>
              </a:ext>
            </a:extLst>
          </p:cNvPr>
          <p:cNvCxnSpPr/>
          <p:nvPr/>
        </p:nvCxnSpPr>
        <p:spPr>
          <a:xfrm>
            <a:off x="4196551" y="3519834"/>
            <a:ext cx="0" cy="5328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C5A4002-6ABC-A467-2230-5FDF654F5FA3}"/>
              </a:ext>
            </a:extLst>
          </p:cNvPr>
          <p:cNvCxnSpPr/>
          <p:nvPr/>
        </p:nvCxnSpPr>
        <p:spPr>
          <a:xfrm>
            <a:off x="5438964" y="3519834"/>
            <a:ext cx="0" cy="5328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D0A2DEB-9E0F-BE64-7023-038F2C5D4458}"/>
              </a:ext>
            </a:extLst>
          </p:cNvPr>
          <p:cNvCxnSpPr/>
          <p:nvPr/>
        </p:nvCxnSpPr>
        <p:spPr>
          <a:xfrm>
            <a:off x="7510999" y="3519834"/>
            <a:ext cx="0" cy="5328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647F769-9324-BAE6-BCB1-45F88D82B219}"/>
              </a:ext>
            </a:extLst>
          </p:cNvPr>
          <p:cNvCxnSpPr>
            <a:cxnSpLocks/>
            <a:stCxn id="9" idx="0"/>
          </p:cNvCxnSpPr>
          <p:nvPr/>
        </p:nvCxnSpPr>
        <p:spPr>
          <a:xfrm flipH="1" flipV="1">
            <a:off x="3575345" y="4052729"/>
            <a:ext cx="1" cy="8962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8C31903C-C8DA-79CE-5697-B80CCF70F40C}"/>
                  </a:ext>
                </a:extLst>
              </p:cNvPr>
              <p:cNvSpPr/>
              <p:nvPr/>
            </p:nvSpPr>
            <p:spPr>
              <a:xfrm>
                <a:off x="3279629" y="4948962"/>
                <a:ext cx="591433" cy="53289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8C31903C-C8DA-79CE-5697-B80CCF70F4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9629" y="4948962"/>
                <a:ext cx="591433" cy="532895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B9A275D0-3090-F11A-2678-306AD2D46055}"/>
                  </a:ext>
                </a:extLst>
              </p:cNvPr>
              <p:cNvSpPr/>
              <p:nvPr/>
            </p:nvSpPr>
            <p:spPr>
              <a:xfrm>
                <a:off x="4502867" y="4992865"/>
                <a:ext cx="591433" cy="53289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B9A275D0-3090-F11A-2678-306AD2D460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2867" y="4992865"/>
                <a:ext cx="591433" cy="532895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CB59A2BC-4531-F989-1E93-9A5318FFDBBE}"/>
                  </a:ext>
                </a:extLst>
              </p:cNvPr>
              <p:cNvSpPr/>
              <p:nvPr/>
            </p:nvSpPr>
            <p:spPr>
              <a:xfrm>
                <a:off x="7725974" y="4992865"/>
                <a:ext cx="591433" cy="53289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CB59A2BC-4531-F989-1E93-9A5318FFDB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5974" y="4992865"/>
                <a:ext cx="591433" cy="532895"/>
              </a:xfrm>
              <a:prstGeom prst="ellipse">
                <a:avLst/>
              </a:prstGeom>
              <a:blipFill>
                <a:blip r:embed="rId4"/>
                <a:stretch>
                  <a:fillRect l="-505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6690BBE-97FC-CB29-2588-31512967C5A4}"/>
              </a:ext>
            </a:extLst>
          </p:cNvPr>
          <p:cNvCxnSpPr>
            <a:cxnSpLocks/>
          </p:cNvCxnSpPr>
          <p:nvPr/>
        </p:nvCxnSpPr>
        <p:spPr>
          <a:xfrm flipH="1" flipV="1">
            <a:off x="4798583" y="4096632"/>
            <a:ext cx="1" cy="8962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CB58EAF-3B98-01D3-1796-45682634D114}"/>
              </a:ext>
            </a:extLst>
          </p:cNvPr>
          <p:cNvCxnSpPr>
            <a:cxnSpLocks/>
          </p:cNvCxnSpPr>
          <p:nvPr/>
        </p:nvCxnSpPr>
        <p:spPr>
          <a:xfrm flipH="1" flipV="1">
            <a:off x="8021689" y="4053484"/>
            <a:ext cx="1" cy="8962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4CA9993-E5D4-BCB5-E815-C088DB48372B}"/>
              </a:ext>
            </a:extLst>
          </p:cNvPr>
          <p:cNvSpPr txBox="1"/>
          <p:nvPr/>
        </p:nvSpPr>
        <p:spPr>
          <a:xfrm>
            <a:off x="1731910" y="3601615"/>
            <a:ext cx="9348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 </a:t>
            </a:r>
          </a:p>
        </p:txBody>
      </p:sp>
    </p:spTree>
    <p:extLst>
      <p:ext uri="{BB962C8B-B14F-4D97-AF65-F5344CB8AC3E}">
        <p14:creationId xmlns:p14="http://schemas.microsoft.com/office/powerpoint/2010/main" val="296981669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5891A-19D6-2698-D54C-A018C4A3D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Parallelism - Approaches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BE268D-BA8A-5A57-C12B-47385EF535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3557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#1 Partition Output data</a:t>
            </a:r>
          </a:p>
          <a:p>
            <a:pPr lvl="1"/>
            <a:r>
              <a:rPr lang="en-US" dirty="0"/>
              <a:t>Useful when partitions of output can be computed independently of each other</a:t>
            </a:r>
          </a:p>
          <a:p>
            <a:pPr lvl="1"/>
            <a:r>
              <a:rPr lang="en-US" dirty="0"/>
              <a:t>Example: Blocked Matrix Multiplication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9F3461-1D29-110E-17A6-BA67E2ED4374}"/>
              </a:ext>
            </a:extLst>
          </p:cNvPr>
          <p:cNvSpPr/>
          <p:nvPr/>
        </p:nvSpPr>
        <p:spPr>
          <a:xfrm>
            <a:off x="2973313" y="3519834"/>
            <a:ext cx="5559068" cy="53289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F6A1AE6-5321-A0B1-EFE1-87A194EA3782}"/>
              </a:ext>
            </a:extLst>
          </p:cNvPr>
          <p:cNvCxnSpPr/>
          <p:nvPr/>
        </p:nvCxnSpPr>
        <p:spPr>
          <a:xfrm>
            <a:off x="4196551" y="3519834"/>
            <a:ext cx="0" cy="5328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C5A4002-6ABC-A467-2230-5FDF654F5FA3}"/>
              </a:ext>
            </a:extLst>
          </p:cNvPr>
          <p:cNvCxnSpPr/>
          <p:nvPr/>
        </p:nvCxnSpPr>
        <p:spPr>
          <a:xfrm>
            <a:off x="5438964" y="3519834"/>
            <a:ext cx="0" cy="5328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D0A2DEB-9E0F-BE64-7023-038F2C5D4458}"/>
              </a:ext>
            </a:extLst>
          </p:cNvPr>
          <p:cNvCxnSpPr/>
          <p:nvPr/>
        </p:nvCxnSpPr>
        <p:spPr>
          <a:xfrm>
            <a:off x="7510999" y="3519834"/>
            <a:ext cx="0" cy="5328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647F769-9324-BAE6-BCB1-45F88D82B219}"/>
              </a:ext>
            </a:extLst>
          </p:cNvPr>
          <p:cNvCxnSpPr>
            <a:cxnSpLocks/>
            <a:stCxn id="9" idx="0"/>
          </p:cNvCxnSpPr>
          <p:nvPr/>
        </p:nvCxnSpPr>
        <p:spPr>
          <a:xfrm flipH="1" flipV="1">
            <a:off x="3575345" y="4052729"/>
            <a:ext cx="1" cy="8962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8C31903C-C8DA-79CE-5697-B80CCF70F40C}"/>
                  </a:ext>
                </a:extLst>
              </p:cNvPr>
              <p:cNvSpPr/>
              <p:nvPr/>
            </p:nvSpPr>
            <p:spPr>
              <a:xfrm>
                <a:off x="3279629" y="4948962"/>
                <a:ext cx="591433" cy="53289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8C31903C-C8DA-79CE-5697-B80CCF70F4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9629" y="4948962"/>
                <a:ext cx="591433" cy="532895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B9A275D0-3090-F11A-2678-306AD2D46055}"/>
                  </a:ext>
                </a:extLst>
              </p:cNvPr>
              <p:cNvSpPr/>
              <p:nvPr/>
            </p:nvSpPr>
            <p:spPr>
              <a:xfrm>
                <a:off x="4502867" y="4992865"/>
                <a:ext cx="591433" cy="53289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B9A275D0-3090-F11A-2678-306AD2D460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2867" y="4992865"/>
                <a:ext cx="591433" cy="532895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CB59A2BC-4531-F989-1E93-9A5318FFDBBE}"/>
                  </a:ext>
                </a:extLst>
              </p:cNvPr>
              <p:cNvSpPr/>
              <p:nvPr/>
            </p:nvSpPr>
            <p:spPr>
              <a:xfrm>
                <a:off x="7725974" y="4992865"/>
                <a:ext cx="591433" cy="53289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CB59A2BC-4531-F989-1E93-9A5318FFDB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5974" y="4992865"/>
                <a:ext cx="591433" cy="532895"/>
              </a:xfrm>
              <a:prstGeom prst="ellipse">
                <a:avLst/>
              </a:prstGeom>
              <a:blipFill>
                <a:blip r:embed="rId4"/>
                <a:stretch>
                  <a:fillRect l="-505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6690BBE-97FC-CB29-2588-31512967C5A4}"/>
              </a:ext>
            </a:extLst>
          </p:cNvPr>
          <p:cNvCxnSpPr>
            <a:cxnSpLocks/>
          </p:cNvCxnSpPr>
          <p:nvPr/>
        </p:nvCxnSpPr>
        <p:spPr>
          <a:xfrm flipH="1" flipV="1">
            <a:off x="4798583" y="4096632"/>
            <a:ext cx="1" cy="8962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CB58EAF-3B98-01D3-1796-45682634D114}"/>
              </a:ext>
            </a:extLst>
          </p:cNvPr>
          <p:cNvCxnSpPr>
            <a:cxnSpLocks/>
          </p:cNvCxnSpPr>
          <p:nvPr/>
        </p:nvCxnSpPr>
        <p:spPr>
          <a:xfrm flipH="1" flipV="1">
            <a:off x="8021689" y="4053484"/>
            <a:ext cx="1" cy="8962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F9AA493-B9BA-2CA0-E43A-A59A7A319C93}"/>
              </a:ext>
            </a:extLst>
          </p:cNvPr>
          <p:cNvSpPr txBox="1"/>
          <p:nvPr/>
        </p:nvSpPr>
        <p:spPr>
          <a:xfrm>
            <a:off x="1731910" y="3601615"/>
            <a:ext cx="9348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 </a:t>
            </a:r>
          </a:p>
        </p:txBody>
      </p:sp>
    </p:spTree>
    <p:extLst>
      <p:ext uri="{BB962C8B-B14F-4D97-AF65-F5344CB8AC3E}">
        <p14:creationId xmlns:p14="http://schemas.microsoft.com/office/powerpoint/2010/main" val="337591641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F60E3-2E4F-7D55-C643-DEB745A6A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Parallelism – Approaches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F48ECF-664B-E206-4FD5-E8F7D52C4A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35742"/>
          </a:xfrm>
        </p:spPr>
        <p:txBody>
          <a:bodyPr/>
          <a:lstStyle/>
          <a:p>
            <a:r>
              <a:rPr lang="en-US" dirty="0"/>
              <a:t>#1 Partition Output data</a:t>
            </a:r>
          </a:p>
          <a:p>
            <a:pPr lvl="1"/>
            <a:r>
              <a:rPr lang="en-US" dirty="0"/>
              <a:t>Matrix Multiplication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F0513F5-4B39-CF6B-C567-649AEF2AB73C}"/>
                  </a:ext>
                </a:extLst>
              </p:cNvPr>
              <p:cNvSpPr/>
              <p:nvPr/>
            </p:nvSpPr>
            <p:spPr>
              <a:xfrm>
                <a:off x="1199015" y="3333625"/>
                <a:ext cx="726676" cy="763009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/>
                          </a:rPr>
                        </m:ctrlPr>
                      </m:sSubPr>
                      <m:e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F0513F5-4B39-CF6B-C567-649AEF2AB7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9015" y="3333625"/>
                <a:ext cx="726676" cy="76300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1882CD7E-7ED8-0EB9-5910-813F1B80A7C4}"/>
                  </a:ext>
                </a:extLst>
              </p:cNvPr>
              <p:cNvSpPr/>
              <p:nvPr/>
            </p:nvSpPr>
            <p:spPr>
              <a:xfrm>
                <a:off x="3161038" y="3333625"/>
                <a:ext cx="2373807" cy="4571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0: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1882CD7E-7ED8-0EB9-5910-813F1B80A7C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1038" y="3333625"/>
                <a:ext cx="2373807" cy="4571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756587E3-2EA3-01F0-97EE-E4066E1FE08D}"/>
                  </a:ext>
                </a:extLst>
              </p:cNvPr>
              <p:cNvSpPr/>
              <p:nvPr/>
            </p:nvSpPr>
            <p:spPr>
              <a:xfrm>
                <a:off x="3161038" y="3960382"/>
                <a:ext cx="442061" cy="207708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:0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756587E3-2EA3-01F0-97EE-E4066E1FE0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1038" y="3960382"/>
                <a:ext cx="442061" cy="2077080"/>
              </a:xfrm>
              <a:prstGeom prst="rect">
                <a:avLst/>
              </a:prstGeom>
              <a:blipFill>
                <a:blip r:embed="rId4"/>
                <a:stretch>
                  <a:fillRect l="-675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ross 6">
            <a:extLst>
              <a:ext uri="{FF2B5EF4-FFF2-40B4-BE49-F238E27FC236}">
                <a16:creationId xmlns:a16="http://schemas.microsoft.com/office/drawing/2014/main" id="{BF23D01F-E459-6DDC-2753-F72757CFF543}"/>
              </a:ext>
            </a:extLst>
          </p:cNvPr>
          <p:cNvSpPr/>
          <p:nvPr/>
        </p:nvSpPr>
        <p:spPr>
          <a:xfrm rot="2703698">
            <a:off x="4178422" y="4559889"/>
            <a:ext cx="545006" cy="551062"/>
          </a:xfrm>
          <a:prstGeom prst="plus">
            <a:avLst>
              <a:gd name="adj" fmla="val 4728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01BDD39A-44DF-FBA3-7898-DD3A1B0E6953}"/>
                  </a:ext>
                </a:extLst>
              </p:cNvPr>
              <p:cNvSpPr/>
              <p:nvPr/>
            </p:nvSpPr>
            <p:spPr>
              <a:xfrm>
                <a:off x="4247013" y="5504567"/>
                <a:ext cx="591433" cy="53289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01BDD39A-44DF-FBA3-7898-DD3A1B0E69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7013" y="5504567"/>
                <a:ext cx="591433" cy="532895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061F828C-6A17-7A36-267F-1C61491E9174}"/>
                  </a:ext>
                </a:extLst>
              </p:cNvPr>
              <p:cNvSpPr/>
              <p:nvPr/>
            </p:nvSpPr>
            <p:spPr>
              <a:xfrm>
                <a:off x="7353556" y="3333625"/>
                <a:ext cx="726676" cy="763009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/>
                          </a:rPr>
                        </m:ctrlPr>
                      </m:sSubPr>
                      <m:e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061F828C-6A17-7A36-267F-1C61491E91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3556" y="3333625"/>
                <a:ext cx="726676" cy="76300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B8565689-A32E-9586-2CE1-C86BC79EB80B}"/>
                  </a:ext>
                </a:extLst>
              </p:cNvPr>
              <p:cNvSpPr/>
              <p:nvPr/>
            </p:nvSpPr>
            <p:spPr>
              <a:xfrm>
                <a:off x="9315579" y="3333625"/>
                <a:ext cx="2373807" cy="4571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0: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B8565689-A32E-9586-2CE1-C86BC79EB8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5579" y="3333625"/>
                <a:ext cx="2373807" cy="4571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71A77AB-CE73-BE5E-18B8-67A476CD549D}"/>
                  </a:ext>
                </a:extLst>
              </p:cNvPr>
              <p:cNvSpPr/>
              <p:nvPr/>
            </p:nvSpPr>
            <p:spPr>
              <a:xfrm>
                <a:off x="9315579" y="3960382"/>
                <a:ext cx="442061" cy="207708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:1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71A77AB-CE73-BE5E-18B8-67A476CD54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5579" y="3960382"/>
                <a:ext cx="442061" cy="2077080"/>
              </a:xfrm>
              <a:prstGeom prst="rect">
                <a:avLst/>
              </a:prstGeom>
              <a:blipFill>
                <a:blip r:embed="rId8"/>
                <a:stretch>
                  <a:fillRect l="-533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Cross 12">
            <a:extLst>
              <a:ext uri="{FF2B5EF4-FFF2-40B4-BE49-F238E27FC236}">
                <a16:creationId xmlns:a16="http://schemas.microsoft.com/office/drawing/2014/main" id="{9793A9D8-6DE2-5F4A-F499-34A3199750C2}"/>
              </a:ext>
            </a:extLst>
          </p:cNvPr>
          <p:cNvSpPr/>
          <p:nvPr/>
        </p:nvSpPr>
        <p:spPr>
          <a:xfrm rot="2703698">
            <a:off x="10332963" y="4559889"/>
            <a:ext cx="545006" cy="551062"/>
          </a:xfrm>
          <a:prstGeom prst="plus">
            <a:avLst>
              <a:gd name="adj" fmla="val 4728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ED7FB3E2-EEAE-31CD-F861-A22C66403568}"/>
                  </a:ext>
                </a:extLst>
              </p:cNvPr>
              <p:cNvSpPr/>
              <p:nvPr/>
            </p:nvSpPr>
            <p:spPr>
              <a:xfrm>
                <a:off x="10401554" y="5504567"/>
                <a:ext cx="591433" cy="53289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ED7FB3E2-EEAE-31CD-F861-A22C664035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01554" y="5504567"/>
                <a:ext cx="591433" cy="532895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5216C881-57D2-6543-F94A-0ABD042BC654}"/>
              </a:ext>
            </a:extLst>
          </p:cNvPr>
          <p:cNvSpPr txBox="1"/>
          <p:nvPr/>
        </p:nvSpPr>
        <p:spPr>
          <a:xfrm>
            <a:off x="5534845" y="4729446"/>
            <a:ext cx="23071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Input data maybe shared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Output data distinct</a:t>
            </a:r>
          </a:p>
        </p:txBody>
      </p:sp>
    </p:spTree>
    <p:extLst>
      <p:ext uri="{BB962C8B-B14F-4D97-AF65-F5344CB8AC3E}">
        <p14:creationId xmlns:p14="http://schemas.microsoft.com/office/powerpoint/2010/main" val="269607674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5891A-19D6-2698-D54C-A018C4A3D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Parallelism - Approaches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BE268D-BA8A-5A57-C12B-47385EF535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35578"/>
          </a:xfrm>
        </p:spPr>
        <p:txBody>
          <a:bodyPr/>
          <a:lstStyle/>
          <a:p>
            <a:r>
              <a:rPr lang="en-US" dirty="0"/>
              <a:t>#2 Partition Input data</a:t>
            </a:r>
          </a:p>
          <a:p>
            <a:pPr lvl="1"/>
            <a:r>
              <a:rPr lang="en-US" dirty="0"/>
              <a:t>Each task is responsible for performing “all” operations on the partition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9F3461-1D29-110E-17A6-BA67E2ED4374}"/>
              </a:ext>
            </a:extLst>
          </p:cNvPr>
          <p:cNvSpPr/>
          <p:nvPr/>
        </p:nvSpPr>
        <p:spPr>
          <a:xfrm>
            <a:off x="2973313" y="3519834"/>
            <a:ext cx="5559068" cy="53289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E7F514-3FF7-CD4B-2D97-1BA86157E510}"/>
              </a:ext>
            </a:extLst>
          </p:cNvPr>
          <p:cNvSpPr txBox="1"/>
          <p:nvPr/>
        </p:nvSpPr>
        <p:spPr>
          <a:xfrm>
            <a:off x="1731910" y="3601615"/>
            <a:ext cx="737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 </a:t>
            </a:r>
          </a:p>
        </p:txBody>
      </p:sp>
    </p:spTree>
    <p:extLst>
      <p:ext uri="{BB962C8B-B14F-4D97-AF65-F5344CB8AC3E}">
        <p14:creationId xmlns:p14="http://schemas.microsoft.com/office/powerpoint/2010/main" val="168367083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5891A-19D6-2698-D54C-A018C4A3D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Parallelism - Approaches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BE268D-BA8A-5A57-C12B-47385EF535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35578"/>
          </a:xfrm>
        </p:spPr>
        <p:txBody>
          <a:bodyPr/>
          <a:lstStyle/>
          <a:p>
            <a:r>
              <a:rPr lang="en-US" dirty="0"/>
              <a:t>#2 Partition Input data</a:t>
            </a:r>
          </a:p>
          <a:p>
            <a:pPr lvl="1"/>
            <a:r>
              <a:rPr lang="en-US" dirty="0"/>
              <a:t>Each task is responsible for performing “all” operations on the partition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9F3461-1D29-110E-17A6-BA67E2ED4374}"/>
              </a:ext>
            </a:extLst>
          </p:cNvPr>
          <p:cNvSpPr/>
          <p:nvPr/>
        </p:nvSpPr>
        <p:spPr>
          <a:xfrm>
            <a:off x="2973313" y="3519834"/>
            <a:ext cx="5559068" cy="53289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F6A1AE6-5321-A0B1-EFE1-87A194EA3782}"/>
              </a:ext>
            </a:extLst>
          </p:cNvPr>
          <p:cNvCxnSpPr/>
          <p:nvPr/>
        </p:nvCxnSpPr>
        <p:spPr>
          <a:xfrm>
            <a:off x="4196551" y="3519834"/>
            <a:ext cx="0" cy="5328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C5A4002-6ABC-A467-2230-5FDF654F5FA3}"/>
              </a:ext>
            </a:extLst>
          </p:cNvPr>
          <p:cNvCxnSpPr/>
          <p:nvPr/>
        </p:nvCxnSpPr>
        <p:spPr>
          <a:xfrm>
            <a:off x="5438964" y="3519834"/>
            <a:ext cx="0" cy="5328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D0A2DEB-9E0F-BE64-7023-038F2C5D4458}"/>
              </a:ext>
            </a:extLst>
          </p:cNvPr>
          <p:cNvCxnSpPr/>
          <p:nvPr/>
        </p:nvCxnSpPr>
        <p:spPr>
          <a:xfrm>
            <a:off x="7510999" y="3519834"/>
            <a:ext cx="0" cy="5328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89CAF31-6AB2-ED36-96EF-AAF84A3C8DE6}"/>
              </a:ext>
            </a:extLst>
          </p:cNvPr>
          <p:cNvSpPr txBox="1"/>
          <p:nvPr/>
        </p:nvSpPr>
        <p:spPr>
          <a:xfrm>
            <a:off x="1731910" y="3601615"/>
            <a:ext cx="737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 </a:t>
            </a:r>
          </a:p>
        </p:txBody>
      </p:sp>
    </p:spTree>
    <p:extLst>
      <p:ext uri="{BB962C8B-B14F-4D97-AF65-F5344CB8AC3E}">
        <p14:creationId xmlns:p14="http://schemas.microsoft.com/office/powerpoint/2010/main" val="401886435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5891A-19D6-2698-D54C-A018C4A3D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Parallelism - Approaches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BE268D-BA8A-5A57-C12B-47385EF535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35578"/>
          </a:xfrm>
        </p:spPr>
        <p:txBody>
          <a:bodyPr/>
          <a:lstStyle/>
          <a:p>
            <a:r>
              <a:rPr lang="en-US" dirty="0"/>
              <a:t>#2 Partition Input data</a:t>
            </a:r>
          </a:p>
          <a:p>
            <a:pPr lvl="1"/>
            <a:r>
              <a:rPr lang="en-US" dirty="0"/>
              <a:t>Each task is responsible for performing “all” operations on the partition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9F3461-1D29-110E-17A6-BA67E2ED4374}"/>
              </a:ext>
            </a:extLst>
          </p:cNvPr>
          <p:cNvSpPr/>
          <p:nvPr/>
        </p:nvSpPr>
        <p:spPr>
          <a:xfrm>
            <a:off x="2973313" y="3519834"/>
            <a:ext cx="5559068" cy="53289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F6A1AE6-5321-A0B1-EFE1-87A194EA3782}"/>
              </a:ext>
            </a:extLst>
          </p:cNvPr>
          <p:cNvCxnSpPr/>
          <p:nvPr/>
        </p:nvCxnSpPr>
        <p:spPr>
          <a:xfrm>
            <a:off x="4196551" y="3519834"/>
            <a:ext cx="0" cy="5328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C5A4002-6ABC-A467-2230-5FDF654F5FA3}"/>
              </a:ext>
            </a:extLst>
          </p:cNvPr>
          <p:cNvCxnSpPr/>
          <p:nvPr/>
        </p:nvCxnSpPr>
        <p:spPr>
          <a:xfrm>
            <a:off x="5438964" y="3519834"/>
            <a:ext cx="0" cy="5328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D0A2DEB-9E0F-BE64-7023-038F2C5D4458}"/>
              </a:ext>
            </a:extLst>
          </p:cNvPr>
          <p:cNvCxnSpPr/>
          <p:nvPr/>
        </p:nvCxnSpPr>
        <p:spPr>
          <a:xfrm>
            <a:off x="7510999" y="3519834"/>
            <a:ext cx="0" cy="5328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647F769-9324-BAE6-BCB1-45F88D82B219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3559701" y="4008826"/>
            <a:ext cx="15645" cy="9401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8C31903C-C8DA-79CE-5697-B80CCF70F40C}"/>
                  </a:ext>
                </a:extLst>
              </p:cNvPr>
              <p:cNvSpPr/>
              <p:nvPr/>
            </p:nvSpPr>
            <p:spPr>
              <a:xfrm>
                <a:off x="3279629" y="4948962"/>
                <a:ext cx="591433" cy="53289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8C31903C-C8DA-79CE-5697-B80CCF70F4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9629" y="4948962"/>
                <a:ext cx="591433" cy="532895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5E87202-5147-16A0-D515-B242CEABD630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4782939" y="4052729"/>
            <a:ext cx="15645" cy="9401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B9A275D0-3090-F11A-2678-306AD2D46055}"/>
                  </a:ext>
                </a:extLst>
              </p:cNvPr>
              <p:cNvSpPr/>
              <p:nvPr/>
            </p:nvSpPr>
            <p:spPr>
              <a:xfrm>
                <a:off x="4502867" y="4992865"/>
                <a:ext cx="591433" cy="53289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B9A275D0-3090-F11A-2678-306AD2D460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2867" y="4992865"/>
                <a:ext cx="591433" cy="532895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A8BADC5-794E-733C-B088-0F2D512DB505}"/>
              </a:ext>
            </a:extLst>
          </p:cNvPr>
          <p:cNvCxnSpPr>
            <a:cxnSpLocks/>
            <a:endCxn id="17" idx="0"/>
          </p:cNvCxnSpPr>
          <p:nvPr/>
        </p:nvCxnSpPr>
        <p:spPr>
          <a:xfrm>
            <a:off x="8006046" y="4052729"/>
            <a:ext cx="15645" cy="9401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CB59A2BC-4531-F989-1E93-9A5318FFDBBE}"/>
                  </a:ext>
                </a:extLst>
              </p:cNvPr>
              <p:cNvSpPr/>
              <p:nvPr/>
            </p:nvSpPr>
            <p:spPr>
              <a:xfrm>
                <a:off x="7725974" y="4992865"/>
                <a:ext cx="591433" cy="53289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CB59A2BC-4531-F989-1E93-9A5318FFDB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5974" y="4992865"/>
                <a:ext cx="591433" cy="532895"/>
              </a:xfrm>
              <a:prstGeom prst="ellipse">
                <a:avLst/>
              </a:prstGeom>
              <a:blipFill>
                <a:blip r:embed="rId4"/>
                <a:stretch>
                  <a:fillRect l="-505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CAD7C5C8-A893-5B69-D5BC-F75EC627460B}"/>
              </a:ext>
            </a:extLst>
          </p:cNvPr>
          <p:cNvSpPr txBox="1"/>
          <p:nvPr/>
        </p:nvSpPr>
        <p:spPr>
          <a:xfrm>
            <a:off x="1731910" y="3601615"/>
            <a:ext cx="737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 </a:t>
            </a:r>
          </a:p>
        </p:txBody>
      </p:sp>
    </p:spTree>
    <p:extLst>
      <p:ext uri="{BB962C8B-B14F-4D97-AF65-F5344CB8AC3E}">
        <p14:creationId xmlns:p14="http://schemas.microsoft.com/office/powerpoint/2010/main" val="78786139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5891A-19D6-2698-D54C-A018C4A3D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Parallelism - Approaches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BE268D-BA8A-5A57-C12B-47385EF535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1603375"/>
          </a:xfrm>
        </p:spPr>
        <p:txBody>
          <a:bodyPr>
            <a:normAutofit/>
          </a:bodyPr>
          <a:lstStyle/>
          <a:p>
            <a:r>
              <a:rPr lang="en-US" dirty="0"/>
              <a:t>#2 Partition Input data</a:t>
            </a:r>
          </a:p>
          <a:p>
            <a:pPr lvl="1"/>
            <a:r>
              <a:rPr lang="en-US" dirty="0"/>
              <a:t>Tasks can either directly produce the final output</a:t>
            </a:r>
          </a:p>
          <a:p>
            <a:pPr lvl="1"/>
            <a:r>
              <a:rPr lang="en-US" dirty="0"/>
              <a:t>Or produce intermediate output which require another set of tasks to produce the final output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9F3461-1D29-110E-17A6-BA67E2ED4374}"/>
              </a:ext>
            </a:extLst>
          </p:cNvPr>
          <p:cNvSpPr/>
          <p:nvPr/>
        </p:nvSpPr>
        <p:spPr>
          <a:xfrm>
            <a:off x="2973313" y="3519834"/>
            <a:ext cx="5559068" cy="53289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F6A1AE6-5321-A0B1-EFE1-87A194EA3782}"/>
              </a:ext>
            </a:extLst>
          </p:cNvPr>
          <p:cNvCxnSpPr/>
          <p:nvPr/>
        </p:nvCxnSpPr>
        <p:spPr>
          <a:xfrm>
            <a:off x="4196551" y="3519834"/>
            <a:ext cx="0" cy="5328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C5A4002-6ABC-A467-2230-5FDF654F5FA3}"/>
              </a:ext>
            </a:extLst>
          </p:cNvPr>
          <p:cNvCxnSpPr/>
          <p:nvPr/>
        </p:nvCxnSpPr>
        <p:spPr>
          <a:xfrm>
            <a:off x="5438964" y="3519834"/>
            <a:ext cx="0" cy="5328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D0A2DEB-9E0F-BE64-7023-038F2C5D4458}"/>
              </a:ext>
            </a:extLst>
          </p:cNvPr>
          <p:cNvCxnSpPr/>
          <p:nvPr/>
        </p:nvCxnSpPr>
        <p:spPr>
          <a:xfrm>
            <a:off x="7510999" y="3519834"/>
            <a:ext cx="0" cy="5328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647F769-9324-BAE6-BCB1-45F88D82B219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3559701" y="4008826"/>
            <a:ext cx="15645" cy="9401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8C31903C-C8DA-79CE-5697-B80CCF70F40C}"/>
                  </a:ext>
                </a:extLst>
              </p:cNvPr>
              <p:cNvSpPr/>
              <p:nvPr/>
            </p:nvSpPr>
            <p:spPr>
              <a:xfrm>
                <a:off x="3279629" y="4948962"/>
                <a:ext cx="591433" cy="53289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8C31903C-C8DA-79CE-5697-B80CCF70F4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9629" y="4948962"/>
                <a:ext cx="591433" cy="532895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5E87202-5147-16A0-D515-B242CEABD630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4782939" y="4052729"/>
            <a:ext cx="15645" cy="9401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B9A275D0-3090-F11A-2678-306AD2D46055}"/>
                  </a:ext>
                </a:extLst>
              </p:cNvPr>
              <p:cNvSpPr/>
              <p:nvPr/>
            </p:nvSpPr>
            <p:spPr>
              <a:xfrm>
                <a:off x="4502867" y="4992865"/>
                <a:ext cx="591433" cy="53289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B9A275D0-3090-F11A-2678-306AD2D460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2867" y="4992865"/>
                <a:ext cx="591433" cy="532895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A8BADC5-794E-733C-B088-0F2D512DB505}"/>
              </a:ext>
            </a:extLst>
          </p:cNvPr>
          <p:cNvCxnSpPr>
            <a:cxnSpLocks/>
            <a:endCxn id="17" idx="0"/>
          </p:cNvCxnSpPr>
          <p:nvPr/>
        </p:nvCxnSpPr>
        <p:spPr>
          <a:xfrm>
            <a:off x="8006046" y="4052729"/>
            <a:ext cx="15645" cy="9401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CB59A2BC-4531-F989-1E93-9A5318FFDBBE}"/>
                  </a:ext>
                </a:extLst>
              </p:cNvPr>
              <p:cNvSpPr/>
              <p:nvPr/>
            </p:nvSpPr>
            <p:spPr>
              <a:xfrm>
                <a:off x="7725974" y="4992865"/>
                <a:ext cx="591433" cy="53289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CB59A2BC-4531-F989-1E93-9A5318FFDB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5974" y="4992865"/>
                <a:ext cx="591433" cy="532895"/>
              </a:xfrm>
              <a:prstGeom prst="ellipse">
                <a:avLst/>
              </a:prstGeom>
              <a:blipFill>
                <a:blip r:embed="rId4"/>
                <a:stretch>
                  <a:fillRect l="-505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2E76FBCD-11A3-00AD-ADBF-FE71C1BC664A}"/>
              </a:ext>
            </a:extLst>
          </p:cNvPr>
          <p:cNvSpPr txBox="1"/>
          <p:nvPr/>
        </p:nvSpPr>
        <p:spPr>
          <a:xfrm>
            <a:off x="1731910" y="3601615"/>
            <a:ext cx="737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 </a:t>
            </a:r>
          </a:p>
        </p:txBody>
      </p:sp>
    </p:spTree>
    <p:extLst>
      <p:ext uri="{BB962C8B-B14F-4D97-AF65-F5344CB8AC3E}">
        <p14:creationId xmlns:p14="http://schemas.microsoft.com/office/powerpoint/2010/main" val="270637963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5891A-19D6-2698-D54C-A018C4A3D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Parallelism - Approaches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BE268D-BA8A-5A57-C12B-47385EF535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1603375"/>
          </a:xfrm>
        </p:spPr>
        <p:txBody>
          <a:bodyPr>
            <a:normAutofit/>
          </a:bodyPr>
          <a:lstStyle/>
          <a:p>
            <a:r>
              <a:rPr lang="en-US" dirty="0"/>
              <a:t>#2 Partition Input data</a:t>
            </a:r>
          </a:p>
          <a:p>
            <a:pPr lvl="1"/>
            <a:r>
              <a:rPr lang="en-US" dirty="0"/>
              <a:t>Suitable when outputs cannot be independently computed</a:t>
            </a:r>
          </a:p>
          <a:p>
            <a:pPr lvl="2"/>
            <a:r>
              <a:rPr lang="en-US" dirty="0"/>
              <a:t>Example: Aggregation functions, Hashing, …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9F3461-1D29-110E-17A6-BA67E2ED4374}"/>
              </a:ext>
            </a:extLst>
          </p:cNvPr>
          <p:cNvSpPr/>
          <p:nvPr/>
        </p:nvSpPr>
        <p:spPr>
          <a:xfrm>
            <a:off x="2973313" y="3519834"/>
            <a:ext cx="5559068" cy="53289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F6A1AE6-5321-A0B1-EFE1-87A194EA3782}"/>
              </a:ext>
            </a:extLst>
          </p:cNvPr>
          <p:cNvCxnSpPr/>
          <p:nvPr/>
        </p:nvCxnSpPr>
        <p:spPr>
          <a:xfrm>
            <a:off x="4196551" y="3519834"/>
            <a:ext cx="0" cy="5328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C5A4002-6ABC-A467-2230-5FDF654F5FA3}"/>
              </a:ext>
            </a:extLst>
          </p:cNvPr>
          <p:cNvCxnSpPr/>
          <p:nvPr/>
        </p:nvCxnSpPr>
        <p:spPr>
          <a:xfrm>
            <a:off x="5438964" y="3519834"/>
            <a:ext cx="0" cy="5328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D0A2DEB-9E0F-BE64-7023-038F2C5D4458}"/>
              </a:ext>
            </a:extLst>
          </p:cNvPr>
          <p:cNvCxnSpPr/>
          <p:nvPr/>
        </p:nvCxnSpPr>
        <p:spPr>
          <a:xfrm>
            <a:off x="7510999" y="3519834"/>
            <a:ext cx="0" cy="5328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647F769-9324-BAE6-BCB1-45F88D82B219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3559701" y="4008826"/>
            <a:ext cx="15645" cy="9401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8C31903C-C8DA-79CE-5697-B80CCF70F40C}"/>
                  </a:ext>
                </a:extLst>
              </p:cNvPr>
              <p:cNvSpPr/>
              <p:nvPr/>
            </p:nvSpPr>
            <p:spPr>
              <a:xfrm>
                <a:off x="3279629" y="4948962"/>
                <a:ext cx="591433" cy="53289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8C31903C-C8DA-79CE-5697-B80CCF70F4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9629" y="4948962"/>
                <a:ext cx="591433" cy="532895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5E87202-5147-16A0-D515-B242CEABD630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4782939" y="4052729"/>
            <a:ext cx="15645" cy="9401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B9A275D0-3090-F11A-2678-306AD2D46055}"/>
                  </a:ext>
                </a:extLst>
              </p:cNvPr>
              <p:cNvSpPr/>
              <p:nvPr/>
            </p:nvSpPr>
            <p:spPr>
              <a:xfrm>
                <a:off x="4502867" y="4992865"/>
                <a:ext cx="591433" cy="53289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B9A275D0-3090-F11A-2678-306AD2D460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2867" y="4992865"/>
                <a:ext cx="591433" cy="532895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A8BADC5-794E-733C-B088-0F2D512DB505}"/>
              </a:ext>
            </a:extLst>
          </p:cNvPr>
          <p:cNvCxnSpPr>
            <a:cxnSpLocks/>
            <a:endCxn id="17" idx="0"/>
          </p:cNvCxnSpPr>
          <p:nvPr/>
        </p:nvCxnSpPr>
        <p:spPr>
          <a:xfrm>
            <a:off x="8006046" y="4052729"/>
            <a:ext cx="15645" cy="9401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CB59A2BC-4531-F989-1E93-9A5318FFDBBE}"/>
                  </a:ext>
                </a:extLst>
              </p:cNvPr>
              <p:cNvSpPr/>
              <p:nvPr/>
            </p:nvSpPr>
            <p:spPr>
              <a:xfrm>
                <a:off x="7725974" y="4992865"/>
                <a:ext cx="591433" cy="53289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CB59A2BC-4531-F989-1E93-9A5318FFDB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5974" y="4992865"/>
                <a:ext cx="591433" cy="532895"/>
              </a:xfrm>
              <a:prstGeom prst="ellipse">
                <a:avLst/>
              </a:prstGeom>
              <a:blipFill>
                <a:blip r:embed="rId4"/>
                <a:stretch>
                  <a:fillRect l="-505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C8004742-60A0-76F2-0A6A-3ADA43FB51BE}"/>
              </a:ext>
            </a:extLst>
          </p:cNvPr>
          <p:cNvSpPr txBox="1"/>
          <p:nvPr/>
        </p:nvSpPr>
        <p:spPr>
          <a:xfrm>
            <a:off x="1731910" y="3601615"/>
            <a:ext cx="737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 </a:t>
            </a:r>
          </a:p>
        </p:txBody>
      </p:sp>
    </p:spTree>
    <p:extLst>
      <p:ext uri="{BB962C8B-B14F-4D97-AF65-F5344CB8AC3E}">
        <p14:creationId xmlns:p14="http://schemas.microsoft.com/office/powerpoint/2010/main" val="4834797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3BCA8-4B89-FDA1-498C-026FFF141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Parallelism - Approaches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FE5CD9-6431-4857-D32D-331B5B5F9FD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#2 Partition Input data</a:t>
                </a:r>
              </a:p>
              <a:p>
                <a:endParaRPr lang="en-US" dirty="0"/>
              </a:p>
              <a:p>
                <a:r>
                  <a:rPr lang="en-US" dirty="0"/>
                  <a:t>Problem: Constructing a Hash Table</a:t>
                </a:r>
              </a:p>
              <a:p>
                <a:endParaRPr lang="en-US" dirty="0"/>
              </a:p>
              <a:p>
                <a:r>
                  <a:rPr lang="en-US" dirty="0"/>
                  <a:t>Inputs: a set of keys in the Universe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Output: mapping of each key to an index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{0,1,…,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−1}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FE5CD9-6431-4857-D32D-331B5B5F9F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63333809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3BCA8-4B89-FDA1-498C-026FFF141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Parallelism - Approaches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FE5CD9-6431-4857-D32D-331B5B5F9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#2 Partition Input data</a:t>
            </a:r>
          </a:p>
          <a:p>
            <a:endParaRPr lang="en-US" dirty="0"/>
          </a:p>
          <a:p>
            <a:r>
              <a:rPr lang="en-US" dirty="0"/>
              <a:t>Problem: Constructing a Hash Table</a:t>
            </a:r>
          </a:p>
          <a:p>
            <a:endParaRPr lang="en-US" dirty="0"/>
          </a:p>
          <a:p>
            <a:r>
              <a:rPr lang="en-US" dirty="0"/>
              <a:t>Can we do data parallelism based on output partitioning?</a:t>
            </a:r>
          </a:p>
        </p:txBody>
      </p:sp>
    </p:spTree>
    <p:extLst>
      <p:ext uri="{BB962C8B-B14F-4D97-AF65-F5344CB8AC3E}">
        <p14:creationId xmlns:p14="http://schemas.microsoft.com/office/powerpoint/2010/main" val="2061059533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3BCA8-4B89-FDA1-498C-026FFF141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Parallelism - Approaches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FE5CD9-6431-4857-D32D-331B5B5F9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#2 Partition Input data</a:t>
            </a:r>
          </a:p>
          <a:p>
            <a:endParaRPr lang="en-US" dirty="0"/>
          </a:p>
          <a:p>
            <a:r>
              <a:rPr lang="en-US" dirty="0"/>
              <a:t>Problem: Constructing a Hash Table</a:t>
            </a:r>
          </a:p>
          <a:p>
            <a:endParaRPr lang="en-US" dirty="0"/>
          </a:p>
          <a:p>
            <a:r>
              <a:rPr lang="en-US" dirty="0"/>
              <a:t>Can we do data parallelism based on output partitioning?</a:t>
            </a:r>
          </a:p>
          <a:p>
            <a:pPr lvl="1"/>
            <a:r>
              <a:rPr lang="en-US" dirty="0"/>
              <a:t>Yes, but</a:t>
            </a:r>
          </a:p>
          <a:p>
            <a:pPr lvl="1"/>
            <a:r>
              <a:rPr lang="en-US" dirty="0"/>
              <a:t>What if the partition has no keys mapped to it – idle processor</a:t>
            </a:r>
          </a:p>
          <a:p>
            <a:pPr lvl="1"/>
            <a:r>
              <a:rPr lang="en-US" dirty="0"/>
              <a:t>What if the partition has too many keys mapped to it – load balancing issue</a:t>
            </a:r>
          </a:p>
          <a:p>
            <a:pPr lvl="1"/>
            <a:r>
              <a:rPr lang="en-US" dirty="0"/>
              <a:t>Does each processor need to look into the entire dataset? – wasteful computations</a:t>
            </a:r>
          </a:p>
        </p:txBody>
      </p:sp>
    </p:spTree>
    <p:extLst>
      <p:ext uri="{BB962C8B-B14F-4D97-AF65-F5344CB8AC3E}">
        <p14:creationId xmlns:p14="http://schemas.microsoft.com/office/powerpoint/2010/main" val="3769872445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D1994-2CC9-216A-F444-D0876BB18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Parallelism - Approaches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623FE3-66FF-4E95-2B88-3455A4E143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03375"/>
          </a:xfrm>
        </p:spPr>
        <p:txBody>
          <a:bodyPr>
            <a:normAutofit/>
          </a:bodyPr>
          <a:lstStyle/>
          <a:p>
            <a:r>
              <a:rPr lang="en-US" dirty="0"/>
              <a:t>#2 Partition Input data</a:t>
            </a:r>
          </a:p>
          <a:p>
            <a:pPr lvl="1"/>
            <a:r>
              <a:rPr lang="en-US" dirty="0"/>
              <a:t>Divide the keys equally among processors</a:t>
            </a:r>
          </a:p>
          <a:p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6840A99-B959-E42E-C578-3871D1CA21E0}"/>
              </a:ext>
            </a:extLst>
          </p:cNvPr>
          <p:cNvSpPr/>
          <p:nvPr/>
        </p:nvSpPr>
        <p:spPr>
          <a:xfrm>
            <a:off x="2127669" y="4132935"/>
            <a:ext cx="151391" cy="1332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32D17A1-E89F-3717-8268-61DA8840ECD0}"/>
              </a:ext>
            </a:extLst>
          </p:cNvPr>
          <p:cNvSpPr/>
          <p:nvPr/>
        </p:nvSpPr>
        <p:spPr>
          <a:xfrm>
            <a:off x="2655989" y="3797352"/>
            <a:ext cx="151391" cy="1332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983D62C-D4F4-4E92-F6E7-6BCCCF3A568F}"/>
              </a:ext>
            </a:extLst>
          </p:cNvPr>
          <p:cNvSpPr/>
          <p:nvPr/>
        </p:nvSpPr>
        <p:spPr>
          <a:xfrm>
            <a:off x="2960789" y="4315512"/>
            <a:ext cx="151391" cy="1332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4C4D934-2B94-24D9-EA3C-65A36B9AB39C}"/>
              </a:ext>
            </a:extLst>
          </p:cNvPr>
          <p:cNvSpPr/>
          <p:nvPr/>
        </p:nvSpPr>
        <p:spPr>
          <a:xfrm>
            <a:off x="3421192" y="5049101"/>
            <a:ext cx="151391" cy="1332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861A53D-009B-8AAE-F3B6-6E6B6A8C5D7D}"/>
              </a:ext>
            </a:extLst>
          </p:cNvPr>
          <p:cNvSpPr/>
          <p:nvPr/>
        </p:nvSpPr>
        <p:spPr>
          <a:xfrm>
            <a:off x="3949512" y="4713518"/>
            <a:ext cx="151391" cy="1332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69330C4-7608-D5B3-292F-62927B432D0D}"/>
              </a:ext>
            </a:extLst>
          </p:cNvPr>
          <p:cNvSpPr/>
          <p:nvPr/>
        </p:nvSpPr>
        <p:spPr>
          <a:xfrm>
            <a:off x="4254312" y="5231678"/>
            <a:ext cx="151391" cy="1332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943186B-4690-A851-418E-D57F9C22DBE3}"/>
              </a:ext>
            </a:extLst>
          </p:cNvPr>
          <p:cNvSpPr/>
          <p:nvPr/>
        </p:nvSpPr>
        <p:spPr>
          <a:xfrm>
            <a:off x="2508165" y="6109407"/>
            <a:ext cx="151391" cy="1332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99BC7EB-AEF3-0C9E-4830-B0FC6FD561F2}"/>
              </a:ext>
            </a:extLst>
          </p:cNvPr>
          <p:cNvSpPr/>
          <p:nvPr/>
        </p:nvSpPr>
        <p:spPr>
          <a:xfrm>
            <a:off x="3036485" y="5773824"/>
            <a:ext cx="151391" cy="1332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48C4DF7-E36B-229D-6138-6182588995C5}"/>
              </a:ext>
            </a:extLst>
          </p:cNvPr>
          <p:cNvSpPr/>
          <p:nvPr/>
        </p:nvSpPr>
        <p:spPr>
          <a:xfrm>
            <a:off x="3341285" y="6291984"/>
            <a:ext cx="151391" cy="1332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48F7CE3F-439C-C5F1-3EFB-3B6208BEEE40}"/>
                  </a:ext>
                </a:extLst>
              </p:cNvPr>
              <p:cNvSpPr/>
              <p:nvPr/>
            </p:nvSpPr>
            <p:spPr>
              <a:xfrm>
                <a:off x="6480029" y="3706155"/>
                <a:ext cx="591433" cy="53289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48F7CE3F-439C-C5F1-3EFB-3B6208BEEE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0029" y="3706155"/>
                <a:ext cx="591433" cy="532895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028EBEB1-BD57-8C7E-6AB7-B6A25CC5C6EC}"/>
                  </a:ext>
                </a:extLst>
              </p:cNvPr>
              <p:cNvSpPr/>
              <p:nvPr/>
            </p:nvSpPr>
            <p:spPr>
              <a:xfrm>
                <a:off x="6480028" y="4849265"/>
                <a:ext cx="591433" cy="53289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028EBEB1-BD57-8C7E-6AB7-B6A25CC5C6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0028" y="4849265"/>
                <a:ext cx="591433" cy="532895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0F3182CA-AB09-39A4-8B29-B04E8830F504}"/>
                  </a:ext>
                </a:extLst>
              </p:cNvPr>
              <p:cNvSpPr/>
              <p:nvPr/>
            </p:nvSpPr>
            <p:spPr>
              <a:xfrm>
                <a:off x="6480028" y="6158760"/>
                <a:ext cx="591433" cy="53289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0F3182CA-AB09-39A4-8B29-B04E8830F5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0028" y="6158760"/>
                <a:ext cx="591433" cy="532895"/>
              </a:xfrm>
              <a:prstGeom prst="ellipse">
                <a:avLst/>
              </a:prstGeom>
              <a:blipFill>
                <a:blip r:embed="rId4"/>
                <a:stretch>
                  <a:fillRect l="-505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D69D8F6-6C30-CFD0-5994-17F439E08327}"/>
              </a:ext>
            </a:extLst>
          </p:cNvPr>
          <p:cNvCxnSpPr>
            <a:cxnSpLocks/>
            <a:endCxn id="13" idx="2"/>
          </p:cNvCxnSpPr>
          <p:nvPr/>
        </p:nvCxnSpPr>
        <p:spPr>
          <a:xfrm flipV="1">
            <a:off x="2729345" y="3972603"/>
            <a:ext cx="3750684" cy="1603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ECB40A4-E742-8CB2-9D9D-7E6222919BC8}"/>
              </a:ext>
            </a:extLst>
          </p:cNvPr>
          <p:cNvCxnSpPr>
            <a:cxnSpLocks/>
            <a:endCxn id="15" idx="2"/>
          </p:cNvCxnSpPr>
          <p:nvPr/>
        </p:nvCxnSpPr>
        <p:spPr>
          <a:xfrm>
            <a:off x="3111010" y="6189573"/>
            <a:ext cx="3369018" cy="2356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2118D0A-9CDA-F082-6644-4AF457EE5CF6}"/>
              </a:ext>
            </a:extLst>
          </p:cNvPr>
          <p:cNvCxnSpPr>
            <a:cxnSpLocks/>
          </p:cNvCxnSpPr>
          <p:nvPr/>
        </p:nvCxnSpPr>
        <p:spPr>
          <a:xfrm>
            <a:off x="4025207" y="5065681"/>
            <a:ext cx="2454821" cy="704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2A47CECF-B73C-F2BC-86DA-CA83191E6241}"/>
              </a:ext>
            </a:extLst>
          </p:cNvPr>
          <p:cNvSpPr/>
          <p:nvPr/>
        </p:nvSpPr>
        <p:spPr>
          <a:xfrm>
            <a:off x="8769927" y="3429000"/>
            <a:ext cx="2403764" cy="326265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07A7614-C5E4-17BC-BFC0-88698645AD98}"/>
              </a:ext>
            </a:extLst>
          </p:cNvPr>
          <p:cNvCxnSpPr>
            <a:cxnSpLocks/>
          </p:cNvCxnSpPr>
          <p:nvPr/>
        </p:nvCxnSpPr>
        <p:spPr>
          <a:xfrm>
            <a:off x="8769927" y="3872345"/>
            <a:ext cx="24037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BF6A078-0500-B843-B4EE-DC799D23C6D2}"/>
              </a:ext>
            </a:extLst>
          </p:cNvPr>
          <p:cNvCxnSpPr>
            <a:cxnSpLocks/>
          </p:cNvCxnSpPr>
          <p:nvPr/>
        </p:nvCxnSpPr>
        <p:spPr>
          <a:xfrm>
            <a:off x="8769927" y="4343221"/>
            <a:ext cx="24037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24791ED-FEED-2795-D564-6CFE63BB0AA2}"/>
              </a:ext>
            </a:extLst>
          </p:cNvPr>
          <p:cNvCxnSpPr>
            <a:cxnSpLocks/>
          </p:cNvCxnSpPr>
          <p:nvPr/>
        </p:nvCxnSpPr>
        <p:spPr>
          <a:xfrm>
            <a:off x="8769927" y="4874272"/>
            <a:ext cx="24037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E746B56-5A17-334F-9D61-27637BA717F2}"/>
              </a:ext>
            </a:extLst>
          </p:cNvPr>
          <p:cNvCxnSpPr>
            <a:cxnSpLocks/>
          </p:cNvCxnSpPr>
          <p:nvPr/>
        </p:nvCxnSpPr>
        <p:spPr>
          <a:xfrm>
            <a:off x="8769927" y="6203249"/>
            <a:ext cx="24037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6BEC13E-7AAD-4706-7643-ABF6CF86DEEF}"/>
              </a:ext>
            </a:extLst>
          </p:cNvPr>
          <p:cNvCxnSpPr>
            <a:stCxn id="13" idx="6"/>
          </p:cNvCxnSpPr>
          <p:nvPr/>
        </p:nvCxnSpPr>
        <p:spPr>
          <a:xfrm flipV="1">
            <a:off x="7071462" y="3706155"/>
            <a:ext cx="1643047" cy="2664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1A59F40-6883-0BFE-17C1-AE8CC66B4A55}"/>
              </a:ext>
            </a:extLst>
          </p:cNvPr>
          <p:cNvCxnSpPr>
            <a:cxnSpLocks/>
          </p:cNvCxnSpPr>
          <p:nvPr/>
        </p:nvCxnSpPr>
        <p:spPr>
          <a:xfrm>
            <a:off x="7050680" y="3991779"/>
            <a:ext cx="1719247" cy="644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52A7F59-D167-BDA9-94DE-CF95FE471683}"/>
              </a:ext>
            </a:extLst>
          </p:cNvPr>
          <p:cNvCxnSpPr>
            <a:cxnSpLocks/>
          </p:cNvCxnSpPr>
          <p:nvPr/>
        </p:nvCxnSpPr>
        <p:spPr>
          <a:xfrm flipV="1">
            <a:off x="7061071" y="4635979"/>
            <a:ext cx="1653438" cy="4797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838ADF2-FE8F-4BCE-9DAE-CAB0B8E298BD}"/>
              </a:ext>
            </a:extLst>
          </p:cNvPr>
          <p:cNvCxnSpPr>
            <a:cxnSpLocks/>
          </p:cNvCxnSpPr>
          <p:nvPr/>
        </p:nvCxnSpPr>
        <p:spPr>
          <a:xfrm>
            <a:off x="7020597" y="5115712"/>
            <a:ext cx="1749329" cy="2968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EEC27E2-7CCD-47D2-56D9-D396F200A575}"/>
              </a:ext>
            </a:extLst>
          </p:cNvPr>
          <p:cNvCxnSpPr>
            <a:cxnSpLocks/>
          </p:cNvCxnSpPr>
          <p:nvPr/>
        </p:nvCxnSpPr>
        <p:spPr>
          <a:xfrm>
            <a:off x="7041379" y="6419184"/>
            <a:ext cx="1728547" cy="736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96660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D1994-2CC9-216A-F444-D0876BB18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Parallelism - Approaches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623FE3-66FF-4E95-2B88-3455A4E143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5421"/>
            <a:ext cx="10515600" cy="1983579"/>
          </a:xfrm>
        </p:spPr>
        <p:txBody>
          <a:bodyPr>
            <a:normAutofit/>
          </a:bodyPr>
          <a:lstStyle/>
          <a:p>
            <a:r>
              <a:rPr lang="en-US" dirty="0"/>
              <a:t>#2 Partition Input data</a:t>
            </a:r>
          </a:p>
          <a:p>
            <a:pPr lvl="1"/>
            <a:r>
              <a:rPr lang="en-US" dirty="0"/>
              <a:t>Pros: no wasteful computations, no idle processors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6840A99-B959-E42E-C578-3871D1CA21E0}"/>
              </a:ext>
            </a:extLst>
          </p:cNvPr>
          <p:cNvSpPr/>
          <p:nvPr/>
        </p:nvSpPr>
        <p:spPr>
          <a:xfrm>
            <a:off x="2127669" y="4132935"/>
            <a:ext cx="151391" cy="1332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32D17A1-E89F-3717-8268-61DA8840ECD0}"/>
              </a:ext>
            </a:extLst>
          </p:cNvPr>
          <p:cNvSpPr/>
          <p:nvPr/>
        </p:nvSpPr>
        <p:spPr>
          <a:xfrm>
            <a:off x="2655989" y="3797352"/>
            <a:ext cx="151391" cy="1332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983D62C-D4F4-4E92-F6E7-6BCCCF3A568F}"/>
              </a:ext>
            </a:extLst>
          </p:cNvPr>
          <p:cNvSpPr/>
          <p:nvPr/>
        </p:nvSpPr>
        <p:spPr>
          <a:xfrm>
            <a:off x="2960789" y="4315512"/>
            <a:ext cx="151391" cy="1332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4C4D934-2B94-24D9-EA3C-65A36B9AB39C}"/>
              </a:ext>
            </a:extLst>
          </p:cNvPr>
          <p:cNvSpPr/>
          <p:nvPr/>
        </p:nvSpPr>
        <p:spPr>
          <a:xfrm>
            <a:off x="3421192" y="5049101"/>
            <a:ext cx="151391" cy="1332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861A53D-009B-8AAE-F3B6-6E6B6A8C5D7D}"/>
              </a:ext>
            </a:extLst>
          </p:cNvPr>
          <p:cNvSpPr/>
          <p:nvPr/>
        </p:nvSpPr>
        <p:spPr>
          <a:xfrm>
            <a:off x="3949512" y="4713518"/>
            <a:ext cx="151391" cy="1332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69330C4-7608-D5B3-292F-62927B432D0D}"/>
              </a:ext>
            </a:extLst>
          </p:cNvPr>
          <p:cNvSpPr/>
          <p:nvPr/>
        </p:nvSpPr>
        <p:spPr>
          <a:xfrm>
            <a:off x="4254312" y="5231678"/>
            <a:ext cx="151391" cy="1332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943186B-4690-A851-418E-D57F9C22DBE3}"/>
              </a:ext>
            </a:extLst>
          </p:cNvPr>
          <p:cNvSpPr/>
          <p:nvPr/>
        </p:nvSpPr>
        <p:spPr>
          <a:xfrm>
            <a:off x="2508165" y="6109407"/>
            <a:ext cx="151391" cy="1332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99BC7EB-AEF3-0C9E-4830-B0FC6FD561F2}"/>
              </a:ext>
            </a:extLst>
          </p:cNvPr>
          <p:cNvSpPr/>
          <p:nvPr/>
        </p:nvSpPr>
        <p:spPr>
          <a:xfrm>
            <a:off x="3036485" y="5773824"/>
            <a:ext cx="151391" cy="1332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48C4DF7-E36B-229D-6138-6182588995C5}"/>
              </a:ext>
            </a:extLst>
          </p:cNvPr>
          <p:cNvSpPr/>
          <p:nvPr/>
        </p:nvSpPr>
        <p:spPr>
          <a:xfrm>
            <a:off x="3341285" y="6291984"/>
            <a:ext cx="151391" cy="1332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48F7CE3F-439C-C5F1-3EFB-3B6208BEEE40}"/>
                  </a:ext>
                </a:extLst>
              </p:cNvPr>
              <p:cNvSpPr/>
              <p:nvPr/>
            </p:nvSpPr>
            <p:spPr>
              <a:xfrm>
                <a:off x="6480029" y="3706155"/>
                <a:ext cx="591433" cy="53289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48F7CE3F-439C-C5F1-3EFB-3B6208BEEE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0029" y="3706155"/>
                <a:ext cx="591433" cy="532895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028EBEB1-BD57-8C7E-6AB7-B6A25CC5C6EC}"/>
                  </a:ext>
                </a:extLst>
              </p:cNvPr>
              <p:cNvSpPr/>
              <p:nvPr/>
            </p:nvSpPr>
            <p:spPr>
              <a:xfrm>
                <a:off x="6480028" y="4849265"/>
                <a:ext cx="591433" cy="53289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028EBEB1-BD57-8C7E-6AB7-B6A25CC5C6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0028" y="4849265"/>
                <a:ext cx="591433" cy="532895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0F3182CA-AB09-39A4-8B29-B04E8830F504}"/>
                  </a:ext>
                </a:extLst>
              </p:cNvPr>
              <p:cNvSpPr/>
              <p:nvPr/>
            </p:nvSpPr>
            <p:spPr>
              <a:xfrm>
                <a:off x="6480028" y="6158760"/>
                <a:ext cx="591433" cy="53289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0F3182CA-AB09-39A4-8B29-B04E8830F5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0028" y="6158760"/>
                <a:ext cx="591433" cy="532895"/>
              </a:xfrm>
              <a:prstGeom prst="ellipse">
                <a:avLst/>
              </a:prstGeom>
              <a:blipFill>
                <a:blip r:embed="rId4"/>
                <a:stretch>
                  <a:fillRect l="-505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D69D8F6-6C30-CFD0-5994-17F439E08327}"/>
              </a:ext>
            </a:extLst>
          </p:cNvPr>
          <p:cNvCxnSpPr>
            <a:cxnSpLocks/>
            <a:endCxn id="13" idx="2"/>
          </p:cNvCxnSpPr>
          <p:nvPr/>
        </p:nvCxnSpPr>
        <p:spPr>
          <a:xfrm flipV="1">
            <a:off x="2729345" y="3972603"/>
            <a:ext cx="3750684" cy="1603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ECB40A4-E742-8CB2-9D9D-7E6222919BC8}"/>
              </a:ext>
            </a:extLst>
          </p:cNvPr>
          <p:cNvCxnSpPr>
            <a:cxnSpLocks/>
            <a:endCxn id="15" idx="2"/>
          </p:cNvCxnSpPr>
          <p:nvPr/>
        </p:nvCxnSpPr>
        <p:spPr>
          <a:xfrm>
            <a:off x="3111010" y="6189573"/>
            <a:ext cx="3369018" cy="2356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2118D0A-9CDA-F082-6644-4AF457EE5CF6}"/>
              </a:ext>
            </a:extLst>
          </p:cNvPr>
          <p:cNvCxnSpPr>
            <a:cxnSpLocks/>
          </p:cNvCxnSpPr>
          <p:nvPr/>
        </p:nvCxnSpPr>
        <p:spPr>
          <a:xfrm>
            <a:off x="4025207" y="5065681"/>
            <a:ext cx="2454821" cy="704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2A47CECF-B73C-F2BC-86DA-CA83191E6241}"/>
              </a:ext>
            </a:extLst>
          </p:cNvPr>
          <p:cNvSpPr/>
          <p:nvPr/>
        </p:nvSpPr>
        <p:spPr>
          <a:xfrm>
            <a:off x="8769927" y="3429000"/>
            <a:ext cx="2403764" cy="326265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07A7614-C5E4-17BC-BFC0-88698645AD98}"/>
              </a:ext>
            </a:extLst>
          </p:cNvPr>
          <p:cNvCxnSpPr>
            <a:cxnSpLocks/>
          </p:cNvCxnSpPr>
          <p:nvPr/>
        </p:nvCxnSpPr>
        <p:spPr>
          <a:xfrm>
            <a:off x="8769927" y="3872345"/>
            <a:ext cx="24037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BF6A078-0500-B843-B4EE-DC799D23C6D2}"/>
              </a:ext>
            </a:extLst>
          </p:cNvPr>
          <p:cNvCxnSpPr>
            <a:cxnSpLocks/>
          </p:cNvCxnSpPr>
          <p:nvPr/>
        </p:nvCxnSpPr>
        <p:spPr>
          <a:xfrm>
            <a:off x="8769927" y="4343221"/>
            <a:ext cx="24037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24791ED-FEED-2795-D564-6CFE63BB0AA2}"/>
              </a:ext>
            </a:extLst>
          </p:cNvPr>
          <p:cNvCxnSpPr>
            <a:cxnSpLocks/>
          </p:cNvCxnSpPr>
          <p:nvPr/>
        </p:nvCxnSpPr>
        <p:spPr>
          <a:xfrm>
            <a:off x="8769927" y="4874272"/>
            <a:ext cx="24037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E746B56-5A17-334F-9D61-27637BA717F2}"/>
              </a:ext>
            </a:extLst>
          </p:cNvPr>
          <p:cNvCxnSpPr>
            <a:cxnSpLocks/>
          </p:cNvCxnSpPr>
          <p:nvPr/>
        </p:nvCxnSpPr>
        <p:spPr>
          <a:xfrm>
            <a:off x="8769927" y="6203249"/>
            <a:ext cx="24037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6BEC13E-7AAD-4706-7643-ABF6CF86DEEF}"/>
              </a:ext>
            </a:extLst>
          </p:cNvPr>
          <p:cNvCxnSpPr>
            <a:stCxn id="13" idx="6"/>
          </p:cNvCxnSpPr>
          <p:nvPr/>
        </p:nvCxnSpPr>
        <p:spPr>
          <a:xfrm flipV="1">
            <a:off x="7071462" y="3706155"/>
            <a:ext cx="1643047" cy="2664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1A59F40-6883-0BFE-17C1-AE8CC66B4A55}"/>
              </a:ext>
            </a:extLst>
          </p:cNvPr>
          <p:cNvCxnSpPr>
            <a:cxnSpLocks/>
          </p:cNvCxnSpPr>
          <p:nvPr/>
        </p:nvCxnSpPr>
        <p:spPr>
          <a:xfrm>
            <a:off x="7050680" y="3991779"/>
            <a:ext cx="1719247" cy="644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52A7F59-D167-BDA9-94DE-CF95FE471683}"/>
              </a:ext>
            </a:extLst>
          </p:cNvPr>
          <p:cNvCxnSpPr>
            <a:cxnSpLocks/>
          </p:cNvCxnSpPr>
          <p:nvPr/>
        </p:nvCxnSpPr>
        <p:spPr>
          <a:xfrm flipV="1">
            <a:off x="7061071" y="4635979"/>
            <a:ext cx="1653438" cy="4797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838ADF2-FE8F-4BCE-9DAE-CAB0B8E298BD}"/>
              </a:ext>
            </a:extLst>
          </p:cNvPr>
          <p:cNvCxnSpPr>
            <a:cxnSpLocks/>
          </p:cNvCxnSpPr>
          <p:nvPr/>
        </p:nvCxnSpPr>
        <p:spPr>
          <a:xfrm>
            <a:off x="7020597" y="5115712"/>
            <a:ext cx="1749329" cy="2968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EEC27E2-7CCD-47D2-56D9-D396F200A575}"/>
              </a:ext>
            </a:extLst>
          </p:cNvPr>
          <p:cNvCxnSpPr>
            <a:cxnSpLocks/>
          </p:cNvCxnSpPr>
          <p:nvPr/>
        </p:nvCxnSpPr>
        <p:spPr>
          <a:xfrm>
            <a:off x="7041379" y="6419184"/>
            <a:ext cx="1728547" cy="736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9417311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D1994-2CC9-216A-F444-D0876BB18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Parallelism - Approaches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623FE3-66FF-4E95-2B88-3455A4E143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5421"/>
            <a:ext cx="10515600" cy="1983579"/>
          </a:xfrm>
        </p:spPr>
        <p:txBody>
          <a:bodyPr>
            <a:normAutofit/>
          </a:bodyPr>
          <a:lstStyle/>
          <a:p>
            <a:r>
              <a:rPr lang="en-US" dirty="0"/>
              <a:t>#2 Partition Input data</a:t>
            </a:r>
          </a:p>
          <a:p>
            <a:pPr lvl="1"/>
            <a:r>
              <a:rPr lang="en-US" dirty="0"/>
              <a:t>Cons: May need to do synchronization</a:t>
            </a:r>
          </a:p>
          <a:p>
            <a:pPr lvl="2"/>
            <a:r>
              <a:rPr lang="en-US" dirty="0"/>
              <a:t>Load balancing issues – Processors that see more conflicts will complete later than processors that see fewer conflicts</a:t>
            </a:r>
          </a:p>
          <a:p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6840A99-B959-E42E-C578-3871D1CA21E0}"/>
              </a:ext>
            </a:extLst>
          </p:cNvPr>
          <p:cNvSpPr/>
          <p:nvPr/>
        </p:nvSpPr>
        <p:spPr>
          <a:xfrm>
            <a:off x="2127669" y="4132935"/>
            <a:ext cx="151391" cy="1332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32D17A1-E89F-3717-8268-61DA8840ECD0}"/>
              </a:ext>
            </a:extLst>
          </p:cNvPr>
          <p:cNvSpPr/>
          <p:nvPr/>
        </p:nvSpPr>
        <p:spPr>
          <a:xfrm>
            <a:off x="2655989" y="3797352"/>
            <a:ext cx="151391" cy="1332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983D62C-D4F4-4E92-F6E7-6BCCCF3A568F}"/>
              </a:ext>
            </a:extLst>
          </p:cNvPr>
          <p:cNvSpPr/>
          <p:nvPr/>
        </p:nvSpPr>
        <p:spPr>
          <a:xfrm>
            <a:off x="2960789" y="4315512"/>
            <a:ext cx="151391" cy="1332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4C4D934-2B94-24D9-EA3C-65A36B9AB39C}"/>
              </a:ext>
            </a:extLst>
          </p:cNvPr>
          <p:cNvSpPr/>
          <p:nvPr/>
        </p:nvSpPr>
        <p:spPr>
          <a:xfrm>
            <a:off x="3421192" y="5049101"/>
            <a:ext cx="151391" cy="1332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861A53D-009B-8AAE-F3B6-6E6B6A8C5D7D}"/>
              </a:ext>
            </a:extLst>
          </p:cNvPr>
          <p:cNvSpPr/>
          <p:nvPr/>
        </p:nvSpPr>
        <p:spPr>
          <a:xfrm>
            <a:off x="3949512" y="4713518"/>
            <a:ext cx="151391" cy="1332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69330C4-7608-D5B3-292F-62927B432D0D}"/>
              </a:ext>
            </a:extLst>
          </p:cNvPr>
          <p:cNvSpPr/>
          <p:nvPr/>
        </p:nvSpPr>
        <p:spPr>
          <a:xfrm>
            <a:off x="4254312" y="5231678"/>
            <a:ext cx="151391" cy="1332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943186B-4690-A851-418E-D57F9C22DBE3}"/>
              </a:ext>
            </a:extLst>
          </p:cNvPr>
          <p:cNvSpPr/>
          <p:nvPr/>
        </p:nvSpPr>
        <p:spPr>
          <a:xfrm>
            <a:off x="2508165" y="6109407"/>
            <a:ext cx="151391" cy="1332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99BC7EB-AEF3-0C9E-4830-B0FC6FD561F2}"/>
              </a:ext>
            </a:extLst>
          </p:cNvPr>
          <p:cNvSpPr/>
          <p:nvPr/>
        </p:nvSpPr>
        <p:spPr>
          <a:xfrm>
            <a:off x="3036485" y="5773824"/>
            <a:ext cx="151391" cy="1332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48C4DF7-E36B-229D-6138-6182588995C5}"/>
              </a:ext>
            </a:extLst>
          </p:cNvPr>
          <p:cNvSpPr/>
          <p:nvPr/>
        </p:nvSpPr>
        <p:spPr>
          <a:xfrm>
            <a:off x="3341285" y="6291984"/>
            <a:ext cx="151391" cy="1332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48F7CE3F-439C-C5F1-3EFB-3B6208BEEE40}"/>
                  </a:ext>
                </a:extLst>
              </p:cNvPr>
              <p:cNvSpPr/>
              <p:nvPr/>
            </p:nvSpPr>
            <p:spPr>
              <a:xfrm>
                <a:off x="6480029" y="3706155"/>
                <a:ext cx="591433" cy="53289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48F7CE3F-439C-C5F1-3EFB-3B6208BEEE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0029" y="3706155"/>
                <a:ext cx="591433" cy="532895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028EBEB1-BD57-8C7E-6AB7-B6A25CC5C6EC}"/>
                  </a:ext>
                </a:extLst>
              </p:cNvPr>
              <p:cNvSpPr/>
              <p:nvPr/>
            </p:nvSpPr>
            <p:spPr>
              <a:xfrm>
                <a:off x="6480028" y="4849265"/>
                <a:ext cx="591433" cy="53289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028EBEB1-BD57-8C7E-6AB7-B6A25CC5C6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0028" y="4849265"/>
                <a:ext cx="591433" cy="532895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0F3182CA-AB09-39A4-8B29-B04E8830F504}"/>
                  </a:ext>
                </a:extLst>
              </p:cNvPr>
              <p:cNvSpPr/>
              <p:nvPr/>
            </p:nvSpPr>
            <p:spPr>
              <a:xfrm>
                <a:off x="6480028" y="6158760"/>
                <a:ext cx="591433" cy="53289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0F3182CA-AB09-39A4-8B29-B04E8830F5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0028" y="6158760"/>
                <a:ext cx="591433" cy="532895"/>
              </a:xfrm>
              <a:prstGeom prst="ellipse">
                <a:avLst/>
              </a:prstGeom>
              <a:blipFill>
                <a:blip r:embed="rId4"/>
                <a:stretch>
                  <a:fillRect l="-505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D69D8F6-6C30-CFD0-5994-17F439E08327}"/>
              </a:ext>
            </a:extLst>
          </p:cNvPr>
          <p:cNvCxnSpPr>
            <a:cxnSpLocks/>
            <a:endCxn id="13" idx="2"/>
          </p:cNvCxnSpPr>
          <p:nvPr/>
        </p:nvCxnSpPr>
        <p:spPr>
          <a:xfrm flipV="1">
            <a:off x="2729345" y="3972603"/>
            <a:ext cx="3750684" cy="1603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ECB40A4-E742-8CB2-9D9D-7E6222919BC8}"/>
              </a:ext>
            </a:extLst>
          </p:cNvPr>
          <p:cNvCxnSpPr>
            <a:cxnSpLocks/>
            <a:endCxn id="15" idx="2"/>
          </p:cNvCxnSpPr>
          <p:nvPr/>
        </p:nvCxnSpPr>
        <p:spPr>
          <a:xfrm>
            <a:off x="3111010" y="6189573"/>
            <a:ext cx="3369018" cy="2356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2118D0A-9CDA-F082-6644-4AF457EE5CF6}"/>
              </a:ext>
            </a:extLst>
          </p:cNvPr>
          <p:cNvCxnSpPr>
            <a:cxnSpLocks/>
          </p:cNvCxnSpPr>
          <p:nvPr/>
        </p:nvCxnSpPr>
        <p:spPr>
          <a:xfrm>
            <a:off x="4025207" y="5065681"/>
            <a:ext cx="2454821" cy="704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2A47CECF-B73C-F2BC-86DA-CA83191E6241}"/>
              </a:ext>
            </a:extLst>
          </p:cNvPr>
          <p:cNvSpPr/>
          <p:nvPr/>
        </p:nvSpPr>
        <p:spPr>
          <a:xfrm>
            <a:off x="8769927" y="3429000"/>
            <a:ext cx="2403764" cy="326265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07A7614-C5E4-17BC-BFC0-88698645AD98}"/>
              </a:ext>
            </a:extLst>
          </p:cNvPr>
          <p:cNvCxnSpPr>
            <a:cxnSpLocks/>
          </p:cNvCxnSpPr>
          <p:nvPr/>
        </p:nvCxnSpPr>
        <p:spPr>
          <a:xfrm>
            <a:off x="8769927" y="3872345"/>
            <a:ext cx="24037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BF6A078-0500-B843-B4EE-DC799D23C6D2}"/>
              </a:ext>
            </a:extLst>
          </p:cNvPr>
          <p:cNvCxnSpPr>
            <a:cxnSpLocks/>
          </p:cNvCxnSpPr>
          <p:nvPr/>
        </p:nvCxnSpPr>
        <p:spPr>
          <a:xfrm>
            <a:off x="8769927" y="4343221"/>
            <a:ext cx="24037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24791ED-FEED-2795-D564-6CFE63BB0AA2}"/>
              </a:ext>
            </a:extLst>
          </p:cNvPr>
          <p:cNvCxnSpPr>
            <a:cxnSpLocks/>
          </p:cNvCxnSpPr>
          <p:nvPr/>
        </p:nvCxnSpPr>
        <p:spPr>
          <a:xfrm>
            <a:off x="8769927" y="4874272"/>
            <a:ext cx="24037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E746B56-5A17-334F-9D61-27637BA717F2}"/>
              </a:ext>
            </a:extLst>
          </p:cNvPr>
          <p:cNvCxnSpPr>
            <a:cxnSpLocks/>
          </p:cNvCxnSpPr>
          <p:nvPr/>
        </p:nvCxnSpPr>
        <p:spPr>
          <a:xfrm>
            <a:off x="8769927" y="6203249"/>
            <a:ext cx="24037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6BEC13E-7AAD-4706-7643-ABF6CF86DEEF}"/>
              </a:ext>
            </a:extLst>
          </p:cNvPr>
          <p:cNvCxnSpPr>
            <a:stCxn id="13" idx="6"/>
          </p:cNvCxnSpPr>
          <p:nvPr/>
        </p:nvCxnSpPr>
        <p:spPr>
          <a:xfrm flipV="1">
            <a:off x="7071462" y="3706155"/>
            <a:ext cx="1643047" cy="2664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1A59F40-6883-0BFE-17C1-AE8CC66B4A55}"/>
              </a:ext>
            </a:extLst>
          </p:cNvPr>
          <p:cNvCxnSpPr>
            <a:cxnSpLocks/>
          </p:cNvCxnSpPr>
          <p:nvPr/>
        </p:nvCxnSpPr>
        <p:spPr>
          <a:xfrm>
            <a:off x="7050680" y="3991779"/>
            <a:ext cx="1719247" cy="644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52A7F59-D167-BDA9-94DE-CF95FE471683}"/>
              </a:ext>
            </a:extLst>
          </p:cNvPr>
          <p:cNvCxnSpPr>
            <a:cxnSpLocks/>
          </p:cNvCxnSpPr>
          <p:nvPr/>
        </p:nvCxnSpPr>
        <p:spPr>
          <a:xfrm flipV="1">
            <a:off x="7061071" y="4635979"/>
            <a:ext cx="1653438" cy="4797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838ADF2-FE8F-4BCE-9DAE-CAB0B8E298BD}"/>
              </a:ext>
            </a:extLst>
          </p:cNvPr>
          <p:cNvCxnSpPr>
            <a:cxnSpLocks/>
          </p:cNvCxnSpPr>
          <p:nvPr/>
        </p:nvCxnSpPr>
        <p:spPr>
          <a:xfrm>
            <a:off x="7020597" y="5115712"/>
            <a:ext cx="1749329" cy="2968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EEC27E2-7CCD-47D2-56D9-D396F200A575}"/>
              </a:ext>
            </a:extLst>
          </p:cNvPr>
          <p:cNvCxnSpPr>
            <a:cxnSpLocks/>
          </p:cNvCxnSpPr>
          <p:nvPr/>
        </p:nvCxnSpPr>
        <p:spPr>
          <a:xfrm>
            <a:off x="7041379" y="6419184"/>
            <a:ext cx="1728547" cy="736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1443244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Oval 28">
            <a:extLst>
              <a:ext uri="{FF2B5EF4-FFF2-40B4-BE49-F238E27FC236}">
                <a16:creationId xmlns:a16="http://schemas.microsoft.com/office/drawing/2014/main" id="{23DE7622-7998-FA20-79E5-1004208420D5}"/>
              </a:ext>
            </a:extLst>
          </p:cNvPr>
          <p:cNvSpPr/>
          <p:nvPr/>
        </p:nvSpPr>
        <p:spPr>
          <a:xfrm>
            <a:off x="1364673" y="3605898"/>
            <a:ext cx="3498272" cy="325210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A18931-228D-9301-920C-C9190F060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Parallelism - Approaches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995EE7-3721-16B5-D057-513C6B329B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467109" cy="4351338"/>
          </a:xfrm>
        </p:spPr>
        <p:txBody>
          <a:bodyPr/>
          <a:lstStyle/>
          <a:p>
            <a:r>
              <a:rPr lang="en-US" dirty="0"/>
              <a:t>#3 Partition both Input and Output data</a:t>
            </a:r>
          </a:p>
          <a:p>
            <a:endParaRPr lang="en-US" dirty="0"/>
          </a:p>
          <a:p>
            <a:r>
              <a:rPr lang="en-US" dirty="0"/>
              <a:t>Lets revisit the output partitioning in hash tables in detail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6751FB-119F-7816-B0C7-FA8DE66E5772}"/>
              </a:ext>
            </a:extLst>
          </p:cNvPr>
          <p:cNvSpPr/>
          <p:nvPr/>
        </p:nvSpPr>
        <p:spPr>
          <a:xfrm>
            <a:off x="8769927" y="3429000"/>
            <a:ext cx="2403764" cy="326265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4DE1BC9-DAC9-6A05-701A-D466FC971511}"/>
              </a:ext>
            </a:extLst>
          </p:cNvPr>
          <p:cNvCxnSpPr>
            <a:cxnSpLocks/>
          </p:cNvCxnSpPr>
          <p:nvPr/>
        </p:nvCxnSpPr>
        <p:spPr>
          <a:xfrm>
            <a:off x="8769927" y="3872345"/>
            <a:ext cx="24037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37B8D3D-5E0E-A471-9483-2B25FF98684B}"/>
              </a:ext>
            </a:extLst>
          </p:cNvPr>
          <p:cNvCxnSpPr>
            <a:cxnSpLocks/>
          </p:cNvCxnSpPr>
          <p:nvPr/>
        </p:nvCxnSpPr>
        <p:spPr>
          <a:xfrm>
            <a:off x="8769927" y="4343221"/>
            <a:ext cx="24037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FDCAF99-1551-2949-6D1C-24B91109C75A}"/>
              </a:ext>
            </a:extLst>
          </p:cNvPr>
          <p:cNvCxnSpPr>
            <a:cxnSpLocks/>
          </p:cNvCxnSpPr>
          <p:nvPr/>
        </p:nvCxnSpPr>
        <p:spPr>
          <a:xfrm>
            <a:off x="8769927" y="4874272"/>
            <a:ext cx="24037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0B6836A-D634-7BA7-3423-62AE7FDE2F75}"/>
              </a:ext>
            </a:extLst>
          </p:cNvPr>
          <p:cNvCxnSpPr>
            <a:cxnSpLocks/>
          </p:cNvCxnSpPr>
          <p:nvPr/>
        </p:nvCxnSpPr>
        <p:spPr>
          <a:xfrm>
            <a:off x="8769927" y="6203249"/>
            <a:ext cx="24037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1B3FC3D9-6027-F00C-CE4F-00D2425FCF38}"/>
                  </a:ext>
                </a:extLst>
              </p:cNvPr>
              <p:cNvSpPr/>
              <p:nvPr/>
            </p:nvSpPr>
            <p:spPr>
              <a:xfrm>
                <a:off x="6452319" y="3339450"/>
                <a:ext cx="591433" cy="53289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1B3FC3D9-6027-F00C-CE4F-00D2425FCF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2319" y="3339450"/>
                <a:ext cx="591433" cy="532895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37D0F3D-153E-A388-F9E3-83C32B4A9DF2}"/>
              </a:ext>
            </a:extLst>
          </p:cNvPr>
          <p:cNvCxnSpPr>
            <a:cxnSpLocks/>
            <a:stCxn id="9" idx="6"/>
          </p:cNvCxnSpPr>
          <p:nvPr/>
        </p:nvCxnSpPr>
        <p:spPr>
          <a:xfrm>
            <a:off x="7043752" y="3605898"/>
            <a:ext cx="1781593" cy="932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873CCF61-8648-0C77-E0E4-22CA83A3FC56}"/>
                  </a:ext>
                </a:extLst>
              </p:cNvPr>
              <p:cNvSpPr/>
              <p:nvPr/>
            </p:nvSpPr>
            <p:spPr>
              <a:xfrm>
                <a:off x="6430253" y="4257242"/>
                <a:ext cx="591433" cy="53289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873CCF61-8648-0C77-E0E4-22CA83A3FC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0253" y="4257242"/>
                <a:ext cx="591433" cy="532895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507E74A-F218-48F5-3F18-4F0B95DEDAF5}"/>
              </a:ext>
            </a:extLst>
          </p:cNvPr>
          <p:cNvCxnSpPr>
            <a:cxnSpLocks/>
            <a:stCxn id="13" idx="6"/>
          </p:cNvCxnSpPr>
          <p:nvPr/>
        </p:nvCxnSpPr>
        <p:spPr>
          <a:xfrm flipV="1">
            <a:off x="7021686" y="4230214"/>
            <a:ext cx="1803659" cy="2934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25F83B44-8AD7-1911-A481-EE2051784676}"/>
                  </a:ext>
                </a:extLst>
              </p:cNvPr>
              <p:cNvSpPr/>
              <p:nvPr/>
            </p:nvSpPr>
            <p:spPr>
              <a:xfrm>
                <a:off x="6374835" y="6159807"/>
                <a:ext cx="591433" cy="53289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25F83B44-8AD7-1911-A481-EE20517846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4835" y="6159807"/>
                <a:ext cx="591433" cy="532895"/>
              </a:xfrm>
              <a:prstGeom prst="ellipse">
                <a:avLst/>
              </a:prstGeom>
              <a:blipFill>
                <a:blip r:embed="rId4"/>
                <a:stretch>
                  <a:fillRect l="-505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67E001B-555A-6AF6-FC57-0A23789E0B2E}"/>
              </a:ext>
            </a:extLst>
          </p:cNvPr>
          <p:cNvCxnSpPr>
            <a:cxnSpLocks/>
            <a:stCxn id="16" idx="6"/>
          </p:cNvCxnSpPr>
          <p:nvPr/>
        </p:nvCxnSpPr>
        <p:spPr>
          <a:xfrm>
            <a:off x="6966268" y="6426255"/>
            <a:ext cx="1831368" cy="171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3A6ECE2E-5065-5ED9-23CA-36F26585037B}"/>
              </a:ext>
            </a:extLst>
          </p:cNvPr>
          <p:cNvSpPr/>
          <p:nvPr/>
        </p:nvSpPr>
        <p:spPr>
          <a:xfrm>
            <a:off x="2127669" y="4132935"/>
            <a:ext cx="151391" cy="1332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328B418-040B-D010-DEBA-80AAFCAC10AA}"/>
              </a:ext>
            </a:extLst>
          </p:cNvPr>
          <p:cNvSpPr/>
          <p:nvPr/>
        </p:nvSpPr>
        <p:spPr>
          <a:xfrm>
            <a:off x="2655989" y="3797352"/>
            <a:ext cx="151391" cy="1332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42536B5-7A61-F01B-E3C2-1D3F7B5AB103}"/>
              </a:ext>
            </a:extLst>
          </p:cNvPr>
          <p:cNvSpPr/>
          <p:nvPr/>
        </p:nvSpPr>
        <p:spPr>
          <a:xfrm>
            <a:off x="2960789" y="4315512"/>
            <a:ext cx="151391" cy="1332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11697F7-8918-0D22-C5A0-813E07DB76DA}"/>
              </a:ext>
            </a:extLst>
          </p:cNvPr>
          <p:cNvSpPr/>
          <p:nvPr/>
        </p:nvSpPr>
        <p:spPr>
          <a:xfrm>
            <a:off x="3421192" y="5049101"/>
            <a:ext cx="151391" cy="1332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4ABE65C-BC5E-45D7-3CA3-A36F2E05B7E3}"/>
              </a:ext>
            </a:extLst>
          </p:cNvPr>
          <p:cNvSpPr/>
          <p:nvPr/>
        </p:nvSpPr>
        <p:spPr>
          <a:xfrm>
            <a:off x="3949512" y="4713518"/>
            <a:ext cx="151391" cy="1332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D2FCDA1-5C54-444F-A737-AED5B8A70C31}"/>
              </a:ext>
            </a:extLst>
          </p:cNvPr>
          <p:cNvSpPr/>
          <p:nvPr/>
        </p:nvSpPr>
        <p:spPr>
          <a:xfrm>
            <a:off x="4254312" y="5231678"/>
            <a:ext cx="151391" cy="1332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1D1CB891-79F9-9001-B839-DE7962368C41}"/>
              </a:ext>
            </a:extLst>
          </p:cNvPr>
          <p:cNvSpPr/>
          <p:nvPr/>
        </p:nvSpPr>
        <p:spPr>
          <a:xfrm>
            <a:off x="2508165" y="6109407"/>
            <a:ext cx="151391" cy="1332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E0A3001-8B4B-0E61-C8FF-2CB59C234391}"/>
              </a:ext>
            </a:extLst>
          </p:cNvPr>
          <p:cNvSpPr/>
          <p:nvPr/>
        </p:nvSpPr>
        <p:spPr>
          <a:xfrm>
            <a:off x="3036485" y="5773824"/>
            <a:ext cx="151391" cy="1332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1532B34-474D-878B-56AF-851A40930943}"/>
              </a:ext>
            </a:extLst>
          </p:cNvPr>
          <p:cNvSpPr/>
          <p:nvPr/>
        </p:nvSpPr>
        <p:spPr>
          <a:xfrm>
            <a:off x="3341285" y="6291984"/>
            <a:ext cx="151391" cy="1332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3C5839F-565E-DBA0-A4A0-2DBA209CBFA9}"/>
              </a:ext>
            </a:extLst>
          </p:cNvPr>
          <p:cNvCxnSpPr>
            <a:stCxn id="29" idx="7"/>
            <a:endCxn id="9" idx="2"/>
          </p:cNvCxnSpPr>
          <p:nvPr/>
        </p:nvCxnSpPr>
        <p:spPr>
          <a:xfrm flipV="1">
            <a:off x="4350635" y="3605898"/>
            <a:ext cx="2101684" cy="4762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E9B9DF1-A490-B416-B99F-CBF428F6DF8A}"/>
              </a:ext>
            </a:extLst>
          </p:cNvPr>
          <p:cNvCxnSpPr>
            <a:stCxn id="29" idx="6"/>
            <a:endCxn id="13" idx="2"/>
          </p:cNvCxnSpPr>
          <p:nvPr/>
        </p:nvCxnSpPr>
        <p:spPr>
          <a:xfrm flipV="1">
            <a:off x="4862945" y="4523690"/>
            <a:ext cx="1567308" cy="7082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B2B8465-3B76-9C45-1CE6-8EEEE0B55D1D}"/>
              </a:ext>
            </a:extLst>
          </p:cNvPr>
          <p:cNvCxnSpPr>
            <a:stCxn id="29" idx="5"/>
            <a:endCxn id="16" idx="2"/>
          </p:cNvCxnSpPr>
          <p:nvPr/>
        </p:nvCxnSpPr>
        <p:spPr>
          <a:xfrm>
            <a:off x="4350635" y="6381741"/>
            <a:ext cx="2024200" cy="44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788205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Oval 28">
            <a:extLst>
              <a:ext uri="{FF2B5EF4-FFF2-40B4-BE49-F238E27FC236}">
                <a16:creationId xmlns:a16="http://schemas.microsoft.com/office/drawing/2014/main" id="{23DE7622-7998-FA20-79E5-1004208420D5}"/>
              </a:ext>
            </a:extLst>
          </p:cNvPr>
          <p:cNvSpPr/>
          <p:nvPr/>
        </p:nvSpPr>
        <p:spPr>
          <a:xfrm>
            <a:off x="1364673" y="3605898"/>
            <a:ext cx="3498272" cy="325210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A18931-228D-9301-920C-C9190F060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Parallelism - Approaches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995EE7-3721-16B5-D057-513C6B329B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467109" cy="4351338"/>
              </a:xfrm>
            </p:spPr>
            <p:txBody>
              <a:bodyPr/>
              <a:lstStyle/>
              <a:p>
                <a:r>
                  <a:rPr lang="en-US" dirty="0"/>
                  <a:t>Cons: wasteful computations</a:t>
                </a:r>
              </a:p>
              <a:p>
                <a:pPr lvl="1"/>
                <a:r>
                  <a:rPr lang="en-US" dirty="0"/>
                  <a:t>Notice: Hash value of each key computed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times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995EE7-3721-16B5-D057-513C6B329B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467109" cy="4351338"/>
              </a:xfrm>
              <a:blipFill>
                <a:blip r:embed="rId2"/>
                <a:stretch>
                  <a:fillRect l="-1048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846751FB-119F-7816-B0C7-FA8DE66E5772}"/>
              </a:ext>
            </a:extLst>
          </p:cNvPr>
          <p:cNvSpPr/>
          <p:nvPr/>
        </p:nvSpPr>
        <p:spPr>
          <a:xfrm>
            <a:off x="8769927" y="3429000"/>
            <a:ext cx="2403764" cy="326265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4DE1BC9-DAC9-6A05-701A-D466FC971511}"/>
              </a:ext>
            </a:extLst>
          </p:cNvPr>
          <p:cNvCxnSpPr>
            <a:cxnSpLocks/>
          </p:cNvCxnSpPr>
          <p:nvPr/>
        </p:nvCxnSpPr>
        <p:spPr>
          <a:xfrm>
            <a:off x="8769927" y="3872345"/>
            <a:ext cx="24037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37B8D3D-5E0E-A471-9483-2B25FF98684B}"/>
              </a:ext>
            </a:extLst>
          </p:cNvPr>
          <p:cNvCxnSpPr>
            <a:cxnSpLocks/>
          </p:cNvCxnSpPr>
          <p:nvPr/>
        </p:nvCxnSpPr>
        <p:spPr>
          <a:xfrm>
            <a:off x="8769927" y="4343221"/>
            <a:ext cx="24037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FDCAF99-1551-2949-6D1C-24B91109C75A}"/>
              </a:ext>
            </a:extLst>
          </p:cNvPr>
          <p:cNvCxnSpPr>
            <a:cxnSpLocks/>
          </p:cNvCxnSpPr>
          <p:nvPr/>
        </p:nvCxnSpPr>
        <p:spPr>
          <a:xfrm>
            <a:off x="8769927" y="4874272"/>
            <a:ext cx="24037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0B6836A-D634-7BA7-3423-62AE7FDE2F75}"/>
              </a:ext>
            </a:extLst>
          </p:cNvPr>
          <p:cNvCxnSpPr>
            <a:cxnSpLocks/>
          </p:cNvCxnSpPr>
          <p:nvPr/>
        </p:nvCxnSpPr>
        <p:spPr>
          <a:xfrm>
            <a:off x="8769927" y="6203249"/>
            <a:ext cx="24037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1B3FC3D9-6027-F00C-CE4F-00D2425FCF38}"/>
                  </a:ext>
                </a:extLst>
              </p:cNvPr>
              <p:cNvSpPr/>
              <p:nvPr/>
            </p:nvSpPr>
            <p:spPr>
              <a:xfrm>
                <a:off x="6452319" y="3339450"/>
                <a:ext cx="591433" cy="53289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1B3FC3D9-6027-F00C-CE4F-00D2425FCF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2319" y="3339450"/>
                <a:ext cx="591433" cy="532895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37D0F3D-153E-A388-F9E3-83C32B4A9DF2}"/>
              </a:ext>
            </a:extLst>
          </p:cNvPr>
          <p:cNvCxnSpPr>
            <a:cxnSpLocks/>
            <a:stCxn id="9" idx="6"/>
          </p:cNvCxnSpPr>
          <p:nvPr/>
        </p:nvCxnSpPr>
        <p:spPr>
          <a:xfrm>
            <a:off x="7043752" y="3605898"/>
            <a:ext cx="1781593" cy="932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873CCF61-8648-0C77-E0E4-22CA83A3FC56}"/>
                  </a:ext>
                </a:extLst>
              </p:cNvPr>
              <p:cNvSpPr/>
              <p:nvPr/>
            </p:nvSpPr>
            <p:spPr>
              <a:xfrm>
                <a:off x="6430253" y="4257242"/>
                <a:ext cx="591433" cy="53289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873CCF61-8648-0C77-E0E4-22CA83A3FC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0253" y="4257242"/>
                <a:ext cx="591433" cy="532895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507E74A-F218-48F5-3F18-4F0B95DEDAF5}"/>
              </a:ext>
            </a:extLst>
          </p:cNvPr>
          <p:cNvCxnSpPr>
            <a:cxnSpLocks/>
            <a:stCxn id="13" idx="6"/>
          </p:cNvCxnSpPr>
          <p:nvPr/>
        </p:nvCxnSpPr>
        <p:spPr>
          <a:xfrm flipV="1">
            <a:off x="7021686" y="4230214"/>
            <a:ext cx="1803659" cy="2934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25F83B44-8AD7-1911-A481-EE2051784676}"/>
                  </a:ext>
                </a:extLst>
              </p:cNvPr>
              <p:cNvSpPr/>
              <p:nvPr/>
            </p:nvSpPr>
            <p:spPr>
              <a:xfrm>
                <a:off x="6374835" y="6159807"/>
                <a:ext cx="591433" cy="53289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25F83B44-8AD7-1911-A481-EE20517846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4835" y="6159807"/>
                <a:ext cx="591433" cy="532895"/>
              </a:xfrm>
              <a:prstGeom prst="ellipse">
                <a:avLst/>
              </a:prstGeom>
              <a:blipFill>
                <a:blip r:embed="rId5"/>
                <a:stretch>
                  <a:fillRect l="-505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67E001B-555A-6AF6-FC57-0A23789E0B2E}"/>
              </a:ext>
            </a:extLst>
          </p:cNvPr>
          <p:cNvCxnSpPr>
            <a:cxnSpLocks/>
            <a:stCxn id="16" idx="6"/>
          </p:cNvCxnSpPr>
          <p:nvPr/>
        </p:nvCxnSpPr>
        <p:spPr>
          <a:xfrm>
            <a:off x="6966268" y="6426255"/>
            <a:ext cx="1831368" cy="171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3A6ECE2E-5065-5ED9-23CA-36F26585037B}"/>
              </a:ext>
            </a:extLst>
          </p:cNvPr>
          <p:cNvSpPr/>
          <p:nvPr/>
        </p:nvSpPr>
        <p:spPr>
          <a:xfrm>
            <a:off x="2127669" y="4132935"/>
            <a:ext cx="151391" cy="1332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328B418-040B-D010-DEBA-80AAFCAC10AA}"/>
              </a:ext>
            </a:extLst>
          </p:cNvPr>
          <p:cNvSpPr/>
          <p:nvPr/>
        </p:nvSpPr>
        <p:spPr>
          <a:xfrm>
            <a:off x="2655989" y="3797352"/>
            <a:ext cx="151391" cy="1332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42536B5-7A61-F01B-E3C2-1D3F7B5AB103}"/>
              </a:ext>
            </a:extLst>
          </p:cNvPr>
          <p:cNvSpPr/>
          <p:nvPr/>
        </p:nvSpPr>
        <p:spPr>
          <a:xfrm>
            <a:off x="2960789" y="4315512"/>
            <a:ext cx="151391" cy="1332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11697F7-8918-0D22-C5A0-813E07DB76DA}"/>
              </a:ext>
            </a:extLst>
          </p:cNvPr>
          <p:cNvSpPr/>
          <p:nvPr/>
        </p:nvSpPr>
        <p:spPr>
          <a:xfrm>
            <a:off x="3421192" y="5049101"/>
            <a:ext cx="151391" cy="1332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4ABE65C-BC5E-45D7-3CA3-A36F2E05B7E3}"/>
              </a:ext>
            </a:extLst>
          </p:cNvPr>
          <p:cNvSpPr/>
          <p:nvPr/>
        </p:nvSpPr>
        <p:spPr>
          <a:xfrm>
            <a:off x="3949512" y="4713518"/>
            <a:ext cx="151391" cy="1332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D2FCDA1-5C54-444F-A737-AED5B8A70C31}"/>
              </a:ext>
            </a:extLst>
          </p:cNvPr>
          <p:cNvSpPr/>
          <p:nvPr/>
        </p:nvSpPr>
        <p:spPr>
          <a:xfrm>
            <a:off x="4254312" y="5231678"/>
            <a:ext cx="151391" cy="1332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1D1CB891-79F9-9001-B839-DE7962368C41}"/>
              </a:ext>
            </a:extLst>
          </p:cNvPr>
          <p:cNvSpPr/>
          <p:nvPr/>
        </p:nvSpPr>
        <p:spPr>
          <a:xfrm>
            <a:off x="2508165" y="6109407"/>
            <a:ext cx="151391" cy="1332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E0A3001-8B4B-0E61-C8FF-2CB59C234391}"/>
              </a:ext>
            </a:extLst>
          </p:cNvPr>
          <p:cNvSpPr/>
          <p:nvPr/>
        </p:nvSpPr>
        <p:spPr>
          <a:xfrm>
            <a:off x="3036485" y="5773824"/>
            <a:ext cx="151391" cy="1332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1532B34-474D-878B-56AF-851A40930943}"/>
              </a:ext>
            </a:extLst>
          </p:cNvPr>
          <p:cNvSpPr/>
          <p:nvPr/>
        </p:nvSpPr>
        <p:spPr>
          <a:xfrm>
            <a:off x="3341285" y="6291984"/>
            <a:ext cx="151391" cy="1332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3C5839F-565E-DBA0-A4A0-2DBA209CBFA9}"/>
              </a:ext>
            </a:extLst>
          </p:cNvPr>
          <p:cNvCxnSpPr>
            <a:stCxn id="29" idx="7"/>
            <a:endCxn id="9" idx="2"/>
          </p:cNvCxnSpPr>
          <p:nvPr/>
        </p:nvCxnSpPr>
        <p:spPr>
          <a:xfrm flipV="1">
            <a:off x="4350635" y="3605898"/>
            <a:ext cx="2101684" cy="4762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E9B9DF1-A490-B416-B99F-CBF428F6DF8A}"/>
              </a:ext>
            </a:extLst>
          </p:cNvPr>
          <p:cNvCxnSpPr>
            <a:stCxn id="29" idx="6"/>
            <a:endCxn id="13" idx="2"/>
          </p:cNvCxnSpPr>
          <p:nvPr/>
        </p:nvCxnSpPr>
        <p:spPr>
          <a:xfrm flipV="1">
            <a:off x="4862945" y="4523690"/>
            <a:ext cx="1567308" cy="7082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B2B8465-3B76-9C45-1CE6-8EEEE0B55D1D}"/>
              </a:ext>
            </a:extLst>
          </p:cNvPr>
          <p:cNvCxnSpPr>
            <a:stCxn id="29" idx="5"/>
            <a:endCxn id="16" idx="2"/>
          </p:cNvCxnSpPr>
          <p:nvPr/>
        </p:nvCxnSpPr>
        <p:spPr>
          <a:xfrm>
            <a:off x="4350635" y="6381741"/>
            <a:ext cx="2024200" cy="44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4902270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Oval 28">
            <a:extLst>
              <a:ext uri="{FF2B5EF4-FFF2-40B4-BE49-F238E27FC236}">
                <a16:creationId xmlns:a16="http://schemas.microsoft.com/office/drawing/2014/main" id="{23DE7622-7998-FA20-79E5-1004208420D5}"/>
              </a:ext>
            </a:extLst>
          </p:cNvPr>
          <p:cNvSpPr/>
          <p:nvPr/>
        </p:nvSpPr>
        <p:spPr>
          <a:xfrm>
            <a:off x="1364673" y="3605898"/>
            <a:ext cx="3498272" cy="325210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A18931-228D-9301-920C-C9190F060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Parallelism - Approaches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995EE7-3721-16B5-D057-513C6B329B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467109" cy="4351338"/>
          </a:xfrm>
        </p:spPr>
        <p:txBody>
          <a:bodyPr/>
          <a:lstStyle/>
          <a:p>
            <a:r>
              <a:rPr lang="en-US" dirty="0"/>
              <a:t>Pros: No synchronization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6751FB-119F-7816-B0C7-FA8DE66E5772}"/>
              </a:ext>
            </a:extLst>
          </p:cNvPr>
          <p:cNvSpPr/>
          <p:nvPr/>
        </p:nvSpPr>
        <p:spPr>
          <a:xfrm>
            <a:off x="8769927" y="3429000"/>
            <a:ext cx="2403764" cy="326265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4DE1BC9-DAC9-6A05-701A-D466FC971511}"/>
              </a:ext>
            </a:extLst>
          </p:cNvPr>
          <p:cNvCxnSpPr>
            <a:cxnSpLocks/>
          </p:cNvCxnSpPr>
          <p:nvPr/>
        </p:nvCxnSpPr>
        <p:spPr>
          <a:xfrm>
            <a:off x="8769927" y="3872345"/>
            <a:ext cx="24037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37B8D3D-5E0E-A471-9483-2B25FF98684B}"/>
              </a:ext>
            </a:extLst>
          </p:cNvPr>
          <p:cNvCxnSpPr>
            <a:cxnSpLocks/>
          </p:cNvCxnSpPr>
          <p:nvPr/>
        </p:nvCxnSpPr>
        <p:spPr>
          <a:xfrm>
            <a:off x="8769927" y="4343221"/>
            <a:ext cx="24037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FDCAF99-1551-2949-6D1C-24B91109C75A}"/>
              </a:ext>
            </a:extLst>
          </p:cNvPr>
          <p:cNvCxnSpPr>
            <a:cxnSpLocks/>
          </p:cNvCxnSpPr>
          <p:nvPr/>
        </p:nvCxnSpPr>
        <p:spPr>
          <a:xfrm>
            <a:off x="8769927" y="4874272"/>
            <a:ext cx="24037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0B6836A-D634-7BA7-3423-62AE7FDE2F75}"/>
              </a:ext>
            </a:extLst>
          </p:cNvPr>
          <p:cNvCxnSpPr>
            <a:cxnSpLocks/>
          </p:cNvCxnSpPr>
          <p:nvPr/>
        </p:nvCxnSpPr>
        <p:spPr>
          <a:xfrm>
            <a:off x="8769927" y="6203249"/>
            <a:ext cx="24037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1B3FC3D9-6027-F00C-CE4F-00D2425FCF38}"/>
                  </a:ext>
                </a:extLst>
              </p:cNvPr>
              <p:cNvSpPr/>
              <p:nvPr/>
            </p:nvSpPr>
            <p:spPr>
              <a:xfrm>
                <a:off x="6452319" y="3339450"/>
                <a:ext cx="591433" cy="53289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1B3FC3D9-6027-F00C-CE4F-00D2425FCF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2319" y="3339450"/>
                <a:ext cx="591433" cy="532895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37D0F3D-153E-A388-F9E3-83C32B4A9DF2}"/>
              </a:ext>
            </a:extLst>
          </p:cNvPr>
          <p:cNvCxnSpPr>
            <a:cxnSpLocks/>
            <a:stCxn id="9" idx="6"/>
          </p:cNvCxnSpPr>
          <p:nvPr/>
        </p:nvCxnSpPr>
        <p:spPr>
          <a:xfrm>
            <a:off x="7043752" y="3605898"/>
            <a:ext cx="1781593" cy="932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873CCF61-8648-0C77-E0E4-22CA83A3FC56}"/>
                  </a:ext>
                </a:extLst>
              </p:cNvPr>
              <p:cNvSpPr/>
              <p:nvPr/>
            </p:nvSpPr>
            <p:spPr>
              <a:xfrm>
                <a:off x="6430253" y="4257242"/>
                <a:ext cx="591433" cy="53289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873CCF61-8648-0C77-E0E4-22CA83A3FC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0253" y="4257242"/>
                <a:ext cx="591433" cy="532895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507E74A-F218-48F5-3F18-4F0B95DEDAF5}"/>
              </a:ext>
            </a:extLst>
          </p:cNvPr>
          <p:cNvCxnSpPr>
            <a:cxnSpLocks/>
            <a:stCxn id="13" idx="6"/>
          </p:cNvCxnSpPr>
          <p:nvPr/>
        </p:nvCxnSpPr>
        <p:spPr>
          <a:xfrm flipV="1">
            <a:off x="7021686" y="4230214"/>
            <a:ext cx="1803659" cy="2934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25F83B44-8AD7-1911-A481-EE2051784676}"/>
                  </a:ext>
                </a:extLst>
              </p:cNvPr>
              <p:cNvSpPr/>
              <p:nvPr/>
            </p:nvSpPr>
            <p:spPr>
              <a:xfrm>
                <a:off x="6374835" y="6159807"/>
                <a:ext cx="591433" cy="53289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25F83B44-8AD7-1911-A481-EE20517846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4835" y="6159807"/>
                <a:ext cx="591433" cy="532895"/>
              </a:xfrm>
              <a:prstGeom prst="ellipse">
                <a:avLst/>
              </a:prstGeom>
              <a:blipFill>
                <a:blip r:embed="rId4"/>
                <a:stretch>
                  <a:fillRect l="-505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67E001B-555A-6AF6-FC57-0A23789E0B2E}"/>
              </a:ext>
            </a:extLst>
          </p:cNvPr>
          <p:cNvCxnSpPr>
            <a:cxnSpLocks/>
            <a:stCxn id="16" idx="6"/>
          </p:cNvCxnSpPr>
          <p:nvPr/>
        </p:nvCxnSpPr>
        <p:spPr>
          <a:xfrm>
            <a:off x="6966268" y="6426255"/>
            <a:ext cx="1831368" cy="171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3A6ECE2E-5065-5ED9-23CA-36F26585037B}"/>
              </a:ext>
            </a:extLst>
          </p:cNvPr>
          <p:cNvSpPr/>
          <p:nvPr/>
        </p:nvSpPr>
        <p:spPr>
          <a:xfrm>
            <a:off x="2127669" y="4132935"/>
            <a:ext cx="151391" cy="1332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328B418-040B-D010-DEBA-80AAFCAC10AA}"/>
              </a:ext>
            </a:extLst>
          </p:cNvPr>
          <p:cNvSpPr/>
          <p:nvPr/>
        </p:nvSpPr>
        <p:spPr>
          <a:xfrm>
            <a:off x="2655989" y="3797352"/>
            <a:ext cx="151391" cy="1332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42536B5-7A61-F01B-E3C2-1D3F7B5AB103}"/>
              </a:ext>
            </a:extLst>
          </p:cNvPr>
          <p:cNvSpPr/>
          <p:nvPr/>
        </p:nvSpPr>
        <p:spPr>
          <a:xfrm>
            <a:off x="2960789" y="4315512"/>
            <a:ext cx="151391" cy="1332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11697F7-8918-0D22-C5A0-813E07DB76DA}"/>
              </a:ext>
            </a:extLst>
          </p:cNvPr>
          <p:cNvSpPr/>
          <p:nvPr/>
        </p:nvSpPr>
        <p:spPr>
          <a:xfrm>
            <a:off x="3421192" y="5049101"/>
            <a:ext cx="151391" cy="1332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4ABE65C-BC5E-45D7-3CA3-A36F2E05B7E3}"/>
              </a:ext>
            </a:extLst>
          </p:cNvPr>
          <p:cNvSpPr/>
          <p:nvPr/>
        </p:nvSpPr>
        <p:spPr>
          <a:xfrm>
            <a:off x="3949512" y="4713518"/>
            <a:ext cx="151391" cy="1332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D2FCDA1-5C54-444F-A737-AED5B8A70C31}"/>
              </a:ext>
            </a:extLst>
          </p:cNvPr>
          <p:cNvSpPr/>
          <p:nvPr/>
        </p:nvSpPr>
        <p:spPr>
          <a:xfrm>
            <a:off x="4254312" y="5231678"/>
            <a:ext cx="151391" cy="1332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1D1CB891-79F9-9001-B839-DE7962368C41}"/>
              </a:ext>
            </a:extLst>
          </p:cNvPr>
          <p:cNvSpPr/>
          <p:nvPr/>
        </p:nvSpPr>
        <p:spPr>
          <a:xfrm>
            <a:off x="2508165" y="6109407"/>
            <a:ext cx="151391" cy="1332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E0A3001-8B4B-0E61-C8FF-2CB59C234391}"/>
              </a:ext>
            </a:extLst>
          </p:cNvPr>
          <p:cNvSpPr/>
          <p:nvPr/>
        </p:nvSpPr>
        <p:spPr>
          <a:xfrm>
            <a:off x="3036485" y="5773824"/>
            <a:ext cx="151391" cy="1332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1532B34-474D-878B-56AF-851A40930943}"/>
              </a:ext>
            </a:extLst>
          </p:cNvPr>
          <p:cNvSpPr/>
          <p:nvPr/>
        </p:nvSpPr>
        <p:spPr>
          <a:xfrm>
            <a:off x="3341285" y="6291984"/>
            <a:ext cx="151391" cy="1332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3C5839F-565E-DBA0-A4A0-2DBA209CBFA9}"/>
              </a:ext>
            </a:extLst>
          </p:cNvPr>
          <p:cNvCxnSpPr>
            <a:stCxn id="29" idx="7"/>
            <a:endCxn id="9" idx="2"/>
          </p:cNvCxnSpPr>
          <p:nvPr/>
        </p:nvCxnSpPr>
        <p:spPr>
          <a:xfrm flipV="1">
            <a:off x="4350635" y="3605898"/>
            <a:ext cx="2101684" cy="4762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E9B9DF1-A490-B416-B99F-CBF428F6DF8A}"/>
              </a:ext>
            </a:extLst>
          </p:cNvPr>
          <p:cNvCxnSpPr>
            <a:stCxn id="29" idx="6"/>
            <a:endCxn id="13" idx="2"/>
          </p:cNvCxnSpPr>
          <p:nvPr/>
        </p:nvCxnSpPr>
        <p:spPr>
          <a:xfrm flipV="1">
            <a:off x="4862945" y="4523690"/>
            <a:ext cx="1567308" cy="7082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B2B8465-3B76-9C45-1CE6-8EEEE0B55D1D}"/>
              </a:ext>
            </a:extLst>
          </p:cNvPr>
          <p:cNvCxnSpPr>
            <a:stCxn id="29" idx="5"/>
            <a:endCxn id="16" idx="2"/>
          </p:cNvCxnSpPr>
          <p:nvPr/>
        </p:nvCxnSpPr>
        <p:spPr>
          <a:xfrm>
            <a:off x="4350635" y="6381741"/>
            <a:ext cx="2024200" cy="44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0267348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Oval 37">
            <a:extLst>
              <a:ext uri="{FF2B5EF4-FFF2-40B4-BE49-F238E27FC236}">
                <a16:creationId xmlns:a16="http://schemas.microsoft.com/office/drawing/2014/main" id="{60DF95B3-3391-10BC-8ADD-D8368131139A}"/>
              </a:ext>
            </a:extLst>
          </p:cNvPr>
          <p:cNvSpPr/>
          <p:nvPr/>
        </p:nvSpPr>
        <p:spPr>
          <a:xfrm>
            <a:off x="2299170" y="5655987"/>
            <a:ext cx="1474628" cy="110762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3DE7622-7998-FA20-79E5-1004208420D5}"/>
              </a:ext>
            </a:extLst>
          </p:cNvPr>
          <p:cNvSpPr/>
          <p:nvPr/>
        </p:nvSpPr>
        <p:spPr>
          <a:xfrm>
            <a:off x="1946564" y="3605898"/>
            <a:ext cx="1474628" cy="110762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A18931-228D-9301-920C-C9190F060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Parallelism - Approaches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995EE7-3721-16B5-D057-513C6B329B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467109" cy="4351338"/>
          </a:xfrm>
        </p:spPr>
        <p:txBody>
          <a:bodyPr/>
          <a:lstStyle/>
          <a:p>
            <a:r>
              <a:rPr lang="en-US" dirty="0"/>
              <a:t>#3 Partition both inputs and outputs</a:t>
            </a:r>
          </a:p>
          <a:p>
            <a:pPr lvl="1"/>
            <a:r>
              <a:rPr lang="en-US" dirty="0"/>
              <a:t>For each input output pair, assign a processor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6751FB-119F-7816-B0C7-FA8DE66E5772}"/>
              </a:ext>
            </a:extLst>
          </p:cNvPr>
          <p:cNvSpPr/>
          <p:nvPr/>
        </p:nvSpPr>
        <p:spPr>
          <a:xfrm>
            <a:off x="8769927" y="3429000"/>
            <a:ext cx="2403764" cy="326265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37B8D3D-5E0E-A471-9483-2B25FF98684B}"/>
              </a:ext>
            </a:extLst>
          </p:cNvPr>
          <p:cNvCxnSpPr>
            <a:cxnSpLocks/>
          </p:cNvCxnSpPr>
          <p:nvPr/>
        </p:nvCxnSpPr>
        <p:spPr>
          <a:xfrm>
            <a:off x="8769927" y="4343221"/>
            <a:ext cx="24037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FDCAF99-1551-2949-6D1C-24B91109C75A}"/>
              </a:ext>
            </a:extLst>
          </p:cNvPr>
          <p:cNvCxnSpPr>
            <a:cxnSpLocks/>
          </p:cNvCxnSpPr>
          <p:nvPr/>
        </p:nvCxnSpPr>
        <p:spPr>
          <a:xfrm>
            <a:off x="8769927" y="5274980"/>
            <a:ext cx="24037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0B6836A-D634-7BA7-3423-62AE7FDE2F75}"/>
              </a:ext>
            </a:extLst>
          </p:cNvPr>
          <p:cNvCxnSpPr>
            <a:cxnSpLocks/>
          </p:cNvCxnSpPr>
          <p:nvPr/>
        </p:nvCxnSpPr>
        <p:spPr>
          <a:xfrm>
            <a:off x="8769927" y="6203249"/>
            <a:ext cx="24037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1B3FC3D9-6027-F00C-CE4F-00D2425FCF38}"/>
                  </a:ext>
                </a:extLst>
              </p:cNvPr>
              <p:cNvSpPr/>
              <p:nvPr/>
            </p:nvSpPr>
            <p:spPr>
              <a:xfrm>
                <a:off x="6452319" y="3339450"/>
                <a:ext cx="591433" cy="53289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1B3FC3D9-6027-F00C-CE4F-00D2425FCF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2319" y="3339450"/>
                <a:ext cx="591433" cy="532895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37D0F3D-153E-A388-F9E3-83C32B4A9DF2}"/>
              </a:ext>
            </a:extLst>
          </p:cNvPr>
          <p:cNvCxnSpPr>
            <a:cxnSpLocks/>
            <a:stCxn id="9" idx="6"/>
          </p:cNvCxnSpPr>
          <p:nvPr/>
        </p:nvCxnSpPr>
        <p:spPr>
          <a:xfrm>
            <a:off x="7043752" y="3605898"/>
            <a:ext cx="1726175" cy="2737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873CCF61-8648-0C77-E0E4-22CA83A3FC56}"/>
                  </a:ext>
                </a:extLst>
              </p:cNvPr>
              <p:cNvSpPr/>
              <p:nvPr/>
            </p:nvSpPr>
            <p:spPr>
              <a:xfrm>
                <a:off x="6430253" y="4257242"/>
                <a:ext cx="591433" cy="53289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873CCF61-8648-0C77-E0E4-22CA83A3FC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0253" y="4257242"/>
                <a:ext cx="591433" cy="532895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507E74A-F218-48F5-3F18-4F0B95DEDAF5}"/>
              </a:ext>
            </a:extLst>
          </p:cNvPr>
          <p:cNvCxnSpPr>
            <a:cxnSpLocks/>
            <a:stCxn id="13" idx="6"/>
          </p:cNvCxnSpPr>
          <p:nvPr/>
        </p:nvCxnSpPr>
        <p:spPr>
          <a:xfrm>
            <a:off x="7021686" y="4523690"/>
            <a:ext cx="1737917" cy="2628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25F83B44-8AD7-1911-A481-EE2051784676}"/>
                  </a:ext>
                </a:extLst>
              </p:cNvPr>
              <p:cNvSpPr/>
              <p:nvPr/>
            </p:nvSpPr>
            <p:spPr>
              <a:xfrm>
                <a:off x="6374835" y="6159807"/>
                <a:ext cx="591433" cy="53289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25F83B44-8AD7-1911-A481-EE20517846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4835" y="6159807"/>
                <a:ext cx="591433" cy="532895"/>
              </a:xfrm>
              <a:prstGeom prst="ellipse">
                <a:avLst/>
              </a:prstGeom>
              <a:blipFill>
                <a:blip r:embed="rId4"/>
                <a:stretch>
                  <a:fillRect l="-505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67E001B-555A-6AF6-FC57-0A23789E0B2E}"/>
              </a:ext>
            </a:extLst>
          </p:cNvPr>
          <p:cNvCxnSpPr>
            <a:cxnSpLocks/>
            <a:stCxn id="16" idx="6"/>
          </p:cNvCxnSpPr>
          <p:nvPr/>
        </p:nvCxnSpPr>
        <p:spPr>
          <a:xfrm>
            <a:off x="6966268" y="6426255"/>
            <a:ext cx="1831368" cy="171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3A6ECE2E-5065-5ED9-23CA-36F26585037B}"/>
              </a:ext>
            </a:extLst>
          </p:cNvPr>
          <p:cNvSpPr/>
          <p:nvPr/>
        </p:nvSpPr>
        <p:spPr>
          <a:xfrm>
            <a:off x="2127669" y="4132935"/>
            <a:ext cx="151391" cy="1332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328B418-040B-D010-DEBA-80AAFCAC10AA}"/>
              </a:ext>
            </a:extLst>
          </p:cNvPr>
          <p:cNvSpPr/>
          <p:nvPr/>
        </p:nvSpPr>
        <p:spPr>
          <a:xfrm>
            <a:off x="2655989" y="3797352"/>
            <a:ext cx="151391" cy="1332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42536B5-7A61-F01B-E3C2-1D3F7B5AB103}"/>
              </a:ext>
            </a:extLst>
          </p:cNvPr>
          <p:cNvSpPr/>
          <p:nvPr/>
        </p:nvSpPr>
        <p:spPr>
          <a:xfrm>
            <a:off x="2960789" y="4315512"/>
            <a:ext cx="151391" cy="1332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11697F7-8918-0D22-C5A0-813E07DB76DA}"/>
              </a:ext>
            </a:extLst>
          </p:cNvPr>
          <p:cNvSpPr/>
          <p:nvPr/>
        </p:nvSpPr>
        <p:spPr>
          <a:xfrm>
            <a:off x="3421192" y="5049101"/>
            <a:ext cx="151391" cy="1332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4ABE65C-BC5E-45D7-3CA3-A36F2E05B7E3}"/>
              </a:ext>
            </a:extLst>
          </p:cNvPr>
          <p:cNvSpPr/>
          <p:nvPr/>
        </p:nvSpPr>
        <p:spPr>
          <a:xfrm>
            <a:off x="3949512" y="4713518"/>
            <a:ext cx="151391" cy="1332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D2FCDA1-5C54-444F-A737-AED5B8A70C31}"/>
              </a:ext>
            </a:extLst>
          </p:cNvPr>
          <p:cNvSpPr/>
          <p:nvPr/>
        </p:nvSpPr>
        <p:spPr>
          <a:xfrm>
            <a:off x="4254312" y="5231678"/>
            <a:ext cx="151391" cy="1332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1D1CB891-79F9-9001-B839-DE7962368C41}"/>
              </a:ext>
            </a:extLst>
          </p:cNvPr>
          <p:cNvSpPr/>
          <p:nvPr/>
        </p:nvSpPr>
        <p:spPr>
          <a:xfrm>
            <a:off x="2508165" y="6109407"/>
            <a:ext cx="151391" cy="1332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E0A3001-8B4B-0E61-C8FF-2CB59C234391}"/>
              </a:ext>
            </a:extLst>
          </p:cNvPr>
          <p:cNvSpPr/>
          <p:nvPr/>
        </p:nvSpPr>
        <p:spPr>
          <a:xfrm>
            <a:off x="3036485" y="5773824"/>
            <a:ext cx="151391" cy="1332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1532B34-474D-878B-56AF-851A40930943}"/>
              </a:ext>
            </a:extLst>
          </p:cNvPr>
          <p:cNvSpPr/>
          <p:nvPr/>
        </p:nvSpPr>
        <p:spPr>
          <a:xfrm>
            <a:off x="3341285" y="6291984"/>
            <a:ext cx="151391" cy="1332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3C5839F-565E-DBA0-A4A0-2DBA209CBFA9}"/>
              </a:ext>
            </a:extLst>
          </p:cNvPr>
          <p:cNvCxnSpPr>
            <a:cxnSpLocks/>
            <a:stCxn id="29" idx="7"/>
            <a:endCxn id="9" idx="2"/>
          </p:cNvCxnSpPr>
          <p:nvPr/>
        </p:nvCxnSpPr>
        <p:spPr>
          <a:xfrm flipV="1">
            <a:off x="3205238" y="3605898"/>
            <a:ext cx="3247081" cy="1622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E9B9DF1-A490-B416-B99F-CBF428F6DF8A}"/>
              </a:ext>
            </a:extLst>
          </p:cNvPr>
          <p:cNvCxnSpPr>
            <a:cxnSpLocks/>
            <a:stCxn id="29" idx="6"/>
            <a:endCxn id="13" idx="2"/>
          </p:cNvCxnSpPr>
          <p:nvPr/>
        </p:nvCxnSpPr>
        <p:spPr>
          <a:xfrm>
            <a:off x="3421192" y="4159708"/>
            <a:ext cx="3009061" cy="3639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B2B8465-3B76-9C45-1CE6-8EEEE0B55D1D}"/>
              </a:ext>
            </a:extLst>
          </p:cNvPr>
          <p:cNvCxnSpPr>
            <a:cxnSpLocks/>
            <a:endCxn id="16" idx="2"/>
          </p:cNvCxnSpPr>
          <p:nvPr/>
        </p:nvCxnSpPr>
        <p:spPr>
          <a:xfrm>
            <a:off x="3773798" y="6242631"/>
            <a:ext cx="2601037" cy="1836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6B3C8E1D-CDAD-E436-7A6E-7CA3B47C87D3}"/>
                  </a:ext>
                </a:extLst>
              </p:cNvPr>
              <p:cNvSpPr/>
              <p:nvPr/>
            </p:nvSpPr>
            <p:spPr>
              <a:xfrm>
                <a:off x="6374834" y="5469686"/>
                <a:ext cx="591433" cy="53289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6B3C8E1D-CDAD-E436-7A6E-7CA3B47C87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4834" y="5469686"/>
                <a:ext cx="591433" cy="532895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A1A4C061-67EB-A6EA-A080-775445D0DD71}"/>
              </a:ext>
            </a:extLst>
          </p:cNvPr>
          <p:cNvCxnSpPr>
            <a:cxnSpLocks/>
            <a:stCxn id="40" idx="6"/>
          </p:cNvCxnSpPr>
          <p:nvPr/>
        </p:nvCxnSpPr>
        <p:spPr>
          <a:xfrm flipV="1">
            <a:off x="6966267" y="4883042"/>
            <a:ext cx="1748241" cy="8530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AF052B4-1E4D-E684-1337-D67676002810}"/>
              </a:ext>
            </a:extLst>
          </p:cNvPr>
          <p:cNvCxnSpPr>
            <a:cxnSpLocks/>
            <a:endCxn id="40" idx="2"/>
          </p:cNvCxnSpPr>
          <p:nvPr/>
        </p:nvCxnSpPr>
        <p:spPr>
          <a:xfrm flipV="1">
            <a:off x="3784122" y="5736134"/>
            <a:ext cx="2590712" cy="4844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4167782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Oval 37">
            <a:extLst>
              <a:ext uri="{FF2B5EF4-FFF2-40B4-BE49-F238E27FC236}">
                <a16:creationId xmlns:a16="http://schemas.microsoft.com/office/drawing/2014/main" id="{60DF95B3-3391-10BC-8ADD-D8368131139A}"/>
              </a:ext>
            </a:extLst>
          </p:cNvPr>
          <p:cNvSpPr/>
          <p:nvPr/>
        </p:nvSpPr>
        <p:spPr>
          <a:xfrm>
            <a:off x="2299170" y="5655987"/>
            <a:ext cx="1474628" cy="110762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3DE7622-7998-FA20-79E5-1004208420D5}"/>
              </a:ext>
            </a:extLst>
          </p:cNvPr>
          <p:cNvSpPr/>
          <p:nvPr/>
        </p:nvSpPr>
        <p:spPr>
          <a:xfrm>
            <a:off x="1946564" y="3605898"/>
            <a:ext cx="1474628" cy="110762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A18931-228D-9301-920C-C9190F060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Parallelism - Approaches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995EE7-3721-16B5-D057-513C6B329B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467109" cy="4351338"/>
              </a:xfrm>
            </p:spPr>
            <p:txBody>
              <a:bodyPr/>
              <a:lstStyle/>
              <a:p>
                <a:r>
                  <a:rPr lang="en-US" dirty="0"/>
                  <a:t>Assuming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input partitions,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dirty="0"/>
                  <a:t> output partitions, we have </a:t>
                </a:r>
              </a:p>
              <a:p>
                <a:pPr lvl="1"/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995EE7-3721-16B5-D057-513C6B329B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467109" cy="4351338"/>
              </a:xfrm>
              <a:blipFill>
                <a:blip r:embed="rId2"/>
                <a:stretch>
                  <a:fillRect l="-1048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846751FB-119F-7816-B0C7-FA8DE66E5772}"/>
              </a:ext>
            </a:extLst>
          </p:cNvPr>
          <p:cNvSpPr/>
          <p:nvPr/>
        </p:nvSpPr>
        <p:spPr>
          <a:xfrm>
            <a:off x="8769927" y="3429000"/>
            <a:ext cx="2403764" cy="326265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37B8D3D-5E0E-A471-9483-2B25FF98684B}"/>
              </a:ext>
            </a:extLst>
          </p:cNvPr>
          <p:cNvCxnSpPr>
            <a:cxnSpLocks/>
          </p:cNvCxnSpPr>
          <p:nvPr/>
        </p:nvCxnSpPr>
        <p:spPr>
          <a:xfrm>
            <a:off x="8769927" y="4343221"/>
            <a:ext cx="24037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FDCAF99-1551-2949-6D1C-24B91109C75A}"/>
              </a:ext>
            </a:extLst>
          </p:cNvPr>
          <p:cNvCxnSpPr>
            <a:cxnSpLocks/>
          </p:cNvCxnSpPr>
          <p:nvPr/>
        </p:nvCxnSpPr>
        <p:spPr>
          <a:xfrm>
            <a:off x="8769927" y="5274980"/>
            <a:ext cx="24037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0B6836A-D634-7BA7-3423-62AE7FDE2F75}"/>
              </a:ext>
            </a:extLst>
          </p:cNvPr>
          <p:cNvCxnSpPr>
            <a:cxnSpLocks/>
          </p:cNvCxnSpPr>
          <p:nvPr/>
        </p:nvCxnSpPr>
        <p:spPr>
          <a:xfrm>
            <a:off x="8769927" y="6203249"/>
            <a:ext cx="24037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1B3FC3D9-6027-F00C-CE4F-00D2425FCF38}"/>
                  </a:ext>
                </a:extLst>
              </p:cNvPr>
              <p:cNvSpPr/>
              <p:nvPr/>
            </p:nvSpPr>
            <p:spPr>
              <a:xfrm>
                <a:off x="6452319" y="3339450"/>
                <a:ext cx="591433" cy="53289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1B3FC3D9-6027-F00C-CE4F-00D2425FCF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2319" y="3339450"/>
                <a:ext cx="591433" cy="532895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37D0F3D-153E-A388-F9E3-83C32B4A9DF2}"/>
              </a:ext>
            </a:extLst>
          </p:cNvPr>
          <p:cNvCxnSpPr>
            <a:cxnSpLocks/>
            <a:stCxn id="9" idx="6"/>
          </p:cNvCxnSpPr>
          <p:nvPr/>
        </p:nvCxnSpPr>
        <p:spPr>
          <a:xfrm>
            <a:off x="7043752" y="3605898"/>
            <a:ext cx="1726175" cy="2737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873CCF61-8648-0C77-E0E4-22CA83A3FC56}"/>
                  </a:ext>
                </a:extLst>
              </p:cNvPr>
              <p:cNvSpPr/>
              <p:nvPr/>
            </p:nvSpPr>
            <p:spPr>
              <a:xfrm>
                <a:off x="6430253" y="4257242"/>
                <a:ext cx="591433" cy="53289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873CCF61-8648-0C77-E0E4-22CA83A3FC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0253" y="4257242"/>
                <a:ext cx="591433" cy="532895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507E74A-F218-48F5-3F18-4F0B95DEDAF5}"/>
              </a:ext>
            </a:extLst>
          </p:cNvPr>
          <p:cNvCxnSpPr>
            <a:cxnSpLocks/>
            <a:stCxn id="13" idx="6"/>
          </p:cNvCxnSpPr>
          <p:nvPr/>
        </p:nvCxnSpPr>
        <p:spPr>
          <a:xfrm>
            <a:off x="7021686" y="4523690"/>
            <a:ext cx="1737917" cy="2628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25F83B44-8AD7-1911-A481-EE2051784676}"/>
                  </a:ext>
                </a:extLst>
              </p:cNvPr>
              <p:cNvSpPr/>
              <p:nvPr/>
            </p:nvSpPr>
            <p:spPr>
              <a:xfrm>
                <a:off x="6374835" y="6159807"/>
                <a:ext cx="591433" cy="53289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25F83B44-8AD7-1911-A481-EE20517846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4835" y="6159807"/>
                <a:ext cx="591433" cy="532895"/>
              </a:xfrm>
              <a:prstGeom prst="ellipse">
                <a:avLst/>
              </a:prstGeom>
              <a:blipFill>
                <a:blip r:embed="rId5"/>
                <a:stretch>
                  <a:fillRect l="-505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67E001B-555A-6AF6-FC57-0A23789E0B2E}"/>
              </a:ext>
            </a:extLst>
          </p:cNvPr>
          <p:cNvCxnSpPr>
            <a:cxnSpLocks/>
            <a:stCxn id="16" idx="6"/>
          </p:cNvCxnSpPr>
          <p:nvPr/>
        </p:nvCxnSpPr>
        <p:spPr>
          <a:xfrm>
            <a:off x="6966268" y="6426255"/>
            <a:ext cx="1831368" cy="171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3A6ECE2E-5065-5ED9-23CA-36F26585037B}"/>
              </a:ext>
            </a:extLst>
          </p:cNvPr>
          <p:cNvSpPr/>
          <p:nvPr/>
        </p:nvSpPr>
        <p:spPr>
          <a:xfrm>
            <a:off x="2127669" y="4132935"/>
            <a:ext cx="151391" cy="1332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328B418-040B-D010-DEBA-80AAFCAC10AA}"/>
              </a:ext>
            </a:extLst>
          </p:cNvPr>
          <p:cNvSpPr/>
          <p:nvPr/>
        </p:nvSpPr>
        <p:spPr>
          <a:xfrm>
            <a:off x="2655989" y="3797352"/>
            <a:ext cx="151391" cy="1332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42536B5-7A61-F01B-E3C2-1D3F7B5AB103}"/>
              </a:ext>
            </a:extLst>
          </p:cNvPr>
          <p:cNvSpPr/>
          <p:nvPr/>
        </p:nvSpPr>
        <p:spPr>
          <a:xfrm>
            <a:off x="2960789" y="4315512"/>
            <a:ext cx="151391" cy="1332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11697F7-8918-0D22-C5A0-813E07DB76DA}"/>
              </a:ext>
            </a:extLst>
          </p:cNvPr>
          <p:cNvSpPr/>
          <p:nvPr/>
        </p:nvSpPr>
        <p:spPr>
          <a:xfrm>
            <a:off x="3421192" y="5049101"/>
            <a:ext cx="151391" cy="1332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4ABE65C-BC5E-45D7-3CA3-A36F2E05B7E3}"/>
              </a:ext>
            </a:extLst>
          </p:cNvPr>
          <p:cNvSpPr/>
          <p:nvPr/>
        </p:nvSpPr>
        <p:spPr>
          <a:xfrm>
            <a:off x="3949512" y="4713518"/>
            <a:ext cx="151391" cy="1332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D2FCDA1-5C54-444F-A737-AED5B8A70C31}"/>
              </a:ext>
            </a:extLst>
          </p:cNvPr>
          <p:cNvSpPr/>
          <p:nvPr/>
        </p:nvSpPr>
        <p:spPr>
          <a:xfrm>
            <a:off x="4254312" y="5231678"/>
            <a:ext cx="151391" cy="1332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1D1CB891-79F9-9001-B839-DE7962368C41}"/>
              </a:ext>
            </a:extLst>
          </p:cNvPr>
          <p:cNvSpPr/>
          <p:nvPr/>
        </p:nvSpPr>
        <p:spPr>
          <a:xfrm>
            <a:off x="2508165" y="6109407"/>
            <a:ext cx="151391" cy="1332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E0A3001-8B4B-0E61-C8FF-2CB59C234391}"/>
              </a:ext>
            </a:extLst>
          </p:cNvPr>
          <p:cNvSpPr/>
          <p:nvPr/>
        </p:nvSpPr>
        <p:spPr>
          <a:xfrm>
            <a:off x="3036485" y="5773824"/>
            <a:ext cx="151391" cy="1332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1532B34-474D-878B-56AF-851A40930943}"/>
              </a:ext>
            </a:extLst>
          </p:cNvPr>
          <p:cNvSpPr/>
          <p:nvPr/>
        </p:nvSpPr>
        <p:spPr>
          <a:xfrm>
            <a:off x="3341285" y="6291984"/>
            <a:ext cx="151391" cy="1332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3C5839F-565E-DBA0-A4A0-2DBA209CBFA9}"/>
              </a:ext>
            </a:extLst>
          </p:cNvPr>
          <p:cNvCxnSpPr>
            <a:cxnSpLocks/>
            <a:stCxn id="29" idx="7"/>
            <a:endCxn id="9" idx="2"/>
          </p:cNvCxnSpPr>
          <p:nvPr/>
        </p:nvCxnSpPr>
        <p:spPr>
          <a:xfrm flipV="1">
            <a:off x="3205238" y="3605898"/>
            <a:ext cx="3247081" cy="1622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E9B9DF1-A490-B416-B99F-CBF428F6DF8A}"/>
              </a:ext>
            </a:extLst>
          </p:cNvPr>
          <p:cNvCxnSpPr>
            <a:cxnSpLocks/>
            <a:stCxn id="29" idx="6"/>
            <a:endCxn id="13" idx="2"/>
          </p:cNvCxnSpPr>
          <p:nvPr/>
        </p:nvCxnSpPr>
        <p:spPr>
          <a:xfrm>
            <a:off x="3421192" y="4159708"/>
            <a:ext cx="3009061" cy="3639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B2B8465-3B76-9C45-1CE6-8EEEE0B55D1D}"/>
              </a:ext>
            </a:extLst>
          </p:cNvPr>
          <p:cNvCxnSpPr>
            <a:cxnSpLocks/>
            <a:endCxn id="16" idx="2"/>
          </p:cNvCxnSpPr>
          <p:nvPr/>
        </p:nvCxnSpPr>
        <p:spPr>
          <a:xfrm>
            <a:off x="3773798" y="6242631"/>
            <a:ext cx="2601037" cy="1836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6B3C8E1D-CDAD-E436-7A6E-7CA3B47C87D3}"/>
                  </a:ext>
                </a:extLst>
              </p:cNvPr>
              <p:cNvSpPr/>
              <p:nvPr/>
            </p:nvSpPr>
            <p:spPr>
              <a:xfrm>
                <a:off x="6374834" y="5469686"/>
                <a:ext cx="591433" cy="53289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6B3C8E1D-CDAD-E436-7A6E-7CA3B47C87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4834" y="5469686"/>
                <a:ext cx="591433" cy="532895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A1A4C061-67EB-A6EA-A080-775445D0DD71}"/>
              </a:ext>
            </a:extLst>
          </p:cNvPr>
          <p:cNvCxnSpPr>
            <a:cxnSpLocks/>
            <a:stCxn id="40" idx="6"/>
          </p:cNvCxnSpPr>
          <p:nvPr/>
        </p:nvCxnSpPr>
        <p:spPr>
          <a:xfrm flipV="1">
            <a:off x="6966267" y="4883042"/>
            <a:ext cx="1748241" cy="8530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AF052B4-1E4D-E684-1337-D67676002810}"/>
              </a:ext>
            </a:extLst>
          </p:cNvPr>
          <p:cNvCxnSpPr>
            <a:cxnSpLocks/>
            <a:endCxn id="40" idx="2"/>
          </p:cNvCxnSpPr>
          <p:nvPr/>
        </p:nvCxnSpPr>
        <p:spPr>
          <a:xfrm flipV="1">
            <a:off x="3784122" y="5736134"/>
            <a:ext cx="2590712" cy="4844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E1FBAAF-F993-6EBC-01FD-39EDD563788A}"/>
                  </a:ext>
                </a:extLst>
              </p:cNvPr>
              <p:cNvSpPr txBox="1"/>
              <p:nvPr/>
            </p:nvSpPr>
            <p:spPr>
              <a:xfrm>
                <a:off x="1360526" y="5090314"/>
                <a:ext cx="438838" cy="369332"/>
              </a:xfrm>
              <a:prstGeom prst="rect">
                <a:avLst/>
              </a:prstGeom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E1FBAAF-F993-6EBC-01FD-39EDD56378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0526" y="5090314"/>
                <a:ext cx="438838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1F71259-FFFB-D5D6-4723-E6E7C8507602}"/>
                  </a:ext>
                </a:extLst>
              </p:cNvPr>
              <p:cNvSpPr txBox="1"/>
              <p:nvPr/>
            </p:nvSpPr>
            <p:spPr>
              <a:xfrm>
                <a:off x="11458974" y="4644695"/>
                <a:ext cx="476862" cy="369332"/>
              </a:xfrm>
              <a:prstGeom prst="rect">
                <a:avLst/>
              </a:prstGeom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1F71259-FFFB-D5D6-4723-E6E7C85076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58974" y="4644695"/>
                <a:ext cx="476862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6195366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Oval 37">
            <a:extLst>
              <a:ext uri="{FF2B5EF4-FFF2-40B4-BE49-F238E27FC236}">
                <a16:creationId xmlns:a16="http://schemas.microsoft.com/office/drawing/2014/main" id="{60DF95B3-3391-10BC-8ADD-D8368131139A}"/>
              </a:ext>
            </a:extLst>
          </p:cNvPr>
          <p:cNvSpPr/>
          <p:nvPr/>
        </p:nvSpPr>
        <p:spPr>
          <a:xfrm>
            <a:off x="2299170" y="5655987"/>
            <a:ext cx="1474628" cy="110762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3DE7622-7998-FA20-79E5-1004208420D5}"/>
              </a:ext>
            </a:extLst>
          </p:cNvPr>
          <p:cNvSpPr/>
          <p:nvPr/>
        </p:nvSpPr>
        <p:spPr>
          <a:xfrm>
            <a:off x="1946564" y="3605898"/>
            <a:ext cx="1474628" cy="110762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A18931-228D-9301-920C-C9190F060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Parallelism - Approaches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995EE7-3721-16B5-D057-513C6B329B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467109" cy="4351338"/>
          </a:xfrm>
        </p:spPr>
        <p:txBody>
          <a:bodyPr/>
          <a:lstStyle/>
          <a:p>
            <a:r>
              <a:rPr lang="en-US" dirty="0"/>
              <a:t># hash computations per key value</a:t>
            </a:r>
            <a:r>
              <a:rPr lang="en-US" dirty="0">
                <a:solidFill>
                  <a:srgbClr val="C00000"/>
                </a:solidFill>
              </a:rPr>
              <a:t>???</a:t>
            </a:r>
          </a:p>
          <a:p>
            <a:r>
              <a:rPr lang="en-US" dirty="0"/>
              <a:t># Processors that may conflict</a:t>
            </a:r>
            <a:r>
              <a:rPr lang="en-US" dirty="0">
                <a:solidFill>
                  <a:srgbClr val="C00000"/>
                </a:solidFill>
              </a:rPr>
              <a:t>??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6751FB-119F-7816-B0C7-FA8DE66E5772}"/>
              </a:ext>
            </a:extLst>
          </p:cNvPr>
          <p:cNvSpPr/>
          <p:nvPr/>
        </p:nvSpPr>
        <p:spPr>
          <a:xfrm>
            <a:off x="8769927" y="3429000"/>
            <a:ext cx="2403764" cy="326265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37B8D3D-5E0E-A471-9483-2B25FF98684B}"/>
              </a:ext>
            </a:extLst>
          </p:cNvPr>
          <p:cNvCxnSpPr>
            <a:cxnSpLocks/>
          </p:cNvCxnSpPr>
          <p:nvPr/>
        </p:nvCxnSpPr>
        <p:spPr>
          <a:xfrm>
            <a:off x="8769927" y="4343221"/>
            <a:ext cx="24037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FDCAF99-1551-2949-6D1C-24B91109C75A}"/>
              </a:ext>
            </a:extLst>
          </p:cNvPr>
          <p:cNvCxnSpPr>
            <a:cxnSpLocks/>
          </p:cNvCxnSpPr>
          <p:nvPr/>
        </p:nvCxnSpPr>
        <p:spPr>
          <a:xfrm>
            <a:off x="8769927" y="5274980"/>
            <a:ext cx="24037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0B6836A-D634-7BA7-3423-62AE7FDE2F75}"/>
              </a:ext>
            </a:extLst>
          </p:cNvPr>
          <p:cNvCxnSpPr>
            <a:cxnSpLocks/>
          </p:cNvCxnSpPr>
          <p:nvPr/>
        </p:nvCxnSpPr>
        <p:spPr>
          <a:xfrm>
            <a:off x="8769927" y="6203249"/>
            <a:ext cx="24037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1B3FC3D9-6027-F00C-CE4F-00D2425FCF38}"/>
                  </a:ext>
                </a:extLst>
              </p:cNvPr>
              <p:cNvSpPr/>
              <p:nvPr/>
            </p:nvSpPr>
            <p:spPr>
              <a:xfrm>
                <a:off x="6452319" y="3339450"/>
                <a:ext cx="591433" cy="53289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1B3FC3D9-6027-F00C-CE4F-00D2425FCF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2319" y="3339450"/>
                <a:ext cx="591433" cy="532895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37D0F3D-153E-A388-F9E3-83C32B4A9DF2}"/>
              </a:ext>
            </a:extLst>
          </p:cNvPr>
          <p:cNvCxnSpPr>
            <a:cxnSpLocks/>
            <a:stCxn id="9" idx="6"/>
          </p:cNvCxnSpPr>
          <p:nvPr/>
        </p:nvCxnSpPr>
        <p:spPr>
          <a:xfrm>
            <a:off x="7043752" y="3605898"/>
            <a:ext cx="1726175" cy="2737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873CCF61-8648-0C77-E0E4-22CA83A3FC56}"/>
                  </a:ext>
                </a:extLst>
              </p:cNvPr>
              <p:cNvSpPr/>
              <p:nvPr/>
            </p:nvSpPr>
            <p:spPr>
              <a:xfrm>
                <a:off x="6430253" y="4257242"/>
                <a:ext cx="591433" cy="53289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873CCF61-8648-0C77-E0E4-22CA83A3FC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0253" y="4257242"/>
                <a:ext cx="591433" cy="532895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507E74A-F218-48F5-3F18-4F0B95DEDAF5}"/>
              </a:ext>
            </a:extLst>
          </p:cNvPr>
          <p:cNvCxnSpPr>
            <a:cxnSpLocks/>
            <a:stCxn id="13" idx="6"/>
          </p:cNvCxnSpPr>
          <p:nvPr/>
        </p:nvCxnSpPr>
        <p:spPr>
          <a:xfrm>
            <a:off x="7021686" y="4523690"/>
            <a:ext cx="1737917" cy="2628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25F83B44-8AD7-1911-A481-EE2051784676}"/>
                  </a:ext>
                </a:extLst>
              </p:cNvPr>
              <p:cNvSpPr/>
              <p:nvPr/>
            </p:nvSpPr>
            <p:spPr>
              <a:xfrm>
                <a:off x="6374835" y="6159807"/>
                <a:ext cx="591433" cy="53289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25F83B44-8AD7-1911-A481-EE20517846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4835" y="6159807"/>
                <a:ext cx="591433" cy="532895"/>
              </a:xfrm>
              <a:prstGeom prst="ellipse">
                <a:avLst/>
              </a:prstGeom>
              <a:blipFill>
                <a:blip r:embed="rId4"/>
                <a:stretch>
                  <a:fillRect l="-505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67E001B-555A-6AF6-FC57-0A23789E0B2E}"/>
              </a:ext>
            </a:extLst>
          </p:cNvPr>
          <p:cNvCxnSpPr>
            <a:cxnSpLocks/>
            <a:stCxn id="16" idx="6"/>
          </p:cNvCxnSpPr>
          <p:nvPr/>
        </p:nvCxnSpPr>
        <p:spPr>
          <a:xfrm>
            <a:off x="6966268" y="6426255"/>
            <a:ext cx="1831368" cy="171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3A6ECE2E-5065-5ED9-23CA-36F26585037B}"/>
              </a:ext>
            </a:extLst>
          </p:cNvPr>
          <p:cNvSpPr/>
          <p:nvPr/>
        </p:nvSpPr>
        <p:spPr>
          <a:xfrm>
            <a:off x="2127669" y="4132935"/>
            <a:ext cx="151391" cy="1332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328B418-040B-D010-DEBA-80AAFCAC10AA}"/>
              </a:ext>
            </a:extLst>
          </p:cNvPr>
          <p:cNvSpPr/>
          <p:nvPr/>
        </p:nvSpPr>
        <p:spPr>
          <a:xfrm>
            <a:off x="2655989" y="3797352"/>
            <a:ext cx="151391" cy="1332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42536B5-7A61-F01B-E3C2-1D3F7B5AB103}"/>
              </a:ext>
            </a:extLst>
          </p:cNvPr>
          <p:cNvSpPr/>
          <p:nvPr/>
        </p:nvSpPr>
        <p:spPr>
          <a:xfrm>
            <a:off x="2960789" y="4315512"/>
            <a:ext cx="151391" cy="1332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11697F7-8918-0D22-C5A0-813E07DB76DA}"/>
              </a:ext>
            </a:extLst>
          </p:cNvPr>
          <p:cNvSpPr/>
          <p:nvPr/>
        </p:nvSpPr>
        <p:spPr>
          <a:xfrm>
            <a:off x="3421192" y="5049101"/>
            <a:ext cx="151391" cy="1332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4ABE65C-BC5E-45D7-3CA3-A36F2E05B7E3}"/>
              </a:ext>
            </a:extLst>
          </p:cNvPr>
          <p:cNvSpPr/>
          <p:nvPr/>
        </p:nvSpPr>
        <p:spPr>
          <a:xfrm>
            <a:off x="3949512" y="4713518"/>
            <a:ext cx="151391" cy="1332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D2FCDA1-5C54-444F-A737-AED5B8A70C31}"/>
              </a:ext>
            </a:extLst>
          </p:cNvPr>
          <p:cNvSpPr/>
          <p:nvPr/>
        </p:nvSpPr>
        <p:spPr>
          <a:xfrm>
            <a:off x="4254312" y="5231678"/>
            <a:ext cx="151391" cy="1332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1D1CB891-79F9-9001-B839-DE7962368C41}"/>
              </a:ext>
            </a:extLst>
          </p:cNvPr>
          <p:cNvSpPr/>
          <p:nvPr/>
        </p:nvSpPr>
        <p:spPr>
          <a:xfrm>
            <a:off x="2508165" y="6109407"/>
            <a:ext cx="151391" cy="1332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E0A3001-8B4B-0E61-C8FF-2CB59C234391}"/>
              </a:ext>
            </a:extLst>
          </p:cNvPr>
          <p:cNvSpPr/>
          <p:nvPr/>
        </p:nvSpPr>
        <p:spPr>
          <a:xfrm>
            <a:off x="3036485" y="5773824"/>
            <a:ext cx="151391" cy="1332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1532B34-474D-878B-56AF-851A40930943}"/>
              </a:ext>
            </a:extLst>
          </p:cNvPr>
          <p:cNvSpPr/>
          <p:nvPr/>
        </p:nvSpPr>
        <p:spPr>
          <a:xfrm>
            <a:off x="3341285" y="6291984"/>
            <a:ext cx="151391" cy="1332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3C5839F-565E-DBA0-A4A0-2DBA209CBFA9}"/>
              </a:ext>
            </a:extLst>
          </p:cNvPr>
          <p:cNvCxnSpPr>
            <a:cxnSpLocks/>
            <a:stCxn id="29" idx="7"/>
            <a:endCxn id="9" idx="2"/>
          </p:cNvCxnSpPr>
          <p:nvPr/>
        </p:nvCxnSpPr>
        <p:spPr>
          <a:xfrm flipV="1">
            <a:off x="3205238" y="3605898"/>
            <a:ext cx="3247081" cy="1622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E9B9DF1-A490-B416-B99F-CBF428F6DF8A}"/>
              </a:ext>
            </a:extLst>
          </p:cNvPr>
          <p:cNvCxnSpPr>
            <a:cxnSpLocks/>
            <a:stCxn id="29" idx="6"/>
            <a:endCxn id="13" idx="2"/>
          </p:cNvCxnSpPr>
          <p:nvPr/>
        </p:nvCxnSpPr>
        <p:spPr>
          <a:xfrm>
            <a:off x="3421192" y="4159708"/>
            <a:ext cx="3009061" cy="3639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B2B8465-3B76-9C45-1CE6-8EEEE0B55D1D}"/>
              </a:ext>
            </a:extLst>
          </p:cNvPr>
          <p:cNvCxnSpPr>
            <a:cxnSpLocks/>
            <a:endCxn id="16" idx="2"/>
          </p:cNvCxnSpPr>
          <p:nvPr/>
        </p:nvCxnSpPr>
        <p:spPr>
          <a:xfrm>
            <a:off x="3773798" y="6242631"/>
            <a:ext cx="2601037" cy="1836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6B3C8E1D-CDAD-E436-7A6E-7CA3B47C87D3}"/>
                  </a:ext>
                </a:extLst>
              </p:cNvPr>
              <p:cNvSpPr/>
              <p:nvPr/>
            </p:nvSpPr>
            <p:spPr>
              <a:xfrm>
                <a:off x="6374834" y="5469686"/>
                <a:ext cx="591433" cy="53289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6B3C8E1D-CDAD-E436-7A6E-7CA3B47C87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4834" y="5469686"/>
                <a:ext cx="591433" cy="532895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A1A4C061-67EB-A6EA-A080-775445D0DD71}"/>
              </a:ext>
            </a:extLst>
          </p:cNvPr>
          <p:cNvCxnSpPr>
            <a:cxnSpLocks/>
            <a:stCxn id="40" idx="6"/>
          </p:cNvCxnSpPr>
          <p:nvPr/>
        </p:nvCxnSpPr>
        <p:spPr>
          <a:xfrm flipV="1">
            <a:off x="6966267" y="4883042"/>
            <a:ext cx="1748241" cy="8530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AF052B4-1E4D-E684-1337-D67676002810}"/>
              </a:ext>
            </a:extLst>
          </p:cNvPr>
          <p:cNvCxnSpPr>
            <a:cxnSpLocks/>
            <a:endCxn id="40" idx="2"/>
          </p:cNvCxnSpPr>
          <p:nvPr/>
        </p:nvCxnSpPr>
        <p:spPr>
          <a:xfrm flipV="1">
            <a:off x="3784122" y="5736134"/>
            <a:ext cx="2590712" cy="4844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E1FBAAF-F993-6EBC-01FD-39EDD563788A}"/>
                  </a:ext>
                </a:extLst>
              </p:cNvPr>
              <p:cNvSpPr txBox="1"/>
              <p:nvPr/>
            </p:nvSpPr>
            <p:spPr>
              <a:xfrm>
                <a:off x="1360526" y="5090314"/>
                <a:ext cx="438838" cy="369332"/>
              </a:xfrm>
              <a:prstGeom prst="rect">
                <a:avLst/>
              </a:prstGeom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E1FBAAF-F993-6EBC-01FD-39EDD56378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0526" y="5090314"/>
                <a:ext cx="438838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1F71259-FFFB-D5D6-4723-E6E7C8507602}"/>
                  </a:ext>
                </a:extLst>
              </p:cNvPr>
              <p:cNvSpPr txBox="1"/>
              <p:nvPr/>
            </p:nvSpPr>
            <p:spPr>
              <a:xfrm>
                <a:off x="11458974" y="4644695"/>
                <a:ext cx="476862" cy="369332"/>
              </a:xfrm>
              <a:prstGeom prst="rect">
                <a:avLst/>
              </a:prstGeom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1F71259-FFFB-D5D6-4723-E6E7C85076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58974" y="4644695"/>
                <a:ext cx="476862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5725712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Oval 37">
            <a:extLst>
              <a:ext uri="{FF2B5EF4-FFF2-40B4-BE49-F238E27FC236}">
                <a16:creationId xmlns:a16="http://schemas.microsoft.com/office/drawing/2014/main" id="{60DF95B3-3391-10BC-8ADD-D8368131139A}"/>
              </a:ext>
            </a:extLst>
          </p:cNvPr>
          <p:cNvSpPr/>
          <p:nvPr/>
        </p:nvSpPr>
        <p:spPr>
          <a:xfrm>
            <a:off x="2299170" y="5655987"/>
            <a:ext cx="1474628" cy="110762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3DE7622-7998-FA20-79E5-1004208420D5}"/>
              </a:ext>
            </a:extLst>
          </p:cNvPr>
          <p:cNvSpPr/>
          <p:nvPr/>
        </p:nvSpPr>
        <p:spPr>
          <a:xfrm>
            <a:off x="1946564" y="3605898"/>
            <a:ext cx="1474628" cy="110762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A18931-228D-9301-920C-C9190F060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Parallelism - Approaches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995EE7-3721-16B5-D057-513C6B329B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29491" y="1825625"/>
                <a:ext cx="11416145" cy="4351338"/>
              </a:xfrm>
            </p:spPr>
            <p:txBody>
              <a:bodyPr/>
              <a:lstStyle/>
              <a:p>
                <a:r>
                  <a:rPr lang="en-US" dirty="0"/>
                  <a:t># hash computations per key value </a:t>
                </a:r>
                <a:r>
                  <a:rPr lang="en-US" dirty="0">
                    <a:solidFill>
                      <a:srgbClr val="C00000"/>
                    </a:solidFill>
                  </a:rPr>
                  <a:t>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/>
                  <a:t>in output only partitioning</a:t>
                </a:r>
              </a:p>
              <a:p>
                <a:r>
                  <a:rPr lang="en-US" dirty="0"/>
                  <a:t># Processors that may conflict</a:t>
                </a:r>
                <a:r>
                  <a:rPr lang="en-US" dirty="0">
                    <a:solidFill>
                      <a:srgbClr val="C00000"/>
                    </a:solidFill>
                  </a:rPr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/>
                  <a:t>in input only partitioning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995EE7-3721-16B5-D057-513C6B329B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9491" y="1825625"/>
                <a:ext cx="11416145" cy="4351338"/>
              </a:xfrm>
              <a:blipFill>
                <a:blip r:embed="rId2"/>
                <a:stretch>
                  <a:fillRect l="-961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846751FB-119F-7816-B0C7-FA8DE66E5772}"/>
              </a:ext>
            </a:extLst>
          </p:cNvPr>
          <p:cNvSpPr/>
          <p:nvPr/>
        </p:nvSpPr>
        <p:spPr>
          <a:xfrm>
            <a:off x="8769927" y="3429000"/>
            <a:ext cx="2403764" cy="326265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37B8D3D-5E0E-A471-9483-2B25FF98684B}"/>
              </a:ext>
            </a:extLst>
          </p:cNvPr>
          <p:cNvCxnSpPr>
            <a:cxnSpLocks/>
          </p:cNvCxnSpPr>
          <p:nvPr/>
        </p:nvCxnSpPr>
        <p:spPr>
          <a:xfrm>
            <a:off x="8769927" y="4343221"/>
            <a:ext cx="24037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FDCAF99-1551-2949-6D1C-24B91109C75A}"/>
              </a:ext>
            </a:extLst>
          </p:cNvPr>
          <p:cNvCxnSpPr>
            <a:cxnSpLocks/>
          </p:cNvCxnSpPr>
          <p:nvPr/>
        </p:nvCxnSpPr>
        <p:spPr>
          <a:xfrm>
            <a:off x="8769927" y="5274980"/>
            <a:ext cx="24037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0B6836A-D634-7BA7-3423-62AE7FDE2F75}"/>
              </a:ext>
            </a:extLst>
          </p:cNvPr>
          <p:cNvCxnSpPr>
            <a:cxnSpLocks/>
          </p:cNvCxnSpPr>
          <p:nvPr/>
        </p:nvCxnSpPr>
        <p:spPr>
          <a:xfrm>
            <a:off x="8769927" y="6203249"/>
            <a:ext cx="24037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1B3FC3D9-6027-F00C-CE4F-00D2425FCF38}"/>
                  </a:ext>
                </a:extLst>
              </p:cNvPr>
              <p:cNvSpPr/>
              <p:nvPr/>
            </p:nvSpPr>
            <p:spPr>
              <a:xfrm>
                <a:off x="6452319" y="3339450"/>
                <a:ext cx="591433" cy="53289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1B3FC3D9-6027-F00C-CE4F-00D2425FCF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2319" y="3339450"/>
                <a:ext cx="591433" cy="532895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37D0F3D-153E-A388-F9E3-83C32B4A9DF2}"/>
              </a:ext>
            </a:extLst>
          </p:cNvPr>
          <p:cNvCxnSpPr>
            <a:cxnSpLocks/>
            <a:stCxn id="9" idx="6"/>
          </p:cNvCxnSpPr>
          <p:nvPr/>
        </p:nvCxnSpPr>
        <p:spPr>
          <a:xfrm>
            <a:off x="7043752" y="3605898"/>
            <a:ext cx="1726175" cy="2737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873CCF61-8648-0C77-E0E4-22CA83A3FC56}"/>
                  </a:ext>
                </a:extLst>
              </p:cNvPr>
              <p:cNvSpPr/>
              <p:nvPr/>
            </p:nvSpPr>
            <p:spPr>
              <a:xfrm>
                <a:off x="6430253" y="4257242"/>
                <a:ext cx="591433" cy="53289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873CCF61-8648-0C77-E0E4-22CA83A3FC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0253" y="4257242"/>
                <a:ext cx="591433" cy="532895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507E74A-F218-48F5-3F18-4F0B95DEDAF5}"/>
              </a:ext>
            </a:extLst>
          </p:cNvPr>
          <p:cNvCxnSpPr>
            <a:cxnSpLocks/>
            <a:stCxn id="13" idx="6"/>
          </p:cNvCxnSpPr>
          <p:nvPr/>
        </p:nvCxnSpPr>
        <p:spPr>
          <a:xfrm>
            <a:off x="7021686" y="4523690"/>
            <a:ext cx="1737917" cy="2628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25F83B44-8AD7-1911-A481-EE2051784676}"/>
                  </a:ext>
                </a:extLst>
              </p:cNvPr>
              <p:cNvSpPr/>
              <p:nvPr/>
            </p:nvSpPr>
            <p:spPr>
              <a:xfrm>
                <a:off x="6374835" y="6159807"/>
                <a:ext cx="591433" cy="53289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25F83B44-8AD7-1911-A481-EE20517846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4835" y="6159807"/>
                <a:ext cx="591433" cy="532895"/>
              </a:xfrm>
              <a:prstGeom prst="ellipse">
                <a:avLst/>
              </a:prstGeom>
              <a:blipFill>
                <a:blip r:embed="rId5"/>
                <a:stretch>
                  <a:fillRect l="-505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67E001B-555A-6AF6-FC57-0A23789E0B2E}"/>
              </a:ext>
            </a:extLst>
          </p:cNvPr>
          <p:cNvCxnSpPr>
            <a:cxnSpLocks/>
            <a:stCxn id="16" idx="6"/>
          </p:cNvCxnSpPr>
          <p:nvPr/>
        </p:nvCxnSpPr>
        <p:spPr>
          <a:xfrm>
            <a:off x="6966268" y="6426255"/>
            <a:ext cx="1831368" cy="171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3A6ECE2E-5065-5ED9-23CA-36F26585037B}"/>
              </a:ext>
            </a:extLst>
          </p:cNvPr>
          <p:cNvSpPr/>
          <p:nvPr/>
        </p:nvSpPr>
        <p:spPr>
          <a:xfrm>
            <a:off x="2127669" y="4132935"/>
            <a:ext cx="151391" cy="1332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328B418-040B-D010-DEBA-80AAFCAC10AA}"/>
              </a:ext>
            </a:extLst>
          </p:cNvPr>
          <p:cNvSpPr/>
          <p:nvPr/>
        </p:nvSpPr>
        <p:spPr>
          <a:xfrm>
            <a:off x="2655989" y="3797352"/>
            <a:ext cx="151391" cy="1332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42536B5-7A61-F01B-E3C2-1D3F7B5AB103}"/>
              </a:ext>
            </a:extLst>
          </p:cNvPr>
          <p:cNvSpPr/>
          <p:nvPr/>
        </p:nvSpPr>
        <p:spPr>
          <a:xfrm>
            <a:off x="2960789" y="4315512"/>
            <a:ext cx="151391" cy="1332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11697F7-8918-0D22-C5A0-813E07DB76DA}"/>
              </a:ext>
            </a:extLst>
          </p:cNvPr>
          <p:cNvSpPr/>
          <p:nvPr/>
        </p:nvSpPr>
        <p:spPr>
          <a:xfrm>
            <a:off x="3421192" y="5049101"/>
            <a:ext cx="151391" cy="1332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4ABE65C-BC5E-45D7-3CA3-A36F2E05B7E3}"/>
              </a:ext>
            </a:extLst>
          </p:cNvPr>
          <p:cNvSpPr/>
          <p:nvPr/>
        </p:nvSpPr>
        <p:spPr>
          <a:xfrm>
            <a:off x="3949512" y="4713518"/>
            <a:ext cx="151391" cy="1332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D2FCDA1-5C54-444F-A737-AED5B8A70C31}"/>
              </a:ext>
            </a:extLst>
          </p:cNvPr>
          <p:cNvSpPr/>
          <p:nvPr/>
        </p:nvSpPr>
        <p:spPr>
          <a:xfrm>
            <a:off x="4254312" y="5231678"/>
            <a:ext cx="151391" cy="1332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1D1CB891-79F9-9001-B839-DE7962368C41}"/>
              </a:ext>
            </a:extLst>
          </p:cNvPr>
          <p:cNvSpPr/>
          <p:nvPr/>
        </p:nvSpPr>
        <p:spPr>
          <a:xfrm>
            <a:off x="2508165" y="6109407"/>
            <a:ext cx="151391" cy="1332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E0A3001-8B4B-0E61-C8FF-2CB59C234391}"/>
              </a:ext>
            </a:extLst>
          </p:cNvPr>
          <p:cNvSpPr/>
          <p:nvPr/>
        </p:nvSpPr>
        <p:spPr>
          <a:xfrm>
            <a:off x="3036485" y="5773824"/>
            <a:ext cx="151391" cy="1332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1532B34-474D-878B-56AF-851A40930943}"/>
              </a:ext>
            </a:extLst>
          </p:cNvPr>
          <p:cNvSpPr/>
          <p:nvPr/>
        </p:nvSpPr>
        <p:spPr>
          <a:xfrm>
            <a:off x="3341285" y="6291984"/>
            <a:ext cx="151391" cy="1332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3C5839F-565E-DBA0-A4A0-2DBA209CBFA9}"/>
              </a:ext>
            </a:extLst>
          </p:cNvPr>
          <p:cNvCxnSpPr>
            <a:cxnSpLocks/>
            <a:stCxn id="29" idx="7"/>
            <a:endCxn id="9" idx="2"/>
          </p:cNvCxnSpPr>
          <p:nvPr/>
        </p:nvCxnSpPr>
        <p:spPr>
          <a:xfrm flipV="1">
            <a:off x="3205238" y="3605898"/>
            <a:ext cx="3247081" cy="1622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E9B9DF1-A490-B416-B99F-CBF428F6DF8A}"/>
              </a:ext>
            </a:extLst>
          </p:cNvPr>
          <p:cNvCxnSpPr>
            <a:cxnSpLocks/>
            <a:stCxn id="29" idx="6"/>
            <a:endCxn id="13" idx="2"/>
          </p:cNvCxnSpPr>
          <p:nvPr/>
        </p:nvCxnSpPr>
        <p:spPr>
          <a:xfrm>
            <a:off x="3421192" y="4159708"/>
            <a:ext cx="3009061" cy="3639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B2B8465-3B76-9C45-1CE6-8EEEE0B55D1D}"/>
              </a:ext>
            </a:extLst>
          </p:cNvPr>
          <p:cNvCxnSpPr>
            <a:cxnSpLocks/>
            <a:endCxn id="16" idx="2"/>
          </p:cNvCxnSpPr>
          <p:nvPr/>
        </p:nvCxnSpPr>
        <p:spPr>
          <a:xfrm>
            <a:off x="3773798" y="6242631"/>
            <a:ext cx="2601037" cy="1836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6B3C8E1D-CDAD-E436-7A6E-7CA3B47C87D3}"/>
                  </a:ext>
                </a:extLst>
              </p:cNvPr>
              <p:cNvSpPr/>
              <p:nvPr/>
            </p:nvSpPr>
            <p:spPr>
              <a:xfrm>
                <a:off x="6374834" y="5469686"/>
                <a:ext cx="591433" cy="53289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6B3C8E1D-CDAD-E436-7A6E-7CA3B47C87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4834" y="5469686"/>
                <a:ext cx="591433" cy="532895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A1A4C061-67EB-A6EA-A080-775445D0DD71}"/>
              </a:ext>
            </a:extLst>
          </p:cNvPr>
          <p:cNvCxnSpPr>
            <a:cxnSpLocks/>
            <a:stCxn id="40" idx="6"/>
          </p:cNvCxnSpPr>
          <p:nvPr/>
        </p:nvCxnSpPr>
        <p:spPr>
          <a:xfrm flipV="1">
            <a:off x="6966267" y="4883042"/>
            <a:ext cx="1748241" cy="8530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AF052B4-1E4D-E684-1337-D67676002810}"/>
              </a:ext>
            </a:extLst>
          </p:cNvPr>
          <p:cNvCxnSpPr>
            <a:cxnSpLocks/>
            <a:endCxn id="40" idx="2"/>
          </p:cNvCxnSpPr>
          <p:nvPr/>
        </p:nvCxnSpPr>
        <p:spPr>
          <a:xfrm flipV="1">
            <a:off x="3784122" y="5736134"/>
            <a:ext cx="2590712" cy="4844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E1FBAAF-F993-6EBC-01FD-39EDD563788A}"/>
                  </a:ext>
                </a:extLst>
              </p:cNvPr>
              <p:cNvSpPr txBox="1"/>
              <p:nvPr/>
            </p:nvSpPr>
            <p:spPr>
              <a:xfrm>
                <a:off x="1360526" y="5090314"/>
                <a:ext cx="438838" cy="369332"/>
              </a:xfrm>
              <a:prstGeom prst="rect">
                <a:avLst/>
              </a:prstGeom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E1FBAAF-F993-6EBC-01FD-39EDD56378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0526" y="5090314"/>
                <a:ext cx="438838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1F71259-FFFB-D5D6-4723-E6E7C8507602}"/>
                  </a:ext>
                </a:extLst>
              </p:cNvPr>
              <p:cNvSpPr txBox="1"/>
              <p:nvPr/>
            </p:nvSpPr>
            <p:spPr>
              <a:xfrm>
                <a:off x="11458974" y="4644695"/>
                <a:ext cx="476862" cy="369332"/>
              </a:xfrm>
              <a:prstGeom prst="rect">
                <a:avLst/>
              </a:prstGeom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1F71259-FFFB-D5D6-4723-E6E7C85076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58974" y="4644695"/>
                <a:ext cx="476862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2480366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9B69F-8B63-B3EC-12B0-9B9A60536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FF2391-E8AE-9A93-A4FC-0E02B54BC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9/9 Lecture 4 – Access to CWRU HPC; Writing DNN pipelines in </a:t>
            </a:r>
            <a:r>
              <a:rPr lang="en-US" dirty="0" err="1"/>
              <a:t>pytorch</a:t>
            </a:r>
            <a:endParaRPr lang="en-US" dirty="0"/>
          </a:p>
          <a:p>
            <a:endParaRPr lang="en-US" dirty="0"/>
          </a:p>
          <a:p>
            <a:r>
              <a:rPr lang="en-US" dirty="0"/>
              <a:t>9/11 Lecture 5 – Data Parallel Algorithms on GPUs; Task Parallelism</a:t>
            </a:r>
          </a:p>
        </p:txBody>
      </p:sp>
    </p:spTree>
    <p:extLst>
      <p:ext uri="{BB962C8B-B14F-4D97-AF65-F5344CB8AC3E}">
        <p14:creationId xmlns:p14="http://schemas.microsoft.com/office/powerpoint/2010/main" val="3837875043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04DE0-9343-6853-D403-04A484E06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5DCD4-6F74-BBCB-9506-55F298D2E7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  <a:p>
            <a:endParaRPr lang="en-US" dirty="0"/>
          </a:p>
          <a:p>
            <a:r>
              <a:rPr lang="en-US" dirty="0"/>
              <a:t>Email: </a:t>
            </a:r>
            <a:r>
              <a:rPr lang="en-US" dirty="0">
                <a:hlinkClick r:id="rId2"/>
              </a:rPr>
              <a:t>sanmukh.kuppannagari@case.edu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16624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3698</TotalTime>
  <Words>5252</Words>
  <Application>Microsoft Office PowerPoint</Application>
  <PresentationFormat>Widescreen</PresentationFormat>
  <Paragraphs>981</Paragraphs>
  <Slides>102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102</vt:i4>
      </vt:variant>
    </vt:vector>
  </HeadingPairs>
  <TitlesOfParts>
    <vt:vector size="108" baseType="lpstr">
      <vt:lpstr>宋体</vt:lpstr>
      <vt:lpstr>Arial</vt:lpstr>
      <vt:lpstr>Calibri</vt:lpstr>
      <vt:lpstr>Calibri Light</vt:lpstr>
      <vt:lpstr>Cambria Math</vt:lpstr>
      <vt:lpstr>Office Theme</vt:lpstr>
      <vt:lpstr>CSDS 451: Designing High Performant Systems for AI</vt:lpstr>
      <vt:lpstr>Outline</vt:lpstr>
      <vt:lpstr>Outline</vt:lpstr>
      <vt:lpstr>System Performance Metrics</vt:lpstr>
      <vt:lpstr>Techniques to Improve Application Performance</vt:lpstr>
      <vt:lpstr>#1 Optimizations Targeting Latency</vt:lpstr>
      <vt:lpstr>#2 Optimizations to Improve Bandwidth</vt:lpstr>
      <vt:lpstr>Memory Optimizations #1 and #2</vt:lpstr>
      <vt:lpstr>Execution Model with Cache</vt:lpstr>
      <vt:lpstr>Memory Bound Applications</vt:lpstr>
      <vt:lpstr>Cache Limitations</vt:lpstr>
      <vt:lpstr>Optimizations to Enable Effective Utilization of Cache</vt:lpstr>
      <vt:lpstr>#1 Data Layout Optimization: Summary</vt:lpstr>
      <vt:lpstr>#2 Improving Data Reuse</vt:lpstr>
      <vt:lpstr>Matrix Multiplication</vt:lpstr>
      <vt:lpstr>Matrix Matrix Multiplication</vt:lpstr>
      <vt:lpstr>Matrix Multiplication</vt:lpstr>
      <vt:lpstr>Matrix Multiplication</vt:lpstr>
      <vt:lpstr>Matrix Multiplication</vt:lpstr>
      <vt:lpstr>Naïve Matrix Multiplication</vt:lpstr>
      <vt:lpstr>Naïve Matrix Multiplication</vt:lpstr>
      <vt:lpstr>Naïve Matrix Multiplication</vt:lpstr>
      <vt:lpstr>Naïve Matrix Multiplication</vt:lpstr>
      <vt:lpstr>Block Matrix Multiplication</vt:lpstr>
      <vt:lpstr>Block Matrix Multiplication</vt:lpstr>
      <vt:lpstr>Block Matrix Multiplication</vt:lpstr>
      <vt:lpstr>Block Matrix Multiplication</vt:lpstr>
      <vt:lpstr>Block Matrix Multiplication</vt:lpstr>
      <vt:lpstr>Block Matrix Multiplication</vt:lpstr>
      <vt:lpstr>Block Matrix Multiplication</vt:lpstr>
      <vt:lpstr>Block Matrix Multiplication</vt:lpstr>
      <vt:lpstr>Block Matrix Multiplication</vt:lpstr>
      <vt:lpstr>Block Matrix Multiplication</vt:lpstr>
      <vt:lpstr>Block Matrix Multiplication</vt:lpstr>
      <vt:lpstr>Block Matrix Multiplication</vt:lpstr>
      <vt:lpstr>Block Matrix Multiplication</vt:lpstr>
      <vt:lpstr>Block Matrix Multiplication</vt:lpstr>
      <vt:lpstr>Block Matrix Multiplication</vt:lpstr>
      <vt:lpstr>Block Matrix Multiplication</vt:lpstr>
      <vt:lpstr>Block Matrix Multiplication</vt:lpstr>
      <vt:lpstr>Block Matrix Multiplication</vt:lpstr>
      <vt:lpstr>Block Matrix Multiplication – Things to Notice </vt:lpstr>
      <vt:lpstr>Block Matrix Multiplication – Things to Notice </vt:lpstr>
      <vt:lpstr>Ungraded HW Assignment</vt:lpstr>
      <vt:lpstr>Outline</vt:lpstr>
      <vt:lpstr>CPU + GPU Heterogeneity</vt:lpstr>
      <vt:lpstr>Modeling GPU Architectures</vt:lpstr>
      <vt:lpstr>Modeling GPU Architectures</vt:lpstr>
      <vt:lpstr>Modeling GPU Architectures</vt:lpstr>
      <vt:lpstr>Modeling GPU Architectures</vt:lpstr>
      <vt:lpstr>Modeling GPU Architectures</vt:lpstr>
      <vt:lpstr>Modeling GPU Architectures</vt:lpstr>
      <vt:lpstr>Modeling GPU Architectures</vt:lpstr>
      <vt:lpstr>GPU Model Calculating Algorithm Performance</vt:lpstr>
      <vt:lpstr>GPU Model Calculating Algorithm Performance</vt:lpstr>
      <vt:lpstr>GPU Model Calculating Algorithm Performance</vt:lpstr>
      <vt:lpstr>GPU Model Calculating Algorithm Performance</vt:lpstr>
      <vt:lpstr>GPU Model Calculating Algorithm Performance</vt:lpstr>
      <vt:lpstr>GPU Model Calculating Algorithm Performance</vt:lpstr>
      <vt:lpstr>GPU Model Calculating Algorithm Performance</vt:lpstr>
      <vt:lpstr>GPU Model Calculating Algorithm Performance</vt:lpstr>
      <vt:lpstr>GPU Model Calculating Algorithm Performance</vt:lpstr>
      <vt:lpstr>GPU Model Calculating Algorithm Performance</vt:lpstr>
      <vt:lpstr>GPU Model Calculating Algorithm Performance</vt:lpstr>
      <vt:lpstr>GPU Model Calculating Algorithm Performance</vt:lpstr>
      <vt:lpstr>GPU Model Calculating Algorithm Performance</vt:lpstr>
      <vt:lpstr>GPU Model Calculating Algorithm Performance</vt:lpstr>
      <vt:lpstr>GPU Model Calculating Algorithm Performance</vt:lpstr>
      <vt:lpstr>GPU Model Calculating Algorithm Performance</vt:lpstr>
      <vt:lpstr>GPU Model Calculating Algorithm Performance</vt:lpstr>
      <vt:lpstr>GPU Model Calculating Algorithm Performance</vt:lpstr>
      <vt:lpstr>GPU Model Calculating Algorithm Performance</vt:lpstr>
      <vt:lpstr>GPU Model Calculating Algorithm Performance</vt:lpstr>
      <vt:lpstr>GPU Model Calculating Algorithm Performance</vt:lpstr>
      <vt:lpstr>GPU Model</vt:lpstr>
      <vt:lpstr>Outline</vt:lpstr>
      <vt:lpstr>Data Parallelism</vt:lpstr>
      <vt:lpstr>Data Parallelism - Approaches</vt:lpstr>
      <vt:lpstr>Data Parallelism - Approaches</vt:lpstr>
      <vt:lpstr>Data Parallelism - Approaches</vt:lpstr>
      <vt:lpstr>Data Parallelism - Approaches</vt:lpstr>
      <vt:lpstr>Data Parallelism – Approaches</vt:lpstr>
      <vt:lpstr>Data Parallelism - Approaches</vt:lpstr>
      <vt:lpstr>Data Parallelism - Approaches</vt:lpstr>
      <vt:lpstr>Data Parallelism - Approaches</vt:lpstr>
      <vt:lpstr>Data Parallelism - Approaches</vt:lpstr>
      <vt:lpstr>Data Parallelism - Approaches</vt:lpstr>
      <vt:lpstr>Data Parallelism - Approaches</vt:lpstr>
      <vt:lpstr>Data Parallelism - Approaches</vt:lpstr>
      <vt:lpstr>Data Parallelism - Approaches</vt:lpstr>
      <vt:lpstr>Data Parallelism - Approaches</vt:lpstr>
      <vt:lpstr>Data Parallelism - Approaches</vt:lpstr>
      <vt:lpstr>Data Parallelism - Approaches</vt:lpstr>
      <vt:lpstr>Data Parallelism - Approaches</vt:lpstr>
      <vt:lpstr>Data Parallelism - Approaches</vt:lpstr>
      <vt:lpstr>Data Parallelism - Approaches</vt:lpstr>
      <vt:lpstr>Data Parallelism - Approaches</vt:lpstr>
      <vt:lpstr>Data Parallelism - Approaches</vt:lpstr>
      <vt:lpstr>Data Parallelism - Approaches</vt:lpstr>
      <vt:lpstr>Data Parallelism - Approaches</vt:lpstr>
      <vt:lpstr>Next Class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Algorithmic Approach to AI/ML Acceleration</dc:title>
  <dc:creator>Sanmukh Kuppannagari</dc:creator>
  <cp:lastModifiedBy>Sanmukh Kuppannagari</cp:lastModifiedBy>
  <cp:revision>99</cp:revision>
  <dcterms:created xsi:type="dcterms:W3CDTF">2022-08-26T11:47:57Z</dcterms:created>
  <dcterms:modified xsi:type="dcterms:W3CDTF">2025-09-04T14:33:32Z</dcterms:modified>
</cp:coreProperties>
</file>
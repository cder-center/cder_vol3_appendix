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61" r:id="rId3"/>
    <p:sldId id="1654" r:id="rId4"/>
    <p:sldId id="1656" r:id="rId5"/>
    <p:sldId id="1281" r:id="rId6"/>
    <p:sldId id="1282" r:id="rId7"/>
    <p:sldId id="1309" r:id="rId8"/>
    <p:sldId id="1310" r:id="rId9"/>
    <p:sldId id="1311" r:id="rId10"/>
    <p:sldId id="1312" r:id="rId11"/>
    <p:sldId id="1314" r:id="rId12"/>
    <p:sldId id="1313" r:id="rId13"/>
    <p:sldId id="1315" r:id="rId14"/>
    <p:sldId id="1316" r:id="rId15"/>
    <p:sldId id="1317" r:id="rId16"/>
    <p:sldId id="1318" r:id="rId17"/>
    <p:sldId id="1319" r:id="rId18"/>
    <p:sldId id="1610" r:id="rId19"/>
    <p:sldId id="1655" r:id="rId20"/>
    <p:sldId id="1657" r:id="rId21"/>
    <p:sldId id="1658" r:id="rId22"/>
    <p:sldId id="1659" r:id="rId23"/>
    <p:sldId id="1660" r:id="rId24"/>
    <p:sldId id="1662" r:id="rId25"/>
    <p:sldId id="1661" r:id="rId26"/>
    <p:sldId id="1663" r:id="rId27"/>
    <p:sldId id="1664" r:id="rId28"/>
    <p:sldId id="1665" r:id="rId29"/>
    <p:sldId id="1666" r:id="rId30"/>
    <p:sldId id="1667" r:id="rId31"/>
    <p:sldId id="1668" r:id="rId32"/>
    <p:sldId id="1669" r:id="rId33"/>
    <p:sldId id="1670" r:id="rId34"/>
    <p:sldId id="1671" r:id="rId35"/>
    <p:sldId id="1672" r:id="rId36"/>
    <p:sldId id="1673" r:id="rId37"/>
    <p:sldId id="1674" r:id="rId38"/>
    <p:sldId id="1675" r:id="rId39"/>
    <p:sldId id="1676" r:id="rId40"/>
    <p:sldId id="1677" r:id="rId41"/>
    <p:sldId id="1678" r:id="rId42"/>
    <p:sldId id="1679" r:id="rId43"/>
    <p:sldId id="1680" r:id="rId44"/>
    <p:sldId id="1681" r:id="rId45"/>
    <p:sldId id="1551" r:id="rId46"/>
    <p:sldId id="39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0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52C36-B84E-4B14-934F-BB159704DF88}" v="2" dt="2025-10-07T17:13:07.685"/>
    <p1510:client id="{AFDD13B8-1E7C-41EB-AB20-75C4B6C5C716}" v="67" dt="2025-10-07T14:04:56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685DD4BA-CA47-4698-B293-0B4D7A75F19F}"/>
    <pc:docChg chg="undo custSel addSld delSld modSld">
      <pc:chgData name="Sanmukh Kuppannagari" userId="ad215094-da36-4b66-9c79-369a17aea26b" providerId="ADAL" clId="{685DD4BA-CA47-4698-B293-0B4D7A75F19F}" dt="2025-09-30T15:49:40.981" v="3355" actId="20577"/>
      <pc:docMkLst>
        <pc:docMk/>
      </pc:docMkLst>
      <pc:sldChg chg="modSp mod">
        <pc:chgData name="Sanmukh Kuppannagari" userId="ad215094-da36-4b66-9c79-369a17aea26b" providerId="ADAL" clId="{685DD4BA-CA47-4698-B293-0B4D7A75F19F}" dt="2025-09-30T13:39:58.402" v="3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685DD4BA-CA47-4698-B293-0B4D7A75F19F}" dt="2025-09-30T13:39:58.402" v="3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685DD4BA-CA47-4698-B293-0B4D7A75F19F}" dt="2025-09-30T13:42:54.600" v="27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685DD4BA-CA47-4698-B293-0B4D7A75F19F}" dt="2025-09-30T13:42:54.600" v="27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modSp mod">
        <pc:chgData name="Sanmukh Kuppannagari" userId="ad215094-da36-4b66-9c79-369a17aea26b" providerId="ADAL" clId="{685DD4BA-CA47-4698-B293-0B4D7A75F19F}" dt="2025-09-30T14:11:27.514" v="676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02010999" sldId="135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28916360" sldId="13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94987608" sldId="136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685DD4BA-CA47-4698-B293-0B4D7A75F19F}" dt="2025-09-30T13:55:09.159" v="89"/>
        <pc:sldMkLst>
          <pc:docMk/>
          <pc:sldMk cId="4085597991" sldId="1418"/>
        </pc:sldMkLst>
      </pc:sldChg>
      <pc:sldChg chg="modSp add mod">
        <pc:chgData name="Sanmukh Kuppannagari" userId="ad215094-da36-4b66-9c79-369a17aea26b" providerId="ADAL" clId="{685DD4BA-CA47-4698-B293-0B4D7A75F19F}" dt="2025-09-30T15:38:00.210" v="2808" actId="20577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685DD4BA-CA47-4698-B293-0B4D7A75F19F}" dt="2025-09-30T15:03:48.963" v="2453" actId="1076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98700407" sldId="1429"/>
        </pc:sldMkLst>
      </pc:sldChg>
      <pc:sldChg chg="addSp delSp modSp add mod">
        <pc:chgData name="Sanmukh Kuppannagari" userId="ad215094-da36-4b66-9c79-369a17aea26b" providerId="ADAL" clId="{685DD4BA-CA47-4698-B293-0B4D7A75F19F}" dt="2025-09-30T15:11:52.532" v="2498" actId="20577"/>
        <pc:sldMkLst>
          <pc:docMk/>
          <pc:sldMk cId="381585255" sldId="1430"/>
        </pc:sldMkLst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3320575543" sldId="1431"/>
        </pc:sldMkLst>
      </pc:sldChg>
      <pc:sldChg chg="modSp add mod">
        <pc:chgData name="Sanmukh Kuppannagari" userId="ad215094-da36-4b66-9c79-369a17aea26b" providerId="ADAL" clId="{685DD4BA-CA47-4698-B293-0B4D7A75F19F}" dt="2025-09-30T15:44:40.532" v="2985" actId="20577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61308088" sldId="1432"/>
        </pc:sldMkLst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65562540" sldId="143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685DD4BA-CA47-4698-B293-0B4D7A75F19F}" dt="2025-09-30T15:20:11.319" v="2706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685DD4BA-CA47-4698-B293-0B4D7A75F19F}" dt="2025-09-30T15:20:44.149" v="274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685DD4BA-CA47-4698-B293-0B4D7A75F19F}" dt="2025-09-30T15:20:44.149" v="274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685DD4BA-CA47-4698-B293-0B4D7A75F19F}" dt="2025-09-30T13:43:01.564" v="29" actId="47"/>
        <pc:sldMkLst>
          <pc:docMk/>
          <pc:sldMk cId="1031082684" sldId="15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102655080" sldId="15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03436171" sldId="1556"/>
        </pc:sldMkLst>
      </pc:sldChg>
      <pc:sldChg chg="del">
        <pc:chgData name="Sanmukh Kuppannagari" userId="ad215094-da36-4b66-9c79-369a17aea26b" providerId="ADAL" clId="{685DD4BA-CA47-4698-B293-0B4D7A75F19F}" dt="2025-09-30T13:42:56.806" v="28" actId="47"/>
        <pc:sldMkLst>
          <pc:docMk/>
          <pc:sldMk cId="3219012261" sldId="15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55355578" sldId="156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7678191" sldId="161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602862771" sldId="161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28811919" sldId="1630"/>
        </pc:sldMkLst>
      </pc:sldChg>
      <pc:sldChg chg="modSp new mod">
        <pc:chgData name="Sanmukh Kuppannagari" userId="ad215094-da36-4b66-9c79-369a17aea26b" providerId="ADAL" clId="{685DD4BA-CA47-4698-B293-0B4D7A75F19F}" dt="2025-09-30T13:54:01.536" v="88" actId="20577"/>
        <pc:sldMkLst>
          <pc:docMk/>
          <pc:sldMk cId="3151454259" sldId="163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80660460" sldId="1631"/>
        </pc:sldMkLst>
      </pc:sldChg>
      <pc:sldChg chg="addSp modSp new mod">
        <pc:chgData name="Sanmukh Kuppannagari" userId="ad215094-da36-4b66-9c79-369a17aea26b" providerId="ADAL" clId="{685DD4BA-CA47-4698-B293-0B4D7A75F19F}" dt="2025-09-30T14:00:59.370" v="194" actId="207"/>
        <pc:sldMkLst>
          <pc:docMk/>
          <pc:sldMk cId="2698497501" sldId="1631"/>
        </pc:sldMkLst>
      </pc:sldChg>
      <pc:sldChg chg="modSp new del mod">
        <pc:chgData name="Sanmukh Kuppannagari" userId="ad215094-da36-4b66-9c79-369a17aea26b" providerId="ADAL" clId="{685DD4BA-CA47-4698-B293-0B4D7A75F19F}" dt="2025-09-30T13:59:17.499" v="95" actId="47"/>
        <pc:sldMkLst>
          <pc:docMk/>
          <pc:sldMk cId="3939962016" sldId="1631"/>
        </pc:sldMkLst>
      </pc:sldChg>
      <pc:sldChg chg="add">
        <pc:chgData name="Sanmukh Kuppannagari" userId="ad215094-da36-4b66-9c79-369a17aea26b" providerId="ADAL" clId="{685DD4BA-CA47-4698-B293-0B4D7A75F19F}" dt="2025-09-30T14:00:52.248" v="193"/>
        <pc:sldMkLst>
          <pc:docMk/>
          <pc:sldMk cId="1043968361" sldId="163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19249467" sldId="1632"/>
        </pc:sldMkLst>
      </pc:sldChg>
      <pc:sldChg chg="modSp new mod">
        <pc:chgData name="Sanmukh Kuppannagari" userId="ad215094-da36-4b66-9c79-369a17aea26b" providerId="ADAL" clId="{685DD4BA-CA47-4698-B293-0B4D7A75F19F}" dt="2025-09-30T14:12:55.001" v="879" actId="20577"/>
        <pc:sldMkLst>
          <pc:docMk/>
          <pc:sldMk cId="692312538" sldId="163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89840245" sldId="163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41087495" sldId="1634"/>
        </pc:sldMkLst>
      </pc:sldChg>
      <pc:sldChg chg="addSp modSp new mod">
        <pc:chgData name="Sanmukh Kuppannagari" userId="ad215094-da36-4b66-9c79-369a17aea26b" providerId="ADAL" clId="{685DD4BA-CA47-4698-B293-0B4D7A75F19F}" dt="2025-09-30T14:17:56.546" v="941" actId="20577"/>
        <pc:sldMkLst>
          <pc:docMk/>
          <pc:sldMk cId="4037935196" sldId="1634"/>
        </pc:sldMkLst>
      </pc:sldChg>
      <pc:sldChg chg="modSp new mod">
        <pc:chgData name="Sanmukh Kuppannagari" userId="ad215094-da36-4b66-9c79-369a17aea26b" providerId="ADAL" clId="{685DD4BA-CA47-4698-B293-0B4D7A75F19F}" dt="2025-09-30T14:19:46.078" v="1138" actId="113"/>
        <pc:sldMkLst>
          <pc:docMk/>
          <pc:sldMk cId="2217799582" sldId="163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9936989" sldId="1635"/>
        </pc:sldMkLst>
      </pc:sldChg>
      <pc:sldChg chg="add">
        <pc:chgData name="Sanmukh Kuppannagari" userId="ad215094-da36-4b66-9c79-369a17aea26b" providerId="ADAL" clId="{685DD4BA-CA47-4698-B293-0B4D7A75F19F}" dt="2025-09-30T14:20:05.213" v="1139"/>
        <pc:sldMkLst>
          <pc:docMk/>
          <pc:sldMk cId="488101590" sldId="163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76574781" sldId="1636"/>
        </pc:sldMkLst>
      </pc:sldChg>
      <pc:sldChg chg="modSp new mod">
        <pc:chgData name="Sanmukh Kuppannagari" userId="ad215094-da36-4b66-9c79-369a17aea26b" providerId="ADAL" clId="{685DD4BA-CA47-4698-B293-0B4D7A75F19F}" dt="2025-09-30T14:27:02.752" v="1447" actId="20577"/>
        <pc:sldMkLst>
          <pc:docMk/>
          <pc:sldMk cId="267461701" sldId="163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37544381" sldId="163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15862891" sldId="163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329980675" sldId="163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45086714" sldId="164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214249919" sldId="164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18443645" sldId="1642"/>
        </pc:sldMkLst>
      </pc:sldChg>
      <pc:sldChg chg="delSp modSp add del mod">
        <pc:chgData name="Sanmukh Kuppannagari" userId="ad215094-da36-4b66-9c79-369a17aea26b" providerId="ADAL" clId="{685DD4BA-CA47-4698-B293-0B4D7A75F19F}" dt="2025-09-30T14:30:03.224" v="1586" actId="14100"/>
        <pc:sldMkLst>
          <pc:docMk/>
          <pc:sldMk cId="1443863710" sldId="164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3041264" sldId="1644"/>
        </pc:sldMkLst>
      </pc:sldChg>
      <pc:sldChg chg="addSp delSp modSp add mod">
        <pc:chgData name="Sanmukh Kuppannagari" userId="ad215094-da36-4b66-9c79-369a17aea26b" providerId="ADAL" clId="{685DD4BA-CA47-4698-B293-0B4D7A75F19F}" dt="2025-09-30T14:31:49.885" v="1701" actId="120"/>
        <pc:sldMkLst>
          <pc:docMk/>
          <pc:sldMk cId="3431322463" sldId="1644"/>
        </pc:sldMkLst>
      </pc:sldChg>
      <pc:sldChg chg="modSp add mod">
        <pc:chgData name="Sanmukh Kuppannagari" userId="ad215094-da36-4b66-9c79-369a17aea26b" providerId="ADAL" clId="{685DD4BA-CA47-4698-B293-0B4D7A75F19F}" dt="2025-09-30T14:30:32.266" v="1598" actId="20577"/>
        <pc:sldMkLst>
          <pc:docMk/>
          <pc:sldMk cId="2598751497" sldId="164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685DD4BA-CA47-4698-B293-0B4D7A75F19F}" dt="2025-09-30T14:42:13.989" v="1867" actId="14100"/>
        <pc:sldMkLst>
          <pc:docMk/>
          <pc:sldMk cId="196595597" sldId="164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23684649" sldId="1646"/>
        </pc:sldMkLst>
      </pc:sldChg>
      <pc:sldChg chg="modSp add mod">
        <pc:chgData name="Sanmukh Kuppannagari" userId="ad215094-da36-4b66-9c79-369a17aea26b" providerId="ADAL" clId="{685DD4BA-CA47-4698-B293-0B4D7A75F19F}" dt="2025-09-30T14:46:45.790" v="1893" actId="20577"/>
        <pc:sldMkLst>
          <pc:docMk/>
          <pc:sldMk cId="1149667612" sldId="164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5001171" sldId="164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68606071" sldId="1648"/>
        </pc:sldMkLst>
      </pc:sldChg>
      <pc:sldChg chg="addSp delSp modSp add mod">
        <pc:chgData name="Sanmukh Kuppannagari" userId="ad215094-da36-4b66-9c79-369a17aea26b" providerId="ADAL" clId="{685DD4BA-CA47-4698-B293-0B4D7A75F19F}" dt="2025-09-30T14:49:39.280" v="1936" actId="20577"/>
        <pc:sldMkLst>
          <pc:docMk/>
          <pc:sldMk cId="4288108441" sldId="1648"/>
        </pc:sldMkLst>
      </pc:sldChg>
      <pc:sldChg chg="modSp new mod">
        <pc:chgData name="Sanmukh Kuppannagari" userId="ad215094-da36-4b66-9c79-369a17aea26b" providerId="ADAL" clId="{685DD4BA-CA47-4698-B293-0B4D7A75F19F}" dt="2025-09-30T14:53:59.110" v="2359" actId="20577"/>
        <pc:sldMkLst>
          <pc:docMk/>
          <pc:sldMk cId="227517233" sldId="164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685DD4BA-CA47-4698-B293-0B4D7A75F19F}" dt="2025-09-30T14:50:39.925" v="1952" actId="20577"/>
        <pc:sldMkLst>
          <pc:docMk/>
          <pc:sldMk cId="126175481" sldId="165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20855987" sldId="1650"/>
        </pc:sldMkLst>
      </pc:sldChg>
      <pc:sldChg chg="addSp delSp modSp add mod">
        <pc:chgData name="Sanmukh Kuppannagari" userId="ad215094-da36-4b66-9c79-369a17aea26b" providerId="ADAL" clId="{685DD4BA-CA47-4698-B293-0B4D7A75F19F}" dt="2025-09-30T14:51:16.029" v="1958" actId="478"/>
        <pc:sldMkLst>
          <pc:docMk/>
          <pc:sldMk cId="2647550710" sldId="165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98749542" sldId="1651"/>
        </pc:sldMkLst>
      </pc:sldChg>
      <pc:sldChg chg="addSp delSp modSp add mod">
        <pc:chgData name="Sanmukh Kuppannagari" userId="ad215094-da36-4b66-9c79-369a17aea26b" providerId="ADAL" clId="{685DD4BA-CA47-4698-B293-0B4D7A75F19F}" dt="2025-09-30T15:13:11.179" v="2505" actId="478"/>
        <pc:sldMkLst>
          <pc:docMk/>
          <pc:sldMk cId="47936242" sldId="165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4978215" sldId="1652"/>
        </pc:sldMkLst>
      </pc:sldChg>
      <pc:sldChg chg="modSp add mod">
        <pc:chgData name="Sanmukh Kuppannagari" userId="ad215094-da36-4b66-9c79-369a17aea26b" providerId="ADAL" clId="{685DD4BA-CA47-4698-B293-0B4D7A75F19F}" dt="2025-09-30T15:14:19.122" v="2511" actId="207"/>
        <pc:sldMkLst>
          <pc:docMk/>
          <pc:sldMk cId="931150013" sldId="16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68987683" sldId="1653"/>
        </pc:sldMkLst>
      </pc:sldChg>
      <pc:sldChg chg="modSp new mod">
        <pc:chgData name="Sanmukh Kuppannagari" userId="ad215094-da36-4b66-9c79-369a17aea26b" providerId="ADAL" clId="{685DD4BA-CA47-4698-B293-0B4D7A75F19F}" dt="2025-09-30T15:49:40.981" v="3355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685DD4BA-CA47-4698-B293-0B4D7A75F19F}" dt="2025-09-30T15:39:42.594" v="2822" actId="20577"/>
          <ac:spMkLst>
            <pc:docMk/>
            <pc:sldMk cId="4196385676" sldId="1654"/>
            <ac:spMk id="2" creationId="{0987E6FD-2042-0C74-543E-86F5D38BBE31}"/>
          </ac:spMkLst>
        </pc:spChg>
        <pc:spChg chg="mod">
          <ac:chgData name="Sanmukh Kuppannagari" userId="ad215094-da36-4b66-9c79-369a17aea26b" providerId="ADAL" clId="{685DD4BA-CA47-4698-B293-0B4D7A75F19F}" dt="2025-09-30T15:49:40.981" v="3355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add mod">
        <pc:chgData name="Sanmukh Kuppannagari" userId="ad215094-da36-4b66-9c79-369a17aea26b" providerId="ADAL" clId="{685DD4BA-CA47-4698-B293-0B4D7A75F19F}" dt="2025-09-30T15:44:21.655" v="2974" actId="20577"/>
        <pc:sldMkLst>
          <pc:docMk/>
          <pc:sldMk cId="2866512624" sldId="1655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015219598" sldId="1656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219106765" sldId="1657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2052288365" sldId="1658"/>
        </pc:sldMkLst>
      </pc:sldChg>
      <pc:sldChg chg="modSp new mod">
        <pc:chgData name="Sanmukh Kuppannagari" userId="ad215094-da36-4b66-9c79-369a17aea26b" providerId="ADAL" clId="{685DD4BA-CA47-4698-B293-0B4D7A75F19F}" dt="2025-09-30T15:47:01.435" v="3198" actId="20577"/>
        <pc:sldMkLst>
          <pc:docMk/>
          <pc:sldMk cId="314716155" sldId="1659"/>
        </pc:sldMkLst>
      </pc:sldChg>
      <pc:sldChg chg="add">
        <pc:chgData name="Sanmukh Kuppannagari" userId="ad215094-da36-4b66-9c79-369a17aea26b" providerId="ADAL" clId="{685DD4BA-CA47-4698-B293-0B4D7A75F19F}" dt="2025-09-30T15:47:27.430" v="3199"/>
        <pc:sldMkLst>
          <pc:docMk/>
          <pc:sldMk cId="8488340" sldId="1660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B03FD5B7-5209-4023-8BA9-A3E6EAE0992B}"/>
    <pc:docChg chg="undo custSel addSld modSld">
      <pc:chgData name="Sanmukh Kuppannagari" userId="ad215094-da36-4b66-9c79-369a17aea26b" providerId="ADAL" clId="{B03FD5B7-5209-4023-8BA9-A3E6EAE0992B}" dt="2025-10-02T17:39:40.325" v="1223" actId="20577"/>
      <pc:docMkLst>
        <pc:docMk/>
      </pc:docMkLst>
      <pc:sldChg chg="modSp mod">
        <pc:chgData name="Sanmukh Kuppannagari" userId="ad215094-da36-4b66-9c79-369a17aea26b" providerId="ADAL" clId="{B03FD5B7-5209-4023-8BA9-A3E6EAE0992B}" dt="2025-10-02T17:06:54.916" v="78" actId="27636"/>
        <pc:sldMkLst>
          <pc:docMk/>
          <pc:sldMk cId="1994918385" sldId="1715"/>
        </pc:sldMkLst>
      </pc:sldChg>
      <pc:sldChg chg="modSp new mod">
        <pc:chgData name="Sanmukh Kuppannagari" userId="ad215094-da36-4b66-9c79-369a17aea26b" providerId="ADAL" clId="{B03FD5B7-5209-4023-8BA9-A3E6EAE0992B}" dt="2025-10-02T17:21:28.683" v="1008" actId="20577"/>
        <pc:sldMkLst>
          <pc:docMk/>
          <pc:sldMk cId="2212776930" sldId="1716"/>
        </pc:sldMkLst>
      </pc:sldChg>
      <pc:sldChg chg="addSp delSp modSp new mod">
        <pc:chgData name="Sanmukh Kuppannagari" userId="ad215094-da36-4b66-9c79-369a17aea26b" providerId="ADAL" clId="{B03FD5B7-5209-4023-8BA9-A3E6EAE0992B}" dt="2025-10-02T17:39:40.325" v="1223" actId="20577"/>
        <pc:sldMkLst>
          <pc:docMk/>
          <pc:sldMk cId="1122677445" sldId="1717"/>
        </pc:sldMkLst>
      </pc:sldChg>
    </pc:docChg>
  </pc:docChgLst>
  <pc:docChgLst>
    <pc:chgData name="Sanmukh Kuppannagari" userId="ad215094-da36-4b66-9c79-369a17aea26b" providerId="ADAL" clId="{F797E296-EE96-4BD7-8F16-D43071948EEE}"/>
    <pc:docChg chg="undo custSel addSld delSld modSld sldOrd">
      <pc:chgData name="Sanmukh Kuppannagari" userId="ad215094-da36-4b66-9c79-369a17aea26b" providerId="ADAL" clId="{F797E296-EE96-4BD7-8F16-D43071948EEE}" dt="2025-10-02T16:30:34.032" v="10390" actId="20577"/>
      <pc:docMkLst>
        <pc:docMk/>
      </pc:docMkLst>
      <pc:sldChg chg="modSp mod">
        <pc:chgData name="Sanmukh Kuppannagari" userId="ad215094-da36-4b66-9c79-369a17aea26b" providerId="ADAL" clId="{F797E296-EE96-4BD7-8F16-D43071948EEE}" dt="2025-10-01T18:09:41.263" v="1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F797E296-EE96-4BD7-8F16-D43071948EEE}" dt="2025-10-01T18:09:41.263" v="1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delSp modSp add mod">
        <pc:chgData name="Sanmukh Kuppannagari" userId="ad215094-da36-4b66-9c79-369a17aea26b" providerId="ADAL" clId="{F797E296-EE96-4BD7-8F16-D43071948EEE}" dt="2025-10-01T18:22:21.970" v="425" actId="6549"/>
        <pc:sldMkLst>
          <pc:docMk/>
          <pc:sldMk cId="0" sldId="258"/>
        </pc:sldMkLst>
      </pc:sldChg>
      <pc:sldChg chg="modSp add mod">
        <pc:chgData name="Sanmukh Kuppannagari" userId="ad215094-da36-4b66-9c79-369a17aea26b" providerId="ADAL" clId="{F797E296-EE96-4BD7-8F16-D43071948EEE}" dt="2025-10-01T18:24:14.235" v="514" actId="20577"/>
        <pc:sldMkLst>
          <pc:docMk/>
          <pc:sldMk cId="0" sldId="259"/>
        </pc:sldMkLst>
      </pc:sldChg>
      <pc:sldChg chg="modSp add mod">
        <pc:chgData name="Sanmukh Kuppannagari" userId="ad215094-da36-4b66-9c79-369a17aea26b" providerId="ADAL" clId="{F797E296-EE96-4BD7-8F16-D43071948EEE}" dt="2025-10-01T18:24:36.829" v="520" actId="20577"/>
        <pc:sldMkLst>
          <pc:docMk/>
          <pc:sldMk cId="0" sldId="260"/>
        </pc:sldMkLst>
      </pc:sldChg>
      <pc:sldChg chg="modSp mod">
        <pc:chgData name="Sanmukh Kuppannagari" userId="ad215094-da36-4b66-9c79-369a17aea26b" providerId="ADAL" clId="{F797E296-EE96-4BD7-8F16-D43071948EEE}" dt="2025-10-01T22:05:56.510" v="5527"/>
        <pc:sldMkLst>
          <pc:docMk/>
          <pc:sldMk cId="2017305151" sldId="261"/>
        </pc:sldMkLst>
        <pc:spChg chg="mod">
          <ac:chgData name="Sanmukh Kuppannagari" userId="ad215094-da36-4b66-9c79-369a17aea26b" providerId="ADAL" clId="{F797E296-EE96-4BD7-8F16-D43071948EEE}" dt="2025-10-01T22:05:56.510" v="5527"/>
          <ac:spMkLst>
            <pc:docMk/>
            <pc:sldMk cId="2017305151" sldId="261"/>
            <ac:spMk id="3" creationId="{D61E7643-79A8-EFA8-035B-07E3457DA90C}"/>
          </ac:spMkLst>
        </pc:spChg>
      </pc:sldChg>
      <pc:sldChg chg="modSp add mod">
        <pc:chgData name="Sanmukh Kuppannagari" userId="ad215094-da36-4b66-9c79-369a17aea26b" providerId="ADAL" clId="{F797E296-EE96-4BD7-8F16-D43071948EEE}" dt="2025-10-01T20:40:20.545" v="2473" actId="1076"/>
        <pc:sldMkLst>
          <pc:docMk/>
          <pc:sldMk cId="0" sldId="262"/>
        </pc:sldMkLst>
      </pc:sldChg>
      <pc:sldChg chg="modSp add mod">
        <pc:chgData name="Sanmukh Kuppannagari" userId="ad215094-da36-4b66-9c79-369a17aea26b" providerId="ADAL" clId="{F797E296-EE96-4BD7-8F16-D43071948EEE}" dt="2025-10-01T21:31:55.286" v="4319" actId="14100"/>
        <pc:sldMkLst>
          <pc:docMk/>
          <pc:sldMk cId="0" sldId="266"/>
        </pc:sldMkLst>
      </pc:sldChg>
      <pc:sldChg chg="modSp add mod">
        <pc:chgData name="Sanmukh Kuppannagari" userId="ad215094-da36-4b66-9c79-369a17aea26b" providerId="ADAL" clId="{F797E296-EE96-4BD7-8F16-D43071948EEE}" dt="2025-10-01T18:15:37.926" v="319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81585255" sldId="143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73356031" sldId="143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141082296" sldId="143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863061003" sldId="1442"/>
        </pc:sldMkLst>
      </pc:sldChg>
      <pc:sldChg chg="modSp add">
        <pc:chgData name="Sanmukh Kuppannagari" userId="ad215094-da36-4b66-9c79-369a17aea26b" providerId="ADAL" clId="{F797E296-EE96-4BD7-8F16-D43071948EEE}" dt="2025-10-01T19:50:13.342" v="1570" actId="20577"/>
        <pc:sldMkLst>
          <pc:docMk/>
          <pc:sldMk cId="2407279723" sldId="1453"/>
        </pc:sldMkLst>
      </pc:sldChg>
      <pc:sldChg chg="modSp mod">
        <pc:chgData name="Sanmukh Kuppannagari" userId="ad215094-da36-4b66-9c79-369a17aea26b" providerId="ADAL" clId="{F797E296-EE96-4BD7-8F16-D43071948EEE}" dt="2025-10-02T02:36:48.289" v="860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F797E296-EE96-4BD7-8F16-D43071948EEE}" dt="2025-10-02T02:36:48.289" v="860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mod">
        <pc:chgData name="Sanmukh Kuppannagari" userId="ad215094-da36-4b66-9c79-369a17aea26b" providerId="ADAL" clId="{F797E296-EE96-4BD7-8F16-D43071948EEE}" dt="2025-10-01T18:16:08.678" v="355" actId="2057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02862771" sldId="161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99230104" sldId="162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975006680" sldId="162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151454259" sldId="163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98497501" sldId="163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043968361" sldId="16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692312538" sldId="163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037935196" sldId="163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17799582" sldId="163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88101590" sldId="163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7461701" sldId="163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443863710" sldId="164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431322463" sldId="164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98751497" sldId="164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96595597" sldId="164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149667612" sldId="164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288108441" sldId="164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7517233" sldId="164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26175481" sldId="165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47550710" sldId="165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7936242" sldId="165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931150013" sldId="1653"/>
        </pc:sldMkLst>
      </pc:sldChg>
      <pc:sldChg chg="modSp mod">
        <pc:chgData name="Sanmukh Kuppannagari" userId="ad215094-da36-4b66-9c79-369a17aea26b" providerId="ADAL" clId="{F797E296-EE96-4BD7-8F16-D43071948EEE}" dt="2025-10-02T02:28:27.142" v="8537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F797E296-EE96-4BD7-8F16-D43071948EEE}" dt="2025-10-02T02:28:27.142" v="8537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866512624" sldId="1655"/>
        </pc:sldMkLst>
      </pc:sldChg>
      <pc:sldChg chg="modSp new mod">
        <pc:chgData name="Sanmukh Kuppannagari" userId="ad215094-da36-4b66-9c79-369a17aea26b" providerId="ADAL" clId="{F797E296-EE96-4BD7-8F16-D43071948EEE}" dt="2025-10-01T18:15:20.753" v="290"/>
        <pc:sldMkLst>
          <pc:docMk/>
          <pc:sldMk cId="3827926018" sldId="1655"/>
        </pc:sldMkLst>
      </pc:sldChg>
      <pc:sldChg chg="modSp add del">
        <pc:chgData name="Sanmukh Kuppannagari" userId="ad215094-da36-4b66-9c79-369a17aea26b" providerId="ADAL" clId="{F797E296-EE96-4BD7-8F16-D43071948EEE}" dt="2025-10-01T22:05:44.874" v="5526" actId="47"/>
        <pc:sldMkLst>
          <pc:docMk/>
          <pc:sldMk cId="575138275" sldId="165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015219598" sldId="1656"/>
        </pc:sldMkLst>
      </pc:sldChg>
      <pc:sldChg chg="addSp delSp modSp add mod">
        <pc:chgData name="Sanmukh Kuppannagari" userId="ad215094-da36-4b66-9c79-369a17aea26b" providerId="ADAL" clId="{F797E296-EE96-4BD7-8F16-D43071948EEE}" dt="2025-10-01T22:05:42.657" v="5525" actId="207"/>
        <pc:sldMkLst>
          <pc:docMk/>
          <pc:sldMk cId="1126683211" sldId="165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219106765" sldId="1657"/>
        </pc:sldMkLst>
      </pc:sldChg>
      <pc:sldChg chg="modSp add mod">
        <pc:chgData name="Sanmukh Kuppannagari" userId="ad215094-da36-4b66-9c79-369a17aea26b" providerId="ADAL" clId="{F797E296-EE96-4BD7-8F16-D43071948EEE}" dt="2025-10-01T18:24:59.822" v="524" actId="20577"/>
        <pc:sldMkLst>
          <pc:docMk/>
          <pc:sldMk cId="0" sldId="165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052288365" sldId="1658"/>
        </pc:sldMkLst>
      </pc:sldChg>
      <pc:sldChg chg="modSp new mod">
        <pc:chgData name="Sanmukh Kuppannagari" userId="ad215094-da36-4b66-9c79-369a17aea26b" providerId="ADAL" clId="{F797E296-EE96-4BD7-8F16-D43071948EEE}" dt="2025-10-01T18:23:20.155" v="484" actId="20577"/>
        <pc:sldMkLst>
          <pc:docMk/>
          <pc:sldMk cId="178547182" sldId="165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14716155" sldId="165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488340" sldId="1660"/>
        </pc:sldMkLst>
      </pc:sldChg>
      <pc:sldChg chg="modSp add mod">
        <pc:chgData name="Sanmukh Kuppannagari" userId="ad215094-da36-4b66-9c79-369a17aea26b" providerId="ADAL" clId="{F797E296-EE96-4BD7-8F16-D43071948EEE}" dt="2025-10-01T22:06:40.345" v="5534"/>
        <pc:sldMkLst>
          <pc:docMk/>
          <pc:sldMk cId="2565062636" sldId="1660"/>
        </pc:sldMkLst>
      </pc:sldChg>
      <pc:sldChg chg="addSp delSp modSp new mod ord">
        <pc:chgData name="Sanmukh Kuppannagari" userId="ad215094-da36-4b66-9c79-369a17aea26b" providerId="ADAL" clId="{F797E296-EE96-4BD7-8F16-D43071948EEE}" dt="2025-10-01T18:56:09.460" v="674" actId="20577"/>
        <pc:sldMkLst>
          <pc:docMk/>
          <pc:sldMk cId="1339166027" sldId="1661"/>
        </pc:sldMkLst>
      </pc:sldChg>
      <pc:sldChg chg="addSp delSp modSp new mod">
        <pc:chgData name="Sanmukh Kuppannagari" userId="ad215094-da36-4b66-9c79-369a17aea26b" providerId="ADAL" clId="{F797E296-EE96-4BD7-8F16-D43071948EEE}" dt="2025-10-01T19:03:20.325" v="768" actId="207"/>
        <pc:sldMkLst>
          <pc:docMk/>
          <pc:sldMk cId="2624462833" sldId="1662"/>
        </pc:sldMkLst>
      </pc:sldChg>
      <pc:sldChg chg="addSp delSp modSp new mod">
        <pc:chgData name="Sanmukh Kuppannagari" userId="ad215094-da36-4b66-9c79-369a17aea26b" providerId="ADAL" clId="{F797E296-EE96-4BD7-8F16-D43071948EEE}" dt="2025-10-02T02:30:09.478" v="8538" actId="478"/>
        <pc:sldMkLst>
          <pc:docMk/>
          <pc:sldMk cId="2149957229" sldId="1663"/>
        </pc:sldMkLst>
      </pc:sldChg>
      <pc:sldChg chg="addSp delSp modSp add mod">
        <pc:chgData name="Sanmukh Kuppannagari" userId="ad215094-da36-4b66-9c79-369a17aea26b" providerId="ADAL" clId="{F797E296-EE96-4BD7-8F16-D43071948EEE}" dt="2025-10-01T19:54:20.247" v="1793" actId="20577"/>
        <pc:sldMkLst>
          <pc:docMk/>
          <pc:sldMk cId="712084877" sldId="1664"/>
        </pc:sldMkLst>
      </pc:sldChg>
      <pc:sldChg chg="addSp delSp modSp add mod">
        <pc:chgData name="Sanmukh Kuppannagari" userId="ad215094-da36-4b66-9c79-369a17aea26b" providerId="ADAL" clId="{F797E296-EE96-4BD7-8F16-D43071948EEE}" dt="2025-10-01T19:52:31.726" v="1734" actId="20577"/>
        <pc:sldMkLst>
          <pc:docMk/>
          <pc:sldMk cId="2266587701" sldId="1665"/>
        </pc:sldMkLst>
      </pc:sldChg>
      <pc:sldChg chg="addSp delSp modSp add mod">
        <pc:chgData name="Sanmukh Kuppannagari" userId="ad215094-da36-4b66-9c79-369a17aea26b" providerId="ADAL" clId="{F797E296-EE96-4BD7-8F16-D43071948EEE}" dt="2025-10-01T20:24:43.945" v="2450" actId="20577"/>
        <pc:sldMkLst>
          <pc:docMk/>
          <pc:sldMk cId="313803335" sldId="1666"/>
        </pc:sldMkLst>
      </pc:sldChg>
      <pc:sldChg chg="modSp add mod">
        <pc:chgData name="Sanmukh Kuppannagari" userId="ad215094-da36-4b66-9c79-369a17aea26b" providerId="ADAL" clId="{F797E296-EE96-4BD7-8F16-D43071948EEE}" dt="2025-10-01T20:18:48.046" v="2369" actId="20577"/>
        <pc:sldMkLst>
          <pc:docMk/>
          <pc:sldMk cId="2713036896" sldId="1667"/>
        </pc:sldMkLst>
      </pc:sldChg>
      <pc:sldChg chg="modSp add mod">
        <pc:chgData name="Sanmukh Kuppannagari" userId="ad215094-da36-4b66-9c79-369a17aea26b" providerId="ADAL" clId="{F797E296-EE96-4BD7-8F16-D43071948EEE}" dt="2025-10-01T22:06:33.371" v="5533" actId="207"/>
        <pc:sldMkLst>
          <pc:docMk/>
          <pc:sldMk cId="501699220" sldId="1668"/>
        </pc:sldMkLst>
      </pc:sldChg>
      <pc:sldChg chg="new del">
        <pc:chgData name="Sanmukh Kuppannagari" userId="ad215094-da36-4b66-9c79-369a17aea26b" providerId="ADAL" clId="{F797E296-EE96-4BD7-8F16-D43071948EEE}" dt="2025-10-01T20:39:35.078" v="2455" actId="47"/>
        <pc:sldMkLst>
          <pc:docMk/>
          <pc:sldMk cId="2098693979" sldId="1669"/>
        </pc:sldMkLst>
      </pc:sldChg>
      <pc:sldChg chg="modSp new mod">
        <pc:chgData name="Sanmukh Kuppannagari" userId="ad215094-da36-4b66-9c79-369a17aea26b" providerId="ADAL" clId="{F797E296-EE96-4BD7-8F16-D43071948EEE}" dt="2025-10-01T20:51:23.981" v="3024" actId="20577"/>
        <pc:sldMkLst>
          <pc:docMk/>
          <pc:sldMk cId="3109609256" sldId="1669"/>
        </pc:sldMkLst>
      </pc:sldChg>
      <pc:sldChg chg="addSp delSp modSp add mod">
        <pc:chgData name="Sanmukh Kuppannagari" userId="ad215094-da36-4b66-9c79-369a17aea26b" providerId="ADAL" clId="{F797E296-EE96-4BD7-8F16-D43071948EEE}" dt="2025-10-01T20:44:50.567" v="2511" actId="1076"/>
        <pc:sldMkLst>
          <pc:docMk/>
          <pc:sldMk cId="699723536" sldId="1670"/>
        </pc:sldMkLst>
      </pc:sldChg>
      <pc:sldChg chg="addSp delSp modSp new mod">
        <pc:chgData name="Sanmukh Kuppannagari" userId="ad215094-da36-4b66-9c79-369a17aea26b" providerId="ADAL" clId="{F797E296-EE96-4BD7-8F16-D43071948EEE}" dt="2025-10-01T20:48:08.470" v="2639" actId="14100"/>
        <pc:sldMkLst>
          <pc:docMk/>
          <pc:sldMk cId="2977703802" sldId="1671"/>
        </pc:sldMkLst>
      </pc:sldChg>
      <pc:sldChg chg="addSp delSp modSp add mod">
        <pc:chgData name="Sanmukh Kuppannagari" userId="ad215094-da36-4b66-9c79-369a17aea26b" providerId="ADAL" clId="{F797E296-EE96-4BD7-8F16-D43071948EEE}" dt="2025-10-01T21:32:57.836" v="4346" actId="20577"/>
        <pc:sldMkLst>
          <pc:docMk/>
          <pc:sldMk cId="1025298737" sldId="1672"/>
        </pc:sldMkLst>
      </pc:sldChg>
      <pc:sldChg chg="modSp new mod">
        <pc:chgData name="Sanmukh Kuppannagari" userId="ad215094-da36-4b66-9c79-369a17aea26b" providerId="ADAL" clId="{F797E296-EE96-4BD7-8F16-D43071948EEE}" dt="2025-10-01T21:33:23.637" v="4427" actId="20577"/>
        <pc:sldMkLst>
          <pc:docMk/>
          <pc:sldMk cId="1451224726" sldId="1673"/>
        </pc:sldMkLst>
      </pc:sldChg>
      <pc:sldChg chg="addSp delSp modSp add mod">
        <pc:chgData name="Sanmukh Kuppannagari" userId="ad215094-da36-4b66-9c79-369a17aea26b" providerId="ADAL" clId="{F797E296-EE96-4BD7-8F16-D43071948EEE}" dt="2025-10-01T20:59:08.193" v="3589" actId="14100"/>
        <pc:sldMkLst>
          <pc:docMk/>
          <pc:sldMk cId="1663435473" sldId="1674"/>
        </pc:sldMkLst>
      </pc:sldChg>
      <pc:sldChg chg="addSp delSp modSp new mod">
        <pc:chgData name="Sanmukh Kuppannagari" userId="ad215094-da36-4b66-9c79-369a17aea26b" providerId="ADAL" clId="{F797E296-EE96-4BD7-8F16-D43071948EEE}" dt="2025-10-01T21:19:32.370" v="3593" actId="1076"/>
        <pc:sldMkLst>
          <pc:docMk/>
          <pc:sldMk cId="2929793479" sldId="1675"/>
        </pc:sldMkLst>
      </pc:sldChg>
      <pc:sldChg chg="addSp delSp modSp new mod">
        <pc:chgData name="Sanmukh Kuppannagari" userId="ad215094-da36-4b66-9c79-369a17aea26b" providerId="ADAL" clId="{F797E296-EE96-4BD7-8F16-D43071948EEE}" dt="2025-10-01T21:22:08.192" v="3906" actId="20577"/>
        <pc:sldMkLst>
          <pc:docMk/>
          <pc:sldMk cId="3007505505" sldId="1676"/>
        </pc:sldMkLst>
      </pc:sldChg>
      <pc:sldChg chg="addSp delSp modSp add mod">
        <pc:chgData name="Sanmukh Kuppannagari" userId="ad215094-da36-4b66-9c79-369a17aea26b" providerId="ADAL" clId="{F797E296-EE96-4BD7-8F16-D43071948EEE}" dt="2025-10-01T21:23:42.621" v="3951"/>
        <pc:sldMkLst>
          <pc:docMk/>
          <pc:sldMk cId="1993539528" sldId="1677"/>
        </pc:sldMkLst>
      </pc:sldChg>
      <pc:sldChg chg="modSp add mod">
        <pc:chgData name="Sanmukh Kuppannagari" userId="ad215094-da36-4b66-9c79-369a17aea26b" providerId="ADAL" clId="{F797E296-EE96-4BD7-8F16-D43071948EEE}" dt="2025-10-01T21:23:39.420" v="3949" actId="1076"/>
        <pc:sldMkLst>
          <pc:docMk/>
          <pc:sldMk cId="2578221493" sldId="1678"/>
        </pc:sldMkLst>
      </pc:sldChg>
      <pc:sldChg chg="addSp modSp add mod">
        <pc:chgData name="Sanmukh Kuppannagari" userId="ad215094-da36-4b66-9c79-369a17aea26b" providerId="ADAL" clId="{F797E296-EE96-4BD7-8F16-D43071948EEE}" dt="2025-10-01T21:25:13.543" v="4012" actId="20577"/>
        <pc:sldMkLst>
          <pc:docMk/>
          <pc:sldMk cId="1613053475" sldId="1679"/>
        </pc:sldMkLst>
      </pc:sldChg>
      <pc:sldChg chg="modSp add mod">
        <pc:chgData name="Sanmukh Kuppannagari" userId="ad215094-da36-4b66-9c79-369a17aea26b" providerId="ADAL" clId="{F797E296-EE96-4BD7-8F16-D43071948EEE}" dt="2025-10-01T21:25:54.157" v="4021" actId="1035"/>
        <pc:sldMkLst>
          <pc:docMk/>
          <pc:sldMk cId="4288821136" sldId="1680"/>
        </pc:sldMkLst>
      </pc:sldChg>
      <pc:sldChg chg="modSp add mod">
        <pc:chgData name="Sanmukh Kuppannagari" userId="ad215094-da36-4b66-9c79-369a17aea26b" providerId="ADAL" clId="{F797E296-EE96-4BD7-8F16-D43071948EEE}" dt="2025-10-01T21:26:21.542" v="4026" actId="1038"/>
        <pc:sldMkLst>
          <pc:docMk/>
          <pc:sldMk cId="713649291" sldId="1681"/>
        </pc:sldMkLst>
      </pc:sldChg>
      <pc:sldChg chg="modSp add mod">
        <pc:chgData name="Sanmukh Kuppannagari" userId="ad215094-da36-4b66-9c79-369a17aea26b" providerId="ADAL" clId="{F797E296-EE96-4BD7-8F16-D43071948EEE}" dt="2025-10-01T21:26:50.073" v="4035" actId="1035"/>
        <pc:sldMkLst>
          <pc:docMk/>
          <pc:sldMk cId="2412292095" sldId="1682"/>
        </pc:sldMkLst>
      </pc:sldChg>
      <pc:sldChg chg="delSp modSp add mod">
        <pc:chgData name="Sanmukh Kuppannagari" userId="ad215094-da36-4b66-9c79-369a17aea26b" providerId="ADAL" clId="{F797E296-EE96-4BD7-8F16-D43071948EEE}" dt="2025-10-01T21:27:29.267" v="4056" actId="478"/>
        <pc:sldMkLst>
          <pc:docMk/>
          <pc:sldMk cId="3696165352" sldId="1683"/>
        </pc:sldMkLst>
      </pc:sldChg>
      <pc:sldChg chg="modSp add mod">
        <pc:chgData name="Sanmukh Kuppannagari" userId="ad215094-da36-4b66-9c79-369a17aea26b" providerId="ADAL" clId="{F797E296-EE96-4BD7-8F16-D43071948EEE}" dt="2025-10-01T21:27:42.792" v="4064" actId="20577"/>
        <pc:sldMkLst>
          <pc:docMk/>
          <pc:sldMk cId="1014672669" sldId="1684"/>
        </pc:sldMkLst>
      </pc:sldChg>
      <pc:sldChg chg="modSp add mod">
        <pc:chgData name="Sanmukh Kuppannagari" userId="ad215094-da36-4b66-9c79-369a17aea26b" providerId="ADAL" clId="{F797E296-EE96-4BD7-8F16-D43071948EEE}" dt="2025-10-01T21:28:00.635" v="4075" actId="20577"/>
        <pc:sldMkLst>
          <pc:docMk/>
          <pc:sldMk cId="3583205725" sldId="1685"/>
        </pc:sldMkLst>
      </pc:sldChg>
      <pc:sldChg chg="modSp add mod">
        <pc:chgData name="Sanmukh Kuppannagari" userId="ad215094-da36-4b66-9c79-369a17aea26b" providerId="ADAL" clId="{F797E296-EE96-4BD7-8F16-D43071948EEE}" dt="2025-10-01T21:28:50.385" v="4160" actId="207"/>
        <pc:sldMkLst>
          <pc:docMk/>
          <pc:sldMk cId="3713100837" sldId="1686"/>
        </pc:sldMkLst>
      </pc:sldChg>
      <pc:sldChg chg="modSp add mod">
        <pc:chgData name="Sanmukh Kuppannagari" userId="ad215094-da36-4b66-9c79-369a17aea26b" providerId="ADAL" clId="{F797E296-EE96-4BD7-8F16-D43071948EEE}" dt="2025-10-01T21:29:29.446" v="4178" actId="20577"/>
        <pc:sldMkLst>
          <pc:docMk/>
          <pc:sldMk cId="853030918" sldId="1687"/>
        </pc:sldMkLst>
      </pc:sldChg>
      <pc:sldChg chg="modSp new mod">
        <pc:chgData name="Sanmukh Kuppannagari" userId="ad215094-da36-4b66-9c79-369a17aea26b" providerId="ADAL" clId="{F797E296-EE96-4BD7-8F16-D43071948EEE}" dt="2025-10-02T02:32:59.762" v="8575" actId="20577"/>
        <pc:sldMkLst>
          <pc:docMk/>
          <pc:sldMk cId="2262641461" sldId="1688"/>
        </pc:sldMkLst>
      </pc:sldChg>
      <pc:sldChg chg="addSp delSp modSp new mod">
        <pc:chgData name="Sanmukh Kuppannagari" userId="ad215094-da36-4b66-9c79-369a17aea26b" providerId="ADAL" clId="{F797E296-EE96-4BD7-8F16-D43071948EEE}" dt="2025-10-02T02:33:35.429" v="8579" actId="20577"/>
        <pc:sldMkLst>
          <pc:docMk/>
          <pc:sldMk cId="2197773020" sldId="1689"/>
        </pc:sldMkLst>
      </pc:sldChg>
      <pc:sldChg chg="addSp delSp modSp new mod">
        <pc:chgData name="Sanmukh Kuppannagari" userId="ad215094-da36-4b66-9c79-369a17aea26b" providerId="ADAL" clId="{F797E296-EE96-4BD7-8F16-D43071948EEE}" dt="2025-10-01T21:48:53.255" v="4809" actId="1076"/>
        <pc:sldMkLst>
          <pc:docMk/>
          <pc:sldMk cId="2917265767" sldId="1690"/>
        </pc:sldMkLst>
      </pc:sldChg>
      <pc:sldChg chg="modSp new mod">
        <pc:chgData name="Sanmukh Kuppannagari" userId="ad215094-da36-4b66-9c79-369a17aea26b" providerId="ADAL" clId="{F797E296-EE96-4BD7-8F16-D43071948EEE}" dt="2025-10-01T21:51:28.283" v="4980"/>
        <pc:sldMkLst>
          <pc:docMk/>
          <pc:sldMk cId="47566484" sldId="1691"/>
        </pc:sldMkLst>
      </pc:sldChg>
      <pc:sldChg chg="modSp new mod">
        <pc:chgData name="Sanmukh Kuppannagari" userId="ad215094-da36-4b66-9c79-369a17aea26b" providerId="ADAL" clId="{F797E296-EE96-4BD7-8F16-D43071948EEE}" dt="2025-10-01T21:55:16.587" v="5323" actId="113"/>
        <pc:sldMkLst>
          <pc:docMk/>
          <pc:sldMk cId="851025375" sldId="1692"/>
        </pc:sldMkLst>
      </pc:sldChg>
      <pc:sldChg chg="addSp delSp modSp new mod">
        <pc:chgData name="Sanmukh Kuppannagari" userId="ad215094-da36-4b66-9c79-369a17aea26b" providerId="ADAL" clId="{F797E296-EE96-4BD7-8F16-D43071948EEE}" dt="2025-10-01T22:07:12.357" v="5536" actId="207"/>
        <pc:sldMkLst>
          <pc:docMk/>
          <pc:sldMk cId="377812208" sldId="1693"/>
        </pc:sldMkLst>
      </pc:sldChg>
      <pc:sldChg chg="modSp add mod">
        <pc:chgData name="Sanmukh Kuppannagari" userId="ad215094-da36-4b66-9c79-369a17aea26b" providerId="ADAL" clId="{F797E296-EE96-4BD7-8F16-D43071948EEE}" dt="2025-10-01T22:06:21.566" v="5531" actId="207"/>
        <pc:sldMkLst>
          <pc:docMk/>
          <pc:sldMk cId="876997423" sldId="1694"/>
        </pc:sldMkLst>
      </pc:sldChg>
      <pc:sldChg chg="add del">
        <pc:chgData name="Sanmukh Kuppannagari" userId="ad215094-da36-4b66-9c79-369a17aea26b" providerId="ADAL" clId="{F797E296-EE96-4BD7-8F16-D43071948EEE}" dt="2025-10-01T22:06:16.575" v="5530"/>
        <pc:sldMkLst>
          <pc:docMk/>
          <pc:sldMk cId="1947572384" sldId="1695"/>
        </pc:sldMkLst>
      </pc:sldChg>
      <pc:sldChg chg="modSp new mod">
        <pc:chgData name="Sanmukh Kuppannagari" userId="ad215094-da36-4b66-9c79-369a17aea26b" providerId="ADAL" clId="{F797E296-EE96-4BD7-8F16-D43071948EEE}" dt="2025-10-01T23:48:01.905" v="5777" actId="20577"/>
        <pc:sldMkLst>
          <pc:docMk/>
          <pc:sldMk cId="3023642248" sldId="1695"/>
        </pc:sldMkLst>
      </pc:sldChg>
      <pc:sldChg chg="modSp new mod">
        <pc:chgData name="Sanmukh Kuppannagari" userId="ad215094-da36-4b66-9c79-369a17aea26b" providerId="ADAL" clId="{F797E296-EE96-4BD7-8F16-D43071948EEE}" dt="2025-10-01T23:48:17.965" v="5782" actId="20577"/>
        <pc:sldMkLst>
          <pc:docMk/>
          <pc:sldMk cId="929941479" sldId="1696"/>
        </pc:sldMkLst>
      </pc:sldChg>
      <pc:sldChg chg="addSp modSp add mod">
        <pc:chgData name="Sanmukh Kuppannagari" userId="ad215094-da36-4b66-9c79-369a17aea26b" providerId="ADAL" clId="{F797E296-EE96-4BD7-8F16-D43071948EEE}" dt="2025-10-01T23:49:41.974" v="5860" actId="207"/>
        <pc:sldMkLst>
          <pc:docMk/>
          <pc:sldMk cId="33851575" sldId="1697"/>
        </pc:sldMkLst>
      </pc:sldChg>
      <pc:sldChg chg="modSp add mod">
        <pc:chgData name="Sanmukh Kuppannagari" userId="ad215094-da36-4b66-9c79-369a17aea26b" providerId="ADAL" clId="{F797E296-EE96-4BD7-8F16-D43071948EEE}" dt="2025-10-01T23:50:28.696" v="5914" actId="207"/>
        <pc:sldMkLst>
          <pc:docMk/>
          <pc:sldMk cId="2859358629" sldId="1698"/>
        </pc:sldMkLst>
      </pc:sldChg>
      <pc:sldChg chg="modSp new mod">
        <pc:chgData name="Sanmukh Kuppannagari" userId="ad215094-da36-4b66-9c79-369a17aea26b" providerId="ADAL" clId="{F797E296-EE96-4BD7-8F16-D43071948EEE}" dt="2025-10-01T23:54:19.730" v="6175" actId="20577"/>
        <pc:sldMkLst>
          <pc:docMk/>
          <pc:sldMk cId="4073093418" sldId="1699"/>
        </pc:sldMkLst>
      </pc:sldChg>
      <pc:sldChg chg="addSp modSp new mod">
        <pc:chgData name="Sanmukh Kuppannagari" userId="ad215094-da36-4b66-9c79-369a17aea26b" providerId="ADAL" clId="{F797E296-EE96-4BD7-8F16-D43071948EEE}" dt="2025-10-02T00:21:58.635" v="6912" actId="14100"/>
        <pc:sldMkLst>
          <pc:docMk/>
          <pc:sldMk cId="753390099" sldId="1700"/>
        </pc:sldMkLst>
      </pc:sldChg>
      <pc:sldChg chg="modSp new mod">
        <pc:chgData name="Sanmukh Kuppannagari" userId="ad215094-da36-4b66-9c79-369a17aea26b" providerId="ADAL" clId="{F797E296-EE96-4BD7-8F16-D43071948EEE}" dt="2025-10-02T00:03:03.701" v="6667" actId="20577"/>
        <pc:sldMkLst>
          <pc:docMk/>
          <pc:sldMk cId="770804191" sldId="1701"/>
        </pc:sldMkLst>
      </pc:sldChg>
      <pc:sldChg chg="modSp new mod">
        <pc:chgData name="Sanmukh Kuppannagari" userId="ad215094-da36-4b66-9c79-369a17aea26b" providerId="ADAL" clId="{F797E296-EE96-4BD7-8F16-D43071948EEE}" dt="2025-10-02T00:04:45.898" v="6849" actId="12"/>
        <pc:sldMkLst>
          <pc:docMk/>
          <pc:sldMk cId="450254930" sldId="1702"/>
        </pc:sldMkLst>
      </pc:sldChg>
      <pc:sldChg chg="modSp new mod">
        <pc:chgData name="Sanmukh Kuppannagari" userId="ad215094-da36-4b66-9c79-369a17aea26b" providerId="ADAL" clId="{F797E296-EE96-4BD7-8F16-D43071948EEE}" dt="2025-10-02T02:35:58.258" v="8581" actId="20577"/>
        <pc:sldMkLst>
          <pc:docMk/>
          <pc:sldMk cId="1022401565" sldId="1703"/>
        </pc:sldMkLst>
      </pc:sldChg>
      <pc:sldChg chg="modSp new mod">
        <pc:chgData name="Sanmukh Kuppannagari" userId="ad215094-da36-4b66-9c79-369a17aea26b" providerId="ADAL" clId="{F797E296-EE96-4BD7-8F16-D43071948EEE}" dt="2025-10-02T13:00:32.660" v="9412" actId="20577"/>
        <pc:sldMkLst>
          <pc:docMk/>
          <pc:sldMk cId="4021966975" sldId="1704"/>
        </pc:sldMkLst>
      </pc:sldChg>
      <pc:sldChg chg="modSp new mod">
        <pc:chgData name="Sanmukh Kuppannagari" userId="ad215094-da36-4b66-9c79-369a17aea26b" providerId="ADAL" clId="{F797E296-EE96-4BD7-8F16-D43071948EEE}" dt="2025-10-02T02:09:17.011" v="7748" actId="20577"/>
        <pc:sldMkLst>
          <pc:docMk/>
          <pc:sldMk cId="4058017049" sldId="1705"/>
        </pc:sldMkLst>
      </pc:sldChg>
      <pc:sldChg chg="modSp add mod">
        <pc:chgData name="Sanmukh Kuppannagari" userId="ad215094-da36-4b66-9c79-369a17aea26b" providerId="ADAL" clId="{F797E296-EE96-4BD7-8F16-D43071948EEE}" dt="2025-10-02T02:09:43.181" v="7800" actId="207"/>
        <pc:sldMkLst>
          <pc:docMk/>
          <pc:sldMk cId="2162981770" sldId="1706"/>
        </pc:sldMkLst>
      </pc:sldChg>
      <pc:sldChg chg="modSp add mod">
        <pc:chgData name="Sanmukh Kuppannagari" userId="ad215094-da36-4b66-9c79-369a17aea26b" providerId="ADAL" clId="{F797E296-EE96-4BD7-8F16-D43071948EEE}" dt="2025-10-02T02:10:23.956" v="7888" actId="207"/>
        <pc:sldMkLst>
          <pc:docMk/>
          <pc:sldMk cId="1759895860" sldId="1707"/>
        </pc:sldMkLst>
      </pc:sldChg>
      <pc:sldChg chg="addSp delSp modSp add mod">
        <pc:chgData name="Sanmukh Kuppannagari" userId="ad215094-da36-4b66-9c79-369a17aea26b" providerId="ADAL" clId="{F797E296-EE96-4BD7-8F16-D43071948EEE}" dt="2025-10-02T02:11:39.420" v="7996" actId="1582"/>
        <pc:sldMkLst>
          <pc:docMk/>
          <pc:sldMk cId="4094945271" sldId="1708"/>
        </pc:sldMkLst>
      </pc:sldChg>
      <pc:sldChg chg="modSp new mod">
        <pc:chgData name="Sanmukh Kuppannagari" userId="ad215094-da36-4b66-9c79-369a17aea26b" providerId="ADAL" clId="{F797E296-EE96-4BD7-8F16-D43071948EEE}" dt="2025-10-02T13:01:24.967" v="9437" actId="20577"/>
        <pc:sldMkLst>
          <pc:docMk/>
          <pc:sldMk cId="1441692069" sldId="1709"/>
        </pc:sldMkLst>
      </pc:sldChg>
      <pc:sldChg chg="modSp new mod">
        <pc:chgData name="Sanmukh Kuppannagari" userId="ad215094-da36-4b66-9c79-369a17aea26b" providerId="ADAL" clId="{F797E296-EE96-4BD7-8F16-D43071948EEE}" dt="2025-10-02T02:45:28.728" v="9386" actId="20577"/>
        <pc:sldMkLst>
          <pc:docMk/>
          <pc:sldMk cId="1141591355" sldId="1710"/>
        </pc:sldMkLst>
      </pc:sldChg>
      <pc:sldChg chg="addSp modSp new mod">
        <pc:chgData name="Sanmukh Kuppannagari" userId="ad215094-da36-4b66-9c79-369a17aea26b" providerId="ADAL" clId="{F797E296-EE96-4BD7-8F16-D43071948EEE}" dt="2025-10-02T13:22:22.604" v="9845" actId="20577"/>
        <pc:sldMkLst>
          <pc:docMk/>
          <pc:sldMk cId="889704452" sldId="1711"/>
        </pc:sldMkLst>
      </pc:sldChg>
      <pc:sldChg chg="addSp modSp add mod">
        <pc:chgData name="Sanmukh Kuppannagari" userId="ad215094-da36-4b66-9c79-369a17aea26b" providerId="ADAL" clId="{F797E296-EE96-4BD7-8F16-D43071948EEE}" dt="2025-10-02T13:23:03.503" v="9919" actId="207"/>
        <pc:sldMkLst>
          <pc:docMk/>
          <pc:sldMk cId="3032739401" sldId="1712"/>
        </pc:sldMkLst>
      </pc:sldChg>
      <pc:sldChg chg="modSp add mod">
        <pc:chgData name="Sanmukh Kuppannagari" userId="ad215094-da36-4b66-9c79-369a17aea26b" providerId="ADAL" clId="{F797E296-EE96-4BD7-8F16-D43071948EEE}" dt="2025-10-02T13:23:35.361" v="9989" actId="20577"/>
        <pc:sldMkLst>
          <pc:docMk/>
          <pc:sldMk cId="766108753" sldId="1713"/>
        </pc:sldMkLst>
      </pc:sldChg>
      <pc:sldChg chg="modSp add mod">
        <pc:chgData name="Sanmukh Kuppannagari" userId="ad215094-da36-4b66-9c79-369a17aea26b" providerId="ADAL" clId="{F797E296-EE96-4BD7-8F16-D43071948EEE}" dt="2025-10-02T13:24:26.371" v="10066" actId="20577"/>
        <pc:sldMkLst>
          <pc:docMk/>
          <pc:sldMk cId="2259130442" sldId="1714"/>
        </pc:sldMkLst>
      </pc:sldChg>
      <pc:sldChg chg="addSp modSp new mod">
        <pc:chgData name="Sanmukh Kuppannagari" userId="ad215094-da36-4b66-9c79-369a17aea26b" providerId="ADAL" clId="{F797E296-EE96-4BD7-8F16-D43071948EEE}" dt="2025-10-02T16:30:34.032" v="10390" actId="20577"/>
        <pc:sldMkLst>
          <pc:docMk/>
          <pc:sldMk cId="1994918385" sldId="1715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AD558336-AE15-4CDD-AB6D-EE016937268C}"/>
    <pc:docChg chg="undo custSel addSld delSld modSld">
      <pc:chgData name="Sanmukh Kuppannagari" userId="ad215094-da36-4b66-9c79-369a17aea26b" providerId="ADAL" clId="{AD558336-AE15-4CDD-AB6D-EE016937268C}" dt="2025-09-23T14:35:03.059" v="2126" actId="20577"/>
      <pc:docMkLst>
        <pc:docMk/>
      </pc:docMkLst>
      <pc:sldChg chg="modSp mod">
        <pc:chgData name="Sanmukh Kuppannagari" userId="ad215094-da36-4b66-9c79-369a17aea26b" providerId="ADAL" clId="{AD558336-AE15-4CDD-AB6D-EE016937268C}" dt="2025-09-22T23:30:25.200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D558336-AE15-4CDD-AB6D-EE016937268C}" dt="2025-09-22T23:30:25.200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AD558336-AE15-4CDD-AB6D-EE016937268C}" dt="2025-09-22T23:37:32.583" v="682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AD558336-AE15-4CDD-AB6D-EE016937268C}" dt="2025-09-22T23:37:32.583" v="682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574746539" sldId="1256"/>
        </pc:sldMkLst>
      </pc:sldChg>
      <pc:sldChg chg="addSp modSp add mod">
        <pc:chgData name="Sanmukh Kuppannagari" userId="ad215094-da36-4b66-9c79-369a17aea26b" providerId="ADAL" clId="{AD558336-AE15-4CDD-AB6D-EE016937268C}" dt="2025-09-22T23:39:08.349" v="691" actId="14100"/>
        <pc:sldMkLst>
          <pc:docMk/>
          <pc:sldMk cId="927700788" sldId="1257"/>
        </pc:sldMkLst>
      </pc:sldChg>
      <pc:sldChg chg="addSp delSp modSp add mod">
        <pc:chgData name="Sanmukh Kuppannagari" userId="ad215094-da36-4b66-9c79-369a17aea26b" providerId="ADAL" clId="{AD558336-AE15-4CDD-AB6D-EE016937268C}" dt="2025-09-22T23:41:08.121" v="695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0733138" sldId="1263"/>
        </pc:sldMkLst>
      </pc:sldChg>
      <pc:sldChg chg="modSp add del mod">
        <pc:chgData name="Sanmukh Kuppannagari" userId="ad215094-da36-4b66-9c79-369a17aea26b" providerId="ADAL" clId="{AD558336-AE15-4CDD-AB6D-EE016937268C}" dt="2025-09-22T23:49:05.875" v="937" actId="47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99752863" sldId="1280"/>
        </pc:sldMkLst>
      </pc:sldChg>
      <pc:sldChg chg="modSp add mod">
        <pc:chgData name="Sanmukh Kuppannagari" userId="ad215094-da36-4b66-9c79-369a17aea26b" providerId="ADAL" clId="{AD558336-AE15-4CDD-AB6D-EE016937268C}" dt="2025-09-23T13:56:06.564" v="1143" actId="20577"/>
        <pc:sldMkLst>
          <pc:docMk/>
          <pc:sldMk cId="1199527142" sldId="1281"/>
        </pc:sldMkLst>
      </pc:sldChg>
      <pc:sldChg chg="addSp modSp add mod">
        <pc:chgData name="Sanmukh Kuppannagari" userId="ad215094-da36-4b66-9c79-369a17aea26b" providerId="ADAL" clId="{AD558336-AE15-4CDD-AB6D-EE016937268C}" dt="2025-09-23T13:56:48.161" v="1193" actId="14100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AD558336-AE15-4CDD-AB6D-EE016937268C}" dt="2025-09-23T14:29:28.708" v="1868" actId="14100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25259238" sldId="1323"/>
        </pc:sldMkLst>
      </pc:sldChg>
      <pc:sldChg chg="addSp modSp add">
        <pc:chgData name="Sanmukh Kuppannagari" userId="ad215094-da36-4b66-9c79-369a17aea26b" providerId="ADAL" clId="{AD558336-AE15-4CDD-AB6D-EE016937268C}" dt="2025-09-23T14:29:10.839" v="1841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10092015" sldId="1325"/>
        </pc:sldMkLst>
      </pc:sldChg>
      <pc:sldChg chg="addSp delSp modSp add mod">
        <pc:chgData name="Sanmukh Kuppannagari" userId="ad215094-da36-4b66-9c79-369a17aea26b" providerId="ADAL" clId="{AD558336-AE15-4CDD-AB6D-EE016937268C}" dt="2025-09-23T14:29:08.761" v="1840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0666711" sldId="1329"/>
        </pc:sldMkLst>
      </pc:sldChg>
      <pc:sldChg chg="addSp modSp add mod">
        <pc:chgData name="Sanmukh Kuppannagari" userId="ad215094-da36-4b66-9c79-369a17aea26b" providerId="ADAL" clId="{AD558336-AE15-4CDD-AB6D-EE016937268C}" dt="2025-09-23T14:35:03.059" v="2126" actId="20577"/>
        <pc:sldMkLst>
          <pc:docMk/>
          <pc:sldMk cId="3446468191" sldId="1329"/>
        </pc:sldMkLst>
      </pc:sldChg>
      <pc:sldChg chg="modSp add">
        <pc:chgData name="Sanmukh Kuppannagari" userId="ad215094-da36-4b66-9c79-369a17aea26b" providerId="ADAL" clId="{AD558336-AE15-4CDD-AB6D-EE016937268C}" dt="2025-09-23T14:11:07.280" v="1372" actId="20577"/>
        <pc:sldMkLst>
          <pc:docMk/>
          <pc:sldMk cId="3270243835" sldId="1330"/>
        </pc:sldMkLst>
      </pc:sldChg>
      <pc:sldChg chg="addSp modSp add mod">
        <pc:chgData name="Sanmukh Kuppannagari" userId="ad215094-da36-4b66-9c79-369a17aea26b" providerId="ADAL" clId="{AD558336-AE15-4CDD-AB6D-EE016937268C}" dt="2025-09-23T14:33:53.418" v="211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AD558336-AE15-4CDD-AB6D-EE016937268C}" dt="2025-09-23T13:28:44.477" v="1086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AD558336-AE15-4CDD-AB6D-EE016937268C}" dt="2025-09-22T23:31:13.027" v="56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D558336-AE15-4CDD-AB6D-EE016937268C}" dt="2025-09-22T23:31:13.027" v="56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24305596" sldId="1591"/>
        </pc:sldMkLst>
      </pc:sldChg>
      <pc:sldChg chg="add del">
        <pc:chgData name="Sanmukh Kuppannagari" userId="ad215094-da36-4b66-9c79-369a17aea26b" providerId="ADAL" clId="{AD558336-AE15-4CDD-AB6D-EE016937268C}" dt="2025-09-23T13:52:15.015" v="1123" actId="47"/>
        <pc:sldMkLst>
          <pc:docMk/>
          <pc:sldMk cId="1460223335" sldId="160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95513352" sldId="160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256665225" sldId="160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149257190" sldId="1608"/>
        </pc:sldMkLst>
      </pc:sldChg>
      <pc:sldChg chg="addSp delSp modSp add del mod">
        <pc:chgData name="Sanmukh Kuppannagari" userId="ad215094-da36-4b66-9c79-369a17aea26b" providerId="ADAL" clId="{AD558336-AE15-4CDD-AB6D-EE016937268C}" dt="2025-09-23T14:01:21.472" v="1201" actId="47"/>
        <pc:sldMkLst>
          <pc:docMk/>
          <pc:sldMk cId="455736369" sldId="16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322584748" sldId="1611"/>
        </pc:sldMkLst>
      </pc:sldChg>
      <pc:sldChg chg="modSp new mod">
        <pc:chgData name="Sanmukh Kuppannagari" userId="ad215094-da36-4b66-9c79-369a17aea26b" providerId="ADAL" clId="{AD558336-AE15-4CDD-AB6D-EE016937268C}" dt="2025-09-22T23:34:34.650" v="313" actId="20577"/>
        <pc:sldMkLst>
          <pc:docMk/>
          <pc:sldMk cId="3368184345" sldId="1612"/>
        </pc:sldMkLst>
      </pc:sldChg>
      <pc:sldChg chg="modSp add mod">
        <pc:chgData name="Sanmukh Kuppannagari" userId="ad215094-da36-4b66-9c79-369a17aea26b" providerId="ADAL" clId="{AD558336-AE15-4CDD-AB6D-EE016937268C}" dt="2025-09-22T23:34:51.216" v="315" actId="113"/>
        <pc:sldMkLst>
          <pc:docMk/>
          <pc:sldMk cId="660858661" sldId="1613"/>
        </pc:sldMkLst>
      </pc:sldChg>
      <pc:sldChg chg="modSp add mod">
        <pc:chgData name="Sanmukh Kuppannagari" userId="ad215094-da36-4b66-9c79-369a17aea26b" providerId="ADAL" clId="{AD558336-AE15-4CDD-AB6D-EE016937268C}" dt="2025-09-22T23:34:58.850" v="317" actId="113"/>
        <pc:sldMkLst>
          <pc:docMk/>
          <pc:sldMk cId="2075019539" sldId="1614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026419143" sldId="1615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332141421" sldId="1616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723772378" sldId="1617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299419835" sldId="1618"/>
        </pc:sldMkLst>
      </pc:sldChg>
      <pc:sldChg chg="modSp new mod">
        <pc:chgData name="Sanmukh Kuppannagari" userId="ad215094-da36-4b66-9c79-369a17aea26b" providerId="ADAL" clId="{AD558336-AE15-4CDD-AB6D-EE016937268C}" dt="2025-09-22T23:36:59.419" v="609" actId="20577"/>
        <pc:sldMkLst>
          <pc:docMk/>
          <pc:sldMk cId="4038028448" sldId="1619"/>
        </pc:sldMkLst>
      </pc:sldChg>
      <pc:sldChg chg="add">
        <pc:chgData name="Sanmukh Kuppannagari" userId="ad215094-da36-4b66-9c79-369a17aea26b" providerId="ADAL" clId="{AD558336-AE15-4CDD-AB6D-EE016937268C}" dt="2025-09-22T23:40:46.652" v="692"/>
        <pc:sldMkLst>
          <pc:docMk/>
          <pc:sldMk cId="3184318108" sldId="1620"/>
        </pc:sldMkLst>
      </pc:sldChg>
      <pc:sldChg chg="addSp delSp modSp new mod">
        <pc:chgData name="Sanmukh Kuppannagari" userId="ad215094-da36-4b66-9c79-369a17aea26b" providerId="ADAL" clId="{AD558336-AE15-4CDD-AB6D-EE016937268C}" dt="2025-09-22T23:43:21.755" v="808" actId="20577"/>
        <pc:sldMkLst>
          <pc:docMk/>
          <pc:sldMk cId="2088901676" sldId="1621"/>
        </pc:sldMkLst>
      </pc:sldChg>
      <pc:sldChg chg="addSp modSp new mod">
        <pc:chgData name="Sanmukh Kuppannagari" userId="ad215094-da36-4b66-9c79-369a17aea26b" providerId="ADAL" clId="{AD558336-AE15-4CDD-AB6D-EE016937268C}" dt="2025-09-22T23:45:02.890" v="817" actId="207"/>
        <pc:sldMkLst>
          <pc:docMk/>
          <pc:sldMk cId="1941417563" sldId="1622"/>
        </pc:sldMkLst>
      </pc:sldChg>
      <pc:sldChg chg="addSp modSp add mod">
        <pc:chgData name="Sanmukh Kuppannagari" userId="ad215094-da36-4b66-9c79-369a17aea26b" providerId="ADAL" clId="{AD558336-AE15-4CDD-AB6D-EE016937268C}" dt="2025-09-22T23:47:21.835" v="871" actId="207"/>
        <pc:sldMkLst>
          <pc:docMk/>
          <pc:sldMk cId="20892369" sldId="1623"/>
        </pc:sldMkLst>
      </pc:sldChg>
      <pc:sldChg chg="modSp add mod">
        <pc:chgData name="Sanmukh Kuppannagari" userId="ad215094-da36-4b66-9c79-369a17aea26b" providerId="ADAL" clId="{AD558336-AE15-4CDD-AB6D-EE016937268C}" dt="2025-09-22T23:48:34.691" v="934" actId="14100"/>
        <pc:sldMkLst>
          <pc:docMk/>
          <pc:sldMk cId="2754744985" sldId="1624"/>
        </pc:sldMkLst>
      </pc:sldChg>
      <pc:sldChg chg="delSp modSp add mod">
        <pc:chgData name="Sanmukh Kuppannagari" userId="ad215094-da36-4b66-9c79-369a17aea26b" providerId="ADAL" clId="{AD558336-AE15-4CDD-AB6D-EE016937268C}" dt="2025-09-22T23:48:46.444" v="936"/>
        <pc:sldMkLst>
          <pc:docMk/>
          <pc:sldMk cId="319091824" sldId="1625"/>
        </pc:sldMkLst>
      </pc:sldChg>
      <pc:sldChg chg="addSp delSp modSp new mod">
        <pc:chgData name="Sanmukh Kuppannagari" userId="ad215094-da36-4b66-9c79-369a17aea26b" providerId="ADAL" clId="{AD558336-AE15-4CDD-AB6D-EE016937268C}" dt="2025-09-22T23:56:02.308" v="1085" actId="478"/>
        <pc:sldMkLst>
          <pc:docMk/>
          <pc:sldMk cId="1290179611" sldId="1626"/>
        </pc:sldMkLst>
      </pc:sldChg>
      <pc:sldChg chg="addSp delSp modSp add mod">
        <pc:chgData name="Sanmukh Kuppannagari" userId="ad215094-da36-4b66-9c79-369a17aea26b" providerId="ADAL" clId="{AD558336-AE15-4CDD-AB6D-EE016937268C}" dt="2025-09-22T23:55:55.397" v="1084" actId="478"/>
        <pc:sldMkLst>
          <pc:docMk/>
          <pc:sldMk cId="3180180404" sldId="1627"/>
        </pc:sldMkLst>
      </pc:sldChg>
      <pc:sldChg chg="delSp modSp add mod">
        <pc:chgData name="Sanmukh Kuppannagari" userId="ad215094-da36-4b66-9c79-369a17aea26b" providerId="ADAL" clId="{AD558336-AE15-4CDD-AB6D-EE016937268C}" dt="2025-09-22T23:55:51.515" v="1083" actId="478"/>
        <pc:sldMkLst>
          <pc:docMk/>
          <pc:sldMk cId="1699230104" sldId="1628"/>
        </pc:sldMkLst>
      </pc:sldChg>
      <pc:sldChg chg="addSp modSp add mod">
        <pc:chgData name="Sanmukh Kuppannagari" userId="ad215094-da36-4b66-9c79-369a17aea26b" providerId="ADAL" clId="{AD558336-AE15-4CDD-AB6D-EE016937268C}" dt="2025-09-23T14:00:50.028" v="1199" actId="1076"/>
        <pc:sldMkLst>
          <pc:docMk/>
          <pc:sldMk cId="4173184227" sldId="1629"/>
        </pc:sldMkLst>
      </pc:sldChg>
      <pc:sldChg chg="addSp delSp modSp add mod">
        <pc:chgData name="Sanmukh Kuppannagari" userId="ad215094-da36-4b66-9c79-369a17aea26b" providerId="ADAL" clId="{AD558336-AE15-4CDD-AB6D-EE016937268C}" dt="2025-09-23T14:01:08.517" v="1200"/>
        <pc:sldMkLst>
          <pc:docMk/>
          <pc:sldMk cId="3474780682" sldId="1630"/>
        </pc:sldMkLst>
      </pc:sldChg>
      <pc:sldChg chg="addSp delSp modSp add mod">
        <pc:chgData name="Sanmukh Kuppannagari" userId="ad215094-da36-4b66-9c79-369a17aea26b" providerId="ADAL" clId="{AD558336-AE15-4CDD-AB6D-EE016937268C}" dt="2025-09-23T14:03:15.523" v="1215" actId="1076"/>
        <pc:sldMkLst>
          <pc:docMk/>
          <pc:sldMk cId="3692075067" sldId="1631"/>
        </pc:sldMkLst>
      </pc:sldChg>
      <pc:sldChg chg="delSp modSp add mod">
        <pc:chgData name="Sanmukh Kuppannagari" userId="ad215094-da36-4b66-9c79-369a17aea26b" providerId="ADAL" clId="{AD558336-AE15-4CDD-AB6D-EE016937268C}" dt="2025-09-23T14:09:31.650" v="1363" actId="14100"/>
        <pc:sldMkLst>
          <pc:docMk/>
          <pc:sldMk cId="3605704340" sldId="1632"/>
        </pc:sldMkLst>
      </pc:sldChg>
      <pc:sldChg chg="modSp add">
        <pc:chgData name="Sanmukh Kuppannagari" userId="ad215094-da36-4b66-9c79-369a17aea26b" providerId="ADAL" clId="{AD558336-AE15-4CDD-AB6D-EE016937268C}" dt="2025-09-23T14:11:38.691" v="1379" actId="20577"/>
        <pc:sldMkLst>
          <pc:docMk/>
          <pc:sldMk cId="421242867" sldId="1633"/>
        </pc:sldMkLst>
      </pc:sldChg>
      <pc:sldChg chg="modSp new mod">
        <pc:chgData name="Sanmukh Kuppannagari" userId="ad215094-da36-4b66-9c79-369a17aea26b" providerId="ADAL" clId="{AD558336-AE15-4CDD-AB6D-EE016937268C}" dt="2025-09-23T14:17:54.204" v="1839" actId="20577"/>
        <pc:sldMkLst>
          <pc:docMk/>
          <pc:sldMk cId="2259558617" sldId="1634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AFDD13B8-1E7C-41EB-AB20-75C4B6C5C716}"/>
    <pc:docChg chg="undo custSel addSld delSld modSld sldOrd">
      <pc:chgData name="Sanmukh Kuppannagari" userId="ad215094-da36-4b66-9c79-369a17aea26b" providerId="ADAL" clId="{AFDD13B8-1E7C-41EB-AB20-75C4B6C5C716}" dt="2025-10-07T14:06:42.353" v="3632" actId="20577"/>
      <pc:docMkLst>
        <pc:docMk/>
      </pc:docMkLst>
      <pc:sldChg chg="modSp mod">
        <pc:chgData name="Sanmukh Kuppannagari" userId="ad215094-da36-4b66-9c79-369a17aea26b" providerId="ADAL" clId="{AFDD13B8-1E7C-41EB-AB20-75C4B6C5C716}" dt="2025-10-07T14:06:42.353" v="363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FDD13B8-1E7C-41EB-AB20-75C4B6C5C716}" dt="2025-10-07T14:06:42.353" v="363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5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5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902944658" sldId="1309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692720287" sldId="1311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4072723455" sldId="1312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830590251" sldId="1313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979417289" sldId="1314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238687387" sldId="1316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05581169" sldId="1317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626710577" sldId="1318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407279723" sldId="1453"/>
        </pc:sldMkLst>
      </pc:sldChg>
      <pc:sldChg chg="modSp mod">
        <pc:chgData name="Sanmukh Kuppannagari" userId="ad215094-da36-4b66-9c79-369a17aea26b" providerId="ADAL" clId="{AFDD13B8-1E7C-41EB-AB20-75C4B6C5C716}" dt="2025-10-07T14:06:31.157" v="363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FDD13B8-1E7C-41EB-AB20-75C4B6C5C716}" dt="2025-10-07T14:06:31.157" v="363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24980005" sldId="1593"/>
        </pc:sldMkLst>
      </pc:sldChg>
      <pc:sldChg chg="add">
        <pc:chgData name="Sanmukh Kuppannagari" userId="ad215094-da36-4b66-9c79-369a17aea26b" providerId="ADAL" clId="{AFDD13B8-1E7C-41EB-AB20-75C4B6C5C716}" dt="2025-10-07T13:22:59.285" v="154"/>
        <pc:sldMkLst>
          <pc:docMk/>
          <pc:sldMk cId="325795403" sldId="1610"/>
        </pc:sldMkLst>
      </pc:sldChg>
      <pc:sldChg chg="modSp mod ord">
        <pc:chgData name="Sanmukh Kuppannagari" userId="ad215094-da36-4b66-9c79-369a17aea26b" providerId="ADAL" clId="{AFDD13B8-1E7C-41EB-AB20-75C4B6C5C716}" dt="2025-10-07T13:26:00.701" v="247"/>
        <pc:sldMkLst>
          <pc:docMk/>
          <pc:sldMk cId="4196385676" sldId="1654"/>
        </pc:sldMkLst>
        <pc:spChg chg="mod">
          <ac:chgData name="Sanmukh Kuppannagari" userId="ad215094-da36-4b66-9c79-369a17aea26b" providerId="ADAL" clId="{AFDD13B8-1E7C-41EB-AB20-75C4B6C5C716}" dt="2025-10-07T13:18:17.524" v="92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addSp delSp modSp new mod">
        <pc:chgData name="Sanmukh Kuppannagari" userId="ad215094-da36-4b66-9c79-369a17aea26b" providerId="ADAL" clId="{AFDD13B8-1E7C-41EB-AB20-75C4B6C5C716}" dt="2025-10-07T13:25:47.934" v="245" actId="1582"/>
        <pc:sldMkLst>
          <pc:docMk/>
          <pc:sldMk cId="2398009641" sldId="1655"/>
        </pc:sldMkLst>
        <pc:spChg chg="mod">
          <ac:chgData name="Sanmukh Kuppannagari" userId="ad215094-da36-4b66-9c79-369a17aea26b" providerId="ADAL" clId="{AFDD13B8-1E7C-41EB-AB20-75C4B6C5C716}" dt="2025-10-07T13:21:23.419" v="150" actId="5793"/>
          <ac:spMkLst>
            <pc:docMk/>
            <pc:sldMk cId="2398009641" sldId="1655"/>
            <ac:spMk id="2" creationId="{9342D065-DD4D-8114-CE38-927D468962BF}"/>
          </ac:spMkLst>
        </pc:spChg>
        <pc:spChg chg="del">
          <ac:chgData name="Sanmukh Kuppannagari" userId="ad215094-da36-4b66-9c79-369a17aea26b" providerId="ADAL" clId="{AFDD13B8-1E7C-41EB-AB20-75C4B6C5C716}" dt="2025-10-07T13:21:26.424" v="151" actId="478"/>
          <ac:spMkLst>
            <pc:docMk/>
            <pc:sldMk cId="2398009641" sldId="1655"/>
            <ac:spMk id="3" creationId="{785AFDDC-CE66-5E6F-0968-0D10C297230B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5" creationId="{2EC20FD5-FF43-4837-7CA3-6327D4BF0B30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6" creationId="{13A8D2FC-62E6-07D2-05F3-45F2BA879F5E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7" creationId="{7DB1EA2A-6333-C2C2-DEC7-6BA208F392C3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12" creationId="{D9AF2FD1-B85F-B4CE-4407-B050485E50C1}"/>
          </ac:spMkLst>
        </pc:spChg>
        <pc:spChg chg="add mod">
          <ac:chgData name="Sanmukh Kuppannagari" userId="ad215094-da36-4b66-9c79-369a17aea26b" providerId="ADAL" clId="{AFDD13B8-1E7C-41EB-AB20-75C4B6C5C716}" dt="2025-10-07T13:24:18.166" v="189" actId="1076"/>
          <ac:spMkLst>
            <pc:docMk/>
            <pc:sldMk cId="2398009641" sldId="1655"/>
            <ac:spMk id="15" creationId="{DC916C1F-AE1D-C4F8-95CF-5C3343AF3072}"/>
          </ac:spMkLst>
        </pc:spChg>
        <pc:spChg chg="add del mod">
          <ac:chgData name="Sanmukh Kuppannagari" userId="ad215094-da36-4b66-9c79-369a17aea26b" providerId="ADAL" clId="{AFDD13B8-1E7C-41EB-AB20-75C4B6C5C716}" dt="2025-10-07T13:25:35.184" v="241" actId="478"/>
          <ac:spMkLst>
            <pc:docMk/>
            <pc:sldMk cId="2398009641" sldId="1655"/>
            <ac:spMk id="17" creationId="{EEDDEB28-B297-7370-7FC9-CE15119AA87A}"/>
          </ac:spMkLst>
        </pc:spChg>
        <pc:spChg chg="add mod">
          <ac:chgData name="Sanmukh Kuppannagari" userId="ad215094-da36-4b66-9c79-369a17aea26b" providerId="ADAL" clId="{AFDD13B8-1E7C-41EB-AB20-75C4B6C5C716}" dt="2025-10-07T13:25:39.250" v="242" actId="1076"/>
          <ac:spMkLst>
            <pc:docMk/>
            <pc:sldMk cId="2398009641" sldId="1655"/>
            <ac:spMk id="18" creationId="{503CDAB0-A87D-93A7-09B1-7992DA5F8DE4}"/>
          </ac:spMkLst>
        </pc:spChg>
        <pc:spChg chg="add del mod">
          <ac:chgData name="Sanmukh Kuppannagari" userId="ad215094-da36-4b66-9c79-369a17aea26b" providerId="ADAL" clId="{AFDD13B8-1E7C-41EB-AB20-75C4B6C5C716}" dt="2025-10-07T13:24:56.146" v="197"/>
          <ac:spMkLst>
            <pc:docMk/>
            <pc:sldMk cId="2398009641" sldId="1655"/>
            <ac:spMk id="21" creationId="{798F2D5B-88D3-A9C1-81A1-E79987A20F47}"/>
          </ac:spMkLst>
        </pc:spChg>
        <pc:spChg chg="add mod">
          <ac:chgData name="Sanmukh Kuppannagari" userId="ad215094-da36-4b66-9c79-369a17aea26b" providerId="ADAL" clId="{AFDD13B8-1E7C-41EB-AB20-75C4B6C5C716}" dt="2025-10-07T13:25:10.306" v="201" actId="1582"/>
          <ac:spMkLst>
            <pc:docMk/>
            <pc:sldMk cId="2398009641" sldId="1655"/>
            <ac:spMk id="22" creationId="{70D42ADC-48B6-B12E-6343-85ECDA709157}"/>
          </ac:spMkLst>
        </pc:spChg>
        <pc:spChg chg="add mod">
          <ac:chgData name="Sanmukh Kuppannagari" userId="ad215094-da36-4b66-9c79-369a17aea26b" providerId="ADAL" clId="{AFDD13B8-1E7C-41EB-AB20-75C4B6C5C716}" dt="2025-10-07T13:25:31.157" v="240" actId="1076"/>
          <ac:spMkLst>
            <pc:docMk/>
            <pc:sldMk cId="2398009641" sldId="1655"/>
            <ac:spMk id="23" creationId="{854A669B-619A-416F-8639-899062E0B41C}"/>
          </ac:spMkLst>
        </pc:spChg>
        <pc:grpChg chg="add mod">
          <ac:chgData name="Sanmukh Kuppannagari" userId="ad215094-da36-4b66-9c79-369a17aea26b" providerId="ADAL" clId="{AFDD13B8-1E7C-41EB-AB20-75C4B6C5C716}" dt="2025-10-07T13:24:18.166" v="189" actId="1076"/>
          <ac:grpSpMkLst>
            <pc:docMk/>
            <pc:sldMk cId="2398009641" sldId="1655"/>
            <ac:grpSpMk id="4" creationId="{48110483-3208-7B79-A83D-48AEDF579011}"/>
          </ac:grpSpMkLst>
        </pc:grpChg>
        <pc:grpChg chg="mod">
          <ac:chgData name="Sanmukh Kuppannagari" userId="ad215094-da36-4b66-9c79-369a17aea26b" providerId="ADAL" clId="{AFDD13B8-1E7C-41EB-AB20-75C4B6C5C716}" dt="2025-10-07T13:21:27.039" v="152"/>
          <ac:grpSpMkLst>
            <pc:docMk/>
            <pc:sldMk cId="2398009641" sldId="1655"/>
            <ac:grpSpMk id="10" creationId="{F1CCAE76-84E1-F866-1606-68FA318EAE39}"/>
          </ac:grpSpMkLst>
        </pc:grpChg>
        <pc:cxnChg chg="mod">
          <ac:chgData name="Sanmukh Kuppannagari" userId="ad215094-da36-4b66-9c79-369a17aea26b" providerId="ADAL" clId="{AFDD13B8-1E7C-41EB-AB20-75C4B6C5C716}" dt="2025-10-07T13:21:27.039" v="152"/>
          <ac:cxnSpMkLst>
            <pc:docMk/>
            <pc:sldMk cId="2398009641" sldId="1655"/>
            <ac:cxnSpMk id="11" creationId="{C7C6C4CA-DE0C-1411-A13C-171460D4838D}"/>
          </ac:cxnSpMkLst>
        </pc:cxnChg>
        <pc:cxnChg chg="add mod">
          <ac:chgData name="Sanmukh Kuppannagari" userId="ad215094-da36-4b66-9c79-369a17aea26b" providerId="ADAL" clId="{AFDD13B8-1E7C-41EB-AB20-75C4B6C5C716}" dt="2025-10-07T13:24:18.166" v="189" actId="1076"/>
          <ac:cxnSpMkLst>
            <pc:docMk/>
            <pc:sldMk cId="2398009641" sldId="1655"/>
            <ac:cxnSpMk id="16" creationId="{1FF604AB-F258-1117-E0EA-600F02462CB9}"/>
          </ac:cxnSpMkLst>
        </pc:cxnChg>
        <pc:cxnChg chg="add del mod">
          <ac:chgData name="Sanmukh Kuppannagari" userId="ad215094-da36-4b66-9c79-369a17aea26b" providerId="ADAL" clId="{AFDD13B8-1E7C-41EB-AB20-75C4B6C5C716}" dt="2025-10-07T13:24:56.130" v="195" actId="478"/>
          <ac:cxnSpMkLst>
            <pc:docMk/>
            <pc:sldMk cId="2398009641" sldId="1655"/>
            <ac:cxnSpMk id="20" creationId="{55458CB6-FB2E-6321-6456-CCE53DC15AC1}"/>
          </ac:cxnSpMkLst>
        </pc:cxnChg>
        <pc:cxnChg chg="add mod">
          <ac:chgData name="Sanmukh Kuppannagari" userId="ad215094-da36-4b66-9c79-369a17aea26b" providerId="ADAL" clId="{AFDD13B8-1E7C-41EB-AB20-75C4B6C5C716}" dt="2025-10-07T13:25:47.934" v="245" actId="1582"/>
          <ac:cxnSpMkLst>
            <pc:docMk/>
            <pc:sldMk cId="2398009641" sldId="1655"/>
            <ac:cxnSpMk id="25" creationId="{CEAABA44-1B81-2C20-3E98-6FF7D8CC4D03}"/>
          </ac:cxnSpMkLst>
        </pc:cxn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827926018" sldId="1655"/>
        </pc:sldMkLst>
      </pc:sldChg>
      <pc:sldChg chg="modSp add mod">
        <pc:chgData name="Sanmukh Kuppannagari" userId="ad215094-da36-4b66-9c79-369a17aea26b" providerId="ADAL" clId="{AFDD13B8-1E7C-41EB-AB20-75C4B6C5C716}" dt="2025-10-07T14:05:52.137" v="3590" actId="20577"/>
        <pc:sldMkLst>
          <pc:docMk/>
          <pc:sldMk cId="3178084316" sldId="1656"/>
        </pc:sldMkLst>
        <pc:spChg chg="mod">
          <ac:chgData name="Sanmukh Kuppannagari" userId="ad215094-da36-4b66-9c79-369a17aea26b" providerId="ADAL" clId="{AFDD13B8-1E7C-41EB-AB20-75C4B6C5C716}" dt="2025-10-07T14:05:52.137" v="3590" actId="20577"/>
          <ac:spMkLst>
            <pc:docMk/>
            <pc:sldMk cId="3178084316" sldId="1656"/>
            <ac:spMk id="3" creationId="{686C2655-067D-1D95-248A-E14979DA0705}"/>
          </ac:spMkLst>
        </pc:spChg>
      </pc:sldChg>
      <pc:sldChg chg="addSp delSp modSp new mod">
        <pc:chgData name="Sanmukh Kuppannagari" userId="ad215094-da36-4b66-9c79-369a17aea26b" providerId="ADAL" clId="{AFDD13B8-1E7C-41EB-AB20-75C4B6C5C716}" dt="2025-10-07T13:28:50.823" v="504" actId="20577"/>
        <pc:sldMkLst>
          <pc:docMk/>
          <pc:sldMk cId="721012684" sldId="1657"/>
        </pc:sldMkLst>
        <pc:spChg chg="mod">
          <ac:chgData name="Sanmukh Kuppannagari" userId="ad215094-da36-4b66-9c79-369a17aea26b" providerId="ADAL" clId="{AFDD13B8-1E7C-41EB-AB20-75C4B6C5C716}" dt="2025-10-07T13:26:31.136" v="256" actId="20577"/>
          <ac:spMkLst>
            <pc:docMk/>
            <pc:sldMk cId="721012684" sldId="1657"/>
            <ac:spMk id="2" creationId="{2119D7EE-40C5-0AD3-9931-18DE72C8BCCC}"/>
          </ac:spMkLst>
        </pc:spChg>
        <pc:spChg chg="add del mod">
          <ac:chgData name="Sanmukh Kuppannagari" userId="ad215094-da36-4b66-9c79-369a17aea26b" providerId="ADAL" clId="{AFDD13B8-1E7C-41EB-AB20-75C4B6C5C716}" dt="2025-10-07T13:28:50.823" v="504" actId="20577"/>
          <ac:spMkLst>
            <pc:docMk/>
            <pc:sldMk cId="721012684" sldId="1657"/>
            <ac:spMk id="3" creationId="{FBF483CB-7612-B57C-CDD1-7816D01C5E42}"/>
          </ac:spMkLst>
        </pc:spChg>
        <pc:picChg chg="add mod">
          <ac:chgData name="Sanmukh Kuppannagari" userId="ad215094-da36-4b66-9c79-369a17aea26b" providerId="ADAL" clId="{AFDD13B8-1E7C-41EB-AB20-75C4B6C5C716}" dt="2025-10-07T13:26:37.753" v="258"/>
          <ac:picMkLst>
            <pc:docMk/>
            <pc:sldMk cId="721012684" sldId="1657"/>
            <ac:picMk id="4" creationId="{C49A148E-7EED-2337-30C5-490EA91E3DD8}"/>
          </ac:picMkLst>
        </pc:picChg>
        <pc:picChg chg="add mod">
          <ac:chgData name="Sanmukh Kuppannagari" userId="ad215094-da36-4b66-9c79-369a17aea26b" providerId="ADAL" clId="{AFDD13B8-1E7C-41EB-AB20-75C4B6C5C716}" dt="2025-10-07T13:26:43.075" v="263"/>
          <ac:picMkLst>
            <pc:docMk/>
            <pc:sldMk cId="721012684" sldId="1657"/>
            <ac:picMk id="5" creationId="{06315238-B761-F2AA-68A9-EC378E42BD1A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26683211" sldId="165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1658"/>
        </pc:sldMkLst>
      </pc:sldChg>
      <pc:sldChg chg="modSp new mod">
        <pc:chgData name="Sanmukh Kuppannagari" userId="ad215094-da36-4b66-9c79-369a17aea26b" providerId="ADAL" clId="{AFDD13B8-1E7C-41EB-AB20-75C4B6C5C716}" dt="2025-10-07T13:31:03.517" v="766" actId="20577"/>
        <pc:sldMkLst>
          <pc:docMk/>
          <pc:sldMk cId="3084234140" sldId="1658"/>
        </pc:sldMkLst>
        <pc:spChg chg="mod">
          <ac:chgData name="Sanmukh Kuppannagari" userId="ad215094-da36-4b66-9c79-369a17aea26b" providerId="ADAL" clId="{AFDD13B8-1E7C-41EB-AB20-75C4B6C5C716}" dt="2025-10-07T13:29:42.702" v="540" actId="20577"/>
          <ac:spMkLst>
            <pc:docMk/>
            <pc:sldMk cId="3084234140" sldId="1658"/>
            <ac:spMk id="2" creationId="{AF03FD7F-DFA9-26D1-CE0E-598FDDC6C028}"/>
          </ac:spMkLst>
        </pc:spChg>
        <pc:spChg chg="mod">
          <ac:chgData name="Sanmukh Kuppannagari" userId="ad215094-da36-4b66-9c79-369a17aea26b" providerId="ADAL" clId="{AFDD13B8-1E7C-41EB-AB20-75C4B6C5C716}" dt="2025-10-07T13:31:03.517" v="766" actId="20577"/>
          <ac:spMkLst>
            <pc:docMk/>
            <pc:sldMk cId="3084234140" sldId="1658"/>
            <ac:spMk id="3" creationId="{DD20A9F4-8F94-958D-FBB8-CB02BFE0D469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78547182" sldId="1659"/>
        </pc:sldMkLst>
      </pc:sldChg>
      <pc:sldChg chg="modSp new mod">
        <pc:chgData name="Sanmukh Kuppannagari" userId="ad215094-da36-4b66-9c79-369a17aea26b" providerId="ADAL" clId="{AFDD13B8-1E7C-41EB-AB20-75C4B6C5C716}" dt="2025-10-07T13:33:04.699" v="921" actId="20577"/>
        <pc:sldMkLst>
          <pc:docMk/>
          <pc:sldMk cId="3688610692" sldId="1659"/>
        </pc:sldMkLst>
        <pc:spChg chg="mod">
          <ac:chgData name="Sanmukh Kuppannagari" userId="ad215094-da36-4b66-9c79-369a17aea26b" providerId="ADAL" clId="{AFDD13B8-1E7C-41EB-AB20-75C4B6C5C716}" dt="2025-10-07T13:31:18.126" v="786" actId="20577"/>
          <ac:spMkLst>
            <pc:docMk/>
            <pc:sldMk cId="3688610692" sldId="1659"/>
            <ac:spMk id="2" creationId="{29BD0061-DCE5-9758-E1E3-F3828739421C}"/>
          </ac:spMkLst>
        </pc:spChg>
        <pc:spChg chg="mod">
          <ac:chgData name="Sanmukh Kuppannagari" userId="ad215094-da36-4b66-9c79-369a17aea26b" providerId="ADAL" clId="{AFDD13B8-1E7C-41EB-AB20-75C4B6C5C716}" dt="2025-10-07T13:33:04.699" v="921" actId="20577"/>
          <ac:spMkLst>
            <pc:docMk/>
            <pc:sldMk cId="3688610692" sldId="1659"/>
            <ac:spMk id="3" creationId="{49009365-911C-0955-CAD1-85A30A607958}"/>
          </ac:spMkLst>
        </pc:spChg>
      </pc:sldChg>
      <pc:sldChg chg="modSp new mod">
        <pc:chgData name="Sanmukh Kuppannagari" userId="ad215094-da36-4b66-9c79-369a17aea26b" providerId="ADAL" clId="{AFDD13B8-1E7C-41EB-AB20-75C4B6C5C716}" dt="2025-10-07T13:36:55.819" v="1197" actId="20577"/>
        <pc:sldMkLst>
          <pc:docMk/>
          <pc:sldMk cId="820733737" sldId="1660"/>
        </pc:sldMkLst>
        <pc:spChg chg="mod">
          <ac:chgData name="Sanmukh Kuppannagari" userId="ad215094-da36-4b66-9c79-369a17aea26b" providerId="ADAL" clId="{AFDD13B8-1E7C-41EB-AB20-75C4B6C5C716}" dt="2025-10-07T13:33:14.212" v="923"/>
          <ac:spMkLst>
            <pc:docMk/>
            <pc:sldMk cId="820733737" sldId="1660"/>
            <ac:spMk id="2" creationId="{93D2E997-CE3A-3898-5E1C-3BC6620B236E}"/>
          </ac:spMkLst>
        </pc:spChg>
        <pc:spChg chg="mod">
          <ac:chgData name="Sanmukh Kuppannagari" userId="ad215094-da36-4b66-9c79-369a17aea26b" providerId="ADAL" clId="{AFDD13B8-1E7C-41EB-AB20-75C4B6C5C716}" dt="2025-10-07T13:36:55.819" v="1197" actId="20577"/>
          <ac:spMkLst>
            <pc:docMk/>
            <pc:sldMk cId="820733737" sldId="1660"/>
            <ac:spMk id="3" creationId="{D3F1B1DC-C863-6FBB-D7FD-734F24F0B40D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565062636" sldId="166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339166027" sldId="1661"/>
        </pc:sldMkLst>
      </pc:sldChg>
      <pc:sldChg chg="addSp delSp modSp new mod">
        <pc:chgData name="Sanmukh Kuppannagari" userId="ad215094-da36-4b66-9c79-369a17aea26b" providerId="ADAL" clId="{AFDD13B8-1E7C-41EB-AB20-75C4B6C5C716}" dt="2025-10-07T13:38:39.613" v="1213" actId="207"/>
        <pc:sldMkLst>
          <pc:docMk/>
          <pc:sldMk cId="3529754559" sldId="1661"/>
        </pc:sldMkLst>
        <pc:spChg chg="mod">
          <ac:chgData name="Sanmukh Kuppannagari" userId="ad215094-da36-4b66-9c79-369a17aea26b" providerId="ADAL" clId="{AFDD13B8-1E7C-41EB-AB20-75C4B6C5C716}" dt="2025-10-07T13:37:03.408" v="1199"/>
          <ac:spMkLst>
            <pc:docMk/>
            <pc:sldMk cId="3529754559" sldId="1661"/>
            <ac:spMk id="2" creationId="{9C11F123-E57D-DFB7-9173-0213512C7594}"/>
          </ac:spMkLst>
        </pc:spChg>
        <pc:spChg chg="add del mod">
          <ac:chgData name="Sanmukh Kuppannagari" userId="ad215094-da36-4b66-9c79-369a17aea26b" providerId="ADAL" clId="{AFDD13B8-1E7C-41EB-AB20-75C4B6C5C716}" dt="2025-10-07T13:38:39.613" v="1213" actId="207"/>
          <ac:spMkLst>
            <pc:docMk/>
            <pc:sldMk cId="3529754559" sldId="1661"/>
            <ac:spMk id="3" creationId="{CE90B078-E362-C7E1-F7F3-E39C3DC020CA}"/>
          </ac:spMkLst>
        </pc:spChg>
        <pc:spChg chg="add mod">
          <ac:chgData name="Sanmukh Kuppannagari" userId="ad215094-da36-4b66-9c79-369a17aea26b" providerId="ADAL" clId="{AFDD13B8-1E7C-41EB-AB20-75C4B6C5C716}" dt="2025-10-07T13:37:20.506" v="1201"/>
          <ac:spMkLst>
            <pc:docMk/>
            <pc:sldMk cId="3529754559" sldId="1661"/>
            <ac:spMk id="4" creationId="{32B36E05-BA8D-0703-6503-0B43357472D3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624462833" sldId="1662"/>
        </pc:sldMkLst>
      </pc:sldChg>
      <pc:sldChg chg="modSp add mod">
        <pc:chgData name="Sanmukh Kuppannagari" userId="ad215094-da36-4b66-9c79-369a17aea26b" providerId="ADAL" clId="{AFDD13B8-1E7C-41EB-AB20-75C4B6C5C716}" dt="2025-10-07T13:38:31.563" v="1211" actId="207"/>
        <pc:sldMkLst>
          <pc:docMk/>
          <pc:sldMk cId="4048591119" sldId="1662"/>
        </pc:sldMkLst>
        <pc:spChg chg="mod">
          <ac:chgData name="Sanmukh Kuppannagari" userId="ad215094-da36-4b66-9c79-369a17aea26b" providerId="ADAL" clId="{AFDD13B8-1E7C-41EB-AB20-75C4B6C5C716}" dt="2025-10-07T13:38:31.563" v="1211" actId="207"/>
          <ac:spMkLst>
            <pc:docMk/>
            <pc:sldMk cId="4048591119" sldId="1662"/>
            <ac:spMk id="3" creationId="{F48D7972-F950-03DB-3DAA-CAA0466CB297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49957229" sldId="1663"/>
        </pc:sldMkLst>
      </pc:sldChg>
      <pc:sldChg chg="modSp add mod">
        <pc:chgData name="Sanmukh Kuppannagari" userId="ad215094-da36-4b66-9c79-369a17aea26b" providerId="ADAL" clId="{AFDD13B8-1E7C-41EB-AB20-75C4B6C5C716}" dt="2025-10-07T13:38:51.428" v="1215" actId="207"/>
        <pc:sldMkLst>
          <pc:docMk/>
          <pc:sldMk cId="4291627004" sldId="1663"/>
        </pc:sldMkLst>
        <pc:spChg chg="mod">
          <ac:chgData name="Sanmukh Kuppannagari" userId="ad215094-da36-4b66-9c79-369a17aea26b" providerId="ADAL" clId="{AFDD13B8-1E7C-41EB-AB20-75C4B6C5C716}" dt="2025-10-07T13:38:51.428" v="1215" actId="207"/>
          <ac:spMkLst>
            <pc:docMk/>
            <pc:sldMk cId="4291627004" sldId="1663"/>
            <ac:spMk id="3" creationId="{7B13F8EA-3C60-BC1F-8B11-CF54069B0AC0}"/>
          </ac:spMkLst>
        </pc:spChg>
      </pc:sldChg>
      <pc:sldChg chg="addSp modSp add mod">
        <pc:chgData name="Sanmukh Kuppannagari" userId="ad215094-da36-4b66-9c79-369a17aea26b" providerId="ADAL" clId="{AFDD13B8-1E7C-41EB-AB20-75C4B6C5C716}" dt="2025-10-07T13:39:40.772" v="1359" actId="20577"/>
        <pc:sldMkLst>
          <pc:docMk/>
          <pc:sldMk cId="575807342" sldId="1664"/>
        </pc:sldMkLst>
        <pc:spChg chg="mod">
          <ac:chgData name="Sanmukh Kuppannagari" userId="ad215094-da36-4b66-9c79-369a17aea26b" providerId="ADAL" clId="{AFDD13B8-1E7C-41EB-AB20-75C4B6C5C716}" dt="2025-10-07T13:39:12.730" v="1219" actId="207"/>
          <ac:spMkLst>
            <pc:docMk/>
            <pc:sldMk cId="575807342" sldId="1664"/>
            <ac:spMk id="3" creationId="{67D7CE4D-E32D-A6E4-D6AC-6DDBDE674D6F}"/>
          </ac:spMkLst>
        </pc:spChg>
        <pc:spChg chg="add mod">
          <ac:chgData name="Sanmukh Kuppannagari" userId="ad215094-da36-4b66-9c79-369a17aea26b" providerId="ADAL" clId="{AFDD13B8-1E7C-41EB-AB20-75C4B6C5C716}" dt="2025-10-07T13:39:40.772" v="1359" actId="20577"/>
          <ac:spMkLst>
            <pc:docMk/>
            <pc:sldMk cId="575807342" sldId="1664"/>
            <ac:spMk id="4" creationId="{B7FAD91C-1C22-C41E-E067-34646D606634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12084877" sldId="166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66587701" sldId="1665"/>
        </pc:sldMkLst>
      </pc:sldChg>
      <pc:sldChg chg="modSp add mod">
        <pc:chgData name="Sanmukh Kuppannagari" userId="ad215094-da36-4b66-9c79-369a17aea26b" providerId="ADAL" clId="{AFDD13B8-1E7C-41EB-AB20-75C4B6C5C716}" dt="2025-10-07T13:39:58.799" v="1361" actId="207"/>
        <pc:sldMkLst>
          <pc:docMk/>
          <pc:sldMk cId="3047999574" sldId="1665"/>
        </pc:sldMkLst>
        <pc:spChg chg="mod">
          <ac:chgData name="Sanmukh Kuppannagari" userId="ad215094-da36-4b66-9c79-369a17aea26b" providerId="ADAL" clId="{AFDD13B8-1E7C-41EB-AB20-75C4B6C5C716}" dt="2025-10-07T13:39:58.799" v="1361" actId="207"/>
          <ac:spMkLst>
            <pc:docMk/>
            <pc:sldMk cId="3047999574" sldId="1665"/>
            <ac:spMk id="3" creationId="{282B15AA-1978-B238-6D2B-5C7C739365FA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13803335" sldId="1666"/>
        </pc:sldMkLst>
      </pc:sldChg>
      <pc:sldChg chg="modSp add mod">
        <pc:chgData name="Sanmukh Kuppannagari" userId="ad215094-da36-4b66-9c79-369a17aea26b" providerId="ADAL" clId="{AFDD13B8-1E7C-41EB-AB20-75C4B6C5C716}" dt="2025-10-07T13:40:37.382" v="1496" actId="20577"/>
        <pc:sldMkLst>
          <pc:docMk/>
          <pc:sldMk cId="3129444039" sldId="1666"/>
        </pc:sldMkLst>
        <pc:spChg chg="mod">
          <ac:chgData name="Sanmukh Kuppannagari" userId="ad215094-da36-4b66-9c79-369a17aea26b" providerId="ADAL" clId="{AFDD13B8-1E7C-41EB-AB20-75C4B6C5C716}" dt="2025-10-07T13:40:11.618" v="1364" actId="207"/>
          <ac:spMkLst>
            <pc:docMk/>
            <pc:sldMk cId="3129444039" sldId="1666"/>
            <ac:spMk id="3" creationId="{CF3C39EA-AED8-4FCE-1FCC-5F4197E45137}"/>
          </ac:spMkLst>
        </pc:spChg>
        <pc:spChg chg="mod">
          <ac:chgData name="Sanmukh Kuppannagari" userId="ad215094-da36-4b66-9c79-369a17aea26b" providerId="ADAL" clId="{AFDD13B8-1E7C-41EB-AB20-75C4B6C5C716}" dt="2025-10-07T13:40:37.382" v="1496" actId="20577"/>
          <ac:spMkLst>
            <pc:docMk/>
            <pc:sldMk cId="3129444039" sldId="1666"/>
            <ac:spMk id="4" creationId="{A635EBA4-158F-66C8-E3C3-DDAB0B9F1E5D}"/>
          </ac:spMkLst>
        </pc:spChg>
      </pc:sldChg>
      <pc:sldChg chg="add">
        <pc:chgData name="Sanmukh Kuppannagari" userId="ad215094-da36-4b66-9c79-369a17aea26b" providerId="ADAL" clId="{AFDD13B8-1E7C-41EB-AB20-75C4B6C5C716}" dt="2025-10-07T13:40:45.656" v="1497"/>
        <pc:sldMkLst>
          <pc:docMk/>
          <pc:sldMk cId="1534226262" sldId="166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713036896" sldId="166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501699220" sldId="1668"/>
        </pc:sldMkLst>
      </pc:sldChg>
      <pc:sldChg chg="modSp add mod">
        <pc:chgData name="Sanmukh Kuppannagari" userId="ad215094-da36-4b66-9c79-369a17aea26b" providerId="ADAL" clId="{AFDD13B8-1E7C-41EB-AB20-75C4B6C5C716}" dt="2025-10-07T13:42:01.694" v="1622" actId="20577"/>
        <pc:sldMkLst>
          <pc:docMk/>
          <pc:sldMk cId="1267407034" sldId="1668"/>
        </pc:sldMkLst>
        <pc:spChg chg="mod">
          <ac:chgData name="Sanmukh Kuppannagari" userId="ad215094-da36-4b66-9c79-369a17aea26b" providerId="ADAL" clId="{AFDD13B8-1E7C-41EB-AB20-75C4B6C5C716}" dt="2025-10-07T13:41:01.744" v="1500" actId="207"/>
          <ac:spMkLst>
            <pc:docMk/>
            <pc:sldMk cId="1267407034" sldId="1668"/>
            <ac:spMk id="3" creationId="{823B7812-1162-0A9B-D5C1-7EF546D2843F}"/>
          </ac:spMkLst>
        </pc:spChg>
        <pc:spChg chg="mod">
          <ac:chgData name="Sanmukh Kuppannagari" userId="ad215094-da36-4b66-9c79-369a17aea26b" providerId="ADAL" clId="{AFDD13B8-1E7C-41EB-AB20-75C4B6C5C716}" dt="2025-10-07T13:42:01.694" v="1622" actId="20577"/>
          <ac:spMkLst>
            <pc:docMk/>
            <pc:sldMk cId="1267407034" sldId="1668"/>
            <ac:spMk id="4" creationId="{BE98FE6F-91E0-8EE7-174B-0B4CDA9A3453}"/>
          </ac:spMkLst>
        </pc:spChg>
      </pc:sldChg>
      <pc:sldChg chg="modSp new mod">
        <pc:chgData name="Sanmukh Kuppannagari" userId="ad215094-da36-4b66-9c79-369a17aea26b" providerId="ADAL" clId="{AFDD13B8-1E7C-41EB-AB20-75C4B6C5C716}" dt="2025-10-07T13:45:15.542" v="1977" actId="20577"/>
        <pc:sldMkLst>
          <pc:docMk/>
          <pc:sldMk cId="3091879926" sldId="1669"/>
        </pc:sldMkLst>
        <pc:spChg chg="mod">
          <ac:chgData name="Sanmukh Kuppannagari" userId="ad215094-da36-4b66-9c79-369a17aea26b" providerId="ADAL" clId="{AFDD13B8-1E7C-41EB-AB20-75C4B6C5C716}" dt="2025-10-07T13:43:10.444" v="1648" actId="20577"/>
          <ac:spMkLst>
            <pc:docMk/>
            <pc:sldMk cId="3091879926" sldId="1669"/>
            <ac:spMk id="2" creationId="{AC5AA5AF-AAB7-540B-4F03-CBEB8B7A0B18}"/>
          </ac:spMkLst>
        </pc:spChg>
        <pc:spChg chg="mod">
          <ac:chgData name="Sanmukh Kuppannagari" userId="ad215094-da36-4b66-9c79-369a17aea26b" providerId="ADAL" clId="{AFDD13B8-1E7C-41EB-AB20-75C4B6C5C716}" dt="2025-10-07T13:45:15.542" v="1977" actId="20577"/>
          <ac:spMkLst>
            <pc:docMk/>
            <pc:sldMk cId="3091879926" sldId="1669"/>
            <ac:spMk id="3" creationId="{80211495-FA37-1D59-A320-F367F629BF66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109609256" sldId="166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699723536" sldId="1670"/>
        </pc:sldMkLst>
      </pc:sldChg>
      <pc:sldChg chg="modSp new mod">
        <pc:chgData name="Sanmukh Kuppannagari" userId="ad215094-da36-4b66-9c79-369a17aea26b" providerId="ADAL" clId="{AFDD13B8-1E7C-41EB-AB20-75C4B6C5C716}" dt="2025-10-07T13:46:37.784" v="2113" actId="20577"/>
        <pc:sldMkLst>
          <pc:docMk/>
          <pc:sldMk cId="1267707599" sldId="1670"/>
        </pc:sldMkLst>
        <pc:spChg chg="mod">
          <ac:chgData name="Sanmukh Kuppannagari" userId="ad215094-da36-4b66-9c79-369a17aea26b" providerId="ADAL" clId="{AFDD13B8-1E7C-41EB-AB20-75C4B6C5C716}" dt="2025-10-07T13:45:38.948" v="1979"/>
          <ac:spMkLst>
            <pc:docMk/>
            <pc:sldMk cId="1267707599" sldId="1670"/>
            <ac:spMk id="2" creationId="{96987218-62EB-1D39-C5E7-ADA7F183DF50}"/>
          </ac:spMkLst>
        </pc:spChg>
        <pc:spChg chg="mod">
          <ac:chgData name="Sanmukh Kuppannagari" userId="ad215094-da36-4b66-9c79-369a17aea26b" providerId="ADAL" clId="{AFDD13B8-1E7C-41EB-AB20-75C4B6C5C716}" dt="2025-10-07T13:46:37.784" v="2113" actId="20577"/>
          <ac:spMkLst>
            <pc:docMk/>
            <pc:sldMk cId="1267707599" sldId="1670"/>
            <ac:spMk id="3" creationId="{C4E54522-8287-E285-0C7A-C91D993ECF9E}"/>
          </ac:spMkLst>
        </pc:spChg>
      </pc:sldChg>
      <pc:sldChg chg="addSp modSp new mod">
        <pc:chgData name="Sanmukh Kuppannagari" userId="ad215094-da36-4b66-9c79-369a17aea26b" providerId="ADAL" clId="{AFDD13B8-1E7C-41EB-AB20-75C4B6C5C716}" dt="2025-10-07T13:48:56.277" v="2376" actId="20577"/>
        <pc:sldMkLst>
          <pc:docMk/>
          <pc:sldMk cId="1007048104" sldId="1671"/>
        </pc:sldMkLst>
        <pc:spChg chg="mod">
          <ac:chgData name="Sanmukh Kuppannagari" userId="ad215094-da36-4b66-9c79-369a17aea26b" providerId="ADAL" clId="{AFDD13B8-1E7C-41EB-AB20-75C4B6C5C716}" dt="2025-10-07T13:46:55.235" v="2115"/>
          <ac:spMkLst>
            <pc:docMk/>
            <pc:sldMk cId="1007048104" sldId="1671"/>
            <ac:spMk id="2" creationId="{813AA5CF-38D6-2252-A016-0C8872DF971B}"/>
          </ac:spMkLst>
        </pc:spChg>
        <pc:spChg chg="mod">
          <ac:chgData name="Sanmukh Kuppannagari" userId="ad215094-da36-4b66-9c79-369a17aea26b" providerId="ADAL" clId="{AFDD13B8-1E7C-41EB-AB20-75C4B6C5C716}" dt="2025-10-07T13:47:30.364" v="2182" actId="1076"/>
          <ac:spMkLst>
            <pc:docMk/>
            <pc:sldMk cId="1007048104" sldId="1671"/>
            <ac:spMk id="3" creationId="{7BA3E533-EAF3-845A-48CF-621A8A4B7DF5}"/>
          </ac:spMkLst>
        </pc:spChg>
        <pc:spChg chg="add mod">
          <ac:chgData name="Sanmukh Kuppannagari" userId="ad215094-da36-4b66-9c79-369a17aea26b" providerId="ADAL" clId="{AFDD13B8-1E7C-41EB-AB20-75C4B6C5C716}" dt="2025-10-07T13:48:56.277" v="2376" actId="20577"/>
          <ac:spMkLst>
            <pc:docMk/>
            <pc:sldMk cId="1007048104" sldId="1671"/>
            <ac:spMk id="6" creationId="{3D9395BB-BA25-A12C-5F52-E78150E25A5D}"/>
          </ac:spMkLst>
        </pc:spChg>
        <pc:picChg chg="add mod">
          <ac:chgData name="Sanmukh Kuppannagari" userId="ad215094-da36-4b66-9c79-369a17aea26b" providerId="ADAL" clId="{AFDD13B8-1E7C-41EB-AB20-75C4B6C5C716}" dt="2025-10-07T13:47:49.833" v="2191" actId="1076"/>
          <ac:picMkLst>
            <pc:docMk/>
            <pc:sldMk cId="1007048104" sldId="1671"/>
            <ac:picMk id="4" creationId="{3BFEA8ED-4CDC-C970-7D43-CA7CD29C16A1}"/>
          </ac:picMkLst>
        </pc:picChg>
        <pc:picChg chg="add mod">
          <ac:chgData name="Sanmukh Kuppannagari" userId="ad215094-da36-4b66-9c79-369a17aea26b" providerId="ADAL" clId="{AFDD13B8-1E7C-41EB-AB20-75C4B6C5C716}" dt="2025-10-07T13:47:51.503" v="2192" actId="1076"/>
          <ac:picMkLst>
            <pc:docMk/>
            <pc:sldMk cId="1007048104" sldId="1671"/>
            <ac:picMk id="5" creationId="{2D35950C-A043-22E9-3CCB-ADA7A654413C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77703802" sldId="167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25298737" sldId="1672"/>
        </pc:sldMkLst>
      </pc:sldChg>
      <pc:sldChg chg="addSp modSp new mod">
        <pc:chgData name="Sanmukh Kuppannagari" userId="ad215094-da36-4b66-9c79-369a17aea26b" providerId="ADAL" clId="{AFDD13B8-1E7C-41EB-AB20-75C4B6C5C716}" dt="2025-10-07T13:50:53.412" v="2514" actId="1076"/>
        <pc:sldMkLst>
          <pc:docMk/>
          <pc:sldMk cId="2438713998" sldId="1672"/>
        </pc:sldMkLst>
        <pc:spChg chg="mod">
          <ac:chgData name="Sanmukh Kuppannagari" userId="ad215094-da36-4b66-9c79-369a17aea26b" providerId="ADAL" clId="{AFDD13B8-1E7C-41EB-AB20-75C4B6C5C716}" dt="2025-10-07T13:49:19.848" v="2378"/>
          <ac:spMkLst>
            <pc:docMk/>
            <pc:sldMk cId="2438713998" sldId="1672"/>
            <ac:spMk id="2" creationId="{83809C82-081E-3F8C-3993-15F34614F4D7}"/>
          </ac:spMkLst>
        </pc:spChg>
        <pc:spChg chg="mod">
          <ac:chgData name="Sanmukh Kuppannagari" userId="ad215094-da36-4b66-9c79-369a17aea26b" providerId="ADAL" clId="{AFDD13B8-1E7C-41EB-AB20-75C4B6C5C716}" dt="2025-10-07T13:50:11.535" v="2505" actId="14100"/>
          <ac:spMkLst>
            <pc:docMk/>
            <pc:sldMk cId="2438713998" sldId="1672"/>
            <ac:spMk id="3" creationId="{AAAC9CB4-242E-EC9B-7BC2-ACF8493C5640}"/>
          </ac:spMkLst>
        </pc:spChg>
        <pc:picChg chg="add mod modCrop">
          <ac:chgData name="Sanmukh Kuppannagari" userId="ad215094-da36-4b66-9c79-369a17aea26b" providerId="ADAL" clId="{AFDD13B8-1E7C-41EB-AB20-75C4B6C5C716}" dt="2025-10-07T13:50:53.412" v="2514" actId="1076"/>
          <ac:picMkLst>
            <pc:docMk/>
            <pc:sldMk cId="2438713998" sldId="1672"/>
            <ac:picMk id="4" creationId="{9706E9F2-3954-F436-D96F-8B8B00496198}"/>
          </ac:picMkLst>
        </pc:picChg>
      </pc:sldChg>
      <pc:sldChg chg="addSp modSp new mod">
        <pc:chgData name="Sanmukh Kuppannagari" userId="ad215094-da36-4b66-9c79-369a17aea26b" providerId="ADAL" clId="{AFDD13B8-1E7C-41EB-AB20-75C4B6C5C716}" dt="2025-10-07T13:52:19.840" v="2570" actId="27636"/>
        <pc:sldMkLst>
          <pc:docMk/>
          <pc:sldMk cId="1018421256" sldId="1673"/>
        </pc:sldMkLst>
        <pc:spChg chg="mod">
          <ac:chgData name="Sanmukh Kuppannagari" userId="ad215094-da36-4b66-9c79-369a17aea26b" providerId="ADAL" clId="{AFDD13B8-1E7C-41EB-AB20-75C4B6C5C716}" dt="2025-10-07T13:51:06.854" v="2516"/>
          <ac:spMkLst>
            <pc:docMk/>
            <pc:sldMk cId="1018421256" sldId="1673"/>
            <ac:spMk id="2" creationId="{90751AED-928C-9C75-D0B3-57516013C727}"/>
          </ac:spMkLst>
        </pc:spChg>
        <pc:spChg chg="mod">
          <ac:chgData name="Sanmukh Kuppannagari" userId="ad215094-da36-4b66-9c79-369a17aea26b" providerId="ADAL" clId="{AFDD13B8-1E7C-41EB-AB20-75C4B6C5C716}" dt="2025-10-07T13:52:19.840" v="2570" actId="27636"/>
          <ac:spMkLst>
            <pc:docMk/>
            <pc:sldMk cId="1018421256" sldId="1673"/>
            <ac:spMk id="3" creationId="{C86A3958-F341-4531-7C5D-D2B6ACDF14ED}"/>
          </ac:spMkLst>
        </pc:spChg>
        <pc:picChg chg="add mod">
          <ac:chgData name="Sanmukh Kuppannagari" userId="ad215094-da36-4b66-9c79-369a17aea26b" providerId="ADAL" clId="{AFDD13B8-1E7C-41EB-AB20-75C4B6C5C716}" dt="2025-10-07T13:52:05.971" v="2565" actId="14100"/>
          <ac:picMkLst>
            <pc:docMk/>
            <pc:sldMk cId="1018421256" sldId="1673"/>
            <ac:picMk id="4" creationId="{D11C4479-87A7-1729-D1A8-DF2FF09DE28D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451224726" sldId="1673"/>
        </pc:sldMkLst>
      </pc:sldChg>
      <pc:sldChg chg="addSp modSp new mod">
        <pc:chgData name="Sanmukh Kuppannagari" userId="ad215094-da36-4b66-9c79-369a17aea26b" providerId="ADAL" clId="{AFDD13B8-1E7C-41EB-AB20-75C4B6C5C716}" dt="2025-10-07T13:53:08.596" v="2577" actId="14100"/>
        <pc:sldMkLst>
          <pc:docMk/>
          <pc:sldMk cId="446159556" sldId="1674"/>
        </pc:sldMkLst>
        <pc:spChg chg="mod">
          <ac:chgData name="Sanmukh Kuppannagari" userId="ad215094-da36-4b66-9c79-369a17aea26b" providerId="ADAL" clId="{AFDD13B8-1E7C-41EB-AB20-75C4B6C5C716}" dt="2025-10-07T13:52:35.477" v="2572"/>
          <ac:spMkLst>
            <pc:docMk/>
            <pc:sldMk cId="446159556" sldId="1674"/>
            <ac:spMk id="2" creationId="{2F159CB3-F3FB-D0E9-9E4E-EF2545777F41}"/>
          </ac:spMkLst>
        </pc:spChg>
        <pc:spChg chg="mod">
          <ac:chgData name="Sanmukh Kuppannagari" userId="ad215094-da36-4b66-9c79-369a17aea26b" providerId="ADAL" clId="{AFDD13B8-1E7C-41EB-AB20-75C4B6C5C716}" dt="2025-10-07T13:52:55.750" v="2574" actId="14100"/>
          <ac:spMkLst>
            <pc:docMk/>
            <pc:sldMk cId="446159556" sldId="1674"/>
            <ac:spMk id="3" creationId="{43769E55-03A1-D981-B619-3320D9DFF458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5" creationId="{D43EB7FB-184E-1B08-C301-B68C3DC05058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6" creationId="{849201DA-39DE-EA69-63E5-317980100318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7" creationId="{122465C4-E426-D578-AE0B-B28B737C3472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8" creationId="{12A60C5C-4062-2448-226E-17BBF3E7C266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9" creationId="{A002A05E-4A2E-B870-0C86-87020C92A724}"/>
          </ac:spMkLst>
        </pc:spChg>
        <pc:spChg chg="add mod">
          <ac:chgData name="Sanmukh Kuppannagari" userId="ad215094-da36-4b66-9c79-369a17aea26b" providerId="ADAL" clId="{AFDD13B8-1E7C-41EB-AB20-75C4B6C5C716}" dt="2025-10-07T13:53:05.565" v="2576" actId="1076"/>
          <ac:spMkLst>
            <pc:docMk/>
            <pc:sldMk cId="446159556" sldId="1674"/>
            <ac:spMk id="10" creationId="{F09320D9-36D3-0D87-2816-694AB8164607}"/>
          </ac:spMkLst>
        </pc:spChg>
        <pc:picChg chg="add mod">
          <ac:chgData name="Sanmukh Kuppannagari" userId="ad215094-da36-4b66-9c79-369a17aea26b" providerId="ADAL" clId="{AFDD13B8-1E7C-41EB-AB20-75C4B6C5C716}" dt="2025-10-07T13:53:08.596" v="2577" actId="14100"/>
          <ac:picMkLst>
            <pc:docMk/>
            <pc:sldMk cId="446159556" sldId="1674"/>
            <ac:picMk id="4" creationId="{BCCBF135-F568-8D53-418A-59164D6D543E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663435473" sldId="1674"/>
        </pc:sldMkLst>
      </pc:sldChg>
      <pc:sldChg chg="addSp modSp new mod">
        <pc:chgData name="Sanmukh Kuppannagari" userId="ad215094-da36-4b66-9c79-369a17aea26b" providerId="ADAL" clId="{AFDD13B8-1E7C-41EB-AB20-75C4B6C5C716}" dt="2025-10-07T13:54:51.931" v="2672" actId="1076"/>
        <pc:sldMkLst>
          <pc:docMk/>
          <pc:sldMk cId="2560593250" sldId="1675"/>
        </pc:sldMkLst>
        <pc:spChg chg="mod">
          <ac:chgData name="Sanmukh Kuppannagari" userId="ad215094-da36-4b66-9c79-369a17aea26b" providerId="ADAL" clId="{AFDD13B8-1E7C-41EB-AB20-75C4B6C5C716}" dt="2025-10-07T13:53:16.698" v="2579"/>
          <ac:spMkLst>
            <pc:docMk/>
            <pc:sldMk cId="2560593250" sldId="1675"/>
            <ac:spMk id="2" creationId="{E613661F-6A90-66D5-8E17-93A8C28C7134}"/>
          </ac:spMkLst>
        </pc:spChg>
        <pc:spChg chg="mod">
          <ac:chgData name="Sanmukh Kuppannagari" userId="ad215094-da36-4b66-9c79-369a17aea26b" providerId="ADAL" clId="{AFDD13B8-1E7C-41EB-AB20-75C4B6C5C716}" dt="2025-10-07T13:54:28.939" v="2667" actId="20577"/>
          <ac:spMkLst>
            <pc:docMk/>
            <pc:sldMk cId="2560593250" sldId="1675"/>
            <ac:spMk id="3" creationId="{1D8F602C-217D-9646-DD16-2B1DFFA63ED8}"/>
          </ac:spMkLst>
        </pc:spChg>
        <pc:picChg chg="add mod">
          <ac:chgData name="Sanmukh Kuppannagari" userId="ad215094-da36-4b66-9c79-369a17aea26b" providerId="ADAL" clId="{AFDD13B8-1E7C-41EB-AB20-75C4B6C5C716}" dt="2025-10-07T13:54:44.798" v="2668" actId="1076"/>
          <ac:picMkLst>
            <pc:docMk/>
            <pc:sldMk cId="2560593250" sldId="1675"/>
            <ac:picMk id="4" creationId="{EE1A00DE-61EB-343F-254C-0D038EE964C0}"/>
          </ac:picMkLst>
        </pc:picChg>
        <pc:picChg chg="add mod">
          <ac:chgData name="Sanmukh Kuppannagari" userId="ad215094-da36-4b66-9c79-369a17aea26b" providerId="ADAL" clId="{AFDD13B8-1E7C-41EB-AB20-75C4B6C5C716}" dt="2025-10-07T13:54:51.931" v="2672" actId="1076"/>
          <ac:picMkLst>
            <pc:docMk/>
            <pc:sldMk cId="2560593250" sldId="1675"/>
            <ac:picMk id="5" creationId="{79E6FCEC-1D02-D37C-7D9D-4F29E977704B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29793479" sldId="1675"/>
        </pc:sldMkLst>
      </pc:sldChg>
      <pc:sldChg chg="addSp modSp new mod">
        <pc:chgData name="Sanmukh Kuppannagari" userId="ad215094-da36-4b66-9c79-369a17aea26b" providerId="ADAL" clId="{AFDD13B8-1E7C-41EB-AB20-75C4B6C5C716}" dt="2025-10-07T13:57:00.119" v="2832"/>
        <pc:sldMkLst>
          <pc:docMk/>
          <pc:sldMk cId="2790212108" sldId="1676"/>
        </pc:sldMkLst>
        <pc:spChg chg="mod">
          <ac:chgData name="Sanmukh Kuppannagari" userId="ad215094-da36-4b66-9c79-369a17aea26b" providerId="ADAL" clId="{AFDD13B8-1E7C-41EB-AB20-75C4B6C5C716}" dt="2025-10-07T13:55:51.425" v="2674"/>
          <ac:spMkLst>
            <pc:docMk/>
            <pc:sldMk cId="2790212108" sldId="1676"/>
            <ac:spMk id="2" creationId="{4EDB4736-5A68-69BF-5637-472180B89595}"/>
          </ac:spMkLst>
        </pc:spChg>
        <pc:spChg chg="mod">
          <ac:chgData name="Sanmukh Kuppannagari" userId="ad215094-da36-4b66-9c79-369a17aea26b" providerId="ADAL" clId="{AFDD13B8-1E7C-41EB-AB20-75C4B6C5C716}" dt="2025-10-07T13:57:00.119" v="2832"/>
          <ac:spMkLst>
            <pc:docMk/>
            <pc:sldMk cId="2790212108" sldId="1676"/>
            <ac:spMk id="3" creationId="{AF08FFCB-09AE-57E3-6B9B-45DA013A0342}"/>
          </ac:spMkLst>
        </pc:spChg>
        <pc:picChg chg="add mod">
          <ac:chgData name="Sanmukh Kuppannagari" userId="ad215094-da36-4b66-9c79-369a17aea26b" providerId="ADAL" clId="{AFDD13B8-1E7C-41EB-AB20-75C4B6C5C716}" dt="2025-10-07T13:56:25.541" v="2766"/>
          <ac:picMkLst>
            <pc:docMk/>
            <pc:sldMk cId="2790212108" sldId="1676"/>
            <ac:picMk id="4" creationId="{790C8AA2-FE24-AE37-FB7F-62C83424BAB4}"/>
          </ac:picMkLst>
        </pc:picChg>
        <pc:cxnChg chg="add mod">
          <ac:chgData name="Sanmukh Kuppannagari" userId="ad215094-da36-4b66-9c79-369a17aea26b" providerId="ADAL" clId="{AFDD13B8-1E7C-41EB-AB20-75C4B6C5C716}" dt="2025-10-07T13:56:35.893" v="2769" actId="1582"/>
          <ac:cxnSpMkLst>
            <pc:docMk/>
            <pc:sldMk cId="2790212108" sldId="1676"/>
            <ac:cxnSpMk id="6" creationId="{D3756E04-28ED-7EC7-10F8-08960DAE3A85}"/>
          </ac:cxnSpMkLst>
        </pc:cxn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07505505" sldId="167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993539528" sldId="1677"/>
        </pc:sldMkLst>
      </pc:sldChg>
      <pc:sldChg chg="addSp modSp new mod">
        <pc:chgData name="Sanmukh Kuppannagari" userId="ad215094-da36-4b66-9c79-369a17aea26b" providerId="ADAL" clId="{AFDD13B8-1E7C-41EB-AB20-75C4B6C5C716}" dt="2025-10-07T13:58:51.897" v="3157" actId="20577"/>
        <pc:sldMkLst>
          <pc:docMk/>
          <pc:sldMk cId="3814563517" sldId="1677"/>
        </pc:sldMkLst>
        <pc:spChg chg="mod">
          <ac:chgData name="Sanmukh Kuppannagari" userId="ad215094-da36-4b66-9c79-369a17aea26b" providerId="ADAL" clId="{AFDD13B8-1E7C-41EB-AB20-75C4B6C5C716}" dt="2025-10-07T13:57:27.998" v="2834"/>
          <ac:spMkLst>
            <pc:docMk/>
            <pc:sldMk cId="3814563517" sldId="1677"/>
            <ac:spMk id="2" creationId="{4079A1BA-C9B2-8EF9-039E-5F73F0F2333A}"/>
          </ac:spMkLst>
        </pc:spChg>
        <pc:spChg chg="mod">
          <ac:chgData name="Sanmukh Kuppannagari" userId="ad215094-da36-4b66-9c79-369a17aea26b" providerId="ADAL" clId="{AFDD13B8-1E7C-41EB-AB20-75C4B6C5C716}" dt="2025-10-07T13:58:51.897" v="3157" actId="20577"/>
          <ac:spMkLst>
            <pc:docMk/>
            <pc:sldMk cId="3814563517" sldId="1677"/>
            <ac:spMk id="3" creationId="{210C6F6B-301D-A7CC-2607-D54B5551A8E8}"/>
          </ac:spMkLst>
        </pc:spChg>
        <pc:picChg chg="add mod">
          <ac:chgData name="Sanmukh Kuppannagari" userId="ad215094-da36-4b66-9c79-369a17aea26b" providerId="ADAL" clId="{AFDD13B8-1E7C-41EB-AB20-75C4B6C5C716}" dt="2025-10-07T13:58:03.055" v="2949" actId="1076"/>
          <ac:picMkLst>
            <pc:docMk/>
            <pc:sldMk cId="3814563517" sldId="1677"/>
            <ac:picMk id="4" creationId="{C4DC74B8-384D-3F5C-A21F-0B8C4115D292}"/>
          </ac:picMkLst>
        </pc:picChg>
      </pc:sldChg>
      <pc:sldChg chg="addSp modSp new mod">
        <pc:chgData name="Sanmukh Kuppannagari" userId="ad215094-da36-4b66-9c79-369a17aea26b" providerId="ADAL" clId="{AFDD13B8-1E7C-41EB-AB20-75C4B6C5C716}" dt="2025-10-07T14:00:35.338" v="3390" actId="20577"/>
        <pc:sldMkLst>
          <pc:docMk/>
          <pc:sldMk cId="513746580" sldId="1678"/>
        </pc:sldMkLst>
        <pc:spChg chg="mod">
          <ac:chgData name="Sanmukh Kuppannagari" userId="ad215094-da36-4b66-9c79-369a17aea26b" providerId="ADAL" clId="{AFDD13B8-1E7C-41EB-AB20-75C4B6C5C716}" dt="2025-10-07T13:59:10.158" v="3159"/>
          <ac:spMkLst>
            <pc:docMk/>
            <pc:sldMk cId="513746580" sldId="1678"/>
            <ac:spMk id="2" creationId="{56A78BAB-9A73-A00F-836F-6A188378C18F}"/>
          </ac:spMkLst>
        </pc:spChg>
        <pc:spChg chg="mod">
          <ac:chgData name="Sanmukh Kuppannagari" userId="ad215094-da36-4b66-9c79-369a17aea26b" providerId="ADAL" clId="{AFDD13B8-1E7C-41EB-AB20-75C4B6C5C716}" dt="2025-10-07T14:00:35.338" v="3390" actId="20577"/>
          <ac:spMkLst>
            <pc:docMk/>
            <pc:sldMk cId="513746580" sldId="1678"/>
            <ac:spMk id="3" creationId="{E88D80FF-C552-96AF-E549-E3E84C4ACAD9}"/>
          </ac:spMkLst>
        </pc:spChg>
        <pc:picChg chg="add mod">
          <ac:chgData name="Sanmukh Kuppannagari" userId="ad215094-da36-4b66-9c79-369a17aea26b" providerId="ADAL" clId="{AFDD13B8-1E7C-41EB-AB20-75C4B6C5C716}" dt="2025-10-07T13:59:32.306" v="3177" actId="1076"/>
          <ac:picMkLst>
            <pc:docMk/>
            <pc:sldMk cId="513746580" sldId="1678"/>
            <ac:picMk id="4" creationId="{481ADA3B-053C-9D1A-345D-BB123D78F5E9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578221493" sldId="1678"/>
        </pc:sldMkLst>
      </pc:sldChg>
      <pc:sldChg chg="addSp modSp new mod">
        <pc:chgData name="Sanmukh Kuppannagari" userId="ad215094-da36-4b66-9c79-369a17aea26b" providerId="ADAL" clId="{AFDD13B8-1E7C-41EB-AB20-75C4B6C5C716}" dt="2025-10-07T14:01:27.576" v="3517" actId="20577"/>
        <pc:sldMkLst>
          <pc:docMk/>
          <pc:sldMk cId="974985622" sldId="1679"/>
        </pc:sldMkLst>
        <pc:spChg chg="mod">
          <ac:chgData name="Sanmukh Kuppannagari" userId="ad215094-da36-4b66-9c79-369a17aea26b" providerId="ADAL" clId="{AFDD13B8-1E7C-41EB-AB20-75C4B6C5C716}" dt="2025-10-07T14:00:46.474" v="3392"/>
          <ac:spMkLst>
            <pc:docMk/>
            <pc:sldMk cId="974985622" sldId="1679"/>
            <ac:spMk id="2" creationId="{5F9FB9D0-76F9-AE87-D5BF-93998941B5E9}"/>
          </ac:spMkLst>
        </pc:spChg>
        <pc:spChg chg="mod">
          <ac:chgData name="Sanmukh Kuppannagari" userId="ad215094-da36-4b66-9c79-369a17aea26b" providerId="ADAL" clId="{AFDD13B8-1E7C-41EB-AB20-75C4B6C5C716}" dt="2025-10-07T14:01:27.576" v="3517" actId="20577"/>
          <ac:spMkLst>
            <pc:docMk/>
            <pc:sldMk cId="974985622" sldId="1679"/>
            <ac:spMk id="3" creationId="{A31EDF47-EEB0-CC83-50B9-FCA41D803464}"/>
          </ac:spMkLst>
        </pc:spChg>
        <pc:picChg chg="add mod">
          <ac:chgData name="Sanmukh Kuppannagari" userId="ad215094-da36-4b66-9c79-369a17aea26b" providerId="ADAL" clId="{AFDD13B8-1E7C-41EB-AB20-75C4B6C5C716}" dt="2025-10-07T14:01:03.913" v="3409" actId="1076"/>
          <ac:picMkLst>
            <pc:docMk/>
            <pc:sldMk cId="974985622" sldId="1679"/>
            <ac:picMk id="4" creationId="{EDCB26FE-6155-B740-D3A9-488F713EB095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613053475" sldId="1679"/>
        </pc:sldMkLst>
      </pc:sldChg>
      <pc:sldChg chg="addSp modSp new mod">
        <pc:chgData name="Sanmukh Kuppannagari" userId="ad215094-da36-4b66-9c79-369a17aea26b" providerId="ADAL" clId="{AFDD13B8-1E7C-41EB-AB20-75C4B6C5C716}" dt="2025-10-07T14:02:52.665" v="3577" actId="1076"/>
        <pc:sldMkLst>
          <pc:docMk/>
          <pc:sldMk cId="614950035" sldId="1680"/>
        </pc:sldMkLst>
        <pc:spChg chg="mod">
          <ac:chgData name="Sanmukh Kuppannagari" userId="ad215094-da36-4b66-9c79-369a17aea26b" providerId="ADAL" clId="{AFDD13B8-1E7C-41EB-AB20-75C4B6C5C716}" dt="2025-10-07T14:02:00.285" v="3558" actId="20577"/>
          <ac:spMkLst>
            <pc:docMk/>
            <pc:sldMk cId="614950035" sldId="1680"/>
            <ac:spMk id="2" creationId="{77E66DEC-358B-D642-8130-EACB3FFF8B5B}"/>
          </ac:spMkLst>
        </pc:spChg>
        <pc:spChg chg="mod">
          <ac:chgData name="Sanmukh Kuppannagari" userId="ad215094-da36-4b66-9c79-369a17aea26b" providerId="ADAL" clId="{AFDD13B8-1E7C-41EB-AB20-75C4B6C5C716}" dt="2025-10-07T14:02:24.098" v="3566" actId="15"/>
          <ac:spMkLst>
            <pc:docMk/>
            <pc:sldMk cId="614950035" sldId="1680"/>
            <ac:spMk id="3" creationId="{28AB1F67-7D5C-B5DC-92C6-4194B3FCEB35}"/>
          </ac:spMkLst>
        </pc:spChg>
        <pc:picChg chg="add mod">
          <ac:chgData name="Sanmukh Kuppannagari" userId="ad215094-da36-4b66-9c79-369a17aea26b" providerId="ADAL" clId="{AFDD13B8-1E7C-41EB-AB20-75C4B6C5C716}" dt="2025-10-07T14:02:52.665" v="3577" actId="1076"/>
          <ac:picMkLst>
            <pc:docMk/>
            <pc:sldMk cId="614950035" sldId="1680"/>
            <ac:picMk id="4" creationId="{ACC329F1-4581-8034-8D39-DB50E5B970AE}"/>
          </ac:picMkLst>
        </pc:picChg>
        <pc:picChg chg="add mod">
          <ac:chgData name="Sanmukh Kuppannagari" userId="ad215094-da36-4b66-9c79-369a17aea26b" providerId="ADAL" clId="{AFDD13B8-1E7C-41EB-AB20-75C4B6C5C716}" dt="2025-10-07T14:02:47.393" v="3575" actId="14100"/>
          <ac:picMkLst>
            <pc:docMk/>
            <pc:sldMk cId="614950035" sldId="1680"/>
            <ac:picMk id="5" creationId="{C641C3C9-2C9A-7157-5C7D-F106C516A253}"/>
          </ac:picMkLst>
        </pc:picChg>
        <pc:picChg chg="add mod">
          <ac:chgData name="Sanmukh Kuppannagari" userId="ad215094-da36-4b66-9c79-369a17aea26b" providerId="ADAL" clId="{AFDD13B8-1E7C-41EB-AB20-75C4B6C5C716}" dt="2025-10-07T14:02:44.842" v="3574" actId="1076"/>
          <ac:picMkLst>
            <pc:docMk/>
            <pc:sldMk cId="614950035" sldId="1680"/>
            <ac:picMk id="6" creationId="{0396F925-4F3A-A668-4CDD-22CEE1BD55EB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288821136" sldId="168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13649291" sldId="1681"/>
        </pc:sldMkLst>
      </pc:sldChg>
      <pc:sldChg chg="addSp modSp new mod">
        <pc:chgData name="Sanmukh Kuppannagari" userId="ad215094-da36-4b66-9c79-369a17aea26b" providerId="ADAL" clId="{AFDD13B8-1E7C-41EB-AB20-75C4B6C5C716}" dt="2025-10-07T14:05:09.986" v="3588" actId="14100"/>
        <pc:sldMkLst>
          <pc:docMk/>
          <pc:sldMk cId="2214364634" sldId="1681"/>
        </pc:sldMkLst>
        <pc:spChg chg="mod">
          <ac:chgData name="Sanmukh Kuppannagari" userId="ad215094-da36-4b66-9c79-369a17aea26b" providerId="ADAL" clId="{AFDD13B8-1E7C-41EB-AB20-75C4B6C5C716}" dt="2025-10-07T14:04:40.278" v="3579"/>
          <ac:spMkLst>
            <pc:docMk/>
            <pc:sldMk cId="2214364634" sldId="1681"/>
            <ac:spMk id="2" creationId="{E28080DC-7443-2159-8420-AA13EF9B4A1C}"/>
          </ac:spMkLst>
        </pc:spChg>
        <pc:spChg chg="mod">
          <ac:chgData name="Sanmukh Kuppannagari" userId="ad215094-da36-4b66-9c79-369a17aea26b" providerId="ADAL" clId="{AFDD13B8-1E7C-41EB-AB20-75C4B6C5C716}" dt="2025-10-07T14:05:05.173" v="3586" actId="14100"/>
          <ac:spMkLst>
            <pc:docMk/>
            <pc:sldMk cId="2214364634" sldId="1681"/>
            <ac:spMk id="3" creationId="{B77F5473-6E3C-B969-85D1-87A2BF140257}"/>
          </ac:spMkLst>
        </pc:spChg>
        <pc:picChg chg="add mod">
          <ac:chgData name="Sanmukh Kuppannagari" userId="ad215094-da36-4b66-9c79-369a17aea26b" providerId="ADAL" clId="{AFDD13B8-1E7C-41EB-AB20-75C4B6C5C716}" dt="2025-10-07T14:05:09.986" v="3588" actId="14100"/>
          <ac:picMkLst>
            <pc:docMk/>
            <pc:sldMk cId="2214364634" sldId="1681"/>
            <ac:picMk id="4" creationId="{E959877D-C0B6-7A33-21BD-9741CD7FD943}"/>
          </ac:picMkLst>
        </pc:pic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412292095" sldId="168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696165352" sldId="168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14672669" sldId="168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583205725" sldId="168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13100837" sldId="168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53030918" sldId="168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62641461" sldId="168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97773020" sldId="168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17265767" sldId="169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7566484" sldId="169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51025375" sldId="169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7812208" sldId="169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76997423" sldId="169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23642248" sldId="169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929941479" sldId="169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3851575" sldId="169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859358629" sldId="169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73093418" sldId="169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53390099" sldId="170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70804191" sldId="170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50254930" sldId="170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22401565" sldId="170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21966975" sldId="170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58017049" sldId="170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62981770" sldId="170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759895860" sldId="170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94945271" sldId="170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441692069" sldId="170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41591355" sldId="171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89704452" sldId="171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32739401" sldId="171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66108753" sldId="171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59130442" sldId="171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994918385" sldId="171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12776930" sldId="171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22677445" sldId="1717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4AADFD82-FDC5-4959-98F3-0F9C04BB9859}"/>
    <pc:docChg chg="undo custSel addSld delSld modSld sldOrd">
      <pc:chgData name="Sanmukh Kuppannagari" userId="ad215094-da36-4b66-9c79-369a17aea26b" providerId="ADAL" clId="{4AADFD82-FDC5-4959-98F3-0F9C04BB9859}" dt="2025-09-25T03:26:17.211" v="3947" actId="1076"/>
      <pc:docMkLst>
        <pc:docMk/>
      </pc:docMkLst>
      <pc:sldChg chg="add del">
        <pc:chgData name="Sanmukh Kuppannagari" userId="ad215094-da36-4b66-9c79-369a17aea26b" providerId="ADAL" clId="{4AADFD82-FDC5-4959-98F3-0F9C04BB9859}" dt="2025-09-25T02:51:00.425" v="3225" actId="47"/>
        <pc:sldMkLst>
          <pc:docMk/>
          <pc:sldMk cId="882591950" sldId="1237"/>
        </pc:sldMkLst>
      </pc:sldChg>
      <pc:sldChg chg="modSp mod">
        <pc:chgData name="Sanmukh Kuppannagari" userId="ad215094-da36-4b66-9c79-369a17aea26b" providerId="ADAL" clId="{4AADFD82-FDC5-4959-98F3-0F9C04BB9859}" dt="2025-09-25T01:57:00.636" v="436" actId="113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073609131" sldId="1271"/>
        </pc:sldMkLst>
      </pc:sldChg>
      <pc:sldChg chg="add del">
        <pc:chgData name="Sanmukh Kuppannagari" userId="ad215094-da36-4b66-9c79-369a17aea26b" providerId="ADAL" clId="{4AADFD82-FDC5-4959-98F3-0F9C04BB9859}" dt="2025-09-25T02:00:41.573" v="496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8271014" sldId="1299"/>
        </pc:sldMkLst>
      </pc:sldChg>
      <pc:sldChg chg="add del">
        <pc:chgData name="Sanmukh Kuppannagari" userId="ad215094-da36-4b66-9c79-369a17aea26b" providerId="ADAL" clId="{4AADFD82-FDC5-4959-98F3-0F9C04BB9859}" dt="2025-09-25T02:50:58.036" v="3224" actId="47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120621833" sldId="130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4AADFD82-FDC5-4959-98F3-0F9C04BB9859}" dt="2025-09-24T21:16:27.372" v="300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091206708" sldId="1361"/>
        </pc:sldMkLst>
      </pc:sldChg>
      <pc:sldChg chg="addSp modSp add mod">
        <pc:chgData name="Sanmukh Kuppannagari" userId="ad215094-da36-4b66-9c79-369a17aea26b" providerId="ADAL" clId="{4AADFD82-FDC5-4959-98F3-0F9C04BB9859}" dt="2025-09-25T02:34:28.362" v="2673" actId="122"/>
        <pc:sldMkLst>
          <pc:docMk/>
          <pc:sldMk cId="1324345654" sldId="1363"/>
        </pc:sldMkLst>
      </pc:sldChg>
      <pc:sldChg chg="addSp modSp add">
        <pc:chgData name="Sanmukh Kuppannagari" userId="ad215094-da36-4b66-9c79-369a17aea26b" providerId="ADAL" clId="{4AADFD82-FDC5-4959-98F3-0F9C04BB9859}" dt="2025-09-25T02:34:32.266" v="2674"/>
        <pc:sldMkLst>
          <pc:docMk/>
          <pc:sldMk cId="1952027562" sldId="1364"/>
        </pc:sldMkLst>
      </pc:sldChg>
      <pc:sldChg chg="addSp modSp add">
        <pc:chgData name="Sanmukh Kuppannagari" userId="ad215094-da36-4b66-9c79-369a17aea26b" providerId="ADAL" clId="{4AADFD82-FDC5-4959-98F3-0F9C04BB9859}" dt="2025-09-25T02:34:33.995" v="2675"/>
        <pc:sldMkLst>
          <pc:docMk/>
          <pc:sldMk cId="2681935685" sldId="1365"/>
        </pc:sldMkLst>
      </pc:sldChg>
      <pc:sldChg chg="addSp delSp modSp add mod">
        <pc:chgData name="Sanmukh Kuppannagari" userId="ad215094-da36-4b66-9c79-369a17aea26b" providerId="ADAL" clId="{4AADFD82-FDC5-4959-98F3-0F9C04BB9859}" dt="2025-09-25T02:35:49.550" v="2685" actId="478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4AADFD82-FDC5-4959-98F3-0F9C04BB9859}" dt="2025-09-25T02:05:47.787" v="830"/>
        <pc:sldMkLst>
          <pc:docMk/>
          <pc:sldMk cId="906755194" sldId="137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47426298" sldId="1410"/>
        </pc:sldMkLst>
      </pc:sldChg>
      <pc:sldChg chg="modSp add mod">
        <pc:chgData name="Sanmukh Kuppannagari" userId="ad215094-da36-4b66-9c79-369a17aea26b" providerId="ADAL" clId="{4AADFD82-FDC5-4959-98F3-0F9C04BB9859}" dt="2025-09-25T02:57:10.714" v="3518" actId="20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99857702" sldId="1413"/>
        </pc:sldMkLst>
      </pc:sldChg>
      <pc:sldChg chg="modSp add mod">
        <pc:chgData name="Sanmukh Kuppannagari" userId="ad215094-da36-4b66-9c79-369a17aea26b" providerId="ADAL" clId="{4AADFD82-FDC5-4959-98F3-0F9C04BB9859}" dt="2025-09-25T02:57:29.454" v="3522" actId="20577"/>
        <pc:sldMkLst>
          <pc:docMk/>
          <pc:sldMk cId="2715450416" sldId="1414"/>
        </pc:sldMkLst>
      </pc:sldChg>
      <pc:sldChg chg="modSp mod">
        <pc:chgData name="Sanmukh Kuppannagari" userId="ad215094-da36-4b66-9c79-369a17aea26b" providerId="ADAL" clId="{4AADFD82-FDC5-4959-98F3-0F9C04BB9859}" dt="2025-09-24T21:10:18.936" v="15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4AADFD82-FDC5-4959-98F3-0F9C04BB9859}" dt="2025-09-24T21:10:18.936" v="15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del mod">
        <pc:chgData name="Sanmukh Kuppannagari" userId="ad215094-da36-4b66-9c79-369a17aea26b" providerId="ADAL" clId="{4AADFD82-FDC5-4959-98F3-0F9C04BB9859}" dt="2025-09-25T01:59:10.979" v="492" actId="47"/>
        <pc:sldMkLst>
          <pc:docMk/>
          <pc:sldMk cId="1756044707" sldId="1552"/>
        </pc:sldMkLst>
      </pc:sldChg>
      <pc:sldChg chg="modSp add del mod">
        <pc:chgData name="Sanmukh Kuppannagari" userId="ad215094-da36-4b66-9c79-369a17aea26b" providerId="ADAL" clId="{4AADFD82-FDC5-4959-98F3-0F9C04BB9859}" dt="2025-09-25T01:55:04.164" v="424" actId="47"/>
        <pc:sldMkLst>
          <pc:docMk/>
          <pc:sldMk cId="3061376612" sldId="1553"/>
        </pc:sldMkLst>
      </pc:sldChg>
      <pc:sldChg chg="modSp add mod ord">
        <pc:chgData name="Sanmukh Kuppannagari" userId="ad215094-da36-4b66-9c79-369a17aea26b" providerId="ADAL" clId="{4AADFD82-FDC5-4959-98F3-0F9C04BB9859}" dt="2025-09-25T01:59:17.059" v="494"/>
        <pc:sldMkLst>
          <pc:docMk/>
          <pc:sldMk cId="1031082684" sldId="1554"/>
        </pc:sldMkLst>
      </pc:sldChg>
      <pc:sldChg chg="modSp add mod">
        <pc:chgData name="Sanmukh Kuppannagari" userId="ad215094-da36-4b66-9c79-369a17aea26b" providerId="ADAL" clId="{4AADFD82-FDC5-4959-98F3-0F9C04BB9859}" dt="2025-09-25T01:54:52.226" v="422" actId="207"/>
        <pc:sldMkLst>
          <pc:docMk/>
          <pc:sldMk cId="3102655080" sldId="1555"/>
        </pc:sldMkLst>
      </pc:sldChg>
      <pc:sldChg chg="modSp add mod">
        <pc:chgData name="Sanmukh Kuppannagari" userId="ad215094-da36-4b66-9c79-369a17aea26b" providerId="ADAL" clId="{4AADFD82-FDC5-4959-98F3-0F9C04BB9859}" dt="2025-09-25T01:55:08.478" v="425" actId="207"/>
        <pc:sldMkLst>
          <pc:docMk/>
          <pc:sldMk cId="1603436171" sldId="1556"/>
        </pc:sldMkLst>
      </pc:sldChg>
      <pc:sldChg chg="modSp add mod">
        <pc:chgData name="Sanmukh Kuppannagari" userId="ad215094-da36-4b66-9c79-369a17aea26b" providerId="ADAL" clId="{4AADFD82-FDC5-4959-98F3-0F9C04BB9859}" dt="2025-09-25T01:58:48.876" v="487" actId="113"/>
        <pc:sldMkLst>
          <pc:docMk/>
          <pc:sldMk cId="3219012261" sldId="1557"/>
        </pc:sldMkLst>
      </pc:sldChg>
      <pc:sldChg chg="delSp modSp add mod">
        <pc:chgData name="Sanmukh Kuppannagari" userId="ad215094-da36-4b66-9c79-369a17aea26b" providerId="ADAL" clId="{4AADFD82-FDC5-4959-98F3-0F9C04BB9859}" dt="2025-09-25T02:03:41.650" v="829" actId="478"/>
        <pc:sldMkLst>
          <pc:docMk/>
          <pc:sldMk cId="2055355578" sldId="15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68184345" sldId="16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60858661" sldId="16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75019539" sldId="16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26419143" sldId="16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141421" sldId="16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23772378" sldId="16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99419835" sldId="16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38028448" sldId="16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4318108" sldId="16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8901676" sldId="16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941417563" sldId="16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92369" sldId="16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54744985" sldId="16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9091824" sldId="16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90179611" sldId="16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0180404" sldId="1627"/>
        </pc:sldMkLst>
      </pc:sldChg>
      <pc:sldChg chg="add del">
        <pc:chgData name="Sanmukh Kuppannagari" userId="ad215094-da36-4b66-9c79-369a17aea26b" providerId="ADAL" clId="{4AADFD82-FDC5-4959-98F3-0F9C04BB9859}" dt="2025-09-25T02:00:31.916" v="495"/>
        <pc:sldMkLst>
          <pc:docMk/>
          <pc:sldMk cId="1699230104" sldId="1628"/>
        </pc:sldMkLst>
      </pc:sldChg>
      <pc:sldChg chg="modSp new mod">
        <pc:chgData name="Sanmukh Kuppannagari" userId="ad215094-da36-4b66-9c79-369a17aea26b" providerId="ADAL" clId="{4AADFD82-FDC5-4959-98F3-0F9C04BB9859}" dt="2025-09-25T02:02:45.599" v="822" actId="20577"/>
        <pc:sldMkLst>
          <pc:docMk/>
          <pc:sldMk cId="975006680" sldId="16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73184227" sldId="1629"/>
        </pc:sldMkLst>
      </pc:sldChg>
      <pc:sldChg chg="modSp new mod">
        <pc:chgData name="Sanmukh Kuppannagari" userId="ad215094-da36-4b66-9c79-369a17aea26b" providerId="ADAL" clId="{4AADFD82-FDC5-4959-98F3-0F9C04BB9859}" dt="2025-09-25T02:08:43.061" v="1057" actId="20577"/>
        <pc:sldMkLst>
          <pc:docMk/>
          <pc:sldMk cId="2528811919" sldId="16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74780682" sldId="1630"/>
        </pc:sldMkLst>
      </pc:sldChg>
      <pc:sldChg chg="modSp new mod">
        <pc:chgData name="Sanmukh Kuppannagari" userId="ad215094-da36-4b66-9c79-369a17aea26b" providerId="ADAL" clId="{4AADFD82-FDC5-4959-98F3-0F9C04BB9859}" dt="2025-09-25T02:12:50.175" v="1393" actId="20577"/>
        <pc:sldMkLst>
          <pc:docMk/>
          <pc:sldMk cId="2580660460" sldId="163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92075067" sldId="1631"/>
        </pc:sldMkLst>
      </pc:sldChg>
      <pc:sldChg chg="modSp new mod">
        <pc:chgData name="Sanmukh Kuppannagari" userId="ad215094-da36-4b66-9c79-369a17aea26b" providerId="ADAL" clId="{4AADFD82-FDC5-4959-98F3-0F9C04BB9859}" dt="2025-09-25T02:17:18.487" v="1680" actId="20577"/>
        <pc:sldMkLst>
          <pc:docMk/>
          <pc:sldMk cId="2919249467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05704340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1242867" sldId="1633"/>
        </pc:sldMkLst>
      </pc:sldChg>
      <pc:sldChg chg="addSp delSp modSp new mod">
        <pc:chgData name="Sanmukh Kuppannagari" userId="ad215094-da36-4b66-9c79-369a17aea26b" providerId="ADAL" clId="{4AADFD82-FDC5-4959-98F3-0F9C04BB9859}" dt="2025-09-25T02:22:03.504" v="1687" actId="12"/>
        <pc:sldMkLst>
          <pc:docMk/>
          <pc:sldMk cId="2489840245" sldId="1633"/>
        </pc:sldMkLst>
      </pc:sldChg>
      <pc:sldChg chg="addSp modSp add mod">
        <pc:chgData name="Sanmukh Kuppannagari" userId="ad215094-da36-4b66-9c79-369a17aea26b" providerId="ADAL" clId="{4AADFD82-FDC5-4959-98F3-0F9C04BB9859}" dt="2025-09-25T02:24:54.404" v="1871" actId="20577"/>
        <pc:sldMkLst>
          <pc:docMk/>
          <pc:sldMk cId="141087495" sldId="163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59558617" sldId="1634"/>
        </pc:sldMkLst>
      </pc:sldChg>
      <pc:sldChg chg="addSp modSp add mod">
        <pc:chgData name="Sanmukh Kuppannagari" userId="ad215094-da36-4b66-9c79-369a17aea26b" providerId="ADAL" clId="{4AADFD82-FDC5-4959-98F3-0F9C04BB9859}" dt="2025-09-25T02:25:33.305" v="1904" actId="20577"/>
        <pc:sldMkLst>
          <pc:docMk/>
          <pc:sldMk cId="3909936989" sldId="1635"/>
        </pc:sldMkLst>
      </pc:sldChg>
      <pc:sldChg chg="addSp modSp add mod">
        <pc:chgData name="Sanmukh Kuppannagari" userId="ad215094-da36-4b66-9c79-369a17aea26b" providerId="ADAL" clId="{4AADFD82-FDC5-4959-98F3-0F9C04BB9859}" dt="2025-09-25T02:26:13.114" v="1953" actId="20577"/>
        <pc:sldMkLst>
          <pc:docMk/>
          <pc:sldMk cId="676574781" sldId="1636"/>
        </pc:sldMkLst>
      </pc:sldChg>
      <pc:sldChg chg="addSp modSp add mod">
        <pc:chgData name="Sanmukh Kuppannagari" userId="ad215094-da36-4b66-9c79-369a17aea26b" providerId="ADAL" clId="{4AADFD82-FDC5-4959-98F3-0F9C04BB9859}" dt="2025-09-25T02:28:26.766" v="2099"/>
        <pc:sldMkLst>
          <pc:docMk/>
          <pc:sldMk cId="1637544381" sldId="1637"/>
        </pc:sldMkLst>
      </pc:sldChg>
      <pc:sldChg chg="modSp new mod">
        <pc:chgData name="Sanmukh Kuppannagari" userId="ad215094-da36-4b66-9c79-369a17aea26b" providerId="ADAL" clId="{4AADFD82-FDC5-4959-98F3-0F9C04BB9859}" dt="2025-09-25T02:31:14.164" v="2592" actId="20577"/>
        <pc:sldMkLst>
          <pc:docMk/>
          <pc:sldMk cId="1015862891" sldId="1638"/>
        </pc:sldMkLst>
      </pc:sldChg>
      <pc:sldChg chg="modSp new mod">
        <pc:chgData name="Sanmukh Kuppannagari" userId="ad215094-da36-4b66-9c79-369a17aea26b" providerId="ADAL" clId="{4AADFD82-FDC5-4959-98F3-0F9C04BB9859}" dt="2025-09-25T03:18:30.840" v="3703" actId="20577"/>
        <pc:sldMkLst>
          <pc:docMk/>
          <pc:sldMk cId="2329980675" sldId="1639"/>
        </pc:sldMkLst>
      </pc:sldChg>
      <pc:sldChg chg="add">
        <pc:chgData name="Sanmukh Kuppannagari" userId="ad215094-da36-4b66-9c79-369a17aea26b" providerId="ADAL" clId="{4AADFD82-FDC5-4959-98F3-0F9C04BB9859}" dt="2025-09-25T02:35:27.314" v="2680"/>
        <pc:sldMkLst>
          <pc:docMk/>
          <pc:sldMk cId="945086714" sldId="1640"/>
        </pc:sldMkLst>
      </pc:sldChg>
      <pc:sldChg chg="addSp delSp modSp add mod">
        <pc:chgData name="Sanmukh Kuppannagari" userId="ad215094-da36-4b66-9c79-369a17aea26b" providerId="ADAL" clId="{4AADFD82-FDC5-4959-98F3-0F9C04BB9859}" dt="2025-09-25T02:43:21.798" v="2804" actId="1076"/>
        <pc:sldMkLst>
          <pc:docMk/>
          <pc:sldMk cId="4214249919" sldId="1641"/>
        </pc:sldMkLst>
      </pc:sldChg>
      <pc:sldChg chg="addSp modSp add mod">
        <pc:chgData name="Sanmukh Kuppannagari" userId="ad215094-da36-4b66-9c79-369a17aea26b" providerId="ADAL" clId="{4AADFD82-FDC5-4959-98F3-0F9C04BB9859}" dt="2025-09-25T02:44:19.555" v="2947" actId="20577"/>
        <pc:sldMkLst>
          <pc:docMk/>
          <pc:sldMk cId="718443645" sldId="1642"/>
        </pc:sldMkLst>
      </pc:sldChg>
      <pc:sldChg chg="addSp delSp modSp add mod">
        <pc:chgData name="Sanmukh Kuppannagari" userId="ad215094-da36-4b66-9c79-369a17aea26b" providerId="ADAL" clId="{4AADFD82-FDC5-4959-98F3-0F9C04BB9859}" dt="2025-09-25T02:52:59.568" v="3305" actId="20577"/>
        <pc:sldMkLst>
          <pc:docMk/>
          <pc:sldMk cId="1443863710" sldId="1643"/>
        </pc:sldMkLst>
      </pc:sldChg>
      <pc:sldChg chg="addSp modSp add mod">
        <pc:chgData name="Sanmukh Kuppannagari" userId="ad215094-da36-4b66-9c79-369a17aea26b" providerId="ADAL" clId="{4AADFD82-FDC5-4959-98F3-0F9C04BB9859}" dt="2025-09-25T02:48:20.314" v="3127" actId="207"/>
        <pc:sldMkLst>
          <pc:docMk/>
          <pc:sldMk cId="2123041264" sldId="1644"/>
        </pc:sldMkLst>
      </pc:sldChg>
      <pc:sldChg chg="modSp add mod">
        <pc:chgData name="Sanmukh Kuppannagari" userId="ad215094-da36-4b66-9c79-369a17aea26b" providerId="ADAL" clId="{4AADFD82-FDC5-4959-98F3-0F9C04BB9859}" dt="2025-09-25T02:48:42.262" v="3142" actId="20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4AADFD82-FDC5-4959-98F3-0F9C04BB9859}" dt="2025-09-25T02:49:49.410" v="3210" actId="207"/>
        <pc:sldMkLst>
          <pc:docMk/>
          <pc:sldMk cId="3023684649" sldId="1646"/>
        </pc:sldMkLst>
      </pc:sldChg>
      <pc:sldChg chg="modSp add">
        <pc:chgData name="Sanmukh Kuppannagari" userId="ad215094-da36-4b66-9c79-369a17aea26b" providerId="ADAL" clId="{4AADFD82-FDC5-4959-98F3-0F9C04BB9859}" dt="2025-09-25T02:50:16.156" v="3223" actId="207"/>
        <pc:sldMkLst>
          <pc:docMk/>
          <pc:sldMk cId="3905001171" sldId="1647"/>
        </pc:sldMkLst>
      </pc:sldChg>
      <pc:sldChg chg="addSp delSp modSp add mod">
        <pc:chgData name="Sanmukh Kuppannagari" userId="ad215094-da36-4b66-9c79-369a17aea26b" providerId="ADAL" clId="{4AADFD82-FDC5-4959-98F3-0F9C04BB9859}" dt="2025-09-25T03:23:57.683" v="3881" actId="1076"/>
        <pc:sldMkLst>
          <pc:docMk/>
          <pc:sldMk cId="3868606071" sldId="1648"/>
        </pc:sldMkLst>
      </pc:sldChg>
      <pc:sldChg chg="addSp modSp add mod">
        <pc:chgData name="Sanmukh Kuppannagari" userId="ad215094-da36-4b66-9c79-369a17aea26b" providerId="ADAL" clId="{4AADFD82-FDC5-4959-98F3-0F9C04BB9859}" dt="2025-09-25T03:23:11.234" v="3802" actId="1076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4AADFD82-FDC5-4959-98F3-0F9C04BB9859}" dt="2025-09-25T03:24:26.457" v="3925" actId="1036"/>
        <pc:sldMkLst>
          <pc:docMk/>
          <pc:sldMk cId="1920855987" sldId="1650"/>
        </pc:sldMkLst>
      </pc:sldChg>
      <pc:sldChg chg="modSp add mod">
        <pc:chgData name="Sanmukh Kuppannagari" userId="ad215094-da36-4b66-9c79-369a17aea26b" providerId="ADAL" clId="{4AADFD82-FDC5-4959-98F3-0F9C04BB9859}" dt="2025-09-25T03:26:17.211" v="3947" actId="1076"/>
        <pc:sldMkLst>
          <pc:docMk/>
          <pc:sldMk cId="3598749542" sldId="1651"/>
        </pc:sldMkLst>
      </pc:sldChg>
      <pc:sldChg chg="modSp add mod">
        <pc:chgData name="Sanmukh Kuppannagari" userId="ad215094-da36-4b66-9c79-369a17aea26b" providerId="ADAL" clId="{4AADFD82-FDC5-4959-98F3-0F9C04BB9859}" dt="2025-09-25T03:26:07.824" v="3946" actId="1076"/>
        <pc:sldMkLst>
          <pc:docMk/>
          <pc:sldMk cId="384978215" sldId="1652"/>
        </pc:sldMkLst>
      </pc:sldChg>
    </pc:docChg>
  </pc:docChgLst>
  <pc:docChgLst>
    <pc:chgData name="Sanmukh Kuppannagari" userId="ad215094-da36-4b66-9c79-369a17aea26b" providerId="ADAL" clId="{7FD52C36-B84E-4B14-934F-BB159704DF88}"/>
    <pc:docChg chg="custSel addSld modSld">
      <pc:chgData name="Sanmukh Kuppannagari" userId="ad215094-da36-4b66-9c79-369a17aea26b" providerId="ADAL" clId="{7FD52C36-B84E-4B14-934F-BB159704DF88}" dt="2025-10-07T17:15:10.876" v="570" actId="20577"/>
      <pc:docMkLst>
        <pc:docMk/>
      </pc:docMkLst>
      <pc:sldChg chg="modSp new mod">
        <pc:chgData name="Sanmukh Kuppannagari" userId="ad215094-da36-4b66-9c79-369a17aea26b" providerId="ADAL" clId="{7FD52C36-B84E-4B14-934F-BB159704DF88}" dt="2025-10-07T17:15:10.876" v="570" actId="20577"/>
        <pc:sldMkLst>
          <pc:docMk/>
          <pc:sldMk cId="3751110961" sldId="1682"/>
        </pc:sldMkLst>
        <pc:spChg chg="mod">
          <ac:chgData name="Sanmukh Kuppannagari" userId="ad215094-da36-4b66-9c79-369a17aea26b" providerId="ADAL" clId="{7FD52C36-B84E-4B14-934F-BB159704DF88}" dt="2025-10-07T17:12:32.861" v="61" actId="20577"/>
          <ac:spMkLst>
            <pc:docMk/>
            <pc:sldMk cId="3751110961" sldId="1682"/>
            <ac:spMk id="2" creationId="{1842E580-47B6-A9DA-FD47-97B58AFA30B1}"/>
          </ac:spMkLst>
        </pc:spChg>
        <pc:spChg chg="mod">
          <ac:chgData name="Sanmukh Kuppannagari" userId="ad215094-da36-4b66-9c79-369a17aea26b" providerId="ADAL" clId="{7FD52C36-B84E-4B14-934F-BB159704DF88}" dt="2025-10-07T17:15:10.876" v="570" actId="20577"/>
          <ac:spMkLst>
            <pc:docMk/>
            <pc:sldMk cId="3751110961" sldId="1682"/>
            <ac:spMk id="3" creationId="{7DBEF724-D60D-3DC9-D0EF-34E80091DAC3}"/>
          </ac:spMkLst>
        </pc:spChg>
      </pc:sldChg>
    </pc:docChg>
  </pc:docChgLst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F314163E-0D0E-4B4A-87A3-2D09C5CCF801}"/>
    <pc:docChg chg="custSel addSld delSld modSld">
      <pc:chgData name="Sanmukh Kuppannagari" userId="ad215094-da36-4b66-9c79-369a17aea26b" providerId="ADAL" clId="{F314163E-0D0E-4B4A-87A3-2D09C5CCF801}" dt="2025-09-25T18:09:34.781" v="92" actId="478"/>
      <pc:docMkLst>
        <pc:docMk/>
      </pc:docMkLst>
      <pc:sldChg chg="del">
        <pc:chgData name="Sanmukh Kuppannagari" userId="ad215094-da36-4b66-9c79-369a17aea26b" providerId="ADAL" clId="{F314163E-0D0E-4B4A-87A3-2D09C5CCF801}" dt="2025-09-25T17:23:35.661" v="0" actId="47"/>
        <pc:sldMkLst>
          <pc:docMk/>
          <pc:sldMk cId="558271014" sldId="1299"/>
        </pc:sldMkLst>
      </pc:sldChg>
      <pc:sldChg chg="addSp delSp modSp mod">
        <pc:chgData name="Sanmukh Kuppannagari" userId="ad215094-da36-4b66-9c79-369a17aea26b" providerId="ADAL" clId="{F314163E-0D0E-4B4A-87A3-2D09C5CCF801}" dt="2025-09-25T18:09:22.246" v="86" actId="1076"/>
        <pc:sldMkLst>
          <pc:docMk/>
          <pc:sldMk cId="2202618607" sldId="1395"/>
        </pc:sldMkLst>
      </pc:sldChg>
      <pc:sldChg chg="modSp">
        <pc:chgData name="Sanmukh Kuppannagari" userId="ad215094-da36-4b66-9c79-369a17aea26b" providerId="ADAL" clId="{F314163E-0D0E-4B4A-87A3-2D09C5CCF801}" dt="2025-09-25T18:06:05.956" v="53"/>
        <pc:sldMkLst>
          <pc:docMk/>
          <pc:sldMk cId="3931076547" sldId="1412"/>
        </pc:sldMkLst>
      </pc:sldChg>
      <pc:sldChg chg="modSp">
        <pc:chgData name="Sanmukh Kuppannagari" userId="ad215094-da36-4b66-9c79-369a17aea26b" providerId="ADAL" clId="{F314163E-0D0E-4B4A-87A3-2D09C5CCF801}" dt="2025-09-25T18:05:57.721" v="51" actId="20577"/>
        <pc:sldMkLst>
          <pc:docMk/>
          <pc:sldMk cId="2299857702" sldId="1413"/>
        </pc:sldMkLst>
      </pc:sldChg>
      <pc:sldChg chg="addSp modSp mod">
        <pc:chgData name="Sanmukh Kuppannagari" userId="ad215094-da36-4b66-9c79-369a17aea26b" providerId="ADAL" clId="{F314163E-0D0E-4B4A-87A3-2D09C5CCF801}" dt="2025-09-25T17:28:31.926" v="10" actId="20577"/>
        <pc:sldMkLst>
          <pc:docMk/>
          <pc:sldMk cId="1443863710" sldId="1643"/>
        </pc:sldMkLst>
      </pc:sldChg>
      <pc:sldChg chg="delSp modSp add mod">
        <pc:chgData name="Sanmukh Kuppannagari" userId="ad215094-da36-4b66-9c79-369a17aea26b" providerId="ADAL" clId="{F314163E-0D0E-4B4A-87A3-2D09C5CCF801}" dt="2025-09-25T18:09:34.781" v="92" actId="478"/>
        <pc:sldMkLst>
          <pc:docMk/>
          <pc:sldMk cId="1068987683" sldId="16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3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54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3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Relationship Id="rId9" Type="http://schemas.openxmlformats.org/officeDocument/2006/relationships/image" Target="../media/image6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12" Type="http://schemas.openxmlformats.org/officeDocument/2006/relationships/image" Target="../media/image1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410.png"/><Relationship Id="rId5" Type="http://schemas.openxmlformats.org/officeDocument/2006/relationships/image" Target="../media/image1010.png"/><Relationship Id="rId10" Type="http://schemas.openxmlformats.org/officeDocument/2006/relationships/image" Target="../media/image3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4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5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6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ext/stable/models.html" TargetMode="External"/><Relationship Id="rId2" Type="http://schemas.openxmlformats.org/officeDocument/2006/relationships/hyperlink" Target="https://docs.pytorch.org/vision/stable/models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ext/stable/datasets.html" TargetMode="External"/><Relationship Id="rId2" Type="http://schemas.openxmlformats.org/officeDocument/2006/relationships/hyperlink" Target="https://docs.pytorch.org/vision/stable/datase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orch.org/tutorials/beginner/data_loading_tutorial.html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12</a:t>
            </a:r>
          </a:p>
          <a:p>
            <a:r>
              <a:rPr lang="en-US"/>
              <a:t>10/7/2025</a:t>
            </a:r>
            <a:endParaRPr lang="en-US" dirty="0"/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Basics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E6FD-2042-0C74-543E-86F5D38B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86383-F2F5-3E55-940F-988CE19CC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this Thursday - 10/9</a:t>
            </a:r>
          </a:p>
          <a:p>
            <a:pPr lvl="1"/>
            <a:r>
              <a:rPr lang="en-US" dirty="0"/>
              <a:t>Will cover topics till the previous lecture</a:t>
            </a:r>
          </a:p>
          <a:p>
            <a:endParaRPr lang="en-US" dirty="0"/>
          </a:p>
          <a:p>
            <a:r>
              <a:rPr lang="en-US" dirty="0"/>
              <a:t>I will upload WA1 and WA2 solutions by tonight</a:t>
            </a:r>
          </a:p>
        </p:txBody>
      </p:sp>
    </p:spTree>
    <p:extLst>
      <p:ext uri="{BB962C8B-B14F-4D97-AF65-F5344CB8AC3E}">
        <p14:creationId xmlns:p14="http://schemas.microsoft.com/office/powerpoint/2010/main" val="419638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6858-D56C-EA2B-B99C-9616E378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6DA8-03C8-8FD1-EE02-8DFE9897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2655-067D-1D95-248A-E14979DA0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Basics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8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413385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503419" y="5730240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19952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5E29-110C-D777-1CE5-3ACB881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layers in CNN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98EEC9-53D7-E435-F1E2-287AD83C88CE}"/>
              </a:ext>
            </a:extLst>
          </p:cNvPr>
          <p:cNvSpPr txBox="1"/>
          <p:nvPr/>
        </p:nvSpPr>
        <p:spPr>
          <a:xfrm>
            <a:off x="9441179" y="2040811"/>
            <a:ext cx="248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(Filters/Kernels)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79E71-750C-CFAF-C3DE-4B650A563775}"/>
              </a:ext>
            </a:extLst>
          </p:cNvPr>
          <p:cNvSpPr txBox="1"/>
          <p:nvPr/>
        </p:nvSpPr>
        <p:spPr>
          <a:xfrm>
            <a:off x="9544049" y="2769671"/>
            <a:ext cx="208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Output of layer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EE4EB-03A8-3228-CB1B-FA7D1C15A258}"/>
              </a:ext>
            </a:extLst>
          </p:cNvPr>
          <p:cNvCxnSpPr>
            <a:cxnSpLocks/>
          </p:cNvCxnSpPr>
          <p:nvPr/>
        </p:nvCxnSpPr>
        <p:spPr>
          <a:xfrm flipH="1">
            <a:off x="6477000" y="2374960"/>
            <a:ext cx="2964179" cy="61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CF937-8FD5-6870-75FC-17EAA5B6D84E}"/>
              </a:ext>
            </a:extLst>
          </p:cNvPr>
          <p:cNvCxnSpPr>
            <a:cxnSpLocks/>
          </p:cNvCxnSpPr>
          <p:nvPr/>
        </p:nvCxnSpPr>
        <p:spPr>
          <a:xfrm flipH="1">
            <a:off x="6496050" y="2954337"/>
            <a:ext cx="2796540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/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FA6D96-BD70-FE87-C0C0-DF43B330767F}"/>
              </a:ext>
            </a:extLst>
          </p:cNvPr>
          <p:cNvSpPr txBox="1"/>
          <p:nvPr/>
        </p:nvSpPr>
        <p:spPr>
          <a:xfrm>
            <a:off x="9544048" y="4614041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these for all the samples</a:t>
            </a:r>
          </a:p>
        </p:txBody>
      </p:sp>
    </p:spTree>
    <p:extLst>
      <p:ext uri="{BB962C8B-B14F-4D97-AF65-F5344CB8AC3E}">
        <p14:creationId xmlns:p14="http://schemas.microsoft.com/office/powerpoint/2010/main" val="100479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6FBA23-2003-4EE1-07DA-268B2152623A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0294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A5A61-C38C-324B-5C83-1F151F201A13}"/>
              </a:ext>
            </a:extLst>
          </p:cNvPr>
          <p:cNvCxnSpPr/>
          <p:nvPr/>
        </p:nvCxnSpPr>
        <p:spPr>
          <a:xfrm>
            <a:off x="1465462" y="2192138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B4AF1A-AAD6-3568-703F-73BE67974C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7763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C174B4-C12F-C14D-14D3-932443F0D18C}"/>
              </a:ext>
            </a:extLst>
          </p:cNvPr>
          <p:cNvCxnSpPr/>
          <p:nvPr/>
        </p:nvCxnSpPr>
        <p:spPr>
          <a:xfrm>
            <a:off x="4499332" y="2258750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B6926F-61A0-03DF-52B6-4CCABDEE01B1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69272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DFE92B-1AE0-EA40-82C5-F8AA7AE25B24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A6D3E-6FB3-4747-8AA6-5BC4AB2B47F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B22FBF-418E-C3AD-CB87-7CAEA2EED639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D82B96-3502-DD06-AA4D-FCFD956373D9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EFC49C9-474E-8286-B890-6FDFE537612D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D02B99-C623-47A3-5A46-9A892B49861F}"/>
              </a:ext>
            </a:extLst>
          </p:cNvPr>
          <p:cNvCxnSpPr/>
          <p:nvPr/>
        </p:nvCxnSpPr>
        <p:spPr>
          <a:xfrm>
            <a:off x="8617969" y="2234527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F4A2A7-5587-81D0-891D-DFDCF2B697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407272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Error Calculation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1751F4-57D2-C367-0796-6A69559EBD5F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79417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4BA7C0-7D97-9443-B1BA-34ECC57469BB}"/>
              </a:ext>
            </a:extLst>
          </p:cNvPr>
          <p:cNvCxnSpPr/>
          <p:nvPr/>
        </p:nvCxnSpPr>
        <p:spPr>
          <a:xfrm flipH="1">
            <a:off x="9307502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9310D4-0685-9199-8532-769F35552AAD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83059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ECDC39-4E3F-C9A2-0554-9913DC809B0E}"/>
              </a:ext>
            </a:extLst>
          </p:cNvPr>
          <p:cNvCxnSpPr/>
          <p:nvPr/>
        </p:nvCxnSpPr>
        <p:spPr>
          <a:xfrm flipH="1">
            <a:off x="5471419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AB0E-D9D5-D393-4B47-6C4B22D4F60A}"/>
              </a:ext>
            </a:extLst>
          </p:cNvPr>
          <p:cNvSpPr txBox="1"/>
          <p:nvPr/>
        </p:nvSpPr>
        <p:spPr>
          <a:xfrm>
            <a:off x="3307367" y="601907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06260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D3A392-B5E9-1A51-1B91-1F6D94376EA4}"/>
              </a:ext>
            </a:extLst>
          </p:cNvPr>
          <p:cNvCxnSpPr/>
          <p:nvPr/>
        </p:nvCxnSpPr>
        <p:spPr>
          <a:xfrm flipH="1">
            <a:off x="2282888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C0201-011B-F5FD-9402-0DFF290A140B}"/>
              </a:ext>
            </a:extLst>
          </p:cNvPr>
          <p:cNvSpPr txBox="1"/>
          <p:nvPr/>
        </p:nvSpPr>
        <p:spPr>
          <a:xfrm>
            <a:off x="3397208" y="6353428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238687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8E0E1E6-62DA-6C18-1AD9-8A4C55EA6E63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>
            <a:off x="4174213" y="2699282"/>
            <a:ext cx="6845819" cy="98619"/>
          </a:xfrm>
          <a:prstGeom prst="curvedConnector4">
            <a:avLst>
              <a:gd name="adj1" fmla="val 673"/>
              <a:gd name="adj2" fmla="val 111163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CF989E-407E-BFC2-2C23-A99AF4381220}"/>
              </a:ext>
            </a:extLst>
          </p:cNvPr>
          <p:cNvSpPr txBox="1"/>
          <p:nvPr/>
        </p:nvSpPr>
        <p:spPr>
          <a:xfrm>
            <a:off x="3439967" y="6308209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0558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59D660-B6BA-50E3-5D23-9CCC302ED5CE}"/>
              </a:ext>
            </a:extLst>
          </p:cNvPr>
          <p:cNvSpPr txBox="1"/>
          <p:nvPr/>
        </p:nvSpPr>
        <p:spPr>
          <a:xfrm>
            <a:off x="3422513" y="636987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626710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E14D97-3626-389C-5CC9-54C9336C89F1}"/>
              </a:ext>
            </a:extLst>
          </p:cNvPr>
          <p:cNvSpPr txBox="1"/>
          <p:nvPr/>
        </p:nvSpPr>
        <p:spPr>
          <a:xfrm>
            <a:off x="3271513" y="644663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8985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384149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751700" y="5345966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7C574-3787-5992-305D-B055F42DDF3A}"/>
              </a:ext>
            </a:extLst>
          </p:cNvPr>
          <p:cNvSpPr txBox="1"/>
          <p:nvPr/>
        </p:nvSpPr>
        <p:spPr>
          <a:xfrm>
            <a:off x="619228" y="5961344"/>
            <a:ext cx="474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multiple images in a batch: Simply sum up the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/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E45D52-B2FC-EBA3-BB67-9D3738BABDD8}"/>
              </a:ext>
            </a:extLst>
          </p:cNvPr>
          <p:cNvSpPr/>
          <p:nvPr/>
        </p:nvSpPr>
        <p:spPr>
          <a:xfrm>
            <a:off x="6689148" y="5771998"/>
            <a:ext cx="3429807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A297D9-1C50-5553-B23F-E9B533591D42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7333367" y="4885789"/>
            <a:ext cx="1070685" cy="8862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48623-9A2E-2B47-3E74-9E43CF900A44}"/>
              </a:ext>
            </a:extLst>
          </p:cNvPr>
          <p:cNvSpPr/>
          <p:nvPr/>
        </p:nvSpPr>
        <p:spPr>
          <a:xfrm>
            <a:off x="10337927" y="5807314"/>
            <a:ext cx="787676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EF53A9-D971-E01B-26C3-BEF77052392F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5407136" y="5530632"/>
            <a:ext cx="5276687" cy="3006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D065-DD4D-8114-CE38-927D4689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Machine Learning Model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110483-3208-7B79-A83D-48AEDF579011}"/>
              </a:ext>
            </a:extLst>
          </p:cNvPr>
          <p:cNvGrpSpPr/>
          <p:nvPr/>
        </p:nvGrpSpPr>
        <p:grpSpPr>
          <a:xfrm>
            <a:off x="4327305" y="2928886"/>
            <a:ext cx="2651564" cy="3395808"/>
            <a:chOff x="8117542" y="3245746"/>
            <a:chExt cx="2651564" cy="33958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C20FD5-FF43-4837-7CA3-6327D4BF0B30}"/>
                </a:ext>
              </a:extLst>
            </p:cNvPr>
            <p:cNvSpPr/>
            <p:nvPr/>
          </p:nvSpPr>
          <p:spPr>
            <a:xfrm>
              <a:off x="9103866" y="3245746"/>
              <a:ext cx="1665240" cy="61529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Read a batch from memory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3A8D2FC-62E6-07D2-05F3-45F2BA879F5E}"/>
                </a:ext>
              </a:extLst>
            </p:cNvPr>
            <p:cNvSpPr/>
            <p:nvPr/>
          </p:nvSpPr>
          <p:spPr>
            <a:xfrm>
              <a:off x="9057185" y="4231695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Forward Propagation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DB1EA2A-6333-C2C2-DEC7-6BA208F392C3}"/>
                </a:ext>
              </a:extLst>
            </p:cNvPr>
            <p:cNvSpPr/>
            <p:nvPr/>
          </p:nvSpPr>
          <p:spPr>
            <a:xfrm>
              <a:off x="9057185" y="5282802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Error Calculation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A29822A-6F40-98D3-F2BE-C60D09E8202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889804" y="3873997"/>
              <a:ext cx="1" cy="35769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6F2B191-E61E-64E1-85D9-6F58BC50EE41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9889804" y="4845002"/>
              <a:ext cx="1" cy="4378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CCAE76-84E1-F866-1606-68FA318EAE39}"/>
                </a:ext>
              </a:extLst>
            </p:cNvPr>
            <p:cNvGrpSpPr/>
            <p:nvPr/>
          </p:nvGrpSpPr>
          <p:grpSpPr>
            <a:xfrm>
              <a:off x="8201780" y="3553391"/>
              <a:ext cx="918482" cy="3088163"/>
              <a:chOff x="7892626" y="3575163"/>
              <a:chExt cx="918482" cy="308816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4AE48FD-3A56-CFB7-0FCD-FCEF621BD8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626" y="6663326"/>
                <a:ext cx="918482" cy="0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9D70D25-5F43-5E9C-5DCE-A5C1EEE6E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626" y="3575163"/>
                <a:ext cx="0" cy="3088163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7C6C4CA-DE0C-1411-A13C-171460D4838D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201780" y="3553391"/>
              <a:ext cx="902086" cy="1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AF2FD1-B85F-B4CE-4407-B050485E50C1}"/>
                </a:ext>
              </a:extLst>
            </p:cNvPr>
            <p:cNvSpPr txBox="1"/>
            <p:nvPr/>
          </p:nvSpPr>
          <p:spPr>
            <a:xfrm>
              <a:off x="8117542" y="4352072"/>
              <a:ext cx="10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iteration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916C1F-AE1D-C4F8-95CF-5C3343AF3072}"/>
              </a:ext>
            </a:extLst>
          </p:cNvPr>
          <p:cNvSpPr/>
          <p:nvPr/>
        </p:nvSpPr>
        <p:spPr>
          <a:xfrm>
            <a:off x="5226598" y="6017049"/>
            <a:ext cx="1665239" cy="6152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Backward Propagation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F604AB-F258-1117-E0EA-600F02462CB9}"/>
              </a:ext>
            </a:extLst>
          </p:cNvPr>
          <p:cNvCxnSpPr>
            <a:cxnSpLocks/>
          </p:cNvCxnSpPr>
          <p:nvPr/>
        </p:nvCxnSpPr>
        <p:spPr>
          <a:xfrm>
            <a:off x="6041795" y="5607153"/>
            <a:ext cx="1" cy="4378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3CDAB0-A87D-93A7-09B1-7992DA5F8DE4}"/>
              </a:ext>
            </a:extLst>
          </p:cNvPr>
          <p:cNvSpPr/>
          <p:nvPr/>
        </p:nvSpPr>
        <p:spPr>
          <a:xfrm>
            <a:off x="4342680" y="1451882"/>
            <a:ext cx="1848536" cy="8123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Partition dataset into batches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D42ADC-48B6-B12E-6343-85ECDA709157}"/>
              </a:ext>
            </a:extLst>
          </p:cNvPr>
          <p:cNvSpPr/>
          <p:nvPr/>
        </p:nvSpPr>
        <p:spPr>
          <a:xfrm>
            <a:off x="3321269" y="2532993"/>
            <a:ext cx="3946465" cy="42356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A669B-619A-416F-8639-899062E0B41C}"/>
              </a:ext>
            </a:extLst>
          </p:cNvPr>
          <p:cNvSpPr txBox="1"/>
          <p:nvPr/>
        </p:nvSpPr>
        <p:spPr>
          <a:xfrm>
            <a:off x="3321269" y="2542032"/>
            <a:ext cx="209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Epoch: Until all batches are covered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AABA44-1B81-2C20-3E98-6FF7D8CC4D03}"/>
              </a:ext>
            </a:extLst>
          </p:cNvPr>
          <p:cNvCxnSpPr>
            <a:stCxn id="18" idx="2"/>
          </p:cNvCxnSpPr>
          <p:nvPr/>
        </p:nvCxnSpPr>
        <p:spPr>
          <a:xfrm>
            <a:off x="5266948" y="2264196"/>
            <a:ext cx="0" cy="2687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009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D7EE-40C5-0AD3-9931-18DE72C8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83CB-7612-B57C-CDD1-7816D01C5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61181" cy="4351338"/>
          </a:xfrm>
        </p:spPr>
        <p:txBody>
          <a:bodyPr/>
          <a:lstStyle/>
          <a:p>
            <a:r>
              <a:rPr lang="en-US" dirty="0">
                <a:cs typeface="Calibri"/>
              </a:rPr>
              <a:t>Python wrapper for Torch library</a:t>
            </a:r>
          </a:p>
          <a:p>
            <a:pPr lvl="1"/>
            <a:r>
              <a:rPr lang="en-US" dirty="0">
                <a:cs typeface="Calibri"/>
              </a:rPr>
              <a:t>Open source library for working with tensors</a:t>
            </a:r>
          </a:p>
          <a:p>
            <a:r>
              <a:rPr lang="en-US" dirty="0">
                <a:cs typeface="Calibri"/>
              </a:rPr>
              <a:t>Great accelerator support.</a:t>
            </a:r>
          </a:p>
          <a:p>
            <a:pPr lvl="1"/>
            <a:r>
              <a:rPr lang="en-US" dirty="0">
                <a:cs typeface="Calibri"/>
              </a:rPr>
              <a:t>Automatically links to device specific accelerated libraries such as </a:t>
            </a:r>
            <a:r>
              <a:rPr lang="en-US" dirty="0" err="1">
                <a:cs typeface="Calibri"/>
              </a:rPr>
              <a:t>cuDNN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hipBLAS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Abstracts away the hardware/system complexity of building and training AI/ML models</a:t>
            </a:r>
          </a:p>
          <a:p>
            <a:endParaRPr lang="en-US" dirty="0"/>
          </a:p>
        </p:txBody>
      </p:sp>
      <p:pic>
        <p:nvPicPr>
          <p:cNvPr id="5" name="Picture 4" descr="PyTorch Logo">
            <a:extLst>
              <a:ext uri="{FF2B5EF4-FFF2-40B4-BE49-F238E27FC236}">
                <a16:creationId xmlns:a16="http://schemas.microsoft.com/office/drawing/2014/main" id="{06315238-B761-F2AA-68A9-EC378E42B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381" y="3038047"/>
            <a:ext cx="4714287" cy="94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12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FD7F-DFA9-26D1-CE0E-598FDDC6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0A9F4-8F94-958D-FBB8-CB02BFE0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Inference: Use a pretrained model to perform inference on data</a:t>
            </a:r>
          </a:p>
          <a:p>
            <a:endParaRPr lang="en-US" dirty="0"/>
          </a:p>
          <a:p>
            <a:r>
              <a:rPr lang="en-US" dirty="0"/>
              <a:t>Training: Train a model using a dataset</a:t>
            </a:r>
          </a:p>
          <a:p>
            <a:pPr lvl="1"/>
            <a:r>
              <a:rPr lang="en-US" dirty="0"/>
              <a:t>Fine-tune a pre-trained model using a dataset</a:t>
            </a:r>
          </a:p>
          <a:p>
            <a:pPr lvl="1"/>
            <a:r>
              <a:rPr lang="en-US" dirty="0"/>
              <a:t>Train a new custom model from scratch</a:t>
            </a:r>
          </a:p>
        </p:txBody>
      </p:sp>
    </p:spTree>
    <p:extLst>
      <p:ext uri="{BB962C8B-B14F-4D97-AF65-F5344CB8AC3E}">
        <p14:creationId xmlns:p14="http://schemas.microsoft.com/office/powerpoint/2010/main" val="3084234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0061-DCE5-9758-E1E3-F3828739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9365-911C-0955-CAD1-85A30A607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Pre-trained models available at </a:t>
            </a:r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Vision Models - </a:t>
            </a:r>
            <a:r>
              <a:rPr lang="en-US" dirty="0">
                <a:hlinkClick r:id="rId2"/>
              </a:rPr>
              <a:t>https://docs.pytorch.org/vision/stable/models.html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Transformer Models (for NLP) - </a:t>
            </a:r>
            <a:r>
              <a:rPr lang="en-US" dirty="0">
                <a:hlinkClick r:id="rId3"/>
              </a:rPr>
              <a:t>https://docs.pytorch.org/text/stable/models.html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8610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E997-CE3A-3898-5E1C-3BC6620B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B1DC-C863-6FBB-D7FD-734F24F0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model weights from </a:t>
            </a:r>
            <a:r>
              <a:rPr lang="en-US" dirty="0" err="1"/>
              <a:t>pytorch</a:t>
            </a:r>
            <a:r>
              <a:rPr lang="en-US" dirty="0"/>
              <a:t> ‘cloud’</a:t>
            </a:r>
          </a:p>
          <a:p>
            <a:r>
              <a:rPr lang="en-US" dirty="0"/>
              <a:t>Apply them to a model architecture</a:t>
            </a:r>
          </a:p>
          <a:p>
            <a:r>
              <a:rPr lang="en-US" dirty="0"/>
              <a:t>Transform the image on which you need to perform inference based on the requirements of the model</a:t>
            </a:r>
          </a:p>
          <a:p>
            <a:r>
              <a:rPr lang="en-US" dirty="0"/>
              <a:t>Perform inference using the model</a:t>
            </a:r>
          </a:p>
        </p:txBody>
      </p:sp>
    </p:spTree>
    <p:extLst>
      <p:ext uri="{BB962C8B-B14F-4D97-AF65-F5344CB8AC3E}">
        <p14:creationId xmlns:p14="http://schemas.microsoft.com/office/powerpoint/2010/main" val="820733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129E-1F82-5BDB-752B-4F3CEEFA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66D5-A779-5172-8F5E-8317C170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D7972-F950-03DB-3DAA-CAA0466CB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Download the model weights from </a:t>
            </a:r>
            <a:r>
              <a:rPr lang="en-US" dirty="0" err="1">
                <a:solidFill>
                  <a:srgbClr val="C00000"/>
                </a:solidFill>
              </a:rPr>
              <a:t>pytorch</a:t>
            </a:r>
            <a:r>
              <a:rPr lang="en-US" dirty="0">
                <a:solidFill>
                  <a:srgbClr val="C00000"/>
                </a:solidFill>
              </a:rPr>
              <a:t> ‘cloud’</a:t>
            </a:r>
          </a:p>
          <a:p>
            <a:r>
              <a:rPr lang="en-US" dirty="0"/>
              <a:t>Apply them to a model architecture</a:t>
            </a:r>
          </a:p>
          <a:p>
            <a:r>
              <a:rPr lang="en-US" dirty="0"/>
              <a:t>Transform the image on which you need to perform inference based on the requirements of the model</a:t>
            </a:r>
          </a:p>
          <a:p>
            <a:r>
              <a:rPr lang="en-US" dirty="0"/>
              <a:t>Perform inference using the model</a:t>
            </a:r>
          </a:p>
        </p:txBody>
      </p:sp>
    </p:spTree>
    <p:extLst>
      <p:ext uri="{BB962C8B-B14F-4D97-AF65-F5344CB8AC3E}">
        <p14:creationId xmlns:p14="http://schemas.microsoft.com/office/powerpoint/2010/main" val="4048591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F123-E57D-DFB7-9173-0213512C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0B078-E362-C7E1-F7F3-E39C3DC02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793"/>
            <a:ext cx="6582103" cy="554420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torchvision.io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torchvision.models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resnet50, ResNet50_Weights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("test/assets/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encode_jpeg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/grace_hopper_517x606.jpg")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Initialize model with the best available weights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weights = ResNet50_Weights.DEFAULT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resnet50(weights=weights)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model.eval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2: Initialize the inference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preprocess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weights.transforms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3: Apply inference preprocessing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batch = preprocess(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unsqueeze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4: Use the model and print the predicted category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prediction = model(batch).squeeze(0).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prediction.argmax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().item()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prediction[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].item()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weights.meta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["categories"][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}: {100 * score:.1f}%")</a:t>
            </a:r>
          </a:p>
        </p:txBody>
      </p:sp>
    </p:spTree>
    <p:extLst>
      <p:ext uri="{BB962C8B-B14F-4D97-AF65-F5344CB8AC3E}">
        <p14:creationId xmlns:p14="http://schemas.microsoft.com/office/powerpoint/2010/main" val="3529754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111A-2FC8-2E64-423A-9F0FA813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AC30-D177-ACF7-B9AD-5633A2FF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3F8EA-3C60-BC1F-8B11-CF54069B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model weights from </a:t>
            </a:r>
            <a:r>
              <a:rPr lang="en-US" dirty="0" err="1"/>
              <a:t>pytorch</a:t>
            </a:r>
            <a:r>
              <a:rPr lang="en-US" dirty="0"/>
              <a:t> ‘cloud’</a:t>
            </a:r>
          </a:p>
          <a:p>
            <a:r>
              <a:rPr lang="en-US" dirty="0">
                <a:solidFill>
                  <a:srgbClr val="C00000"/>
                </a:solidFill>
              </a:rPr>
              <a:t>Apply them to a model architecture</a:t>
            </a:r>
          </a:p>
          <a:p>
            <a:r>
              <a:rPr lang="en-US" dirty="0"/>
              <a:t>Transform the image on which you need to perform inference based on the requirements of the model</a:t>
            </a:r>
          </a:p>
          <a:p>
            <a:r>
              <a:rPr lang="en-US" dirty="0"/>
              <a:t>Perform inference using the model</a:t>
            </a:r>
          </a:p>
        </p:txBody>
      </p:sp>
    </p:spTree>
    <p:extLst>
      <p:ext uri="{BB962C8B-B14F-4D97-AF65-F5344CB8AC3E}">
        <p14:creationId xmlns:p14="http://schemas.microsoft.com/office/powerpoint/2010/main" val="4291627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75B8-DDDB-7C2C-56D2-A0247D36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9335-2555-C136-3D30-EA54328B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7CE4D-E32D-A6E4-D6AC-6DDBDE674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793"/>
            <a:ext cx="6582103" cy="554420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torchvision.io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torchvision.models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resnet50, ResNet50_Weights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("test/assets/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encode_jpeg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/grace_hopper_517x606.jpg")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Initialize model with the best available weights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weights = ResNet50_Weights.DEFAULT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= resnet50(weights=weights)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model.eval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2: Initialize the inference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preprocess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weights.transforms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3: Apply inference preprocessing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batch = preprocess(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unsqueeze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4: Use the model and print the predicted category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prediction = model(batch).squeeze(0).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prediction.argmax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().item()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prediction[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].item()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weights.meta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["categories"][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}: {100 * score:.1f}%")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AD91C-1C22-C41E-E067-34646D606634}"/>
              </a:ext>
            </a:extLst>
          </p:cNvPr>
          <p:cNvSpPr txBox="1"/>
          <p:nvPr/>
        </p:nvSpPr>
        <p:spPr>
          <a:xfrm>
            <a:off x="7998372" y="3005959"/>
            <a:ext cx="3846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model’s model to evaluation – We are telling the model that this is not training to avoid some training specific operations</a:t>
            </a:r>
          </a:p>
        </p:txBody>
      </p:sp>
    </p:spTree>
    <p:extLst>
      <p:ext uri="{BB962C8B-B14F-4D97-AF65-F5344CB8AC3E}">
        <p14:creationId xmlns:p14="http://schemas.microsoft.com/office/powerpoint/2010/main" val="575807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4B3C-354C-8966-DE7A-2C36AF34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7AB2-F126-91E7-F126-B6520805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15AA-1978-B238-6D2B-5C7C7393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model weights from </a:t>
            </a:r>
            <a:r>
              <a:rPr lang="en-US" dirty="0" err="1"/>
              <a:t>pytorch</a:t>
            </a:r>
            <a:r>
              <a:rPr lang="en-US" dirty="0"/>
              <a:t> ‘cloud’</a:t>
            </a:r>
          </a:p>
          <a:p>
            <a:r>
              <a:rPr lang="en-US" dirty="0"/>
              <a:t>Apply them to a model architecture</a:t>
            </a:r>
          </a:p>
          <a:p>
            <a:r>
              <a:rPr lang="en-US" dirty="0">
                <a:solidFill>
                  <a:srgbClr val="C00000"/>
                </a:solidFill>
              </a:rPr>
              <a:t>Transform the image on which you need to perform inference based on the requirements of the model</a:t>
            </a:r>
          </a:p>
          <a:p>
            <a:r>
              <a:rPr lang="en-US" dirty="0"/>
              <a:t>Perform inference using the model</a:t>
            </a:r>
          </a:p>
        </p:txBody>
      </p:sp>
    </p:spTree>
    <p:extLst>
      <p:ext uri="{BB962C8B-B14F-4D97-AF65-F5344CB8AC3E}">
        <p14:creationId xmlns:p14="http://schemas.microsoft.com/office/powerpoint/2010/main" val="3047999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5822-4747-37BF-463B-8E798E87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ED36-51B9-52DA-CE29-690C1CF30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C39EA-AED8-4FCE-1FCC-5F4197E4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793"/>
            <a:ext cx="6582103" cy="554420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torchvision.io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torchvision.models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resnet50, ResNet50_Weights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("test/assets/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encode_jpeg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/grace_hopper_517x606.jpg")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Initialize model with the best available weights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weights = ResNet50_Weights.DEFAULT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resnet50(weights=weights)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model.eval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Step 2: Initialize the inference transforms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preprocess = 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weights.transforms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Step 3: Apply inference preprocessing transforms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batch = preprocess(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unsqueeze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4: Use the model and print the predicted category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prediction = model(batch).squeeze(0).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prediction.argmax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().item()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prediction[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].item()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weights.meta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["categories"][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}: {100 * score:.1f}%")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5EBA4-158F-66C8-E3C3-DDAB0B9F1E5D}"/>
              </a:ext>
            </a:extLst>
          </p:cNvPr>
          <p:cNvSpPr txBox="1"/>
          <p:nvPr/>
        </p:nvSpPr>
        <p:spPr>
          <a:xfrm>
            <a:off x="7998372" y="3005959"/>
            <a:ext cx="3846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Transformations can be cropping or resizing the image so that it is similar in dimensions to what model is expecting</a:t>
            </a:r>
          </a:p>
        </p:txBody>
      </p:sp>
    </p:spTree>
    <p:extLst>
      <p:ext uri="{BB962C8B-B14F-4D97-AF65-F5344CB8AC3E}">
        <p14:creationId xmlns:p14="http://schemas.microsoft.com/office/powerpoint/2010/main" val="3129444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D9222-6EA8-7CD0-7BF1-D707314E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F215-C0CF-BCB6-B44C-9964FC9D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5EDB-6AC5-959B-7014-6FA6A4EE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model weights from </a:t>
            </a:r>
            <a:r>
              <a:rPr lang="en-US" dirty="0" err="1"/>
              <a:t>pytorch</a:t>
            </a:r>
            <a:r>
              <a:rPr lang="en-US" dirty="0"/>
              <a:t> ‘cloud’</a:t>
            </a:r>
          </a:p>
          <a:p>
            <a:r>
              <a:rPr lang="en-US" dirty="0"/>
              <a:t>Apply them to a model architecture</a:t>
            </a:r>
          </a:p>
          <a:p>
            <a:r>
              <a:rPr lang="en-US" dirty="0"/>
              <a:t>Transform the image on which you need to perform inference based on the requirements of the model</a:t>
            </a:r>
          </a:p>
          <a:p>
            <a:r>
              <a:rPr lang="en-US" dirty="0"/>
              <a:t>Perform inference using the model</a:t>
            </a:r>
          </a:p>
        </p:txBody>
      </p:sp>
    </p:spTree>
    <p:extLst>
      <p:ext uri="{BB962C8B-B14F-4D97-AF65-F5344CB8AC3E}">
        <p14:creationId xmlns:p14="http://schemas.microsoft.com/office/powerpoint/2010/main" val="1534226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F8DD-72EA-64D1-B188-B3E24A0F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94D2-4DC8-E601-000D-6D0FD1AE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7812-1162-0A9B-D5C1-7EF546D2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793"/>
            <a:ext cx="6582103" cy="554420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torchvision.io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torchvision.models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resnet50, ResNet50_Weights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decode_image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("test/assets/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encode_jpeg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/grace_hopper_517x606.jpg")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Initialize model with the best available weights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weights = ResNet50_Weights.DEFAULT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resnet50(weights=weights)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model.eval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2: Initialize the inference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preprocess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weights.transforms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3: Apply inference preprocessing transforms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batch = preprocess(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unsqueeze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Step 4: Use the model and print the predicted category</a:t>
            </a:r>
          </a:p>
          <a:p>
            <a:pPr marL="0" indent="0">
              <a:buNone/>
            </a:pP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prediction = model(batch).squeeze(0).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softmax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prediction.argmax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().item()</a:t>
            </a:r>
          </a:p>
          <a:p>
            <a:pPr marL="0" indent="0">
              <a:buNone/>
            </a:pP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 = prediction[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].item()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weights.meta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["categories"][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print(f"{</a:t>
            </a:r>
            <a:r>
              <a:rPr lang="en-US" dirty="0" err="1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category_name</a:t>
            </a:r>
            <a:r>
              <a:rPr lang="en-US" dirty="0">
                <a:solidFill>
                  <a:srgbClr val="A907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}: {100 * score:.1f}%")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8FE6F-91E0-8EE7-174B-0B4CDA9A3453}"/>
              </a:ext>
            </a:extLst>
          </p:cNvPr>
          <p:cNvSpPr txBox="1"/>
          <p:nvPr/>
        </p:nvSpPr>
        <p:spPr>
          <a:xfrm>
            <a:off x="7998372" y="3005959"/>
            <a:ext cx="3846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batch of images, the model produces the prediction output.</a:t>
            </a:r>
          </a:p>
        </p:txBody>
      </p:sp>
    </p:spTree>
    <p:extLst>
      <p:ext uri="{BB962C8B-B14F-4D97-AF65-F5344CB8AC3E}">
        <p14:creationId xmlns:p14="http://schemas.microsoft.com/office/powerpoint/2010/main" val="1267407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A5AF-AAB7-540B-4F03-CBEB8B7A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1495-FA37-1D59-A320-F367F629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what dataset to use</a:t>
            </a:r>
          </a:p>
          <a:p>
            <a:r>
              <a:rPr lang="en-US" dirty="0"/>
              <a:t>Create a </a:t>
            </a:r>
            <a:r>
              <a:rPr lang="en-US" dirty="0" err="1"/>
              <a:t>Dataloader</a:t>
            </a:r>
            <a:r>
              <a:rPr lang="en-US" dirty="0"/>
              <a:t> object – responsible for creating batches</a:t>
            </a:r>
          </a:p>
          <a:p>
            <a:r>
              <a:rPr lang="en-US" dirty="0"/>
              <a:t>Define the model architecture</a:t>
            </a:r>
          </a:p>
          <a:p>
            <a:r>
              <a:rPr lang="en-US" dirty="0"/>
              <a:t>Choose a loss function</a:t>
            </a:r>
          </a:p>
          <a:p>
            <a:r>
              <a:rPr lang="en-US" dirty="0"/>
              <a:t>Training loop – actual testing occurs here</a:t>
            </a:r>
          </a:p>
          <a:p>
            <a:r>
              <a:rPr lang="en-US" dirty="0"/>
              <a:t>Testing – periodically test to ensure model training is proceeding on the right direction</a:t>
            </a:r>
          </a:p>
        </p:txBody>
      </p:sp>
    </p:spTree>
    <p:extLst>
      <p:ext uri="{BB962C8B-B14F-4D97-AF65-F5344CB8AC3E}">
        <p14:creationId xmlns:p14="http://schemas.microsoft.com/office/powerpoint/2010/main" val="3091879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87218-62EB-1D39-C5E7-ADA7F183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54522-8287-E285-0C7A-C91D993E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– List of common datasets are available on </a:t>
            </a:r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Vision - </a:t>
            </a:r>
            <a:r>
              <a:rPr lang="en-US" dirty="0">
                <a:hlinkClick r:id="rId2"/>
              </a:rPr>
              <a:t>https://docs.pytorch.org/vision/stable/datasets.html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Text - </a:t>
            </a:r>
            <a:r>
              <a:rPr lang="en-US" dirty="0">
                <a:hlinkClick r:id="rId3"/>
              </a:rPr>
              <a:t>https://docs.pytorch.org/text/stable/datasets.html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You can also use your own custom dataset - </a:t>
            </a:r>
            <a:r>
              <a:rPr lang="en-US" dirty="0">
                <a:hlinkClick r:id="rId4"/>
              </a:rPr>
              <a:t>https://docs.pytorch.org/tutorials/beginner/data_loading_tutorial.html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7707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A5CF-38D6-2252-A016-0C8872DF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E533-EAF3-845A-48CF-621A8A4B7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Loading/Downloading a dataset from </a:t>
            </a:r>
            <a:r>
              <a:rPr lang="en-US" dirty="0" err="1"/>
              <a:t>Pytorch</a:t>
            </a:r>
            <a:endParaRPr lang="en-US" dirty="0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BFEA8ED-4CDC-C970-7D43-CA7CD29C16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09" r="68" b="70414"/>
          <a:stretch/>
        </p:blipFill>
        <p:spPr>
          <a:xfrm>
            <a:off x="838200" y="2712750"/>
            <a:ext cx="10986427" cy="810414"/>
          </a:xfrm>
          <a:prstGeom prst="rect">
            <a:avLst/>
          </a:prstGeom>
        </p:spPr>
      </p:pic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D35950C-A043-22E9-3CCB-ADA7A65441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" t="49112" r="-68" b="34911"/>
          <a:stretch/>
        </p:blipFill>
        <p:spPr>
          <a:xfrm>
            <a:off x="897566" y="4955131"/>
            <a:ext cx="10691648" cy="789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395BB-BA25-A12C-5F52-E78150E25A5D}"/>
              </a:ext>
            </a:extLst>
          </p:cNvPr>
          <p:cNvSpPr txBox="1"/>
          <p:nvPr/>
        </p:nvSpPr>
        <p:spPr>
          <a:xfrm>
            <a:off x="897566" y="3777482"/>
            <a:ext cx="9665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= True/False -&gt; training/testing portion</a:t>
            </a:r>
          </a:p>
          <a:p>
            <a:r>
              <a:rPr lang="en-US" dirty="0"/>
              <a:t>Transform = Applies the transform that is needed for the model that you wish to use (such as resizing, cropping)</a:t>
            </a:r>
          </a:p>
        </p:txBody>
      </p:sp>
    </p:spTree>
    <p:extLst>
      <p:ext uri="{BB962C8B-B14F-4D97-AF65-F5344CB8AC3E}">
        <p14:creationId xmlns:p14="http://schemas.microsoft.com/office/powerpoint/2010/main" val="1007048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9C82-081E-3F8C-3993-15F34614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9CB4-242E-EC9B-7BC2-ACF8493C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5644"/>
          </a:xfrm>
        </p:spPr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DataLoader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Enables accessing data in batches</a:t>
            </a:r>
          </a:p>
          <a:p>
            <a:pPr lvl="1"/>
            <a:r>
              <a:rPr lang="en-US" dirty="0"/>
              <a:t>Performs random shuffling to improve AI/ML convergence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706E9F2-3954-F436-D96F-8B8B0049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355"/>
          <a:stretch>
            <a:fillRect/>
          </a:stretch>
        </p:blipFill>
        <p:spPr>
          <a:xfrm>
            <a:off x="1271832" y="3456206"/>
            <a:ext cx="8586941" cy="31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13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1AED-928C-9C75-D0B3-57516013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3958-F341-4531-7C5D-D2B6ACDF1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86" y="1690688"/>
            <a:ext cx="5163207" cy="4488090"/>
          </a:xfrm>
        </p:spPr>
        <p:txBody>
          <a:bodyPr>
            <a:normAutofit fontScale="92500"/>
          </a:bodyPr>
          <a:lstStyle/>
          <a:p>
            <a:r>
              <a:rPr lang="en-US" dirty="0"/>
              <a:t>Defining the model architecture</a:t>
            </a:r>
          </a:p>
          <a:p>
            <a:endParaRPr lang="en-US" dirty="0"/>
          </a:p>
          <a:p>
            <a:r>
              <a:rPr lang="en-US" dirty="0">
                <a:cs typeface="Calibri"/>
              </a:rPr>
              <a:t>Layers (and structure) need to be outlined in the __</a:t>
            </a:r>
            <a:r>
              <a:rPr lang="en-US" dirty="0" err="1">
                <a:cs typeface="Calibri"/>
              </a:rPr>
              <a:t>init</a:t>
            </a:r>
            <a:r>
              <a:rPr lang="en-US" dirty="0">
                <a:cs typeface="Calibri"/>
              </a:rPr>
              <a:t>__ method.</a:t>
            </a:r>
          </a:p>
          <a:p>
            <a:pPr lvl="1"/>
            <a:r>
              <a:rPr lang="en-US" dirty="0">
                <a:cs typeface="Calibri"/>
              </a:rPr>
              <a:t>Specific attributes can be passed in here.</a:t>
            </a:r>
          </a:p>
          <a:p>
            <a:r>
              <a:rPr lang="en-US" dirty="0">
                <a:cs typeface="Calibri"/>
              </a:rPr>
              <a:t>Forward describes the data's movement through the model.</a:t>
            </a:r>
          </a:p>
          <a:p>
            <a:pPr lvl="1"/>
            <a:r>
              <a:rPr lang="en-US" dirty="0">
                <a:cs typeface="Calibri"/>
              </a:rPr>
              <a:t>Activation functions tend to be applied here.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Create an instance of the model.</a:t>
            </a:r>
          </a:p>
          <a:p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11C4479-87A7-1729-D1A8-DF2FF09D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094" y="1039949"/>
            <a:ext cx="6372022" cy="567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21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9CB3-F3FB-D0E9-9E4E-EF254577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69E55-03A1-D981-B619-3320D9DF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1971" cy="4351338"/>
          </a:xfrm>
        </p:spPr>
        <p:txBody>
          <a:bodyPr/>
          <a:lstStyle/>
          <a:p>
            <a:r>
              <a:rPr lang="en-US" dirty="0">
                <a:cs typeface="Calibri"/>
              </a:rPr>
              <a:t>The __</a:t>
            </a:r>
            <a:r>
              <a:rPr lang="en-US" dirty="0" err="1">
                <a:cs typeface="Calibri"/>
              </a:rPr>
              <a:t>init</a:t>
            </a:r>
            <a:r>
              <a:rPr lang="en-US" dirty="0">
                <a:cs typeface="Calibri"/>
              </a:rPr>
              <a:t>__ method is analogous to </a:t>
            </a:r>
            <a:r>
              <a:rPr lang="en-US" b="1" dirty="0">
                <a:cs typeface="Calibri"/>
              </a:rPr>
              <a:t>defining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cs typeface="Calibri"/>
              </a:rPr>
              <a:t>types</a:t>
            </a:r>
            <a:r>
              <a:rPr lang="en-US" dirty="0">
                <a:cs typeface="Calibri"/>
              </a:rPr>
              <a:t> of certain vertices within a task graph.</a:t>
            </a:r>
          </a:p>
          <a:p>
            <a:pPr lvl="1"/>
            <a:r>
              <a:rPr lang="en-US" dirty="0">
                <a:cs typeface="Calibri"/>
              </a:rPr>
              <a:t>These are layers, but they also perform operations.</a:t>
            </a:r>
          </a:p>
          <a:p>
            <a:r>
              <a:rPr lang="en-US" dirty="0">
                <a:cs typeface="Calibri"/>
              </a:rPr>
              <a:t>However, there is nothing specifying quantity or order (how data flows through these).</a:t>
            </a:r>
          </a:p>
          <a:p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CCBF135-F568-8D53-418A-59164D6D54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16" r="32325" b="47048"/>
          <a:stretch/>
        </p:blipFill>
        <p:spPr>
          <a:xfrm>
            <a:off x="7081099" y="1443437"/>
            <a:ext cx="4272702" cy="212735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43EB7FB-184E-1B08-C301-B68C3DC05058}"/>
              </a:ext>
            </a:extLst>
          </p:cNvPr>
          <p:cNvSpPr/>
          <p:nvPr/>
        </p:nvSpPr>
        <p:spPr>
          <a:xfrm>
            <a:off x="9128922" y="3721232"/>
            <a:ext cx="1104347" cy="644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Conv1</a:t>
            </a: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9201DA-39DE-EA69-63E5-317980100318}"/>
              </a:ext>
            </a:extLst>
          </p:cNvPr>
          <p:cNvSpPr/>
          <p:nvPr/>
        </p:nvSpPr>
        <p:spPr>
          <a:xfrm>
            <a:off x="9055299" y="4722507"/>
            <a:ext cx="1104347" cy="644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Conv2</a:t>
            </a: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2465C4-E426-D578-AE0B-B28B737C3472}"/>
              </a:ext>
            </a:extLst>
          </p:cNvPr>
          <p:cNvSpPr/>
          <p:nvPr/>
        </p:nvSpPr>
        <p:spPr>
          <a:xfrm>
            <a:off x="8175501" y="5955695"/>
            <a:ext cx="1104347" cy="64420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FC2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A60C5C-4062-2448-226E-17BBF3E7C266}"/>
              </a:ext>
            </a:extLst>
          </p:cNvPr>
          <p:cNvSpPr/>
          <p:nvPr/>
        </p:nvSpPr>
        <p:spPr>
          <a:xfrm>
            <a:off x="10833298" y="4722506"/>
            <a:ext cx="1104347" cy="64420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FC1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02A05E-4A2E-B870-0C86-87020C92A724}"/>
              </a:ext>
            </a:extLst>
          </p:cNvPr>
          <p:cNvSpPr/>
          <p:nvPr/>
        </p:nvSpPr>
        <p:spPr>
          <a:xfrm>
            <a:off x="10049211" y="5940970"/>
            <a:ext cx="1104347" cy="64420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FC3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9320D9-36D3-0D87-2816-694AB8164607}"/>
              </a:ext>
            </a:extLst>
          </p:cNvPr>
          <p:cNvSpPr/>
          <p:nvPr/>
        </p:nvSpPr>
        <p:spPr>
          <a:xfrm>
            <a:off x="7295703" y="4770361"/>
            <a:ext cx="1104347" cy="64420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Pool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59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661F-6A90-66D5-8E17-93A8C28C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F602C-217D-9646-DD16-2B1DFFA6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8886" cy="4351338"/>
          </a:xfrm>
        </p:spPr>
        <p:txBody>
          <a:bodyPr/>
          <a:lstStyle/>
          <a:p>
            <a:r>
              <a:rPr lang="en-US" dirty="0">
                <a:cs typeface="Calibri"/>
              </a:rPr>
              <a:t>forward() specifies connectivity and data flow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During inference, when we call model(</a:t>
            </a:r>
            <a:r>
              <a:rPr lang="en-US" dirty="0" err="1">
                <a:cs typeface="Calibri"/>
              </a:rPr>
              <a:t>img</a:t>
            </a:r>
            <a:r>
              <a:rPr lang="en-US" dirty="0">
                <a:cs typeface="Calibri"/>
              </a:rPr>
              <a:t>), the forward function gets called</a:t>
            </a:r>
          </a:p>
          <a:p>
            <a:endParaRPr lang="en-US" dirty="0">
              <a:cs typeface="Calibri"/>
            </a:endParaRPr>
          </a:p>
          <a:p>
            <a:endParaRPr lang="en-US" dirty="0"/>
          </a:p>
        </p:txBody>
      </p:sp>
      <p:pic>
        <p:nvPicPr>
          <p:cNvPr id="4" name="Picture 3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EE1A00DE-61EB-343F-254C-0D038EE96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80" y="1027906"/>
            <a:ext cx="2330777" cy="5755258"/>
          </a:xfrm>
          <a:prstGeom prst="rect">
            <a:avLst/>
          </a:prstGeom>
        </p:spPr>
      </p:pic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9E6FCEC-1D02-D37C-7D9D-4F29E97770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75" t="55277" r="318" b="10792"/>
          <a:stretch/>
        </p:blipFill>
        <p:spPr>
          <a:xfrm>
            <a:off x="2467429" y="4669477"/>
            <a:ext cx="6175566" cy="197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93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4736-5A68-69BF-5637-472180B8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8FFCB-09AE-57E3-6B9B-45DA013A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78600" cy="4351338"/>
          </a:xfrm>
        </p:spPr>
        <p:txBody>
          <a:bodyPr/>
          <a:lstStyle/>
          <a:p>
            <a:r>
              <a:rPr lang="en-US" dirty="0"/>
              <a:t>In backward propagation, the gradients flow in the reverse direction of the connectivity </a:t>
            </a:r>
          </a:p>
          <a:p>
            <a:endParaRPr lang="en-US" dirty="0"/>
          </a:p>
          <a:p>
            <a:r>
              <a:rPr lang="en-US" dirty="0"/>
              <a:t>Do we explicitly define the backward() function?</a:t>
            </a:r>
          </a:p>
          <a:p>
            <a:endParaRPr lang="en-US" dirty="0"/>
          </a:p>
          <a:p>
            <a:r>
              <a:rPr lang="en-US" dirty="0"/>
              <a:t>No, </a:t>
            </a:r>
            <a:r>
              <a:rPr lang="en-US" b="1" dirty="0" err="1">
                <a:cs typeface="Calibri"/>
              </a:rPr>
              <a:t>Autograd</a:t>
            </a:r>
            <a:r>
              <a:rPr lang="en-US" dirty="0">
                <a:cs typeface="Calibri"/>
              </a:rPr>
              <a:t> functionality takes care of this in most circumstances</a:t>
            </a:r>
            <a:endParaRPr lang="en-US" dirty="0"/>
          </a:p>
        </p:txBody>
      </p:sp>
      <p:pic>
        <p:nvPicPr>
          <p:cNvPr id="4" name="Picture 3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790C8AA2-FE24-AE37-FB7F-62C83424B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80" y="1027906"/>
            <a:ext cx="2330777" cy="575525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756E04-28ED-7EC7-10F8-08960DAE3A85}"/>
              </a:ext>
            </a:extLst>
          </p:cNvPr>
          <p:cNvCxnSpPr/>
          <p:nvPr/>
        </p:nvCxnSpPr>
        <p:spPr>
          <a:xfrm flipV="1">
            <a:off x="8708571" y="1944914"/>
            <a:ext cx="0" cy="4528457"/>
          </a:xfrm>
          <a:prstGeom prst="straightConnector1">
            <a:avLst/>
          </a:prstGeom>
          <a:ln w="28575">
            <a:solidFill>
              <a:srgbClr val="A907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212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A1BA-C9B2-8EF9-039E-5F73F0F2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6F6B-301D-A7CC-2607-D54B5551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62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Choosing a loss function</a:t>
            </a:r>
          </a:p>
          <a:p>
            <a:endParaRPr lang="en-US" dirty="0"/>
          </a:p>
          <a:p>
            <a:r>
              <a:rPr lang="en-US" dirty="0"/>
              <a:t>Appropriate loss function for your task, you can also build custom loss functions</a:t>
            </a:r>
          </a:p>
          <a:p>
            <a:endParaRPr lang="en-US" dirty="0"/>
          </a:p>
          <a:p>
            <a:r>
              <a:rPr lang="en-US" dirty="0"/>
              <a:t>We also need to choose an optimizer</a:t>
            </a:r>
          </a:p>
          <a:p>
            <a:pPr lvl="1"/>
            <a:r>
              <a:rPr lang="en-US" dirty="0"/>
              <a:t>It applies the weight updates based on the gradients calculated in backpropagation</a:t>
            </a:r>
          </a:p>
          <a:p>
            <a:pPr lvl="1"/>
            <a:r>
              <a:rPr lang="en-US" dirty="0"/>
              <a:t>SGD, ADAM are popular optimizers</a:t>
            </a:r>
          </a:p>
        </p:txBody>
      </p:sp>
      <p:pic>
        <p:nvPicPr>
          <p:cNvPr id="4" name="Picture 3" descr="A close up of words&#10;&#10;Description automatically generated">
            <a:extLst>
              <a:ext uri="{FF2B5EF4-FFF2-40B4-BE49-F238E27FC236}">
                <a16:creationId xmlns:a16="http://schemas.microsoft.com/office/drawing/2014/main" id="{C4DC74B8-384D-3F5C-A21F-0B8C4115D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829" y="1825625"/>
            <a:ext cx="6674116" cy="11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63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8BAB-9A73-A00F-836F-6A188378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80FF-C552-96AF-E549-E3E84C4A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7773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Training Loop</a:t>
            </a:r>
          </a:p>
          <a:p>
            <a:endParaRPr lang="en-US" dirty="0"/>
          </a:p>
          <a:p>
            <a:r>
              <a:rPr lang="en-US" dirty="0"/>
              <a:t>Epoch: Go over the entire dataset in batches to perform forward and backward propagation</a:t>
            </a:r>
          </a:p>
          <a:p>
            <a:endParaRPr lang="en-US" dirty="0"/>
          </a:p>
          <a:p>
            <a:r>
              <a:rPr lang="en-US" dirty="0"/>
              <a:t>Stop training after a set number of epochs (or some other convergence criteria)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81ADA3B-053C-9D1A-345D-BB123D78F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550" y="1690688"/>
            <a:ext cx="6984732" cy="50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46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B9D0-76F9-AE87-D5BF-93998941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DF47-EEB0-CC83-50B9-FCA41D803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1171" cy="4351338"/>
          </a:xfrm>
        </p:spPr>
        <p:txBody>
          <a:bodyPr/>
          <a:lstStyle/>
          <a:p>
            <a:r>
              <a:rPr lang="en-US" dirty="0"/>
              <a:t>Testing Loop</a:t>
            </a:r>
          </a:p>
          <a:p>
            <a:endParaRPr lang="en-US" dirty="0"/>
          </a:p>
          <a:p>
            <a:r>
              <a:rPr lang="en-US" dirty="0"/>
              <a:t>Test the performance of the model in an unknown data</a:t>
            </a:r>
          </a:p>
          <a:p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CB26FE-6155-B740-D3A9-488F713E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113" y="2416403"/>
            <a:ext cx="7000915" cy="279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85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6DEC-358B-D642-8130-EACB3FFF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Execution on Accelerators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B1F67-7D5C-B5DC-92C6-4194B3FC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cs typeface="Calibri"/>
              </a:rPr>
              <a:t>PyTorch</a:t>
            </a:r>
            <a:r>
              <a:rPr lang="en-US" dirty="0">
                <a:cs typeface="Calibri"/>
              </a:rPr>
              <a:t> defaults to the CPU, even if there are other resources available.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Specifying a GPU is easy.</a:t>
            </a:r>
          </a:p>
          <a:p>
            <a:pPr lvl="1"/>
            <a:r>
              <a:rPr lang="en-US" dirty="0">
                <a:cs typeface="Calibri"/>
              </a:rPr>
              <a:t>Indicate what device to use:</a:t>
            </a:r>
          </a:p>
          <a:p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Send your model to the device:</a:t>
            </a:r>
          </a:p>
          <a:p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Send your data to the device:</a:t>
            </a:r>
          </a:p>
          <a:p>
            <a:endParaRPr lang="en-US" dirty="0"/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CC329F1-4581-8034-8D39-DB50E5B97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13" y="4082111"/>
            <a:ext cx="10597407" cy="484025"/>
          </a:xfrm>
          <a:prstGeom prst="rect">
            <a:avLst/>
          </a:prstGeom>
        </p:spPr>
      </p:pic>
      <p:pic>
        <p:nvPicPr>
          <p:cNvPr id="5" name="Picture 4" descr="A black text with black text&#10;&#10;Description automatically generated">
            <a:extLst>
              <a:ext uri="{FF2B5EF4-FFF2-40B4-BE49-F238E27FC236}">
                <a16:creationId xmlns:a16="http://schemas.microsoft.com/office/drawing/2014/main" id="{C641C3C9-2C9A-7157-5C7D-F106C516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248" y="4943085"/>
            <a:ext cx="2237466" cy="615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96F925-4F3A-A668-4CDD-22CEE1BD5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120" y="6069887"/>
            <a:ext cx="9130463" cy="48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50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80DC-7443-2159-8420-AA13EF9B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– Execution on Accelerators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F5473-6E3C-B969-85D1-87A2BF140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9103" cy="4351338"/>
          </a:xfrm>
        </p:spPr>
        <p:txBody>
          <a:bodyPr/>
          <a:lstStyle/>
          <a:p>
            <a:r>
              <a:rPr lang="en-US" dirty="0">
                <a:cs typeface="Calibri"/>
              </a:rPr>
              <a:t>For simple networks, the speedup may not be noticeable.</a:t>
            </a:r>
          </a:p>
          <a:p>
            <a:pPr lvl="1"/>
            <a:r>
              <a:rPr lang="en-US" dirty="0">
                <a:cs typeface="Calibri"/>
              </a:rPr>
              <a:t>However, on larger ones it can be quite substantial.</a:t>
            </a:r>
          </a:p>
          <a:p>
            <a:r>
              <a:rPr lang="en-US" dirty="0">
                <a:cs typeface="Calibri"/>
              </a:rPr>
              <a:t>Table is from the </a:t>
            </a:r>
            <a:r>
              <a:rPr lang="en-US" dirty="0" err="1">
                <a:cs typeface="Calibri"/>
              </a:rPr>
              <a:t>DarkNet</a:t>
            </a:r>
            <a:r>
              <a:rPr lang="en-US" dirty="0">
                <a:cs typeface="Calibri"/>
              </a:rPr>
              <a:t> repo (YOLO).</a:t>
            </a:r>
          </a:p>
          <a:p>
            <a:pPr lvl="1"/>
            <a:r>
              <a:rPr lang="en-US" dirty="0" err="1">
                <a:cs typeface="Calibri"/>
              </a:rPr>
              <a:t>tkDNN</a:t>
            </a:r>
            <a:r>
              <a:rPr lang="en-US" dirty="0">
                <a:cs typeface="Calibri"/>
              </a:rPr>
              <a:t> is a neural network library built using </a:t>
            </a:r>
            <a:r>
              <a:rPr lang="en-US" dirty="0" err="1">
                <a:cs typeface="Calibri"/>
              </a:rPr>
              <a:t>cuDNN</a:t>
            </a:r>
            <a:r>
              <a:rPr lang="en-US" dirty="0">
                <a:cs typeface="Calibri"/>
              </a:rPr>
              <a:t> and </a:t>
            </a:r>
            <a:r>
              <a:rPr lang="en-US" dirty="0" err="1">
                <a:cs typeface="Calibri"/>
              </a:rPr>
              <a:t>tensorRT</a:t>
            </a:r>
            <a:r>
              <a:rPr lang="en-US" dirty="0">
                <a:cs typeface="Calibri"/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3" descr="OpenCV_TRT">
            <a:extLst>
              <a:ext uri="{FF2B5EF4-FFF2-40B4-BE49-F238E27FC236}">
                <a16:creationId xmlns:a16="http://schemas.microsoft.com/office/drawing/2014/main" id="{E959877D-C0B6-7A33-21BD-9741CD7F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417" y="1931421"/>
            <a:ext cx="7259621" cy="358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64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10/9 Midterm</a:t>
            </a:r>
          </a:p>
          <a:p>
            <a:pPr lvl="1"/>
            <a:r>
              <a:rPr lang="en-US" dirty="0"/>
              <a:t>Best of luck!</a:t>
            </a:r>
          </a:p>
          <a:p>
            <a:pPr lvl="1"/>
            <a:endParaRPr lang="en-US" dirty="0"/>
          </a:p>
          <a:p>
            <a:r>
              <a:rPr lang="en-US" dirty="0"/>
              <a:t>10/14 Lecture 14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-Lightning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2097</Words>
  <Application>Microsoft Office PowerPoint</Application>
  <PresentationFormat>Widescreen</PresentationFormat>
  <Paragraphs>393</Paragraphs>
  <Slides>46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New</vt:lpstr>
      <vt:lpstr>Office Theme</vt:lpstr>
      <vt:lpstr>CSDS 451: Designing High Performant Systems for AI</vt:lpstr>
      <vt:lpstr>Outline</vt:lpstr>
      <vt:lpstr>Announcements</vt:lpstr>
      <vt:lpstr>Outline</vt:lpstr>
      <vt:lpstr>Training</vt:lpstr>
      <vt:lpstr>Training</vt:lpstr>
      <vt:lpstr>CNN Training: Forward Propagation</vt:lpstr>
      <vt:lpstr>CNN Training: Forward Propagation</vt:lpstr>
      <vt:lpstr>CNN Training: Forward Propagation</vt:lpstr>
      <vt:lpstr>CNN Training: Forward Propagation</vt:lpstr>
      <vt:lpstr>CNN Training: Error Calculation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Training</vt:lpstr>
      <vt:lpstr>Training a Machine Learning Model </vt:lpstr>
      <vt:lpstr>Pytorch</vt:lpstr>
      <vt:lpstr>Pytorch - Workflows</vt:lpstr>
      <vt:lpstr>Pytorch - Inference</vt:lpstr>
      <vt:lpstr>Pytorch - Inference</vt:lpstr>
      <vt:lpstr>Pytorch - Inference</vt:lpstr>
      <vt:lpstr>Pytorch - Inference</vt:lpstr>
      <vt:lpstr>Pytorch - Inference</vt:lpstr>
      <vt:lpstr>Pytorch - Inference</vt:lpstr>
      <vt:lpstr>Pytorch - Inference</vt:lpstr>
      <vt:lpstr>Pytorch - Inference</vt:lpstr>
      <vt:lpstr>Pytorch - Inference</vt:lpstr>
      <vt:lpstr>Pytorch - Inference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Training</vt:lpstr>
      <vt:lpstr>Pytorch – Execution on Accelerators</vt:lpstr>
      <vt:lpstr>Pytorch – Execution on Accelerators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2026-02-15T20:43:54Z</dcterms:modified>
</cp:coreProperties>
</file>
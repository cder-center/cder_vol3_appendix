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0"/>
  </p:notesMasterIdLst>
  <p:sldIdLst>
    <p:sldId id="256" r:id="rId2"/>
    <p:sldId id="1568" r:id="rId3"/>
    <p:sldId id="1570" r:id="rId4"/>
    <p:sldId id="1657" r:id="rId5"/>
    <p:sldId id="552" r:id="rId6"/>
    <p:sldId id="1659" r:id="rId7"/>
    <p:sldId id="1660" r:id="rId8"/>
    <p:sldId id="1658" r:id="rId9"/>
    <p:sldId id="1661" r:id="rId10"/>
    <p:sldId id="1662" r:id="rId11"/>
    <p:sldId id="385" r:id="rId12"/>
    <p:sldId id="1663" r:id="rId13"/>
    <p:sldId id="1664" r:id="rId14"/>
    <p:sldId id="1665" r:id="rId15"/>
    <p:sldId id="1666" r:id="rId16"/>
    <p:sldId id="1667" r:id="rId17"/>
    <p:sldId id="1668" r:id="rId18"/>
    <p:sldId id="1669" r:id="rId19"/>
    <p:sldId id="1670" r:id="rId20"/>
    <p:sldId id="1671" r:id="rId21"/>
    <p:sldId id="1672" r:id="rId22"/>
    <p:sldId id="1673" r:id="rId23"/>
    <p:sldId id="1675" r:id="rId24"/>
    <p:sldId id="1676" r:id="rId25"/>
    <p:sldId id="1674" r:id="rId26"/>
    <p:sldId id="1677" r:id="rId27"/>
    <p:sldId id="1678" r:id="rId28"/>
    <p:sldId id="477" r:id="rId29"/>
    <p:sldId id="478" r:id="rId30"/>
    <p:sldId id="1682" r:id="rId31"/>
    <p:sldId id="1680" r:id="rId32"/>
    <p:sldId id="1681" r:id="rId33"/>
    <p:sldId id="1679" r:id="rId34"/>
    <p:sldId id="1683" r:id="rId35"/>
    <p:sldId id="1684" r:id="rId36"/>
    <p:sldId id="1685" r:id="rId37"/>
    <p:sldId id="1686" r:id="rId38"/>
    <p:sldId id="1687" r:id="rId39"/>
    <p:sldId id="1689" r:id="rId40"/>
    <p:sldId id="1688" r:id="rId41"/>
    <p:sldId id="1690" r:id="rId42"/>
    <p:sldId id="1691" r:id="rId43"/>
    <p:sldId id="1693" r:id="rId44"/>
    <p:sldId id="1694" r:id="rId45"/>
    <p:sldId id="1695" r:id="rId46"/>
    <p:sldId id="1696" r:id="rId47"/>
    <p:sldId id="1697" r:id="rId48"/>
    <p:sldId id="1698" r:id="rId49"/>
    <p:sldId id="1699" r:id="rId50"/>
    <p:sldId id="1701" r:id="rId51"/>
    <p:sldId id="1702" r:id="rId52"/>
    <p:sldId id="1703" r:id="rId53"/>
    <p:sldId id="1704" r:id="rId54"/>
    <p:sldId id="1705" r:id="rId55"/>
    <p:sldId id="1706" r:id="rId56"/>
    <p:sldId id="1708" r:id="rId57"/>
    <p:sldId id="1551" r:id="rId58"/>
    <p:sldId id="391" r:id="rId5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F4C432-41D2-4684-902B-4E9CC05F769E}" v="1468" dt="2025-10-23T14:23:15.1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325" autoAdjust="0"/>
  </p:normalViewPr>
  <p:slideViewPr>
    <p:cSldViewPr snapToGrid="0">
      <p:cViewPr varScale="1">
        <p:scale>
          <a:sx n="79" d="100"/>
          <a:sy n="79" d="100"/>
        </p:scale>
        <p:origin x="504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mukh Kuppannagari" userId="ad215094-da36-4b66-9c79-369a17aea26b" providerId="ADAL" clId="{AA11B565-206C-4EF0-881B-47DE8798C588}"/>
    <pc:docChg chg="undo custSel addSld delSld modSld sldOrd">
      <pc:chgData name="Sanmukh Kuppannagari" userId="ad215094-da36-4b66-9c79-369a17aea26b" providerId="ADAL" clId="{AA11B565-206C-4EF0-881B-47DE8798C588}" dt="2024-10-01T14:08:02.554" v="5632" actId="47"/>
      <pc:docMkLst>
        <pc:docMk/>
      </pc:docMkLst>
      <pc:sldChg chg="modSp mod">
        <pc:chgData name="Sanmukh Kuppannagari" userId="ad215094-da36-4b66-9c79-369a17aea26b" providerId="ADAL" clId="{AA11B565-206C-4EF0-881B-47DE8798C588}" dt="2024-10-01T09:58:55.217" v="4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AA11B565-206C-4EF0-881B-47DE8798C588}" dt="2024-10-01T09:59:06.456" v="19" actId="20577"/>
        <pc:sldMkLst>
          <pc:docMk/>
          <pc:sldMk cId="2017305151" sldId="261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934877374" sldId="31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937731969" sldId="31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275422666" sldId="31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230029266" sldId="31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79505598" sldId="31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964895541" sldId="32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496462880" sldId="36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289731522" sldId="36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086263254" sldId="37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34613010" sldId="37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54907447" sldId="38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38842979" sldId="38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3771660" sldId="385"/>
        </pc:sldMkLst>
      </pc:sldChg>
      <pc:sldChg chg="add">
        <pc:chgData name="Sanmukh Kuppannagari" userId="ad215094-da36-4b66-9c79-369a17aea26b" providerId="ADAL" clId="{AA11B565-206C-4EF0-881B-47DE8798C588}" dt="2024-10-01T10:05:48.128" v="596"/>
        <pc:sldMkLst>
          <pc:docMk/>
          <pc:sldMk cId="1402981858" sldId="38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37875043" sldId="39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181382666" sldId="40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319194896" sldId="41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947479394" sldId="41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51680372" sldId="43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736426824" sldId="43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20019786" sldId="43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642145031" sldId="44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275163260" sldId="45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699708138" sldId="122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453964490" sldId="123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037780407" sldId="123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479534324" sldId="1233"/>
        </pc:sldMkLst>
      </pc:sldChg>
      <pc:sldChg chg="add">
        <pc:chgData name="Sanmukh Kuppannagari" userId="ad215094-da36-4b66-9c79-369a17aea26b" providerId="ADAL" clId="{AA11B565-206C-4EF0-881B-47DE8798C588}" dt="2024-10-01T10:11:18.549" v="597"/>
        <pc:sldMkLst>
          <pc:docMk/>
          <pc:sldMk cId="3857326952" sldId="1234"/>
        </pc:sldMkLst>
      </pc:sldChg>
      <pc:sldChg chg="addSp delSp modSp add mod">
        <pc:chgData name="Sanmukh Kuppannagari" userId="ad215094-da36-4b66-9c79-369a17aea26b" providerId="ADAL" clId="{AA11B565-206C-4EF0-881B-47DE8798C588}" dt="2024-10-01T11:07:20.802" v="3082" actId="1076"/>
        <pc:sldMkLst>
          <pc:docMk/>
          <pc:sldMk cId="2152651734" sldId="123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124545071" sldId="1238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3423587688" sldId="1304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1249666363" sldId="1305"/>
        </pc:sldMkLst>
      </pc:sldChg>
      <pc:sldChg chg="addSp delSp modSp add mod">
        <pc:chgData name="Sanmukh Kuppannagari" userId="ad215094-da36-4b66-9c79-369a17aea26b" providerId="ADAL" clId="{AA11B565-206C-4EF0-881B-47DE8798C588}" dt="2024-10-01T11:14:09.005" v="3149" actId="20577"/>
        <pc:sldMkLst>
          <pc:docMk/>
          <pc:sldMk cId="2044792240" sldId="1306"/>
        </pc:sldMkLst>
      </pc:sldChg>
      <pc:sldChg chg="addSp modSp add mod">
        <pc:chgData name="Sanmukh Kuppannagari" userId="ad215094-da36-4b66-9c79-369a17aea26b" providerId="ADAL" clId="{AA11B565-206C-4EF0-881B-47DE8798C588}" dt="2024-10-01T11:14:16.062" v="3150"/>
        <pc:sldMkLst>
          <pc:docMk/>
          <pc:sldMk cId="1826032475" sldId="1307"/>
        </pc:sldMkLst>
      </pc:sldChg>
      <pc:sldChg chg="addSp modSp add mod">
        <pc:chgData name="Sanmukh Kuppannagari" userId="ad215094-da36-4b66-9c79-369a17aea26b" providerId="ADAL" clId="{AA11B565-206C-4EF0-881B-47DE8798C588}" dt="2024-10-01T11:14:19.432" v="3151"/>
        <pc:sldMkLst>
          <pc:docMk/>
          <pc:sldMk cId="2121754159" sldId="1308"/>
        </pc:sldMkLst>
      </pc:sldChg>
      <pc:sldChg chg="addSp modSp add mod">
        <pc:chgData name="Sanmukh Kuppannagari" userId="ad215094-da36-4b66-9c79-369a17aea26b" providerId="ADAL" clId="{AA11B565-206C-4EF0-881B-47DE8798C588}" dt="2024-10-01T11:05:27.831" v="2857" actId="20577"/>
        <pc:sldMkLst>
          <pc:docMk/>
          <pc:sldMk cId="3322226313" sldId="1309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2120287752" sldId="1310"/>
        </pc:sldMkLst>
      </pc:sldChg>
      <pc:sldChg chg="addSp modSp add mod">
        <pc:chgData name="Sanmukh Kuppannagari" userId="ad215094-da36-4b66-9c79-369a17aea26b" providerId="ADAL" clId="{AA11B565-206C-4EF0-881B-47DE8798C588}" dt="2024-10-01T11:16:51.587" v="3211" actId="14100"/>
        <pc:sldMkLst>
          <pc:docMk/>
          <pc:sldMk cId="2652461517" sldId="1311"/>
        </pc:sldMkLst>
      </pc:sldChg>
      <pc:sldChg chg="addSp modSp add">
        <pc:chgData name="Sanmukh Kuppannagari" userId="ad215094-da36-4b66-9c79-369a17aea26b" providerId="ADAL" clId="{AA11B565-206C-4EF0-881B-47DE8798C588}" dt="2024-10-01T11:17:00.366" v="3212"/>
        <pc:sldMkLst>
          <pc:docMk/>
          <pc:sldMk cId="284065558" sldId="1312"/>
        </pc:sldMkLst>
      </pc:sldChg>
      <pc:sldChg chg="addSp modSp add">
        <pc:chgData name="Sanmukh Kuppannagari" userId="ad215094-da36-4b66-9c79-369a17aea26b" providerId="ADAL" clId="{AA11B565-206C-4EF0-881B-47DE8798C588}" dt="2024-10-01T11:17:12.644" v="3213"/>
        <pc:sldMkLst>
          <pc:docMk/>
          <pc:sldMk cId="303362016" sldId="1313"/>
        </pc:sldMkLst>
      </pc:sldChg>
      <pc:sldChg chg="addSp delSp modSp add mod">
        <pc:chgData name="Sanmukh Kuppannagari" userId="ad215094-da36-4b66-9c79-369a17aea26b" providerId="ADAL" clId="{AA11B565-206C-4EF0-881B-47DE8798C588}" dt="2024-10-01T11:24:38.186" v="3272" actId="478"/>
        <pc:sldMkLst>
          <pc:docMk/>
          <pc:sldMk cId="1137941797" sldId="1314"/>
        </pc:sldMkLst>
      </pc:sldChg>
      <pc:sldChg chg="addSp modSp add mod">
        <pc:chgData name="Sanmukh Kuppannagari" userId="ad215094-da36-4b66-9c79-369a17aea26b" providerId="ADAL" clId="{AA11B565-206C-4EF0-881B-47DE8798C588}" dt="2024-10-01T11:36:59.712" v="3420" actId="1076"/>
        <pc:sldMkLst>
          <pc:docMk/>
          <pc:sldMk cId="1070225856" sldId="1315"/>
        </pc:sldMkLst>
      </pc:sldChg>
      <pc:sldChg chg="modSp add mod">
        <pc:chgData name="Sanmukh Kuppannagari" userId="ad215094-da36-4b66-9c79-369a17aea26b" providerId="ADAL" clId="{AA11B565-206C-4EF0-881B-47DE8798C588}" dt="2024-10-01T11:52:49.664" v="3890" actId="27636"/>
        <pc:sldMkLst>
          <pc:docMk/>
          <pc:sldMk cId="3769246865" sldId="1316"/>
        </pc:sldMkLst>
      </pc:sldChg>
      <pc:sldChg chg="modSp add mod">
        <pc:chgData name="Sanmukh Kuppannagari" userId="ad215094-da36-4b66-9c79-369a17aea26b" providerId="ADAL" clId="{AA11B565-206C-4EF0-881B-47DE8798C588}" dt="2024-10-01T13:51:42.692" v="5037"/>
        <pc:sldMkLst>
          <pc:docMk/>
          <pc:sldMk cId="3610053994" sldId="1317"/>
        </pc:sldMkLst>
      </pc:sldChg>
      <pc:sldChg chg="addSp delSp modSp add mod">
        <pc:chgData name="Sanmukh Kuppannagari" userId="ad215094-da36-4b66-9c79-369a17aea26b" providerId="ADAL" clId="{AA11B565-206C-4EF0-881B-47DE8798C588}" dt="2024-10-01T13:39:20.194" v="4580" actId="20577"/>
        <pc:sldMkLst>
          <pc:docMk/>
          <pc:sldMk cId="2864732836" sldId="1318"/>
        </pc:sldMkLst>
      </pc:sldChg>
      <pc:sldChg chg="modSp add">
        <pc:chgData name="Sanmukh Kuppannagari" userId="ad215094-da36-4b66-9c79-369a17aea26b" providerId="ADAL" clId="{AA11B565-206C-4EF0-881B-47DE8798C588}" dt="2024-10-01T13:51:57.821" v="5047" actId="20577"/>
        <pc:sldMkLst>
          <pc:docMk/>
          <pc:sldMk cId="1541579916" sldId="1319"/>
        </pc:sldMkLst>
      </pc:sldChg>
      <pc:sldChg chg="addSp modSp add mod">
        <pc:chgData name="Sanmukh Kuppannagari" userId="ad215094-da36-4b66-9c79-369a17aea26b" providerId="ADAL" clId="{AA11B565-206C-4EF0-881B-47DE8798C588}" dt="2024-10-01T11:50:28.923" v="3663" actId="20577"/>
        <pc:sldMkLst>
          <pc:docMk/>
          <pc:sldMk cId="3204193764" sldId="1320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442729149" sldId="1321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727594955" sldId="1322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4025259238" sldId="1323"/>
        </pc:sldMkLst>
      </pc:sldChg>
      <pc:sldChg chg="modSp add mod">
        <pc:chgData name="Sanmukh Kuppannagari" userId="ad215094-da36-4b66-9c79-369a17aea26b" providerId="ADAL" clId="{AA11B565-206C-4EF0-881B-47DE8798C588}" dt="2024-10-01T14:05:54.496" v="5475" actId="20577"/>
        <pc:sldMkLst>
          <pc:docMk/>
          <pc:sldMk cId="433802440" sldId="1324"/>
        </pc:sldMkLst>
      </pc:sldChg>
      <pc:sldChg chg="modSp add mod">
        <pc:chgData name="Sanmukh Kuppannagari" userId="ad215094-da36-4b66-9c79-369a17aea26b" providerId="ADAL" clId="{AA11B565-206C-4EF0-881B-47DE8798C588}" dt="2024-10-01T14:07:04.043" v="5578" actId="20577"/>
        <pc:sldMkLst>
          <pc:docMk/>
          <pc:sldMk cId="1510092015" sldId="1325"/>
        </pc:sldMkLst>
      </pc:sldChg>
      <pc:sldChg chg="modSp add">
        <pc:chgData name="Sanmukh Kuppannagari" userId="ad215094-da36-4b66-9c79-369a17aea26b" providerId="ADAL" clId="{AA11B565-206C-4EF0-881B-47DE8798C588}" dt="2024-10-01T14:02:27.400" v="5259" actId="20577"/>
        <pc:sldMkLst>
          <pc:docMk/>
          <pc:sldMk cId="1032694092" sldId="1326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882075548" sldId="1327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213054822" sldId="1328"/>
        </pc:sldMkLst>
      </pc:sldChg>
      <pc:sldChg chg="modSp add mod">
        <pc:chgData name="Sanmukh Kuppannagari" userId="ad215094-da36-4b66-9c79-369a17aea26b" providerId="ADAL" clId="{AA11B565-206C-4EF0-881B-47DE8798C588}" dt="2024-10-01T14:07:59.552" v="5631" actId="6549"/>
        <pc:sldMkLst>
          <pc:docMk/>
          <pc:sldMk cId="2090666711" sldId="1329"/>
        </pc:sldMkLst>
      </pc:sldChg>
      <pc:sldChg chg="add del">
        <pc:chgData name="Sanmukh Kuppannagari" userId="ad215094-da36-4b66-9c79-369a17aea26b" providerId="ADAL" clId="{AA11B565-206C-4EF0-881B-47DE8798C588}" dt="2024-10-01T14:08:02.554" v="5632" actId="47"/>
        <pc:sldMkLst>
          <pc:docMk/>
          <pc:sldMk cId="517395871" sldId="1330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292168333" sldId="1331"/>
        </pc:sldMkLst>
      </pc:sldChg>
      <pc:sldChg chg="addSp delSp modSp add mod modShow">
        <pc:chgData name="Sanmukh Kuppannagari" userId="ad215094-da36-4b66-9c79-369a17aea26b" providerId="ADAL" clId="{AA11B565-206C-4EF0-881B-47DE8798C588}" dt="2024-10-01T14:00:57.584" v="5255" actId="20577"/>
        <pc:sldMkLst>
          <pc:docMk/>
          <pc:sldMk cId="4063916795" sldId="1332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449812825" sldId="1333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521760129" sldId="1334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697549759" sldId="1335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913952742" sldId="1336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246694647" sldId="1337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611822888" sldId="1338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3710810416" sldId="1339"/>
        </pc:sldMkLst>
      </pc:sldChg>
      <pc:sldChg chg="modSp add mod">
        <pc:chgData name="Sanmukh Kuppannagari" userId="ad215094-da36-4b66-9c79-369a17aea26b" providerId="ADAL" clId="{AA11B565-206C-4EF0-881B-47DE8798C588}" dt="2024-10-01T12:37:05.789" v="4494" actId="20577"/>
        <pc:sldMkLst>
          <pc:docMk/>
          <pc:sldMk cId="330368493" sldId="1340"/>
        </pc:sldMkLst>
      </pc:sldChg>
      <pc:sldChg chg="add">
        <pc:chgData name="Sanmukh Kuppannagari" userId="ad215094-da36-4b66-9c79-369a17aea26b" providerId="ADAL" clId="{AA11B565-206C-4EF0-881B-47DE8798C588}" dt="2024-10-01T10:11:18.549" v="597"/>
        <pc:sldMkLst>
          <pc:docMk/>
          <pc:sldMk cId="2647962746" sldId="1341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662702247" sldId="1342"/>
        </pc:sldMkLst>
      </pc:sldChg>
      <pc:sldChg chg="addSp modSp add mod">
        <pc:chgData name="Sanmukh Kuppannagari" userId="ad215094-da36-4b66-9c79-369a17aea26b" providerId="ADAL" clId="{AA11B565-206C-4EF0-881B-47DE8798C588}" dt="2024-10-01T10:22:14.887" v="874" actId="208"/>
        <pc:sldMkLst>
          <pc:docMk/>
          <pc:sldMk cId="1718626453" sldId="1343"/>
        </pc:sldMkLst>
      </pc:sldChg>
      <pc:sldChg chg="add">
        <pc:chgData name="Sanmukh Kuppannagari" userId="ad215094-da36-4b66-9c79-369a17aea26b" providerId="ADAL" clId="{AA11B565-206C-4EF0-881B-47DE8798C588}" dt="2024-10-01T10:05:36.200" v="595"/>
        <pc:sldMkLst>
          <pc:docMk/>
          <pc:sldMk cId="3119197295" sldId="135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66141272" sldId="1453"/>
        </pc:sldMkLst>
      </pc:sldChg>
      <pc:sldChg chg="modSp mod">
        <pc:chgData name="Sanmukh Kuppannagari" userId="ad215094-da36-4b66-9c79-369a17aea26b" providerId="ADAL" clId="{AA11B565-206C-4EF0-881B-47DE8798C588}" dt="2024-10-01T09:59:35.031" v="135" actId="20577"/>
        <pc:sldMkLst>
          <pc:docMk/>
          <pc:sldMk cId="2091044005" sldId="1513"/>
        </pc:sldMkLst>
      </pc:sldChg>
      <pc:sldChg chg="modSp mod">
        <pc:chgData name="Sanmukh Kuppannagari" userId="ad215094-da36-4b66-9c79-369a17aea26b" providerId="ADAL" clId="{AA11B565-206C-4EF0-881B-47DE8798C588}" dt="2024-10-01T10:00:36.240" v="384" actId="20577"/>
        <pc:sldMkLst>
          <pc:docMk/>
          <pc:sldMk cId="48973366" sldId="151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02113540" sldId="151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51048179" sldId="151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170564833" sldId="151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223128325" sldId="151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63376498" sldId="152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29791837" sldId="152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93234935" sldId="152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481763059" sldId="152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617663034" sldId="152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939595551" sldId="152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78398838" sldId="152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27224132" sldId="152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97830899" sldId="152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863297826" sldId="152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983326334" sldId="153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97297747" sldId="153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72806902" sldId="153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249077636" sldId="153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35340187" sldId="153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563148363" sldId="153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060344090" sldId="153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917529413" sldId="153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364603884" sldId="153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96873436" sldId="154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73707918" sldId="154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634998908" sldId="154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27029584" sldId="154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963799951" sldId="154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64679798" sldId="154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78971665" sldId="154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055355578" sldId="154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972000199" sldId="1548"/>
        </pc:sldMkLst>
      </pc:sldChg>
      <pc:sldChg chg="modSp new mod">
        <pc:chgData name="Sanmukh Kuppannagari" userId="ad215094-da36-4b66-9c79-369a17aea26b" providerId="ADAL" clId="{AA11B565-206C-4EF0-881B-47DE8798C588}" dt="2024-10-01T10:01:30.466" v="557" actId="20577"/>
        <pc:sldMkLst>
          <pc:docMk/>
          <pc:sldMk cId="312789784" sldId="1549"/>
        </pc:sldMkLst>
      </pc:sldChg>
      <pc:sldChg chg="add">
        <pc:chgData name="Sanmukh Kuppannagari" userId="ad215094-da36-4b66-9c79-369a17aea26b" providerId="ADAL" clId="{AA11B565-206C-4EF0-881B-47DE8798C588}" dt="2024-10-01T10:01:43.558" v="558"/>
        <pc:sldMkLst>
          <pc:docMk/>
          <pc:sldMk cId="3693446765" sldId="1550"/>
        </pc:sldMkLst>
      </pc:sldChg>
      <pc:sldChg chg="modSp add mod">
        <pc:chgData name="Sanmukh Kuppannagari" userId="ad215094-da36-4b66-9c79-369a17aea26b" providerId="ADAL" clId="{AA11B565-206C-4EF0-881B-47DE8798C588}" dt="2024-10-01T10:03:59.521" v="594" actId="20577"/>
        <pc:sldMkLst>
          <pc:docMk/>
          <pc:sldMk cId="1297240811" sldId="1551"/>
        </pc:sldMkLst>
      </pc:sldChg>
      <pc:sldChg chg="add">
        <pc:chgData name="Sanmukh Kuppannagari" userId="ad215094-da36-4b66-9c79-369a17aea26b" providerId="ADAL" clId="{AA11B565-206C-4EF0-881B-47DE8798C588}" dt="2024-10-01T10:11:18.549" v="597"/>
        <pc:sldMkLst>
          <pc:docMk/>
          <pc:sldMk cId="1944980054" sldId="1552"/>
        </pc:sldMkLst>
      </pc:sldChg>
      <pc:sldChg chg="addSp delSp modSp add mod">
        <pc:chgData name="Sanmukh Kuppannagari" userId="ad215094-da36-4b66-9c79-369a17aea26b" providerId="ADAL" clId="{AA11B565-206C-4EF0-881B-47DE8798C588}" dt="2024-10-01T10:14:52.887" v="676" actId="478"/>
        <pc:sldMkLst>
          <pc:docMk/>
          <pc:sldMk cId="3777170493" sldId="1553"/>
        </pc:sldMkLst>
      </pc:sldChg>
      <pc:sldChg chg="addSp delSp modSp add mod">
        <pc:chgData name="Sanmukh Kuppannagari" userId="ad215094-da36-4b66-9c79-369a17aea26b" providerId="ADAL" clId="{AA11B565-206C-4EF0-881B-47DE8798C588}" dt="2024-10-01T10:16:46.428" v="759" actId="208"/>
        <pc:sldMkLst>
          <pc:docMk/>
          <pc:sldMk cId="3166067996" sldId="1554"/>
        </pc:sldMkLst>
      </pc:sldChg>
      <pc:sldChg chg="modSp add">
        <pc:chgData name="Sanmukh Kuppannagari" userId="ad215094-da36-4b66-9c79-369a17aea26b" providerId="ADAL" clId="{AA11B565-206C-4EF0-881B-47DE8798C588}" dt="2024-10-01T10:17:44.613" v="781" actId="207"/>
        <pc:sldMkLst>
          <pc:docMk/>
          <pc:sldMk cId="3437991697" sldId="1555"/>
        </pc:sldMkLst>
      </pc:sldChg>
      <pc:sldChg chg="modSp add">
        <pc:chgData name="Sanmukh Kuppannagari" userId="ad215094-da36-4b66-9c79-369a17aea26b" providerId="ADAL" clId="{AA11B565-206C-4EF0-881B-47DE8798C588}" dt="2024-10-01T10:18:05.746" v="791" actId="207"/>
        <pc:sldMkLst>
          <pc:docMk/>
          <pc:sldMk cId="2404150593" sldId="1556"/>
        </pc:sldMkLst>
      </pc:sldChg>
      <pc:sldChg chg="addSp delSp modSp add mod">
        <pc:chgData name="Sanmukh Kuppannagari" userId="ad215094-da36-4b66-9c79-369a17aea26b" providerId="ADAL" clId="{AA11B565-206C-4EF0-881B-47DE8798C588}" dt="2024-10-01T10:23:01.334" v="930" actId="207"/>
        <pc:sldMkLst>
          <pc:docMk/>
          <pc:sldMk cId="3779503060" sldId="1557"/>
        </pc:sldMkLst>
      </pc:sldChg>
      <pc:sldChg chg="modSp add mod">
        <pc:chgData name="Sanmukh Kuppannagari" userId="ad215094-da36-4b66-9c79-369a17aea26b" providerId="ADAL" clId="{AA11B565-206C-4EF0-881B-47DE8798C588}" dt="2024-10-01T10:23:17.888" v="937" actId="207"/>
        <pc:sldMkLst>
          <pc:docMk/>
          <pc:sldMk cId="106497288" sldId="1558"/>
        </pc:sldMkLst>
      </pc:sldChg>
      <pc:sldChg chg="modSp add mod">
        <pc:chgData name="Sanmukh Kuppannagari" userId="ad215094-da36-4b66-9c79-369a17aea26b" providerId="ADAL" clId="{AA11B565-206C-4EF0-881B-47DE8798C588}" dt="2024-10-01T10:23:55.131" v="977" actId="207"/>
        <pc:sldMkLst>
          <pc:docMk/>
          <pc:sldMk cId="3799998865" sldId="1559"/>
        </pc:sldMkLst>
      </pc:sldChg>
      <pc:sldChg chg="modSp add mod">
        <pc:chgData name="Sanmukh Kuppannagari" userId="ad215094-da36-4b66-9c79-369a17aea26b" providerId="ADAL" clId="{AA11B565-206C-4EF0-881B-47DE8798C588}" dt="2024-10-01T10:24:31.261" v="992" actId="20577"/>
        <pc:sldMkLst>
          <pc:docMk/>
          <pc:sldMk cId="2468521858" sldId="1560"/>
        </pc:sldMkLst>
      </pc:sldChg>
      <pc:sldChg chg="modSp add mod">
        <pc:chgData name="Sanmukh Kuppannagari" userId="ad215094-da36-4b66-9c79-369a17aea26b" providerId="ADAL" clId="{AA11B565-206C-4EF0-881B-47DE8798C588}" dt="2024-10-01T10:25:19.458" v="1092" actId="207"/>
        <pc:sldMkLst>
          <pc:docMk/>
          <pc:sldMk cId="4139369451" sldId="1561"/>
        </pc:sldMkLst>
      </pc:sldChg>
      <pc:sldChg chg="modSp add">
        <pc:chgData name="Sanmukh Kuppannagari" userId="ad215094-da36-4b66-9c79-369a17aea26b" providerId="ADAL" clId="{AA11B565-206C-4EF0-881B-47DE8798C588}" dt="2024-10-01T10:25:51.260" v="1108" actId="207"/>
        <pc:sldMkLst>
          <pc:docMk/>
          <pc:sldMk cId="3842374225" sldId="1562"/>
        </pc:sldMkLst>
      </pc:sldChg>
      <pc:sldChg chg="modSp add">
        <pc:chgData name="Sanmukh Kuppannagari" userId="ad215094-da36-4b66-9c79-369a17aea26b" providerId="ADAL" clId="{AA11B565-206C-4EF0-881B-47DE8798C588}" dt="2024-10-01T10:26:43.345" v="1171" actId="207"/>
        <pc:sldMkLst>
          <pc:docMk/>
          <pc:sldMk cId="467876598" sldId="1563"/>
        </pc:sldMkLst>
      </pc:sldChg>
      <pc:sldChg chg="modSp add">
        <pc:chgData name="Sanmukh Kuppannagari" userId="ad215094-da36-4b66-9c79-369a17aea26b" providerId="ADAL" clId="{AA11B565-206C-4EF0-881B-47DE8798C588}" dt="2024-10-01T10:27:11.392" v="1179" actId="207"/>
        <pc:sldMkLst>
          <pc:docMk/>
          <pc:sldMk cId="2623927009" sldId="1564"/>
        </pc:sldMkLst>
      </pc:sldChg>
      <pc:sldChg chg="modSp new mod">
        <pc:chgData name="Sanmukh Kuppannagari" userId="ad215094-da36-4b66-9c79-369a17aea26b" providerId="ADAL" clId="{AA11B565-206C-4EF0-881B-47DE8798C588}" dt="2024-10-01T10:40:02.652" v="2383" actId="27636"/>
        <pc:sldMkLst>
          <pc:docMk/>
          <pc:sldMk cId="2204093479" sldId="1565"/>
        </pc:sldMkLst>
      </pc:sldChg>
      <pc:sldChg chg="modSp new mod">
        <pc:chgData name="Sanmukh Kuppannagari" userId="ad215094-da36-4b66-9c79-369a17aea26b" providerId="ADAL" clId="{AA11B565-206C-4EF0-881B-47DE8798C588}" dt="2024-10-01T11:06:03.324" v="2987" actId="20577"/>
        <pc:sldMkLst>
          <pc:docMk/>
          <pc:sldMk cId="4158087431" sldId="1566"/>
        </pc:sldMkLst>
      </pc:sldChg>
      <pc:sldChg chg="modSp new mod">
        <pc:chgData name="Sanmukh Kuppannagari" userId="ad215094-da36-4b66-9c79-369a17aea26b" providerId="ADAL" clId="{AA11B565-206C-4EF0-881B-47DE8798C588}" dt="2024-10-01T10:57:28.516" v="2762" actId="20577"/>
        <pc:sldMkLst>
          <pc:docMk/>
          <pc:sldMk cId="821460343" sldId="1567"/>
        </pc:sldMkLst>
      </pc:sldChg>
      <pc:sldChg chg="delSp modSp add mod">
        <pc:chgData name="Sanmukh Kuppannagari" userId="ad215094-da36-4b66-9c79-369a17aea26b" providerId="ADAL" clId="{AA11B565-206C-4EF0-881B-47DE8798C588}" dt="2024-10-01T11:11:59.348" v="3093" actId="122"/>
        <pc:sldMkLst>
          <pc:docMk/>
          <pc:sldMk cId="2973146182" sldId="1568"/>
        </pc:sldMkLst>
      </pc:sldChg>
      <pc:sldChg chg="add del">
        <pc:chgData name="Sanmukh Kuppannagari" userId="ad215094-da36-4b66-9c79-369a17aea26b" providerId="ADAL" clId="{AA11B565-206C-4EF0-881B-47DE8798C588}" dt="2024-10-01T11:04:30.100" v="2820"/>
        <pc:sldMkLst>
          <pc:docMk/>
          <pc:sldMk cId="3818436102" sldId="1568"/>
        </pc:sldMkLst>
      </pc:sldChg>
      <pc:sldChg chg="addSp modSp add mod">
        <pc:chgData name="Sanmukh Kuppannagari" userId="ad215094-da36-4b66-9c79-369a17aea26b" providerId="ADAL" clId="{AA11B565-206C-4EF0-881B-47DE8798C588}" dt="2024-10-01T11:12:45.543" v="3129" actId="20577"/>
        <pc:sldMkLst>
          <pc:docMk/>
          <pc:sldMk cId="2321545462" sldId="1569"/>
        </pc:sldMkLst>
      </pc:sldChg>
      <pc:sldChg chg="modSp add mod">
        <pc:chgData name="Sanmukh Kuppannagari" userId="ad215094-da36-4b66-9c79-369a17aea26b" providerId="ADAL" clId="{AA11B565-206C-4EF0-881B-47DE8798C588}" dt="2024-10-01T11:13:01.546" v="3131" actId="1076"/>
        <pc:sldMkLst>
          <pc:docMk/>
          <pc:sldMk cId="1024748460" sldId="1570"/>
        </pc:sldMkLst>
      </pc:sldChg>
      <pc:sldChg chg="addSp delSp modSp add mod">
        <pc:chgData name="Sanmukh Kuppannagari" userId="ad215094-da36-4b66-9c79-369a17aea26b" providerId="ADAL" clId="{AA11B565-206C-4EF0-881B-47DE8798C588}" dt="2024-10-01T11:13:33.815" v="3142" actId="1076"/>
        <pc:sldMkLst>
          <pc:docMk/>
          <pc:sldMk cId="3042058996" sldId="1571"/>
        </pc:sldMkLst>
      </pc:sldChg>
      <pc:sldChg chg="add">
        <pc:chgData name="Sanmukh Kuppannagari" userId="ad215094-da36-4b66-9c79-369a17aea26b" providerId="ADAL" clId="{AA11B565-206C-4EF0-881B-47DE8798C588}" dt="2024-10-01T11:13:20.810" v="3132"/>
        <pc:sldMkLst>
          <pc:docMk/>
          <pc:sldMk cId="2940334320" sldId="1572"/>
        </pc:sldMkLst>
      </pc:sldChg>
      <pc:sldChg chg="delSp modSp add mod">
        <pc:chgData name="Sanmukh Kuppannagari" userId="ad215094-da36-4b66-9c79-369a17aea26b" providerId="ADAL" clId="{AA11B565-206C-4EF0-881B-47DE8798C588}" dt="2024-10-01T11:24:45.046" v="3273" actId="478"/>
        <pc:sldMkLst>
          <pc:docMk/>
          <pc:sldMk cId="570117069" sldId="1573"/>
        </pc:sldMkLst>
      </pc:sldChg>
      <pc:sldChg chg="addSp delSp modSp add mod">
        <pc:chgData name="Sanmukh Kuppannagari" userId="ad215094-da36-4b66-9c79-369a17aea26b" providerId="ADAL" clId="{AA11B565-206C-4EF0-881B-47DE8798C588}" dt="2024-10-01T11:24:56.219" v="3274" actId="478"/>
        <pc:sldMkLst>
          <pc:docMk/>
          <pc:sldMk cId="995901004" sldId="1574"/>
        </pc:sldMkLst>
      </pc:sldChg>
      <pc:sldChg chg="delSp modSp add mod">
        <pc:chgData name="Sanmukh Kuppannagari" userId="ad215094-da36-4b66-9c79-369a17aea26b" providerId="ADAL" clId="{AA11B565-206C-4EF0-881B-47DE8798C588}" dt="2024-10-01T11:25:01.341" v="3275" actId="478"/>
        <pc:sldMkLst>
          <pc:docMk/>
          <pc:sldMk cId="440498288" sldId="1575"/>
        </pc:sldMkLst>
      </pc:sldChg>
      <pc:sldChg chg="delSp modSp add mod">
        <pc:chgData name="Sanmukh Kuppannagari" userId="ad215094-da36-4b66-9c79-369a17aea26b" providerId="ADAL" clId="{AA11B565-206C-4EF0-881B-47DE8798C588}" dt="2024-10-01T11:25:17.466" v="3277" actId="478"/>
        <pc:sldMkLst>
          <pc:docMk/>
          <pc:sldMk cId="670652363" sldId="1576"/>
        </pc:sldMkLst>
      </pc:sldChg>
      <pc:sldChg chg="modSp add mod">
        <pc:chgData name="Sanmukh Kuppannagari" userId="ad215094-da36-4b66-9c79-369a17aea26b" providerId="ADAL" clId="{AA11B565-206C-4EF0-881B-47DE8798C588}" dt="2024-10-01T11:37:50.448" v="3456" actId="20577"/>
        <pc:sldMkLst>
          <pc:docMk/>
          <pc:sldMk cId="3839101789" sldId="1577"/>
        </pc:sldMkLst>
      </pc:sldChg>
      <pc:sldChg chg="delSp modSp add del mod">
        <pc:chgData name="Sanmukh Kuppannagari" userId="ad215094-da36-4b66-9c79-369a17aea26b" providerId="ADAL" clId="{AA11B565-206C-4EF0-881B-47DE8798C588}" dt="2024-10-01T11:25:21.712" v="3278" actId="47"/>
        <pc:sldMkLst>
          <pc:docMk/>
          <pc:sldMk cId="3875852213" sldId="1577"/>
        </pc:sldMkLst>
      </pc:sldChg>
      <pc:sldChg chg="modSp add mod">
        <pc:chgData name="Sanmukh Kuppannagari" userId="ad215094-da36-4b66-9c79-369a17aea26b" providerId="ADAL" clId="{AA11B565-206C-4EF0-881B-47DE8798C588}" dt="2024-10-01T11:38:37.488" v="3475" actId="1076"/>
        <pc:sldMkLst>
          <pc:docMk/>
          <pc:sldMk cId="106292723" sldId="1578"/>
        </pc:sldMkLst>
      </pc:sldChg>
      <pc:sldChg chg="modSp add mod">
        <pc:chgData name="Sanmukh Kuppannagari" userId="ad215094-da36-4b66-9c79-369a17aea26b" providerId="ADAL" clId="{AA11B565-206C-4EF0-881B-47DE8798C588}" dt="2024-10-01T11:39:03.607" v="3515" actId="1076"/>
        <pc:sldMkLst>
          <pc:docMk/>
          <pc:sldMk cId="201330410" sldId="1579"/>
        </pc:sldMkLst>
      </pc:sldChg>
      <pc:sldChg chg="modSp add mod">
        <pc:chgData name="Sanmukh Kuppannagari" userId="ad215094-da36-4b66-9c79-369a17aea26b" providerId="ADAL" clId="{AA11B565-206C-4EF0-881B-47DE8798C588}" dt="2024-10-01T11:52:42.923" v="3885" actId="27636"/>
        <pc:sldMkLst>
          <pc:docMk/>
          <pc:sldMk cId="2481400793" sldId="1580"/>
        </pc:sldMkLst>
      </pc:sldChg>
      <pc:sldChg chg="modSp add">
        <pc:chgData name="Sanmukh Kuppannagari" userId="ad215094-da36-4b66-9c79-369a17aea26b" providerId="ADAL" clId="{AA11B565-206C-4EF0-881B-47DE8798C588}" dt="2024-10-01T13:43:50.810" v="4755" actId="207"/>
        <pc:sldMkLst>
          <pc:docMk/>
          <pc:sldMk cId="3218476509" sldId="1581"/>
        </pc:sldMkLst>
      </pc:sldChg>
      <pc:sldChg chg="modSp add mod">
        <pc:chgData name="Sanmukh Kuppannagari" userId="ad215094-da36-4b66-9c79-369a17aea26b" providerId="ADAL" clId="{AA11B565-206C-4EF0-881B-47DE8798C588}" dt="2024-10-01T13:55:19.647" v="5146" actId="20577"/>
        <pc:sldMkLst>
          <pc:docMk/>
          <pc:sldMk cId="535281774" sldId="1582"/>
        </pc:sldMkLst>
      </pc:sldChg>
      <pc:sldChg chg="add del">
        <pc:chgData name="Sanmukh Kuppannagari" userId="ad215094-da36-4b66-9c79-369a17aea26b" providerId="ADAL" clId="{AA11B565-206C-4EF0-881B-47DE8798C588}" dt="2024-10-01T13:49:44.294" v="5009"/>
        <pc:sldMkLst>
          <pc:docMk/>
          <pc:sldMk cId="2076416953" sldId="1582"/>
        </pc:sldMkLst>
      </pc:sldChg>
      <pc:sldChg chg="modSp add">
        <pc:chgData name="Sanmukh Kuppannagari" userId="ad215094-da36-4b66-9c79-369a17aea26b" providerId="ADAL" clId="{AA11B565-206C-4EF0-881B-47DE8798C588}" dt="2024-10-01T13:51:46.507" v="5038"/>
        <pc:sldMkLst>
          <pc:docMk/>
          <pc:sldMk cId="3330804335" sldId="1583"/>
        </pc:sldMkLst>
      </pc:sldChg>
      <pc:sldChg chg="addSp delSp modSp add mod">
        <pc:chgData name="Sanmukh Kuppannagari" userId="ad215094-da36-4b66-9c79-369a17aea26b" providerId="ADAL" clId="{AA11B565-206C-4EF0-881B-47DE8798C588}" dt="2024-10-01T13:54:07.958" v="5074" actId="478"/>
        <pc:sldMkLst>
          <pc:docMk/>
          <pc:sldMk cId="936452190" sldId="1584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652014047" sldId="1585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3673118713" sldId="1586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1582105460" sldId="1587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2630656864" sldId="1588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501396604" sldId="1589"/>
        </pc:sldMkLst>
      </pc:sldChg>
      <pc:sldChg chg="modSp add mod">
        <pc:chgData name="Sanmukh Kuppannagari" userId="ad215094-da36-4b66-9c79-369a17aea26b" providerId="ADAL" clId="{AA11B565-206C-4EF0-881B-47DE8798C588}" dt="2024-10-01T13:57:24.279" v="5244" actId="20577"/>
        <pc:sldMkLst>
          <pc:docMk/>
          <pc:sldMk cId="1936211990" sldId="1590"/>
        </pc:sldMkLst>
      </pc:sldChg>
      <pc:sldChg chg="add ord">
        <pc:chgData name="Sanmukh Kuppannagari" userId="ad215094-da36-4b66-9c79-369a17aea26b" providerId="ADAL" clId="{AA11B565-206C-4EF0-881B-47DE8798C588}" dt="2024-10-01T13:57:46.397" v="5247"/>
        <pc:sldMkLst>
          <pc:docMk/>
          <pc:sldMk cId="2024305596" sldId="1591"/>
        </pc:sldMkLst>
      </pc:sldChg>
      <pc:sldMasterChg chg="delSldLayout">
        <pc:chgData name="Sanmukh Kuppannagari" userId="ad215094-da36-4b66-9c79-369a17aea26b" providerId="ADAL" clId="{AA11B565-206C-4EF0-881B-47DE8798C588}" dt="2024-10-01T11:53:05.818" v="3891" actId="47"/>
        <pc:sldMasterMkLst>
          <pc:docMk/>
          <pc:sldMasterMk cId="1728476084" sldId="2147483648"/>
        </pc:sldMasterMkLst>
        <pc:sldLayoutChg chg="del">
          <pc:chgData name="Sanmukh Kuppannagari" userId="ad215094-da36-4b66-9c79-369a17aea26b" providerId="ADAL" clId="{AA11B565-206C-4EF0-881B-47DE8798C588}" dt="2024-10-01T11:53:05.818" v="3891" actId="47"/>
          <pc:sldLayoutMkLst>
            <pc:docMk/>
            <pc:sldMasterMk cId="1728476084" sldId="2147483648"/>
            <pc:sldLayoutMk cId="2002986407" sldId="2147483660"/>
          </pc:sldLayoutMkLst>
        </pc:sldLayoutChg>
      </pc:sldMasterChg>
    </pc:docChg>
  </pc:docChgLst>
  <pc:docChgLst>
    <pc:chgData name="Sanmukh Kuppannagari" userId="ad215094-da36-4b66-9c79-369a17aea26b" providerId="ADAL" clId="{590864D2-7087-446D-894D-84189D75E730}"/>
    <pc:docChg chg="custSel addSld delSld modSld sldOrd">
      <pc:chgData name="Sanmukh Kuppannagari" userId="ad215094-da36-4b66-9c79-369a17aea26b" providerId="ADAL" clId="{590864D2-7087-446D-894D-84189D75E730}" dt="2025-10-16T14:29:16.424" v="400" actId="20577"/>
      <pc:docMkLst>
        <pc:docMk/>
      </pc:docMkLst>
      <pc:sldChg chg="modSp mod">
        <pc:chgData name="Sanmukh Kuppannagari" userId="ad215094-da36-4b66-9c79-369a17aea26b" providerId="ADAL" clId="{590864D2-7087-446D-894D-84189D75E730}" dt="2025-10-16T13:56:13.020" v="1" actId="20577"/>
        <pc:sldMkLst>
          <pc:docMk/>
          <pc:sldMk cId="728785357" sldId="256"/>
        </pc:sldMkLst>
        <pc:spChg chg="mod">
          <ac:chgData name="Sanmukh Kuppannagari" userId="ad215094-da36-4b66-9c79-369a17aea26b" providerId="ADAL" clId="{590864D2-7087-446D-894D-84189D75E730}" dt="2025-10-16T13:56:13.020" v="1" actId="20577"/>
          <ac:spMkLst>
            <pc:docMk/>
            <pc:sldMk cId="728785357" sldId="256"/>
            <ac:spMk id="3" creationId="{C46BB279-3651-105A-8503-217F67B1FED8}"/>
          </ac:spMkLst>
        </pc:spChg>
      </pc:sldChg>
      <pc:sldChg chg="del">
        <pc:chgData name="Sanmukh Kuppannagari" userId="ad215094-da36-4b66-9c79-369a17aea26b" providerId="ADAL" clId="{590864D2-7087-446D-894D-84189D75E730}" dt="2025-10-16T14:27:30.115" v="380" actId="47"/>
        <pc:sldMkLst>
          <pc:docMk/>
          <pc:sldMk cId="3513480161" sldId="380"/>
        </pc:sldMkLst>
      </pc:sldChg>
      <pc:sldChg chg="modSp del mod">
        <pc:chgData name="Sanmukh Kuppannagari" userId="ad215094-da36-4b66-9c79-369a17aea26b" providerId="ADAL" clId="{590864D2-7087-446D-894D-84189D75E730}" dt="2025-10-16T14:27:30.115" v="380" actId="47"/>
        <pc:sldMkLst>
          <pc:docMk/>
          <pc:sldMk cId="493727002" sldId="381"/>
        </pc:sldMkLst>
      </pc:sldChg>
      <pc:sldChg chg="modSp mod">
        <pc:chgData name="Sanmukh Kuppannagari" userId="ad215094-da36-4b66-9c79-369a17aea26b" providerId="ADAL" clId="{590864D2-7087-446D-894D-84189D75E730}" dt="2025-10-16T14:27:48.344" v="388" actId="20577"/>
        <pc:sldMkLst>
          <pc:docMk/>
          <pc:sldMk cId="4166039725" sldId="384"/>
        </pc:sldMkLst>
      </pc:sldChg>
      <pc:sldChg chg="modSp del mod">
        <pc:chgData name="Sanmukh Kuppannagari" userId="ad215094-da36-4b66-9c79-369a17aea26b" providerId="ADAL" clId="{590864D2-7087-446D-894D-84189D75E730}" dt="2025-10-16T14:27:30.115" v="380" actId="47"/>
        <pc:sldMkLst>
          <pc:docMk/>
          <pc:sldMk cId="2501429446" sldId="386"/>
        </pc:sldMkLst>
      </pc:sldChg>
      <pc:sldChg chg="modSp mod">
        <pc:chgData name="Sanmukh Kuppannagari" userId="ad215094-da36-4b66-9c79-369a17aea26b" providerId="ADAL" clId="{590864D2-7087-446D-894D-84189D75E730}" dt="2025-10-16T14:00:23.828" v="6" actId="27636"/>
        <pc:sldMkLst>
          <pc:docMk/>
          <pc:sldMk cId="769510508" sldId="394"/>
        </pc:sldMkLst>
      </pc:sldChg>
      <pc:sldChg chg="modSp mod">
        <pc:chgData name="Sanmukh Kuppannagari" userId="ad215094-da36-4b66-9c79-369a17aea26b" providerId="ADAL" clId="{590864D2-7087-446D-894D-84189D75E730}" dt="2025-10-16T14:00:24.442" v="10" actId="27636"/>
        <pc:sldMkLst>
          <pc:docMk/>
          <pc:sldMk cId="173111426" sldId="404"/>
        </pc:sldMkLst>
      </pc:sldChg>
      <pc:sldChg chg="modSp mod">
        <pc:chgData name="Sanmukh Kuppannagari" userId="ad215094-da36-4b66-9c79-369a17aea26b" providerId="ADAL" clId="{590864D2-7087-446D-894D-84189D75E730}" dt="2025-10-16T14:28:58.076" v="398" actId="20577"/>
        <pc:sldMkLst>
          <pc:docMk/>
          <pc:sldMk cId="645276164" sldId="418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1450824982" sldId="551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759582378" sldId="552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3523510305" sldId="553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3711441787" sldId="554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1145942796" sldId="555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3313141524" sldId="556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250697364" sldId="557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3272668016" sldId="558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728432522" sldId="559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2760791464" sldId="560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662026886" sldId="561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3825797367" sldId="562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3268516173" sldId="563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139360390" sldId="564"/>
        </pc:sldMkLst>
      </pc:sldChg>
      <pc:sldChg chg="del">
        <pc:chgData name="Sanmukh Kuppannagari" userId="ad215094-da36-4b66-9c79-369a17aea26b" providerId="ADAL" clId="{590864D2-7087-446D-894D-84189D75E730}" dt="2025-10-16T14:19:10.977" v="240" actId="47"/>
        <pc:sldMkLst>
          <pc:docMk/>
          <pc:sldMk cId="2866512624" sldId="1430"/>
        </pc:sldMkLst>
      </pc:sldChg>
      <pc:sldChg chg="del">
        <pc:chgData name="Sanmukh Kuppannagari" userId="ad215094-da36-4b66-9c79-369a17aea26b" providerId="ADAL" clId="{590864D2-7087-446D-894D-84189D75E730}" dt="2025-10-16T14:19:10.977" v="240" actId="47"/>
        <pc:sldMkLst>
          <pc:docMk/>
          <pc:sldMk cId="3924068536" sldId="1431"/>
        </pc:sldMkLst>
      </pc:sldChg>
      <pc:sldChg chg="del">
        <pc:chgData name="Sanmukh Kuppannagari" userId="ad215094-da36-4b66-9c79-369a17aea26b" providerId="ADAL" clId="{590864D2-7087-446D-894D-84189D75E730}" dt="2025-10-16T14:19:10.977" v="240" actId="47"/>
        <pc:sldMkLst>
          <pc:docMk/>
          <pc:sldMk cId="161308088" sldId="1432"/>
        </pc:sldMkLst>
      </pc:sldChg>
      <pc:sldChg chg="del">
        <pc:chgData name="Sanmukh Kuppannagari" userId="ad215094-da36-4b66-9c79-369a17aea26b" providerId="ADAL" clId="{590864D2-7087-446D-894D-84189D75E730}" dt="2025-10-16T14:19:10.977" v="240" actId="47"/>
        <pc:sldMkLst>
          <pc:docMk/>
          <pc:sldMk cId="1015219598" sldId="1433"/>
        </pc:sldMkLst>
      </pc:sldChg>
      <pc:sldChg chg="del">
        <pc:chgData name="Sanmukh Kuppannagari" userId="ad215094-da36-4b66-9c79-369a17aea26b" providerId="ADAL" clId="{590864D2-7087-446D-894D-84189D75E730}" dt="2025-10-16T14:19:10.977" v="240" actId="47"/>
        <pc:sldMkLst>
          <pc:docMk/>
          <pc:sldMk cId="1219106765" sldId="1434"/>
        </pc:sldMkLst>
      </pc:sldChg>
      <pc:sldChg chg="del">
        <pc:chgData name="Sanmukh Kuppannagari" userId="ad215094-da36-4b66-9c79-369a17aea26b" providerId="ADAL" clId="{590864D2-7087-446D-894D-84189D75E730}" dt="2025-10-16T14:19:10.977" v="240" actId="47"/>
        <pc:sldMkLst>
          <pc:docMk/>
          <pc:sldMk cId="2052288365" sldId="1435"/>
        </pc:sldMkLst>
      </pc:sldChg>
      <pc:sldChg chg="modSp mod">
        <pc:chgData name="Sanmukh Kuppannagari" userId="ad215094-da36-4b66-9c79-369a17aea26b" providerId="ADAL" clId="{590864D2-7087-446D-894D-84189D75E730}" dt="2025-10-16T14:29:16.424" v="400" actId="20577"/>
        <pc:sldMkLst>
          <pc:docMk/>
          <pc:sldMk cId="1297240811" sldId="1551"/>
        </pc:sldMkLst>
        <pc:spChg chg="mod">
          <ac:chgData name="Sanmukh Kuppannagari" userId="ad215094-da36-4b66-9c79-369a17aea26b" providerId="ADAL" clId="{590864D2-7087-446D-894D-84189D75E730}" dt="2025-10-16T14:29:16.424" v="400" actId="20577"/>
          <ac:spMkLst>
            <pc:docMk/>
            <pc:sldMk cId="1297240811" sldId="1551"/>
            <ac:spMk id="3" creationId="{E7FF2391-E8AE-9A93-A4FC-0E02B54BC29C}"/>
          </ac:spMkLst>
        </pc:spChg>
      </pc:sldChg>
      <pc:sldChg chg="modSp mod">
        <pc:chgData name="Sanmukh Kuppannagari" userId="ad215094-da36-4b66-9c79-369a17aea26b" providerId="ADAL" clId="{590864D2-7087-446D-894D-84189D75E730}" dt="2025-10-16T14:00:23.907" v="7" actId="27636"/>
        <pc:sldMkLst>
          <pc:docMk/>
          <pc:sldMk cId="3429093343" sldId="1557"/>
        </pc:sldMkLst>
      </pc:sldChg>
      <pc:sldChg chg="modSp mod">
        <pc:chgData name="Sanmukh Kuppannagari" userId="ad215094-da36-4b66-9c79-369a17aea26b" providerId="ADAL" clId="{590864D2-7087-446D-894D-84189D75E730}" dt="2025-10-16T14:00:24.011" v="8" actId="27636"/>
        <pc:sldMkLst>
          <pc:docMk/>
          <pc:sldMk cId="400322744" sldId="1558"/>
        </pc:sldMkLst>
      </pc:sldChg>
      <pc:sldChg chg="modSp mod">
        <pc:chgData name="Sanmukh Kuppannagari" userId="ad215094-da36-4b66-9c79-369a17aea26b" providerId="ADAL" clId="{590864D2-7087-446D-894D-84189D75E730}" dt="2025-10-16T14:00:24.123" v="9" actId="27636"/>
        <pc:sldMkLst>
          <pc:docMk/>
          <pc:sldMk cId="735200732" sldId="1561"/>
        </pc:sldMkLst>
      </pc:sldChg>
      <pc:sldChg chg="modSp mod">
        <pc:chgData name="Sanmukh Kuppannagari" userId="ad215094-da36-4b66-9c79-369a17aea26b" providerId="ADAL" clId="{590864D2-7087-446D-894D-84189D75E730}" dt="2025-10-16T14:23:20.832" v="273" actId="20577"/>
        <pc:sldMkLst>
          <pc:docMk/>
          <pc:sldMk cId="3183358524" sldId="1568"/>
        </pc:sldMkLst>
        <pc:spChg chg="mod">
          <ac:chgData name="Sanmukh Kuppannagari" userId="ad215094-da36-4b66-9c79-369a17aea26b" providerId="ADAL" clId="{590864D2-7087-446D-894D-84189D75E730}" dt="2025-10-16T14:23:20.832" v="273" actId="20577"/>
          <ac:spMkLst>
            <pc:docMk/>
            <pc:sldMk cId="3183358524" sldId="1568"/>
            <ac:spMk id="3" creationId="{2EC10C35-0549-AEF0-42D6-A2DE08E0C9AB}"/>
          </ac:spMkLst>
        </pc:spChg>
      </pc:sldChg>
      <pc:sldChg chg="del">
        <pc:chgData name="Sanmukh Kuppannagari" userId="ad215094-da36-4b66-9c79-369a17aea26b" providerId="ADAL" clId="{590864D2-7087-446D-894D-84189D75E730}" dt="2025-10-16T14:19:13.233" v="241" actId="47"/>
        <pc:sldMkLst>
          <pc:docMk/>
          <pc:sldMk cId="3292789048" sldId="1569"/>
        </pc:sldMkLst>
      </pc:sldChg>
      <pc:sldChg chg="modSp mod">
        <pc:chgData name="Sanmukh Kuppannagari" userId="ad215094-da36-4b66-9c79-369a17aea26b" providerId="ADAL" clId="{590864D2-7087-446D-894D-84189D75E730}" dt="2025-10-16T14:25:03.555" v="376" actId="207"/>
        <pc:sldMkLst>
          <pc:docMk/>
          <pc:sldMk cId="3123235236" sldId="1570"/>
        </pc:sldMkLst>
        <pc:spChg chg="mod">
          <ac:chgData name="Sanmukh Kuppannagari" userId="ad215094-da36-4b66-9c79-369a17aea26b" providerId="ADAL" clId="{590864D2-7087-446D-894D-84189D75E730}" dt="2025-10-16T14:25:03.555" v="376" actId="207"/>
          <ac:spMkLst>
            <pc:docMk/>
            <pc:sldMk cId="3123235236" sldId="1570"/>
            <ac:spMk id="3" creationId="{2EC10C35-0549-AEF0-42D6-A2DE08E0C9AB}"/>
          </ac:spMkLst>
        </pc:spChg>
      </pc:sldChg>
      <pc:sldChg chg="del ord">
        <pc:chgData name="Sanmukh Kuppannagari" userId="ad215094-da36-4b66-9c79-369a17aea26b" providerId="ADAL" clId="{590864D2-7087-446D-894D-84189D75E730}" dt="2025-10-16T14:23:42.584" v="277" actId="47"/>
        <pc:sldMkLst>
          <pc:docMk/>
          <pc:sldMk cId="3278008166" sldId="1574"/>
        </pc:sldMkLst>
      </pc:sldChg>
      <pc:sldChg chg="del">
        <pc:chgData name="Sanmukh Kuppannagari" userId="ad215094-da36-4b66-9c79-369a17aea26b" providerId="ADAL" clId="{590864D2-7087-446D-894D-84189D75E730}" dt="2025-10-16T14:19:10.977" v="240" actId="47"/>
        <pc:sldMkLst>
          <pc:docMk/>
          <pc:sldMk cId="1171121697" sldId="1575"/>
        </pc:sldMkLst>
      </pc:sldChg>
      <pc:sldChg chg="modSp add mod">
        <pc:chgData name="Sanmukh Kuppannagari" userId="ad215094-da36-4b66-9c79-369a17aea26b" providerId="ADAL" clId="{590864D2-7087-446D-894D-84189D75E730}" dt="2025-10-16T14:24:13.337" v="372" actId="20577"/>
        <pc:sldMkLst>
          <pc:docMk/>
          <pc:sldMk cId="4196385676" sldId="1654"/>
        </pc:sldMkLst>
        <pc:spChg chg="mod">
          <ac:chgData name="Sanmukh Kuppannagari" userId="ad215094-da36-4b66-9c79-369a17aea26b" providerId="ADAL" clId="{590864D2-7087-446D-894D-84189D75E730}" dt="2025-10-16T14:24:13.337" v="372" actId="20577"/>
          <ac:spMkLst>
            <pc:docMk/>
            <pc:sldMk cId="4196385676" sldId="1654"/>
            <ac:spMk id="3" creationId="{BA686383-F2F5-3E55-940F-988CE19CCA24}"/>
          </ac:spMkLst>
        </pc:spChg>
      </pc:sldChg>
      <pc:sldChg chg="new del">
        <pc:chgData name="Sanmukh Kuppannagari" userId="ad215094-da36-4b66-9c79-369a17aea26b" providerId="ADAL" clId="{590864D2-7087-446D-894D-84189D75E730}" dt="2025-10-16T14:27:30.115" v="380" actId="47"/>
        <pc:sldMkLst>
          <pc:docMk/>
          <pc:sldMk cId="1642825701" sldId="1655"/>
        </pc:sldMkLst>
      </pc:sldChg>
      <pc:sldChg chg="modSp add del mod">
        <pc:chgData name="Sanmukh Kuppannagari" userId="ad215094-da36-4b66-9c79-369a17aea26b" providerId="ADAL" clId="{590864D2-7087-446D-894D-84189D75E730}" dt="2025-10-16T14:16:09.132" v="15" actId="47"/>
        <pc:sldMkLst>
          <pc:docMk/>
          <pc:sldMk cId="3210438729" sldId="1655"/>
        </pc:sldMkLst>
      </pc:sldChg>
      <pc:sldChg chg="add del">
        <pc:chgData name="Sanmukh Kuppannagari" userId="ad215094-da36-4b66-9c79-369a17aea26b" providerId="ADAL" clId="{590864D2-7087-446D-894D-84189D75E730}" dt="2025-10-16T14:16:09.132" v="15" actId="47"/>
        <pc:sldMkLst>
          <pc:docMk/>
          <pc:sldMk cId="3510532977" sldId="1656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3702006251" sldId="1656"/>
        </pc:sldMkLst>
      </pc:sldChg>
      <pc:sldChg chg="modSp add mod">
        <pc:chgData name="Sanmukh Kuppannagari" userId="ad215094-da36-4b66-9c79-369a17aea26b" providerId="ADAL" clId="{590864D2-7087-446D-894D-84189D75E730}" dt="2025-10-16T14:26:25.764" v="379" actId="27636"/>
        <pc:sldMkLst>
          <pc:docMk/>
          <pc:sldMk cId="1536265715" sldId="1657"/>
        </pc:sldMkLst>
        <pc:spChg chg="mod">
          <ac:chgData name="Sanmukh Kuppannagari" userId="ad215094-da36-4b66-9c79-369a17aea26b" providerId="ADAL" clId="{590864D2-7087-446D-894D-84189D75E730}" dt="2025-10-16T14:26:25.764" v="379" actId="27636"/>
          <ac:spMkLst>
            <pc:docMk/>
            <pc:sldMk cId="1536265715" sldId="1657"/>
            <ac:spMk id="3" creationId="{F55C2574-D133-93DE-2B43-D574B577B0F2}"/>
          </ac:spMkLst>
        </pc:spChg>
      </pc:sldChg>
      <pc:sldChg chg="add del">
        <pc:chgData name="Sanmukh Kuppannagari" userId="ad215094-da36-4b66-9c79-369a17aea26b" providerId="ADAL" clId="{590864D2-7087-446D-894D-84189D75E730}" dt="2025-10-16T14:16:09.132" v="15" actId="47"/>
        <pc:sldMkLst>
          <pc:docMk/>
          <pc:sldMk cId="2751539136" sldId="1657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441245190" sldId="1658"/>
        </pc:sldMkLst>
      </pc:sldChg>
      <pc:sldChg chg="add del">
        <pc:chgData name="Sanmukh Kuppannagari" userId="ad215094-da36-4b66-9c79-369a17aea26b" providerId="ADAL" clId="{590864D2-7087-446D-894D-84189D75E730}" dt="2025-10-16T14:16:09.132" v="15" actId="47"/>
        <pc:sldMkLst>
          <pc:docMk/>
          <pc:sldMk cId="2261526272" sldId="1658"/>
        </pc:sldMkLst>
      </pc:sldChg>
      <pc:sldChg chg="add del">
        <pc:chgData name="Sanmukh Kuppannagari" userId="ad215094-da36-4b66-9c79-369a17aea26b" providerId="ADAL" clId="{590864D2-7087-446D-894D-84189D75E730}" dt="2025-10-16T14:16:09.132" v="15" actId="47"/>
        <pc:sldMkLst>
          <pc:docMk/>
          <pc:sldMk cId="1215587902" sldId="1659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2443020848" sldId="1659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850483545" sldId="1660"/>
        </pc:sldMkLst>
      </pc:sldChg>
      <pc:sldChg chg="add del">
        <pc:chgData name="Sanmukh Kuppannagari" userId="ad215094-da36-4b66-9c79-369a17aea26b" providerId="ADAL" clId="{590864D2-7087-446D-894D-84189D75E730}" dt="2025-10-16T14:16:09.132" v="15" actId="47"/>
        <pc:sldMkLst>
          <pc:docMk/>
          <pc:sldMk cId="2526446536" sldId="1660"/>
        </pc:sldMkLst>
      </pc:sldChg>
      <pc:sldChg chg="modSp add del mod">
        <pc:chgData name="Sanmukh Kuppannagari" userId="ad215094-da36-4b66-9c79-369a17aea26b" providerId="ADAL" clId="{590864D2-7087-446D-894D-84189D75E730}" dt="2025-10-16T14:23:35.306" v="276" actId="47"/>
        <pc:sldMkLst>
          <pc:docMk/>
          <pc:sldMk cId="314716155" sldId="1661"/>
        </pc:sldMkLst>
      </pc:sldChg>
    </pc:docChg>
  </pc:docChgLst>
  <pc:docChgLst>
    <pc:chgData name="Sanmukh Kuppannagari" userId="ad215094-da36-4b66-9c79-369a17aea26b" providerId="ADAL" clId="{211AAAC7-5250-492F-AD78-DC6370DC9F86}"/>
    <pc:docChg chg="undo custSel addSld delSld modSld">
      <pc:chgData name="Sanmukh Kuppannagari" userId="ad215094-da36-4b66-9c79-369a17aea26b" providerId="ADAL" clId="{211AAAC7-5250-492F-AD78-DC6370DC9F86}" dt="2023-01-17T19:03:05.967" v="5107" actId="20577"/>
      <pc:docMkLst>
        <pc:docMk/>
      </pc:docMkLst>
      <pc:sldChg chg="modSp mod">
        <pc:chgData name="Sanmukh Kuppannagari" userId="ad215094-da36-4b66-9c79-369a17aea26b" providerId="ADAL" clId="{211AAAC7-5250-492F-AD78-DC6370DC9F86}" dt="2023-01-17T00:10:26.149" v="62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211AAAC7-5250-492F-AD78-DC6370DC9F86}" dt="2023-01-17T00:13:53.144" v="165" actId="20577"/>
        <pc:sldMkLst>
          <pc:docMk/>
          <pc:sldMk cId="1853368443" sldId="257"/>
        </pc:sldMkLst>
      </pc:sldChg>
      <pc:sldChg chg="del">
        <pc:chgData name="Sanmukh Kuppannagari" userId="ad215094-da36-4b66-9c79-369a17aea26b" providerId="ADAL" clId="{211AAAC7-5250-492F-AD78-DC6370DC9F86}" dt="2023-01-17T00:14:37.645" v="166" actId="47"/>
        <pc:sldMkLst>
          <pc:docMk/>
          <pc:sldMk cId="1571907200" sldId="258"/>
        </pc:sldMkLst>
      </pc:sldChg>
      <pc:sldChg chg="modSp mod">
        <pc:chgData name="Sanmukh Kuppannagari" userId="ad215094-da36-4b66-9c79-369a17aea26b" providerId="ADAL" clId="{211AAAC7-5250-492F-AD78-DC6370DC9F86}" dt="2023-01-17T05:21:29.636" v="3029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211AAAC7-5250-492F-AD78-DC6370DC9F86}" dt="2023-01-17T00:14:40.024" v="167" actId="47"/>
        <pc:sldMkLst>
          <pc:docMk/>
          <pc:sldMk cId="935783954" sldId="262"/>
        </pc:sldMkLst>
      </pc:sldChg>
      <pc:sldChg chg="modSp mod">
        <pc:chgData name="Sanmukh Kuppannagari" userId="ad215094-da36-4b66-9c79-369a17aea26b" providerId="ADAL" clId="{211AAAC7-5250-492F-AD78-DC6370DC9F86}" dt="2023-01-17T05:27:42.704" v="3061" actId="20577"/>
        <pc:sldMkLst>
          <pc:docMk/>
          <pc:sldMk cId="2115879010" sldId="263"/>
        </pc:sldMkLst>
      </pc:sldChg>
      <pc:sldChg chg="modSp mod">
        <pc:chgData name="Sanmukh Kuppannagari" userId="ad215094-da36-4b66-9c79-369a17aea26b" providerId="ADAL" clId="{211AAAC7-5250-492F-AD78-DC6370DC9F86}" dt="2023-01-17T00:31:13.296" v="259" actId="20577"/>
        <pc:sldMkLst>
          <pc:docMk/>
          <pc:sldMk cId="4279812585" sldId="264"/>
        </pc:sldMkLst>
      </pc:sldChg>
      <pc:sldChg chg="modSp mod">
        <pc:chgData name="Sanmukh Kuppannagari" userId="ad215094-da36-4b66-9c79-369a17aea26b" providerId="ADAL" clId="{211AAAC7-5250-492F-AD78-DC6370DC9F86}" dt="2023-01-17T00:34:34.466" v="465" actId="20577"/>
        <pc:sldMkLst>
          <pc:docMk/>
          <pc:sldMk cId="229327562" sldId="26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773656466" sldId="266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546929182" sldId="267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141319369" sldId="268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869887146" sldId="269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405443998" sldId="270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7832347" sldId="271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974194003" sldId="272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517079826" sldId="274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32663318" sldId="27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665426680" sldId="276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064585860" sldId="277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392899443" sldId="278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752910855" sldId="279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21001467" sldId="280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740158276" sldId="281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659248167" sldId="282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056812290" sldId="283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67679245" sldId="284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965516982" sldId="28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839782843" sldId="286"/>
        </pc:sldMkLst>
      </pc:sldChg>
      <pc:sldChg chg="modSp mod">
        <pc:chgData name="Sanmukh Kuppannagari" userId="ad215094-da36-4b66-9c79-369a17aea26b" providerId="ADAL" clId="{211AAAC7-5250-492F-AD78-DC6370DC9F86}" dt="2023-01-17T19:03:05.967" v="5107" actId="20577"/>
        <pc:sldMkLst>
          <pc:docMk/>
          <pc:sldMk cId="2158303791" sldId="288"/>
        </pc:sldMkLst>
      </pc:sldChg>
      <pc:sldChg chg="modSp mod">
        <pc:chgData name="Sanmukh Kuppannagari" userId="ad215094-da36-4b66-9c79-369a17aea26b" providerId="ADAL" clId="{211AAAC7-5250-492F-AD78-DC6370DC9F86}" dt="2023-01-17T05:27:35.099" v="3045" actId="20577"/>
        <pc:sldMkLst>
          <pc:docMk/>
          <pc:sldMk cId="570291501" sldId="289"/>
        </pc:sldMkLst>
      </pc:sldChg>
      <pc:sldChg chg="modSp new mod">
        <pc:chgData name="Sanmukh Kuppannagari" userId="ad215094-da36-4b66-9c79-369a17aea26b" providerId="ADAL" clId="{211AAAC7-5250-492F-AD78-DC6370DC9F86}" dt="2023-01-17T16:57:39.252" v="3298" actId="20577"/>
        <pc:sldMkLst>
          <pc:docMk/>
          <pc:sldMk cId="2156678824" sldId="290"/>
        </pc:sldMkLst>
      </pc:sldChg>
      <pc:sldChg chg="modSp new mod">
        <pc:chgData name="Sanmukh Kuppannagari" userId="ad215094-da36-4b66-9c79-369a17aea26b" providerId="ADAL" clId="{211AAAC7-5250-492F-AD78-DC6370DC9F86}" dt="2023-01-17T16:58:07.896" v="3380" actId="20577"/>
        <pc:sldMkLst>
          <pc:docMk/>
          <pc:sldMk cId="2291869099" sldId="291"/>
        </pc:sldMkLst>
      </pc:sldChg>
      <pc:sldChg chg="modSp new mod">
        <pc:chgData name="Sanmukh Kuppannagari" userId="ad215094-da36-4b66-9c79-369a17aea26b" providerId="ADAL" clId="{211AAAC7-5250-492F-AD78-DC6370DC9F86}" dt="2023-01-17T00:52:03.469" v="1234" actId="20577"/>
        <pc:sldMkLst>
          <pc:docMk/>
          <pc:sldMk cId="3873626867" sldId="292"/>
        </pc:sldMkLst>
      </pc:sldChg>
      <pc:sldChg chg="modSp new mod">
        <pc:chgData name="Sanmukh Kuppannagari" userId="ad215094-da36-4b66-9c79-369a17aea26b" providerId="ADAL" clId="{211AAAC7-5250-492F-AD78-DC6370DC9F86}" dt="2023-01-17T00:53:22.245" v="1376" actId="20577"/>
        <pc:sldMkLst>
          <pc:docMk/>
          <pc:sldMk cId="1774998115" sldId="293"/>
        </pc:sldMkLst>
      </pc:sldChg>
      <pc:sldChg chg="modSp new mod">
        <pc:chgData name="Sanmukh Kuppannagari" userId="ad215094-da36-4b66-9c79-369a17aea26b" providerId="ADAL" clId="{211AAAC7-5250-492F-AD78-DC6370DC9F86}" dt="2023-01-17T17:07:59.378" v="3662" actId="20577"/>
        <pc:sldMkLst>
          <pc:docMk/>
          <pc:sldMk cId="2638425655" sldId="294"/>
        </pc:sldMkLst>
      </pc:sldChg>
      <pc:sldChg chg="modSp new mod">
        <pc:chgData name="Sanmukh Kuppannagari" userId="ad215094-da36-4b66-9c79-369a17aea26b" providerId="ADAL" clId="{211AAAC7-5250-492F-AD78-DC6370DC9F86}" dt="2023-01-17T04:46:26.863" v="1821" actId="20577"/>
        <pc:sldMkLst>
          <pc:docMk/>
          <pc:sldMk cId="2615144390" sldId="295"/>
        </pc:sldMkLst>
      </pc:sldChg>
      <pc:sldChg chg="modSp new mod">
        <pc:chgData name="Sanmukh Kuppannagari" userId="ad215094-da36-4b66-9c79-369a17aea26b" providerId="ADAL" clId="{211AAAC7-5250-492F-AD78-DC6370DC9F86}" dt="2023-01-17T04:50:22.336" v="2113" actId="20577"/>
        <pc:sldMkLst>
          <pc:docMk/>
          <pc:sldMk cId="3329329736" sldId="296"/>
        </pc:sldMkLst>
      </pc:sldChg>
      <pc:sldChg chg="modSp new mod">
        <pc:chgData name="Sanmukh Kuppannagari" userId="ad215094-da36-4b66-9c79-369a17aea26b" providerId="ADAL" clId="{211AAAC7-5250-492F-AD78-DC6370DC9F86}" dt="2023-01-17T17:57:00.676" v="3862" actId="20577"/>
        <pc:sldMkLst>
          <pc:docMk/>
          <pc:sldMk cId="99553615" sldId="297"/>
        </pc:sldMkLst>
      </pc:sldChg>
      <pc:sldChg chg="modSp new mod">
        <pc:chgData name="Sanmukh Kuppannagari" userId="ad215094-da36-4b66-9c79-369a17aea26b" providerId="ADAL" clId="{211AAAC7-5250-492F-AD78-DC6370DC9F86}" dt="2023-01-17T04:55:37.586" v="2539" actId="20577"/>
        <pc:sldMkLst>
          <pc:docMk/>
          <pc:sldMk cId="3682190543" sldId="298"/>
        </pc:sldMkLst>
      </pc:sldChg>
      <pc:sldChg chg="modSp new mod">
        <pc:chgData name="Sanmukh Kuppannagari" userId="ad215094-da36-4b66-9c79-369a17aea26b" providerId="ADAL" clId="{211AAAC7-5250-492F-AD78-DC6370DC9F86}" dt="2023-01-17T17:59:25.345" v="4026" actId="20577"/>
        <pc:sldMkLst>
          <pc:docMk/>
          <pc:sldMk cId="1020910546" sldId="299"/>
        </pc:sldMkLst>
      </pc:sldChg>
      <pc:sldChg chg="modSp new mod">
        <pc:chgData name="Sanmukh Kuppannagari" userId="ad215094-da36-4b66-9c79-369a17aea26b" providerId="ADAL" clId="{211AAAC7-5250-492F-AD78-DC6370DC9F86}" dt="2023-01-17T05:02:26.766" v="2961" actId="20577"/>
        <pc:sldMkLst>
          <pc:docMk/>
          <pc:sldMk cId="3765558418" sldId="300"/>
        </pc:sldMkLst>
      </pc:sldChg>
      <pc:sldChg chg="modSp add mod">
        <pc:chgData name="Sanmukh Kuppannagari" userId="ad215094-da36-4b66-9c79-369a17aea26b" providerId="ADAL" clId="{211AAAC7-5250-492F-AD78-DC6370DC9F86}" dt="2023-01-17T05:27:59.040" v="3096" actId="207"/>
        <pc:sldMkLst>
          <pc:docMk/>
          <pc:sldMk cId="670794243" sldId="301"/>
        </pc:sldMkLst>
      </pc:sldChg>
      <pc:sldChg chg="modSp new mod">
        <pc:chgData name="Sanmukh Kuppannagari" userId="ad215094-da36-4b66-9c79-369a17aea26b" providerId="ADAL" clId="{211AAAC7-5250-492F-AD78-DC6370DC9F86}" dt="2023-01-17T05:04:14.702" v="3013" actId="20577"/>
        <pc:sldMkLst>
          <pc:docMk/>
          <pc:sldMk cId="2162272" sldId="302"/>
        </pc:sldMkLst>
      </pc:sldChg>
      <pc:sldChg chg="modSp add mod">
        <pc:chgData name="Sanmukh Kuppannagari" userId="ad215094-da36-4b66-9c79-369a17aea26b" providerId="ADAL" clId="{211AAAC7-5250-492F-AD78-DC6370DC9F86}" dt="2023-01-17T05:28:17.340" v="3098" actId="207"/>
        <pc:sldMkLst>
          <pc:docMk/>
          <pc:sldMk cId="2602328554" sldId="303"/>
        </pc:sldMkLst>
      </pc:sldChg>
      <pc:sldChg chg="modSp new mod">
        <pc:chgData name="Sanmukh Kuppannagari" userId="ad215094-da36-4b66-9c79-369a17aea26b" providerId="ADAL" clId="{211AAAC7-5250-492F-AD78-DC6370DC9F86}" dt="2023-01-17T05:32:46.400" v="3279" actId="20577"/>
        <pc:sldMkLst>
          <pc:docMk/>
          <pc:sldMk cId="3182011601" sldId="304"/>
        </pc:sldMkLst>
      </pc:sldChg>
      <pc:sldChg chg="modSp new mod">
        <pc:chgData name="Sanmukh Kuppannagari" userId="ad215094-da36-4b66-9c79-369a17aea26b" providerId="ADAL" clId="{211AAAC7-5250-492F-AD78-DC6370DC9F86}" dt="2023-01-17T18:00:34.818" v="4104" actId="20577"/>
        <pc:sldMkLst>
          <pc:docMk/>
          <pc:sldMk cId="2520937317" sldId="305"/>
        </pc:sldMkLst>
      </pc:sldChg>
      <pc:sldChg chg="addSp delSp modSp new mod">
        <pc:chgData name="Sanmukh Kuppannagari" userId="ad215094-da36-4b66-9c79-369a17aea26b" providerId="ADAL" clId="{211AAAC7-5250-492F-AD78-DC6370DC9F86}" dt="2023-01-17T18:15:02.850" v="4280" actId="1076"/>
        <pc:sldMkLst>
          <pc:docMk/>
          <pc:sldMk cId="787331322" sldId="306"/>
        </pc:sldMkLst>
      </pc:sldChg>
      <pc:sldChg chg="addSp delSp modSp new mod">
        <pc:chgData name="Sanmukh Kuppannagari" userId="ad215094-da36-4b66-9c79-369a17aea26b" providerId="ADAL" clId="{211AAAC7-5250-492F-AD78-DC6370DC9F86}" dt="2023-01-17T18:19:15.464" v="4300" actId="1076"/>
        <pc:sldMkLst>
          <pc:docMk/>
          <pc:sldMk cId="592458898" sldId="307"/>
        </pc:sldMkLst>
      </pc:sldChg>
      <pc:sldChg chg="addSp delSp modSp new mod">
        <pc:chgData name="Sanmukh Kuppannagari" userId="ad215094-da36-4b66-9c79-369a17aea26b" providerId="ADAL" clId="{211AAAC7-5250-492F-AD78-DC6370DC9F86}" dt="2023-01-17T18:20:47.319" v="4319" actId="1076"/>
        <pc:sldMkLst>
          <pc:docMk/>
          <pc:sldMk cId="1871853996" sldId="308"/>
        </pc:sldMkLst>
      </pc:sldChg>
      <pc:sldChg chg="addSp modSp new mod">
        <pc:chgData name="Sanmukh Kuppannagari" userId="ad215094-da36-4b66-9c79-369a17aea26b" providerId="ADAL" clId="{211AAAC7-5250-492F-AD78-DC6370DC9F86}" dt="2023-01-17T18:59:20.062" v="4992" actId="20577"/>
        <pc:sldMkLst>
          <pc:docMk/>
          <pc:sldMk cId="418652833" sldId="309"/>
        </pc:sldMkLst>
      </pc:sldChg>
      <pc:sldChg chg="addSp modSp new mod">
        <pc:chgData name="Sanmukh Kuppannagari" userId="ad215094-da36-4b66-9c79-369a17aea26b" providerId="ADAL" clId="{211AAAC7-5250-492F-AD78-DC6370DC9F86}" dt="2023-01-17T18:41:03.310" v="4764" actId="20577"/>
        <pc:sldMkLst>
          <pc:docMk/>
          <pc:sldMk cId="712137956" sldId="310"/>
        </pc:sldMkLst>
      </pc:sldChg>
      <pc:sldChg chg="addSp delSp modSp new mod">
        <pc:chgData name="Sanmukh Kuppannagari" userId="ad215094-da36-4b66-9c79-369a17aea26b" providerId="ADAL" clId="{211AAAC7-5250-492F-AD78-DC6370DC9F86}" dt="2023-01-17T18:47:03.341" v="4901" actId="20577"/>
        <pc:sldMkLst>
          <pc:docMk/>
          <pc:sldMk cId="670143684" sldId="311"/>
        </pc:sldMkLst>
      </pc:sldChg>
      <pc:sldChg chg="addSp modSp new mod">
        <pc:chgData name="Sanmukh Kuppannagari" userId="ad215094-da36-4b66-9c79-369a17aea26b" providerId="ADAL" clId="{211AAAC7-5250-492F-AD78-DC6370DC9F86}" dt="2023-01-17T18:56:38.874" v="4978" actId="1076"/>
        <pc:sldMkLst>
          <pc:docMk/>
          <pc:sldMk cId="1402496708" sldId="312"/>
        </pc:sldMkLst>
      </pc:sldChg>
      <pc:sldChg chg="modSp new mod">
        <pc:chgData name="Sanmukh Kuppannagari" userId="ad215094-da36-4b66-9c79-369a17aea26b" providerId="ADAL" clId="{211AAAC7-5250-492F-AD78-DC6370DC9F86}" dt="2023-01-17T19:02:16.888" v="5028" actId="20577"/>
        <pc:sldMkLst>
          <pc:docMk/>
          <pc:sldMk cId="4113171285" sldId="313"/>
        </pc:sldMkLst>
      </pc:sldChg>
    </pc:docChg>
  </pc:docChgLst>
  <pc:docChgLst>
    <pc:chgData name="Sanmukh Kuppannagari" userId="ad215094-da36-4b66-9c79-369a17aea26b" providerId="ADAL" clId="{18DA49F4-CD4F-46E0-AB35-D6CB797BE416}"/>
    <pc:docChg chg="undo redo custSel addSld delSld modSld sldOrd">
      <pc:chgData name="Sanmukh Kuppannagari" userId="ad215094-da36-4b66-9c79-369a17aea26b" providerId="ADAL" clId="{18DA49F4-CD4F-46E0-AB35-D6CB797BE416}" dt="2025-10-23T14:23:20.480" v="5022" actId="14100"/>
      <pc:docMkLst>
        <pc:docMk/>
      </pc:docMkLst>
      <pc:sldChg chg="modSp mod">
        <pc:chgData name="Sanmukh Kuppannagari" userId="ad215094-da36-4b66-9c79-369a17aea26b" providerId="ADAL" clId="{18DA49F4-CD4F-46E0-AB35-D6CB797BE416}" dt="2025-10-23T14:19:14.451" v="4996" actId="20577"/>
        <pc:sldMkLst>
          <pc:docMk/>
          <pc:sldMk cId="728785357" sldId="256"/>
        </pc:sldMkLst>
        <pc:spChg chg="mod">
          <ac:chgData name="Sanmukh Kuppannagari" userId="ad215094-da36-4b66-9c79-369a17aea26b" providerId="ADAL" clId="{18DA49F4-CD4F-46E0-AB35-D6CB797BE416}" dt="2025-10-23T14:19:14.451" v="4996" actId="20577"/>
          <ac:spMkLst>
            <pc:docMk/>
            <pc:sldMk cId="728785357" sldId="256"/>
            <ac:spMk id="3" creationId="{C46BB279-3651-105A-8503-217F67B1FED8}"/>
          </ac:spMkLst>
        </pc:spChg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2987569806" sldId="382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2314141646" sldId="383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4166039725" sldId="384"/>
        </pc:sldMkLst>
      </pc:sldChg>
      <pc:sldChg chg="addSp delSp modSp mod">
        <pc:chgData name="Sanmukh Kuppannagari" userId="ad215094-da36-4b66-9c79-369a17aea26b" providerId="ADAL" clId="{18DA49F4-CD4F-46E0-AB35-D6CB797BE416}" dt="2025-10-23T01:26:32.683" v="804" actId="20577"/>
        <pc:sldMkLst>
          <pc:docMk/>
          <pc:sldMk cId="3918348740" sldId="385"/>
        </pc:sldMkLst>
        <pc:spChg chg="mod">
          <ac:chgData name="Sanmukh Kuppannagari" userId="ad215094-da36-4b66-9c79-369a17aea26b" providerId="ADAL" clId="{18DA49F4-CD4F-46E0-AB35-D6CB797BE416}" dt="2025-10-23T01:23:02.350" v="795" actId="20577"/>
          <ac:spMkLst>
            <pc:docMk/>
            <pc:sldMk cId="3918348740" sldId="385"/>
            <ac:spMk id="2" creationId="{2F1E9996-9686-0C95-F70B-B26A036A5800}"/>
          </ac:spMkLst>
        </pc:spChg>
        <pc:spChg chg="add mod">
          <ac:chgData name="Sanmukh Kuppannagari" userId="ad215094-da36-4b66-9c79-369a17aea26b" providerId="ADAL" clId="{18DA49F4-CD4F-46E0-AB35-D6CB797BE416}" dt="2025-10-23T01:26:09.963" v="798" actId="20577"/>
          <ac:spMkLst>
            <pc:docMk/>
            <pc:sldMk cId="3918348740" sldId="385"/>
            <ac:spMk id="3" creationId="{C06589BD-9612-9D40-00F8-8AEF9ECAB34A}"/>
          </ac:spMkLst>
        </pc:spChg>
        <pc:spChg chg="mod">
          <ac:chgData name="Sanmukh Kuppannagari" userId="ad215094-da36-4b66-9c79-369a17aea26b" providerId="ADAL" clId="{18DA49F4-CD4F-46E0-AB35-D6CB797BE416}" dt="2025-10-23T01:22:40.274" v="765" actId="207"/>
          <ac:spMkLst>
            <pc:docMk/>
            <pc:sldMk cId="3918348740" sldId="385"/>
            <ac:spMk id="4" creationId="{B03D9047-E8CA-3BFA-EDE6-336C0B12A2C4}"/>
          </ac:spMkLst>
        </pc:spChg>
        <pc:spChg chg="mod">
          <ac:chgData name="Sanmukh Kuppannagari" userId="ad215094-da36-4b66-9c79-369a17aea26b" providerId="ADAL" clId="{18DA49F4-CD4F-46E0-AB35-D6CB797BE416}" dt="2025-10-23T01:22:43.989" v="766" actId="207"/>
          <ac:spMkLst>
            <pc:docMk/>
            <pc:sldMk cId="3918348740" sldId="385"/>
            <ac:spMk id="5" creationId="{279EAFB2-2293-0137-033C-2FAA9A864AF3}"/>
          </ac:spMkLst>
        </pc:spChg>
        <pc:spChg chg="mod">
          <ac:chgData name="Sanmukh Kuppannagari" userId="ad215094-da36-4b66-9c79-369a17aea26b" providerId="ADAL" clId="{18DA49F4-CD4F-46E0-AB35-D6CB797BE416}" dt="2025-10-23T01:20:46.837" v="744" actId="20577"/>
          <ac:spMkLst>
            <pc:docMk/>
            <pc:sldMk cId="3918348740" sldId="385"/>
            <ac:spMk id="11" creationId="{637B60C6-0A40-60CA-9E96-C9AD6A2B36FE}"/>
          </ac:spMkLst>
        </pc:spChg>
        <pc:spChg chg="mod">
          <ac:chgData name="Sanmukh Kuppannagari" userId="ad215094-da36-4b66-9c79-369a17aea26b" providerId="ADAL" clId="{18DA49F4-CD4F-46E0-AB35-D6CB797BE416}" dt="2025-10-23T01:20:49.652" v="745" actId="20577"/>
          <ac:spMkLst>
            <pc:docMk/>
            <pc:sldMk cId="3918348740" sldId="385"/>
            <ac:spMk id="19" creationId="{3F2A5FC5-DDAD-8C07-5CB4-DA41FC5F93CA}"/>
          </ac:spMkLst>
        </pc:spChg>
        <pc:spChg chg="mod">
          <ac:chgData name="Sanmukh Kuppannagari" userId="ad215094-da36-4b66-9c79-369a17aea26b" providerId="ADAL" clId="{18DA49F4-CD4F-46E0-AB35-D6CB797BE416}" dt="2025-10-23T01:22:48.803" v="767" actId="207"/>
          <ac:spMkLst>
            <pc:docMk/>
            <pc:sldMk cId="3918348740" sldId="385"/>
            <ac:spMk id="25" creationId="{F555A643-5D7A-8841-2A03-B48E113FD28A}"/>
          </ac:spMkLst>
        </pc:spChg>
        <pc:spChg chg="add mod">
          <ac:chgData name="Sanmukh Kuppannagari" userId="ad215094-da36-4b66-9c79-369a17aea26b" providerId="ADAL" clId="{18DA49F4-CD4F-46E0-AB35-D6CB797BE416}" dt="2025-10-23T01:26:22.038" v="801" actId="20577"/>
          <ac:spMkLst>
            <pc:docMk/>
            <pc:sldMk cId="3918348740" sldId="385"/>
            <ac:spMk id="26" creationId="{FFEC5354-D7F1-FB6D-81B6-50459992C313}"/>
          </ac:spMkLst>
        </pc:spChg>
        <pc:spChg chg="mod">
          <ac:chgData name="Sanmukh Kuppannagari" userId="ad215094-da36-4b66-9c79-369a17aea26b" providerId="ADAL" clId="{18DA49F4-CD4F-46E0-AB35-D6CB797BE416}" dt="2025-10-23T01:22:32.796" v="764" actId="1076"/>
          <ac:spMkLst>
            <pc:docMk/>
            <pc:sldMk cId="3918348740" sldId="385"/>
            <ac:spMk id="27" creationId="{F09CEB31-D3CF-8956-CC73-5EBEDBB07B8E}"/>
          </ac:spMkLst>
        </pc:spChg>
        <pc:spChg chg="del mod">
          <ac:chgData name="Sanmukh Kuppannagari" userId="ad215094-da36-4b66-9c79-369a17aea26b" providerId="ADAL" clId="{18DA49F4-CD4F-46E0-AB35-D6CB797BE416}" dt="2025-10-23T01:21:18.950" v="747" actId="478"/>
          <ac:spMkLst>
            <pc:docMk/>
            <pc:sldMk cId="3918348740" sldId="385"/>
            <ac:spMk id="29" creationId="{54722F58-45A9-50DB-D825-EA4D206AF212}"/>
          </ac:spMkLst>
        </pc:spChg>
        <pc:spChg chg="add mod">
          <ac:chgData name="Sanmukh Kuppannagari" userId="ad215094-da36-4b66-9c79-369a17aea26b" providerId="ADAL" clId="{18DA49F4-CD4F-46E0-AB35-D6CB797BE416}" dt="2025-10-23T01:26:32.683" v="804" actId="20577"/>
          <ac:spMkLst>
            <pc:docMk/>
            <pc:sldMk cId="3918348740" sldId="385"/>
            <ac:spMk id="36" creationId="{119F867F-6AF7-A4D2-F87A-343A0A5B3EDB}"/>
          </ac:spMkLst>
        </pc:spChg>
        <pc:spChg chg="mod">
          <ac:chgData name="Sanmukh Kuppannagari" userId="ad215094-da36-4b66-9c79-369a17aea26b" providerId="ADAL" clId="{18DA49F4-CD4F-46E0-AB35-D6CB797BE416}" dt="2025-10-23T01:22:32.467" v="762" actId="14100"/>
          <ac:spMkLst>
            <pc:docMk/>
            <pc:sldMk cId="3918348740" sldId="385"/>
            <ac:spMk id="40" creationId="{71341A86-BF14-30A4-4854-6410AB3BD3CA}"/>
          </ac:spMkLst>
        </pc:spChg>
        <pc:spChg chg="mod">
          <ac:chgData name="Sanmukh Kuppannagari" userId="ad215094-da36-4b66-9c79-369a17aea26b" providerId="ADAL" clId="{18DA49F4-CD4F-46E0-AB35-D6CB797BE416}" dt="2025-10-23T01:22:32.616" v="763" actId="1076"/>
          <ac:spMkLst>
            <pc:docMk/>
            <pc:sldMk cId="3918348740" sldId="385"/>
            <ac:spMk id="50" creationId="{A7B1C61B-0364-1DEE-BA2E-613BEF456114}"/>
          </ac:spMkLst>
        </pc:spChg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64301062" sldId="387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3600441437" sldId="388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2207470624" sldId="389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1815334288" sldId="390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839902624" sldId="392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769510508" sldId="394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3810649952" sldId="395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761232548" sldId="396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4086022481" sldId="399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635767275" sldId="400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3201861459" sldId="401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3673632280" sldId="402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729842550" sldId="403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173111426" sldId="404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1384020216" sldId="405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2893908978" sldId="406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3967707079" sldId="407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2134846611" sldId="408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4105409593" sldId="409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2441650656" sldId="410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966939341" sldId="411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1630215837" sldId="412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593562061" sldId="413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3279492699" sldId="414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2180999186" sldId="415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780168295" sldId="416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2306970955" sldId="417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645276164" sldId="418"/>
        </pc:sldMkLst>
      </pc:sldChg>
      <pc:sldChg chg="add">
        <pc:chgData name="Sanmukh Kuppannagari" userId="ad215094-da36-4b66-9c79-369a17aea26b" providerId="ADAL" clId="{18DA49F4-CD4F-46E0-AB35-D6CB797BE416}" dt="2025-10-23T02:10:20.857" v="2337"/>
        <pc:sldMkLst>
          <pc:docMk/>
          <pc:sldMk cId="1659536501" sldId="477"/>
        </pc:sldMkLst>
      </pc:sldChg>
      <pc:sldChg chg="modSp add">
        <pc:chgData name="Sanmukh Kuppannagari" userId="ad215094-da36-4b66-9c79-369a17aea26b" providerId="ADAL" clId="{18DA49F4-CD4F-46E0-AB35-D6CB797BE416}" dt="2025-10-23T02:19:18.185" v="2339" actId="20577"/>
        <pc:sldMkLst>
          <pc:docMk/>
          <pc:sldMk cId="1515942174" sldId="478"/>
        </pc:sldMkLst>
        <pc:spChg chg="mod">
          <ac:chgData name="Sanmukh Kuppannagari" userId="ad215094-da36-4b66-9c79-369a17aea26b" providerId="ADAL" clId="{18DA49F4-CD4F-46E0-AB35-D6CB797BE416}" dt="2025-10-23T02:19:18.185" v="2339" actId="20577"/>
          <ac:spMkLst>
            <pc:docMk/>
            <pc:sldMk cId="1515942174" sldId="478"/>
            <ac:spMk id="3" creationId="{CB8F0B07-994C-2430-2CF8-3DDD3DF1D31E}"/>
          </ac:spMkLst>
        </pc:spChg>
      </pc:sldChg>
      <pc:sldChg chg="del">
        <pc:chgData name="Sanmukh Kuppannagari" userId="ad215094-da36-4b66-9c79-369a17aea26b" providerId="ADAL" clId="{18DA49F4-CD4F-46E0-AB35-D6CB797BE416}" dt="2025-10-23T00:19:53.742" v="23" actId="47"/>
        <pc:sldMkLst>
          <pc:docMk/>
          <pc:sldMk cId="1450824982" sldId="551"/>
        </pc:sldMkLst>
      </pc:sldChg>
      <pc:sldChg chg="ord">
        <pc:chgData name="Sanmukh Kuppannagari" userId="ad215094-da36-4b66-9c79-369a17aea26b" providerId="ADAL" clId="{18DA49F4-CD4F-46E0-AB35-D6CB797BE416}" dt="2025-10-23T00:20:14.182" v="25"/>
        <pc:sldMkLst>
          <pc:docMk/>
          <pc:sldMk cId="759582378" sldId="552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3523510305" sldId="553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3711441787" sldId="554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1145942796" sldId="555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3313141524" sldId="556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250697364" sldId="557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3272668016" sldId="558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728432522" sldId="559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2760791464" sldId="560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662026886" sldId="561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3825797367" sldId="562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3268516173" sldId="563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139360390" sldId="564"/>
        </pc:sldMkLst>
      </pc:sldChg>
      <pc:sldChg chg="modSp mod">
        <pc:chgData name="Sanmukh Kuppannagari" userId="ad215094-da36-4b66-9c79-369a17aea26b" providerId="ADAL" clId="{18DA49F4-CD4F-46E0-AB35-D6CB797BE416}" dt="2025-10-23T01:27:08.142" v="809" actId="20577"/>
        <pc:sldMkLst>
          <pc:docMk/>
          <pc:sldMk cId="1297240811" sldId="1551"/>
        </pc:sldMkLst>
        <pc:spChg chg="mod">
          <ac:chgData name="Sanmukh Kuppannagari" userId="ad215094-da36-4b66-9c79-369a17aea26b" providerId="ADAL" clId="{18DA49F4-CD4F-46E0-AB35-D6CB797BE416}" dt="2025-10-23T01:27:08.142" v="809" actId="20577"/>
          <ac:spMkLst>
            <pc:docMk/>
            <pc:sldMk cId="1297240811" sldId="1551"/>
            <ac:spMk id="3" creationId="{E7FF2391-E8AE-9A93-A4FC-0E02B54BC29C}"/>
          </ac:spMkLst>
        </pc:spChg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3518660825" sldId="1552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1668494294" sldId="1553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2501767924" sldId="1554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1362731012" sldId="1555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4090303317" sldId="1556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3429093343" sldId="1557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400322744" sldId="1558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2084123303" sldId="1559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2891138365" sldId="1560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735200732" sldId="1561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184633821" sldId="1562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3469590337" sldId="1563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477277082" sldId="1564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1326569452" sldId="1565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1520463495" sldId="1566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196759949" sldId="1567"/>
        </pc:sldMkLst>
      </pc:sldChg>
      <pc:sldChg chg="modSp">
        <pc:chgData name="Sanmukh Kuppannagari" userId="ad215094-da36-4b66-9c79-369a17aea26b" providerId="ADAL" clId="{18DA49F4-CD4F-46E0-AB35-D6CB797BE416}" dt="2025-10-23T00:17:56.542" v="0"/>
        <pc:sldMkLst>
          <pc:docMk/>
          <pc:sldMk cId="3183358524" sldId="1568"/>
        </pc:sldMkLst>
        <pc:spChg chg="mod">
          <ac:chgData name="Sanmukh Kuppannagari" userId="ad215094-da36-4b66-9c79-369a17aea26b" providerId="ADAL" clId="{18DA49F4-CD4F-46E0-AB35-D6CB797BE416}" dt="2025-10-23T00:17:56.542" v="0"/>
          <ac:spMkLst>
            <pc:docMk/>
            <pc:sldMk cId="3183358524" sldId="1568"/>
            <ac:spMk id="3" creationId="{2EC10C35-0549-AEF0-42D6-A2DE08E0C9AB}"/>
          </ac:spMkLst>
        </pc:spChg>
      </pc:sldChg>
      <pc:sldChg chg="modSp">
        <pc:chgData name="Sanmukh Kuppannagari" userId="ad215094-da36-4b66-9c79-369a17aea26b" providerId="ADAL" clId="{18DA49F4-CD4F-46E0-AB35-D6CB797BE416}" dt="2025-10-23T00:18:46.958" v="20"/>
        <pc:sldMkLst>
          <pc:docMk/>
          <pc:sldMk cId="3123235236" sldId="1570"/>
        </pc:sldMkLst>
        <pc:spChg chg="mod">
          <ac:chgData name="Sanmukh Kuppannagari" userId="ad215094-da36-4b66-9c79-369a17aea26b" providerId="ADAL" clId="{18DA49F4-CD4F-46E0-AB35-D6CB797BE416}" dt="2025-10-23T00:18:46.958" v="20"/>
          <ac:spMkLst>
            <pc:docMk/>
            <pc:sldMk cId="3123235236" sldId="1570"/>
            <ac:spMk id="3" creationId="{2EC10C35-0549-AEF0-42D6-A2DE08E0C9AB}"/>
          </ac:spMkLst>
        </pc:spChg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3645698628" sldId="1571"/>
        </pc:sldMkLst>
      </pc:sldChg>
      <pc:sldChg chg="modSp del mod">
        <pc:chgData name="Sanmukh Kuppannagari" userId="ad215094-da36-4b66-9c79-369a17aea26b" providerId="ADAL" clId="{18DA49F4-CD4F-46E0-AB35-D6CB797BE416}" dt="2025-10-23T14:13:07.699" v="4982" actId="47"/>
        <pc:sldMkLst>
          <pc:docMk/>
          <pc:sldMk cId="1878988337" sldId="1572"/>
        </pc:sldMkLst>
        <pc:spChg chg="mod">
          <ac:chgData name="Sanmukh Kuppannagari" userId="ad215094-da36-4b66-9c79-369a17aea26b" providerId="ADAL" clId="{18DA49F4-CD4F-46E0-AB35-D6CB797BE416}" dt="2025-10-23T00:18:03.695" v="14" actId="20577"/>
          <ac:spMkLst>
            <pc:docMk/>
            <pc:sldMk cId="1878988337" sldId="1572"/>
            <ac:spMk id="3" creationId="{261B455A-DD1B-206A-4538-C2E2FE9A55A8}"/>
          </ac:spMkLst>
        </pc:spChg>
      </pc:sldChg>
      <pc:sldChg chg="del">
        <pc:chgData name="Sanmukh Kuppannagari" userId="ad215094-da36-4b66-9c79-369a17aea26b" providerId="ADAL" clId="{18DA49F4-CD4F-46E0-AB35-D6CB797BE416}" dt="2025-10-23T00:18:26.715" v="15" actId="47"/>
        <pc:sldMkLst>
          <pc:docMk/>
          <pc:sldMk cId="123768210" sldId="1573"/>
        </pc:sldMkLst>
      </pc:sldChg>
      <pc:sldChg chg="modSp mod">
        <pc:chgData name="Sanmukh Kuppannagari" userId="ad215094-da36-4b66-9c79-369a17aea26b" providerId="ADAL" clId="{18DA49F4-CD4F-46E0-AB35-D6CB797BE416}" dt="2025-10-23T14:18:47.586" v="4992" actId="27636"/>
        <pc:sldMkLst>
          <pc:docMk/>
          <pc:sldMk cId="4196385676" sldId="1654"/>
        </pc:sldMkLst>
        <pc:spChg chg="mod">
          <ac:chgData name="Sanmukh Kuppannagari" userId="ad215094-da36-4b66-9c79-369a17aea26b" providerId="ADAL" clId="{18DA49F4-CD4F-46E0-AB35-D6CB797BE416}" dt="2025-10-23T14:18:47.586" v="4992" actId="27636"/>
          <ac:spMkLst>
            <pc:docMk/>
            <pc:sldMk cId="4196385676" sldId="1654"/>
            <ac:spMk id="3" creationId="{BA686383-F2F5-3E55-940F-988CE19CCA24}"/>
          </ac:spMkLst>
        </pc:spChg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3702006251" sldId="1656"/>
        </pc:sldMkLst>
      </pc:sldChg>
      <pc:sldChg chg="ord">
        <pc:chgData name="Sanmukh Kuppannagari" userId="ad215094-da36-4b66-9c79-369a17aea26b" providerId="ADAL" clId="{18DA49F4-CD4F-46E0-AB35-D6CB797BE416}" dt="2025-10-23T00:19:49.291" v="22"/>
        <pc:sldMkLst>
          <pc:docMk/>
          <pc:sldMk cId="1536265715" sldId="1657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441245190" sldId="1658"/>
        </pc:sldMkLst>
      </pc:sldChg>
      <pc:sldChg chg="addSp delSp modSp new mod">
        <pc:chgData name="Sanmukh Kuppannagari" userId="ad215094-da36-4b66-9c79-369a17aea26b" providerId="ADAL" clId="{18DA49F4-CD4F-46E0-AB35-D6CB797BE416}" dt="2025-10-23T01:01:27.977" v="702" actId="1076"/>
        <pc:sldMkLst>
          <pc:docMk/>
          <pc:sldMk cId="2969658794" sldId="1658"/>
        </pc:sldMkLst>
        <pc:spChg chg="mod">
          <ac:chgData name="Sanmukh Kuppannagari" userId="ad215094-da36-4b66-9c79-369a17aea26b" providerId="ADAL" clId="{18DA49F4-CD4F-46E0-AB35-D6CB797BE416}" dt="2025-10-23T00:35:31.660" v="430" actId="20577"/>
          <ac:spMkLst>
            <pc:docMk/>
            <pc:sldMk cId="2969658794" sldId="1658"/>
            <ac:spMk id="2" creationId="{34C6F147-BBA6-8295-3D29-94B47DBDB684}"/>
          </ac:spMkLst>
        </pc:spChg>
        <pc:spChg chg="del">
          <ac:chgData name="Sanmukh Kuppannagari" userId="ad215094-da36-4b66-9c79-369a17aea26b" providerId="ADAL" clId="{18DA49F4-CD4F-46E0-AB35-D6CB797BE416}" dt="2025-10-23T00:35:34.920" v="431" actId="478"/>
          <ac:spMkLst>
            <pc:docMk/>
            <pc:sldMk cId="2969658794" sldId="1658"/>
            <ac:spMk id="3" creationId="{9EBAE5DE-5738-D500-7B62-21827AC89922}"/>
          </ac:spMkLst>
        </pc:spChg>
        <pc:spChg chg="add mod">
          <ac:chgData name="Sanmukh Kuppannagari" userId="ad215094-da36-4b66-9c79-369a17aea26b" providerId="ADAL" clId="{18DA49F4-CD4F-46E0-AB35-D6CB797BE416}" dt="2025-10-23T00:56:16.766" v="672" actId="1076"/>
          <ac:spMkLst>
            <pc:docMk/>
            <pc:sldMk cId="2969658794" sldId="1658"/>
            <ac:spMk id="4" creationId="{17FB7990-6221-AF5B-6779-960A488C90E8}"/>
          </ac:spMkLst>
        </pc:spChg>
        <pc:spChg chg="add mod">
          <ac:chgData name="Sanmukh Kuppannagari" userId="ad215094-da36-4b66-9c79-369a17aea26b" providerId="ADAL" clId="{18DA49F4-CD4F-46E0-AB35-D6CB797BE416}" dt="2025-10-23T00:37:25.700" v="446" actId="20577"/>
          <ac:spMkLst>
            <pc:docMk/>
            <pc:sldMk cId="2969658794" sldId="1658"/>
            <ac:spMk id="5" creationId="{CE80A8A2-D0D8-D5B4-D5A3-C363FB3EC399}"/>
          </ac:spMkLst>
        </pc:spChg>
        <pc:spChg chg="add mod">
          <ac:chgData name="Sanmukh Kuppannagari" userId="ad215094-da36-4b66-9c79-369a17aea26b" providerId="ADAL" clId="{18DA49F4-CD4F-46E0-AB35-D6CB797BE416}" dt="2025-10-23T00:37:29.180" v="447" actId="20577"/>
          <ac:spMkLst>
            <pc:docMk/>
            <pc:sldMk cId="2969658794" sldId="1658"/>
            <ac:spMk id="6" creationId="{2577316E-0C60-C3C7-0564-0844F536AA31}"/>
          </ac:spMkLst>
        </pc:spChg>
        <pc:spChg chg="add mod">
          <ac:chgData name="Sanmukh Kuppannagari" userId="ad215094-da36-4b66-9c79-369a17aea26b" providerId="ADAL" clId="{18DA49F4-CD4F-46E0-AB35-D6CB797BE416}" dt="2025-10-23T00:56:16.766" v="672" actId="1076"/>
          <ac:spMkLst>
            <pc:docMk/>
            <pc:sldMk cId="2969658794" sldId="1658"/>
            <ac:spMk id="9" creationId="{EC11A53B-6BD9-B576-DEC0-801E4C5C37B3}"/>
          </ac:spMkLst>
        </pc:spChg>
        <pc:spChg chg="add mod">
          <ac:chgData name="Sanmukh Kuppannagari" userId="ad215094-da36-4b66-9c79-369a17aea26b" providerId="ADAL" clId="{18DA49F4-CD4F-46E0-AB35-D6CB797BE416}" dt="2025-10-23T00:56:16.766" v="672" actId="1076"/>
          <ac:spMkLst>
            <pc:docMk/>
            <pc:sldMk cId="2969658794" sldId="1658"/>
            <ac:spMk id="12" creationId="{E23E7AF9-34A4-E711-AE94-470D01507445}"/>
          </ac:spMkLst>
        </pc:spChg>
        <pc:spChg chg="add mod">
          <ac:chgData name="Sanmukh Kuppannagari" userId="ad215094-da36-4b66-9c79-369a17aea26b" providerId="ADAL" clId="{18DA49F4-CD4F-46E0-AB35-D6CB797BE416}" dt="2025-10-23T00:45:30.840" v="530" actId="1076"/>
          <ac:spMkLst>
            <pc:docMk/>
            <pc:sldMk cId="2969658794" sldId="1658"/>
            <ac:spMk id="13" creationId="{10261166-E4C0-33AB-DB00-4F88B8B77F9E}"/>
          </ac:spMkLst>
        </pc:spChg>
        <pc:spChg chg="add mod">
          <ac:chgData name="Sanmukh Kuppannagari" userId="ad215094-da36-4b66-9c79-369a17aea26b" providerId="ADAL" clId="{18DA49F4-CD4F-46E0-AB35-D6CB797BE416}" dt="2025-10-23T00:45:30.840" v="530" actId="1076"/>
          <ac:spMkLst>
            <pc:docMk/>
            <pc:sldMk cId="2969658794" sldId="1658"/>
            <ac:spMk id="14" creationId="{0727660F-208E-FBA9-F5F5-414341775164}"/>
          </ac:spMkLst>
        </pc:spChg>
        <pc:spChg chg="add mod">
          <ac:chgData name="Sanmukh Kuppannagari" userId="ad215094-da36-4b66-9c79-369a17aea26b" providerId="ADAL" clId="{18DA49F4-CD4F-46E0-AB35-D6CB797BE416}" dt="2025-10-23T00:52:55.858" v="565" actId="1076"/>
          <ac:spMkLst>
            <pc:docMk/>
            <pc:sldMk cId="2969658794" sldId="1658"/>
            <ac:spMk id="15" creationId="{AFFEEF38-34DF-4745-743B-53CC2F4CD0E3}"/>
          </ac:spMkLst>
        </pc:spChg>
        <pc:spChg chg="add mod">
          <ac:chgData name="Sanmukh Kuppannagari" userId="ad215094-da36-4b66-9c79-369a17aea26b" providerId="ADAL" clId="{18DA49F4-CD4F-46E0-AB35-D6CB797BE416}" dt="2025-10-23T00:56:16.766" v="672" actId="1076"/>
          <ac:spMkLst>
            <pc:docMk/>
            <pc:sldMk cId="2969658794" sldId="1658"/>
            <ac:spMk id="20" creationId="{1AF7D747-28EB-185F-A563-31AEEAE4D8CE}"/>
          </ac:spMkLst>
        </pc:spChg>
        <pc:spChg chg="add mod">
          <ac:chgData name="Sanmukh Kuppannagari" userId="ad215094-da36-4b66-9c79-369a17aea26b" providerId="ADAL" clId="{18DA49F4-CD4F-46E0-AB35-D6CB797BE416}" dt="2025-10-23T00:56:16.766" v="672" actId="1076"/>
          <ac:spMkLst>
            <pc:docMk/>
            <pc:sldMk cId="2969658794" sldId="1658"/>
            <ac:spMk id="21" creationId="{2A4E2C71-DB74-019D-FA71-76840EA1D555}"/>
          </ac:spMkLst>
        </pc:spChg>
        <pc:spChg chg="add mod">
          <ac:chgData name="Sanmukh Kuppannagari" userId="ad215094-da36-4b66-9c79-369a17aea26b" providerId="ADAL" clId="{18DA49F4-CD4F-46E0-AB35-D6CB797BE416}" dt="2025-10-23T00:45:30.840" v="530" actId="1076"/>
          <ac:spMkLst>
            <pc:docMk/>
            <pc:sldMk cId="2969658794" sldId="1658"/>
            <ac:spMk id="22" creationId="{F282F501-296F-465B-FE17-2264C3BEE02F}"/>
          </ac:spMkLst>
        </pc:spChg>
        <pc:spChg chg="add mod">
          <ac:chgData name="Sanmukh Kuppannagari" userId="ad215094-da36-4b66-9c79-369a17aea26b" providerId="ADAL" clId="{18DA49F4-CD4F-46E0-AB35-D6CB797BE416}" dt="2025-10-23T00:56:16.766" v="672" actId="1076"/>
          <ac:spMkLst>
            <pc:docMk/>
            <pc:sldMk cId="2969658794" sldId="1658"/>
            <ac:spMk id="25" creationId="{981E79C8-0002-2CD7-EC6A-03B95B1F83F0}"/>
          </ac:spMkLst>
        </pc:spChg>
        <pc:spChg chg="add mod">
          <ac:chgData name="Sanmukh Kuppannagari" userId="ad215094-da36-4b66-9c79-369a17aea26b" providerId="ADAL" clId="{18DA49F4-CD4F-46E0-AB35-D6CB797BE416}" dt="2025-10-23T00:45:30.840" v="530" actId="1076"/>
          <ac:spMkLst>
            <pc:docMk/>
            <pc:sldMk cId="2969658794" sldId="1658"/>
            <ac:spMk id="26" creationId="{A1799A47-919F-AB0B-8795-99B245CC6638}"/>
          </ac:spMkLst>
        </pc:spChg>
        <pc:spChg chg="add mod">
          <ac:chgData name="Sanmukh Kuppannagari" userId="ad215094-da36-4b66-9c79-369a17aea26b" providerId="ADAL" clId="{18DA49F4-CD4F-46E0-AB35-D6CB797BE416}" dt="2025-10-23T00:45:30.840" v="530" actId="1076"/>
          <ac:spMkLst>
            <pc:docMk/>
            <pc:sldMk cId="2969658794" sldId="1658"/>
            <ac:spMk id="28" creationId="{7C7F715B-88C9-B88B-BB05-6A082959278F}"/>
          </ac:spMkLst>
        </pc:spChg>
        <pc:spChg chg="add mod">
          <ac:chgData name="Sanmukh Kuppannagari" userId="ad215094-da36-4b66-9c79-369a17aea26b" providerId="ADAL" clId="{18DA49F4-CD4F-46E0-AB35-D6CB797BE416}" dt="2025-10-23T00:45:09.011" v="525" actId="1076"/>
          <ac:spMkLst>
            <pc:docMk/>
            <pc:sldMk cId="2969658794" sldId="1658"/>
            <ac:spMk id="30" creationId="{F98D4BC3-19CB-DD5A-B042-349A7BB34C01}"/>
          </ac:spMkLst>
        </pc:spChg>
        <pc:spChg chg="add del mod">
          <ac:chgData name="Sanmukh Kuppannagari" userId="ad215094-da36-4b66-9c79-369a17aea26b" providerId="ADAL" clId="{18DA49F4-CD4F-46E0-AB35-D6CB797BE416}" dt="2025-10-23T00:45:13.155" v="526" actId="478"/>
          <ac:spMkLst>
            <pc:docMk/>
            <pc:sldMk cId="2969658794" sldId="1658"/>
            <ac:spMk id="31" creationId="{ECD2C587-B500-420F-7661-C6B84925BC6C}"/>
          </ac:spMkLst>
        </pc:spChg>
        <pc:spChg chg="add del mod">
          <ac:chgData name="Sanmukh Kuppannagari" userId="ad215094-da36-4b66-9c79-369a17aea26b" providerId="ADAL" clId="{18DA49F4-CD4F-46E0-AB35-D6CB797BE416}" dt="2025-10-23T00:45:13.155" v="526" actId="478"/>
          <ac:spMkLst>
            <pc:docMk/>
            <pc:sldMk cId="2969658794" sldId="1658"/>
            <ac:spMk id="32" creationId="{2CFE24E5-FA9A-F18D-8124-70DA4431049A}"/>
          </ac:spMkLst>
        </pc:spChg>
        <pc:spChg chg="add mod">
          <ac:chgData name="Sanmukh Kuppannagari" userId="ad215094-da36-4b66-9c79-369a17aea26b" providerId="ADAL" clId="{18DA49F4-CD4F-46E0-AB35-D6CB797BE416}" dt="2025-10-23T00:45:09.011" v="525" actId="1076"/>
          <ac:spMkLst>
            <pc:docMk/>
            <pc:sldMk cId="2969658794" sldId="1658"/>
            <ac:spMk id="36" creationId="{9FB6B932-7FEB-DF2A-7E0D-1BCC28E42446}"/>
          </ac:spMkLst>
        </pc:spChg>
        <pc:spChg chg="add mod">
          <ac:chgData name="Sanmukh Kuppannagari" userId="ad215094-da36-4b66-9c79-369a17aea26b" providerId="ADAL" clId="{18DA49F4-CD4F-46E0-AB35-D6CB797BE416}" dt="2025-10-23T00:45:09.011" v="525" actId="1076"/>
          <ac:spMkLst>
            <pc:docMk/>
            <pc:sldMk cId="2969658794" sldId="1658"/>
            <ac:spMk id="37" creationId="{E70F4F05-BB3A-A701-BB88-F35FC83626C5}"/>
          </ac:spMkLst>
        </pc:spChg>
        <pc:spChg chg="add mod">
          <ac:chgData name="Sanmukh Kuppannagari" userId="ad215094-da36-4b66-9c79-369a17aea26b" providerId="ADAL" clId="{18DA49F4-CD4F-46E0-AB35-D6CB797BE416}" dt="2025-10-23T00:45:09.011" v="525" actId="1076"/>
          <ac:spMkLst>
            <pc:docMk/>
            <pc:sldMk cId="2969658794" sldId="1658"/>
            <ac:spMk id="38" creationId="{442687CD-BB7E-8909-84CA-602FF9E73D6A}"/>
          </ac:spMkLst>
        </pc:spChg>
        <pc:spChg chg="add del mod">
          <ac:chgData name="Sanmukh Kuppannagari" userId="ad215094-da36-4b66-9c79-369a17aea26b" providerId="ADAL" clId="{18DA49F4-CD4F-46E0-AB35-D6CB797BE416}" dt="2025-10-23T00:45:13.155" v="526" actId="478"/>
          <ac:spMkLst>
            <pc:docMk/>
            <pc:sldMk cId="2969658794" sldId="1658"/>
            <ac:spMk id="40" creationId="{2286A6D3-6DE9-1179-9BEF-BEEA741292B1}"/>
          </ac:spMkLst>
        </pc:spChg>
        <pc:spChg chg="add del mod">
          <ac:chgData name="Sanmukh Kuppannagari" userId="ad215094-da36-4b66-9c79-369a17aea26b" providerId="ADAL" clId="{18DA49F4-CD4F-46E0-AB35-D6CB797BE416}" dt="2025-10-23T00:45:13.155" v="526" actId="478"/>
          <ac:spMkLst>
            <pc:docMk/>
            <pc:sldMk cId="2969658794" sldId="1658"/>
            <ac:spMk id="42" creationId="{3CE94484-1A52-C1E0-EC7E-AC1548DBCF67}"/>
          </ac:spMkLst>
        </pc:spChg>
        <pc:spChg chg="add del mod">
          <ac:chgData name="Sanmukh Kuppannagari" userId="ad215094-da36-4b66-9c79-369a17aea26b" providerId="ADAL" clId="{18DA49F4-CD4F-46E0-AB35-D6CB797BE416}" dt="2025-10-23T00:45:13.155" v="526" actId="478"/>
          <ac:spMkLst>
            <pc:docMk/>
            <pc:sldMk cId="2969658794" sldId="1658"/>
            <ac:spMk id="44" creationId="{37A02B66-C3B7-1EAE-254C-B7EE8CF7618B}"/>
          </ac:spMkLst>
        </pc:spChg>
        <pc:spChg chg="add del mod">
          <ac:chgData name="Sanmukh Kuppannagari" userId="ad215094-da36-4b66-9c79-369a17aea26b" providerId="ADAL" clId="{18DA49F4-CD4F-46E0-AB35-D6CB797BE416}" dt="2025-10-23T00:45:13.155" v="526" actId="478"/>
          <ac:spMkLst>
            <pc:docMk/>
            <pc:sldMk cId="2969658794" sldId="1658"/>
            <ac:spMk id="45" creationId="{454892F1-710E-BD26-622A-4D155BF36F39}"/>
          </ac:spMkLst>
        </pc:spChg>
        <pc:spChg chg="add del mod">
          <ac:chgData name="Sanmukh Kuppannagari" userId="ad215094-da36-4b66-9c79-369a17aea26b" providerId="ADAL" clId="{18DA49F4-CD4F-46E0-AB35-D6CB797BE416}" dt="2025-10-23T00:45:13.155" v="526" actId="478"/>
          <ac:spMkLst>
            <pc:docMk/>
            <pc:sldMk cId="2969658794" sldId="1658"/>
            <ac:spMk id="46" creationId="{87E70154-5571-AEA8-6365-9A5247F299FC}"/>
          </ac:spMkLst>
        </pc:spChg>
        <pc:spChg chg="add del mod">
          <ac:chgData name="Sanmukh Kuppannagari" userId="ad215094-da36-4b66-9c79-369a17aea26b" providerId="ADAL" clId="{18DA49F4-CD4F-46E0-AB35-D6CB797BE416}" dt="2025-10-23T00:45:13.155" v="526" actId="478"/>
          <ac:spMkLst>
            <pc:docMk/>
            <pc:sldMk cId="2969658794" sldId="1658"/>
            <ac:spMk id="50" creationId="{9B0F3BFF-A039-8481-32B3-1EBF2C3CC62B}"/>
          </ac:spMkLst>
        </pc:spChg>
        <pc:spChg chg="add del mod">
          <ac:chgData name="Sanmukh Kuppannagari" userId="ad215094-da36-4b66-9c79-369a17aea26b" providerId="ADAL" clId="{18DA49F4-CD4F-46E0-AB35-D6CB797BE416}" dt="2025-10-23T00:45:13.155" v="526" actId="478"/>
          <ac:spMkLst>
            <pc:docMk/>
            <pc:sldMk cId="2969658794" sldId="1658"/>
            <ac:spMk id="51" creationId="{9F21099E-BA0C-CC56-78D2-262F22231E38}"/>
          </ac:spMkLst>
        </pc:spChg>
        <pc:spChg chg="add del mod">
          <ac:chgData name="Sanmukh Kuppannagari" userId="ad215094-da36-4b66-9c79-369a17aea26b" providerId="ADAL" clId="{18DA49F4-CD4F-46E0-AB35-D6CB797BE416}" dt="2025-10-23T00:45:13.155" v="526" actId="478"/>
          <ac:spMkLst>
            <pc:docMk/>
            <pc:sldMk cId="2969658794" sldId="1658"/>
            <ac:spMk id="52" creationId="{FCE3ECAB-A43F-395A-6694-43464A218A1A}"/>
          </ac:spMkLst>
        </pc:spChg>
        <pc:spChg chg="add mod">
          <ac:chgData name="Sanmukh Kuppannagari" userId="ad215094-da36-4b66-9c79-369a17aea26b" providerId="ADAL" clId="{18DA49F4-CD4F-46E0-AB35-D6CB797BE416}" dt="2025-10-23T00:44:46.457" v="523" actId="1076"/>
          <ac:spMkLst>
            <pc:docMk/>
            <pc:sldMk cId="2969658794" sldId="1658"/>
            <ac:spMk id="54" creationId="{E666C37A-668F-0D9C-8D37-3E67D935603F}"/>
          </ac:spMkLst>
        </pc:spChg>
        <pc:spChg chg="add mod">
          <ac:chgData name="Sanmukh Kuppannagari" userId="ad215094-da36-4b66-9c79-369a17aea26b" providerId="ADAL" clId="{18DA49F4-CD4F-46E0-AB35-D6CB797BE416}" dt="2025-10-23T00:44:46.457" v="523" actId="1076"/>
          <ac:spMkLst>
            <pc:docMk/>
            <pc:sldMk cId="2969658794" sldId="1658"/>
            <ac:spMk id="56" creationId="{0CAA6018-CD70-4908-E906-C61F2C659457}"/>
          </ac:spMkLst>
        </pc:spChg>
        <pc:spChg chg="add mod">
          <ac:chgData name="Sanmukh Kuppannagari" userId="ad215094-da36-4b66-9c79-369a17aea26b" providerId="ADAL" clId="{18DA49F4-CD4F-46E0-AB35-D6CB797BE416}" dt="2025-10-23T00:56:16.766" v="672" actId="1076"/>
          <ac:spMkLst>
            <pc:docMk/>
            <pc:sldMk cId="2969658794" sldId="1658"/>
            <ac:spMk id="58" creationId="{99295E1F-7DBF-A9B4-1C58-587B699B77EC}"/>
          </ac:spMkLst>
        </pc:spChg>
        <pc:spChg chg="add del mod">
          <ac:chgData name="Sanmukh Kuppannagari" userId="ad215094-da36-4b66-9c79-369a17aea26b" providerId="ADAL" clId="{18DA49F4-CD4F-46E0-AB35-D6CB797BE416}" dt="2025-10-23T00:53:08.760" v="571" actId="478"/>
          <ac:spMkLst>
            <pc:docMk/>
            <pc:sldMk cId="2969658794" sldId="1658"/>
            <ac:spMk id="70" creationId="{F8572044-B0B8-FF8F-D5D0-C07B986C412F}"/>
          </ac:spMkLst>
        </pc:spChg>
        <pc:spChg chg="add del mod">
          <ac:chgData name="Sanmukh Kuppannagari" userId="ad215094-da36-4b66-9c79-369a17aea26b" providerId="ADAL" clId="{18DA49F4-CD4F-46E0-AB35-D6CB797BE416}" dt="2025-10-23T00:53:05.114" v="567" actId="478"/>
          <ac:spMkLst>
            <pc:docMk/>
            <pc:sldMk cId="2969658794" sldId="1658"/>
            <ac:spMk id="71" creationId="{54052D20-82BF-5177-2BBC-AE0C9639BD8E}"/>
          </ac:spMkLst>
        </pc:spChg>
        <pc:spChg chg="add del mod">
          <ac:chgData name="Sanmukh Kuppannagari" userId="ad215094-da36-4b66-9c79-369a17aea26b" providerId="ADAL" clId="{18DA49F4-CD4F-46E0-AB35-D6CB797BE416}" dt="2025-10-23T00:53:06.445" v="569" actId="478"/>
          <ac:spMkLst>
            <pc:docMk/>
            <pc:sldMk cId="2969658794" sldId="1658"/>
            <ac:spMk id="72" creationId="{7DBFC77D-A662-875A-CAED-20274AA9890B}"/>
          </ac:spMkLst>
        </pc:spChg>
        <pc:spChg chg="add del mod">
          <ac:chgData name="Sanmukh Kuppannagari" userId="ad215094-da36-4b66-9c79-369a17aea26b" providerId="ADAL" clId="{18DA49F4-CD4F-46E0-AB35-D6CB797BE416}" dt="2025-10-23T00:53:48.678" v="583" actId="478"/>
          <ac:spMkLst>
            <pc:docMk/>
            <pc:sldMk cId="2969658794" sldId="1658"/>
            <ac:spMk id="73" creationId="{86D8160A-0F2D-96C9-4102-BFD95BE6E2AC}"/>
          </ac:spMkLst>
        </pc:spChg>
        <pc:spChg chg="add del mod">
          <ac:chgData name="Sanmukh Kuppannagari" userId="ad215094-da36-4b66-9c79-369a17aea26b" providerId="ADAL" clId="{18DA49F4-CD4F-46E0-AB35-D6CB797BE416}" dt="2025-10-23T00:53:48.678" v="583" actId="478"/>
          <ac:spMkLst>
            <pc:docMk/>
            <pc:sldMk cId="2969658794" sldId="1658"/>
            <ac:spMk id="74" creationId="{BCA6B04D-9A39-4A5A-6F72-0D8E85505AF1}"/>
          </ac:spMkLst>
        </pc:spChg>
        <pc:spChg chg="add del mod">
          <ac:chgData name="Sanmukh Kuppannagari" userId="ad215094-da36-4b66-9c79-369a17aea26b" providerId="ADAL" clId="{18DA49F4-CD4F-46E0-AB35-D6CB797BE416}" dt="2025-10-23T00:53:48.678" v="583" actId="478"/>
          <ac:spMkLst>
            <pc:docMk/>
            <pc:sldMk cId="2969658794" sldId="1658"/>
            <ac:spMk id="75" creationId="{AB7BE2B6-22B1-BDB9-FA1C-5DFBBAF21025}"/>
          </ac:spMkLst>
        </pc:spChg>
        <pc:spChg chg="add mod">
          <ac:chgData name="Sanmukh Kuppannagari" userId="ad215094-da36-4b66-9c79-369a17aea26b" providerId="ADAL" clId="{18DA49F4-CD4F-46E0-AB35-D6CB797BE416}" dt="2025-10-23T00:53:34.546" v="582" actId="20577"/>
          <ac:spMkLst>
            <pc:docMk/>
            <pc:sldMk cId="2969658794" sldId="1658"/>
            <ac:spMk id="82" creationId="{AA081549-248B-5F01-61CD-A3A90095B567}"/>
          </ac:spMkLst>
        </pc:spChg>
        <pc:spChg chg="add mod">
          <ac:chgData name="Sanmukh Kuppannagari" userId="ad215094-da36-4b66-9c79-369a17aea26b" providerId="ADAL" clId="{18DA49F4-CD4F-46E0-AB35-D6CB797BE416}" dt="2025-10-23T00:56:16.766" v="672" actId="1076"/>
          <ac:spMkLst>
            <pc:docMk/>
            <pc:sldMk cId="2969658794" sldId="1658"/>
            <ac:spMk id="83" creationId="{E93D9001-574C-B59F-E0AC-810662B905DE}"/>
          </ac:spMkLst>
        </pc:spChg>
        <pc:spChg chg="add mod">
          <ac:chgData name="Sanmukh Kuppannagari" userId="ad215094-da36-4b66-9c79-369a17aea26b" providerId="ADAL" clId="{18DA49F4-CD4F-46E0-AB35-D6CB797BE416}" dt="2025-10-23T00:56:16.766" v="672" actId="1076"/>
          <ac:spMkLst>
            <pc:docMk/>
            <pc:sldMk cId="2969658794" sldId="1658"/>
            <ac:spMk id="84" creationId="{0B9AF733-85C5-37C3-30DC-7FDC324890D9}"/>
          </ac:spMkLst>
        </pc:spChg>
        <pc:spChg chg="add mod">
          <ac:chgData name="Sanmukh Kuppannagari" userId="ad215094-da36-4b66-9c79-369a17aea26b" providerId="ADAL" clId="{18DA49F4-CD4F-46E0-AB35-D6CB797BE416}" dt="2025-10-23T00:56:16.766" v="672" actId="1076"/>
          <ac:spMkLst>
            <pc:docMk/>
            <pc:sldMk cId="2969658794" sldId="1658"/>
            <ac:spMk id="85" creationId="{34860C1A-3B77-0A22-CDDA-146D9334CBF6}"/>
          </ac:spMkLst>
        </pc:spChg>
        <pc:spChg chg="add mod">
          <ac:chgData name="Sanmukh Kuppannagari" userId="ad215094-da36-4b66-9c79-369a17aea26b" providerId="ADAL" clId="{18DA49F4-CD4F-46E0-AB35-D6CB797BE416}" dt="2025-10-23T00:54:03.419" v="588" actId="20577"/>
          <ac:spMkLst>
            <pc:docMk/>
            <pc:sldMk cId="2969658794" sldId="1658"/>
            <ac:spMk id="89" creationId="{EE2AA7CA-18AE-956A-1274-2E83979AC117}"/>
          </ac:spMkLst>
        </pc:spChg>
        <pc:spChg chg="add mod">
          <ac:chgData name="Sanmukh Kuppannagari" userId="ad215094-da36-4b66-9c79-369a17aea26b" providerId="ADAL" clId="{18DA49F4-CD4F-46E0-AB35-D6CB797BE416}" dt="2025-10-23T00:54:06.229" v="589" actId="20577"/>
          <ac:spMkLst>
            <pc:docMk/>
            <pc:sldMk cId="2969658794" sldId="1658"/>
            <ac:spMk id="90" creationId="{A1F41D9F-1DD4-B35D-7F90-005FDB2F0B64}"/>
          </ac:spMkLst>
        </pc:spChg>
        <pc:spChg chg="add mod">
          <ac:chgData name="Sanmukh Kuppannagari" userId="ad215094-da36-4b66-9c79-369a17aea26b" providerId="ADAL" clId="{18DA49F4-CD4F-46E0-AB35-D6CB797BE416}" dt="2025-10-23T00:54:13.953" v="591" actId="1076"/>
          <ac:spMkLst>
            <pc:docMk/>
            <pc:sldMk cId="2969658794" sldId="1658"/>
            <ac:spMk id="91" creationId="{AA92A46F-9F04-A594-4CA2-5213A13565A9}"/>
          </ac:spMkLst>
        </pc:spChg>
        <pc:spChg chg="add mod">
          <ac:chgData name="Sanmukh Kuppannagari" userId="ad215094-da36-4b66-9c79-369a17aea26b" providerId="ADAL" clId="{18DA49F4-CD4F-46E0-AB35-D6CB797BE416}" dt="2025-10-23T00:53:52.611" v="585" actId="1076"/>
          <ac:spMkLst>
            <pc:docMk/>
            <pc:sldMk cId="2969658794" sldId="1658"/>
            <ac:spMk id="93" creationId="{F4A49F47-9CB9-CB30-E868-E0E7E9EC0635}"/>
          </ac:spMkLst>
        </pc:spChg>
        <pc:spChg chg="add mod">
          <ac:chgData name="Sanmukh Kuppannagari" userId="ad215094-da36-4b66-9c79-369a17aea26b" providerId="ADAL" clId="{18DA49F4-CD4F-46E0-AB35-D6CB797BE416}" dt="2025-10-23T00:53:52.611" v="585" actId="1076"/>
          <ac:spMkLst>
            <pc:docMk/>
            <pc:sldMk cId="2969658794" sldId="1658"/>
            <ac:spMk id="95" creationId="{136A3C1C-ABFB-0118-6C39-63473362CB25}"/>
          </ac:spMkLst>
        </pc:spChg>
        <pc:spChg chg="add mod">
          <ac:chgData name="Sanmukh Kuppannagari" userId="ad215094-da36-4b66-9c79-369a17aea26b" providerId="ADAL" clId="{18DA49F4-CD4F-46E0-AB35-D6CB797BE416}" dt="2025-10-23T00:54:01.181" v="587" actId="1076"/>
          <ac:spMkLst>
            <pc:docMk/>
            <pc:sldMk cId="2969658794" sldId="1658"/>
            <ac:spMk id="97" creationId="{C6885D79-254A-6270-87D5-1CA12DC09772}"/>
          </ac:spMkLst>
        </pc:spChg>
        <pc:spChg chg="add mod">
          <ac:chgData name="Sanmukh Kuppannagari" userId="ad215094-da36-4b66-9c79-369a17aea26b" providerId="ADAL" clId="{18DA49F4-CD4F-46E0-AB35-D6CB797BE416}" dt="2025-10-23T00:55:04.085" v="619" actId="1076"/>
          <ac:spMkLst>
            <pc:docMk/>
            <pc:sldMk cId="2969658794" sldId="1658"/>
            <ac:spMk id="98" creationId="{26DC73FB-D305-42FC-2FD2-6CD1E05EED14}"/>
          </ac:spMkLst>
        </pc:spChg>
        <pc:spChg chg="add mod">
          <ac:chgData name="Sanmukh Kuppannagari" userId="ad215094-da36-4b66-9c79-369a17aea26b" providerId="ADAL" clId="{18DA49F4-CD4F-46E0-AB35-D6CB797BE416}" dt="2025-10-23T00:55:22.126" v="633" actId="20577"/>
          <ac:spMkLst>
            <pc:docMk/>
            <pc:sldMk cId="2969658794" sldId="1658"/>
            <ac:spMk id="99" creationId="{A57DE07A-C8F4-4040-3C19-801CFB719086}"/>
          </ac:spMkLst>
        </pc:spChg>
        <pc:spChg chg="add mod">
          <ac:chgData name="Sanmukh Kuppannagari" userId="ad215094-da36-4b66-9c79-369a17aea26b" providerId="ADAL" clId="{18DA49F4-CD4F-46E0-AB35-D6CB797BE416}" dt="2025-10-23T00:56:37.485" v="680" actId="404"/>
          <ac:spMkLst>
            <pc:docMk/>
            <pc:sldMk cId="2969658794" sldId="1658"/>
            <ac:spMk id="100" creationId="{96CFCFDD-63DD-D079-C90D-806A30C24C69}"/>
          </ac:spMkLst>
        </pc:spChg>
        <pc:spChg chg="add mod">
          <ac:chgData name="Sanmukh Kuppannagari" userId="ad215094-da36-4b66-9c79-369a17aea26b" providerId="ADAL" clId="{18DA49F4-CD4F-46E0-AB35-D6CB797BE416}" dt="2025-10-23T00:56:55.950" v="684" actId="208"/>
          <ac:spMkLst>
            <pc:docMk/>
            <pc:sldMk cId="2969658794" sldId="1658"/>
            <ac:spMk id="101" creationId="{F712851A-7F49-E9D3-A031-D6BA2924A295}"/>
          </ac:spMkLst>
        </pc:spChg>
        <pc:spChg chg="add mod">
          <ac:chgData name="Sanmukh Kuppannagari" userId="ad215094-da36-4b66-9c79-369a17aea26b" providerId="ADAL" clId="{18DA49F4-CD4F-46E0-AB35-D6CB797BE416}" dt="2025-10-23T01:01:27.977" v="702" actId="1076"/>
          <ac:spMkLst>
            <pc:docMk/>
            <pc:sldMk cId="2969658794" sldId="1658"/>
            <ac:spMk id="102" creationId="{A4E793CD-E55E-9FD2-54F0-4FD69237BAF6}"/>
          </ac:spMkLst>
        </pc:spChg>
        <pc:cxnChg chg="add mod">
          <ac:chgData name="Sanmukh Kuppannagari" userId="ad215094-da36-4b66-9c79-369a17aea26b" providerId="ADAL" clId="{18DA49F4-CD4F-46E0-AB35-D6CB797BE416}" dt="2025-10-23T00:38:12.114" v="450" actId="1582"/>
          <ac:cxnSpMkLst>
            <pc:docMk/>
            <pc:sldMk cId="2969658794" sldId="1658"/>
            <ac:cxnSpMk id="8" creationId="{595FA223-F3AF-7ADC-B2A6-7DBDE8DD97F3}"/>
          </ac:cxnSpMkLst>
        </pc:cxnChg>
        <pc:cxnChg chg="add mod">
          <ac:chgData name="Sanmukh Kuppannagari" userId="ad215094-da36-4b66-9c79-369a17aea26b" providerId="ADAL" clId="{18DA49F4-CD4F-46E0-AB35-D6CB797BE416}" dt="2025-10-23T00:38:34.077" v="459" actId="14100"/>
          <ac:cxnSpMkLst>
            <pc:docMk/>
            <pc:sldMk cId="2969658794" sldId="1658"/>
            <ac:cxnSpMk id="10" creationId="{D2800CDF-3A2C-27BE-FE1C-6DD06E8B1225}"/>
          </ac:cxnSpMkLst>
        </pc:cxnChg>
        <pc:cxnChg chg="add mod">
          <ac:chgData name="Sanmukh Kuppannagari" userId="ad215094-da36-4b66-9c79-369a17aea26b" providerId="ADAL" clId="{18DA49F4-CD4F-46E0-AB35-D6CB797BE416}" dt="2025-10-23T00:43:14.579" v="505" actId="1076"/>
          <ac:cxnSpMkLst>
            <pc:docMk/>
            <pc:sldMk cId="2969658794" sldId="1658"/>
            <ac:cxnSpMk id="16" creationId="{814E32A5-16BB-2700-BAA2-44809D43BADA}"/>
          </ac:cxnSpMkLst>
        </pc:cxnChg>
        <pc:cxnChg chg="add mod">
          <ac:chgData name="Sanmukh Kuppannagari" userId="ad215094-da36-4b66-9c79-369a17aea26b" providerId="ADAL" clId="{18DA49F4-CD4F-46E0-AB35-D6CB797BE416}" dt="2025-10-23T00:45:26.202" v="529" actId="1076"/>
          <ac:cxnSpMkLst>
            <pc:docMk/>
            <pc:sldMk cId="2969658794" sldId="1658"/>
            <ac:cxnSpMk id="18" creationId="{408E0A5D-F295-7B42-4223-A654446E4A5D}"/>
          </ac:cxnSpMkLst>
        </pc:cxnChg>
        <pc:cxnChg chg="add mod">
          <ac:chgData name="Sanmukh Kuppannagari" userId="ad215094-da36-4b66-9c79-369a17aea26b" providerId="ADAL" clId="{18DA49F4-CD4F-46E0-AB35-D6CB797BE416}" dt="2025-10-23T00:43:14.579" v="505" actId="1076"/>
          <ac:cxnSpMkLst>
            <pc:docMk/>
            <pc:sldMk cId="2969658794" sldId="1658"/>
            <ac:cxnSpMk id="19" creationId="{6C34E4A1-D5EF-C59C-1F9C-C147830A3651}"/>
          </ac:cxnSpMkLst>
        </pc:cxnChg>
        <pc:cxnChg chg="add mod">
          <ac:chgData name="Sanmukh Kuppannagari" userId="ad215094-da36-4b66-9c79-369a17aea26b" providerId="ADAL" clId="{18DA49F4-CD4F-46E0-AB35-D6CB797BE416}" dt="2025-10-23T00:45:30.840" v="530" actId="1076"/>
          <ac:cxnSpMkLst>
            <pc:docMk/>
            <pc:sldMk cId="2969658794" sldId="1658"/>
            <ac:cxnSpMk id="23" creationId="{B85406A1-884D-1072-D60E-80B0C8078456}"/>
          </ac:cxnSpMkLst>
        </pc:cxnChg>
        <pc:cxnChg chg="add mod">
          <ac:chgData name="Sanmukh Kuppannagari" userId="ad215094-da36-4b66-9c79-369a17aea26b" providerId="ADAL" clId="{18DA49F4-CD4F-46E0-AB35-D6CB797BE416}" dt="2025-10-23T00:43:46.190" v="512" actId="1076"/>
          <ac:cxnSpMkLst>
            <pc:docMk/>
            <pc:sldMk cId="2969658794" sldId="1658"/>
            <ac:cxnSpMk id="27" creationId="{8F4D6629-F06C-FBD5-144A-1A736462962D}"/>
          </ac:cxnSpMkLst>
        </pc:cxnChg>
        <pc:cxnChg chg="add mod">
          <ac:chgData name="Sanmukh Kuppannagari" userId="ad215094-da36-4b66-9c79-369a17aea26b" providerId="ADAL" clId="{18DA49F4-CD4F-46E0-AB35-D6CB797BE416}" dt="2025-10-23T00:43:58.059" v="515" actId="1076"/>
          <ac:cxnSpMkLst>
            <pc:docMk/>
            <pc:sldMk cId="2969658794" sldId="1658"/>
            <ac:cxnSpMk id="29" creationId="{F60212AF-8BEB-2AFB-B17F-906D2C01B995}"/>
          </ac:cxnSpMkLst>
        </pc:cxnChg>
        <pc:cxnChg chg="add mod">
          <ac:chgData name="Sanmukh Kuppannagari" userId="ad215094-da36-4b66-9c79-369a17aea26b" providerId="ADAL" clId="{18DA49F4-CD4F-46E0-AB35-D6CB797BE416}" dt="2025-10-23T00:45:09.011" v="525" actId="1076"/>
          <ac:cxnSpMkLst>
            <pc:docMk/>
            <pc:sldMk cId="2969658794" sldId="1658"/>
            <ac:cxnSpMk id="33" creationId="{B07CDB1F-0CB8-2450-9AB6-456227AA2061}"/>
          </ac:cxnSpMkLst>
        </pc:cxnChg>
        <pc:cxnChg chg="add mod">
          <ac:chgData name="Sanmukh Kuppannagari" userId="ad215094-da36-4b66-9c79-369a17aea26b" providerId="ADAL" clId="{18DA49F4-CD4F-46E0-AB35-D6CB797BE416}" dt="2025-10-23T00:45:09.011" v="525" actId="1076"/>
          <ac:cxnSpMkLst>
            <pc:docMk/>
            <pc:sldMk cId="2969658794" sldId="1658"/>
            <ac:cxnSpMk id="35" creationId="{31093969-4FAA-8B7E-C2AA-B3BE55B14296}"/>
          </ac:cxnSpMkLst>
        </pc:cxnChg>
        <pc:cxnChg chg="add mod">
          <ac:chgData name="Sanmukh Kuppannagari" userId="ad215094-da36-4b66-9c79-369a17aea26b" providerId="ADAL" clId="{18DA49F4-CD4F-46E0-AB35-D6CB797BE416}" dt="2025-10-23T00:44:26.435" v="520" actId="1076"/>
          <ac:cxnSpMkLst>
            <pc:docMk/>
            <pc:sldMk cId="2969658794" sldId="1658"/>
            <ac:cxnSpMk id="49" creationId="{5F80837E-3E52-600C-60E0-CFEE4B32E018}"/>
          </ac:cxnSpMkLst>
        </pc:cxnChg>
        <pc:cxnChg chg="add mod">
          <ac:chgData name="Sanmukh Kuppannagari" userId="ad215094-da36-4b66-9c79-369a17aea26b" providerId="ADAL" clId="{18DA49F4-CD4F-46E0-AB35-D6CB797BE416}" dt="2025-10-23T00:44:26.435" v="520" actId="1076"/>
          <ac:cxnSpMkLst>
            <pc:docMk/>
            <pc:sldMk cId="2969658794" sldId="1658"/>
            <ac:cxnSpMk id="53" creationId="{830AA3C6-1648-43CF-B15C-CAA846AA53F3}"/>
          </ac:cxnSpMkLst>
        </pc:cxnChg>
        <pc:cxnChg chg="add del mod">
          <ac:chgData name="Sanmukh Kuppannagari" userId="ad215094-da36-4b66-9c79-369a17aea26b" providerId="ADAL" clId="{18DA49F4-CD4F-46E0-AB35-D6CB797BE416}" dt="2025-10-23T00:53:04.350" v="566" actId="478"/>
          <ac:cxnSpMkLst>
            <pc:docMk/>
            <pc:sldMk cId="2969658794" sldId="1658"/>
            <ac:cxnSpMk id="60" creationId="{003D4B75-48BE-DB0F-83E5-2E93EB404201}"/>
          </ac:cxnSpMkLst>
        </pc:cxnChg>
        <pc:cxnChg chg="add del mod">
          <ac:chgData name="Sanmukh Kuppannagari" userId="ad215094-da36-4b66-9c79-369a17aea26b" providerId="ADAL" clId="{18DA49F4-CD4F-46E0-AB35-D6CB797BE416}" dt="2025-10-23T00:53:06.948" v="570" actId="478"/>
          <ac:cxnSpMkLst>
            <pc:docMk/>
            <pc:sldMk cId="2969658794" sldId="1658"/>
            <ac:cxnSpMk id="64" creationId="{CF4FDA60-301F-FD1F-B600-971B7C9ECAE0}"/>
          </ac:cxnSpMkLst>
        </pc:cxnChg>
        <pc:cxnChg chg="add del mod">
          <ac:chgData name="Sanmukh Kuppannagari" userId="ad215094-da36-4b66-9c79-369a17aea26b" providerId="ADAL" clId="{18DA49F4-CD4F-46E0-AB35-D6CB797BE416}" dt="2025-10-23T00:53:05.846" v="568" actId="478"/>
          <ac:cxnSpMkLst>
            <pc:docMk/>
            <pc:sldMk cId="2969658794" sldId="1658"/>
            <ac:cxnSpMk id="66" creationId="{CC826228-F8B5-4F20-679D-6571581CE0BC}"/>
          </ac:cxnSpMkLst>
        </pc:cxnChg>
        <pc:cxnChg chg="add mod">
          <ac:chgData name="Sanmukh Kuppannagari" userId="ad215094-da36-4b66-9c79-369a17aea26b" providerId="ADAL" clId="{18DA49F4-CD4F-46E0-AB35-D6CB797BE416}" dt="2025-10-23T00:53:28.878" v="580" actId="1582"/>
          <ac:cxnSpMkLst>
            <pc:docMk/>
            <pc:sldMk cId="2969658794" sldId="1658"/>
            <ac:cxnSpMk id="77" creationId="{BB1AB4F7-2B9B-89D6-B9F0-6B8E8601DD02}"/>
          </ac:cxnSpMkLst>
        </pc:cxnChg>
        <pc:cxnChg chg="add mod">
          <ac:chgData name="Sanmukh Kuppannagari" userId="ad215094-da36-4b66-9c79-369a17aea26b" providerId="ADAL" clId="{18DA49F4-CD4F-46E0-AB35-D6CB797BE416}" dt="2025-10-23T00:53:28.878" v="580" actId="1582"/>
          <ac:cxnSpMkLst>
            <pc:docMk/>
            <pc:sldMk cId="2969658794" sldId="1658"/>
            <ac:cxnSpMk id="78" creationId="{0E2D6638-EDB5-F287-EB8D-7A82B9F47141}"/>
          </ac:cxnSpMkLst>
        </pc:cxnChg>
        <pc:cxnChg chg="add mod">
          <ac:chgData name="Sanmukh Kuppannagari" userId="ad215094-da36-4b66-9c79-369a17aea26b" providerId="ADAL" clId="{18DA49F4-CD4F-46E0-AB35-D6CB797BE416}" dt="2025-10-23T00:53:28.878" v="580" actId="1582"/>
          <ac:cxnSpMkLst>
            <pc:docMk/>
            <pc:sldMk cId="2969658794" sldId="1658"/>
            <ac:cxnSpMk id="80" creationId="{6CE0B4C0-9D58-F032-215B-75D960932049}"/>
          </ac:cxnSpMkLst>
        </pc:cxnChg>
        <pc:cxnChg chg="add mod">
          <ac:chgData name="Sanmukh Kuppannagari" userId="ad215094-da36-4b66-9c79-369a17aea26b" providerId="ADAL" clId="{18DA49F4-CD4F-46E0-AB35-D6CB797BE416}" dt="2025-10-23T00:53:52.611" v="585" actId="1076"/>
          <ac:cxnSpMkLst>
            <pc:docMk/>
            <pc:sldMk cId="2969658794" sldId="1658"/>
            <ac:cxnSpMk id="88" creationId="{D0E7BB62-7994-7948-5C24-C4A3AF736DA1}"/>
          </ac:cxnSpMkLst>
        </pc:cxnChg>
        <pc:cxnChg chg="add mod">
          <ac:chgData name="Sanmukh Kuppannagari" userId="ad215094-da36-4b66-9c79-369a17aea26b" providerId="ADAL" clId="{18DA49F4-CD4F-46E0-AB35-D6CB797BE416}" dt="2025-10-23T00:53:52.611" v="585" actId="1076"/>
          <ac:cxnSpMkLst>
            <pc:docMk/>
            <pc:sldMk cId="2969658794" sldId="1658"/>
            <ac:cxnSpMk id="94" creationId="{3586567A-A77A-B525-DA36-4B1DC88156BB}"/>
          </ac:cxnSpMkLst>
        </pc:cxnChg>
      </pc:sldChg>
      <pc:sldChg chg="addSp modSp new mod">
        <pc:chgData name="Sanmukh Kuppannagari" userId="ad215094-da36-4b66-9c79-369a17aea26b" providerId="ADAL" clId="{18DA49F4-CD4F-46E0-AB35-D6CB797BE416}" dt="2025-10-23T00:23:48.161" v="77" actId="1076"/>
        <pc:sldMkLst>
          <pc:docMk/>
          <pc:sldMk cId="1532103841" sldId="1659"/>
        </pc:sldMkLst>
        <pc:spChg chg="mod">
          <ac:chgData name="Sanmukh Kuppannagari" userId="ad215094-da36-4b66-9c79-369a17aea26b" providerId="ADAL" clId="{18DA49F4-CD4F-46E0-AB35-D6CB797BE416}" dt="2025-10-23T00:22:00.882" v="60" actId="20577"/>
          <ac:spMkLst>
            <pc:docMk/>
            <pc:sldMk cId="1532103841" sldId="1659"/>
            <ac:spMk id="2" creationId="{156CB94A-B011-4178-E80A-1DB47C0F4507}"/>
          </ac:spMkLst>
        </pc:spChg>
        <pc:spChg chg="mod">
          <ac:chgData name="Sanmukh Kuppannagari" userId="ad215094-da36-4b66-9c79-369a17aea26b" providerId="ADAL" clId="{18DA49F4-CD4F-46E0-AB35-D6CB797BE416}" dt="2025-10-23T00:23:19.342" v="70" actId="27636"/>
          <ac:spMkLst>
            <pc:docMk/>
            <pc:sldMk cId="1532103841" sldId="1659"/>
            <ac:spMk id="3" creationId="{B0C170F5-3A1A-912C-7D25-4D26F13E155D}"/>
          </ac:spMkLst>
        </pc:spChg>
        <pc:picChg chg="add mod modCrop">
          <ac:chgData name="Sanmukh Kuppannagari" userId="ad215094-da36-4b66-9c79-369a17aea26b" providerId="ADAL" clId="{18DA49F4-CD4F-46E0-AB35-D6CB797BE416}" dt="2025-10-23T00:23:48.161" v="77" actId="1076"/>
          <ac:picMkLst>
            <pc:docMk/>
            <pc:sldMk cId="1532103841" sldId="1659"/>
            <ac:picMk id="4" creationId="{03F58678-05A7-42B8-AD6A-5932CE089E54}"/>
          </ac:picMkLst>
        </pc:picChg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2443020848" sldId="1659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850483545" sldId="1660"/>
        </pc:sldMkLst>
      </pc:sldChg>
      <pc:sldChg chg="addSp modSp add mod">
        <pc:chgData name="Sanmukh Kuppannagari" userId="ad215094-da36-4b66-9c79-369a17aea26b" providerId="ADAL" clId="{18DA49F4-CD4F-46E0-AB35-D6CB797BE416}" dt="2025-10-23T00:40:37.089" v="488" actId="20577"/>
        <pc:sldMkLst>
          <pc:docMk/>
          <pc:sldMk cId="2388776300" sldId="1660"/>
        </pc:sldMkLst>
        <pc:spChg chg="mod">
          <ac:chgData name="Sanmukh Kuppannagari" userId="ad215094-da36-4b66-9c79-369a17aea26b" providerId="ADAL" clId="{18DA49F4-CD4F-46E0-AB35-D6CB797BE416}" dt="2025-10-23T00:40:37.089" v="488" actId="20577"/>
          <ac:spMkLst>
            <pc:docMk/>
            <pc:sldMk cId="2388776300" sldId="1660"/>
            <ac:spMk id="3" creationId="{F170F461-345F-F0F7-A145-2458C465E656}"/>
          </ac:spMkLst>
        </pc:spChg>
        <pc:spChg chg="add mod">
          <ac:chgData name="Sanmukh Kuppannagari" userId="ad215094-da36-4b66-9c79-369a17aea26b" providerId="ADAL" clId="{18DA49F4-CD4F-46E0-AB35-D6CB797BE416}" dt="2025-10-23T00:25:44.980" v="398" actId="207"/>
          <ac:spMkLst>
            <pc:docMk/>
            <pc:sldMk cId="2388776300" sldId="1660"/>
            <ac:spMk id="4" creationId="{DB4EAB5A-35A8-881B-00F1-91304B1A5931}"/>
          </ac:spMkLst>
        </pc:spChg>
      </pc:sldChg>
      <pc:sldChg chg="del">
        <pc:chgData name="Sanmukh Kuppannagari" userId="ad215094-da36-4b66-9c79-369a17aea26b" providerId="ADAL" clId="{18DA49F4-CD4F-46E0-AB35-D6CB797BE416}" dt="2025-10-23T00:18:26.715" v="15" actId="47"/>
        <pc:sldMkLst>
          <pc:docMk/>
          <pc:sldMk cId="589867267" sldId="1661"/>
        </pc:sldMkLst>
      </pc:sldChg>
      <pc:sldChg chg="modSp add mod">
        <pc:chgData name="Sanmukh Kuppannagari" userId="ad215094-da36-4b66-9c79-369a17aea26b" providerId="ADAL" clId="{18DA49F4-CD4F-46E0-AB35-D6CB797BE416}" dt="2025-10-23T01:03:24.928" v="726" actId="20577"/>
        <pc:sldMkLst>
          <pc:docMk/>
          <pc:sldMk cId="1090295250" sldId="1661"/>
        </pc:sldMkLst>
        <pc:spChg chg="mod">
          <ac:chgData name="Sanmukh Kuppannagari" userId="ad215094-da36-4b66-9c79-369a17aea26b" providerId="ADAL" clId="{18DA49F4-CD4F-46E0-AB35-D6CB797BE416}" dt="2025-10-23T01:01:50.563" v="705" actId="1076"/>
          <ac:spMkLst>
            <pc:docMk/>
            <pc:sldMk cId="1090295250" sldId="1661"/>
            <ac:spMk id="14" creationId="{C9E2BE89-D74D-6F5C-43AE-C04ECC5898A0}"/>
          </ac:spMkLst>
        </pc:spChg>
        <pc:spChg chg="mod">
          <ac:chgData name="Sanmukh Kuppannagari" userId="ad215094-da36-4b66-9c79-369a17aea26b" providerId="ADAL" clId="{18DA49F4-CD4F-46E0-AB35-D6CB797BE416}" dt="2025-10-23T01:01:50.563" v="705" actId="1076"/>
          <ac:spMkLst>
            <pc:docMk/>
            <pc:sldMk cId="1090295250" sldId="1661"/>
            <ac:spMk id="20" creationId="{76E6E5FA-A602-B9A5-CC70-07C61714DACE}"/>
          </ac:spMkLst>
        </pc:spChg>
        <pc:spChg chg="mod">
          <ac:chgData name="Sanmukh Kuppannagari" userId="ad215094-da36-4b66-9c79-369a17aea26b" providerId="ADAL" clId="{18DA49F4-CD4F-46E0-AB35-D6CB797BE416}" dt="2025-10-23T01:01:50.563" v="705" actId="1076"/>
          <ac:spMkLst>
            <pc:docMk/>
            <pc:sldMk cId="1090295250" sldId="1661"/>
            <ac:spMk id="21" creationId="{B4C2B045-C7BF-48F5-40F9-40C080721B08}"/>
          </ac:spMkLst>
        </pc:spChg>
        <pc:spChg chg="mod">
          <ac:chgData name="Sanmukh Kuppannagari" userId="ad215094-da36-4b66-9c79-369a17aea26b" providerId="ADAL" clId="{18DA49F4-CD4F-46E0-AB35-D6CB797BE416}" dt="2025-10-23T01:01:50.563" v="705" actId="1076"/>
          <ac:spMkLst>
            <pc:docMk/>
            <pc:sldMk cId="1090295250" sldId="1661"/>
            <ac:spMk id="25" creationId="{4EA7525B-4F63-9C67-A2E5-E541A7609603}"/>
          </ac:spMkLst>
        </pc:spChg>
        <pc:spChg chg="mod">
          <ac:chgData name="Sanmukh Kuppannagari" userId="ad215094-da36-4b66-9c79-369a17aea26b" providerId="ADAL" clId="{18DA49F4-CD4F-46E0-AB35-D6CB797BE416}" dt="2025-10-23T01:01:50.563" v="705" actId="1076"/>
          <ac:spMkLst>
            <pc:docMk/>
            <pc:sldMk cId="1090295250" sldId="1661"/>
            <ac:spMk id="26" creationId="{6E46D4F0-807D-1866-3D9F-310EC09C71C3}"/>
          </ac:spMkLst>
        </pc:spChg>
        <pc:spChg chg="mod">
          <ac:chgData name="Sanmukh Kuppannagari" userId="ad215094-da36-4b66-9c79-369a17aea26b" providerId="ADAL" clId="{18DA49F4-CD4F-46E0-AB35-D6CB797BE416}" dt="2025-10-23T01:02:02.590" v="709" actId="1076"/>
          <ac:spMkLst>
            <pc:docMk/>
            <pc:sldMk cId="1090295250" sldId="1661"/>
            <ac:spMk id="82" creationId="{BC1ADEC9-7ACC-1F8D-3437-6BF0EACBD89B}"/>
          </ac:spMkLst>
        </pc:spChg>
        <pc:spChg chg="mod">
          <ac:chgData name="Sanmukh Kuppannagari" userId="ad215094-da36-4b66-9c79-369a17aea26b" providerId="ADAL" clId="{18DA49F4-CD4F-46E0-AB35-D6CB797BE416}" dt="2025-10-23T01:01:50.563" v="705" actId="1076"/>
          <ac:spMkLst>
            <pc:docMk/>
            <pc:sldMk cId="1090295250" sldId="1661"/>
            <ac:spMk id="84" creationId="{A5115E99-BE26-E65F-6C79-D3EBF6FB492E}"/>
          </ac:spMkLst>
        </pc:spChg>
        <pc:spChg chg="mod">
          <ac:chgData name="Sanmukh Kuppannagari" userId="ad215094-da36-4b66-9c79-369a17aea26b" providerId="ADAL" clId="{18DA49F4-CD4F-46E0-AB35-D6CB797BE416}" dt="2025-10-23T01:01:50.563" v="705" actId="1076"/>
          <ac:spMkLst>
            <pc:docMk/>
            <pc:sldMk cId="1090295250" sldId="1661"/>
            <ac:spMk id="90" creationId="{F64FA11E-ED48-3A62-2E9F-6FDBE7C8D8BB}"/>
          </ac:spMkLst>
        </pc:spChg>
        <pc:spChg chg="mod">
          <ac:chgData name="Sanmukh Kuppannagari" userId="ad215094-da36-4b66-9c79-369a17aea26b" providerId="ADAL" clId="{18DA49F4-CD4F-46E0-AB35-D6CB797BE416}" dt="2025-10-23T01:01:50.563" v="705" actId="1076"/>
          <ac:spMkLst>
            <pc:docMk/>
            <pc:sldMk cId="1090295250" sldId="1661"/>
            <ac:spMk id="91" creationId="{DAFD21F0-141D-4786-783C-73EC8FCC81D9}"/>
          </ac:spMkLst>
        </pc:spChg>
        <pc:spChg chg="mod">
          <ac:chgData name="Sanmukh Kuppannagari" userId="ad215094-da36-4b66-9c79-369a17aea26b" providerId="ADAL" clId="{18DA49F4-CD4F-46E0-AB35-D6CB797BE416}" dt="2025-10-23T01:01:50.563" v="705" actId="1076"/>
          <ac:spMkLst>
            <pc:docMk/>
            <pc:sldMk cId="1090295250" sldId="1661"/>
            <ac:spMk id="97" creationId="{B80596BE-52A6-EA19-3814-FA6DB96771AB}"/>
          </ac:spMkLst>
        </pc:spChg>
        <pc:spChg chg="mod">
          <ac:chgData name="Sanmukh Kuppannagari" userId="ad215094-da36-4b66-9c79-369a17aea26b" providerId="ADAL" clId="{18DA49F4-CD4F-46E0-AB35-D6CB797BE416}" dt="2025-10-23T01:02:16.363" v="714" actId="20577"/>
          <ac:spMkLst>
            <pc:docMk/>
            <pc:sldMk cId="1090295250" sldId="1661"/>
            <ac:spMk id="98" creationId="{CFB28DDE-DCD5-AD52-A29E-19F02E19AEA1}"/>
          </ac:spMkLst>
        </pc:spChg>
        <pc:spChg chg="mod">
          <ac:chgData name="Sanmukh Kuppannagari" userId="ad215094-da36-4b66-9c79-369a17aea26b" providerId="ADAL" clId="{18DA49F4-CD4F-46E0-AB35-D6CB797BE416}" dt="2025-10-23T01:02:28.510" v="720" actId="20577"/>
          <ac:spMkLst>
            <pc:docMk/>
            <pc:sldMk cId="1090295250" sldId="1661"/>
            <ac:spMk id="99" creationId="{1CDA51F1-BF3C-EA26-6634-3ABAF285BE52}"/>
          </ac:spMkLst>
        </pc:spChg>
        <pc:spChg chg="mod">
          <ac:chgData name="Sanmukh Kuppannagari" userId="ad215094-da36-4b66-9c79-369a17aea26b" providerId="ADAL" clId="{18DA49F4-CD4F-46E0-AB35-D6CB797BE416}" dt="2025-10-23T01:02:41.715" v="725" actId="20577"/>
          <ac:spMkLst>
            <pc:docMk/>
            <pc:sldMk cId="1090295250" sldId="1661"/>
            <ac:spMk id="100" creationId="{A0BB400F-56FB-8A5F-0D22-779619F7FE4A}"/>
          </ac:spMkLst>
        </pc:spChg>
        <pc:spChg chg="mod">
          <ac:chgData name="Sanmukh Kuppannagari" userId="ad215094-da36-4b66-9c79-369a17aea26b" providerId="ADAL" clId="{18DA49F4-CD4F-46E0-AB35-D6CB797BE416}" dt="2025-10-23T01:03:24.928" v="726" actId="20577"/>
          <ac:spMkLst>
            <pc:docMk/>
            <pc:sldMk cId="1090295250" sldId="1661"/>
            <ac:spMk id="102" creationId="{92618691-21CB-A94F-E38C-B484454BD6CA}"/>
          </ac:spMkLst>
        </pc:spChg>
        <pc:cxnChg chg="mod">
          <ac:chgData name="Sanmukh Kuppannagari" userId="ad215094-da36-4b66-9c79-369a17aea26b" providerId="ADAL" clId="{18DA49F4-CD4F-46E0-AB35-D6CB797BE416}" dt="2025-10-23T01:01:59.749" v="708" actId="14100"/>
          <ac:cxnSpMkLst>
            <pc:docMk/>
            <pc:sldMk cId="1090295250" sldId="1661"/>
            <ac:cxnSpMk id="77" creationId="{41D116A5-82EA-BA2A-7722-A766F96865B7}"/>
          </ac:cxnSpMkLst>
        </pc:cxnChg>
        <pc:cxnChg chg="mod">
          <ac:chgData name="Sanmukh Kuppannagari" userId="ad215094-da36-4b66-9c79-369a17aea26b" providerId="ADAL" clId="{18DA49F4-CD4F-46E0-AB35-D6CB797BE416}" dt="2025-10-23T01:01:57.511" v="707" actId="14100"/>
          <ac:cxnSpMkLst>
            <pc:docMk/>
            <pc:sldMk cId="1090295250" sldId="1661"/>
            <ac:cxnSpMk id="78" creationId="{0B9A0CB7-CF1E-C8B3-9162-7F3FFE9358AF}"/>
          </ac:cxnSpMkLst>
        </pc:cxnChg>
        <pc:cxnChg chg="mod">
          <ac:chgData name="Sanmukh Kuppannagari" userId="ad215094-da36-4b66-9c79-369a17aea26b" providerId="ADAL" clId="{18DA49F4-CD4F-46E0-AB35-D6CB797BE416}" dt="2025-10-23T01:01:55.045" v="706" actId="14100"/>
          <ac:cxnSpMkLst>
            <pc:docMk/>
            <pc:sldMk cId="1090295250" sldId="1661"/>
            <ac:cxnSpMk id="80" creationId="{473E8A07-0E6E-5CCC-4051-4FD19AB2E76A}"/>
          </ac:cxnSpMkLst>
        </pc:cxnChg>
      </pc:sldChg>
      <pc:sldChg chg="modSp add mod">
        <pc:chgData name="Sanmukh Kuppannagari" userId="ad215094-da36-4b66-9c79-369a17aea26b" providerId="ADAL" clId="{18DA49F4-CD4F-46E0-AB35-D6CB797BE416}" dt="2025-10-23T01:20:12.225" v="738" actId="20577"/>
        <pc:sldMkLst>
          <pc:docMk/>
          <pc:sldMk cId="1300222817" sldId="1662"/>
        </pc:sldMkLst>
        <pc:spChg chg="mod">
          <ac:chgData name="Sanmukh Kuppannagari" userId="ad215094-da36-4b66-9c79-369a17aea26b" providerId="ADAL" clId="{18DA49F4-CD4F-46E0-AB35-D6CB797BE416}" dt="2025-10-23T01:03:39.220" v="728" actId="1076"/>
          <ac:spMkLst>
            <pc:docMk/>
            <pc:sldMk cId="1300222817" sldId="1662"/>
            <ac:spMk id="13" creationId="{7E8E5748-634B-5A8F-5BDD-BD7331096818}"/>
          </ac:spMkLst>
        </pc:spChg>
        <pc:spChg chg="mod">
          <ac:chgData name="Sanmukh Kuppannagari" userId="ad215094-da36-4b66-9c79-369a17aea26b" providerId="ADAL" clId="{18DA49F4-CD4F-46E0-AB35-D6CB797BE416}" dt="2025-10-23T01:03:39.220" v="728" actId="1076"/>
          <ac:spMkLst>
            <pc:docMk/>
            <pc:sldMk cId="1300222817" sldId="1662"/>
            <ac:spMk id="20" creationId="{8EF719B5-7EC0-A02B-AA78-06617DFA214E}"/>
          </ac:spMkLst>
        </pc:spChg>
        <pc:spChg chg="mod">
          <ac:chgData name="Sanmukh Kuppannagari" userId="ad215094-da36-4b66-9c79-369a17aea26b" providerId="ADAL" clId="{18DA49F4-CD4F-46E0-AB35-D6CB797BE416}" dt="2025-10-23T01:03:39.220" v="728" actId="1076"/>
          <ac:spMkLst>
            <pc:docMk/>
            <pc:sldMk cId="1300222817" sldId="1662"/>
            <ac:spMk id="22" creationId="{E9D08B4B-0D47-C9CB-9839-B7A7203C9EB2}"/>
          </ac:spMkLst>
        </pc:spChg>
        <pc:spChg chg="mod">
          <ac:chgData name="Sanmukh Kuppannagari" userId="ad215094-da36-4b66-9c79-369a17aea26b" providerId="ADAL" clId="{18DA49F4-CD4F-46E0-AB35-D6CB797BE416}" dt="2025-10-23T01:03:39.220" v="728" actId="1076"/>
          <ac:spMkLst>
            <pc:docMk/>
            <pc:sldMk cId="1300222817" sldId="1662"/>
            <ac:spMk id="82" creationId="{3275AB29-B203-CE9B-3B9D-9E4EE9E8E403}"/>
          </ac:spMkLst>
        </pc:spChg>
        <pc:spChg chg="mod">
          <ac:chgData name="Sanmukh Kuppannagari" userId="ad215094-da36-4b66-9c79-369a17aea26b" providerId="ADAL" clId="{18DA49F4-CD4F-46E0-AB35-D6CB797BE416}" dt="2025-10-23T01:03:39.220" v="728" actId="1076"/>
          <ac:spMkLst>
            <pc:docMk/>
            <pc:sldMk cId="1300222817" sldId="1662"/>
            <ac:spMk id="85" creationId="{BE11776F-96D6-E6B5-81E3-712D3D2F2E1F}"/>
          </ac:spMkLst>
        </pc:spChg>
        <pc:spChg chg="mod">
          <ac:chgData name="Sanmukh Kuppannagari" userId="ad215094-da36-4b66-9c79-369a17aea26b" providerId="ADAL" clId="{18DA49F4-CD4F-46E0-AB35-D6CB797BE416}" dt="2025-10-23T01:03:39.220" v="728" actId="1076"/>
          <ac:spMkLst>
            <pc:docMk/>
            <pc:sldMk cId="1300222817" sldId="1662"/>
            <ac:spMk id="93" creationId="{B81B08A2-3F41-7736-0AA6-E9D2417B4C4C}"/>
          </ac:spMkLst>
        </pc:spChg>
        <pc:spChg chg="mod">
          <ac:chgData name="Sanmukh Kuppannagari" userId="ad215094-da36-4b66-9c79-369a17aea26b" providerId="ADAL" clId="{18DA49F4-CD4F-46E0-AB35-D6CB797BE416}" dt="2025-10-23T01:03:39.220" v="728" actId="1076"/>
          <ac:spMkLst>
            <pc:docMk/>
            <pc:sldMk cId="1300222817" sldId="1662"/>
            <ac:spMk id="95" creationId="{AE3D8BA9-DF6B-CBA7-8C56-AB01797E31A6}"/>
          </ac:spMkLst>
        </pc:spChg>
        <pc:spChg chg="mod">
          <ac:chgData name="Sanmukh Kuppannagari" userId="ad215094-da36-4b66-9c79-369a17aea26b" providerId="ADAL" clId="{18DA49F4-CD4F-46E0-AB35-D6CB797BE416}" dt="2025-10-23T01:03:39.220" v="728" actId="1076"/>
          <ac:spMkLst>
            <pc:docMk/>
            <pc:sldMk cId="1300222817" sldId="1662"/>
            <ac:spMk id="97" creationId="{9871D4B5-E074-D9D0-6864-51FE53A5E81B}"/>
          </ac:spMkLst>
        </pc:spChg>
        <pc:spChg chg="mod">
          <ac:chgData name="Sanmukh Kuppannagari" userId="ad215094-da36-4b66-9c79-369a17aea26b" providerId="ADAL" clId="{18DA49F4-CD4F-46E0-AB35-D6CB797BE416}" dt="2025-10-23T01:19:49.390" v="732" actId="20577"/>
          <ac:spMkLst>
            <pc:docMk/>
            <pc:sldMk cId="1300222817" sldId="1662"/>
            <ac:spMk id="98" creationId="{C3E268A2-F874-F053-EE10-CF1BE4623ABA}"/>
          </ac:spMkLst>
        </pc:spChg>
        <pc:spChg chg="mod">
          <ac:chgData name="Sanmukh Kuppannagari" userId="ad215094-da36-4b66-9c79-369a17aea26b" providerId="ADAL" clId="{18DA49F4-CD4F-46E0-AB35-D6CB797BE416}" dt="2025-10-23T01:19:58.415" v="735" actId="20577"/>
          <ac:spMkLst>
            <pc:docMk/>
            <pc:sldMk cId="1300222817" sldId="1662"/>
            <ac:spMk id="99" creationId="{429D8490-3CD7-365F-CDFA-4ECE5ABE19E6}"/>
          </ac:spMkLst>
        </pc:spChg>
        <pc:spChg chg="mod">
          <ac:chgData name="Sanmukh Kuppannagari" userId="ad215094-da36-4b66-9c79-369a17aea26b" providerId="ADAL" clId="{18DA49F4-CD4F-46E0-AB35-D6CB797BE416}" dt="2025-10-23T01:20:12.225" v="738" actId="20577"/>
          <ac:spMkLst>
            <pc:docMk/>
            <pc:sldMk cId="1300222817" sldId="1662"/>
            <ac:spMk id="100" creationId="{8F95E263-2780-48B8-28B3-743DB147422A}"/>
          </ac:spMkLst>
        </pc:spChg>
        <pc:spChg chg="mod">
          <ac:chgData name="Sanmukh Kuppannagari" userId="ad215094-da36-4b66-9c79-369a17aea26b" providerId="ADAL" clId="{18DA49F4-CD4F-46E0-AB35-D6CB797BE416}" dt="2025-10-23T01:03:39.220" v="728" actId="1076"/>
          <ac:spMkLst>
            <pc:docMk/>
            <pc:sldMk cId="1300222817" sldId="1662"/>
            <ac:spMk id="101" creationId="{28AE56BD-579E-6D82-EF13-BD79604508CF}"/>
          </ac:spMkLst>
        </pc:spChg>
        <pc:spChg chg="mod">
          <ac:chgData name="Sanmukh Kuppannagari" userId="ad215094-da36-4b66-9c79-369a17aea26b" providerId="ADAL" clId="{18DA49F4-CD4F-46E0-AB35-D6CB797BE416}" dt="2025-10-23T01:19:26.518" v="729" actId="20577"/>
          <ac:spMkLst>
            <pc:docMk/>
            <pc:sldMk cId="1300222817" sldId="1662"/>
            <ac:spMk id="102" creationId="{67EA632B-EE07-AC66-C6A0-F37378694B8D}"/>
          </ac:spMkLst>
        </pc:spChg>
      </pc:sldChg>
      <pc:sldChg chg="del">
        <pc:chgData name="Sanmukh Kuppannagari" userId="ad215094-da36-4b66-9c79-369a17aea26b" providerId="ADAL" clId="{18DA49F4-CD4F-46E0-AB35-D6CB797BE416}" dt="2025-10-23T00:18:26.715" v="15" actId="47"/>
        <pc:sldMkLst>
          <pc:docMk/>
          <pc:sldMk cId="1583544489" sldId="1662"/>
        </pc:sldMkLst>
      </pc:sldChg>
      <pc:sldChg chg="del">
        <pc:chgData name="Sanmukh Kuppannagari" userId="ad215094-da36-4b66-9c79-369a17aea26b" providerId="ADAL" clId="{18DA49F4-CD4F-46E0-AB35-D6CB797BE416}" dt="2025-10-23T00:18:26.715" v="15" actId="47"/>
        <pc:sldMkLst>
          <pc:docMk/>
          <pc:sldMk cId="109981960" sldId="1663"/>
        </pc:sldMkLst>
      </pc:sldChg>
      <pc:sldChg chg="addSp delSp modSp new mod">
        <pc:chgData name="Sanmukh Kuppannagari" userId="ad215094-da36-4b66-9c79-369a17aea26b" providerId="ADAL" clId="{18DA49F4-CD4F-46E0-AB35-D6CB797BE416}" dt="2025-10-23T01:31:51.686" v="889" actId="20577"/>
        <pc:sldMkLst>
          <pc:docMk/>
          <pc:sldMk cId="874471416" sldId="1663"/>
        </pc:sldMkLst>
        <pc:spChg chg="mod">
          <ac:chgData name="Sanmukh Kuppannagari" userId="ad215094-da36-4b66-9c79-369a17aea26b" providerId="ADAL" clId="{18DA49F4-CD4F-46E0-AB35-D6CB797BE416}" dt="2025-10-23T01:27:30.384" v="811"/>
          <ac:spMkLst>
            <pc:docMk/>
            <pc:sldMk cId="874471416" sldId="1663"/>
            <ac:spMk id="2" creationId="{D75619DD-0C66-19C3-EA02-9F4B8F271D73}"/>
          </ac:spMkLst>
        </pc:spChg>
        <pc:spChg chg="del">
          <ac:chgData name="Sanmukh Kuppannagari" userId="ad215094-da36-4b66-9c79-369a17aea26b" providerId="ADAL" clId="{18DA49F4-CD4F-46E0-AB35-D6CB797BE416}" dt="2025-10-23T01:27:48.896" v="812" actId="478"/>
          <ac:spMkLst>
            <pc:docMk/>
            <pc:sldMk cId="874471416" sldId="1663"/>
            <ac:spMk id="3" creationId="{4CD97E58-0DDD-8048-7ABA-F6EBFD9C20A8}"/>
          </ac:spMkLst>
        </pc:spChg>
        <pc:spChg chg="add mod">
          <ac:chgData name="Sanmukh Kuppannagari" userId="ad215094-da36-4b66-9c79-369a17aea26b" providerId="ADAL" clId="{18DA49F4-CD4F-46E0-AB35-D6CB797BE416}" dt="2025-10-23T01:28:02.544" v="817" actId="1076"/>
          <ac:spMkLst>
            <pc:docMk/>
            <pc:sldMk cId="874471416" sldId="1663"/>
            <ac:spMk id="4" creationId="{D78C3721-0F30-2411-85B7-C837D5D803DC}"/>
          </ac:spMkLst>
        </pc:spChg>
        <pc:spChg chg="add mod">
          <ac:chgData name="Sanmukh Kuppannagari" userId="ad215094-da36-4b66-9c79-369a17aea26b" providerId="ADAL" clId="{18DA49F4-CD4F-46E0-AB35-D6CB797BE416}" dt="2025-10-23T01:28:02.544" v="817" actId="1076"/>
          <ac:spMkLst>
            <pc:docMk/>
            <pc:sldMk cId="874471416" sldId="1663"/>
            <ac:spMk id="5" creationId="{46067575-53FA-A7D8-C07B-51BECA2DD32F}"/>
          </ac:spMkLst>
        </pc:spChg>
        <pc:spChg chg="mod">
          <ac:chgData name="Sanmukh Kuppannagari" userId="ad215094-da36-4b66-9c79-369a17aea26b" providerId="ADAL" clId="{18DA49F4-CD4F-46E0-AB35-D6CB797BE416}" dt="2025-10-23T01:28:06.753" v="818" actId="1076"/>
          <ac:spMkLst>
            <pc:docMk/>
            <pc:sldMk cId="874471416" sldId="1663"/>
            <ac:spMk id="10" creationId="{9AF47EE9-D914-06C0-998E-AAD558DEE19E}"/>
          </ac:spMkLst>
        </pc:spChg>
        <pc:spChg chg="add mod">
          <ac:chgData name="Sanmukh Kuppannagari" userId="ad215094-da36-4b66-9c79-369a17aea26b" providerId="ADAL" clId="{18DA49F4-CD4F-46E0-AB35-D6CB797BE416}" dt="2025-10-23T01:28:02.544" v="817" actId="1076"/>
          <ac:spMkLst>
            <pc:docMk/>
            <pc:sldMk cId="874471416" sldId="1663"/>
            <ac:spMk id="17" creationId="{F47C522D-9023-A923-274E-57CAE9B6A7BF}"/>
          </ac:spMkLst>
        </pc:spChg>
        <pc:spChg chg="add mod">
          <ac:chgData name="Sanmukh Kuppannagari" userId="ad215094-da36-4b66-9c79-369a17aea26b" providerId="ADAL" clId="{18DA49F4-CD4F-46E0-AB35-D6CB797BE416}" dt="2025-10-23T01:28:02.544" v="817" actId="1076"/>
          <ac:spMkLst>
            <pc:docMk/>
            <pc:sldMk cId="874471416" sldId="1663"/>
            <ac:spMk id="18" creationId="{058FE468-CEAA-B582-61FF-1EE4C21A04A0}"/>
          </ac:spMkLst>
        </pc:spChg>
        <pc:spChg chg="mod">
          <ac:chgData name="Sanmukh Kuppannagari" userId="ad215094-da36-4b66-9c79-369a17aea26b" providerId="ADAL" clId="{18DA49F4-CD4F-46E0-AB35-D6CB797BE416}" dt="2025-10-23T01:29:35.802" v="842" actId="1076"/>
          <ac:spMkLst>
            <pc:docMk/>
            <pc:sldMk cId="874471416" sldId="1663"/>
            <ac:spMk id="19" creationId="{6BCD3B5D-FBAD-260C-96B1-24EBB9EC0FCA}"/>
          </ac:spMkLst>
        </pc:spChg>
        <pc:spChg chg="del">
          <ac:chgData name="Sanmukh Kuppannagari" userId="ad215094-da36-4b66-9c79-369a17aea26b" providerId="ADAL" clId="{18DA49F4-CD4F-46E0-AB35-D6CB797BE416}" dt="2025-10-23T01:27:53.519" v="814" actId="478"/>
          <ac:spMkLst>
            <pc:docMk/>
            <pc:sldMk cId="874471416" sldId="1663"/>
            <ac:spMk id="20" creationId="{32B90FE4-D39D-801D-9604-70012339F866}"/>
          </ac:spMkLst>
        </pc:spChg>
        <pc:spChg chg="add del mod">
          <ac:chgData name="Sanmukh Kuppannagari" userId="ad215094-da36-4b66-9c79-369a17aea26b" providerId="ADAL" clId="{18DA49F4-CD4F-46E0-AB35-D6CB797BE416}" dt="2025-10-23T01:27:55.855" v="815" actId="478"/>
          <ac:spMkLst>
            <pc:docMk/>
            <pc:sldMk cId="874471416" sldId="1663"/>
            <ac:spMk id="21" creationId="{142FE679-14B9-5586-4399-D770EEEE950A}"/>
          </ac:spMkLst>
        </pc:spChg>
        <pc:spChg chg="add mod">
          <ac:chgData name="Sanmukh Kuppannagari" userId="ad215094-da36-4b66-9c79-369a17aea26b" providerId="ADAL" clId="{18DA49F4-CD4F-46E0-AB35-D6CB797BE416}" dt="2025-10-23T01:28:02.544" v="817" actId="1076"/>
          <ac:spMkLst>
            <pc:docMk/>
            <pc:sldMk cId="874471416" sldId="1663"/>
            <ac:spMk id="25" creationId="{40F9CED4-5521-D256-C8CF-B4DFD6BA520A}"/>
          </ac:spMkLst>
        </pc:spChg>
        <pc:spChg chg="add mod">
          <ac:chgData name="Sanmukh Kuppannagari" userId="ad215094-da36-4b66-9c79-369a17aea26b" providerId="ADAL" clId="{18DA49F4-CD4F-46E0-AB35-D6CB797BE416}" dt="2025-10-23T01:28:02.544" v="817" actId="1076"/>
          <ac:spMkLst>
            <pc:docMk/>
            <pc:sldMk cId="874471416" sldId="1663"/>
            <ac:spMk id="26" creationId="{C0350B37-C884-4749-C953-28618F0F784B}"/>
          </ac:spMkLst>
        </pc:spChg>
        <pc:spChg chg="mod">
          <ac:chgData name="Sanmukh Kuppannagari" userId="ad215094-da36-4b66-9c79-369a17aea26b" providerId="ADAL" clId="{18DA49F4-CD4F-46E0-AB35-D6CB797BE416}" dt="2025-10-23T01:28:02.544" v="817" actId="1076"/>
          <ac:spMkLst>
            <pc:docMk/>
            <pc:sldMk cId="874471416" sldId="1663"/>
            <ac:spMk id="27" creationId="{45A7D792-4BD1-CD1B-D256-AB53786D2FD2}"/>
          </ac:spMkLst>
        </pc:spChg>
        <pc:spChg chg="add mod">
          <ac:chgData name="Sanmukh Kuppannagari" userId="ad215094-da36-4b66-9c79-369a17aea26b" providerId="ADAL" clId="{18DA49F4-CD4F-46E0-AB35-D6CB797BE416}" dt="2025-10-23T01:28:02.544" v="817" actId="1076"/>
          <ac:spMkLst>
            <pc:docMk/>
            <pc:sldMk cId="874471416" sldId="1663"/>
            <ac:spMk id="28" creationId="{10090BA8-2759-E739-EDF1-F863BDC6F924}"/>
          </ac:spMkLst>
        </pc:spChg>
        <pc:spChg chg="add del mod">
          <ac:chgData name="Sanmukh Kuppannagari" userId="ad215094-da36-4b66-9c79-369a17aea26b" providerId="ADAL" clId="{18DA49F4-CD4F-46E0-AB35-D6CB797BE416}" dt="2025-10-23T01:27:58.099" v="816" actId="478"/>
          <ac:spMkLst>
            <pc:docMk/>
            <pc:sldMk cId="874471416" sldId="1663"/>
            <ac:spMk id="29" creationId="{EE6DC98B-CAEF-B386-D8E0-8EF3B48FD3B1}"/>
          </ac:spMkLst>
        </pc:spChg>
        <pc:spChg chg="add mod">
          <ac:chgData name="Sanmukh Kuppannagari" userId="ad215094-da36-4b66-9c79-369a17aea26b" providerId="ADAL" clId="{18DA49F4-CD4F-46E0-AB35-D6CB797BE416}" dt="2025-10-23T01:28:02.544" v="817" actId="1076"/>
          <ac:spMkLst>
            <pc:docMk/>
            <pc:sldMk cId="874471416" sldId="1663"/>
            <ac:spMk id="30" creationId="{433CB49E-F27E-84A9-A2F5-B75879E03CCF}"/>
          </ac:spMkLst>
        </pc:spChg>
        <pc:spChg chg="add mod">
          <ac:chgData name="Sanmukh Kuppannagari" userId="ad215094-da36-4b66-9c79-369a17aea26b" providerId="ADAL" clId="{18DA49F4-CD4F-46E0-AB35-D6CB797BE416}" dt="2025-10-23T01:28:35.766" v="824" actId="1076"/>
          <ac:spMkLst>
            <pc:docMk/>
            <pc:sldMk cId="874471416" sldId="1663"/>
            <ac:spMk id="32" creationId="{65C8145C-87DC-5FB5-F604-BF40AA94F458}"/>
          </ac:spMkLst>
        </pc:spChg>
        <pc:spChg chg="add mod">
          <ac:chgData name="Sanmukh Kuppannagari" userId="ad215094-da36-4b66-9c79-369a17aea26b" providerId="ADAL" clId="{18DA49F4-CD4F-46E0-AB35-D6CB797BE416}" dt="2025-10-23T01:30:32.577" v="864" actId="1076"/>
          <ac:spMkLst>
            <pc:docMk/>
            <pc:sldMk cId="874471416" sldId="1663"/>
            <ac:spMk id="33" creationId="{068EBF09-04FE-3994-7024-F2F0E0FC9098}"/>
          </ac:spMkLst>
        </pc:spChg>
        <pc:spChg chg="add mod">
          <ac:chgData name="Sanmukh Kuppannagari" userId="ad215094-da36-4b66-9c79-369a17aea26b" providerId="ADAL" clId="{18DA49F4-CD4F-46E0-AB35-D6CB797BE416}" dt="2025-10-23T01:28:50.843" v="828" actId="1076"/>
          <ac:spMkLst>
            <pc:docMk/>
            <pc:sldMk cId="874471416" sldId="1663"/>
            <ac:spMk id="34" creationId="{8AF1BCA0-B43B-18C0-BF03-6CA68826642F}"/>
          </ac:spMkLst>
        </pc:spChg>
        <pc:spChg chg="add mod">
          <ac:chgData name="Sanmukh Kuppannagari" userId="ad215094-da36-4b66-9c79-369a17aea26b" providerId="ADAL" clId="{18DA49F4-CD4F-46E0-AB35-D6CB797BE416}" dt="2025-10-23T01:29:46.228" v="845" actId="1076"/>
          <ac:spMkLst>
            <pc:docMk/>
            <pc:sldMk cId="874471416" sldId="1663"/>
            <ac:spMk id="35" creationId="{39EC99AD-FEBA-E55C-4BE8-5D3991723876}"/>
          </ac:spMkLst>
        </pc:spChg>
        <pc:spChg chg="add mod">
          <ac:chgData name="Sanmukh Kuppannagari" userId="ad215094-da36-4b66-9c79-369a17aea26b" providerId="ADAL" clId="{18DA49F4-CD4F-46E0-AB35-D6CB797BE416}" dt="2025-10-23T01:30:28.962" v="861" actId="1076"/>
          <ac:spMkLst>
            <pc:docMk/>
            <pc:sldMk cId="874471416" sldId="1663"/>
            <ac:spMk id="46" creationId="{BDF80E6E-789D-5E2F-69ED-135641CE1417}"/>
          </ac:spMkLst>
        </pc:spChg>
        <pc:spChg chg="add mod">
          <ac:chgData name="Sanmukh Kuppannagari" userId="ad215094-da36-4b66-9c79-369a17aea26b" providerId="ADAL" clId="{18DA49F4-CD4F-46E0-AB35-D6CB797BE416}" dt="2025-10-23T01:30:41.114" v="866" actId="20577"/>
          <ac:spMkLst>
            <pc:docMk/>
            <pc:sldMk cId="874471416" sldId="1663"/>
            <ac:spMk id="47" creationId="{CDCB1AE5-4C62-ECE3-4DD1-4444355F878B}"/>
          </ac:spMkLst>
        </pc:spChg>
        <pc:spChg chg="add mod">
          <ac:chgData name="Sanmukh Kuppannagari" userId="ad215094-da36-4b66-9c79-369a17aea26b" providerId="ADAL" clId="{18DA49F4-CD4F-46E0-AB35-D6CB797BE416}" dt="2025-10-23T01:30:53.516" v="869" actId="20577"/>
          <ac:spMkLst>
            <pc:docMk/>
            <pc:sldMk cId="874471416" sldId="1663"/>
            <ac:spMk id="48" creationId="{EBFF8B51-1BE2-9116-CAE9-F962E827A48D}"/>
          </ac:spMkLst>
        </pc:spChg>
        <pc:spChg chg="add mod">
          <ac:chgData name="Sanmukh Kuppannagari" userId="ad215094-da36-4b66-9c79-369a17aea26b" providerId="ADAL" clId="{18DA49F4-CD4F-46E0-AB35-D6CB797BE416}" dt="2025-10-23T01:31:08.620" v="877" actId="1076"/>
          <ac:spMkLst>
            <pc:docMk/>
            <pc:sldMk cId="874471416" sldId="1663"/>
            <ac:spMk id="49" creationId="{045AEE90-7244-243B-5D92-820C6C40E195}"/>
          </ac:spMkLst>
        </pc:spChg>
        <pc:spChg chg="add mod">
          <ac:chgData name="Sanmukh Kuppannagari" userId="ad215094-da36-4b66-9c79-369a17aea26b" providerId="ADAL" clId="{18DA49F4-CD4F-46E0-AB35-D6CB797BE416}" dt="2025-10-23T01:31:32.990" v="882" actId="20577"/>
          <ac:spMkLst>
            <pc:docMk/>
            <pc:sldMk cId="874471416" sldId="1663"/>
            <ac:spMk id="50" creationId="{E90D2B26-E330-C070-F4D9-058E54CD95B2}"/>
          </ac:spMkLst>
        </pc:spChg>
        <pc:spChg chg="add mod">
          <ac:chgData name="Sanmukh Kuppannagari" userId="ad215094-da36-4b66-9c79-369a17aea26b" providerId="ADAL" clId="{18DA49F4-CD4F-46E0-AB35-D6CB797BE416}" dt="2025-10-23T01:31:35.734" v="884" actId="20577"/>
          <ac:spMkLst>
            <pc:docMk/>
            <pc:sldMk cId="874471416" sldId="1663"/>
            <ac:spMk id="51" creationId="{6691C903-A030-8783-2F4D-98EAF630AE35}"/>
          </ac:spMkLst>
        </pc:spChg>
        <pc:spChg chg="add mod">
          <ac:chgData name="Sanmukh Kuppannagari" userId="ad215094-da36-4b66-9c79-369a17aea26b" providerId="ADAL" clId="{18DA49F4-CD4F-46E0-AB35-D6CB797BE416}" dt="2025-10-23T01:31:39.381" v="886" actId="20577"/>
          <ac:spMkLst>
            <pc:docMk/>
            <pc:sldMk cId="874471416" sldId="1663"/>
            <ac:spMk id="52" creationId="{8A143B71-2D4B-D624-D4CE-25A354976F08}"/>
          </ac:spMkLst>
        </pc:spChg>
        <pc:spChg chg="add mod">
          <ac:chgData name="Sanmukh Kuppannagari" userId="ad215094-da36-4b66-9c79-369a17aea26b" providerId="ADAL" clId="{18DA49F4-CD4F-46E0-AB35-D6CB797BE416}" dt="2025-10-23T01:31:22.250" v="879" actId="1076"/>
          <ac:spMkLst>
            <pc:docMk/>
            <pc:sldMk cId="874471416" sldId="1663"/>
            <ac:spMk id="53" creationId="{0C7D01E6-DBE4-3C68-254B-6B4EE4792E90}"/>
          </ac:spMkLst>
        </pc:spChg>
        <pc:spChg chg="add mod">
          <ac:chgData name="Sanmukh Kuppannagari" userId="ad215094-da36-4b66-9c79-369a17aea26b" providerId="ADAL" clId="{18DA49F4-CD4F-46E0-AB35-D6CB797BE416}" dt="2025-10-23T01:31:44.175" v="887" actId="20577"/>
          <ac:spMkLst>
            <pc:docMk/>
            <pc:sldMk cId="874471416" sldId="1663"/>
            <ac:spMk id="54" creationId="{8EA4C4DE-1A45-40F2-B659-9A8864142C85}"/>
          </ac:spMkLst>
        </pc:spChg>
        <pc:spChg chg="add mod">
          <ac:chgData name="Sanmukh Kuppannagari" userId="ad215094-da36-4b66-9c79-369a17aea26b" providerId="ADAL" clId="{18DA49F4-CD4F-46E0-AB35-D6CB797BE416}" dt="2025-10-23T01:31:47.684" v="888" actId="20577"/>
          <ac:spMkLst>
            <pc:docMk/>
            <pc:sldMk cId="874471416" sldId="1663"/>
            <ac:spMk id="55" creationId="{2F3C15DA-D9D9-1C46-8BBD-F4F0BB4B3581}"/>
          </ac:spMkLst>
        </pc:spChg>
        <pc:spChg chg="add mod">
          <ac:chgData name="Sanmukh Kuppannagari" userId="ad215094-da36-4b66-9c79-369a17aea26b" providerId="ADAL" clId="{18DA49F4-CD4F-46E0-AB35-D6CB797BE416}" dt="2025-10-23T01:31:51.686" v="889" actId="20577"/>
          <ac:spMkLst>
            <pc:docMk/>
            <pc:sldMk cId="874471416" sldId="1663"/>
            <ac:spMk id="56" creationId="{D855E44D-5610-91C0-0F06-13185C9D416A}"/>
          </ac:spMkLst>
        </pc:spChg>
        <pc:spChg chg="add mod">
          <ac:chgData name="Sanmukh Kuppannagari" userId="ad215094-da36-4b66-9c79-369a17aea26b" providerId="ADAL" clId="{18DA49F4-CD4F-46E0-AB35-D6CB797BE416}" dt="2025-10-23T01:31:28.546" v="881" actId="1076"/>
          <ac:spMkLst>
            <pc:docMk/>
            <pc:sldMk cId="874471416" sldId="1663"/>
            <ac:spMk id="57" creationId="{6155E8D6-79B7-9960-6D00-401EE06EFE94}"/>
          </ac:spMkLst>
        </pc:spChg>
        <pc:cxnChg chg="add mod">
          <ac:chgData name="Sanmukh Kuppannagari" userId="ad215094-da36-4b66-9c79-369a17aea26b" providerId="ADAL" clId="{18DA49F4-CD4F-46E0-AB35-D6CB797BE416}" dt="2025-10-23T01:29:09.021" v="833" actId="14100"/>
          <ac:cxnSpMkLst>
            <pc:docMk/>
            <pc:sldMk cId="874471416" sldId="1663"/>
            <ac:cxnSpMk id="36" creationId="{E81E0F5A-77F2-77E5-BB5E-4FB92A848DE8}"/>
          </ac:cxnSpMkLst>
        </pc:cxnChg>
        <pc:cxnChg chg="add mod">
          <ac:chgData name="Sanmukh Kuppannagari" userId="ad215094-da36-4b66-9c79-369a17aea26b" providerId="ADAL" clId="{18DA49F4-CD4F-46E0-AB35-D6CB797BE416}" dt="2025-10-23T01:29:17.314" v="836" actId="14100"/>
          <ac:cxnSpMkLst>
            <pc:docMk/>
            <pc:sldMk cId="874471416" sldId="1663"/>
            <ac:cxnSpMk id="38" creationId="{9C7C6A7A-C3E3-DE6B-81E7-70077B8CBB1F}"/>
          </ac:cxnSpMkLst>
        </pc:cxnChg>
        <pc:cxnChg chg="add mod">
          <ac:chgData name="Sanmukh Kuppannagari" userId="ad215094-da36-4b66-9c79-369a17aea26b" providerId="ADAL" clId="{18DA49F4-CD4F-46E0-AB35-D6CB797BE416}" dt="2025-10-23T01:29:22.372" v="838" actId="1076"/>
          <ac:cxnSpMkLst>
            <pc:docMk/>
            <pc:sldMk cId="874471416" sldId="1663"/>
            <ac:cxnSpMk id="40" creationId="{F0DCEA5C-9BD0-DFDA-1BEE-23FD1975E379}"/>
          </ac:cxnSpMkLst>
        </pc:cxnChg>
        <pc:cxnChg chg="add mod">
          <ac:chgData name="Sanmukh Kuppannagari" userId="ad215094-da36-4b66-9c79-369a17aea26b" providerId="ADAL" clId="{18DA49F4-CD4F-46E0-AB35-D6CB797BE416}" dt="2025-10-23T01:29:31.978" v="841" actId="14100"/>
          <ac:cxnSpMkLst>
            <pc:docMk/>
            <pc:sldMk cId="874471416" sldId="1663"/>
            <ac:cxnSpMk id="41" creationId="{8CB87741-656C-0DFB-12AF-B6A3002DF406}"/>
          </ac:cxnSpMkLst>
        </pc:cxnChg>
        <pc:cxnChg chg="add mod">
          <ac:chgData name="Sanmukh Kuppannagari" userId="ad215094-da36-4b66-9c79-369a17aea26b" providerId="ADAL" clId="{18DA49F4-CD4F-46E0-AB35-D6CB797BE416}" dt="2025-10-23T01:29:40.946" v="844" actId="1076"/>
          <ac:cxnSpMkLst>
            <pc:docMk/>
            <pc:sldMk cId="874471416" sldId="1663"/>
            <ac:cxnSpMk id="43" creationId="{83F71BA8-DE77-75D8-47ED-2E49E566FED7}"/>
          </ac:cxnSpMkLst>
        </pc:cxnChg>
        <pc:cxnChg chg="add mod">
          <ac:chgData name="Sanmukh Kuppannagari" userId="ad215094-da36-4b66-9c79-369a17aea26b" providerId="ADAL" clId="{18DA49F4-CD4F-46E0-AB35-D6CB797BE416}" dt="2025-10-23T01:29:56.270" v="848" actId="14100"/>
          <ac:cxnSpMkLst>
            <pc:docMk/>
            <pc:sldMk cId="874471416" sldId="1663"/>
            <ac:cxnSpMk id="44" creationId="{558FA801-E1FC-3DD2-00B3-4BAF18DB50B6}"/>
          </ac:cxnSpMkLst>
        </pc:cxnChg>
      </pc:sldChg>
      <pc:sldChg chg="addSp delSp modSp new mod">
        <pc:chgData name="Sanmukh Kuppannagari" userId="ad215094-da36-4b66-9c79-369a17aea26b" providerId="ADAL" clId="{18DA49F4-CD4F-46E0-AB35-D6CB797BE416}" dt="2025-10-23T01:43:10.018" v="1224"/>
        <pc:sldMkLst>
          <pc:docMk/>
          <pc:sldMk cId="2572123172" sldId="1664"/>
        </pc:sldMkLst>
        <pc:spChg chg="mod">
          <ac:chgData name="Sanmukh Kuppannagari" userId="ad215094-da36-4b66-9c79-369a17aea26b" providerId="ADAL" clId="{18DA49F4-CD4F-46E0-AB35-D6CB797BE416}" dt="2025-10-23T01:32:01.662" v="891"/>
          <ac:spMkLst>
            <pc:docMk/>
            <pc:sldMk cId="2572123172" sldId="1664"/>
            <ac:spMk id="2" creationId="{18578540-BFBE-3299-5E84-CE750B17633A}"/>
          </ac:spMkLst>
        </pc:spChg>
        <pc:spChg chg="del">
          <ac:chgData name="Sanmukh Kuppannagari" userId="ad215094-da36-4b66-9c79-369a17aea26b" providerId="ADAL" clId="{18DA49F4-CD4F-46E0-AB35-D6CB797BE416}" dt="2025-10-23T01:32:03.726" v="892" actId="478"/>
          <ac:spMkLst>
            <pc:docMk/>
            <pc:sldMk cId="2572123172" sldId="1664"/>
            <ac:spMk id="3" creationId="{4B02AE3A-7C6A-210B-EF85-8BDC683A9318}"/>
          </ac:spMkLst>
        </pc:spChg>
        <pc:spChg chg="add mod">
          <ac:chgData name="Sanmukh Kuppannagari" userId="ad215094-da36-4b66-9c79-369a17aea26b" providerId="ADAL" clId="{18DA49F4-CD4F-46E0-AB35-D6CB797BE416}" dt="2025-10-23T01:32:13.925" v="894" actId="1076"/>
          <ac:spMkLst>
            <pc:docMk/>
            <pc:sldMk cId="2572123172" sldId="1664"/>
            <ac:spMk id="4" creationId="{3E3A028F-C908-CDBD-856A-99F271E00DB0}"/>
          </ac:spMkLst>
        </pc:spChg>
        <pc:spChg chg="add mod">
          <ac:chgData name="Sanmukh Kuppannagari" userId="ad215094-da36-4b66-9c79-369a17aea26b" providerId="ADAL" clId="{18DA49F4-CD4F-46E0-AB35-D6CB797BE416}" dt="2025-10-23T01:32:13.925" v="894" actId="1076"/>
          <ac:spMkLst>
            <pc:docMk/>
            <pc:sldMk cId="2572123172" sldId="1664"/>
            <ac:spMk id="5" creationId="{C41620FB-7BDA-830C-6BD2-D28CD8EFA4DB}"/>
          </ac:spMkLst>
        </pc:spChg>
        <pc:spChg chg="add mod">
          <ac:chgData name="Sanmukh Kuppannagari" userId="ad215094-da36-4b66-9c79-369a17aea26b" providerId="ADAL" clId="{18DA49F4-CD4F-46E0-AB35-D6CB797BE416}" dt="2025-10-23T01:32:13.925" v="894" actId="1076"/>
          <ac:spMkLst>
            <pc:docMk/>
            <pc:sldMk cId="2572123172" sldId="1664"/>
            <ac:spMk id="9" creationId="{1F49558F-CFAB-EE59-AD35-06A956AE8E8D}"/>
          </ac:spMkLst>
        </pc:spChg>
        <pc:spChg chg="del mod">
          <ac:chgData name="Sanmukh Kuppannagari" userId="ad215094-da36-4b66-9c79-369a17aea26b" providerId="ADAL" clId="{18DA49F4-CD4F-46E0-AB35-D6CB797BE416}" dt="2025-10-23T01:38:07.861" v="1037"/>
          <ac:spMkLst>
            <pc:docMk/>
            <pc:sldMk cId="2572123172" sldId="1664"/>
            <ac:spMk id="10" creationId="{CDF63751-2218-CD3F-6A10-EC347BAEFF40}"/>
          </ac:spMkLst>
        </pc:spChg>
        <pc:spChg chg="add mod">
          <ac:chgData name="Sanmukh Kuppannagari" userId="ad215094-da36-4b66-9c79-369a17aea26b" providerId="ADAL" clId="{18DA49F4-CD4F-46E0-AB35-D6CB797BE416}" dt="2025-10-23T01:32:13.925" v="894" actId="1076"/>
          <ac:spMkLst>
            <pc:docMk/>
            <pc:sldMk cId="2572123172" sldId="1664"/>
            <ac:spMk id="11" creationId="{E130C314-36FC-8C6B-DB24-A54B64D78FB8}"/>
          </ac:spMkLst>
        </pc:spChg>
        <pc:spChg chg="add mod">
          <ac:chgData name="Sanmukh Kuppannagari" userId="ad215094-da36-4b66-9c79-369a17aea26b" providerId="ADAL" clId="{18DA49F4-CD4F-46E0-AB35-D6CB797BE416}" dt="2025-10-23T01:32:13.925" v="894" actId="1076"/>
          <ac:spMkLst>
            <pc:docMk/>
            <pc:sldMk cId="2572123172" sldId="1664"/>
            <ac:spMk id="12" creationId="{B3211A11-C28B-081C-E302-E5E977806238}"/>
          </ac:spMkLst>
        </pc:spChg>
        <pc:spChg chg="add mod">
          <ac:chgData name="Sanmukh Kuppannagari" userId="ad215094-da36-4b66-9c79-369a17aea26b" providerId="ADAL" clId="{18DA49F4-CD4F-46E0-AB35-D6CB797BE416}" dt="2025-10-23T01:32:13.925" v="894" actId="1076"/>
          <ac:spMkLst>
            <pc:docMk/>
            <pc:sldMk cId="2572123172" sldId="1664"/>
            <ac:spMk id="13" creationId="{DEEF6DD1-32EE-E90F-CCA0-4F927E8F446A}"/>
          </ac:spMkLst>
        </pc:spChg>
        <pc:spChg chg="add mod">
          <ac:chgData name="Sanmukh Kuppannagari" userId="ad215094-da36-4b66-9c79-369a17aea26b" providerId="ADAL" clId="{18DA49F4-CD4F-46E0-AB35-D6CB797BE416}" dt="2025-10-23T01:32:13.925" v="894" actId="1076"/>
          <ac:spMkLst>
            <pc:docMk/>
            <pc:sldMk cId="2572123172" sldId="1664"/>
            <ac:spMk id="14" creationId="{E327F693-8A1D-5173-F124-301F3048F0AD}"/>
          </ac:spMkLst>
        </pc:spChg>
        <pc:spChg chg="add mod">
          <ac:chgData name="Sanmukh Kuppannagari" userId="ad215094-da36-4b66-9c79-369a17aea26b" providerId="ADAL" clId="{18DA49F4-CD4F-46E0-AB35-D6CB797BE416}" dt="2025-10-23T01:32:13.925" v="894" actId="1076"/>
          <ac:spMkLst>
            <pc:docMk/>
            <pc:sldMk cId="2572123172" sldId="1664"/>
            <ac:spMk id="15" creationId="{3EC92F12-1AD8-D854-8427-CCBD282F1DD6}"/>
          </ac:spMkLst>
        </pc:spChg>
        <pc:spChg chg="add mod">
          <ac:chgData name="Sanmukh Kuppannagari" userId="ad215094-da36-4b66-9c79-369a17aea26b" providerId="ADAL" clId="{18DA49F4-CD4F-46E0-AB35-D6CB797BE416}" dt="2025-10-23T01:32:13.925" v="894" actId="1076"/>
          <ac:spMkLst>
            <pc:docMk/>
            <pc:sldMk cId="2572123172" sldId="1664"/>
            <ac:spMk id="17" creationId="{E1C54C2B-FB67-120A-AC6B-11D1EB265B09}"/>
          </ac:spMkLst>
        </pc:spChg>
        <pc:spChg chg="add mod">
          <ac:chgData name="Sanmukh Kuppannagari" userId="ad215094-da36-4b66-9c79-369a17aea26b" providerId="ADAL" clId="{18DA49F4-CD4F-46E0-AB35-D6CB797BE416}" dt="2025-10-23T01:32:13.925" v="894" actId="1076"/>
          <ac:spMkLst>
            <pc:docMk/>
            <pc:sldMk cId="2572123172" sldId="1664"/>
            <ac:spMk id="19" creationId="{E539FCC5-9F2B-B371-EE1C-2B92DA63B016}"/>
          </ac:spMkLst>
        </pc:spChg>
        <pc:spChg chg="add mod">
          <ac:chgData name="Sanmukh Kuppannagari" userId="ad215094-da36-4b66-9c79-369a17aea26b" providerId="ADAL" clId="{18DA49F4-CD4F-46E0-AB35-D6CB797BE416}" dt="2025-10-23T01:32:26.838" v="897" actId="1076"/>
          <ac:spMkLst>
            <pc:docMk/>
            <pc:sldMk cId="2572123172" sldId="1664"/>
            <ac:spMk id="20" creationId="{ACF5D147-6FFE-B296-A0C4-70884C294528}"/>
          </ac:spMkLst>
        </pc:spChg>
        <pc:spChg chg="add mod">
          <ac:chgData name="Sanmukh Kuppannagari" userId="ad215094-da36-4b66-9c79-369a17aea26b" providerId="ADAL" clId="{18DA49F4-CD4F-46E0-AB35-D6CB797BE416}" dt="2025-10-23T01:33:19.554" v="908" actId="1076"/>
          <ac:spMkLst>
            <pc:docMk/>
            <pc:sldMk cId="2572123172" sldId="1664"/>
            <ac:spMk id="21" creationId="{C641015A-936C-50FA-AD97-1FFE54F41AF9}"/>
          </ac:spMkLst>
        </pc:spChg>
        <pc:spChg chg="add mod">
          <ac:chgData name="Sanmukh Kuppannagari" userId="ad215094-da36-4b66-9c79-369a17aea26b" providerId="ADAL" clId="{18DA49F4-CD4F-46E0-AB35-D6CB797BE416}" dt="2025-10-23T01:33:12.479" v="903" actId="1076"/>
          <ac:spMkLst>
            <pc:docMk/>
            <pc:sldMk cId="2572123172" sldId="1664"/>
            <ac:spMk id="22" creationId="{18090B54-2B7C-8822-9089-00A1C8F89D92}"/>
          </ac:spMkLst>
        </pc:spChg>
        <pc:spChg chg="add mod">
          <ac:chgData name="Sanmukh Kuppannagari" userId="ad215094-da36-4b66-9c79-369a17aea26b" providerId="ADAL" clId="{18DA49F4-CD4F-46E0-AB35-D6CB797BE416}" dt="2025-10-23T01:33:19.554" v="908" actId="1076"/>
          <ac:spMkLst>
            <pc:docMk/>
            <pc:sldMk cId="2572123172" sldId="1664"/>
            <ac:spMk id="23" creationId="{98C1D43A-1B8C-2EF7-D36F-AB72248A01DB}"/>
          </ac:spMkLst>
        </pc:spChg>
        <pc:spChg chg="add mod">
          <ac:chgData name="Sanmukh Kuppannagari" userId="ad215094-da36-4b66-9c79-369a17aea26b" providerId="ADAL" clId="{18DA49F4-CD4F-46E0-AB35-D6CB797BE416}" dt="2025-10-23T01:35:11.801" v="962" actId="1076"/>
          <ac:spMkLst>
            <pc:docMk/>
            <pc:sldMk cId="2572123172" sldId="1664"/>
            <ac:spMk id="24" creationId="{0091DEA7-0CAE-F335-2F0E-9B85C51A40D6}"/>
          </ac:spMkLst>
        </pc:spChg>
        <pc:spChg chg="add mod">
          <ac:chgData name="Sanmukh Kuppannagari" userId="ad215094-da36-4b66-9c79-369a17aea26b" providerId="ADAL" clId="{18DA49F4-CD4F-46E0-AB35-D6CB797BE416}" dt="2025-10-23T01:33:16.568" v="907" actId="571"/>
          <ac:spMkLst>
            <pc:docMk/>
            <pc:sldMk cId="2572123172" sldId="1664"/>
            <ac:spMk id="25" creationId="{38DADACA-A34E-2E15-F6A5-C28DA8F2410C}"/>
          </ac:spMkLst>
        </pc:spChg>
        <pc:spChg chg="add mod">
          <ac:chgData name="Sanmukh Kuppannagari" userId="ad215094-da36-4b66-9c79-369a17aea26b" providerId="ADAL" clId="{18DA49F4-CD4F-46E0-AB35-D6CB797BE416}" dt="2025-10-23T01:33:16.568" v="907" actId="571"/>
          <ac:spMkLst>
            <pc:docMk/>
            <pc:sldMk cId="2572123172" sldId="1664"/>
            <ac:spMk id="26" creationId="{8C7FC3E0-4BB6-2D0B-A9DE-304B6A3633C1}"/>
          </ac:spMkLst>
        </pc:spChg>
        <pc:spChg chg="add mod">
          <ac:chgData name="Sanmukh Kuppannagari" userId="ad215094-da36-4b66-9c79-369a17aea26b" providerId="ADAL" clId="{18DA49F4-CD4F-46E0-AB35-D6CB797BE416}" dt="2025-10-23T01:33:36.975" v="911" actId="1076"/>
          <ac:spMkLst>
            <pc:docMk/>
            <pc:sldMk cId="2572123172" sldId="1664"/>
            <ac:spMk id="28" creationId="{F04A8F05-FE8E-B1B7-D9C1-F3F024616D55}"/>
          </ac:spMkLst>
        </pc:spChg>
        <pc:spChg chg="add mod">
          <ac:chgData name="Sanmukh Kuppannagari" userId="ad215094-da36-4b66-9c79-369a17aea26b" providerId="ADAL" clId="{18DA49F4-CD4F-46E0-AB35-D6CB797BE416}" dt="2025-10-23T01:33:36.975" v="911" actId="1076"/>
          <ac:spMkLst>
            <pc:docMk/>
            <pc:sldMk cId="2572123172" sldId="1664"/>
            <ac:spMk id="29" creationId="{76F3242B-6506-CB9B-8819-6E8214967696}"/>
          </ac:spMkLst>
        </pc:spChg>
        <pc:spChg chg="mod">
          <ac:chgData name="Sanmukh Kuppannagari" userId="ad215094-da36-4b66-9c79-369a17aea26b" providerId="ADAL" clId="{18DA49F4-CD4F-46E0-AB35-D6CB797BE416}" dt="2025-10-23T01:34:29.771" v="921" actId="20577"/>
          <ac:spMkLst>
            <pc:docMk/>
            <pc:sldMk cId="2572123172" sldId="1664"/>
            <ac:spMk id="32" creationId="{5151F19C-C1F2-340F-8D60-7D032005E564}"/>
          </ac:spMkLst>
        </pc:spChg>
        <pc:spChg chg="add mod">
          <ac:chgData name="Sanmukh Kuppannagari" userId="ad215094-da36-4b66-9c79-369a17aea26b" providerId="ADAL" clId="{18DA49F4-CD4F-46E0-AB35-D6CB797BE416}" dt="2025-10-23T01:34:34.314" v="926" actId="20577"/>
          <ac:spMkLst>
            <pc:docMk/>
            <pc:sldMk cId="2572123172" sldId="1664"/>
            <ac:spMk id="33" creationId="{3923FFB0-3A39-26D4-1C68-A47740AA5D05}"/>
          </ac:spMkLst>
        </pc:spChg>
        <pc:spChg chg="add mod">
          <ac:chgData name="Sanmukh Kuppannagari" userId="ad215094-da36-4b66-9c79-369a17aea26b" providerId="ADAL" clId="{18DA49F4-CD4F-46E0-AB35-D6CB797BE416}" dt="2025-10-23T01:34:38.562" v="931" actId="20577"/>
          <ac:spMkLst>
            <pc:docMk/>
            <pc:sldMk cId="2572123172" sldId="1664"/>
            <ac:spMk id="34" creationId="{51A7614D-3597-17AC-3161-336D715061E5}"/>
          </ac:spMkLst>
        </pc:spChg>
        <pc:spChg chg="mod">
          <ac:chgData name="Sanmukh Kuppannagari" userId="ad215094-da36-4b66-9c79-369a17aea26b" providerId="ADAL" clId="{18DA49F4-CD4F-46E0-AB35-D6CB797BE416}" dt="2025-10-23T01:34:43.312" v="936" actId="20577"/>
          <ac:spMkLst>
            <pc:docMk/>
            <pc:sldMk cId="2572123172" sldId="1664"/>
            <ac:spMk id="36" creationId="{190591F7-9FF6-4144-CD31-CD5683F3F288}"/>
          </ac:spMkLst>
        </pc:spChg>
        <pc:spChg chg="add mod">
          <ac:chgData name="Sanmukh Kuppannagari" userId="ad215094-da36-4b66-9c79-369a17aea26b" providerId="ADAL" clId="{18DA49F4-CD4F-46E0-AB35-D6CB797BE416}" dt="2025-10-23T01:34:47.871" v="941" actId="20577"/>
          <ac:spMkLst>
            <pc:docMk/>
            <pc:sldMk cId="2572123172" sldId="1664"/>
            <ac:spMk id="37" creationId="{008C5E42-607A-0701-1C64-AFA4FB111662}"/>
          </ac:spMkLst>
        </pc:spChg>
        <pc:spChg chg="add mod">
          <ac:chgData name="Sanmukh Kuppannagari" userId="ad215094-da36-4b66-9c79-369a17aea26b" providerId="ADAL" clId="{18DA49F4-CD4F-46E0-AB35-D6CB797BE416}" dt="2025-10-23T01:34:51.832" v="946" actId="20577"/>
          <ac:spMkLst>
            <pc:docMk/>
            <pc:sldMk cId="2572123172" sldId="1664"/>
            <ac:spMk id="38" creationId="{10717ABF-4BDD-CC28-AE49-0C947B26F575}"/>
          </ac:spMkLst>
        </pc:spChg>
        <pc:spChg chg="add mod">
          <ac:chgData name="Sanmukh Kuppannagari" userId="ad215094-da36-4b66-9c79-369a17aea26b" providerId="ADAL" clId="{18DA49F4-CD4F-46E0-AB35-D6CB797BE416}" dt="2025-10-23T01:33:36.975" v="911" actId="1076"/>
          <ac:spMkLst>
            <pc:docMk/>
            <pc:sldMk cId="2572123172" sldId="1664"/>
            <ac:spMk id="39" creationId="{A57AFBA8-09E7-9307-53DC-632F246B8F91}"/>
          </ac:spMkLst>
        </pc:spChg>
        <pc:spChg chg="add mod">
          <ac:chgData name="Sanmukh Kuppannagari" userId="ad215094-da36-4b66-9c79-369a17aea26b" providerId="ADAL" clId="{18DA49F4-CD4F-46E0-AB35-D6CB797BE416}" dt="2025-10-23T01:34:56.247" v="951" actId="20577"/>
          <ac:spMkLst>
            <pc:docMk/>
            <pc:sldMk cId="2572123172" sldId="1664"/>
            <ac:spMk id="40" creationId="{5C637863-72A0-7AAE-E746-7771BA3EB9CD}"/>
          </ac:spMkLst>
        </pc:spChg>
        <pc:spChg chg="mod">
          <ac:chgData name="Sanmukh Kuppannagari" userId="ad215094-da36-4b66-9c79-369a17aea26b" providerId="ADAL" clId="{18DA49F4-CD4F-46E0-AB35-D6CB797BE416}" dt="2025-10-23T01:35:02.021" v="956" actId="20577"/>
          <ac:spMkLst>
            <pc:docMk/>
            <pc:sldMk cId="2572123172" sldId="1664"/>
            <ac:spMk id="41" creationId="{136E16F6-568D-6E08-4F75-7EA2BE92827F}"/>
          </ac:spMkLst>
        </pc:spChg>
        <pc:spChg chg="add mod">
          <ac:chgData name="Sanmukh Kuppannagari" userId="ad215094-da36-4b66-9c79-369a17aea26b" providerId="ADAL" clId="{18DA49F4-CD4F-46E0-AB35-D6CB797BE416}" dt="2025-10-23T01:35:06.721" v="961" actId="20577"/>
          <ac:spMkLst>
            <pc:docMk/>
            <pc:sldMk cId="2572123172" sldId="1664"/>
            <ac:spMk id="42" creationId="{50B23175-4B52-5F33-6BEC-36E31510DEDE}"/>
          </ac:spMkLst>
        </pc:spChg>
        <pc:spChg chg="add mod">
          <ac:chgData name="Sanmukh Kuppannagari" userId="ad215094-da36-4b66-9c79-369a17aea26b" providerId="ADAL" clId="{18DA49F4-CD4F-46E0-AB35-D6CB797BE416}" dt="2025-10-23T01:33:36.975" v="911" actId="1076"/>
          <ac:spMkLst>
            <pc:docMk/>
            <pc:sldMk cId="2572123172" sldId="1664"/>
            <ac:spMk id="43" creationId="{8604078E-583B-C6A9-6FFD-BDCC1026756F}"/>
          </ac:spMkLst>
        </pc:spChg>
        <pc:spChg chg="add mod">
          <ac:chgData name="Sanmukh Kuppannagari" userId="ad215094-da36-4b66-9c79-369a17aea26b" providerId="ADAL" clId="{18DA49F4-CD4F-46E0-AB35-D6CB797BE416}" dt="2025-10-23T01:38:14.158" v="1038" actId="1076"/>
          <ac:spMkLst>
            <pc:docMk/>
            <pc:sldMk cId="2572123172" sldId="1664"/>
            <ac:spMk id="44" creationId="{C24725FF-C187-5A1A-04EE-97A6C5EF0CDA}"/>
          </ac:spMkLst>
        </pc:spChg>
        <pc:spChg chg="add mod">
          <ac:chgData name="Sanmukh Kuppannagari" userId="ad215094-da36-4b66-9c79-369a17aea26b" providerId="ADAL" clId="{18DA49F4-CD4F-46E0-AB35-D6CB797BE416}" dt="2025-10-23T01:42:47.537" v="1220" actId="1076"/>
          <ac:spMkLst>
            <pc:docMk/>
            <pc:sldMk cId="2572123172" sldId="1664"/>
            <ac:spMk id="45" creationId="{42738D6F-5E29-C306-A158-52850F298A9E}"/>
          </ac:spMkLst>
        </pc:spChg>
        <pc:spChg chg="add mod">
          <ac:chgData name="Sanmukh Kuppannagari" userId="ad215094-da36-4b66-9c79-369a17aea26b" providerId="ADAL" clId="{18DA49F4-CD4F-46E0-AB35-D6CB797BE416}" dt="2025-10-23T01:43:10.018" v="1224"/>
          <ac:spMkLst>
            <pc:docMk/>
            <pc:sldMk cId="2572123172" sldId="1664"/>
            <ac:spMk id="46" creationId="{875F2F62-5379-16CF-05FF-965084A4DF4A}"/>
          </ac:spMkLst>
        </pc:spChg>
        <pc:cxnChg chg="mod">
          <ac:chgData name="Sanmukh Kuppannagari" userId="ad215094-da36-4b66-9c79-369a17aea26b" providerId="ADAL" clId="{18DA49F4-CD4F-46E0-AB35-D6CB797BE416}" dt="2025-10-23T01:32:21.468" v="895" actId="1076"/>
          <ac:cxnSpMkLst>
            <pc:docMk/>
            <pc:sldMk cId="2572123172" sldId="1664"/>
            <ac:cxnSpMk id="7" creationId="{B37CC758-1F27-0DC0-6A7B-7E7E98413828}"/>
          </ac:cxnSpMkLst>
        </pc:cxnChg>
      </pc:sldChg>
      <pc:sldChg chg="del">
        <pc:chgData name="Sanmukh Kuppannagari" userId="ad215094-da36-4b66-9c79-369a17aea26b" providerId="ADAL" clId="{18DA49F4-CD4F-46E0-AB35-D6CB797BE416}" dt="2025-10-23T00:18:26.715" v="15" actId="47"/>
        <pc:sldMkLst>
          <pc:docMk/>
          <pc:sldMk cId="3192982717" sldId="1664"/>
        </pc:sldMkLst>
      </pc:sldChg>
      <pc:sldChg chg="addSp modSp add mod">
        <pc:chgData name="Sanmukh Kuppannagari" userId="ad215094-da36-4b66-9c79-369a17aea26b" providerId="ADAL" clId="{18DA49F4-CD4F-46E0-AB35-D6CB797BE416}" dt="2025-10-23T01:43:06.500" v="1223" actId="1076"/>
        <pc:sldMkLst>
          <pc:docMk/>
          <pc:sldMk cId="1559486047" sldId="1665"/>
        </pc:sldMkLst>
        <pc:spChg chg="add mod">
          <ac:chgData name="Sanmukh Kuppannagari" userId="ad215094-da36-4b66-9c79-369a17aea26b" providerId="ADAL" clId="{18DA49F4-CD4F-46E0-AB35-D6CB797BE416}" dt="2025-10-23T01:40:31.722" v="1097" actId="1076"/>
          <ac:spMkLst>
            <pc:docMk/>
            <pc:sldMk cId="1559486047" sldId="1665"/>
            <ac:spMk id="3" creationId="{0D60C084-BF7E-92A5-1151-3E512860E80E}"/>
          </ac:spMkLst>
        </pc:spChg>
        <pc:spChg chg="add mod">
          <ac:chgData name="Sanmukh Kuppannagari" userId="ad215094-da36-4b66-9c79-369a17aea26b" providerId="ADAL" clId="{18DA49F4-CD4F-46E0-AB35-D6CB797BE416}" dt="2025-10-23T01:41:09.716" v="1186" actId="1076"/>
          <ac:spMkLst>
            <pc:docMk/>
            <pc:sldMk cId="1559486047" sldId="1665"/>
            <ac:spMk id="10" creationId="{A125350C-1571-7F8D-A14F-E3B0D44F9203}"/>
          </ac:spMkLst>
        </pc:spChg>
        <pc:spChg chg="mod">
          <ac:chgData name="Sanmukh Kuppannagari" userId="ad215094-da36-4b66-9c79-369a17aea26b" providerId="ADAL" clId="{18DA49F4-CD4F-46E0-AB35-D6CB797BE416}" dt="2025-10-23T01:38:59.764" v="1044" actId="20577"/>
          <ac:spMkLst>
            <pc:docMk/>
            <pc:sldMk cId="1559486047" sldId="1665"/>
            <ac:spMk id="44" creationId="{BEBB86FA-C1A5-90E1-628B-B818D182C19A}"/>
          </ac:spMkLst>
        </pc:spChg>
        <pc:spChg chg="add mod">
          <ac:chgData name="Sanmukh Kuppannagari" userId="ad215094-da36-4b66-9c79-369a17aea26b" providerId="ADAL" clId="{18DA49F4-CD4F-46E0-AB35-D6CB797BE416}" dt="2025-10-23T01:41:55.561" v="1211" actId="14100"/>
          <ac:spMkLst>
            <pc:docMk/>
            <pc:sldMk cId="1559486047" sldId="1665"/>
            <ac:spMk id="45" creationId="{BDDFB8E0-A7CC-4E88-792D-2DDE1375B672}"/>
          </ac:spMkLst>
        </pc:spChg>
        <pc:spChg chg="add mod">
          <ac:chgData name="Sanmukh Kuppannagari" userId="ad215094-da36-4b66-9c79-369a17aea26b" providerId="ADAL" clId="{18DA49F4-CD4F-46E0-AB35-D6CB797BE416}" dt="2025-10-23T01:42:51.018" v="1221"/>
          <ac:spMkLst>
            <pc:docMk/>
            <pc:sldMk cId="1559486047" sldId="1665"/>
            <ac:spMk id="48" creationId="{89156DDE-B362-9EE7-D898-32FB96E7860F}"/>
          </ac:spMkLst>
        </pc:spChg>
        <pc:spChg chg="add mod">
          <ac:chgData name="Sanmukh Kuppannagari" userId="ad215094-da36-4b66-9c79-369a17aea26b" providerId="ADAL" clId="{18DA49F4-CD4F-46E0-AB35-D6CB797BE416}" dt="2025-10-23T01:43:06.500" v="1223" actId="1076"/>
          <ac:spMkLst>
            <pc:docMk/>
            <pc:sldMk cId="1559486047" sldId="1665"/>
            <ac:spMk id="49" creationId="{454EF5E8-3A09-D951-F531-5B9A86BD7395}"/>
          </ac:spMkLst>
        </pc:spChg>
        <pc:cxnChg chg="add mod">
          <ac:chgData name="Sanmukh Kuppannagari" userId="ad215094-da36-4b66-9c79-369a17aea26b" providerId="ADAL" clId="{18DA49F4-CD4F-46E0-AB35-D6CB797BE416}" dt="2025-10-23T01:42:12.553" v="1215" actId="208"/>
          <ac:cxnSpMkLst>
            <pc:docMk/>
            <pc:sldMk cId="1559486047" sldId="1665"/>
            <ac:cxnSpMk id="26" creationId="{D9B3B8D7-222D-48C8-4777-D70A6C934726}"/>
          </ac:cxnSpMkLst>
        </pc:cxnChg>
        <pc:cxnChg chg="add mod">
          <ac:chgData name="Sanmukh Kuppannagari" userId="ad215094-da36-4b66-9c79-369a17aea26b" providerId="ADAL" clId="{18DA49F4-CD4F-46E0-AB35-D6CB797BE416}" dt="2025-10-23T01:42:12.553" v="1215" actId="208"/>
          <ac:cxnSpMkLst>
            <pc:docMk/>
            <pc:sldMk cId="1559486047" sldId="1665"/>
            <ac:cxnSpMk id="46" creationId="{365A7C51-4B92-030A-C58F-D46898C0BBA0}"/>
          </ac:cxnSpMkLst>
        </pc:cxnChg>
      </pc:sldChg>
      <pc:sldChg chg="addSp delSp modSp new mod">
        <pc:chgData name="Sanmukh Kuppannagari" userId="ad215094-da36-4b66-9c79-369a17aea26b" providerId="ADAL" clId="{18DA49F4-CD4F-46E0-AB35-D6CB797BE416}" dt="2025-10-23T01:56:23.536" v="1333" actId="20577"/>
        <pc:sldMkLst>
          <pc:docMk/>
          <pc:sldMk cId="232190179" sldId="1666"/>
        </pc:sldMkLst>
        <pc:spChg chg="mod">
          <ac:chgData name="Sanmukh Kuppannagari" userId="ad215094-da36-4b66-9c79-369a17aea26b" providerId="ADAL" clId="{18DA49F4-CD4F-46E0-AB35-D6CB797BE416}" dt="2025-10-23T01:43:36.277" v="1226"/>
          <ac:spMkLst>
            <pc:docMk/>
            <pc:sldMk cId="232190179" sldId="1666"/>
            <ac:spMk id="2" creationId="{8ACCE10F-5B7D-F613-219B-BA482C7CFC7B}"/>
          </ac:spMkLst>
        </pc:spChg>
        <pc:spChg chg="del">
          <ac:chgData name="Sanmukh Kuppannagari" userId="ad215094-da36-4b66-9c79-369a17aea26b" providerId="ADAL" clId="{18DA49F4-CD4F-46E0-AB35-D6CB797BE416}" dt="2025-10-23T01:43:50.573" v="1227" actId="478"/>
          <ac:spMkLst>
            <pc:docMk/>
            <pc:sldMk cId="232190179" sldId="1666"/>
            <ac:spMk id="3" creationId="{CF1146E7-33A3-C4B2-043B-84437CB423F2}"/>
          </ac:spMkLst>
        </pc:spChg>
        <pc:spChg chg="add mod">
          <ac:chgData name="Sanmukh Kuppannagari" userId="ad215094-da36-4b66-9c79-369a17aea26b" providerId="ADAL" clId="{18DA49F4-CD4F-46E0-AB35-D6CB797BE416}" dt="2025-10-23T01:43:54.078" v="1229" actId="1076"/>
          <ac:spMkLst>
            <pc:docMk/>
            <pc:sldMk cId="232190179" sldId="1666"/>
            <ac:spMk id="9" creationId="{B99EA8F9-C7B1-1FF1-4199-DF890ED91FDE}"/>
          </ac:spMkLst>
        </pc:spChg>
        <pc:spChg chg="add mod">
          <ac:chgData name="Sanmukh Kuppannagari" userId="ad215094-da36-4b66-9c79-369a17aea26b" providerId="ADAL" clId="{18DA49F4-CD4F-46E0-AB35-D6CB797BE416}" dt="2025-10-23T01:43:54.078" v="1229" actId="1076"/>
          <ac:spMkLst>
            <pc:docMk/>
            <pc:sldMk cId="232190179" sldId="1666"/>
            <ac:spMk id="10" creationId="{7CB80AB0-D441-D173-5B6D-323B14073108}"/>
          </ac:spMkLst>
        </pc:spChg>
        <pc:spChg chg="add mod">
          <ac:chgData name="Sanmukh Kuppannagari" userId="ad215094-da36-4b66-9c79-369a17aea26b" providerId="ADAL" clId="{18DA49F4-CD4F-46E0-AB35-D6CB797BE416}" dt="2025-10-23T01:43:54.078" v="1229" actId="1076"/>
          <ac:spMkLst>
            <pc:docMk/>
            <pc:sldMk cId="232190179" sldId="1666"/>
            <ac:spMk id="11" creationId="{504CBE61-5EDB-5415-14A0-4950811E0C9D}"/>
          </ac:spMkLst>
        </pc:spChg>
        <pc:spChg chg="add mod">
          <ac:chgData name="Sanmukh Kuppannagari" userId="ad215094-da36-4b66-9c79-369a17aea26b" providerId="ADAL" clId="{18DA49F4-CD4F-46E0-AB35-D6CB797BE416}" dt="2025-10-23T01:43:54.078" v="1229" actId="1076"/>
          <ac:spMkLst>
            <pc:docMk/>
            <pc:sldMk cId="232190179" sldId="1666"/>
            <ac:spMk id="12" creationId="{EFBB20C1-8C09-B3B2-71F5-E943A5696034}"/>
          </ac:spMkLst>
        </pc:spChg>
        <pc:spChg chg="add mod">
          <ac:chgData name="Sanmukh Kuppannagari" userId="ad215094-da36-4b66-9c79-369a17aea26b" providerId="ADAL" clId="{18DA49F4-CD4F-46E0-AB35-D6CB797BE416}" dt="2025-10-23T01:43:54.078" v="1229" actId="1076"/>
          <ac:spMkLst>
            <pc:docMk/>
            <pc:sldMk cId="232190179" sldId="1666"/>
            <ac:spMk id="13" creationId="{510F9B1A-D248-3B23-C47E-B09378D645CA}"/>
          </ac:spMkLst>
        </pc:spChg>
        <pc:spChg chg="add mod">
          <ac:chgData name="Sanmukh Kuppannagari" userId="ad215094-da36-4b66-9c79-369a17aea26b" providerId="ADAL" clId="{18DA49F4-CD4F-46E0-AB35-D6CB797BE416}" dt="2025-10-23T01:43:54.078" v="1229" actId="1076"/>
          <ac:spMkLst>
            <pc:docMk/>
            <pc:sldMk cId="232190179" sldId="1666"/>
            <ac:spMk id="14" creationId="{8EC5359B-A9D8-395B-AC56-F6477F85515D}"/>
          </ac:spMkLst>
        </pc:spChg>
        <pc:spChg chg="add mod">
          <ac:chgData name="Sanmukh Kuppannagari" userId="ad215094-da36-4b66-9c79-369a17aea26b" providerId="ADAL" clId="{18DA49F4-CD4F-46E0-AB35-D6CB797BE416}" dt="2025-10-23T01:43:54.078" v="1229" actId="1076"/>
          <ac:spMkLst>
            <pc:docMk/>
            <pc:sldMk cId="232190179" sldId="1666"/>
            <ac:spMk id="17" creationId="{C9EEA8B8-135A-A0FD-B30A-F983AF2A9BC5}"/>
          </ac:spMkLst>
        </pc:spChg>
        <pc:spChg chg="add mod">
          <ac:chgData name="Sanmukh Kuppannagari" userId="ad215094-da36-4b66-9c79-369a17aea26b" providerId="ADAL" clId="{18DA49F4-CD4F-46E0-AB35-D6CB797BE416}" dt="2025-10-23T01:43:54.078" v="1229" actId="1076"/>
          <ac:spMkLst>
            <pc:docMk/>
            <pc:sldMk cId="232190179" sldId="1666"/>
            <ac:spMk id="19" creationId="{8C43C07A-5880-5917-86F8-66D3DF256768}"/>
          </ac:spMkLst>
        </pc:spChg>
        <pc:spChg chg="add mod">
          <ac:chgData name="Sanmukh Kuppannagari" userId="ad215094-da36-4b66-9c79-369a17aea26b" providerId="ADAL" clId="{18DA49F4-CD4F-46E0-AB35-D6CB797BE416}" dt="2025-10-23T01:43:54.078" v="1229" actId="1076"/>
          <ac:spMkLst>
            <pc:docMk/>
            <pc:sldMk cId="232190179" sldId="1666"/>
            <ac:spMk id="20" creationId="{33A69B07-0A0D-7CC6-82FB-860D44794DCA}"/>
          </ac:spMkLst>
        </pc:spChg>
        <pc:spChg chg="add del mod">
          <ac:chgData name="Sanmukh Kuppannagari" userId="ad215094-da36-4b66-9c79-369a17aea26b" providerId="ADAL" clId="{18DA49F4-CD4F-46E0-AB35-D6CB797BE416}" dt="2025-10-23T01:43:57.163" v="1230" actId="478"/>
          <ac:spMkLst>
            <pc:docMk/>
            <pc:sldMk cId="232190179" sldId="1666"/>
            <ac:spMk id="21" creationId="{19F2840D-AD47-B2DE-87AC-EEE04A429775}"/>
          </ac:spMkLst>
        </pc:spChg>
        <pc:spChg chg="add mod">
          <ac:chgData name="Sanmukh Kuppannagari" userId="ad215094-da36-4b66-9c79-369a17aea26b" providerId="ADAL" clId="{18DA49F4-CD4F-46E0-AB35-D6CB797BE416}" dt="2025-10-23T01:44:12.232" v="1232" actId="1076"/>
          <ac:spMkLst>
            <pc:docMk/>
            <pc:sldMk cId="232190179" sldId="1666"/>
            <ac:spMk id="22" creationId="{D56B3211-7872-4515-7721-C7F720F8264E}"/>
          </ac:spMkLst>
        </pc:spChg>
        <pc:spChg chg="add mod">
          <ac:chgData name="Sanmukh Kuppannagari" userId="ad215094-da36-4b66-9c79-369a17aea26b" providerId="ADAL" clId="{18DA49F4-CD4F-46E0-AB35-D6CB797BE416}" dt="2025-10-23T01:44:46.699" v="1243" actId="1076"/>
          <ac:spMkLst>
            <pc:docMk/>
            <pc:sldMk cId="232190179" sldId="1666"/>
            <ac:spMk id="23" creationId="{61AC3068-39D8-CCD0-EFC9-56243ADC1533}"/>
          </ac:spMkLst>
        </pc:spChg>
        <pc:spChg chg="add mod">
          <ac:chgData name="Sanmukh Kuppannagari" userId="ad215094-da36-4b66-9c79-369a17aea26b" providerId="ADAL" clId="{18DA49F4-CD4F-46E0-AB35-D6CB797BE416}" dt="2025-10-23T01:44:33.780" v="1240" actId="1076"/>
          <ac:spMkLst>
            <pc:docMk/>
            <pc:sldMk cId="232190179" sldId="1666"/>
            <ac:spMk id="24" creationId="{EF61101E-C47E-7BB2-DB5F-BA5CCC2E5FF0}"/>
          </ac:spMkLst>
        </pc:spChg>
        <pc:spChg chg="add mod">
          <ac:chgData name="Sanmukh Kuppannagari" userId="ad215094-da36-4b66-9c79-369a17aea26b" providerId="ADAL" clId="{18DA49F4-CD4F-46E0-AB35-D6CB797BE416}" dt="2025-10-23T01:44:12.232" v="1232" actId="1076"/>
          <ac:spMkLst>
            <pc:docMk/>
            <pc:sldMk cId="232190179" sldId="1666"/>
            <ac:spMk id="29" creationId="{C9985705-EA45-6816-562D-1CC81B2AF7AD}"/>
          </ac:spMkLst>
        </pc:spChg>
        <pc:spChg chg="add mod">
          <ac:chgData name="Sanmukh Kuppannagari" userId="ad215094-da36-4b66-9c79-369a17aea26b" providerId="ADAL" clId="{18DA49F4-CD4F-46E0-AB35-D6CB797BE416}" dt="2025-10-23T01:44:12.232" v="1232" actId="1076"/>
          <ac:spMkLst>
            <pc:docMk/>
            <pc:sldMk cId="232190179" sldId="1666"/>
            <ac:spMk id="30" creationId="{DEC1F149-9E15-8B95-2DAD-A2718A3C7D2E}"/>
          </ac:spMkLst>
        </pc:spChg>
        <pc:spChg chg="add mod">
          <ac:chgData name="Sanmukh Kuppannagari" userId="ad215094-da36-4b66-9c79-369a17aea26b" providerId="ADAL" clId="{18DA49F4-CD4F-46E0-AB35-D6CB797BE416}" dt="2025-10-23T01:44:12.232" v="1232" actId="1076"/>
          <ac:spMkLst>
            <pc:docMk/>
            <pc:sldMk cId="232190179" sldId="1666"/>
            <ac:spMk id="31" creationId="{FAF74DF8-AF6E-EAF8-82CB-D81160866C5F}"/>
          </ac:spMkLst>
        </pc:spChg>
        <pc:spChg chg="add mod">
          <ac:chgData name="Sanmukh Kuppannagari" userId="ad215094-da36-4b66-9c79-369a17aea26b" providerId="ADAL" clId="{18DA49F4-CD4F-46E0-AB35-D6CB797BE416}" dt="2025-10-23T01:44:12.232" v="1232" actId="1076"/>
          <ac:spMkLst>
            <pc:docMk/>
            <pc:sldMk cId="232190179" sldId="1666"/>
            <ac:spMk id="32" creationId="{41E3ECB7-F9F1-F925-0EBA-ADA12BD4DC6C}"/>
          </ac:spMkLst>
        </pc:spChg>
        <pc:spChg chg="add mod">
          <ac:chgData name="Sanmukh Kuppannagari" userId="ad215094-da36-4b66-9c79-369a17aea26b" providerId="ADAL" clId="{18DA49F4-CD4F-46E0-AB35-D6CB797BE416}" dt="2025-10-23T01:44:43.796" v="1242" actId="1076"/>
          <ac:spMkLst>
            <pc:docMk/>
            <pc:sldMk cId="232190179" sldId="1666"/>
            <ac:spMk id="36" creationId="{8919DF12-C205-FE77-FA5B-1C605355F673}"/>
          </ac:spMkLst>
        </pc:spChg>
        <pc:spChg chg="add mod">
          <ac:chgData name="Sanmukh Kuppannagari" userId="ad215094-da36-4b66-9c79-369a17aea26b" providerId="ADAL" clId="{18DA49F4-CD4F-46E0-AB35-D6CB797BE416}" dt="2025-10-23T01:53:05.767" v="1312" actId="1076"/>
          <ac:spMkLst>
            <pc:docMk/>
            <pc:sldMk cId="232190179" sldId="1666"/>
            <ac:spMk id="37" creationId="{79B166C7-B199-4B89-7CA5-6FB188A74522}"/>
          </ac:spMkLst>
        </pc:spChg>
        <pc:spChg chg="add mod">
          <ac:chgData name="Sanmukh Kuppannagari" userId="ad215094-da36-4b66-9c79-369a17aea26b" providerId="ADAL" clId="{18DA49F4-CD4F-46E0-AB35-D6CB797BE416}" dt="2025-10-23T01:45:07.621" v="1245" actId="1076"/>
          <ac:spMkLst>
            <pc:docMk/>
            <pc:sldMk cId="232190179" sldId="1666"/>
            <ac:spMk id="38" creationId="{46D1BF48-509A-8823-8CFE-7E74B72E3DF7}"/>
          </ac:spMkLst>
        </pc:spChg>
        <pc:spChg chg="add mod">
          <ac:chgData name="Sanmukh Kuppannagari" userId="ad215094-da36-4b66-9c79-369a17aea26b" providerId="ADAL" clId="{18DA49F4-CD4F-46E0-AB35-D6CB797BE416}" dt="2025-10-23T01:46:09.992" v="1307" actId="1038"/>
          <ac:spMkLst>
            <pc:docMk/>
            <pc:sldMk cId="232190179" sldId="1666"/>
            <ac:spMk id="43" creationId="{D689DA36-7970-CB61-B385-B8389F8D031E}"/>
          </ac:spMkLst>
        </pc:spChg>
        <pc:spChg chg="add del mod">
          <ac:chgData name="Sanmukh Kuppannagari" userId="ad215094-da36-4b66-9c79-369a17aea26b" providerId="ADAL" clId="{18DA49F4-CD4F-46E0-AB35-D6CB797BE416}" dt="2025-10-23T01:46:14.772" v="1308" actId="478"/>
          <ac:spMkLst>
            <pc:docMk/>
            <pc:sldMk cId="232190179" sldId="1666"/>
            <ac:spMk id="44" creationId="{1CD3C4E5-2B7D-2F03-5942-8CEAF12E9C01}"/>
          </ac:spMkLst>
        </pc:spChg>
        <pc:spChg chg="add del mod">
          <ac:chgData name="Sanmukh Kuppannagari" userId="ad215094-da36-4b66-9c79-369a17aea26b" providerId="ADAL" clId="{18DA49F4-CD4F-46E0-AB35-D6CB797BE416}" dt="2025-10-23T01:46:17.707" v="1309" actId="478"/>
          <ac:spMkLst>
            <pc:docMk/>
            <pc:sldMk cId="232190179" sldId="1666"/>
            <ac:spMk id="45" creationId="{8E07AF10-520F-BAFA-4EE1-D27C41F4EC76}"/>
          </ac:spMkLst>
        </pc:spChg>
        <pc:spChg chg="add del mod">
          <ac:chgData name="Sanmukh Kuppannagari" userId="ad215094-da36-4b66-9c79-369a17aea26b" providerId="ADAL" clId="{18DA49F4-CD4F-46E0-AB35-D6CB797BE416}" dt="2025-10-23T01:56:09.224" v="1326" actId="478"/>
          <ac:spMkLst>
            <pc:docMk/>
            <pc:sldMk cId="232190179" sldId="1666"/>
            <ac:spMk id="46" creationId="{09561813-D392-A90E-548E-8A0E9B660F46}"/>
          </ac:spMkLst>
        </pc:spChg>
        <pc:spChg chg="add mod">
          <ac:chgData name="Sanmukh Kuppannagari" userId="ad215094-da36-4b66-9c79-369a17aea26b" providerId="ADAL" clId="{18DA49F4-CD4F-46E0-AB35-D6CB797BE416}" dt="2025-10-23T01:45:16.228" v="1248" actId="20577"/>
          <ac:spMkLst>
            <pc:docMk/>
            <pc:sldMk cId="232190179" sldId="1666"/>
            <ac:spMk id="49" creationId="{D8137255-8910-D80A-8F8D-9C353EB58E6C}"/>
          </ac:spMkLst>
        </pc:spChg>
        <pc:spChg chg="add mod">
          <ac:chgData name="Sanmukh Kuppannagari" userId="ad215094-da36-4b66-9c79-369a17aea26b" providerId="ADAL" clId="{18DA49F4-CD4F-46E0-AB35-D6CB797BE416}" dt="2025-10-23T01:45:26.967" v="1250" actId="1076"/>
          <ac:spMkLst>
            <pc:docMk/>
            <pc:sldMk cId="232190179" sldId="1666"/>
            <ac:spMk id="50" creationId="{A2C73C87-9850-71D4-A038-AAD54FF1871A}"/>
          </ac:spMkLst>
        </pc:spChg>
        <pc:spChg chg="add mod">
          <ac:chgData name="Sanmukh Kuppannagari" userId="ad215094-da36-4b66-9c79-369a17aea26b" providerId="ADAL" clId="{18DA49F4-CD4F-46E0-AB35-D6CB797BE416}" dt="2025-10-23T01:53:22.015" v="1318" actId="20577"/>
          <ac:spMkLst>
            <pc:docMk/>
            <pc:sldMk cId="232190179" sldId="1666"/>
            <ac:spMk id="51" creationId="{1A8EAF3C-B204-AAA1-D64F-1129074750C2}"/>
          </ac:spMkLst>
        </pc:spChg>
        <pc:spChg chg="add mod">
          <ac:chgData name="Sanmukh Kuppannagari" userId="ad215094-da36-4b66-9c79-369a17aea26b" providerId="ADAL" clId="{18DA49F4-CD4F-46E0-AB35-D6CB797BE416}" dt="2025-10-23T01:56:03.848" v="1325" actId="20577"/>
          <ac:spMkLst>
            <pc:docMk/>
            <pc:sldMk cId="232190179" sldId="1666"/>
            <ac:spMk id="52" creationId="{AE7755D0-F6AC-7C6A-2C96-8D586E6FF89C}"/>
          </ac:spMkLst>
        </pc:spChg>
        <pc:spChg chg="add mod">
          <ac:chgData name="Sanmukh Kuppannagari" userId="ad215094-da36-4b66-9c79-369a17aea26b" providerId="ADAL" clId="{18DA49F4-CD4F-46E0-AB35-D6CB797BE416}" dt="2025-10-23T01:56:23.536" v="1333" actId="20577"/>
          <ac:spMkLst>
            <pc:docMk/>
            <pc:sldMk cId="232190179" sldId="1666"/>
            <ac:spMk id="53" creationId="{5E8D90D2-0C64-6AE2-07CF-DC653B281F51}"/>
          </ac:spMkLst>
        </pc:spChg>
        <pc:cxnChg chg="add mod">
          <ac:chgData name="Sanmukh Kuppannagari" userId="ad215094-da36-4b66-9c79-369a17aea26b" providerId="ADAL" clId="{18DA49F4-CD4F-46E0-AB35-D6CB797BE416}" dt="2025-10-23T01:44:12.232" v="1232" actId="1076"/>
          <ac:cxnSpMkLst>
            <pc:docMk/>
            <pc:sldMk cId="232190179" sldId="1666"/>
            <ac:cxnSpMk id="25" creationId="{C33D8210-9005-9EE0-4E4A-E1876FB60355}"/>
          </ac:cxnSpMkLst>
        </pc:cxnChg>
        <pc:cxnChg chg="add mod">
          <ac:chgData name="Sanmukh Kuppannagari" userId="ad215094-da36-4b66-9c79-369a17aea26b" providerId="ADAL" clId="{18DA49F4-CD4F-46E0-AB35-D6CB797BE416}" dt="2025-10-23T01:44:12.232" v="1232" actId="1076"/>
          <ac:cxnSpMkLst>
            <pc:docMk/>
            <pc:sldMk cId="232190179" sldId="1666"/>
            <ac:cxnSpMk id="26" creationId="{E7E65201-30CE-208E-D772-6CF8C253201C}"/>
          </ac:cxnSpMkLst>
        </pc:cxnChg>
        <pc:cxnChg chg="add mod">
          <ac:chgData name="Sanmukh Kuppannagari" userId="ad215094-da36-4b66-9c79-369a17aea26b" providerId="ADAL" clId="{18DA49F4-CD4F-46E0-AB35-D6CB797BE416}" dt="2025-10-23T01:44:12.232" v="1232" actId="1076"/>
          <ac:cxnSpMkLst>
            <pc:docMk/>
            <pc:sldMk cId="232190179" sldId="1666"/>
            <ac:cxnSpMk id="27" creationId="{4BCF8AD3-3CCF-3E19-2E4F-AAFD639C84E8}"/>
          </ac:cxnSpMkLst>
        </pc:cxnChg>
        <pc:cxnChg chg="add mod">
          <ac:chgData name="Sanmukh Kuppannagari" userId="ad215094-da36-4b66-9c79-369a17aea26b" providerId="ADAL" clId="{18DA49F4-CD4F-46E0-AB35-D6CB797BE416}" dt="2025-10-23T01:44:18.132" v="1234" actId="1076"/>
          <ac:cxnSpMkLst>
            <pc:docMk/>
            <pc:sldMk cId="232190179" sldId="1666"/>
            <ac:cxnSpMk id="33" creationId="{6FEA31BD-8D2A-3258-F325-19413D939CF1}"/>
          </ac:cxnSpMkLst>
        </pc:cxnChg>
        <pc:cxnChg chg="add mod">
          <ac:chgData name="Sanmukh Kuppannagari" userId="ad215094-da36-4b66-9c79-369a17aea26b" providerId="ADAL" clId="{18DA49F4-CD4F-46E0-AB35-D6CB797BE416}" dt="2025-10-23T01:44:30.131" v="1239" actId="1076"/>
          <ac:cxnSpMkLst>
            <pc:docMk/>
            <pc:sldMk cId="232190179" sldId="1666"/>
            <ac:cxnSpMk id="34" creationId="{F2C09067-D6D3-5335-11C3-66312A2D0AF1}"/>
          </ac:cxnSpMkLst>
        </pc:cxnChg>
        <pc:cxnChg chg="add mod">
          <ac:chgData name="Sanmukh Kuppannagari" userId="ad215094-da36-4b66-9c79-369a17aea26b" providerId="ADAL" clId="{18DA49F4-CD4F-46E0-AB35-D6CB797BE416}" dt="2025-10-23T01:45:07.621" v="1245" actId="1076"/>
          <ac:cxnSpMkLst>
            <pc:docMk/>
            <pc:sldMk cId="232190179" sldId="1666"/>
            <ac:cxnSpMk id="39" creationId="{654A7F90-BE4A-AF5C-1F53-98F83710B1E9}"/>
          </ac:cxnSpMkLst>
        </pc:cxnChg>
        <pc:cxnChg chg="add mod">
          <ac:chgData name="Sanmukh Kuppannagari" userId="ad215094-da36-4b66-9c79-369a17aea26b" providerId="ADAL" clId="{18DA49F4-CD4F-46E0-AB35-D6CB797BE416}" dt="2025-10-23T01:45:07.621" v="1245" actId="1076"/>
          <ac:cxnSpMkLst>
            <pc:docMk/>
            <pc:sldMk cId="232190179" sldId="1666"/>
            <ac:cxnSpMk id="41" creationId="{1CCC8534-8473-AB27-88BA-371A941343A2}"/>
          </ac:cxnSpMkLst>
        </pc:cxnChg>
        <pc:cxnChg chg="add mod">
          <ac:chgData name="Sanmukh Kuppannagari" userId="ad215094-da36-4b66-9c79-369a17aea26b" providerId="ADAL" clId="{18DA49F4-CD4F-46E0-AB35-D6CB797BE416}" dt="2025-10-23T01:45:07.621" v="1245" actId="1076"/>
          <ac:cxnSpMkLst>
            <pc:docMk/>
            <pc:sldMk cId="232190179" sldId="1666"/>
            <ac:cxnSpMk id="42" creationId="{5D5B411A-484C-9FB6-F0AC-A16D1B5F1DFA}"/>
          </ac:cxnSpMkLst>
        </pc:cxnChg>
        <pc:cxnChg chg="add mod">
          <ac:chgData name="Sanmukh Kuppannagari" userId="ad215094-da36-4b66-9c79-369a17aea26b" providerId="ADAL" clId="{18DA49F4-CD4F-46E0-AB35-D6CB797BE416}" dt="2025-10-23T01:45:07.621" v="1245" actId="1076"/>
          <ac:cxnSpMkLst>
            <pc:docMk/>
            <pc:sldMk cId="232190179" sldId="1666"/>
            <ac:cxnSpMk id="47" creationId="{A906BD2E-DE88-21C1-2FBE-CB29310FF860}"/>
          </ac:cxnSpMkLst>
        </pc:cxnChg>
      </pc:sldChg>
      <pc:sldChg chg="modSp add mod">
        <pc:chgData name="Sanmukh Kuppannagari" userId="ad215094-da36-4b66-9c79-369a17aea26b" providerId="ADAL" clId="{18DA49F4-CD4F-46E0-AB35-D6CB797BE416}" dt="2025-10-23T01:56:58.918" v="1366" actId="20577"/>
        <pc:sldMkLst>
          <pc:docMk/>
          <pc:sldMk cId="4100036021" sldId="1667"/>
        </pc:sldMkLst>
        <pc:spChg chg="mod">
          <ac:chgData name="Sanmukh Kuppannagari" userId="ad215094-da36-4b66-9c79-369a17aea26b" providerId="ADAL" clId="{18DA49F4-CD4F-46E0-AB35-D6CB797BE416}" dt="2025-10-23T01:56:44.641" v="1354" actId="20577"/>
          <ac:spMkLst>
            <pc:docMk/>
            <pc:sldMk cId="4100036021" sldId="1667"/>
            <ac:spMk id="43" creationId="{3BEF9BBF-FCF5-D5EE-0A4D-A9B001FC20C8}"/>
          </ac:spMkLst>
        </pc:spChg>
        <pc:spChg chg="mod">
          <ac:chgData name="Sanmukh Kuppannagari" userId="ad215094-da36-4b66-9c79-369a17aea26b" providerId="ADAL" clId="{18DA49F4-CD4F-46E0-AB35-D6CB797BE416}" dt="2025-10-23T01:56:48.139" v="1358" actId="20577"/>
          <ac:spMkLst>
            <pc:docMk/>
            <pc:sldMk cId="4100036021" sldId="1667"/>
            <ac:spMk id="51" creationId="{7F83ED43-5E96-5024-70C1-2224DDB668C2}"/>
          </ac:spMkLst>
        </pc:spChg>
        <pc:spChg chg="mod">
          <ac:chgData name="Sanmukh Kuppannagari" userId="ad215094-da36-4b66-9c79-369a17aea26b" providerId="ADAL" clId="{18DA49F4-CD4F-46E0-AB35-D6CB797BE416}" dt="2025-10-23T01:56:54.421" v="1362" actId="20577"/>
          <ac:spMkLst>
            <pc:docMk/>
            <pc:sldMk cId="4100036021" sldId="1667"/>
            <ac:spMk id="52" creationId="{C96199C1-DC64-9D1C-BD2B-4838FB64F91C}"/>
          </ac:spMkLst>
        </pc:spChg>
        <pc:spChg chg="mod">
          <ac:chgData name="Sanmukh Kuppannagari" userId="ad215094-da36-4b66-9c79-369a17aea26b" providerId="ADAL" clId="{18DA49F4-CD4F-46E0-AB35-D6CB797BE416}" dt="2025-10-23T01:56:58.918" v="1366" actId="20577"/>
          <ac:spMkLst>
            <pc:docMk/>
            <pc:sldMk cId="4100036021" sldId="1667"/>
            <ac:spMk id="53" creationId="{563399F2-3F21-464F-6CBF-6C1AF7043188}"/>
          </ac:spMkLst>
        </pc:spChg>
      </pc:sldChg>
      <pc:sldChg chg="addSp delSp modSp new mod">
        <pc:chgData name="Sanmukh Kuppannagari" userId="ad215094-da36-4b66-9c79-369a17aea26b" providerId="ADAL" clId="{18DA49F4-CD4F-46E0-AB35-D6CB797BE416}" dt="2025-10-23T01:58:07.862" v="1434" actId="1076"/>
        <pc:sldMkLst>
          <pc:docMk/>
          <pc:sldMk cId="3558447713" sldId="1668"/>
        </pc:sldMkLst>
        <pc:spChg chg="mod">
          <ac:chgData name="Sanmukh Kuppannagari" userId="ad215094-da36-4b66-9c79-369a17aea26b" providerId="ADAL" clId="{18DA49F4-CD4F-46E0-AB35-D6CB797BE416}" dt="2025-10-23T01:57:33.918" v="1410" actId="20577"/>
          <ac:spMkLst>
            <pc:docMk/>
            <pc:sldMk cId="3558447713" sldId="1668"/>
            <ac:spMk id="2" creationId="{BAEBEF9F-BD43-3178-3EB4-4A1DC38054DB}"/>
          </ac:spMkLst>
        </pc:spChg>
        <pc:spChg chg="del">
          <ac:chgData name="Sanmukh Kuppannagari" userId="ad215094-da36-4b66-9c79-369a17aea26b" providerId="ADAL" clId="{18DA49F4-CD4F-46E0-AB35-D6CB797BE416}" dt="2025-10-23T01:57:36.087" v="1411" actId="478"/>
          <ac:spMkLst>
            <pc:docMk/>
            <pc:sldMk cId="3558447713" sldId="1668"/>
            <ac:spMk id="3" creationId="{EFA4D534-F0BA-4BFD-8697-08A9ACEA642D}"/>
          </ac:spMkLst>
        </pc:spChg>
        <pc:spChg chg="add mod">
          <ac:chgData name="Sanmukh Kuppannagari" userId="ad215094-da36-4b66-9c79-369a17aea26b" providerId="ADAL" clId="{18DA49F4-CD4F-46E0-AB35-D6CB797BE416}" dt="2025-10-23T01:57:50.516" v="1413" actId="1076"/>
          <ac:spMkLst>
            <pc:docMk/>
            <pc:sldMk cId="3558447713" sldId="1668"/>
            <ac:spMk id="4" creationId="{C25CF043-6FA3-1711-5A6B-35E79927B11E}"/>
          </ac:spMkLst>
        </pc:spChg>
        <pc:spChg chg="add mod">
          <ac:chgData name="Sanmukh Kuppannagari" userId="ad215094-da36-4b66-9c79-369a17aea26b" providerId="ADAL" clId="{18DA49F4-CD4F-46E0-AB35-D6CB797BE416}" dt="2025-10-23T01:57:50.516" v="1413" actId="1076"/>
          <ac:spMkLst>
            <pc:docMk/>
            <pc:sldMk cId="3558447713" sldId="1668"/>
            <ac:spMk id="10" creationId="{08C0223D-C0E1-15A4-B611-0C3DB6ED3B0B}"/>
          </ac:spMkLst>
        </pc:spChg>
        <pc:spChg chg="add mod">
          <ac:chgData name="Sanmukh Kuppannagari" userId="ad215094-da36-4b66-9c79-369a17aea26b" providerId="ADAL" clId="{18DA49F4-CD4F-46E0-AB35-D6CB797BE416}" dt="2025-10-23T01:57:50.516" v="1413" actId="1076"/>
          <ac:spMkLst>
            <pc:docMk/>
            <pc:sldMk cId="3558447713" sldId="1668"/>
            <ac:spMk id="19" creationId="{8C8F3A0C-A2AB-0A90-99C8-0BEA1F0F6655}"/>
          </ac:spMkLst>
        </pc:spChg>
        <pc:spChg chg="add mod">
          <ac:chgData name="Sanmukh Kuppannagari" userId="ad215094-da36-4b66-9c79-369a17aea26b" providerId="ADAL" clId="{18DA49F4-CD4F-46E0-AB35-D6CB797BE416}" dt="2025-10-23T01:57:50.516" v="1413" actId="1076"/>
          <ac:spMkLst>
            <pc:docMk/>
            <pc:sldMk cId="3558447713" sldId="1668"/>
            <ac:spMk id="21" creationId="{49548B59-B169-BCF9-878C-B9AC1A7DEEDD}"/>
          </ac:spMkLst>
        </pc:spChg>
        <pc:spChg chg="add mod">
          <ac:chgData name="Sanmukh Kuppannagari" userId="ad215094-da36-4b66-9c79-369a17aea26b" providerId="ADAL" clId="{18DA49F4-CD4F-46E0-AB35-D6CB797BE416}" dt="2025-10-23T01:57:50.516" v="1413" actId="1076"/>
          <ac:spMkLst>
            <pc:docMk/>
            <pc:sldMk cId="3558447713" sldId="1668"/>
            <ac:spMk id="25" creationId="{8CCBF1D5-47A1-5749-129D-0BB762F7AAC3}"/>
          </ac:spMkLst>
        </pc:spChg>
        <pc:spChg chg="add mod">
          <ac:chgData name="Sanmukh Kuppannagari" userId="ad215094-da36-4b66-9c79-369a17aea26b" providerId="ADAL" clId="{18DA49F4-CD4F-46E0-AB35-D6CB797BE416}" dt="2025-10-23T01:57:50.516" v="1413" actId="1076"/>
          <ac:spMkLst>
            <pc:docMk/>
            <pc:sldMk cId="3558447713" sldId="1668"/>
            <ac:spMk id="29" creationId="{DBC3CE1F-2188-C63C-4881-0A6804CAB73C}"/>
          </ac:spMkLst>
        </pc:spChg>
        <pc:spChg chg="add mod">
          <ac:chgData name="Sanmukh Kuppannagari" userId="ad215094-da36-4b66-9c79-369a17aea26b" providerId="ADAL" clId="{18DA49F4-CD4F-46E0-AB35-D6CB797BE416}" dt="2025-10-23T01:57:50.516" v="1413" actId="1076"/>
          <ac:spMkLst>
            <pc:docMk/>
            <pc:sldMk cId="3558447713" sldId="1668"/>
            <ac:spMk id="40" creationId="{CCE8155E-B67B-9D37-F5FC-BC81E75B3ADD}"/>
          </ac:spMkLst>
        </pc:spChg>
        <pc:spChg chg="add mod">
          <ac:chgData name="Sanmukh Kuppannagari" userId="ad215094-da36-4b66-9c79-369a17aea26b" providerId="ADAL" clId="{18DA49F4-CD4F-46E0-AB35-D6CB797BE416}" dt="2025-10-23T01:57:50.516" v="1413" actId="1076"/>
          <ac:spMkLst>
            <pc:docMk/>
            <pc:sldMk cId="3558447713" sldId="1668"/>
            <ac:spMk id="42" creationId="{209193C3-552A-DEFE-6DCB-1D53B389A458}"/>
          </ac:spMkLst>
        </pc:spChg>
        <pc:spChg chg="add mod">
          <ac:chgData name="Sanmukh Kuppannagari" userId="ad215094-da36-4b66-9c79-369a17aea26b" providerId="ADAL" clId="{18DA49F4-CD4F-46E0-AB35-D6CB797BE416}" dt="2025-10-23T01:57:50.516" v="1413" actId="1076"/>
          <ac:spMkLst>
            <pc:docMk/>
            <pc:sldMk cId="3558447713" sldId="1668"/>
            <ac:spMk id="44" creationId="{31F05B4B-924F-E6AC-7DE7-5D2439848EA1}"/>
          </ac:spMkLst>
        </pc:spChg>
        <pc:spChg chg="add mod">
          <ac:chgData name="Sanmukh Kuppannagari" userId="ad215094-da36-4b66-9c79-369a17aea26b" providerId="ADAL" clId="{18DA49F4-CD4F-46E0-AB35-D6CB797BE416}" dt="2025-10-23T01:57:50.516" v="1413" actId="1076"/>
          <ac:spMkLst>
            <pc:docMk/>
            <pc:sldMk cId="3558447713" sldId="1668"/>
            <ac:spMk id="46" creationId="{3DA36037-37A5-B4FF-9475-C40334A8A2E3}"/>
          </ac:spMkLst>
        </pc:spChg>
        <pc:spChg chg="add mod">
          <ac:chgData name="Sanmukh Kuppannagari" userId="ad215094-da36-4b66-9c79-369a17aea26b" providerId="ADAL" clId="{18DA49F4-CD4F-46E0-AB35-D6CB797BE416}" dt="2025-10-23T01:58:07.862" v="1434" actId="1076"/>
          <ac:spMkLst>
            <pc:docMk/>
            <pc:sldMk cId="3558447713" sldId="1668"/>
            <ac:spMk id="50" creationId="{A2FF6FDE-FF7B-FA6E-E22C-FE18F598D207}"/>
          </ac:spMkLst>
        </pc:spChg>
      </pc:sldChg>
      <pc:sldChg chg="modSp add mod">
        <pc:chgData name="Sanmukh Kuppannagari" userId="ad215094-da36-4b66-9c79-369a17aea26b" providerId="ADAL" clId="{18DA49F4-CD4F-46E0-AB35-D6CB797BE416}" dt="2025-10-23T01:58:49.363" v="1459" actId="207"/>
        <pc:sldMkLst>
          <pc:docMk/>
          <pc:sldMk cId="2712878077" sldId="1669"/>
        </pc:sldMkLst>
        <pc:spChg chg="mod">
          <ac:chgData name="Sanmukh Kuppannagari" userId="ad215094-da36-4b66-9c79-369a17aea26b" providerId="ADAL" clId="{18DA49F4-CD4F-46E0-AB35-D6CB797BE416}" dt="2025-10-23T01:58:49.363" v="1459" actId="207"/>
          <ac:spMkLst>
            <pc:docMk/>
            <pc:sldMk cId="2712878077" sldId="1669"/>
            <ac:spMk id="50" creationId="{24B98120-10EE-8E0B-28C8-106042CBA55A}"/>
          </ac:spMkLst>
        </pc:spChg>
      </pc:sldChg>
      <pc:sldChg chg="addSp delSp modSp add mod">
        <pc:chgData name="Sanmukh Kuppannagari" userId="ad215094-da36-4b66-9c79-369a17aea26b" providerId="ADAL" clId="{18DA49F4-CD4F-46E0-AB35-D6CB797BE416}" dt="2025-10-23T01:59:28.823" v="1466"/>
        <pc:sldMkLst>
          <pc:docMk/>
          <pc:sldMk cId="1615511159" sldId="1670"/>
        </pc:sldMkLst>
        <pc:spChg chg="mod">
          <ac:chgData name="Sanmukh Kuppannagari" userId="ad215094-da36-4b66-9c79-369a17aea26b" providerId="ADAL" clId="{18DA49F4-CD4F-46E0-AB35-D6CB797BE416}" dt="2025-10-23T01:59:28.823" v="1466"/>
          <ac:spMkLst>
            <pc:docMk/>
            <pc:sldMk cId="1615511159" sldId="1670"/>
            <ac:spMk id="2" creationId="{17B6B398-967C-1CE8-7F6E-85E2027DEC4C}"/>
          </ac:spMkLst>
        </pc:spChg>
        <pc:spChg chg="add mod">
          <ac:chgData name="Sanmukh Kuppannagari" userId="ad215094-da36-4b66-9c79-369a17aea26b" providerId="ADAL" clId="{18DA49F4-CD4F-46E0-AB35-D6CB797BE416}" dt="2025-10-23T01:59:13.459" v="1463" actId="20577"/>
          <ac:spMkLst>
            <pc:docMk/>
            <pc:sldMk cId="1615511159" sldId="1670"/>
            <ac:spMk id="3" creationId="{19924467-5737-DCCE-7A83-77703F4C31A3}"/>
          </ac:spMkLst>
        </pc:spChg>
        <pc:spChg chg="del">
          <ac:chgData name="Sanmukh Kuppannagari" userId="ad215094-da36-4b66-9c79-369a17aea26b" providerId="ADAL" clId="{18DA49F4-CD4F-46E0-AB35-D6CB797BE416}" dt="2025-10-23T01:59:21.088" v="1464" actId="478"/>
          <ac:spMkLst>
            <pc:docMk/>
            <pc:sldMk cId="1615511159" sldId="1670"/>
            <ac:spMk id="45" creationId="{75CA43AD-690F-46BF-D568-F0EE80038BB6}"/>
          </ac:spMkLst>
        </pc:spChg>
        <pc:spChg chg="del">
          <ac:chgData name="Sanmukh Kuppannagari" userId="ad215094-da36-4b66-9c79-369a17aea26b" providerId="ADAL" clId="{18DA49F4-CD4F-46E0-AB35-D6CB797BE416}" dt="2025-10-23T01:59:22.836" v="1465" actId="478"/>
          <ac:spMkLst>
            <pc:docMk/>
            <pc:sldMk cId="1615511159" sldId="1670"/>
            <ac:spMk id="46" creationId="{FD700794-79FE-6951-37EA-0DC973E5BC5C}"/>
          </ac:spMkLst>
        </pc:spChg>
      </pc:sldChg>
      <pc:sldChg chg="addSp modSp add">
        <pc:chgData name="Sanmukh Kuppannagari" userId="ad215094-da36-4b66-9c79-369a17aea26b" providerId="ADAL" clId="{18DA49F4-CD4F-46E0-AB35-D6CB797BE416}" dt="2025-10-23T02:00:01.173" v="1478" actId="20577"/>
        <pc:sldMkLst>
          <pc:docMk/>
          <pc:sldMk cId="1332615286" sldId="1671"/>
        </pc:sldMkLst>
        <pc:spChg chg="mod">
          <ac:chgData name="Sanmukh Kuppannagari" userId="ad215094-da36-4b66-9c79-369a17aea26b" providerId="ADAL" clId="{18DA49F4-CD4F-46E0-AB35-D6CB797BE416}" dt="2025-10-23T01:59:44.264" v="1468"/>
          <ac:spMkLst>
            <pc:docMk/>
            <pc:sldMk cId="1332615286" sldId="1671"/>
            <ac:spMk id="2" creationId="{CD4DD60A-F536-69B8-5DA5-EA09545023F9}"/>
          </ac:spMkLst>
        </pc:spChg>
        <pc:spChg chg="add mod">
          <ac:chgData name="Sanmukh Kuppannagari" userId="ad215094-da36-4b66-9c79-369a17aea26b" providerId="ADAL" clId="{18DA49F4-CD4F-46E0-AB35-D6CB797BE416}" dt="2025-10-23T02:00:01.173" v="1478" actId="20577"/>
          <ac:spMkLst>
            <pc:docMk/>
            <pc:sldMk cId="1332615286" sldId="1671"/>
            <ac:spMk id="3" creationId="{6CAEE8C8-0E21-D41E-8C8E-7A9D5ABD4CD6}"/>
          </ac:spMkLst>
        </pc:spChg>
      </pc:sldChg>
      <pc:sldChg chg="modSp new mod">
        <pc:chgData name="Sanmukh Kuppannagari" userId="ad215094-da36-4b66-9c79-369a17aea26b" providerId="ADAL" clId="{18DA49F4-CD4F-46E0-AB35-D6CB797BE416}" dt="2025-10-23T02:01:14.572" v="1614" actId="20577"/>
        <pc:sldMkLst>
          <pc:docMk/>
          <pc:sldMk cId="1130598928" sldId="1672"/>
        </pc:sldMkLst>
        <pc:spChg chg="mod">
          <ac:chgData name="Sanmukh Kuppannagari" userId="ad215094-da36-4b66-9c79-369a17aea26b" providerId="ADAL" clId="{18DA49F4-CD4F-46E0-AB35-D6CB797BE416}" dt="2025-10-23T02:00:19.207" v="1480"/>
          <ac:spMkLst>
            <pc:docMk/>
            <pc:sldMk cId="1130598928" sldId="1672"/>
            <ac:spMk id="2" creationId="{7691D737-B298-E22B-AB5D-1AAAB3948770}"/>
          </ac:spMkLst>
        </pc:spChg>
        <pc:spChg chg="mod">
          <ac:chgData name="Sanmukh Kuppannagari" userId="ad215094-da36-4b66-9c79-369a17aea26b" providerId="ADAL" clId="{18DA49F4-CD4F-46E0-AB35-D6CB797BE416}" dt="2025-10-23T02:01:14.572" v="1614" actId="20577"/>
          <ac:spMkLst>
            <pc:docMk/>
            <pc:sldMk cId="1130598928" sldId="1672"/>
            <ac:spMk id="3" creationId="{1A7DAD35-783B-4779-3A08-042893264DE3}"/>
          </ac:spMkLst>
        </pc:spChg>
      </pc:sldChg>
      <pc:sldChg chg="modSp add mod">
        <pc:chgData name="Sanmukh Kuppannagari" userId="ad215094-da36-4b66-9c79-369a17aea26b" providerId="ADAL" clId="{18DA49F4-CD4F-46E0-AB35-D6CB797BE416}" dt="2025-10-23T02:02:09.228" v="1619" actId="20577"/>
        <pc:sldMkLst>
          <pc:docMk/>
          <pc:sldMk cId="52866541" sldId="1673"/>
        </pc:sldMkLst>
        <pc:spChg chg="mod">
          <ac:chgData name="Sanmukh Kuppannagari" userId="ad215094-da36-4b66-9c79-369a17aea26b" providerId="ADAL" clId="{18DA49F4-CD4F-46E0-AB35-D6CB797BE416}" dt="2025-10-23T02:02:09.228" v="1619" actId="20577"/>
          <ac:spMkLst>
            <pc:docMk/>
            <pc:sldMk cId="52866541" sldId="1673"/>
            <ac:spMk id="3" creationId="{3D8A705D-7559-F7F0-F043-0F976FF7114D}"/>
          </ac:spMkLst>
        </pc:spChg>
      </pc:sldChg>
      <pc:sldChg chg="addSp delSp modSp new mod">
        <pc:chgData name="Sanmukh Kuppannagari" userId="ad215094-da36-4b66-9c79-369a17aea26b" providerId="ADAL" clId="{18DA49F4-CD4F-46E0-AB35-D6CB797BE416}" dt="2025-10-23T02:07:05.187" v="2193" actId="207"/>
        <pc:sldMkLst>
          <pc:docMk/>
          <pc:sldMk cId="170841179" sldId="1674"/>
        </pc:sldMkLst>
        <pc:spChg chg="mod">
          <ac:chgData name="Sanmukh Kuppannagari" userId="ad215094-da36-4b66-9c79-369a17aea26b" providerId="ADAL" clId="{18DA49F4-CD4F-46E0-AB35-D6CB797BE416}" dt="2025-10-23T02:02:29.987" v="1642" actId="20577"/>
          <ac:spMkLst>
            <pc:docMk/>
            <pc:sldMk cId="170841179" sldId="1674"/>
            <ac:spMk id="2" creationId="{E9C045B4-127F-CECA-999F-06B394366FC0}"/>
          </ac:spMkLst>
        </pc:spChg>
        <pc:spChg chg="del">
          <ac:chgData name="Sanmukh Kuppannagari" userId="ad215094-da36-4b66-9c79-369a17aea26b" providerId="ADAL" clId="{18DA49F4-CD4F-46E0-AB35-D6CB797BE416}" dt="2025-10-23T02:02:43.171" v="1643" actId="478"/>
          <ac:spMkLst>
            <pc:docMk/>
            <pc:sldMk cId="170841179" sldId="1674"/>
            <ac:spMk id="3" creationId="{D3965440-F8A7-52FC-7F08-018DBA62BDE1}"/>
          </ac:spMkLst>
        </pc:spChg>
        <pc:spChg chg="add mod">
          <ac:chgData name="Sanmukh Kuppannagari" userId="ad215094-da36-4b66-9c79-369a17aea26b" providerId="ADAL" clId="{18DA49F4-CD4F-46E0-AB35-D6CB797BE416}" dt="2025-10-23T02:02:43.650" v="1644"/>
          <ac:spMkLst>
            <pc:docMk/>
            <pc:sldMk cId="170841179" sldId="1674"/>
            <ac:spMk id="4" creationId="{6237F336-8B0E-3765-275E-19F127F6DB8C}"/>
          </ac:spMkLst>
        </pc:spChg>
        <pc:spChg chg="mod">
          <ac:chgData name="Sanmukh Kuppannagari" userId="ad215094-da36-4b66-9c79-369a17aea26b" providerId="ADAL" clId="{18DA49F4-CD4F-46E0-AB35-D6CB797BE416}" dt="2025-10-23T02:02:43.650" v="1644"/>
          <ac:spMkLst>
            <pc:docMk/>
            <pc:sldMk cId="170841179" sldId="1674"/>
            <ac:spMk id="8" creationId="{94FF6DE8-9C5D-7859-1B9E-084870B3F8AC}"/>
          </ac:spMkLst>
        </pc:spChg>
        <pc:spChg chg="mod">
          <ac:chgData name="Sanmukh Kuppannagari" userId="ad215094-da36-4b66-9c79-369a17aea26b" providerId="ADAL" clId="{18DA49F4-CD4F-46E0-AB35-D6CB797BE416}" dt="2025-10-23T02:02:43.650" v="1644"/>
          <ac:spMkLst>
            <pc:docMk/>
            <pc:sldMk cId="170841179" sldId="1674"/>
            <ac:spMk id="12" creationId="{426B1170-0EC5-9854-32C8-71599AD5D1D1}"/>
          </ac:spMkLst>
        </pc:spChg>
        <pc:spChg chg="mod">
          <ac:chgData name="Sanmukh Kuppannagari" userId="ad215094-da36-4b66-9c79-369a17aea26b" providerId="ADAL" clId="{18DA49F4-CD4F-46E0-AB35-D6CB797BE416}" dt="2025-10-23T02:02:43.650" v="1644"/>
          <ac:spMkLst>
            <pc:docMk/>
            <pc:sldMk cId="170841179" sldId="1674"/>
            <ac:spMk id="15" creationId="{542DB5B1-0DF6-D3D1-3771-9C701D71DBCA}"/>
          </ac:spMkLst>
        </pc:spChg>
        <pc:spChg chg="mod">
          <ac:chgData name="Sanmukh Kuppannagari" userId="ad215094-da36-4b66-9c79-369a17aea26b" providerId="ADAL" clId="{18DA49F4-CD4F-46E0-AB35-D6CB797BE416}" dt="2025-10-23T02:02:43.650" v="1644"/>
          <ac:spMkLst>
            <pc:docMk/>
            <pc:sldMk cId="170841179" sldId="1674"/>
            <ac:spMk id="21" creationId="{1201D9FD-B70F-F314-9481-CD52EE988457}"/>
          </ac:spMkLst>
        </pc:spChg>
        <pc:spChg chg="mod">
          <ac:chgData name="Sanmukh Kuppannagari" userId="ad215094-da36-4b66-9c79-369a17aea26b" providerId="ADAL" clId="{18DA49F4-CD4F-46E0-AB35-D6CB797BE416}" dt="2025-10-23T02:02:43.650" v="1644"/>
          <ac:spMkLst>
            <pc:docMk/>
            <pc:sldMk cId="170841179" sldId="1674"/>
            <ac:spMk id="28" creationId="{2CB3CFC4-7CFF-1913-62FD-7D9A285AAE2F}"/>
          </ac:spMkLst>
        </pc:spChg>
        <pc:spChg chg="mod">
          <ac:chgData name="Sanmukh Kuppannagari" userId="ad215094-da36-4b66-9c79-369a17aea26b" providerId="ADAL" clId="{18DA49F4-CD4F-46E0-AB35-D6CB797BE416}" dt="2025-10-23T02:07:05.187" v="2193" actId="207"/>
          <ac:spMkLst>
            <pc:docMk/>
            <pc:sldMk cId="170841179" sldId="1674"/>
            <ac:spMk id="37" creationId="{0B6B11DA-974A-D662-9639-E6950312D75D}"/>
          </ac:spMkLst>
        </pc:spChg>
        <pc:spChg chg="add mod">
          <ac:chgData name="Sanmukh Kuppannagari" userId="ad215094-da36-4b66-9c79-369a17aea26b" providerId="ADAL" clId="{18DA49F4-CD4F-46E0-AB35-D6CB797BE416}" dt="2025-10-23T02:02:43.650" v="1644"/>
          <ac:spMkLst>
            <pc:docMk/>
            <pc:sldMk cId="170841179" sldId="1674"/>
            <ac:spMk id="41" creationId="{56D08120-2851-821F-0440-997EB4CC3B10}"/>
          </ac:spMkLst>
        </pc:spChg>
        <pc:spChg chg="add mod">
          <ac:chgData name="Sanmukh Kuppannagari" userId="ad215094-da36-4b66-9c79-369a17aea26b" providerId="ADAL" clId="{18DA49F4-CD4F-46E0-AB35-D6CB797BE416}" dt="2025-10-23T02:02:43.650" v="1644"/>
          <ac:spMkLst>
            <pc:docMk/>
            <pc:sldMk cId="170841179" sldId="1674"/>
            <ac:spMk id="42" creationId="{180023E1-5945-CA18-7ED0-2A23B433FA25}"/>
          </ac:spMkLst>
        </pc:spChg>
        <pc:spChg chg="add mod">
          <ac:chgData name="Sanmukh Kuppannagari" userId="ad215094-da36-4b66-9c79-369a17aea26b" providerId="ADAL" clId="{18DA49F4-CD4F-46E0-AB35-D6CB797BE416}" dt="2025-10-23T02:02:43.650" v="1644"/>
          <ac:spMkLst>
            <pc:docMk/>
            <pc:sldMk cId="170841179" sldId="1674"/>
            <ac:spMk id="43" creationId="{ECD39205-94D0-2B8D-DA32-3C2DE62BCD9D}"/>
          </ac:spMkLst>
        </pc:spChg>
        <pc:spChg chg="add mod">
          <ac:chgData name="Sanmukh Kuppannagari" userId="ad215094-da36-4b66-9c79-369a17aea26b" providerId="ADAL" clId="{18DA49F4-CD4F-46E0-AB35-D6CB797BE416}" dt="2025-10-23T02:02:43.650" v="1644"/>
          <ac:spMkLst>
            <pc:docMk/>
            <pc:sldMk cId="170841179" sldId="1674"/>
            <ac:spMk id="48" creationId="{32F86B67-AA04-077C-DBA3-C15BB6A21A93}"/>
          </ac:spMkLst>
        </pc:spChg>
        <pc:cxnChg chg="add mod">
          <ac:chgData name="Sanmukh Kuppannagari" userId="ad215094-da36-4b66-9c79-369a17aea26b" providerId="ADAL" clId="{18DA49F4-CD4F-46E0-AB35-D6CB797BE416}" dt="2025-10-23T02:05:46.413" v="1994" actId="1582"/>
          <ac:cxnSpMkLst>
            <pc:docMk/>
            <pc:sldMk cId="170841179" sldId="1674"/>
            <ac:cxnSpMk id="51" creationId="{09CB336C-5BF9-3769-128D-FCCE9C08195C}"/>
          </ac:cxnSpMkLst>
        </pc:cxnChg>
        <pc:cxnChg chg="add mod">
          <ac:chgData name="Sanmukh Kuppannagari" userId="ad215094-da36-4b66-9c79-369a17aea26b" providerId="ADAL" clId="{18DA49F4-CD4F-46E0-AB35-D6CB797BE416}" dt="2025-10-23T02:05:51.640" v="1997" actId="14100"/>
          <ac:cxnSpMkLst>
            <pc:docMk/>
            <pc:sldMk cId="170841179" sldId="1674"/>
            <ac:cxnSpMk id="52" creationId="{BF6B27DA-16E4-99B0-660C-D4156F93DB3A}"/>
          </ac:cxnSpMkLst>
        </pc:cxnChg>
        <pc:cxnChg chg="add mod">
          <ac:chgData name="Sanmukh Kuppannagari" userId="ad215094-da36-4b66-9c79-369a17aea26b" providerId="ADAL" clId="{18DA49F4-CD4F-46E0-AB35-D6CB797BE416}" dt="2025-10-23T02:05:56.012" v="2000" actId="14100"/>
          <ac:cxnSpMkLst>
            <pc:docMk/>
            <pc:sldMk cId="170841179" sldId="1674"/>
            <ac:cxnSpMk id="54" creationId="{0CED29D6-B03F-815F-74DE-6E7D8DFD1764}"/>
          </ac:cxnSpMkLst>
        </pc:cxnChg>
      </pc:sldChg>
      <pc:sldChg chg="modSp add mod">
        <pc:chgData name="Sanmukh Kuppannagari" userId="ad215094-da36-4b66-9c79-369a17aea26b" providerId="ADAL" clId="{18DA49F4-CD4F-46E0-AB35-D6CB797BE416}" dt="2025-10-23T02:03:19.910" v="1656" actId="207"/>
        <pc:sldMkLst>
          <pc:docMk/>
          <pc:sldMk cId="313803335" sldId="1675"/>
        </pc:sldMkLst>
        <pc:spChg chg="mod">
          <ac:chgData name="Sanmukh Kuppannagari" userId="ad215094-da36-4b66-9c79-369a17aea26b" providerId="ADAL" clId="{18DA49F4-CD4F-46E0-AB35-D6CB797BE416}" dt="2025-10-23T02:03:14.109" v="1655" actId="20577"/>
          <ac:spMkLst>
            <pc:docMk/>
            <pc:sldMk cId="313803335" sldId="1675"/>
            <ac:spMk id="2" creationId="{BF48891F-9A1A-4FAA-A19A-0371238874CD}"/>
          </ac:spMkLst>
        </pc:spChg>
        <pc:spChg chg="mod">
          <ac:chgData name="Sanmukh Kuppannagari" userId="ad215094-da36-4b66-9c79-369a17aea26b" providerId="ADAL" clId="{18DA49F4-CD4F-46E0-AB35-D6CB797BE416}" dt="2025-10-23T02:03:19.910" v="1656" actId="207"/>
          <ac:spMkLst>
            <pc:docMk/>
            <pc:sldMk cId="313803335" sldId="1675"/>
            <ac:spMk id="3" creationId="{9BE68085-69F4-496F-5F36-6F509C2AB8E1}"/>
          </ac:spMkLst>
        </pc:spChg>
      </pc:sldChg>
      <pc:sldChg chg="modSp new mod">
        <pc:chgData name="Sanmukh Kuppannagari" userId="ad215094-da36-4b66-9c79-369a17aea26b" providerId="ADAL" clId="{18DA49F4-CD4F-46E0-AB35-D6CB797BE416}" dt="2025-10-23T02:05:30.375" v="1990" actId="113"/>
        <pc:sldMkLst>
          <pc:docMk/>
          <pc:sldMk cId="1567451459" sldId="1676"/>
        </pc:sldMkLst>
        <pc:spChg chg="mod">
          <ac:chgData name="Sanmukh Kuppannagari" userId="ad215094-da36-4b66-9c79-369a17aea26b" providerId="ADAL" clId="{18DA49F4-CD4F-46E0-AB35-D6CB797BE416}" dt="2025-10-23T02:03:58.019" v="1668" actId="20577"/>
          <ac:spMkLst>
            <pc:docMk/>
            <pc:sldMk cId="1567451459" sldId="1676"/>
            <ac:spMk id="2" creationId="{787502CA-613E-AFDD-7406-A97A8A8ACD86}"/>
          </ac:spMkLst>
        </pc:spChg>
        <pc:spChg chg="mod">
          <ac:chgData name="Sanmukh Kuppannagari" userId="ad215094-da36-4b66-9c79-369a17aea26b" providerId="ADAL" clId="{18DA49F4-CD4F-46E0-AB35-D6CB797BE416}" dt="2025-10-23T02:05:30.375" v="1990" actId="113"/>
          <ac:spMkLst>
            <pc:docMk/>
            <pc:sldMk cId="1567451459" sldId="1676"/>
            <ac:spMk id="3" creationId="{BF813041-8F8D-57EF-58B0-6C31356A7EDE}"/>
          </ac:spMkLst>
        </pc:spChg>
      </pc:sldChg>
      <pc:sldChg chg="modSp add mod">
        <pc:chgData name="Sanmukh Kuppannagari" userId="ad215094-da36-4b66-9c79-369a17aea26b" providerId="ADAL" clId="{18DA49F4-CD4F-46E0-AB35-D6CB797BE416}" dt="2025-10-23T02:07:20.904" v="2229" actId="20577"/>
        <pc:sldMkLst>
          <pc:docMk/>
          <pc:sldMk cId="970732802" sldId="1677"/>
        </pc:sldMkLst>
        <pc:spChg chg="mod">
          <ac:chgData name="Sanmukh Kuppannagari" userId="ad215094-da36-4b66-9c79-369a17aea26b" providerId="ADAL" clId="{18DA49F4-CD4F-46E0-AB35-D6CB797BE416}" dt="2025-10-23T02:07:20.904" v="2229" actId="20577"/>
          <ac:spMkLst>
            <pc:docMk/>
            <pc:sldMk cId="970732802" sldId="1677"/>
            <ac:spMk id="37" creationId="{EA03EE52-AAC4-4FE2-779A-C62681AC2360}"/>
          </ac:spMkLst>
        </pc:spChg>
      </pc:sldChg>
      <pc:sldChg chg="modSp new mod">
        <pc:chgData name="Sanmukh Kuppannagari" userId="ad215094-da36-4b66-9c79-369a17aea26b" providerId="ADAL" clId="{18DA49F4-CD4F-46E0-AB35-D6CB797BE416}" dt="2025-10-23T02:09:51.672" v="2336" actId="113"/>
        <pc:sldMkLst>
          <pc:docMk/>
          <pc:sldMk cId="2897068765" sldId="1678"/>
        </pc:sldMkLst>
        <pc:spChg chg="mod">
          <ac:chgData name="Sanmukh Kuppannagari" userId="ad215094-da36-4b66-9c79-369a17aea26b" providerId="ADAL" clId="{18DA49F4-CD4F-46E0-AB35-D6CB797BE416}" dt="2025-10-23T02:07:56.759" v="2255" actId="20577"/>
          <ac:spMkLst>
            <pc:docMk/>
            <pc:sldMk cId="2897068765" sldId="1678"/>
            <ac:spMk id="2" creationId="{374EC79C-E94D-FE5C-7514-9534E2D7C691}"/>
          </ac:spMkLst>
        </pc:spChg>
        <pc:spChg chg="mod">
          <ac:chgData name="Sanmukh Kuppannagari" userId="ad215094-da36-4b66-9c79-369a17aea26b" providerId="ADAL" clId="{18DA49F4-CD4F-46E0-AB35-D6CB797BE416}" dt="2025-10-23T02:09:51.672" v="2336" actId="113"/>
          <ac:spMkLst>
            <pc:docMk/>
            <pc:sldMk cId="2897068765" sldId="1678"/>
            <ac:spMk id="3" creationId="{40D4FE0A-4C1E-9196-0A1D-645589EE4A07}"/>
          </ac:spMkLst>
        </pc:spChg>
      </pc:sldChg>
      <pc:sldChg chg="addSp delSp modSp new mod ord">
        <pc:chgData name="Sanmukh Kuppannagari" userId="ad215094-da36-4b66-9c79-369a17aea26b" providerId="ADAL" clId="{18DA49F4-CD4F-46E0-AB35-D6CB797BE416}" dt="2025-10-23T13:15:42.046" v="3402" actId="478"/>
        <pc:sldMkLst>
          <pc:docMk/>
          <pc:sldMk cId="4285416070" sldId="1679"/>
        </pc:sldMkLst>
        <pc:spChg chg="mod">
          <ac:chgData name="Sanmukh Kuppannagari" userId="ad215094-da36-4b66-9c79-369a17aea26b" providerId="ADAL" clId="{18DA49F4-CD4F-46E0-AB35-D6CB797BE416}" dt="2025-10-23T12:22:09.008" v="2354" actId="20577"/>
          <ac:spMkLst>
            <pc:docMk/>
            <pc:sldMk cId="4285416070" sldId="1679"/>
            <ac:spMk id="2" creationId="{B28E2356-F3BF-9952-FD2D-F4878C49438D}"/>
          </ac:spMkLst>
        </pc:spChg>
        <pc:spChg chg="del">
          <ac:chgData name="Sanmukh Kuppannagari" userId="ad215094-da36-4b66-9c79-369a17aea26b" providerId="ADAL" clId="{18DA49F4-CD4F-46E0-AB35-D6CB797BE416}" dt="2025-10-23T12:22:12.116" v="2355" actId="478"/>
          <ac:spMkLst>
            <pc:docMk/>
            <pc:sldMk cId="4285416070" sldId="1679"/>
            <ac:spMk id="3" creationId="{523C29BC-5F9B-C670-8BBE-59AF2A4C3C24}"/>
          </ac:spMkLst>
        </pc:spChg>
        <pc:spChg chg="mod">
          <ac:chgData name="Sanmukh Kuppannagari" userId="ad215094-da36-4b66-9c79-369a17aea26b" providerId="ADAL" clId="{18DA49F4-CD4F-46E0-AB35-D6CB797BE416}" dt="2025-10-23T12:26:39.723" v="2441" actId="1076"/>
          <ac:spMkLst>
            <pc:docMk/>
            <pc:sldMk cId="4285416070" sldId="1679"/>
            <ac:spMk id="4" creationId="{475B1C99-CFFA-6FD6-0710-1B9CD5F019E6}"/>
          </ac:spMkLst>
        </pc:spChg>
        <pc:spChg chg="add mod">
          <ac:chgData name="Sanmukh Kuppannagari" userId="ad215094-da36-4b66-9c79-369a17aea26b" providerId="ADAL" clId="{18DA49F4-CD4F-46E0-AB35-D6CB797BE416}" dt="2025-10-23T12:26:39.723" v="2441" actId="1076"/>
          <ac:spMkLst>
            <pc:docMk/>
            <pc:sldMk cId="4285416070" sldId="1679"/>
            <ac:spMk id="5" creationId="{493592F1-0669-0FAB-EB49-341561FE5B15}"/>
          </ac:spMkLst>
        </pc:spChg>
        <pc:spChg chg="add del mod">
          <ac:chgData name="Sanmukh Kuppannagari" userId="ad215094-da36-4b66-9c79-369a17aea26b" providerId="ADAL" clId="{18DA49F4-CD4F-46E0-AB35-D6CB797BE416}" dt="2025-10-23T13:05:01.355" v="3264" actId="478"/>
          <ac:spMkLst>
            <pc:docMk/>
            <pc:sldMk cId="4285416070" sldId="1679"/>
            <ac:spMk id="9" creationId="{7C44BF31-C2E4-EBDE-3295-DC7C9186C77C}"/>
          </ac:spMkLst>
        </pc:spChg>
        <pc:spChg chg="add del mod">
          <ac:chgData name="Sanmukh Kuppannagari" userId="ad215094-da36-4b66-9c79-369a17aea26b" providerId="ADAL" clId="{18DA49F4-CD4F-46E0-AB35-D6CB797BE416}" dt="2025-10-23T13:05:05.606" v="3265" actId="478"/>
          <ac:spMkLst>
            <pc:docMk/>
            <pc:sldMk cId="4285416070" sldId="1679"/>
            <ac:spMk id="10" creationId="{26238334-D413-F532-8D83-59446FC7AE9B}"/>
          </ac:spMkLst>
        </pc:spChg>
        <pc:spChg chg="add mod">
          <ac:chgData name="Sanmukh Kuppannagari" userId="ad215094-da36-4b66-9c79-369a17aea26b" providerId="ADAL" clId="{18DA49F4-CD4F-46E0-AB35-D6CB797BE416}" dt="2025-10-23T12:26:39.723" v="2441" actId="1076"/>
          <ac:spMkLst>
            <pc:docMk/>
            <pc:sldMk cId="4285416070" sldId="1679"/>
            <ac:spMk id="11" creationId="{501D26DA-7957-D2B5-C67F-7E59BE135252}"/>
          </ac:spMkLst>
        </pc:spChg>
        <pc:spChg chg="add mod">
          <ac:chgData name="Sanmukh Kuppannagari" userId="ad215094-da36-4b66-9c79-369a17aea26b" providerId="ADAL" clId="{18DA49F4-CD4F-46E0-AB35-D6CB797BE416}" dt="2025-10-23T12:25:04.884" v="2420" actId="1076"/>
          <ac:spMkLst>
            <pc:docMk/>
            <pc:sldMk cId="4285416070" sldId="1679"/>
            <ac:spMk id="12" creationId="{47955CB6-3023-53F4-42E8-4C1173450D92}"/>
          </ac:spMkLst>
        </pc:spChg>
        <pc:spChg chg="del">
          <ac:chgData name="Sanmukh Kuppannagari" userId="ad215094-da36-4b66-9c79-369a17aea26b" providerId="ADAL" clId="{18DA49F4-CD4F-46E0-AB35-D6CB797BE416}" dt="2025-10-23T13:05:07.189" v="3266" actId="478"/>
          <ac:spMkLst>
            <pc:docMk/>
            <pc:sldMk cId="4285416070" sldId="1679"/>
            <ac:spMk id="13" creationId="{C9912348-3457-00B8-DE30-AF8BBFA41076}"/>
          </ac:spMkLst>
        </pc:spChg>
        <pc:spChg chg="del mod">
          <ac:chgData name="Sanmukh Kuppannagari" userId="ad215094-da36-4b66-9c79-369a17aea26b" providerId="ADAL" clId="{18DA49F4-CD4F-46E0-AB35-D6CB797BE416}" dt="2025-10-23T13:05:08.869" v="3267" actId="478"/>
          <ac:spMkLst>
            <pc:docMk/>
            <pc:sldMk cId="4285416070" sldId="1679"/>
            <ac:spMk id="14" creationId="{4C0D67DF-0948-7F96-A077-A59240855FB2}"/>
          </ac:spMkLst>
        </pc:spChg>
        <pc:spChg chg="add mod">
          <ac:chgData name="Sanmukh Kuppannagari" userId="ad215094-da36-4b66-9c79-369a17aea26b" providerId="ADAL" clId="{18DA49F4-CD4F-46E0-AB35-D6CB797BE416}" dt="2025-10-23T12:25:11.584" v="2421" actId="1076"/>
          <ac:spMkLst>
            <pc:docMk/>
            <pc:sldMk cId="4285416070" sldId="1679"/>
            <ac:spMk id="15" creationId="{48D64482-6054-BAA1-1CCB-C13F3E0590E4}"/>
          </ac:spMkLst>
        </pc:spChg>
        <pc:spChg chg="add mod">
          <ac:chgData name="Sanmukh Kuppannagari" userId="ad215094-da36-4b66-9c79-369a17aea26b" providerId="ADAL" clId="{18DA49F4-CD4F-46E0-AB35-D6CB797BE416}" dt="2025-10-23T12:25:04.884" v="2420" actId="1076"/>
          <ac:spMkLst>
            <pc:docMk/>
            <pc:sldMk cId="4285416070" sldId="1679"/>
            <ac:spMk id="16" creationId="{A1DD1AFB-5EF6-C13F-B932-4616831599FF}"/>
          </ac:spMkLst>
        </pc:spChg>
        <pc:spChg chg="del">
          <ac:chgData name="Sanmukh Kuppannagari" userId="ad215094-da36-4b66-9c79-369a17aea26b" providerId="ADAL" clId="{18DA49F4-CD4F-46E0-AB35-D6CB797BE416}" dt="2025-10-23T13:05:10.954" v="3268" actId="478"/>
          <ac:spMkLst>
            <pc:docMk/>
            <pc:sldMk cId="4285416070" sldId="1679"/>
            <ac:spMk id="17" creationId="{E73FDA80-805B-38D4-5133-E36C1A8553CC}"/>
          </ac:spMkLst>
        </pc:spChg>
        <pc:spChg chg="add del mod">
          <ac:chgData name="Sanmukh Kuppannagari" userId="ad215094-da36-4b66-9c79-369a17aea26b" providerId="ADAL" clId="{18DA49F4-CD4F-46E0-AB35-D6CB797BE416}" dt="2025-10-23T13:05:13.324" v="3269" actId="478"/>
          <ac:spMkLst>
            <pc:docMk/>
            <pc:sldMk cId="4285416070" sldId="1679"/>
            <ac:spMk id="18" creationId="{8B9B2CA6-D5F8-21E0-0E99-668B2E579864}"/>
          </ac:spMkLst>
        </pc:spChg>
        <pc:spChg chg="add mod">
          <ac:chgData name="Sanmukh Kuppannagari" userId="ad215094-da36-4b66-9c79-369a17aea26b" providerId="ADAL" clId="{18DA49F4-CD4F-46E0-AB35-D6CB797BE416}" dt="2025-10-23T12:25:04.884" v="2420" actId="1076"/>
          <ac:spMkLst>
            <pc:docMk/>
            <pc:sldMk cId="4285416070" sldId="1679"/>
            <ac:spMk id="19" creationId="{218558A4-280F-4A82-A96F-0F306F29CAAE}"/>
          </ac:spMkLst>
        </pc:spChg>
        <pc:spChg chg="add mod">
          <ac:chgData name="Sanmukh Kuppannagari" userId="ad215094-da36-4b66-9c79-369a17aea26b" providerId="ADAL" clId="{18DA49F4-CD4F-46E0-AB35-D6CB797BE416}" dt="2025-10-23T12:25:04.884" v="2420" actId="1076"/>
          <ac:spMkLst>
            <pc:docMk/>
            <pc:sldMk cId="4285416070" sldId="1679"/>
            <ac:spMk id="20" creationId="{60B51866-BAD2-7149-92AF-6FC11C8011A8}"/>
          </ac:spMkLst>
        </pc:spChg>
        <pc:spChg chg="add mod">
          <ac:chgData name="Sanmukh Kuppannagari" userId="ad215094-da36-4b66-9c79-369a17aea26b" providerId="ADAL" clId="{18DA49F4-CD4F-46E0-AB35-D6CB797BE416}" dt="2025-10-23T12:31:16.987" v="2693" actId="1076"/>
          <ac:spMkLst>
            <pc:docMk/>
            <pc:sldMk cId="4285416070" sldId="1679"/>
            <ac:spMk id="21" creationId="{FF4D8184-7BA3-1D3B-107A-92CE10C0E50C}"/>
          </ac:spMkLst>
        </pc:spChg>
        <pc:spChg chg="add mod">
          <ac:chgData name="Sanmukh Kuppannagari" userId="ad215094-da36-4b66-9c79-369a17aea26b" providerId="ADAL" clId="{18DA49F4-CD4F-46E0-AB35-D6CB797BE416}" dt="2025-10-23T12:27:32.014" v="2542" actId="1076"/>
          <ac:spMkLst>
            <pc:docMk/>
            <pc:sldMk cId="4285416070" sldId="1679"/>
            <ac:spMk id="22" creationId="{ADC9947A-BD8C-0A01-43ED-1D35DB787067}"/>
          </ac:spMkLst>
        </pc:spChg>
        <pc:spChg chg="add mod">
          <ac:chgData name="Sanmukh Kuppannagari" userId="ad215094-da36-4b66-9c79-369a17aea26b" providerId="ADAL" clId="{18DA49F4-CD4F-46E0-AB35-D6CB797BE416}" dt="2025-10-23T12:49:29.750" v="2989" actId="1076"/>
          <ac:spMkLst>
            <pc:docMk/>
            <pc:sldMk cId="4285416070" sldId="1679"/>
            <ac:spMk id="27" creationId="{1C3E1445-1696-B4E3-384C-E313E90517B5}"/>
          </ac:spMkLst>
        </pc:spChg>
        <pc:spChg chg="add mod">
          <ac:chgData name="Sanmukh Kuppannagari" userId="ad215094-da36-4b66-9c79-369a17aea26b" providerId="ADAL" clId="{18DA49F4-CD4F-46E0-AB35-D6CB797BE416}" dt="2025-10-23T12:49:22.445" v="2988" actId="20577"/>
          <ac:spMkLst>
            <pc:docMk/>
            <pc:sldMk cId="4285416070" sldId="1679"/>
            <ac:spMk id="28" creationId="{A1B92704-6B68-52A2-7847-C9E4A406862B}"/>
          </ac:spMkLst>
        </pc:spChg>
        <pc:spChg chg="add mod">
          <ac:chgData name="Sanmukh Kuppannagari" userId="ad215094-da36-4b66-9c79-369a17aea26b" providerId="ADAL" clId="{18DA49F4-CD4F-46E0-AB35-D6CB797BE416}" dt="2025-10-23T12:27:32.014" v="2542" actId="1076"/>
          <ac:spMkLst>
            <pc:docMk/>
            <pc:sldMk cId="4285416070" sldId="1679"/>
            <ac:spMk id="29" creationId="{C85D15FE-B391-45D1-DDA2-A1B0FCCCA3EA}"/>
          </ac:spMkLst>
        </pc:spChg>
        <pc:spChg chg="add mod">
          <ac:chgData name="Sanmukh Kuppannagari" userId="ad215094-da36-4b66-9c79-369a17aea26b" providerId="ADAL" clId="{18DA49F4-CD4F-46E0-AB35-D6CB797BE416}" dt="2025-10-23T12:27:27.256" v="2541" actId="1076"/>
          <ac:spMkLst>
            <pc:docMk/>
            <pc:sldMk cId="4285416070" sldId="1679"/>
            <ac:spMk id="30" creationId="{E1AE8F7F-5970-DB8E-84E2-15873D19B194}"/>
          </ac:spMkLst>
        </pc:spChg>
        <pc:spChg chg="add del mod">
          <ac:chgData name="Sanmukh Kuppannagari" userId="ad215094-da36-4b66-9c79-369a17aea26b" providerId="ADAL" clId="{18DA49F4-CD4F-46E0-AB35-D6CB797BE416}" dt="2025-10-23T13:15:42.046" v="3402" actId="478"/>
          <ac:spMkLst>
            <pc:docMk/>
            <pc:sldMk cId="4285416070" sldId="1679"/>
            <ac:spMk id="37" creationId="{26C4A982-55E4-33B7-B2E9-223AF7B5FC8D}"/>
          </ac:spMkLst>
        </pc:spChg>
        <pc:spChg chg="add mod">
          <ac:chgData name="Sanmukh Kuppannagari" userId="ad215094-da36-4b66-9c79-369a17aea26b" providerId="ADAL" clId="{18DA49F4-CD4F-46E0-AB35-D6CB797BE416}" dt="2025-10-23T12:27:27.256" v="2541" actId="1076"/>
          <ac:spMkLst>
            <pc:docMk/>
            <pc:sldMk cId="4285416070" sldId="1679"/>
            <ac:spMk id="38" creationId="{50D9BD83-DE30-AE06-03BE-F917A81B0BFE}"/>
          </ac:spMkLst>
        </pc:spChg>
        <pc:spChg chg="add mod">
          <ac:chgData name="Sanmukh Kuppannagari" userId="ad215094-da36-4b66-9c79-369a17aea26b" providerId="ADAL" clId="{18DA49F4-CD4F-46E0-AB35-D6CB797BE416}" dt="2025-10-23T12:27:27.256" v="2541" actId="1076"/>
          <ac:spMkLst>
            <pc:docMk/>
            <pc:sldMk cId="4285416070" sldId="1679"/>
            <ac:spMk id="39" creationId="{9B0F24E4-6D4F-D5AF-3BA2-9538D23A80DF}"/>
          </ac:spMkLst>
        </pc:spChg>
        <pc:spChg chg="add mod">
          <ac:chgData name="Sanmukh Kuppannagari" userId="ad215094-da36-4b66-9c79-369a17aea26b" providerId="ADAL" clId="{18DA49F4-CD4F-46E0-AB35-D6CB797BE416}" dt="2025-10-23T12:27:27.256" v="2541" actId="1076"/>
          <ac:spMkLst>
            <pc:docMk/>
            <pc:sldMk cId="4285416070" sldId="1679"/>
            <ac:spMk id="40" creationId="{592A5D6C-FF86-1B10-F177-BB329B40C6DE}"/>
          </ac:spMkLst>
        </pc:spChg>
        <pc:spChg chg="add mod">
          <ac:chgData name="Sanmukh Kuppannagari" userId="ad215094-da36-4b66-9c79-369a17aea26b" providerId="ADAL" clId="{18DA49F4-CD4F-46E0-AB35-D6CB797BE416}" dt="2025-10-23T12:27:27.256" v="2541" actId="1076"/>
          <ac:spMkLst>
            <pc:docMk/>
            <pc:sldMk cId="4285416070" sldId="1679"/>
            <ac:spMk id="41" creationId="{861B1CCD-37B1-F5D8-A23F-C1F90587278E}"/>
          </ac:spMkLst>
        </pc:spChg>
        <pc:spChg chg="add mod">
          <ac:chgData name="Sanmukh Kuppannagari" userId="ad215094-da36-4b66-9c79-369a17aea26b" providerId="ADAL" clId="{18DA49F4-CD4F-46E0-AB35-D6CB797BE416}" dt="2025-10-23T12:26:23.485" v="2438" actId="1076"/>
          <ac:spMkLst>
            <pc:docMk/>
            <pc:sldMk cId="4285416070" sldId="1679"/>
            <ac:spMk id="44" creationId="{276CBC15-4978-A913-D12B-6BB5F03B1B88}"/>
          </ac:spMkLst>
        </pc:spChg>
        <pc:spChg chg="add mod">
          <ac:chgData name="Sanmukh Kuppannagari" userId="ad215094-da36-4b66-9c79-369a17aea26b" providerId="ADAL" clId="{18DA49F4-CD4F-46E0-AB35-D6CB797BE416}" dt="2025-10-23T12:27:35.241" v="2543" actId="1076"/>
          <ac:spMkLst>
            <pc:docMk/>
            <pc:sldMk cId="4285416070" sldId="1679"/>
            <ac:spMk id="45" creationId="{2BD567F8-A784-115B-0200-7193734C7A33}"/>
          </ac:spMkLst>
        </pc:spChg>
        <pc:spChg chg="add mod">
          <ac:chgData name="Sanmukh Kuppannagari" userId="ad215094-da36-4b66-9c79-369a17aea26b" providerId="ADAL" clId="{18DA49F4-CD4F-46E0-AB35-D6CB797BE416}" dt="2025-10-23T12:27:44.565" v="2545" actId="1076"/>
          <ac:spMkLst>
            <pc:docMk/>
            <pc:sldMk cId="4285416070" sldId="1679"/>
            <ac:spMk id="48" creationId="{6E72D1DA-DE14-F5C2-9500-7EB746C24507}"/>
          </ac:spMkLst>
        </pc:spChg>
        <pc:spChg chg="add mod">
          <ac:chgData name="Sanmukh Kuppannagari" userId="ad215094-da36-4b66-9c79-369a17aea26b" providerId="ADAL" clId="{18DA49F4-CD4F-46E0-AB35-D6CB797BE416}" dt="2025-10-23T12:27:55.604" v="2547" actId="1076"/>
          <ac:spMkLst>
            <pc:docMk/>
            <pc:sldMk cId="4285416070" sldId="1679"/>
            <ac:spMk id="49" creationId="{AB987A0F-FD96-CCD0-7951-876DF1B5C33A}"/>
          </ac:spMkLst>
        </pc:spChg>
        <pc:spChg chg="add mod">
          <ac:chgData name="Sanmukh Kuppannagari" userId="ad215094-da36-4b66-9c79-369a17aea26b" providerId="ADAL" clId="{18DA49F4-CD4F-46E0-AB35-D6CB797BE416}" dt="2025-10-23T13:04:57.188" v="3263"/>
          <ac:spMkLst>
            <pc:docMk/>
            <pc:sldMk cId="4285416070" sldId="1679"/>
            <ac:spMk id="50" creationId="{0D655049-3EC8-2688-A296-3090F887AC3D}"/>
          </ac:spMkLst>
        </pc:spChg>
        <pc:spChg chg="add mod">
          <ac:chgData name="Sanmukh Kuppannagari" userId="ad215094-da36-4b66-9c79-369a17aea26b" providerId="ADAL" clId="{18DA49F4-CD4F-46E0-AB35-D6CB797BE416}" dt="2025-10-23T13:04:57.188" v="3263"/>
          <ac:spMkLst>
            <pc:docMk/>
            <pc:sldMk cId="4285416070" sldId="1679"/>
            <ac:spMk id="51" creationId="{57F52C80-140F-147D-0A25-1AED19F6C63B}"/>
          </ac:spMkLst>
        </pc:spChg>
        <pc:spChg chg="add mod">
          <ac:chgData name="Sanmukh Kuppannagari" userId="ad215094-da36-4b66-9c79-369a17aea26b" providerId="ADAL" clId="{18DA49F4-CD4F-46E0-AB35-D6CB797BE416}" dt="2025-10-23T13:04:57.188" v="3263"/>
          <ac:spMkLst>
            <pc:docMk/>
            <pc:sldMk cId="4285416070" sldId="1679"/>
            <ac:spMk id="52" creationId="{6831A958-28BA-F331-5497-0A65082AB2B4}"/>
          </ac:spMkLst>
        </pc:spChg>
        <pc:spChg chg="add mod">
          <ac:chgData name="Sanmukh Kuppannagari" userId="ad215094-da36-4b66-9c79-369a17aea26b" providerId="ADAL" clId="{18DA49F4-CD4F-46E0-AB35-D6CB797BE416}" dt="2025-10-23T13:04:57.188" v="3263"/>
          <ac:spMkLst>
            <pc:docMk/>
            <pc:sldMk cId="4285416070" sldId="1679"/>
            <ac:spMk id="53" creationId="{B6F26F14-4527-5672-4F44-9913E1AD9208}"/>
          </ac:spMkLst>
        </pc:spChg>
        <pc:spChg chg="add mod">
          <ac:chgData name="Sanmukh Kuppannagari" userId="ad215094-da36-4b66-9c79-369a17aea26b" providerId="ADAL" clId="{18DA49F4-CD4F-46E0-AB35-D6CB797BE416}" dt="2025-10-23T13:04:57.188" v="3263"/>
          <ac:spMkLst>
            <pc:docMk/>
            <pc:sldMk cId="4285416070" sldId="1679"/>
            <ac:spMk id="54" creationId="{4F41ED36-E057-528C-1FC9-D95C1BF8925E}"/>
          </ac:spMkLst>
        </pc:spChg>
        <pc:spChg chg="add mod">
          <ac:chgData name="Sanmukh Kuppannagari" userId="ad215094-da36-4b66-9c79-369a17aea26b" providerId="ADAL" clId="{18DA49F4-CD4F-46E0-AB35-D6CB797BE416}" dt="2025-10-23T13:04:57.188" v="3263"/>
          <ac:spMkLst>
            <pc:docMk/>
            <pc:sldMk cId="4285416070" sldId="1679"/>
            <ac:spMk id="55" creationId="{E1DE9ABB-ED71-D8BF-000E-C8C82D250CAE}"/>
          </ac:spMkLst>
        </pc:spChg>
        <pc:spChg chg="add mod">
          <ac:chgData name="Sanmukh Kuppannagari" userId="ad215094-da36-4b66-9c79-369a17aea26b" providerId="ADAL" clId="{18DA49F4-CD4F-46E0-AB35-D6CB797BE416}" dt="2025-10-23T13:04:57.188" v="3263"/>
          <ac:spMkLst>
            <pc:docMk/>
            <pc:sldMk cId="4285416070" sldId="1679"/>
            <ac:spMk id="56" creationId="{3EAF16AC-B0E3-D0F8-DAB0-CEBC97A5D53D}"/>
          </ac:spMkLst>
        </pc:spChg>
        <pc:spChg chg="add mod">
          <ac:chgData name="Sanmukh Kuppannagari" userId="ad215094-da36-4b66-9c79-369a17aea26b" providerId="ADAL" clId="{18DA49F4-CD4F-46E0-AB35-D6CB797BE416}" dt="2025-10-23T13:04:57.188" v="3263"/>
          <ac:spMkLst>
            <pc:docMk/>
            <pc:sldMk cId="4285416070" sldId="1679"/>
            <ac:spMk id="57" creationId="{2B3A695B-1FEF-6846-1C23-C3906A7DE2ED}"/>
          </ac:spMkLst>
        </pc:spChg>
        <pc:spChg chg="add mod">
          <ac:chgData name="Sanmukh Kuppannagari" userId="ad215094-da36-4b66-9c79-369a17aea26b" providerId="ADAL" clId="{18DA49F4-CD4F-46E0-AB35-D6CB797BE416}" dt="2025-10-23T13:04:57.188" v="3263"/>
          <ac:spMkLst>
            <pc:docMk/>
            <pc:sldMk cId="4285416070" sldId="1679"/>
            <ac:spMk id="58" creationId="{B2B7D7C9-CE47-E40B-9ABF-91BEA4741A5C}"/>
          </ac:spMkLst>
        </pc:spChg>
        <pc:spChg chg="add mod">
          <ac:chgData name="Sanmukh Kuppannagari" userId="ad215094-da36-4b66-9c79-369a17aea26b" providerId="ADAL" clId="{18DA49F4-CD4F-46E0-AB35-D6CB797BE416}" dt="2025-10-23T13:05:20.031" v="3271" actId="1076"/>
          <ac:spMkLst>
            <pc:docMk/>
            <pc:sldMk cId="4285416070" sldId="1679"/>
            <ac:spMk id="59" creationId="{C828F591-1131-7E12-1F8C-8EB2C342B511}"/>
          </ac:spMkLst>
        </pc:spChg>
        <pc:spChg chg="add mod">
          <ac:chgData name="Sanmukh Kuppannagari" userId="ad215094-da36-4b66-9c79-369a17aea26b" providerId="ADAL" clId="{18DA49F4-CD4F-46E0-AB35-D6CB797BE416}" dt="2025-10-23T13:05:20.031" v="3271" actId="1076"/>
          <ac:spMkLst>
            <pc:docMk/>
            <pc:sldMk cId="4285416070" sldId="1679"/>
            <ac:spMk id="60" creationId="{E02912B1-BCCB-DFBA-ED9A-3FB7E50B34CD}"/>
          </ac:spMkLst>
        </pc:spChg>
        <pc:spChg chg="add mod">
          <ac:chgData name="Sanmukh Kuppannagari" userId="ad215094-da36-4b66-9c79-369a17aea26b" providerId="ADAL" clId="{18DA49F4-CD4F-46E0-AB35-D6CB797BE416}" dt="2025-10-23T13:05:20.031" v="3271" actId="1076"/>
          <ac:spMkLst>
            <pc:docMk/>
            <pc:sldMk cId="4285416070" sldId="1679"/>
            <ac:spMk id="61" creationId="{C2DA1F06-9ECB-EBC7-B066-713C6B8E3577}"/>
          </ac:spMkLst>
        </pc:spChg>
        <pc:spChg chg="add mod">
          <ac:chgData name="Sanmukh Kuppannagari" userId="ad215094-da36-4b66-9c79-369a17aea26b" providerId="ADAL" clId="{18DA49F4-CD4F-46E0-AB35-D6CB797BE416}" dt="2025-10-23T13:05:20.031" v="3271" actId="1076"/>
          <ac:spMkLst>
            <pc:docMk/>
            <pc:sldMk cId="4285416070" sldId="1679"/>
            <ac:spMk id="62" creationId="{4F97C02F-0F40-D7E5-D8EC-EFAB8348CAF1}"/>
          </ac:spMkLst>
        </pc:spChg>
        <pc:spChg chg="add mod">
          <ac:chgData name="Sanmukh Kuppannagari" userId="ad215094-da36-4b66-9c79-369a17aea26b" providerId="ADAL" clId="{18DA49F4-CD4F-46E0-AB35-D6CB797BE416}" dt="2025-10-23T13:05:20.031" v="3271" actId="1076"/>
          <ac:spMkLst>
            <pc:docMk/>
            <pc:sldMk cId="4285416070" sldId="1679"/>
            <ac:spMk id="63" creationId="{3F27071A-4782-880D-4B59-453EDD5B60F2}"/>
          </ac:spMkLst>
        </pc:spChg>
        <pc:spChg chg="add mod">
          <ac:chgData name="Sanmukh Kuppannagari" userId="ad215094-da36-4b66-9c79-369a17aea26b" providerId="ADAL" clId="{18DA49F4-CD4F-46E0-AB35-D6CB797BE416}" dt="2025-10-23T13:05:20.031" v="3271" actId="1076"/>
          <ac:spMkLst>
            <pc:docMk/>
            <pc:sldMk cId="4285416070" sldId="1679"/>
            <ac:spMk id="64" creationId="{48BF3006-2802-8DFB-3CBD-92FEDB0E2749}"/>
          </ac:spMkLst>
        </pc:spChg>
        <pc:spChg chg="add mod">
          <ac:chgData name="Sanmukh Kuppannagari" userId="ad215094-da36-4b66-9c79-369a17aea26b" providerId="ADAL" clId="{18DA49F4-CD4F-46E0-AB35-D6CB797BE416}" dt="2025-10-23T13:05:20.031" v="3271" actId="1076"/>
          <ac:spMkLst>
            <pc:docMk/>
            <pc:sldMk cId="4285416070" sldId="1679"/>
            <ac:spMk id="65" creationId="{8A762B0D-C97A-C945-A1A8-CBD126411B62}"/>
          </ac:spMkLst>
        </pc:spChg>
        <pc:spChg chg="add mod">
          <ac:chgData name="Sanmukh Kuppannagari" userId="ad215094-da36-4b66-9c79-369a17aea26b" providerId="ADAL" clId="{18DA49F4-CD4F-46E0-AB35-D6CB797BE416}" dt="2025-10-23T13:05:20.031" v="3271" actId="1076"/>
          <ac:spMkLst>
            <pc:docMk/>
            <pc:sldMk cId="4285416070" sldId="1679"/>
            <ac:spMk id="66" creationId="{988B8613-0B31-DBE9-67A6-7CA766618960}"/>
          </ac:spMkLst>
        </pc:spChg>
        <pc:spChg chg="add mod">
          <ac:chgData name="Sanmukh Kuppannagari" userId="ad215094-da36-4b66-9c79-369a17aea26b" providerId="ADAL" clId="{18DA49F4-CD4F-46E0-AB35-D6CB797BE416}" dt="2025-10-23T13:05:20.031" v="3271" actId="1076"/>
          <ac:spMkLst>
            <pc:docMk/>
            <pc:sldMk cId="4285416070" sldId="1679"/>
            <ac:spMk id="67" creationId="{B5BDC173-14B9-7F90-5A0A-2EE7497D31CD}"/>
          </ac:spMkLst>
        </pc:spChg>
        <pc:cxnChg chg="add del mod">
          <ac:chgData name="Sanmukh Kuppannagari" userId="ad215094-da36-4b66-9c79-369a17aea26b" providerId="ADAL" clId="{18DA49F4-CD4F-46E0-AB35-D6CB797BE416}" dt="2025-10-23T12:49:14.515" v="2984" actId="478"/>
          <ac:cxnSpMkLst>
            <pc:docMk/>
            <pc:sldMk cId="4285416070" sldId="1679"/>
            <ac:cxnSpMk id="23" creationId="{D87E6712-2913-9C80-0B24-D63F785C0E37}"/>
          </ac:cxnSpMkLst>
        </pc:cxnChg>
        <pc:cxnChg chg="add mod">
          <ac:chgData name="Sanmukh Kuppannagari" userId="ad215094-da36-4b66-9c79-369a17aea26b" providerId="ADAL" clId="{18DA49F4-CD4F-46E0-AB35-D6CB797BE416}" dt="2025-10-23T12:49:29.750" v="2989" actId="1076"/>
          <ac:cxnSpMkLst>
            <pc:docMk/>
            <pc:sldMk cId="4285416070" sldId="1679"/>
            <ac:cxnSpMk id="24" creationId="{F02D9274-1EFE-433B-9ECA-B73C416375EC}"/>
          </ac:cxnSpMkLst>
        </pc:cxnChg>
        <pc:cxnChg chg="add mod">
          <ac:chgData name="Sanmukh Kuppannagari" userId="ad215094-da36-4b66-9c79-369a17aea26b" providerId="ADAL" clId="{18DA49F4-CD4F-46E0-AB35-D6CB797BE416}" dt="2025-10-23T12:27:32.014" v="2542" actId="1076"/>
          <ac:cxnSpMkLst>
            <pc:docMk/>
            <pc:sldMk cId="4285416070" sldId="1679"/>
            <ac:cxnSpMk id="25" creationId="{ACADB137-8198-27A4-9111-3D61E5EEB764}"/>
          </ac:cxnSpMkLst>
        </pc:cxnChg>
        <pc:cxnChg chg="add mod">
          <ac:chgData name="Sanmukh Kuppannagari" userId="ad215094-da36-4b66-9c79-369a17aea26b" providerId="ADAL" clId="{18DA49F4-CD4F-46E0-AB35-D6CB797BE416}" dt="2025-10-23T12:27:32.014" v="2542" actId="1076"/>
          <ac:cxnSpMkLst>
            <pc:docMk/>
            <pc:sldMk cId="4285416070" sldId="1679"/>
            <ac:cxnSpMk id="26" creationId="{B4338B11-1016-BE97-81EA-1A663C570DAA}"/>
          </ac:cxnSpMkLst>
        </pc:cxnChg>
        <pc:cxnChg chg="mod">
          <ac:chgData name="Sanmukh Kuppannagari" userId="ad215094-da36-4b66-9c79-369a17aea26b" providerId="ADAL" clId="{18DA49F4-CD4F-46E0-AB35-D6CB797BE416}" dt="2025-10-23T12:27:27.256" v="2541" actId="1076"/>
          <ac:cxnSpMkLst>
            <pc:docMk/>
            <pc:sldMk cId="4285416070" sldId="1679"/>
            <ac:cxnSpMk id="31" creationId="{FC5512F1-7467-58AD-7C6D-5BDFB6113309}"/>
          </ac:cxnSpMkLst>
        </pc:cxnChg>
        <pc:cxnChg chg="add mod">
          <ac:chgData name="Sanmukh Kuppannagari" userId="ad215094-da36-4b66-9c79-369a17aea26b" providerId="ADAL" clId="{18DA49F4-CD4F-46E0-AB35-D6CB797BE416}" dt="2025-10-23T12:27:27.256" v="2541" actId="1076"/>
          <ac:cxnSpMkLst>
            <pc:docMk/>
            <pc:sldMk cId="4285416070" sldId="1679"/>
            <ac:cxnSpMk id="32" creationId="{1621CDE6-F878-C0C1-4188-83B30203A2A3}"/>
          </ac:cxnSpMkLst>
        </pc:cxnChg>
        <pc:cxnChg chg="mod">
          <ac:chgData name="Sanmukh Kuppannagari" userId="ad215094-da36-4b66-9c79-369a17aea26b" providerId="ADAL" clId="{18DA49F4-CD4F-46E0-AB35-D6CB797BE416}" dt="2025-10-23T12:27:27.256" v="2541" actId="1076"/>
          <ac:cxnSpMkLst>
            <pc:docMk/>
            <pc:sldMk cId="4285416070" sldId="1679"/>
            <ac:cxnSpMk id="33" creationId="{9377A5EE-07C6-4E68-D996-1CA2F11C5803}"/>
          </ac:cxnSpMkLst>
        </pc:cxnChg>
        <pc:cxnChg chg="add mod">
          <ac:chgData name="Sanmukh Kuppannagari" userId="ad215094-da36-4b66-9c79-369a17aea26b" providerId="ADAL" clId="{18DA49F4-CD4F-46E0-AB35-D6CB797BE416}" dt="2025-10-23T12:27:27.256" v="2541" actId="1076"/>
          <ac:cxnSpMkLst>
            <pc:docMk/>
            <pc:sldMk cId="4285416070" sldId="1679"/>
            <ac:cxnSpMk id="34" creationId="{F5FD3039-768B-B208-A3B2-DBBED87BE75D}"/>
          </ac:cxnSpMkLst>
        </pc:cxnChg>
        <pc:cxnChg chg="add mod">
          <ac:chgData name="Sanmukh Kuppannagari" userId="ad215094-da36-4b66-9c79-369a17aea26b" providerId="ADAL" clId="{18DA49F4-CD4F-46E0-AB35-D6CB797BE416}" dt="2025-10-23T12:27:27.256" v="2541" actId="1076"/>
          <ac:cxnSpMkLst>
            <pc:docMk/>
            <pc:sldMk cId="4285416070" sldId="1679"/>
            <ac:cxnSpMk id="35" creationId="{231FF02C-BCA5-7B98-F52D-38570DE04A39}"/>
          </ac:cxnSpMkLst>
        </pc:cxnChg>
        <pc:cxnChg chg="del">
          <ac:chgData name="Sanmukh Kuppannagari" userId="ad215094-da36-4b66-9c79-369a17aea26b" providerId="ADAL" clId="{18DA49F4-CD4F-46E0-AB35-D6CB797BE416}" dt="2025-10-23T12:26:25.834" v="2439" actId="478"/>
          <ac:cxnSpMkLst>
            <pc:docMk/>
            <pc:sldMk cId="4285416070" sldId="1679"/>
            <ac:cxnSpMk id="42" creationId="{3EDBA55B-EB47-1142-64AD-F0EEC8210147}"/>
          </ac:cxnSpMkLst>
        </pc:cxnChg>
        <pc:cxnChg chg="add del mod">
          <ac:chgData name="Sanmukh Kuppannagari" userId="ad215094-da36-4b66-9c79-369a17aea26b" providerId="ADAL" clId="{18DA49F4-CD4F-46E0-AB35-D6CB797BE416}" dt="2025-10-23T12:26:26.775" v="2440" actId="478"/>
          <ac:cxnSpMkLst>
            <pc:docMk/>
            <pc:sldMk cId="4285416070" sldId="1679"/>
            <ac:cxnSpMk id="43" creationId="{DE07EDD9-4F4E-471F-5E16-69247060BF68}"/>
          </ac:cxnSpMkLst>
        </pc:cxnChg>
        <pc:cxnChg chg="add mod">
          <ac:chgData name="Sanmukh Kuppannagari" userId="ad215094-da36-4b66-9c79-369a17aea26b" providerId="ADAL" clId="{18DA49F4-CD4F-46E0-AB35-D6CB797BE416}" dt="2025-10-23T12:27:17.442" v="2539" actId="1076"/>
          <ac:cxnSpMkLst>
            <pc:docMk/>
            <pc:sldMk cId="4285416070" sldId="1679"/>
            <ac:cxnSpMk id="46" creationId="{EA28BBD4-5164-8968-9CAE-E1372C6696F8}"/>
          </ac:cxnSpMkLst>
        </pc:cxnChg>
        <pc:cxnChg chg="add mod">
          <ac:chgData name="Sanmukh Kuppannagari" userId="ad215094-da36-4b66-9c79-369a17aea26b" providerId="ADAL" clId="{18DA49F4-CD4F-46E0-AB35-D6CB797BE416}" dt="2025-10-23T12:26:23.485" v="2438" actId="1076"/>
          <ac:cxnSpMkLst>
            <pc:docMk/>
            <pc:sldMk cId="4285416070" sldId="1679"/>
            <ac:cxnSpMk id="47" creationId="{65E56D51-1566-4AC6-379C-74D86B56512E}"/>
          </ac:cxnSpMkLst>
        </pc:cxnChg>
      </pc:sldChg>
      <pc:sldChg chg="addSp delSp modSp add mod">
        <pc:chgData name="Sanmukh Kuppannagari" userId="ad215094-da36-4b66-9c79-369a17aea26b" providerId="ADAL" clId="{18DA49F4-CD4F-46E0-AB35-D6CB797BE416}" dt="2025-10-23T13:04:53.424" v="3262" actId="14100"/>
        <pc:sldMkLst>
          <pc:docMk/>
          <pc:sldMk cId="244982969" sldId="1680"/>
        </pc:sldMkLst>
        <pc:spChg chg="add mod">
          <ac:chgData name="Sanmukh Kuppannagari" userId="ad215094-da36-4b66-9c79-369a17aea26b" providerId="ADAL" clId="{18DA49F4-CD4F-46E0-AB35-D6CB797BE416}" dt="2025-10-23T13:04:53.424" v="3262" actId="14100"/>
          <ac:spMkLst>
            <pc:docMk/>
            <pc:sldMk cId="244982969" sldId="1680"/>
            <ac:spMk id="3" creationId="{975FDE49-DA74-78BA-A458-D4507ED9B251}"/>
          </ac:spMkLst>
        </pc:spChg>
        <pc:spChg chg="del">
          <ac:chgData name="Sanmukh Kuppannagari" userId="ad215094-da36-4b66-9c79-369a17aea26b" providerId="ADAL" clId="{18DA49F4-CD4F-46E0-AB35-D6CB797BE416}" dt="2025-10-23T13:04:37.302" v="3255" actId="478"/>
          <ac:spMkLst>
            <pc:docMk/>
            <pc:sldMk cId="244982969" sldId="1680"/>
            <ac:spMk id="9" creationId="{5BCA23AF-4E8B-D6AB-03FD-B17D01379F8F}"/>
          </ac:spMkLst>
        </pc:spChg>
        <pc:spChg chg="del">
          <ac:chgData name="Sanmukh Kuppannagari" userId="ad215094-da36-4b66-9c79-369a17aea26b" providerId="ADAL" clId="{18DA49F4-CD4F-46E0-AB35-D6CB797BE416}" dt="2025-10-23T13:04:38.340" v="3256" actId="478"/>
          <ac:spMkLst>
            <pc:docMk/>
            <pc:sldMk cId="244982969" sldId="1680"/>
            <ac:spMk id="10" creationId="{C28D4696-F939-1058-C52C-D88B753DBB6C}"/>
          </ac:spMkLst>
        </pc:spChg>
        <pc:spChg chg="del">
          <ac:chgData name="Sanmukh Kuppannagari" userId="ad215094-da36-4b66-9c79-369a17aea26b" providerId="ADAL" clId="{18DA49F4-CD4F-46E0-AB35-D6CB797BE416}" dt="2025-10-23T13:04:40.045" v="3257" actId="478"/>
          <ac:spMkLst>
            <pc:docMk/>
            <pc:sldMk cId="244982969" sldId="1680"/>
            <ac:spMk id="13" creationId="{880F1E33-A2F4-FBED-B703-76928E69B41F}"/>
          </ac:spMkLst>
        </pc:spChg>
        <pc:spChg chg="del">
          <ac:chgData name="Sanmukh Kuppannagari" userId="ad215094-da36-4b66-9c79-369a17aea26b" providerId="ADAL" clId="{18DA49F4-CD4F-46E0-AB35-D6CB797BE416}" dt="2025-10-23T13:04:42.121" v="3258" actId="478"/>
          <ac:spMkLst>
            <pc:docMk/>
            <pc:sldMk cId="244982969" sldId="1680"/>
            <ac:spMk id="14" creationId="{4572339C-FB14-2975-A15A-A4DCC8B872B8}"/>
          </ac:spMkLst>
        </pc:spChg>
        <pc:spChg chg="del">
          <ac:chgData name="Sanmukh Kuppannagari" userId="ad215094-da36-4b66-9c79-369a17aea26b" providerId="ADAL" clId="{18DA49F4-CD4F-46E0-AB35-D6CB797BE416}" dt="2025-10-23T13:04:43.780" v="3259" actId="478"/>
          <ac:spMkLst>
            <pc:docMk/>
            <pc:sldMk cId="244982969" sldId="1680"/>
            <ac:spMk id="17" creationId="{04000F41-D328-D6F4-7B69-D9B13F7820C1}"/>
          </ac:spMkLst>
        </pc:spChg>
        <pc:spChg chg="del">
          <ac:chgData name="Sanmukh Kuppannagari" userId="ad215094-da36-4b66-9c79-369a17aea26b" providerId="ADAL" clId="{18DA49F4-CD4F-46E0-AB35-D6CB797BE416}" dt="2025-10-23T13:04:47.367" v="3260" actId="478"/>
          <ac:spMkLst>
            <pc:docMk/>
            <pc:sldMk cId="244982969" sldId="1680"/>
            <ac:spMk id="18" creationId="{BCF2C414-7471-B0F8-AB7D-924C95AFFFEA}"/>
          </ac:spMkLst>
        </pc:spChg>
        <pc:spChg chg="mod">
          <ac:chgData name="Sanmukh Kuppannagari" userId="ad215094-da36-4b66-9c79-369a17aea26b" providerId="ADAL" clId="{18DA49F4-CD4F-46E0-AB35-D6CB797BE416}" dt="2025-10-23T12:23:46.891" v="2399" actId="20577"/>
          <ac:spMkLst>
            <pc:docMk/>
            <pc:sldMk cId="244982969" sldId="1680"/>
            <ac:spMk id="21" creationId="{DB0B86C9-50A3-35B3-13C3-569F3B74974B}"/>
          </ac:spMkLst>
        </pc:spChg>
        <pc:spChg chg="add mod">
          <ac:chgData name="Sanmukh Kuppannagari" userId="ad215094-da36-4b66-9c79-369a17aea26b" providerId="ADAL" clId="{18DA49F4-CD4F-46E0-AB35-D6CB797BE416}" dt="2025-10-23T12:23:12.505" v="2386" actId="1076"/>
          <ac:spMkLst>
            <pc:docMk/>
            <pc:sldMk cId="244982969" sldId="1680"/>
            <ac:spMk id="22" creationId="{F79C4F9F-E964-B160-3432-7C9BE3A94FC6}"/>
          </ac:spMkLst>
        </pc:spChg>
        <pc:spChg chg="add mod">
          <ac:chgData name="Sanmukh Kuppannagari" userId="ad215094-da36-4b66-9c79-369a17aea26b" providerId="ADAL" clId="{18DA49F4-CD4F-46E0-AB35-D6CB797BE416}" dt="2025-10-23T12:23:42.180" v="2397" actId="1076"/>
          <ac:spMkLst>
            <pc:docMk/>
            <pc:sldMk cId="244982969" sldId="1680"/>
            <ac:spMk id="23" creationId="{D3FDECE1-5B76-CBBE-7B6A-F308FF040E3A}"/>
          </ac:spMkLst>
        </pc:spChg>
        <pc:spChg chg="add mod">
          <ac:chgData name="Sanmukh Kuppannagari" userId="ad215094-da36-4b66-9c79-369a17aea26b" providerId="ADAL" clId="{18DA49F4-CD4F-46E0-AB35-D6CB797BE416}" dt="2025-10-23T13:04:48.495" v="3261"/>
          <ac:spMkLst>
            <pc:docMk/>
            <pc:sldMk cId="244982969" sldId="1680"/>
            <ac:spMk id="30" creationId="{10172BAB-A49C-29C1-FB76-492C7D950AC1}"/>
          </ac:spMkLst>
        </pc:spChg>
        <pc:spChg chg="add mod">
          <ac:chgData name="Sanmukh Kuppannagari" userId="ad215094-da36-4b66-9c79-369a17aea26b" providerId="ADAL" clId="{18DA49F4-CD4F-46E0-AB35-D6CB797BE416}" dt="2025-10-23T13:04:48.495" v="3261"/>
          <ac:spMkLst>
            <pc:docMk/>
            <pc:sldMk cId="244982969" sldId="1680"/>
            <ac:spMk id="31" creationId="{6DC6A608-D85B-F215-2764-911C9CF695F0}"/>
          </ac:spMkLst>
        </pc:spChg>
        <pc:spChg chg="add mod">
          <ac:chgData name="Sanmukh Kuppannagari" userId="ad215094-da36-4b66-9c79-369a17aea26b" providerId="ADAL" clId="{18DA49F4-CD4F-46E0-AB35-D6CB797BE416}" dt="2025-10-23T13:04:48.495" v="3261"/>
          <ac:spMkLst>
            <pc:docMk/>
            <pc:sldMk cId="244982969" sldId="1680"/>
            <ac:spMk id="32" creationId="{493DC178-02BA-7BC8-EF9D-EE15477D974D}"/>
          </ac:spMkLst>
        </pc:spChg>
        <pc:spChg chg="add mod">
          <ac:chgData name="Sanmukh Kuppannagari" userId="ad215094-da36-4b66-9c79-369a17aea26b" providerId="ADAL" clId="{18DA49F4-CD4F-46E0-AB35-D6CB797BE416}" dt="2025-10-23T13:04:48.495" v="3261"/>
          <ac:spMkLst>
            <pc:docMk/>
            <pc:sldMk cId="244982969" sldId="1680"/>
            <ac:spMk id="33" creationId="{F9E93E68-4192-AD5F-2A41-37A2FC867279}"/>
          </ac:spMkLst>
        </pc:spChg>
        <pc:spChg chg="add mod">
          <ac:chgData name="Sanmukh Kuppannagari" userId="ad215094-da36-4b66-9c79-369a17aea26b" providerId="ADAL" clId="{18DA49F4-CD4F-46E0-AB35-D6CB797BE416}" dt="2025-10-23T13:04:48.495" v="3261"/>
          <ac:spMkLst>
            <pc:docMk/>
            <pc:sldMk cId="244982969" sldId="1680"/>
            <ac:spMk id="34" creationId="{C11E88C5-04EE-111B-6278-2EA6CEFCCE30}"/>
          </ac:spMkLst>
        </pc:spChg>
        <pc:spChg chg="add mod">
          <ac:chgData name="Sanmukh Kuppannagari" userId="ad215094-da36-4b66-9c79-369a17aea26b" providerId="ADAL" clId="{18DA49F4-CD4F-46E0-AB35-D6CB797BE416}" dt="2025-10-23T13:04:48.495" v="3261"/>
          <ac:spMkLst>
            <pc:docMk/>
            <pc:sldMk cId="244982969" sldId="1680"/>
            <ac:spMk id="35" creationId="{DD82410C-47BC-FD1E-332B-B6B172345D05}"/>
          </ac:spMkLst>
        </pc:spChg>
        <pc:spChg chg="add mod">
          <ac:chgData name="Sanmukh Kuppannagari" userId="ad215094-da36-4b66-9c79-369a17aea26b" providerId="ADAL" clId="{18DA49F4-CD4F-46E0-AB35-D6CB797BE416}" dt="2025-10-23T13:04:48.495" v="3261"/>
          <ac:spMkLst>
            <pc:docMk/>
            <pc:sldMk cId="244982969" sldId="1680"/>
            <ac:spMk id="36" creationId="{707F6951-5417-C4DB-3981-1F46A143B161}"/>
          </ac:spMkLst>
        </pc:spChg>
        <pc:spChg chg="add mod">
          <ac:chgData name="Sanmukh Kuppannagari" userId="ad215094-da36-4b66-9c79-369a17aea26b" providerId="ADAL" clId="{18DA49F4-CD4F-46E0-AB35-D6CB797BE416}" dt="2025-10-23T13:04:48.495" v="3261"/>
          <ac:spMkLst>
            <pc:docMk/>
            <pc:sldMk cId="244982969" sldId="1680"/>
            <ac:spMk id="37" creationId="{53A748D1-1872-CB17-560C-275841C5DCAB}"/>
          </ac:spMkLst>
        </pc:spChg>
        <pc:spChg chg="add mod">
          <ac:chgData name="Sanmukh Kuppannagari" userId="ad215094-da36-4b66-9c79-369a17aea26b" providerId="ADAL" clId="{18DA49F4-CD4F-46E0-AB35-D6CB797BE416}" dt="2025-10-23T13:04:48.495" v="3261"/>
          <ac:spMkLst>
            <pc:docMk/>
            <pc:sldMk cId="244982969" sldId="1680"/>
            <ac:spMk id="38" creationId="{66FFBE61-070B-3AAC-87F1-2BF15FF65EA5}"/>
          </ac:spMkLst>
        </pc:spChg>
        <pc:cxnChg chg="add mod">
          <ac:chgData name="Sanmukh Kuppannagari" userId="ad215094-da36-4b66-9c79-369a17aea26b" providerId="ADAL" clId="{18DA49F4-CD4F-46E0-AB35-D6CB797BE416}" dt="2025-10-23T12:23:31.568" v="2393" actId="14100"/>
          <ac:cxnSpMkLst>
            <pc:docMk/>
            <pc:sldMk cId="244982969" sldId="1680"/>
            <ac:cxnSpMk id="24" creationId="{EF70576A-F531-6B7D-4801-0E1E576B3B7A}"/>
          </ac:cxnSpMkLst>
        </pc:cxnChg>
        <pc:cxnChg chg="add mod">
          <ac:chgData name="Sanmukh Kuppannagari" userId="ad215094-da36-4b66-9c79-369a17aea26b" providerId="ADAL" clId="{18DA49F4-CD4F-46E0-AB35-D6CB797BE416}" dt="2025-10-23T12:23:39.430" v="2396" actId="1076"/>
          <ac:cxnSpMkLst>
            <pc:docMk/>
            <pc:sldMk cId="244982969" sldId="1680"/>
            <ac:cxnSpMk id="28" creationId="{7D3CA62A-B0D8-4394-93BB-0B668E9743FE}"/>
          </ac:cxnSpMkLst>
        </pc:cxnChg>
      </pc:sldChg>
      <pc:sldChg chg="addSp delSp modSp add mod">
        <pc:chgData name="Sanmukh Kuppannagari" userId="ad215094-da36-4b66-9c79-369a17aea26b" providerId="ADAL" clId="{18DA49F4-CD4F-46E0-AB35-D6CB797BE416}" dt="2025-10-23T14:21:17.826" v="5015" actId="1035"/>
        <pc:sldMkLst>
          <pc:docMk/>
          <pc:sldMk cId="3221772985" sldId="1681"/>
        </pc:sldMkLst>
        <pc:spChg chg="del">
          <ac:chgData name="Sanmukh Kuppannagari" userId="ad215094-da36-4b66-9c79-369a17aea26b" providerId="ADAL" clId="{18DA49F4-CD4F-46E0-AB35-D6CB797BE416}" dt="2025-10-23T14:21:05.894" v="4997" actId="478"/>
          <ac:spMkLst>
            <pc:docMk/>
            <pc:sldMk cId="3221772985" sldId="1681"/>
            <ac:spMk id="9" creationId="{0F4EAB29-57BB-E0BA-F7A6-4E761260C49C}"/>
          </ac:spMkLst>
        </pc:spChg>
        <pc:spChg chg="del">
          <ac:chgData name="Sanmukh Kuppannagari" userId="ad215094-da36-4b66-9c79-369a17aea26b" providerId="ADAL" clId="{18DA49F4-CD4F-46E0-AB35-D6CB797BE416}" dt="2025-10-23T14:21:07.674" v="4998" actId="478"/>
          <ac:spMkLst>
            <pc:docMk/>
            <pc:sldMk cId="3221772985" sldId="1681"/>
            <ac:spMk id="10" creationId="{925D902E-47D9-8859-4552-02560C2F94DF}"/>
          </ac:spMkLst>
        </pc:spChg>
        <pc:spChg chg="del">
          <ac:chgData name="Sanmukh Kuppannagari" userId="ad215094-da36-4b66-9c79-369a17aea26b" providerId="ADAL" clId="{18DA49F4-CD4F-46E0-AB35-D6CB797BE416}" dt="2025-10-23T14:21:09.083" v="4999" actId="478"/>
          <ac:spMkLst>
            <pc:docMk/>
            <pc:sldMk cId="3221772985" sldId="1681"/>
            <ac:spMk id="13" creationId="{833FAB3F-F803-DF56-432B-87E7355F4653}"/>
          </ac:spMkLst>
        </pc:spChg>
        <pc:spChg chg="del">
          <ac:chgData name="Sanmukh Kuppannagari" userId="ad215094-da36-4b66-9c79-369a17aea26b" providerId="ADAL" clId="{18DA49F4-CD4F-46E0-AB35-D6CB797BE416}" dt="2025-10-23T14:21:12.200" v="5000" actId="478"/>
          <ac:spMkLst>
            <pc:docMk/>
            <pc:sldMk cId="3221772985" sldId="1681"/>
            <ac:spMk id="14" creationId="{04281D5E-C7A9-9035-C456-EDD0617EB2D4}"/>
          </ac:spMkLst>
        </pc:spChg>
        <pc:spChg chg="mod">
          <ac:chgData name="Sanmukh Kuppannagari" userId="ad215094-da36-4b66-9c79-369a17aea26b" providerId="ADAL" clId="{18DA49F4-CD4F-46E0-AB35-D6CB797BE416}" dt="2025-10-23T12:24:22.941" v="2416" actId="207"/>
          <ac:spMkLst>
            <pc:docMk/>
            <pc:sldMk cId="3221772985" sldId="1681"/>
            <ac:spMk id="21" creationId="{7D1E15F1-23B6-7EA0-6756-454D71732B3F}"/>
          </ac:spMkLst>
        </pc:spChg>
        <pc:spChg chg="add mod">
          <ac:chgData name="Sanmukh Kuppannagari" userId="ad215094-da36-4b66-9c79-369a17aea26b" providerId="ADAL" clId="{18DA49F4-CD4F-46E0-AB35-D6CB797BE416}" dt="2025-10-23T14:21:17.826" v="5015" actId="1035"/>
          <ac:spMkLst>
            <pc:docMk/>
            <pc:sldMk cId="3221772985" sldId="1681"/>
            <ac:spMk id="25" creationId="{D4298EB6-7B8C-0989-0372-7342049C8E55}"/>
          </ac:spMkLst>
        </pc:spChg>
        <pc:spChg chg="add mod">
          <ac:chgData name="Sanmukh Kuppannagari" userId="ad215094-da36-4b66-9c79-369a17aea26b" providerId="ADAL" clId="{18DA49F4-CD4F-46E0-AB35-D6CB797BE416}" dt="2025-10-23T14:21:17.826" v="5015" actId="1035"/>
          <ac:spMkLst>
            <pc:docMk/>
            <pc:sldMk cId="3221772985" sldId="1681"/>
            <ac:spMk id="26" creationId="{4904C485-F9CA-921C-8D4F-03B051F4B562}"/>
          </ac:spMkLst>
        </pc:spChg>
        <pc:spChg chg="add mod">
          <ac:chgData name="Sanmukh Kuppannagari" userId="ad215094-da36-4b66-9c79-369a17aea26b" providerId="ADAL" clId="{18DA49F4-CD4F-46E0-AB35-D6CB797BE416}" dt="2025-10-23T14:21:17.826" v="5015" actId="1035"/>
          <ac:spMkLst>
            <pc:docMk/>
            <pc:sldMk cId="3221772985" sldId="1681"/>
            <ac:spMk id="27" creationId="{FB6B0FB4-C02B-5E08-3B24-448581B2DC8B}"/>
          </ac:spMkLst>
        </pc:spChg>
        <pc:spChg chg="add mod">
          <ac:chgData name="Sanmukh Kuppannagari" userId="ad215094-da36-4b66-9c79-369a17aea26b" providerId="ADAL" clId="{18DA49F4-CD4F-46E0-AB35-D6CB797BE416}" dt="2025-10-23T14:21:17.826" v="5015" actId="1035"/>
          <ac:spMkLst>
            <pc:docMk/>
            <pc:sldMk cId="3221772985" sldId="1681"/>
            <ac:spMk id="29" creationId="{B1C1F344-5F6B-5250-A2BD-84740C939BB7}"/>
          </ac:spMkLst>
        </pc:spChg>
        <pc:spChg chg="add mod">
          <ac:chgData name="Sanmukh Kuppannagari" userId="ad215094-da36-4b66-9c79-369a17aea26b" providerId="ADAL" clId="{18DA49F4-CD4F-46E0-AB35-D6CB797BE416}" dt="2025-10-23T14:21:17.826" v="5015" actId="1035"/>
          <ac:spMkLst>
            <pc:docMk/>
            <pc:sldMk cId="3221772985" sldId="1681"/>
            <ac:spMk id="30" creationId="{A7176D98-B909-FDD1-A1D5-BF3AD9E49301}"/>
          </ac:spMkLst>
        </pc:spChg>
        <pc:spChg chg="add mod">
          <ac:chgData name="Sanmukh Kuppannagari" userId="ad215094-da36-4b66-9c79-369a17aea26b" providerId="ADAL" clId="{18DA49F4-CD4F-46E0-AB35-D6CB797BE416}" dt="2025-10-23T14:21:17.826" v="5015" actId="1035"/>
          <ac:spMkLst>
            <pc:docMk/>
            <pc:sldMk cId="3221772985" sldId="1681"/>
            <ac:spMk id="31" creationId="{AB840345-133E-85CB-F004-0E86603B197A}"/>
          </ac:spMkLst>
        </pc:spChg>
      </pc:sldChg>
      <pc:sldChg chg="addSp delSp modSp add mod ord">
        <pc:chgData name="Sanmukh Kuppannagari" userId="ad215094-da36-4b66-9c79-369a17aea26b" providerId="ADAL" clId="{18DA49F4-CD4F-46E0-AB35-D6CB797BE416}" dt="2025-10-23T13:04:19.034" v="3254" actId="1076"/>
        <pc:sldMkLst>
          <pc:docMk/>
          <pc:sldMk cId="1148215155" sldId="1682"/>
        </pc:sldMkLst>
        <pc:spChg chg="del">
          <ac:chgData name="Sanmukh Kuppannagari" userId="ad215094-da36-4b66-9c79-369a17aea26b" providerId="ADAL" clId="{18DA49F4-CD4F-46E0-AB35-D6CB797BE416}" dt="2025-10-23T12:25:58.958" v="2428" actId="478"/>
          <ac:spMkLst>
            <pc:docMk/>
            <pc:sldMk cId="1148215155" sldId="1682"/>
            <ac:spMk id="3" creationId="{D666E2FD-C17A-6770-654D-82AEF86914F2}"/>
          </ac:spMkLst>
        </pc:spChg>
        <pc:spChg chg="mod">
          <ac:chgData name="Sanmukh Kuppannagari" userId="ad215094-da36-4b66-9c79-369a17aea26b" providerId="ADAL" clId="{18DA49F4-CD4F-46E0-AB35-D6CB797BE416}" dt="2025-10-23T13:04:02.860" v="3250" actId="1076"/>
          <ac:spMkLst>
            <pc:docMk/>
            <pc:sldMk cId="1148215155" sldId="1682"/>
            <ac:spMk id="4" creationId="{C08028EE-3235-512A-E73A-FB1D5EA10A59}"/>
          </ac:spMkLst>
        </pc:spChg>
        <pc:spChg chg="mod">
          <ac:chgData name="Sanmukh Kuppannagari" userId="ad215094-da36-4b66-9c79-369a17aea26b" providerId="ADAL" clId="{18DA49F4-CD4F-46E0-AB35-D6CB797BE416}" dt="2025-10-23T13:04:00.428" v="3248" actId="1076"/>
          <ac:spMkLst>
            <pc:docMk/>
            <pc:sldMk cId="1148215155" sldId="1682"/>
            <ac:spMk id="10" creationId="{1E415150-8954-0266-7110-819454EAA44B}"/>
          </ac:spMkLst>
        </pc:spChg>
        <pc:spChg chg="mod">
          <ac:chgData name="Sanmukh Kuppannagari" userId="ad215094-da36-4b66-9c79-369a17aea26b" providerId="ADAL" clId="{18DA49F4-CD4F-46E0-AB35-D6CB797BE416}" dt="2025-10-23T13:04:06.033" v="3251" actId="1076"/>
          <ac:spMkLst>
            <pc:docMk/>
            <pc:sldMk cId="1148215155" sldId="1682"/>
            <ac:spMk id="14" creationId="{F55789C6-B431-5930-782E-2671A4B7F125}"/>
          </ac:spMkLst>
        </pc:spChg>
        <pc:spChg chg="mod">
          <ac:chgData name="Sanmukh Kuppannagari" userId="ad215094-da36-4b66-9c79-369a17aea26b" providerId="ADAL" clId="{18DA49F4-CD4F-46E0-AB35-D6CB797BE416}" dt="2025-10-23T13:04:13.514" v="3253" actId="1076"/>
          <ac:spMkLst>
            <pc:docMk/>
            <pc:sldMk cId="1148215155" sldId="1682"/>
            <ac:spMk id="18" creationId="{DB8CE306-A8A8-24C2-841A-CD977845AD63}"/>
          </ac:spMkLst>
        </pc:spChg>
        <pc:spChg chg="mod">
          <ac:chgData name="Sanmukh Kuppannagari" userId="ad215094-da36-4b66-9c79-369a17aea26b" providerId="ADAL" clId="{18DA49F4-CD4F-46E0-AB35-D6CB797BE416}" dt="2025-10-23T12:26:11.092" v="2436" actId="20577"/>
          <ac:spMkLst>
            <pc:docMk/>
            <pc:sldMk cId="1148215155" sldId="1682"/>
            <ac:spMk id="21" creationId="{0CBB8757-8BDE-955A-0206-AEB17283A7CD}"/>
          </ac:spMkLst>
        </pc:spChg>
        <pc:spChg chg="del">
          <ac:chgData name="Sanmukh Kuppannagari" userId="ad215094-da36-4b66-9c79-369a17aea26b" providerId="ADAL" clId="{18DA49F4-CD4F-46E0-AB35-D6CB797BE416}" dt="2025-10-23T12:26:00.494" v="2430" actId="478"/>
          <ac:spMkLst>
            <pc:docMk/>
            <pc:sldMk cId="1148215155" sldId="1682"/>
            <ac:spMk id="22" creationId="{EDBC2D4F-570E-2C32-F046-95774F1048C2}"/>
          </ac:spMkLst>
        </pc:spChg>
        <pc:spChg chg="del">
          <ac:chgData name="Sanmukh Kuppannagari" userId="ad215094-da36-4b66-9c79-369a17aea26b" providerId="ADAL" clId="{18DA49F4-CD4F-46E0-AB35-D6CB797BE416}" dt="2025-10-23T12:26:02.231" v="2432" actId="478"/>
          <ac:spMkLst>
            <pc:docMk/>
            <pc:sldMk cId="1148215155" sldId="1682"/>
            <ac:spMk id="23" creationId="{9DEF55C1-AB03-A88D-0510-35F5FA997699}"/>
          </ac:spMkLst>
        </pc:spChg>
        <pc:spChg chg="add mod">
          <ac:chgData name="Sanmukh Kuppannagari" userId="ad215094-da36-4b66-9c79-369a17aea26b" providerId="ADAL" clId="{18DA49F4-CD4F-46E0-AB35-D6CB797BE416}" dt="2025-10-23T13:03:53.944" v="3247" actId="1076"/>
          <ac:spMkLst>
            <pc:docMk/>
            <pc:sldMk cId="1148215155" sldId="1682"/>
            <ac:spMk id="25" creationId="{D6E77825-849D-B143-D03C-684C6D50EBCE}"/>
          </ac:spMkLst>
        </pc:spChg>
        <pc:spChg chg="add mod">
          <ac:chgData name="Sanmukh Kuppannagari" userId="ad215094-da36-4b66-9c79-369a17aea26b" providerId="ADAL" clId="{18DA49F4-CD4F-46E0-AB35-D6CB797BE416}" dt="2025-10-23T13:04:09.542" v="3252" actId="1076"/>
          <ac:spMkLst>
            <pc:docMk/>
            <pc:sldMk cId="1148215155" sldId="1682"/>
            <ac:spMk id="26" creationId="{CDE81D50-96B7-C240-DD54-3055D10EB471}"/>
          </ac:spMkLst>
        </pc:spChg>
        <pc:spChg chg="add mod">
          <ac:chgData name="Sanmukh Kuppannagari" userId="ad215094-da36-4b66-9c79-369a17aea26b" providerId="ADAL" clId="{18DA49F4-CD4F-46E0-AB35-D6CB797BE416}" dt="2025-10-23T13:04:19.034" v="3254" actId="1076"/>
          <ac:spMkLst>
            <pc:docMk/>
            <pc:sldMk cId="1148215155" sldId="1682"/>
            <ac:spMk id="27" creationId="{991222C1-0CB7-B2E7-F148-C98FEA04C6B6}"/>
          </ac:spMkLst>
        </pc:spChg>
        <pc:cxnChg chg="del">
          <ac:chgData name="Sanmukh Kuppannagari" userId="ad215094-da36-4b66-9c79-369a17aea26b" providerId="ADAL" clId="{18DA49F4-CD4F-46E0-AB35-D6CB797BE416}" dt="2025-10-23T12:25:59.765" v="2429" actId="478"/>
          <ac:cxnSpMkLst>
            <pc:docMk/>
            <pc:sldMk cId="1148215155" sldId="1682"/>
            <ac:cxnSpMk id="24" creationId="{AB2F2A73-2656-A115-C2A3-46F570A9981F}"/>
          </ac:cxnSpMkLst>
        </pc:cxnChg>
        <pc:cxnChg chg="del">
          <ac:chgData name="Sanmukh Kuppannagari" userId="ad215094-da36-4b66-9c79-369a17aea26b" providerId="ADAL" clId="{18DA49F4-CD4F-46E0-AB35-D6CB797BE416}" dt="2025-10-23T12:26:01.678" v="2431" actId="478"/>
          <ac:cxnSpMkLst>
            <pc:docMk/>
            <pc:sldMk cId="1148215155" sldId="1682"/>
            <ac:cxnSpMk id="28" creationId="{D6BF87D0-0693-1E1C-BEDD-EDCCDDE08644}"/>
          </ac:cxnSpMkLst>
        </pc:cxnChg>
      </pc:sldChg>
      <pc:sldChg chg="addSp delSp modSp add mod">
        <pc:chgData name="Sanmukh Kuppannagari" userId="ad215094-da36-4b66-9c79-369a17aea26b" providerId="ADAL" clId="{18DA49F4-CD4F-46E0-AB35-D6CB797BE416}" dt="2025-10-23T13:15:46.582" v="3403" actId="478"/>
        <pc:sldMkLst>
          <pc:docMk/>
          <pc:sldMk cId="3788973768" sldId="1683"/>
        </pc:sldMkLst>
        <pc:spChg chg="add mod">
          <ac:chgData name="Sanmukh Kuppannagari" userId="ad215094-da36-4b66-9c79-369a17aea26b" providerId="ADAL" clId="{18DA49F4-CD4F-46E0-AB35-D6CB797BE416}" dt="2025-10-23T12:28:16.461" v="2553" actId="14100"/>
          <ac:spMkLst>
            <pc:docMk/>
            <pc:sldMk cId="3788973768" sldId="1683"/>
            <ac:spMk id="3" creationId="{44DC7073-5FDB-BCFB-500E-CC7A4AE530E0}"/>
          </ac:spMkLst>
        </pc:spChg>
        <pc:spChg chg="mod">
          <ac:chgData name="Sanmukh Kuppannagari" userId="ad215094-da36-4b66-9c79-369a17aea26b" providerId="ADAL" clId="{18DA49F4-CD4F-46E0-AB35-D6CB797BE416}" dt="2025-10-23T12:28:36.833" v="2561" actId="1076"/>
          <ac:spMkLst>
            <pc:docMk/>
            <pc:sldMk cId="3788973768" sldId="1683"/>
            <ac:spMk id="4" creationId="{DC3F1C6B-B4AC-9101-9052-B7DE28E21CAF}"/>
          </ac:spMkLst>
        </pc:spChg>
        <pc:spChg chg="del">
          <ac:chgData name="Sanmukh Kuppannagari" userId="ad215094-da36-4b66-9c79-369a17aea26b" providerId="ADAL" clId="{18DA49F4-CD4F-46E0-AB35-D6CB797BE416}" dt="2025-10-23T13:05:26.410" v="3272" actId="478"/>
          <ac:spMkLst>
            <pc:docMk/>
            <pc:sldMk cId="3788973768" sldId="1683"/>
            <ac:spMk id="9" creationId="{CD09EDA1-3062-9251-20DA-85B86C10D340}"/>
          </ac:spMkLst>
        </pc:spChg>
        <pc:spChg chg="del">
          <ac:chgData name="Sanmukh Kuppannagari" userId="ad215094-da36-4b66-9c79-369a17aea26b" providerId="ADAL" clId="{18DA49F4-CD4F-46E0-AB35-D6CB797BE416}" dt="2025-10-23T13:05:27.240" v="3273" actId="478"/>
          <ac:spMkLst>
            <pc:docMk/>
            <pc:sldMk cId="3788973768" sldId="1683"/>
            <ac:spMk id="10" creationId="{183D14BE-4931-351F-EAEE-3772315D0577}"/>
          </ac:spMkLst>
        </pc:spChg>
        <pc:spChg chg="del mod">
          <ac:chgData name="Sanmukh Kuppannagari" userId="ad215094-da36-4b66-9c79-369a17aea26b" providerId="ADAL" clId="{18DA49F4-CD4F-46E0-AB35-D6CB797BE416}" dt="2025-10-23T13:05:29.920" v="3275" actId="478"/>
          <ac:spMkLst>
            <pc:docMk/>
            <pc:sldMk cId="3788973768" sldId="1683"/>
            <ac:spMk id="13" creationId="{C895559A-B817-0EE3-63A4-224176B7372D}"/>
          </ac:spMkLst>
        </pc:spChg>
        <pc:spChg chg="del">
          <ac:chgData name="Sanmukh Kuppannagari" userId="ad215094-da36-4b66-9c79-369a17aea26b" providerId="ADAL" clId="{18DA49F4-CD4F-46E0-AB35-D6CB797BE416}" dt="2025-10-23T13:05:31.314" v="3276" actId="478"/>
          <ac:spMkLst>
            <pc:docMk/>
            <pc:sldMk cId="3788973768" sldId="1683"/>
            <ac:spMk id="14" creationId="{0F2EBB43-A829-2471-27FD-C88415096566}"/>
          </ac:spMkLst>
        </pc:spChg>
        <pc:spChg chg="del">
          <ac:chgData name="Sanmukh Kuppannagari" userId="ad215094-da36-4b66-9c79-369a17aea26b" providerId="ADAL" clId="{18DA49F4-CD4F-46E0-AB35-D6CB797BE416}" dt="2025-10-23T13:05:35.282" v="3277" actId="478"/>
          <ac:spMkLst>
            <pc:docMk/>
            <pc:sldMk cId="3788973768" sldId="1683"/>
            <ac:spMk id="17" creationId="{B8F1FDB2-331B-C41D-108C-818373B3C15A}"/>
          </ac:spMkLst>
        </pc:spChg>
        <pc:spChg chg="del">
          <ac:chgData name="Sanmukh Kuppannagari" userId="ad215094-da36-4b66-9c79-369a17aea26b" providerId="ADAL" clId="{18DA49F4-CD4F-46E0-AB35-D6CB797BE416}" dt="2025-10-23T13:05:38.806" v="3278" actId="478"/>
          <ac:spMkLst>
            <pc:docMk/>
            <pc:sldMk cId="3788973768" sldId="1683"/>
            <ac:spMk id="18" creationId="{FF5AEC90-0530-7F37-52B3-18563A4CFECA}"/>
          </ac:spMkLst>
        </pc:spChg>
        <pc:spChg chg="mod">
          <ac:chgData name="Sanmukh Kuppannagari" userId="ad215094-da36-4b66-9c79-369a17aea26b" providerId="ADAL" clId="{18DA49F4-CD4F-46E0-AB35-D6CB797BE416}" dt="2025-10-23T12:31:12.747" v="2692" actId="1076"/>
          <ac:spMkLst>
            <pc:docMk/>
            <pc:sldMk cId="3788973768" sldId="1683"/>
            <ac:spMk id="21" creationId="{DFA32EFC-B8C9-E601-FCAE-D73E0C624984}"/>
          </ac:spMkLst>
        </pc:spChg>
        <pc:spChg chg="del">
          <ac:chgData name="Sanmukh Kuppannagari" userId="ad215094-da36-4b66-9c79-369a17aea26b" providerId="ADAL" clId="{18DA49F4-CD4F-46E0-AB35-D6CB797BE416}" dt="2025-10-23T12:49:36.179" v="2990" actId="478"/>
          <ac:spMkLst>
            <pc:docMk/>
            <pc:sldMk cId="3788973768" sldId="1683"/>
            <ac:spMk id="27" creationId="{AC4A5FAB-505B-720B-CEA1-C77FC5696A1C}"/>
          </ac:spMkLst>
        </pc:spChg>
        <pc:spChg chg="del">
          <ac:chgData name="Sanmukh Kuppannagari" userId="ad215094-da36-4b66-9c79-369a17aea26b" providerId="ADAL" clId="{18DA49F4-CD4F-46E0-AB35-D6CB797BE416}" dt="2025-10-23T12:49:41.753" v="2993" actId="478"/>
          <ac:spMkLst>
            <pc:docMk/>
            <pc:sldMk cId="3788973768" sldId="1683"/>
            <ac:spMk id="28" creationId="{12C11DA1-BAA7-EF3C-806B-D635E16731AC}"/>
          </ac:spMkLst>
        </pc:spChg>
        <pc:spChg chg="del">
          <ac:chgData name="Sanmukh Kuppannagari" userId="ad215094-da36-4b66-9c79-369a17aea26b" providerId="ADAL" clId="{18DA49F4-CD4F-46E0-AB35-D6CB797BE416}" dt="2025-10-23T13:15:46.582" v="3403" actId="478"/>
          <ac:spMkLst>
            <pc:docMk/>
            <pc:sldMk cId="3788973768" sldId="1683"/>
            <ac:spMk id="37" creationId="{2F8513DB-A283-C314-91FD-6C1F6ACBF67D}"/>
          </ac:spMkLst>
        </pc:spChg>
        <pc:spChg chg="mod">
          <ac:chgData name="Sanmukh Kuppannagari" userId="ad215094-da36-4b66-9c79-369a17aea26b" providerId="ADAL" clId="{18DA49F4-CD4F-46E0-AB35-D6CB797BE416}" dt="2025-10-23T12:28:28.491" v="2558" actId="1076"/>
          <ac:spMkLst>
            <pc:docMk/>
            <pc:sldMk cId="3788973768" sldId="1683"/>
            <ac:spMk id="48" creationId="{16826673-DA0B-DB6C-CE3B-04D5E72CF091}"/>
          </ac:spMkLst>
        </pc:spChg>
        <pc:spChg chg="mod">
          <ac:chgData name="Sanmukh Kuppannagari" userId="ad215094-da36-4b66-9c79-369a17aea26b" providerId="ADAL" clId="{18DA49F4-CD4F-46E0-AB35-D6CB797BE416}" dt="2025-10-23T12:29:33.179" v="2574" actId="14100"/>
          <ac:spMkLst>
            <pc:docMk/>
            <pc:sldMk cId="3788973768" sldId="1683"/>
            <ac:spMk id="49" creationId="{28F3F216-9B3B-15F5-EA34-B4E1EB7354E4}"/>
          </ac:spMkLst>
        </pc:spChg>
        <pc:spChg chg="add mod">
          <ac:chgData name="Sanmukh Kuppannagari" userId="ad215094-da36-4b66-9c79-369a17aea26b" providerId="ADAL" clId="{18DA49F4-CD4F-46E0-AB35-D6CB797BE416}" dt="2025-10-23T12:28:42.531" v="2563" actId="14100"/>
          <ac:spMkLst>
            <pc:docMk/>
            <pc:sldMk cId="3788973768" sldId="1683"/>
            <ac:spMk id="51" creationId="{655B1217-FD3D-395F-81A7-531872C23827}"/>
          </ac:spMkLst>
        </pc:spChg>
        <pc:spChg chg="add mod">
          <ac:chgData name="Sanmukh Kuppannagari" userId="ad215094-da36-4b66-9c79-369a17aea26b" providerId="ADAL" clId="{18DA49F4-CD4F-46E0-AB35-D6CB797BE416}" dt="2025-10-23T12:49:44.030" v="2995"/>
          <ac:spMkLst>
            <pc:docMk/>
            <pc:sldMk cId="3788973768" sldId="1683"/>
            <ac:spMk id="55" creationId="{1DD6D357-0421-5269-9B57-1427C7AF5A30}"/>
          </ac:spMkLst>
        </pc:spChg>
        <pc:spChg chg="add mod">
          <ac:chgData name="Sanmukh Kuppannagari" userId="ad215094-da36-4b66-9c79-369a17aea26b" providerId="ADAL" clId="{18DA49F4-CD4F-46E0-AB35-D6CB797BE416}" dt="2025-10-23T12:49:44.030" v="2995"/>
          <ac:spMkLst>
            <pc:docMk/>
            <pc:sldMk cId="3788973768" sldId="1683"/>
            <ac:spMk id="56" creationId="{0F40EDBF-24CE-D224-52EB-6C8931DC954D}"/>
          </ac:spMkLst>
        </pc:spChg>
        <pc:spChg chg="add mod">
          <ac:chgData name="Sanmukh Kuppannagari" userId="ad215094-da36-4b66-9c79-369a17aea26b" providerId="ADAL" clId="{18DA49F4-CD4F-46E0-AB35-D6CB797BE416}" dt="2025-10-23T13:05:39.938" v="3279"/>
          <ac:spMkLst>
            <pc:docMk/>
            <pc:sldMk cId="3788973768" sldId="1683"/>
            <ac:spMk id="57" creationId="{DC2A712C-6C41-AFA0-494F-E5B9F9474CF6}"/>
          </ac:spMkLst>
        </pc:spChg>
        <pc:spChg chg="add mod">
          <ac:chgData name="Sanmukh Kuppannagari" userId="ad215094-da36-4b66-9c79-369a17aea26b" providerId="ADAL" clId="{18DA49F4-CD4F-46E0-AB35-D6CB797BE416}" dt="2025-10-23T13:05:39.938" v="3279"/>
          <ac:spMkLst>
            <pc:docMk/>
            <pc:sldMk cId="3788973768" sldId="1683"/>
            <ac:spMk id="58" creationId="{C72477BC-DC0F-9686-8E7C-1F5B4ACAA276}"/>
          </ac:spMkLst>
        </pc:spChg>
        <pc:spChg chg="add mod">
          <ac:chgData name="Sanmukh Kuppannagari" userId="ad215094-da36-4b66-9c79-369a17aea26b" providerId="ADAL" clId="{18DA49F4-CD4F-46E0-AB35-D6CB797BE416}" dt="2025-10-23T13:05:39.938" v="3279"/>
          <ac:spMkLst>
            <pc:docMk/>
            <pc:sldMk cId="3788973768" sldId="1683"/>
            <ac:spMk id="59" creationId="{C852AFC7-8FD9-A414-8C3D-7FC2149DD6E0}"/>
          </ac:spMkLst>
        </pc:spChg>
        <pc:spChg chg="add mod">
          <ac:chgData name="Sanmukh Kuppannagari" userId="ad215094-da36-4b66-9c79-369a17aea26b" providerId="ADAL" clId="{18DA49F4-CD4F-46E0-AB35-D6CB797BE416}" dt="2025-10-23T13:05:39.938" v="3279"/>
          <ac:spMkLst>
            <pc:docMk/>
            <pc:sldMk cId="3788973768" sldId="1683"/>
            <ac:spMk id="60" creationId="{C8B40198-CBDB-0FFE-F32D-79723D305D2C}"/>
          </ac:spMkLst>
        </pc:spChg>
        <pc:spChg chg="add mod">
          <ac:chgData name="Sanmukh Kuppannagari" userId="ad215094-da36-4b66-9c79-369a17aea26b" providerId="ADAL" clId="{18DA49F4-CD4F-46E0-AB35-D6CB797BE416}" dt="2025-10-23T13:05:39.938" v="3279"/>
          <ac:spMkLst>
            <pc:docMk/>
            <pc:sldMk cId="3788973768" sldId="1683"/>
            <ac:spMk id="61" creationId="{E8A6FD07-85EF-B80C-717E-E95998E52678}"/>
          </ac:spMkLst>
        </pc:spChg>
        <pc:spChg chg="add mod">
          <ac:chgData name="Sanmukh Kuppannagari" userId="ad215094-da36-4b66-9c79-369a17aea26b" providerId="ADAL" clId="{18DA49F4-CD4F-46E0-AB35-D6CB797BE416}" dt="2025-10-23T13:05:39.938" v="3279"/>
          <ac:spMkLst>
            <pc:docMk/>
            <pc:sldMk cId="3788973768" sldId="1683"/>
            <ac:spMk id="62" creationId="{901A34AA-CD6D-104E-81D1-AF1B2BF4D6EA}"/>
          </ac:spMkLst>
        </pc:spChg>
        <pc:spChg chg="add mod">
          <ac:chgData name="Sanmukh Kuppannagari" userId="ad215094-da36-4b66-9c79-369a17aea26b" providerId="ADAL" clId="{18DA49F4-CD4F-46E0-AB35-D6CB797BE416}" dt="2025-10-23T13:05:39.938" v="3279"/>
          <ac:spMkLst>
            <pc:docMk/>
            <pc:sldMk cId="3788973768" sldId="1683"/>
            <ac:spMk id="63" creationId="{514E46BA-E9EE-A3D3-130B-0FBA45726CC9}"/>
          </ac:spMkLst>
        </pc:spChg>
        <pc:spChg chg="add mod">
          <ac:chgData name="Sanmukh Kuppannagari" userId="ad215094-da36-4b66-9c79-369a17aea26b" providerId="ADAL" clId="{18DA49F4-CD4F-46E0-AB35-D6CB797BE416}" dt="2025-10-23T13:05:39.938" v="3279"/>
          <ac:spMkLst>
            <pc:docMk/>
            <pc:sldMk cId="3788973768" sldId="1683"/>
            <ac:spMk id="64" creationId="{D9A4EFDA-A65B-A168-8C52-B7AC3687DE66}"/>
          </ac:spMkLst>
        </pc:spChg>
        <pc:spChg chg="add mod">
          <ac:chgData name="Sanmukh Kuppannagari" userId="ad215094-da36-4b66-9c79-369a17aea26b" providerId="ADAL" clId="{18DA49F4-CD4F-46E0-AB35-D6CB797BE416}" dt="2025-10-23T13:05:39.938" v="3279"/>
          <ac:spMkLst>
            <pc:docMk/>
            <pc:sldMk cId="3788973768" sldId="1683"/>
            <ac:spMk id="65" creationId="{EF468152-1AE7-3EBE-3A5F-5703774C5496}"/>
          </ac:spMkLst>
        </pc:spChg>
        <pc:cxnChg chg="del">
          <ac:chgData name="Sanmukh Kuppannagari" userId="ad215094-da36-4b66-9c79-369a17aea26b" providerId="ADAL" clId="{18DA49F4-CD4F-46E0-AB35-D6CB797BE416}" dt="2025-10-23T12:49:37.283" v="2991" actId="478"/>
          <ac:cxnSpMkLst>
            <pc:docMk/>
            <pc:sldMk cId="3788973768" sldId="1683"/>
            <ac:cxnSpMk id="23" creationId="{8EB73242-5A91-1949-A918-2ADBA8269F19}"/>
          </ac:cxnSpMkLst>
        </pc:cxnChg>
        <pc:cxnChg chg="del">
          <ac:chgData name="Sanmukh Kuppannagari" userId="ad215094-da36-4b66-9c79-369a17aea26b" providerId="ADAL" clId="{18DA49F4-CD4F-46E0-AB35-D6CB797BE416}" dt="2025-10-23T12:49:39.489" v="2992" actId="478"/>
          <ac:cxnSpMkLst>
            <pc:docMk/>
            <pc:sldMk cId="3788973768" sldId="1683"/>
            <ac:cxnSpMk id="24" creationId="{F915AE96-C001-5F65-91B3-FC15DC17F767}"/>
          </ac:cxnSpMkLst>
        </pc:cxnChg>
        <pc:cxnChg chg="del">
          <ac:chgData name="Sanmukh Kuppannagari" userId="ad215094-da36-4b66-9c79-369a17aea26b" providerId="ADAL" clId="{18DA49F4-CD4F-46E0-AB35-D6CB797BE416}" dt="2025-10-23T12:49:42.843" v="2994" actId="478"/>
          <ac:cxnSpMkLst>
            <pc:docMk/>
            <pc:sldMk cId="3788973768" sldId="1683"/>
            <ac:cxnSpMk id="25" creationId="{09FA01FE-A957-38E8-0C8D-8F0BB9F6F113}"/>
          </ac:cxnSpMkLst>
        </pc:cxnChg>
        <pc:cxnChg chg="add mod">
          <ac:chgData name="Sanmukh Kuppannagari" userId="ad215094-da36-4b66-9c79-369a17aea26b" providerId="ADAL" clId="{18DA49F4-CD4F-46E0-AB35-D6CB797BE416}" dt="2025-10-23T12:28:24.573" v="2557" actId="14100"/>
          <ac:cxnSpMkLst>
            <pc:docMk/>
            <pc:sldMk cId="3788973768" sldId="1683"/>
            <ac:cxnSpMk id="42" creationId="{7550B3D9-4293-E1B6-128A-B41E308705BE}"/>
          </ac:cxnSpMkLst>
        </pc:cxnChg>
        <pc:cxnChg chg="add mod">
          <ac:chgData name="Sanmukh Kuppannagari" userId="ad215094-da36-4b66-9c79-369a17aea26b" providerId="ADAL" clId="{18DA49F4-CD4F-46E0-AB35-D6CB797BE416}" dt="2025-10-23T12:28:50.621" v="2565" actId="1076"/>
          <ac:cxnSpMkLst>
            <pc:docMk/>
            <pc:sldMk cId="3788973768" sldId="1683"/>
            <ac:cxnSpMk id="52" creationId="{8F0EFA8C-4710-5B9C-A009-EE7D707729DF}"/>
          </ac:cxnSpMkLst>
        </pc:cxnChg>
        <pc:cxnChg chg="add mod">
          <ac:chgData name="Sanmukh Kuppannagari" userId="ad215094-da36-4b66-9c79-369a17aea26b" providerId="ADAL" clId="{18DA49F4-CD4F-46E0-AB35-D6CB797BE416}" dt="2025-10-23T12:49:44.030" v="2995"/>
          <ac:cxnSpMkLst>
            <pc:docMk/>
            <pc:sldMk cId="3788973768" sldId="1683"/>
            <ac:cxnSpMk id="53" creationId="{56683679-0F94-FB6E-BF97-4CE168921863}"/>
          </ac:cxnSpMkLst>
        </pc:cxnChg>
        <pc:cxnChg chg="add mod">
          <ac:chgData name="Sanmukh Kuppannagari" userId="ad215094-da36-4b66-9c79-369a17aea26b" providerId="ADAL" clId="{18DA49F4-CD4F-46E0-AB35-D6CB797BE416}" dt="2025-10-23T12:49:44.030" v="2995"/>
          <ac:cxnSpMkLst>
            <pc:docMk/>
            <pc:sldMk cId="3788973768" sldId="1683"/>
            <ac:cxnSpMk id="54" creationId="{891818F1-F86A-8FF9-429A-14CF6AF78040}"/>
          </ac:cxnSpMkLst>
        </pc:cxnChg>
      </pc:sldChg>
      <pc:sldChg chg="addSp delSp modSp add mod">
        <pc:chgData name="Sanmukh Kuppannagari" userId="ad215094-da36-4b66-9c79-369a17aea26b" providerId="ADAL" clId="{18DA49F4-CD4F-46E0-AB35-D6CB797BE416}" dt="2025-10-23T13:15:52.280" v="3404" actId="478"/>
        <pc:sldMkLst>
          <pc:docMk/>
          <pc:sldMk cId="171473113" sldId="1684"/>
        </pc:sldMkLst>
        <pc:spChg chg="del">
          <ac:chgData name="Sanmukh Kuppannagari" userId="ad215094-da36-4b66-9c79-369a17aea26b" providerId="ADAL" clId="{18DA49F4-CD4F-46E0-AB35-D6CB797BE416}" dt="2025-10-23T13:05:45.103" v="3280" actId="478"/>
          <ac:spMkLst>
            <pc:docMk/>
            <pc:sldMk cId="171473113" sldId="1684"/>
            <ac:spMk id="9" creationId="{BEE9C070-761D-DBFE-AC52-3520777A3B5F}"/>
          </ac:spMkLst>
        </pc:spChg>
        <pc:spChg chg="del">
          <ac:chgData name="Sanmukh Kuppannagari" userId="ad215094-da36-4b66-9c79-369a17aea26b" providerId="ADAL" clId="{18DA49F4-CD4F-46E0-AB35-D6CB797BE416}" dt="2025-10-23T13:05:46.741" v="3281" actId="478"/>
          <ac:spMkLst>
            <pc:docMk/>
            <pc:sldMk cId="171473113" sldId="1684"/>
            <ac:spMk id="10" creationId="{8004DF62-3DA4-059B-81BA-E02EA8910554}"/>
          </ac:spMkLst>
        </pc:spChg>
        <pc:spChg chg="del">
          <ac:chgData name="Sanmukh Kuppannagari" userId="ad215094-da36-4b66-9c79-369a17aea26b" providerId="ADAL" clId="{18DA49F4-CD4F-46E0-AB35-D6CB797BE416}" dt="2025-10-23T13:05:48.256" v="3282" actId="478"/>
          <ac:spMkLst>
            <pc:docMk/>
            <pc:sldMk cId="171473113" sldId="1684"/>
            <ac:spMk id="13" creationId="{2F749183-3D8A-B931-41DD-E89E716C7FC8}"/>
          </ac:spMkLst>
        </pc:spChg>
        <pc:spChg chg="del">
          <ac:chgData name="Sanmukh Kuppannagari" userId="ad215094-da36-4b66-9c79-369a17aea26b" providerId="ADAL" clId="{18DA49F4-CD4F-46E0-AB35-D6CB797BE416}" dt="2025-10-23T13:05:52.590" v="3283" actId="478"/>
          <ac:spMkLst>
            <pc:docMk/>
            <pc:sldMk cId="171473113" sldId="1684"/>
            <ac:spMk id="14" creationId="{CD915FA8-1499-81C9-C88A-FB0FED6419CB}"/>
          </ac:spMkLst>
        </pc:spChg>
        <pc:spChg chg="del">
          <ac:chgData name="Sanmukh Kuppannagari" userId="ad215094-da36-4b66-9c79-369a17aea26b" providerId="ADAL" clId="{18DA49F4-CD4F-46E0-AB35-D6CB797BE416}" dt="2025-10-23T13:05:56.144" v="3284" actId="478"/>
          <ac:spMkLst>
            <pc:docMk/>
            <pc:sldMk cId="171473113" sldId="1684"/>
            <ac:spMk id="17" creationId="{D23B8991-39E9-4F25-C318-5AC2E57E957C}"/>
          </ac:spMkLst>
        </pc:spChg>
        <pc:spChg chg="del">
          <ac:chgData name="Sanmukh Kuppannagari" userId="ad215094-da36-4b66-9c79-369a17aea26b" providerId="ADAL" clId="{18DA49F4-CD4F-46E0-AB35-D6CB797BE416}" dt="2025-10-23T13:05:58.302" v="3285" actId="478"/>
          <ac:spMkLst>
            <pc:docMk/>
            <pc:sldMk cId="171473113" sldId="1684"/>
            <ac:spMk id="18" creationId="{D05BD9B5-295A-EEAC-6C48-3566280AA78E}"/>
          </ac:spMkLst>
        </pc:spChg>
        <pc:spChg chg="mod">
          <ac:chgData name="Sanmukh Kuppannagari" userId="ad215094-da36-4b66-9c79-369a17aea26b" providerId="ADAL" clId="{18DA49F4-CD4F-46E0-AB35-D6CB797BE416}" dt="2025-10-23T12:31:08.973" v="2691" actId="1076"/>
          <ac:spMkLst>
            <pc:docMk/>
            <pc:sldMk cId="171473113" sldId="1684"/>
            <ac:spMk id="21" creationId="{5C9498F8-3097-3179-ED6B-997DCC71C19C}"/>
          </ac:spMkLst>
        </pc:spChg>
        <pc:spChg chg="del">
          <ac:chgData name="Sanmukh Kuppannagari" userId="ad215094-da36-4b66-9c79-369a17aea26b" providerId="ADAL" clId="{18DA49F4-CD4F-46E0-AB35-D6CB797BE416}" dt="2025-10-23T12:49:51.488" v="2996" actId="478"/>
          <ac:spMkLst>
            <pc:docMk/>
            <pc:sldMk cId="171473113" sldId="1684"/>
            <ac:spMk id="27" creationId="{C9B1BBD9-E6D3-9798-7C42-15FE3E4EBDB6}"/>
          </ac:spMkLst>
        </pc:spChg>
        <pc:spChg chg="del">
          <ac:chgData name="Sanmukh Kuppannagari" userId="ad215094-da36-4b66-9c79-369a17aea26b" providerId="ADAL" clId="{18DA49F4-CD4F-46E0-AB35-D6CB797BE416}" dt="2025-10-23T12:49:51.488" v="2996" actId="478"/>
          <ac:spMkLst>
            <pc:docMk/>
            <pc:sldMk cId="171473113" sldId="1684"/>
            <ac:spMk id="28" creationId="{CA469D63-2028-1E7E-79DE-0E0BA97E8D75}"/>
          </ac:spMkLst>
        </pc:spChg>
        <pc:spChg chg="del">
          <ac:chgData name="Sanmukh Kuppannagari" userId="ad215094-da36-4b66-9c79-369a17aea26b" providerId="ADAL" clId="{18DA49F4-CD4F-46E0-AB35-D6CB797BE416}" dt="2025-10-23T13:15:52.280" v="3404" actId="478"/>
          <ac:spMkLst>
            <pc:docMk/>
            <pc:sldMk cId="171473113" sldId="1684"/>
            <ac:spMk id="37" creationId="{557C4306-5C70-05D4-EF5B-987584F13159}"/>
          </ac:spMkLst>
        </pc:spChg>
        <pc:spChg chg="mod">
          <ac:chgData name="Sanmukh Kuppannagari" userId="ad215094-da36-4b66-9c79-369a17aea26b" providerId="ADAL" clId="{18DA49F4-CD4F-46E0-AB35-D6CB797BE416}" dt="2025-10-23T12:30:02.609" v="2600" actId="20577"/>
          <ac:spMkLst>
            <pc:docMk/>
            <pc:sldMk cId="171473113" sldId="1684"/>
            <ac:spMk id="49" creationId="{3AA551CF-214F-E577-1335-344ABCDE5D29}"/>
          </ac:spMkLst>
        </pc:spChg>
        <pc:spChg chg="add mod">
          <ac:chgData name="Sanmukh Kuppannagari" userId="ad215094-da36-4b66-9c79-369a17aea26b" providerId="ADAL" clId="{18DA49F4-CD4F-46E0-AB35-D6CB797BE416}" dt="2025-10-23T12:49:52.640" v="2997"/>
          <ac:spMkLst>
            <pc:docMk/>
            <pc:sldMk cId="171473113" sldId="1684"/>
            <ac:spMk id="53" creationId="{899A546D-1ED0-DB5C-2B53-8213FB915414}"/>
          </ac:spMkLst>
        </pc:spChg>
        <pc:spChg chg="add mod">
          <ac:chgData name="Sanmukh Kuppannagari" userId="ad215094-da36-4b66-9c79-369a17aea26b" providerId="ADAL" clId="{18DA49F4-CD4F-46E0-AB35-D6CB797BE416}" dt="2025-10-23T12:49:52.640" v="2997"/>
          <ac:spMkLst>
            <pc:docMk/>
            <pc:sldMk cId="171473113" sldId="1684"/>
            <ac:spMk id="54" creationId="{B0D9F752-673B-7881-8C6C-F454BF3FB6AF}"/>
          </ac:spMkLst>
        </pc:spChg>
        <pc:spChg chg="add mod">
          <ac:chgData name="Sanmukh Kuppannagari" userId="ad215094-da36-4b66-9c79-369a17aea26b" providerId="ADAL" clId="{18DA49F4-CD4F-46E0-AB35-D6CB797BE416}" dt="2025-10-23T13:05:59.838" v="3286"/>
          <ac:spMkLst>
            <pc:docMk/>
            <pc:sldMk cId="171473113" sldId="1684"/>
            <ac:spMk id="55" creationId="{D2847506-2387-A359-8B94-13FFB7BA9833}"/>
          </ac:spMkLst>
        </pc:spChg>
        <pc:spChg chg="add mod">
          <ac:chgData name="Sanmukh Kuppannagari" userId="ad215094-da36-4b66-9c79-369a17aea26b" providerId="ADAL" clId="{18DA49F4-CD4F-46E0-AB35-D6CB797BE416}" dt="2025-10-23T13:05:59.838" v="3286"/>
          <ac:spMkLst>
            <pc:docMk/>
            <pc:sldMk cId="171473113" sldId="1684"/>
            <ac:spMk id="56" creationId="{BCAA480C-4F0F-1812-37C4-F53A364C218D}"/>
          </ac:spMkLst>
        </pc:spChg>
        <pc:spChg chg="add mod">
          <ac:chgData name="Sanmukh Kuppannagari" userId="ad215094-da36-4b66-9c79-369a17aea26b" providerId="ADAL" clId="{18DA49F4-CD4F-46E0-AB35-D6CB797BE416}" dt="2025-10-23T13:05:59.838" v="3286"/>
          <ac:spMkLst>
            <pc:docMk/>
            <pc:sldMk cId="171473113" sldId="1684"/>
            <ac:spMk id="57" creationId="{99DC3F51-AB41-5314-46C3-ACF4D15930E9}"/>
          </ac:spMkLst>
        </pc:spChg>
        <pc:spChg chg="add mod">
          <ac:chgData name="Sanmukh Kuppannagari" userId="ad215094-da36-4b66-9c79-369a17aea26b" providerId="ADAL" clId="{18DA49F4-CD4F-46E0-AB35-D6CB797BE416}" dt="2025-10-23T13:05:59.838" v="3286"/>
          <ac:spMkLst>
            <pc:docMk/>
            <pc:sldMk cId="171473113" sldId="1684"/>
            <ac:spMk id="58" creationId="{9B071010-BF01-72EC-044D-1DF45E4B4F25}"/>
          </ac:spMkLst>
        </pc:spChg>
        <pc:spChg chg="add mod">
          <ac:chgData name="Sanmukh Kuppannagari" userId="ad215094-da36-4b66-9c79-369a17aea26b" providerId="ADAL" clId="{18DA49F4-CD4F-46E0-AB35-D6CB797BE416}" dt="2025-10-23T13:05:59.838" v="3286"/>
          <ac:spMkLst>
            <pc:docMk/>
            <pc:sldMk cId="171473113" sldId="1684"/>
            <ac:spMk id="59" creationId="{74BB3C3B-4BCD-BC87-81FA-CCB6F097EED6}"/>
          </ac:spMkLst>
        </pc:spChg>
        <pc:spChg chg="add mod">
          <ac:chgData name="Sanmukh Kuppannagari" userId="ad215094-da36-4b66-9c79-369a17aea26b" providerId="ADAL" clId="{18DA49F4-CD4F-46E0-AB35-D6CB797BE416}" dt="2025-10-23T13:05:59.838" v="3286"/>
          <ac:spMkLst>
            <pc:docMk/>
            <pc:sldMk cId="171473113" sldId="1684"/>
            <ac:spMk id="60" creationId="{CC2191AB-295A-D30B-F1FF-DE15C07E9A69}"/>
          </ac:spMkLst>
        </pc:spChg>
        <pc:spChg chg="add mod">
          <ac:chgData name="Sanmukh Kuppannagari" userId="ad215094-da36-4b66-9c79-369a17aea26b" providerId="ADAL" clId="{18DA49F4-CD4F-46E0-AB35-D6CB797BE416}" dt="2025-10-23T13:05:59.838" v="3286"/>
          <ac:spMkLst>
            <pc:docMk/>
            <pc:sldMk cId="171473113" sldId="1684"/>
            <ac:spMk id="61" creationId="{47E28A1A-A308-90D2-CCB4-8A5CABF4DAC1}"/>
          </ac:spMkLst>
        </pc:spChg>
        <pc:spChg chg="add mod">
          <ac:chgData name="Sanmukh Kuppannagari" userId="ad215094-da36-4b66-9c79-369a17aea26b" providerId="ADAL" clId="{18DA49F4-CD4F-46E0-AB35-D6CB797BE416}" dt="2025-10-23T13:05:59.838" v="3286"/>
          <ac:spMkLst>
            <pc:docMk/>
            <pc:sldMk cId="171473113" sldId="1684"/>
            <ac:spMk id="62" creationId="{AE239778-0726-7491-61E1-5AAEDD5A4CF2}"/>
          </ac:spMkLst>
        </pc:spChg>
        <pc:spChg chg="add mod">
          <ac:chgData name="Sanmukh Kuppannagari" userId="ad215094-da36-4b66-9c79-369a17aea26b" providerId="ADAL" clId="{18DA49F4-CD4F-46E0-AB35-D6CB797BE416}" dt="2025-10-23T13:05:59.838" v="3286"/>
          <ac:spMkLst>
            <pc:docMk/>
            <pc:sldMk cId="171473113" sldId="1684"/>
            <ac:spMk id="63" creationId="{10A86B7E-4114-3DF6-5A16-A21B0E5AB06A}"/>
          </ac:spMkLst>
        </pc:spChg>
        <pc:cxnChg chg="del">
          <ac:chgData name="Sanmukh Kuppannagari" userId="ad215094-da36-4b66-9c79-369a17aea26b" providerId="ADAL" clId="{18DA49F4-CD4F-46E0-AB35-D6CB797BE416}" dt="2025-10-23T12:49:51.488" v="2996" actId="478"/>
          <ac:cxnSpMkLst>
            <pc:docMk/>
            <pc:sldMk cId="171473113" sldId="1684"/>
            <ac:cxnSpMk id="23" creationId="{F5525AD8-4475-E603-1667-3FA8BCF7F5D0}"/>
          </ac:cxnSpMkLst>
        </pc:cxnChg>
        <pc:cxnChg chg="del">
          <ac:chgData name="Sanmukh Kuppannagari" userId="ad215094-da36-4b66-9c79-369a17aea26b" providerId="ADAL" clId="{18DA49F4-CD4F-46E0-AB35-D6CB797BE416}" dt="2025-10-23T12:49:51.488" v="2996" actId="478"/>
          <ac:cxnSpMkLst>
            <pc:docMk/>
            <pc:sldMk cId="171473113" sldId="1684"/>
            <ac:cxnSpMk id="24" creationId="{64E1EFEE-5461-FB62-7B57-FF0466AC04CF}"/>
          </ac:cxnSpMkLst>
        </pc:cxnChg>
        <pc:cxnChg chg="del">
          <ac:chgData name="Sanmukh Kuppannagari" userId="ad215094-da36-4b66-9c79-369a17aea26b" providerId="ADAL" clId="{18DA49F4-CD4F-46E0-AB35-D6CB797BE416}" dt="2025-10-23T12:49:51.488" v="2996" actId="478"/>
          <ac:cxnSpMkLst>
            <pc:docMk/>
            <pc:sldMk cId="171473113" sldId="1684"/>
            <ac:cxnSpMk id="25" creationId="{F4125325-68A2-B468-79DB-717BC6F3B08A}"/>
          </ac:cxnSpMkLst>
        </pc:cxnChg>
        <pc:cxnChg chg="add mod">
          <ac:chgData name="Sanmukh Kuppannagari" userId="ad215094-da36-4b66-9c79-369a17aea26b" providerId="ADAL" clId="{18DA49F4-CD4F-46E0-AB35-D6CB797BE416}" dt="2025-10-23T12:49:52.640" v="2997"/>
          <ac:cxnSpMkLst>
            <pc:docMk/>
            <pc:sldMk cId="171473113" sldId="1684"/>
            <ac:cxnSpMk id="43" creationId="{5D9A3D42-AD29-2F67-22AF-75D5DD281C60}"/>
          </ac:cxnSpMkLst>
        </pc:cxnChg>
        <pc:cxnChg chg="add mod">
          <ac:chgData name="Sanmukh Kuppannagari" userId="ad215094-da36-4b66-9c79-369a17aea26b" providerId="ADAL" clId="{18DA49F4-CD4F-46E0-AB35-D6CB797BE416}" dt="2025-10-23T12:49:52.640" v="2997"/>
          <ac:cxnSpMkLst>
            <pc:docMk/>
            <pc:sldMk cId="171473113" sldId="1684"/>
            <ac:cxnSpMk id="50" creationId="{388B18D8-14AF-5BFD-8C7E-C6AD8E15F076}"/>
          </ac:cxnSpMkLst>
        </pc:cxnChg>
      </pc:sldChg>
      <pc:sldChg chg="addSp delSp modSp add mod">
        <pc:chgData name="Sanmukh Kuppannagari" userId="ad215094-da36-4b66-9c79-369a17aea26b" providerId="ADAL" clId="{18DA49F4-CD4F-46E0-AB35-D6CB797BE416}" dt="2025-10-23T13:15:55.891" v="3405" actId="478"/>
        <pc:sldMkLst>
          <pc:docMk/>
          <pc:sldMk cId="1083395396" sldId="1685"/>
        </pc:sldMkLst>
        <pc:spChg chg="mod">
          <ac:chgData name="Sanmukh Kuppannagari" userId="ad215094-da36-4b66-9c79-369a17aea26b" providerId="ADAL" clId="{18DA49F4-CD4F-46E0-AB35-D6CB797BE416}" dt="2025-10-23T12:33:14.575" v="2710" actId="1076"/>
          <ac:spMkLst>
            <pc:docMk/>
            <pc:sldMk cId="1083395396" sldId="1685"/>
            <ac:spMk id="3" creationId="{3BB37F0E-0A5A-C69C-A304-410A071E0211}"/>
          </ac:spMkLst>
        </pc:spChg>
        <pc:spChg chg="mod">
          <ac:chgData name="Sanmukh Kuppannagari" userId="ad215094-da36-4b66-9c79-369a17aea26b" providerId="ADAL" clId="{18DA49F4-CD4F-46E0-AB35-D6CB797BE416}" dt="2025-10-23T12:33:14.575" v="2710" actId="1076"/>
          <ac:spMkLst>
            <pc:docMk/>
            <pc:sldMk cId="1083395396" sldId="1685"/>
            <ac:spMk id="4" creationId="{F429A973-8425-7700-F28F-9BF607400EE1}"/>
          </ac:spMkLst>
        </pc:spChg>
        <pc:spChg chg="mod">
          <ac:chgData name="Sanmukh Kuppannagari" userId="ad215094-da36-4b66-9c79-369a17aea26b" providerId="ADAL" clId="{18DA49F4-CD4F-46E0-AB35-D6CB797BE416}" dt="2025-10-23T12:33:14.575" v="2710" actId="1076"/>
          <ac:spMkLst>
            <pc:docMk/>
            <pc:sldMk cId="1083395396" sldId="1685"/>
            <ac:spMk id="6" creationId="{135D1B6D-FB68-A85F-62DE-1638827DE1A6}"/>
          </ac:spMkLst>
        </pc:spChg>
        <pc:spChg chg="del">
          <ac:chgData name="Sanmukh Kuppannagari" userId="ad215094-da36-4b66-9c79-369a17aea26b" providerId="ADAL" clId="{18DA49F4-CD4F-46E0-AB35-D6CB797BE416}" dt="2025-10-23T13:06:05.980" v="3287" actId="478"/>
          <ac:spMkLst>
            <pc:docMk/>
            <pc:sldMk cId="1083395396" sldId="1685"/>
            <ac:spMk id="9" creationId="{95DA1264-FFA8-4DF4-F33B-744941CA8CBA}"/>
          </ac:spMkLst>
        </pc:spChg>
        <pc:spChg chg="del">
          <ac:chgData name="Sanmukh Kuppannagari" userId="ad215094-da36-4b66-9c79-369a17aea26b" providerId="ADAL" clId="{18DA49F4-CD4F-46E0-AB35-D6CB797BE416}" dt="2025-10-23T13:06:08.553" v="3288" actId="478"/>
          <ac:spMkLst>
            <pc:docMk/>
            <pc:sldMk cId="1083395396" sldId="1685"/>
            <ac:spMk id="10" creationId="{F4576546-BC8A-E35B-8EAD-31E6F0EC8807}"/>
          </ac:spMkLst>
        </pc:spChg>
        <pc:spChg chg="del mod">
          <ac:chgData name="Sanmukh Kuppannagari" userId="ad215094-da36-4b66-9c79-369a17aea26b" providerId="ADAL" clId="{18DA49F4-CD4F-46E0-AB35-D6CB797BE416}" dt="2025-10-23T13:06:10.014" v="3289" actId="478"/>
          <ac:spMkLst>
            <pc:docMk/>
            <pc:sldMk cId="1083395396" sldId="1685"/>
            <ac:spMk id="13" creationId="{D8C28943-3689-A0A8-AD5C-9851FF89C858}"/>
          </ac:spMkLst>
        </pc:spChg>
        <pc:spChg chg="del mod">
          <ac:chgData name="Sanmukh Kuppannagari" userId="ad215094-da36-4b66-9c79-369a17aea26b" providerId="ADAL" clId="{18DA49F4-CD4F-46E0-AB35-D6CB797BE416}" dt="2025-10-23T13:06:12.017" v="3290" actId="478"/>
          <ac:spMkLst>
            <pc:docMk/>
            <pc:sldMk cId="1083395396" sldId="1685"/>
            <ac:spMk id="14" creationId="{4C8EC2C0-BF8C-B130-6900-9B6A9956E6F3}"/>
          </ac:spMkLst>
        </pc:spChg>
        <pc:spChg chg="del">
          <ac:chgData name="Sanmukh Kuppannagari" userId="ad215094-da36-4b66-9c79-369a17aea26b" providerId="ADAL" clId="{18DA49F4-CD4F-46E0-AB35-D6CB797BE416}" dt="2025-10-23T13:06:13.668" v="3291" actId="478"/>
          <ac:spMkLst>
            <pc:docMk/>
            <pc:sldMk cId="1083395396" sldId="1685"/>
            <ac:spMk id="17" creationId="{F7CDC9A2-B448-E390-0ED5-66AD23A850A1}"/>
          </ac:spMkLst>
        </pc:spChg>
        <pc:spChg chg="del mod">
          <ac:chgData name="Sanmukh Kuppannagari" userId="ad215094-da36-4b66-9c79-369a17aea26b" providerId="ADAL" clId="{18DA49F4-CD4F-46E0-AB35-D6CB797BE416}" dt="2025-10-23T13:06:16.755" v="3292" actId="478"/>
          <ac:spMkLst>
            <pc:docMk/>
            <pc:sldMk cId="1083395396" sldId="1685"/>
            <ac:spMk id="18" creationId="{4CF9D9F5-3894-41F6-ACB6-24164DDB6D01}"/>
          </ac:spMkLst>
        </pc:spChg>
        <pc:spChg chg="mod">
          <ac:chgData name="Sanmukh Kuppannagari" userId="ad215094-da36-4b66-9c79-369a17aea26b" providerId="ADAL" clId="{18DA49F4-CD4F-46E0-AB35-D6CB797BE416}" dt="2025-10-23T12:31:04.761" v="2690" actId="1076"/>
          <ac:spMkLst>
            <pc:docMk/>
            <pc:sldMk cId="1083395396" sldId="1685"/>
            <ac:spMk id="21" creationId="{1287F6A7-ACD5-3638-5EDA-BEC0D3314463}"/>
          </ac:spMkLst>
        </pc:spChg>
        <pc:spChg chg="del mod">
          <ac:chgData name="Sanmukh Kuppannagari" userId="ad215094-da36-4b66-9c79-369a17aea26b" providerId="ADAL" clId="{18DA49F4-CD4F-46E0-AB35-D6CB797BE416}" dt="2025-10-23T12:49:56.482" v="2998" actId="478"/>
          <ac:spMkLst>
            <pc:docMk/>
            <pc:sldMk cId="1083395396" sldId="1685"/>
            <ac:spMk id="27" creationId="{1F92139C-0229-EEE2-5381-AED06ED15310}"/>
          </ac:spMkLst>
        </pc:spChg>
        <pc:spChg chg="del">
          <ac:chgData name="Sanmukh Kuppannagari" userId="ad215094-da36-4b66-9c79-369a17aea26b" providerId="ADAL" clId="{18DA49F4-CD4F-46E0-AB35-D6CB797BE416}" dt="2025-10-23T12:50:00.524" v="3002" actId="478"/>
          <ac:spMkLst>
            <pc:docMk/>
            <pc:sldMk cId="1083395396" sldId="1685"/>
            <ac:spMk id="28" creationId="{61D278B0-0E45-5B6A-052C-89C01FFBC42A}"/>
          </ac:spMkLst>
        </pc:spChg>
        <pc:spChg chg="mod">
          <ac:chgData name="Sanmukh Kuppannagari" userId="ad215094-da36-4b66-9c79-369a17aea26b" providerId="ADAL" clId="{18DA49F4-CD4F-46E0-AB35-D6CB797BE416}" dt="2025-10-23T12:33:14.575" v="2710" actId="1076"/>
          <ac:spMkLst>
            <pc:docMk/>
            <pc:sldMk cId="1083395396" sldId="1685"/>
            <ac:spMk id="29" creationId="{89DAC65D-0D37-AE7F-87AA-28C722E8ECB0}"/>
          </ac:spMkLst>
        </pc:spChg>
        <pc:spChg chg="del">
          <ac:chgData name="Sanmukh Kuppannagari" userId="ad215094-da36-4b66-9c79-369a17aea26b" providerId="ADAL" clId="{18DA49F4-CD4F-46E0-AB35-D6CB797BE416}" dt="2025-10-23T13:15:55.891" v="3405" actId="478"/>
          <ac:spMkLst>
            <pc:docMk/>
            <pc:sldMk cId="1083395396" sldId="1685"/>
            <ac:spMk id="37" creationId="{6AF3A7B8-462B-A655-AD8D-08869B2AFA21}"/>
          </ac:spMkLst>
        </pc:spChg>
        <pc:spChg chg="add mod">
          <ac:chgData name="Sanmukh Kuppannagari" userId="ad215094-da36-4b66-9c79-369a17aea26b" providerId="ADAL" clId="{18DA49F4-CD4F-46E0-AB35-D6CB797BE416}" dt="2025-10-23T12:33:14.575" v="2710" actId="1076"/>
          <ac:spMkLst>
            <pc:docMk/>
            <pc:sldMk cId="1083395396" sldId="1685"/>
            <ac:spMk id="43" creationId="{4686BECD-EAAB-512E-15FA-29D40413EBB6}"/>
          </ac:spMkLst>
        </pc:spChg>
        <pc:spChg chg="mod">
          <ac:chgData name="Sanmukh Kuppannagari" userId="ad215094-da36-4b66-9c79-369a17aea26b" providerId="ADAL" clId="{18DA49F4-CD4F-46E0-AB35-D6CB797BE416}" dt="2025-10-23T12:31:30.200" v="2696" actId="1076"/>
          <ac:spMkLst>
            <pc:docMk/>
            <pc:sldMk cId="1083395396" sldId="1685"/>
            <ac:spMk id="49" creationId="{FE2AB933-9075-AE15-439C-9F2023AB4C9A}"/>
          </ac:spMkLst>
        </pc:spChg>
        <pc:spChg chg="add mod">
          <ac:chgData name="Sanmukh Kuppannagari" userId="ad215094-da36-4b66-9c79-369a17aea26b" providerId="ADAL" clId="{18DA49F4-CD4F-46E0-AB35-D6CB797BE416}" dt="2025-10-23T12:32:43.517" v="2707" actId="1076"/>
          <ac:spMkLst>
            <pc:docMk/>
            <pc:sldMk cId="1083395396" sldId="1685"/>
            <ac:spMk id="50" creationId="{80DD9E62-09DF-53FA-A1EC-9C4D39F1F264}"/>
          </ac:spMkLst>
        </pc:spChg>
        <pc:spChg chg="add mod">
          <ac:chgData name="Sanmukh Kuppannagari" userId="ad215094-da36-4b66-9c79-369a17aea26b" providerId="ADAL" clId="{18DA49F4-CD4F-46E0-AB35-D6CB797BE416}" dt="2025-10-23T12:32:43.517" v="2707" actId="1076"/>
          <ac:spMkLst>
            <pc:docMk/>
            <pc:sldMk cId="1083395396" sldId="1685"/>
            <ac:spMk id="57" creationId="{D19E9FFD-A98B-7F92-CF62-086165A372B4}"/>
          </ac:spMkLst>
        </pc:spChg>
        <pc:spChg chg="add mod">
          <ac:chgData name="Sanmukh Kuppannagari" userId="ad215094-da36-4b66-9c79-369a17aea26b" providerId="ADAL" clId="{18DA49F4-CD4F-46E0-AB35-D6CB797BE416}" dt="2025-10-23T12:32:43.517" v="2707" actId="1076"/>
          <ac:spMkLst>
            <pc:docMk/>
            <pc:sldMk cId="1083395396" sldId="1685"/>
            <ac:spMk id="58" creationId="{7C2F6866-A5B8-4E97-8C21-2FBA5EEFD763}"/>
          </ac:spMkLst>
        </pc:spChg>
        <pc:spChg chg="add mod">
          <ac:chgData name="Sanmukh Kuppannagari" userId="ad215094-da36-4b66-9c79-369a17aea26b" providerId="ADAL" clId="{18DA49F4-CD4F-46E0-AB35-D6CB797BE416}" dt="2025-10-23T12:32:43.517" v="2707" actId="1076"/>
          <ac:spMkLst>
            <pc:docMk/>
            <pc:sldMk cId="1083395396" sldId="1685"/>
            <ac:spMk id="59" creationId="{58CA25B5-685A-D68D-624B-4BB4BCAAFFDB}"/>
          </ac:spMkLst>
        </pc:spChg>
        <pc:spChg chg="add mod">
          <ac:chgData name="Sanmukh Kuppannagari" userId="ad215094-da36-4b66-9c79-369a17aea26b" providerId="ADAL" clId="{18DA49F4-CD4F-46E0-AB35-D6CB797BE416}" dt="2025-10-23T12:33:14.575" v="2710" actId="1076"/>
          <ac:spMkLst>
            <pc:docMk/>
            <pc:sldMk cId="1083395396" sldId="1685"/>
            <ac:spMk id="60" creationId="{BC34A996-FDEF-9C24-6F20-5FA22C0C7303}"/>
          </ac:spMkLst>
        </pc:spChg>
        <pc:spChg chg="add del mod">
          <ac:chgData name="Sanmukh Kuppannagari" userId="ad215094-da36-4b66-9c79-369a17aea26b" providerId="ADAL" clId="{18DA49F4-CD4F-46E0-AB35-D6CB797BE416}" dt="2025-10-23T12:32:34.984" v="2706" actId="478"/>
          <ac:spMkLst>
            <pc:docMk/>
            <pc:sldMk cId="1083395396" sldId="1685"/>
            <ac:spMk id="63" creationId="{EBECED4B-6812-BB49-5F30-698F78A65315}"/>
          </ac:spMkLst>
        </pc:spChg>
        <pc:spChg chg="add mod">
          <ac:chgData name="Sanmukh Kuppannagari" userId="ad215094-da36-4b66-9c79-369a17aea26b" providerId="ADAL" clId="{18DA49F4-CD4F-46E0-AB35-D6CB797BE416}" dt="2025-10-23T12:32:58.822" v="2709" actId="1076"/>
          <ac:spMkLst>
            <pc:docMk/>
            <pc:sldMk cId="1083395396" sldId="1685"/>
            <ac:spMk id="64" creationId="{5593B489-C953-183C-B775-9FF77C3035FD}"/>
          </ac:spMkLst>
        </pc:spChg>
        <pc:spChg chg="add del mod">
          <ac:chgData name="Sanmukh Kuppannagari" userId="ad215094-da36-4b66-9c79-369a17aea26b" providerId="ADAL" clId="{18DA49F4-CD4F-46E0-AB35-D6CB797BE416}" dt="2025-10-23T12:33:35.870" v="2716" actId="478"/>
          <ac:spMkLst>
            <pc:docMk/>
            <pc:sldMk cId="1083395396" sldId="1685"/>
            <ac:spMk id="65" creationId="{1BBB704A-B80E-56FD-7696-046EACFDEC36}"/>
          </ac:spMkLst>
        </pc:spChg>
        <pc:spChg chg="add mod">
          <ac:chgData name="Sanmukh Kuppannagari" userId="ad215094-da36-4b66-9c79-369a17aea26b" providerId="ADAL" clId="{18DA49F4-CD4F-46E0-AB35-D6CB797BE416}" dt="2025-10-23T12:47:28.450" v="2963" actId="207"/>
          <ac:spMkLst>
            <pc:docMk/>
            <pc:sldMk cId="1083395396" sldId="1685"/>
            <ac:spMk id="70" creationId="{41F46B85-BA4C-6DEC-008A-5363BE987777}"/>
          </ac:spMkLst>
        </pc:spChg>
        <pc:spChg chg="add del mod">
          <ac:chgData name="Sanmukh Kuppannagari" userId="ad215094-da36-4b66-9c79-369a17aea26b" providerId="ADAL" clId="{18DA49F4-CD4F-46E0-AB35-D6CB797BE416}" dt="2025-10-23T12:46:04.568" v="2946" actId="478"/>
          <ac:spMkLst>
            <pc:docMk/>
            <pc:sldMk cId="1083395396" sldId="1685"/>
            <ac:spMk id="71" creationId="{FF94C6EC-EF38-C449-4E68-F2AAE4513BFA}"/>
          </ac:spMkLst>
        </pc:spChg>
        <pc:spChg chg="add del mod">
          <ac:chgData name="Sanmukh Kuppannagari" userId="ad215094-da36-4b66-9c79-369a17aea26b" providerId="ADAL" clId="{18DA49F4-CD4F-46E0-AB35-D6CB797BE416}" dt="2025-10-23T12:46:09.196" v="2947" actId="478"/>
          <ac:spMkLst>
            <pc:docMk/>
            <pc:sldMk cId="1083395396" sldId="1685"/>
            <ac:spMk id="72" creationId="{4A63E8BD-B9CF-FD04-837C-1F17BC2C39EA}"/>
          </ac:spMkLst>
        </pc:spChg>
        <pc:spChg chg="add del mod">
          <ac:chgData name="Sanmukh Kuppannagari" userId="ad215094-da36-4b66-9c79-369a17aea26b" providerId="ADAL" clId="{18DA49F4-CD4F-46E0-AB35-D6CB797BE416}" dt="2025-10-23T12:46:11.849" v="2948" actId="478"/>
          <ac:spMkLst>
            <pc:docMk/>
            <pc:sldMk cId="1083395396" sldId="1685"/>
            <ac:spMk id="73" creationId="{664F1155-6BD4-8E06-5D6D-1FF6B3133DDF}"/>
          </ac:spMkLst>
        </pc:spChg>
        <pc:spChg chg="add mod">
          <ac:chgData name="Sanmukh Kuppannagari" userId="ad215094-da36-4b66-9c79-369a17aea26b" providerId="ADAL" clId="{18DA49F4-CD4F-46E0-AB35-D6CB797BE416}" dt="2025-10-23T12:33:31.844" v="2715" actId="1076"/>
          <ac:spMkLst>
            <pc:docMk/>
            <pc:sldMk cId="1083395396" sldId="1685"/>
            <ac:spMk id="76" creationId="{B5AFE007-8976-5A4A-989E-84EDF567AED9}"/>
          </ac:spMkLst>
        </pc:spChg>
        <pc:spChg chg="add mod">
          <ac:chgData name="Sanmukh Kuppannagari" userId="ad215094-da36-4b66-9c79-369a17aea26b" providerId="ADAL" clId="{18DA49F4-CD4F-46E0-AB35-D6CB797BE416}" dt="2025-10-23T12:33:46.718" v="2719" actId="1076"/>
          <ac:spMkLst>
            <pc:docMk/>
            <pc:sldMk cId="1083395396" sldId="1685"/>
            <ac:spMk id="78" creationId="{EB63FDE9-0162-C1AD-988A-A4CB4638ACD1}"/>
          </ac:spMkLst>
        </pc:spChg>
        <pc:spChg chg="add del">
          <ac:chgData name="Sanmukh Kuppannagari" userId="ad215094-da36-4b66-9c79-369a17aea26b" providerId="ADAL" clId="{18DA49F4-CD4F-46E0-AB35-D6CB797BE416}" dt="2025-10-23T12:34:07.457" v="2721" actId="478"/>
          <ac:spMkLst>
            <pc:docMk/>
            <pc:sldMk cId="1083395396" sldId="1685"/>
            <ac:spMk id="79" creationId="{89A8F6A4-7359-011C-9352-B56FA53F4746}"/>
          </ac:spMkLst>
        </pc:spChg>
        <pc:spChg chg="add mod">
          <ac:chgData name="Sanmukh Kuppannagari" userId="ad215094-da36-4b66-9c79-369a17aea26b" providerId="ADAL" clId="{18DA49F4-CD4F-46E0-AB35-D6CB797BE416}" dt="2025-10-23T12:34:21.070" v="2727" actId="1076"/>
          <ac:spMkLst>
            <pc:docMk/>
            <pc:sldMk cId="1083395396" sldId="1685"/>
            <ac:spMk id="80" creationId="{542348C7-F606-15C2-DB38-625BAF113366}"/>
          </ac:spMkLst>
        </pc:spChg>
        <pc:spChg chg="add mod">
          <ac:chgData name="Sanmukh Kuppannagari" userId="ad215094-da36-4b66-9c79-369a17aea26b" providerId="ADAL" clId="{18DA49F4-CD4F-46E0-AB35-D6CB797BE416}" dt="2025-10-23T12:34:35.281" v="2734" actId="1076"/>
          <ac:spMkLst>
            <pc:docMk/>
            <pc:sldMk cId="1083395396" sldId="1685"/>
            <ac:spMk id="81" creationId="{F481BC3E-83ED-9802-2A6E-F2F6EA54AA30}"/>
          </ac:spMkLst>
        </pc:spChg>
        <pc:spChg chg="add mod">
          <ac:chgData name="Sanmukh Kuppannagari" userId="ad215094-da36-4b66-9c79-369a17aea26b" providerId="ADAL" clId="{18DA49F4-CD4F-46E0-AB35-D6CB797BE416}" dt="2025-10-23T12:47:32.417" v="2964" actId="207"/>
          <ac:spMkLst>
            <pc:docMk/>
            <pc:sldMk cId="1083395396" sldId="1685"/>
            <ac:spMk id="82" creationId="{98B30ABA-0387-96F2-9E87-2275490035B8}"/>
          </ac:spMkLst>
        </pc:spChg>
        <pc:spChg chg="add mod">
          <ac:chgData name="Sanmukh Kuppannagari" userId="ad215094-da36-4b66-9c79-369a17aea26b" providerId="ADAL" clId="{18DA49F4-CD4F-46E0-AB35-D6CB797BE416}" dt="2025-10-23T12:46:37.909" v="2952" actId="1076"/>
          <ac:spMkLst>
            <pc:docMk/>
            <pc:sldMk cId="1083395396" sldId="1685"/>
            <ac:spMk id="83" creationId="{EA5357C7-6ED5-2814-77D3-A708C3AE4894}"/>
          </ac:spMkLst>
        </pc:spChg>
        <pc:spChg chg="add mod">
          <ac:chgData name="Sanmukh Kuppannagari" userId="ad215094-da36-4b66-9c79-369a17aea26b" providerId="ADAL" clId="{18DA49F4-CD4F-46E0-AB35-D6CB797BE416}" dt="2025-10-23T12:46:18.652" v="2950" actId="1076"/>
          <ac:spMkLst>
            <pc:docMk/>
            <pc:sldMk cId="1083395396" sldId="1685"/>
            <ac:spMk id="84" creationId="{8CEA83B8-D397-5647-6315-9E1B37FF9B0A}"/>
          </ac:spMkLst>
        </pc:spChg>
        <pc:spChg chg="add mod">
          <ac:chgData name="Sanmukh Kuppannagari" userId="ad215094-da36-4b66-9c79-369a17aea26b" providerId="ADAL" clId="{18DA49F4-CD4F-46E0-AB35-D6CB797BE416}" dt="2025-10-23T12:50:04.777" v="3004" actId="1076"/>
          <ac:spMkLst>
            <pc:docMk/>
            <pc:sldMk cId="1083395396" sldId="1685"/>
            <ac:spMk id="87" creationId="{6C3EC074-B240-535D-57D7-54C44F8F7E40}"/>
          </ac:spMkLst>
        </pc:spChg>
        <pc:spChg chg="add mod">
          <ac:chgData name="Sanmukh Kuppannagari" userId="ad215094-da36-4b66-9c79-369a17aea26b" providerId="ADAL" clId="{18DA49F4-CD4F-46E0-AB35-D6CB797BE416}" dt="2025-10-23T12:50:04.777" v="3004" actId="1076"/>
          <ac:spMkLst>
            <pc:docMk/>
            <pc:sldMk cId="1083395396" sldId="1685"/>
            <ac:spMk id="88" creationId="{6EC48426-7EEB-99C7-82F3-D9016326F6E0}"/>
          </ac:spMkLst>
        </pc:spChg>
        <pc:spChg chg="add mod">
          <ac:chgData name="Sanmukh Kuppannagari" userId="ad215094-da36-4b66-9c79-369a17aea26b" providerId="ADAL" clId="{18DA49F4-CD4F-46E0-AB35-D6CB797BE416}" dt="2025-10-23T13:06:17.979" v="3293"/>
          <ac:spMkLst>
            <pc:docMk/>
            <pc:sldMk cId="1083395396" sldId="1685"/>
            <ac:spMk id="89" creationId="{D3AAEE8F-D72C-6C65-8AC0-E2FFAC0F8104}"/>
          </ac:spMkLst>
        </pc:spChg>
        <pc:spChg chg="add mod">
          <ac:chgData name="Sanmukh Kuppannagari" userId="ad215094-da36-4b66-9c79-369a17aea26b" providerId="ADAL" clId="{18DA49F4-CD4F-46E0-AB35-D6CB797BE416}" dt="2025-10-23T13:06:17.979" v="3293"/>
          <ac:spMkLst>
            <pc:docMk/>
            <pc:sldMk cId="1083395396" sldId="1685"/>
            <ac:spMk id="90" creationId="{CC5C0BAA-7ED5-2681-81C2-1F840FBCF847}"/>
          </ac:spMkLst>
        </pc:spChg>
        <pc:spChg chg="add mod">
          <ac:chgData name="Sanmukh Kuppannagari" userId="ad215094-da36-4b66-9c79-369a17aea26b" providerId="ADAL" clId="{18DA49F4-CD4F-46E0-AB35-D6CB797BE416}" dt="2025-10-23T13:06:17.979" v="3293"/>
          <ac:spMkLst>
            <pc:docMk/>
            <pc:sldMk cId="1083395396" sldId="1685"/>
            <ac:spMk id="91" creationId="{5DA86697-7947-03DF-FE2D-11A65DB09D3A}"/>
          </ac:spMkLst>
        </pc:spChg>
        <pc:spChg chg="add mod">
          <ac:chgData name="Sanmukh Kuppannagari" userId="ad215094-da36-4b66-9c79-369a17aea26b" providerId="ADAL" clId="{18DA49F4-CD4F-46E0-AB35-D6CB797BE416}" dt="2025-10-23T13:06:17.979" v="3293"/>
          <ac:spMkLst>
            <pc:docMk/>
            <pc:sldMk cId="1083395396" sldId="1685"/>
            <ac:spMk id="92" creationId="{C5BAD920-B8D1-2B85-F9D2-C9C194AD175A}"/>
          </ac:spMkLst>
        </pc:spChg>
        <pc:spChg chg="add mod">
          <ac:chgData name="Sanmukh Kuppannagari" userId="ad215094-da36-4b66-9c79-369a17aea26b" providerId="ADAL" clId="{18DA49F4-CD4F-46E0-AB35-D6CB797BE416}" dt="2025-10-23T13:06:17.979" v="3293"/>
          <ac:spMkLst>
            <pc:docMk/>
            <pc:sldMk cId="1083395396" sldId="1685"/>
            <ac:spMk id="93" creationId="{5EFE429B-902D-2134-2DF0-B6575611C506}"/>
          </ac:spMkLst>
        </pc:spChg>
        <pc:spChg chg="add mod">
          <ac:chgData name="Sanmukh Kuppannagari" userId="ad215094-da36-4b66-9c79-369a17aea26b" providerId="ADAL" clId="{18DA49F4-CD4F-46E0-AB35-D6CB797BE416}" dt="2025-10-23T13:06:17.979" v="3293"/>
          <ac:spMkLst>
            <pc:docMk/>
            <pc:sldMk cId="1083395396" sldId="1685"/>
            <ac:spMk id="94" creationId="{B6197590-4D82-1FDD-F311-E2B0408636B5}"/>
          </ac:spMkLst>
        </pc:spChg>
        <pc:spChg chg="add mod">
          <ac:chgData name="Sanmukh Kuppannagari" userId="ad215094-da36-4b66-9c79-369a17aea26b" providerId="ADAL" clId="{18DA49F4-CD4F-46E0-AB35-D6CB797BE416}" dt="2025-10-23T13:06:17.979" v="3293"/>
          <ac:spMkLst>
            <pc:docMk/>
            <pc:sldMk cId="1083395396" sldId="1685"/>
            <ac:spMk id="95" creationId="{C25E8CB5-346F-ED1A-D22D-28C09C06615D}"/>
          </ac:spMkLst>
        </pc:spChg>
        <pc:spChg chg="add mod">
          <ac:chgData name="Sanmukh Kuppannagari" userId="ad215094-da36-4b66-9c79-369a17aea26b" providerId="ADAL" clId="{18DA49F4-CD4F-46E0-AB35-D6CB797BE416}" dt="2025-10-23T13:06:17.979" v="3293"/>
          <ac:spMkLst>
            <pc:docMk/>
            <pc:sldMk cId="1083395396" sldId="1685"/>
            <ac:spMk id="96" creationId="{14B821F7-D3F3-91C8-476B-5F11C84763BD}"/>
          </ac:spMkLst>
        </pc:spChg>
        <pc:spChg chg="add mod">
          <ac:chgData name="Sanmukh Kuppannagari" userId="ad215094-da36-4b66-9c79-369a17aea26b" providerId="ADAL" clId="{18DA49F4-CD4F-46E0-AB35-D6CB797BE416}" dt="2025-10-23T13:06:17.979" v="3293"/>
          <ac:spMkLst>
            <pc:docMk/>
            <pc:sldMk cId="1083395396" sldId="1685"/>
            <ac:spMk id="97" creationId="{FBFEDDF3-A4C3-4EFD-8872-7042495B6328}"/>
          </ac:spMkLst>
        </pc:spChg>
        <pc:spChg chg="add mod">
          <ac:chgData name="Sanmukh Kuppannagari" userId="ad215094-da36-4b66-9c79-369a17aea26b" providerId="ADAL" clId="{18DA49F4-CD4F-46E0-AB35-D6CB797BE416}" dt="2025-10-23T13:06:26.872" v="3295" actId="1076"/>
          <ac:spMkLst>
            <pc:docMk/>
            <pc:sldMk cId="1083395396" sldId="1685"/>
            <ac:spMk id="98" creationId="{9F002026-353A-4FE2-10A3-16BFEE78B4A7}"/>
          </ac:spMkLst>
        </pc:spChg>
        <pc:spChg chg="add mod">
          <ac:chgData name="Sanmukh Kuppannagari" userId="ad215094-da36-4b66-9c79-369a17aea26b" providerId="ADAL" clId="{18DA49F4-CD4F-46E0-AB35-D6CB797BE416}" dt="2025-10-23T13:06:26.872" v="3295" actId="1076"/>
          <ac:spMkLst>
            <pc:docMk/>
            <pc:sldMk cId="1083395396" sldId="1685"/>
            <ac:spMk id="99" creationId="{B5022FFC-2F3D-BB3E-2FC3-5B8C02B786EE}"/>
          </ac:spMkLst>
        </pc:spChg>
        <pc:spChg chg="add mod">
          <ac:chgData name="Sanmukh Kuppannagari" userId="ad215094-da36-4b66-9c79-369a17aea26b" providerId="ADAL" clId="{18DA49F4-CD4F-46E0-AB35-D6CB797BE416}" dt="2025-10-23T13:06:26.872" v="3295" actId="1076"/>
          <ac:spMkLst>
            <pc:docMk/>
            <pc:sldMk cId="1083395396" sldId="1685"/>
            <ac:spMk id="100" creationId="{212613C6-1F41-9919-65E1-8D8E0716AC2D}"/>
          </ac:spMkLst>
        </pc:spChg>
        <pc:spChg chg="add mod">
          <ac:chgData name="Sanmukh Kuppannagari" userId="ad215094-da36-4b66-9c79-369a17aea26b" providerId="ADAL" clId="{18DA49F4-CD4F-46E0-AB35-D6CB797BE416}" dt="2025-10-23T13:06:26.872" v="3295" actId="1076"/>
          <ac:spMkLst>
            <pc:docMk/>
            <pc:sldMk cId="1083395396" sldId="1685"/>
            <ac:spMk id="101" creationId="{CA694873-65F2-21E7-6E20-D69ADA112C58}"/>
          </ac:spMkLst>
        </pc:spChg>
        <pc:spChg chg="add mod">
          <ac:chgData name="Sanmukh Kuppannagari" userId="ad215094-da36-4b66-9c79-369a17aea26b" providerId="ADAL" clId="{18DA49F4-CD4F-46E0-AB35-D6CB797BE416}" dt="2025-10-23T13:06:26.872" v="3295" actId="1076"/>
          <ac:spMkLst>
            <pc:docMk/>
            <pc:sldMk cId="1083395396" sldId="1685"/>
            <ac:spMk id="102" creationId="{6031D3BA-11E0-B9AB-0E22-229E0A0AD6FA}"/>
          </ac:spMkLst>
        </pc:spChg>
        <pc:spChg chg="add mod">
          <ac:chgData name="Sanmukh Kuppannagari" userId="ad215094-da36-4b66-9c79-369a17aea26b" providerId="ADAL" clId="{18DA49F4-CD4F-46E0-AB35-D6CB797BE416}" dt="2025-10-23T13:06:26.872" v="3295" actId="1076"/>
          <ac:spMkLst>
            <pc:docMk/>
            <pc:sldMk cId="1083395396" sldId="1685"/>
            <ac:spMk id="103" creationId="{7E584CD0-FE48-DEDD-F76B-C5045926C371}"/>
          </ac:spMkLst>
        </pc:spChg>
        <pc:spChg chg="add mod">
          <ac:chgData name="Sanmukh Kuppannagari" userId="ad215094-da36-4b66-9c79-369a17aea26b" providerId="ADAL" clId="{18DA49F4-CD4F-46E0-AB35-D6CB797BE416}" dt="2025-10-23T13:06:26.872" v="3295" actId="1076"/>
          <ac:spMkLst>
            <pc:docMk/>
            <pc:sldMk cId="1083395396" sldId="1685"/>
            <ac:spMk id="104" creationId="{E98A2F67-483D-707B-993D-74DAC4EDCB25}"/>
          </ac:spMkLst>
        </pc:spChg>
        <pc:spChg chg="add mod">
          <ac:chgData name="Sanmukh Kuppannagari" userId="ad215094-da36-4b66-9c79-369a17aea26b" providerId="ADAL" clId="{18DA49F4-CD4F-46E0-AB35-D6CB797BE416}" dt="2025-10-23T13:06:26.872" v="3295" actId="1076"/>
          <ac:spMkLst>
            <pc:docMk/>
            <pc:sldMk cId="1083395396" sldId="1685"/>
            <ac:spMk id="105" creationId="{50C7696C-67A0-28B1-A9D8-D6F09DBA2941}"/>
          </ac:spMkLst>
        </pc:spChg>
        <pc:spChg chg="add mod">
          <ac:chgData name="Sanmukh Kuppannagari" userId="ad215094-da36-4b66-9c79-369a17aea26b" providerId="ADAL" clId="{18DA49F4-CD4F-46E0-AB35-D6CB797BE416}" dt="2025-10-23T13:06:26.872" v="3295" actId="1076"/>
          <ac:spMkLst>
            <pc:docMk/>
            <pc:sldMk cId="1083395396" sldId="1685"/>
            <ac:spMk id="106" creationId="{4397C88D-1B43-18F7-AC80-D9486D2DF064}"/>
          </ac:spMkLst>
        </pc:spChg>
        <pc:cxnChg chg="del">
          <ac:chgData name="Sanmukh Kuppannagari" userId="ad215094-da36-4b66-9c79-369a17aea26b" providerId="ADAL" clId="{18DA49F4-CD4F-46E0-AB35-D6CB797BE416}" dt="2025-10-23T12:49:57.588" v="2999" actId="478"/>
          <ac:cxnSpMkLst>
            <pc:docMk/>
            <pc:sldMk cId="1083395396" sldId="1685"/>
            <ac:cxnSpMk id="23" creationId="{C219DC64-B82B-368A-9400-06702676922D}"/>
          </ac:cxnSpMkLst>
        </pc:cxnChg>
        <pc:cxnChg chg="del">
          <ac:chgData name="Sanmukh Kuppannagari" userId="ad215094-da36-4b66-9c79-369a17aea26b" providerId="ADAL" clId="{18DA49F4-CD4F-46E0-AB35-D6CB797BE416}" dt="2025-10-23T12:49:58.505" v="3000" actId="478"/>
          <ac:cxnSpMkLst>
            <pc:docMk/>
            <pc:sldMk cId="1083395396" sldId="1685"/>
            <ac:cxnSpMk id="24" creationId="{BBA4A10B-125C-EBC9-0747-BEB5745AB8AB}"/>
          </ac:cxnSpMkLst>
        </pc:cxnChg>
        <pc:cxnChg chg="del">
          <ac:chgData name="Sanmukh Kuppannagari" userId="ad215094-da36-4b66-9c79-369a17aea26b" providerId="ADAL" clId="{18DA49F4-CD4F-46E0-AB35-D6CB797BE416}" dt="2025-10-23T12:49:59.537" v="3001" actId="478"/>
          <ac:cxnSpMkLst>
            <pc:docMk/>
            <pc:sldMk cId="1083395396" sldId="1685"/>
            <ac:cxnSpMk id="25" creationId="{E064269E-5690-AABF-554E-0B3F8E917744}"/>
          </ac:cxnSpMkLst>
        </pc:cxnChg>
        <pc:cxnChg chg="add mod">
          <ac:chgData name="Sanmukh Kuppannagari" userId="ad215094-da36-4b66-9c79-369a17aea26b" providerId="ADAL" clId="{18DA49F4-CD4F-46E0-AB35-D6CB797BE416}" dt="2025-10-23T12:32:43.517" v="2707" actId="1076"/>
          <ac:cxnSpMkLst>
            <pc:docMk/>
            <pc:sldMk cId="1083395396" sldId="1685"/>
            <ac:cxnSpMk id="53" creationId="{3FA8CC37-C1F6-8F8E-2A70-C014400B1AC5}"/>
          </ac:cxnSpMkLst>
        </pc:cxnChg>
        <pc:cxnChg chg="add mod">
          <ac:chgData name="Sanmukh Kuppannagari" userId="ad215094-da36-4b66-9c79-369a17aea26b" providerId="ADAL" clId="{18DA49F4-CD4F-46E0-AB35-D6CB797BE416}" dt="2025-10-23T12:32:43.517" v="2707" actId="1076"/>
          <ac:cxnSpMkLst>
            <pc:docMk/>
            <pc:sldMk cId="1083395396" sldId="1685"/>
            <ac:cxnSpMk id="54" creationId="{8C4A280A-8C3C-8C5F-9E27-1F1DCC8254FB}"/>
          </ac:cxnSpMkLst>
        </pc:cxnChg>
        <pc:cxnChg chg="mod">
          <ac:chgData name="Sanmukh Kuppannagari" userId="ad215094-da36-4b66-9c79-369a17aea26b" providerId="ADAL" clId="{18DA49F4-CD4F-46E0-AB35-D6CB797BE416}" dt="2025-10-23T12:32:09.861" v="2700" actId="1076"/>
          <ac:cxnSpMkLst>
            <pc:docMk/>
            <pc:sldMk cId="1083395396" sldId="1685"/>
            <ac:cxnSpMk id="55" creationId="{5CF00958-EB29-B368-AF26-5D81AEA1025B}"/>
          </ac:cxnSpMkLst>
        </pc:cxnChg>
        <pc:cxnChg chg="mod">
          <ac:chgData name="Sanmukh Kuppannagari" userId="ad215094-da36-4b66-9c79-369a17aea26b" providerId="ADAL" clId="{18DA49F4-CD4F-46E0-AB35-D6CB797BE416}" dt="2025-10-23T12:33:27.698" v="2714" actId="1076"/>
          <ac:cxnSpMkLst>
            <pc:docMk/>
            <pc:sldMk cId="1083395396" sldId="1685"/>
            <ac:cxnSpMk id="56" creationId="{EE24BA15-04F8-6F87-9DEF-A4E67292A73C}"/>
          </ac:cxnSpMkLst>
        </pc:cxnChg>
        <pc:cxnChg chg="add mod">
          <ac:chgData name="Sanmukh Kuppannagari" userId="ad215094-da36-4b66-9c79-369a17aea26b" providerId="ADAL" clId="{18DA49F4-CD4F-46E0-AB35-D6CB797BE416}" dt="2025-10-23T12:32:43.517" v="2707" actId="1076"/>
          <ac:cxnSpMkLst>
            <pc:docMk/>
            <pc:sldMk cId="1083395396" sldId="1685"/>
            <ac:cxnSpMk id="61" creationId="{AE73DF3B-5F9C-C446-0968-69C3D630A86A}"/>
          </ac:cxnSpMkLst>
        </pc:cxnChg>
        <pc:cxnChg chg="add mod">
          <ac:chgData name="Sanmukh Kuppannagari" userId="ad215094-da36-4b66-9c79-369a17aea26b" providerId="ADAL" clId="{18DA49F4-CD4F-46E0-AB35-D6CB797BE416}" dt="2025-10-23T12:32:43.517" v="2707" actId="1076"/>
          <ac:cxnSpMkLst>
            <pc:docMk/>
            <pc:sldMk cId="1083395396" sldId="1685"/>
            <ac:cxnSpMk id="62" creationId="{DB7C1E5C-BD12-7405-2166-8E9784ED880B}"/>
          </ac:cxnSpMkLst>
        </pc:cxnChg>
        <pc:cxnChg chg="add mod">
          <ac:chgData name="Sanmukh Kuppannagari" userId="ad215094-da36-4b66-9c79-369a17aea26b" providerId="ADAL" clId="{18DA49F4-CD4F-46E0-AB35-D6CB797BE416}" dt="2025-10-23T12:32:58.822" v="2709" actId="1076"/>
          <ac:cxnSpMkLst>
            <pc:docMk/>
            <pc:sldMk cId="1083395396" sldId="1685"/>
            <ac:cxnSpMk id="66" creationId="{1041FBE0-9200-3BB8-9AEB-0CFD0D39F782}"/>
          </ac:cxnSpMkLst>
        </pc:cxnChg>
        <pc:cxnChg chg="add mod">
          <ac:chgData name="Sanmukh Kuppannagari" userId="ad215094-da36-4b66-9c79-369a17aea26b" providerId="ADAL" clId="{18DA49F4-CD4F-46E0-AB35-D6CB797BE416}" dt="2025-10-23T12:32:58.822" v="2709" actId="1076"/>
          <ac:cxnSpMkLst>
            <pc:docMk/>
            <pc:sldMk cId="1083395396" sldId="1685"/>
            <ac:cxnSpMk id="67" creationId="{FC4FC0D0-728F-DB06-2842-CBE26B76BE98}"/>
          </ac:cxnSpMkLst>
        </pc:cxnChg>
        <pc:cxnChg chg="add mod">
          <ac:chgData name="Sanmukh Kuppannagari" userId="ad215094-da36-4b66-9c79-369a17aea26b" providerId="ADAL" clId="{18DA49F4-CD4F-46E0-AB35-D6CB797BE416}" dt="2025-10-23T12:32:58.822" v="2709" actId="1076"/>
          <ac:cxnSpMkLst>
            <pc:docMk/>
            <pc:sldMk cId="1083395396" sldId="1685"/>
            <ac:cxnSpMk id="69" creationId="{6E68339D-A22B-C3C6-49E5-318C7D4EEBCD}"/>
          </ac:cxnSpMkLst>
        </pc:cxnChg>
        <pc:cxnChg chg="add mod">
          <ac:chgData name="Sanmukh Kuppannagari" userId="ad215094-da36-4b66-9c79-369a17aea26b" providerId="ADAL" clId="{18DA49F4-CD4F-46E0-AB35-D6CB797BE416}" dt="2025-10-23T12:32:58.822" v="2709" actId="1076"/>
          <ac:cxnSpMkLst>
            <pc:docMk/>
            <pc:sldMk cId="1083395396" sldId="1685"/>
            <ac:cxnSpMk id="74" creationId="{1212AF4F-5D2D-69BF-13C3-16D66F5E6EB2}"/>
          </ac:cxnSpMkLst>
        </pc:cxnChg>
        <pc:cxnChg chg="del">
          <ac:chgData name="Sanmukh Kuppannagari" userId="ad215094-da36-4b66-9c79-369a17aea26b" providerId="ADAL" clId="{18DA49F4-CD4F-46E0-AB35-D6CB797BE416}" dt="2025-10-23T12:33:37.222" v="2717" actId="478"/>
          <ac:cxnSpMkLst>
            <pc:docMk/>
            <pc:sldMk cId="1083395396" sldId="1685"/>
            <ac:cxnSpMk id="75" creationId="{659C2AB5-AF93-24C8-C8F1-E7B6ADC5EB34}"/>
          </ac:cxnSpMkLst>
        </pc:cxnChg>
        <pc:cxnChg chg="add mod">
          <ac:chgData name="Sanmukh Kuppannagari" userId="ad215094-da36-4b66-9c79-369a17aea26b" providerId="ADAL" clId="{18DA49F4-CD4F-46E0-AB35-D6CB797BE416}" dt="2025-10-23T12:33:22.549" v="2712" actId="1076"/>
          <ac:cxnSpMkLst>
            <pc:docMk/>
            <pc:sldMk cId="1083395396" sldId="1685"/>
            <ac:cxnSpMk id="77" creationId="{0C56ECD5-699E-356D-478D-35DFABC3BB76}"/>
          </ac:cxnSpMkLst>
        </pc:cxnChg>
        <pc:cxnChg chg="add mod">
          <ac:chgData name="Sanmukh Kuppannagari" userId="ad215094-da36-4b66-9c79-369a17aea26b" providerId="ADAL" clId="{18DA49F4-CD4F-46E0-AB35-D6CB797BE416}" dt="2025-10-23T12:50:04.777" v="3004" actId="1076"/>
          <ac:cxnSpMkLst>
            <pc:docMk/>
            <pc:sldMk cId="1083395396" sldId="1685"/>
            <ac:cxnSpMk id="85" creationId="{B18501A5-5F55-78EF-8ED0-B5F7D8DAA7F8}"/>
          </ac:cxnSpMkLst>
        </pc:cxnChg>
        <pc:cxnChg chg="add mod">
          <ac:chgData name="Sanmukh Kuppannagari" userId="ad215094-da36-4b66-9c79-369a17aea26b" providerId="ADAL" clId="{18DA49F4-CD4F-46E0-AB35-D6CB797BE416}" dt="2025-10-23T12:50:04.777" v="3004" actId="1076"/>
          <ac:cxnSpMkLst>
            <pc:docMk/>
            <pc:sldMk cId="1083395396" sldId="1685"/>
            <ac:cxnSpMk id="86" creationId="{CFDD62D4-5A41-DB50-107E-9B911AC77625}"/>
          </ac:cxnSpMkLst>
        </pc:cxnChg>
      </pc:sldChg>
      <pc:sldChg chg="addSp delSp modSp add mod">
        <pc:chgData name="Sanmukh Kuppannagari" userId="ad215094-da36-4b66-9c79-369a17aea26b" providerId="ADAL" clId="{18DA49F4-CD4F-46E0-AB35-D6CB797BE416}" dt="2025-10-23T13:15:59.046" v="3406" actId="478"/>
        <pc:sldMkLst>
          <pc:docMk/>
          <pc:sldMk cId="469301058" sldId="1686"/>
        </pc:sldMkLst>
        <pc:spChg chg="del">
          <ac:chgData name="Sanmukh Kuppannagari" userId="ad215094-da36-4b66-9c79-369a17aea26b" providerId="ADAL" clId="{18DA49F4-CD4F-46E0-AB35-D6CB797BE416}" dt="2025-10-23T13:06:36.198" v="3296" actId="478"/>
          <ac:spMkLst>
            <pc:docMk/>
            <pc:sldMk cId="469301058" sldId="1686"/>
            <ac:spMk id="9" creationId="{F885681E-EB8D-3B61-D041-50653466D299}"/>
          </ac:spMkLst>
        </pc:spChg>
        <pc:spChg chg="del">
          <ac:chgData name="Sanmukh Kuppannagari" userId="ad215094-da36-4b66-9c79-369a17aea26b" providerId="ADAL" clId="{18DA49F4-CD4F-46E0-AB35-D6CB797BE416}" dt="2025-10-23T13:06:37.460" v="3297" actId="478"/>
          <ac:spMkLst>
            <pc:docMk/>
            <pc:sldMk cId="469301058" sldId="1686"/>
            <ac:spMk id="10" creationId="{3E117017-58CA-201E-704A-B2F44A4944F0}"/>
          </ac:spMkLst>
        </pc:spChg>
        <pc:spChg chg="del">
          <ac:chgData name="Sanmukh Kuppannagari" userId="ad215094-da36-4b66-9c79-369a17aea26b" providerId="ADAL" clId="{18DA49F4-CD4F-46E0-AB35-D6CB797BE416}" dt="2025-10-23T13:06:39.165" v="3298" actId="478"/>
          <ac:spMkLst>
            <pc:docMk/>
            <pc:sldMk cId="469301058" sldId="1686"/>
            <ac:spMk id="13" creationId="{402759C9-ED0D-27AB-0014-CC0A67B914F7}"/>
          </ac:spMkLst>
        </pc:spChg>
        <pc:spChg chg="del">
          <ac:chgData name="Sanmukh Kuppannagari" userId="ad215094-da36-4b66-9c79-369a17aea26b" providerId="ADAL" clId="{18DA49F4-CD4F-46E0-AB35-D6CB797BE416}" dt="2025-10-23T13:06:41.002" v="3299" actId="478"/>
          <ac:spMkLst>
            <pc:docMk/>
            <pc:sldMk cId="469301058" sldId="1686"/>
            <ac:spMk id="14" creationId="{A9B14F21-0E10-A164-3135-FD9E7BEFCFD7}"/>
          </ac:spMkLst>
        </pc:spChg>
        <pc:spChg chg="del">
          <ac:chgData name="Sanmukh Kuppannagari" userId="ad215094-da36-4b66-9c79-369a17aea26b" providerId="ADAL" clId="{18DA49F4-CD4F-46E0-AB35-D6CB797BE416}" dt="2025-10-23T13:06:44.415" v="3300" actId="478"/>
          <ac:spMkLst>
            <pc:docMk/>
            <pc:sldMk cId="469301058" sldId="1686"/>
            <ac:spMk id="17" creationId="{C15FD67C-0CBF-D4ED-15B9-8B315845A7CF}"/>
          </ac:spMkLst>
        </pc:spChg>
        <pc:spChg chg="del">
          <ac:chgData name="Sanmukh Kuppannagari" userId="ad215094-da36-4b66-9c79-369a17aea26b" providerId="ADAL" clId="{18DA49F4-CD4F-46E0-AB35-D6CB797BE416}" dt="2025-10-23T13:06:46.488" v="3301" actId="478"/>
          <ac:spMkLst>
            <pc:docMk/>
            <pc:sldMk cId="469301058" sldId="1686"/>
            <ac:spMk id="18" creationId="{9A6CC970-11A9-B901-1399-63A02C6FB5CF}"/>
          </ac:spMkLst>
        </pc:spChg>
        <pc:spChg chg="del">
          <ac:chgData name="Sanmukh Kuppannagari" userId="ad215094-da36-4b66-9c79-369a17aea26b" providerId="ADAL" clId="{18DA49F4-CD4F-46E0-AB35-D6CB797BE416}" dt="2025-10-23T12:50:14.087" v="3007" actId="478"/>
          <ac:spMkLst>
            <pc:docMk/>
            <pc:sldMk cId="469301058" sldId="1686"/>
            <ac:spMk id="27" creationId="{E841E127-A6FB-5D32-52AD-6699E8732FD5}"/>
          </ac:spMkLst>
        </pc:spChg>
        <pc:spChg chg="del">
          <ac:chgData name="Sanmukh Kuppannagari" userId="ad215094-da36-4b66-9c79-369a17aea26b" providerId="ADAL" clId="{18DA49F4-CD4F-46E0-AB35-D6CB797BE416}" dt="2025-10-23T12:50:16.533" v="3009" actId="478"/>
          <ac:spMkLst>
            <pc:docMk/>
            <pc:sldMk cId="469301058" sldId="1686"/>
            <ac:spMk id="28" creationId="{0E3734BA-C6A1-AB9D-BFDF-02A6D98F3320}"/>
          </ac:spMkLst>
        </pc:spChg>
        <pc:spChg chg="del">
          <ac:chgData name="Sanmukh Kuppannagari" userId="ad215094-da36-4b66-9c79-369a17aea26b" providerId="ADAL" clId="{18DA49F4-CD4F-46E0-AB35-D6CB797BE416}" dt="2025-10-23T13:15:59.046" v="3406" actId="478"/>
          <ac:spMkLst>
            <pc:docMk/>
            <pc:sldMk cId="469301058" sldId="1686"/>
            <ac:spMk id="37" creationId="{96DECC23-E318-C490-3C13-BC242A1FCD5A}"/>
          </ac:spMkLst>
        </pc:spChg>
        <pc:spChg chg="mod">
          <ac:chgData name="Sanmukh Kuppannagari" userId="ad215094-da36-4b66-9c79-369a17aea26b" providerId="ADAL" clId="{18DA49F4-CD4F-46E0-AB35-D6CB797BE416}" dt="2025-10-23T12:38:25.545" v="2904" actId="20577"/>
          <ac:spMkLst>
            <pc:docMk/>
            <pc:sldMk cId="469301058" sldId="1686"/>
            <ac:spMk id="49" creationId="{1D0AC7A4-FDAF-88DC-B9F2-1E3F54F2EDEF}"/>
          </ac:spMkLst>
        </pc:spChg>
        <pc:spChg chg="add mod">
          <ac:chgData name="Sanmukh Kuppannagari" userId="ad215094-da36-4b66-9c79-369a17aea26b" providerId="ADAL" clId="{18DA49F4-CD4F-46E0-AB35-D6CB797BE416}" dt="2025-10-23T12:35:26.545" v="2741" actId="1076"/>
          <ac:spMkLst>
            <pc:docMk/>
            <pc:sldMk cId="469301058" sldId="1686"/>
            <ac:spMk id="63" creationId="{1E281391-9116-09A2-C9A1-999401A16D68}"/>
          </ac:spMkLst>
        </pc:spChg>
        <pc:spChg chg="add mod">
          <ac:chgData name="Sanmukh Kuppannagari" userId="ad215094-da36-4b66-9c79-369a17aea26b" providerId="ADAL" clId="{18DA49F4-CD4F-46E0-AB35-D6CB797BE416}" dt="2025-10-23T12:38:20.853" v="2903" actId="1076"/>
          <ac:spMkLst>
            <pc:docMk/>
            <pc:sldMk cId="469301058" sldId="1686"/>
            <ac:spMk id="65" creationId="{43BDAAB9-376F-2267-C5E6-BE20122E4F90}"/>
          </ac:spMkLst>
        </pc:spChg>
        <pc:spChg chg="del">
          <ac:chgData name="Sanmukh Kuppannagari" userId="ad215094-da36-4b66-9c79-369a17aea26b" providerId="ADAL" clId="{18DA49F4-CD4F-46E0-AB35-D6CB797BE416}" dt="2025-10-23T12:47:43.683" v="2965" actId="478"/>
          <ac:spMkLst>
            <pc:docMk/>
            <pc:sldMk cId="469301058" sldId="1686"/>
            <ac:spMk id="70" creationId="{FC790414-5E26-6121-64E3-7B1EB7E2ABBD}"/>
          </ac:spMkLst>
        </pc:spChg>
        <pc:spChg chg="del">
          <ac:chgData name="Sanmukh Kuppannagari" userId="ad215094-da36-4b66-9c79-369a17aea26b" providerId="ADAL" clId="{18DA49F4-CD4F-46E0-AB35-D6CB797BE416}" dt="2025-10-23T12:47:46.139" v="2966" actId="478"/>
          <ac:spMkLst>
            <pc:docMk/>
            <pc:sldMk cId="469301058" sldId="1686"/>
            <ac:spMk id="71" creationId="{7BCF2682-2E03-E2F3-FA08-4FFB99DF0B73}"/>
          </ac:spMkLst>
        </pc:spChg>
        <pc:spChg chg="del">
          <ac:chgData name="Sanmukh Kuppannagari" userId="ad215094-da36-4b66-9c79-369a17aea26b" providerId="ADAL" clId="{18DA49F4-CD4F-46E0-AB35-D6CB797BE416}" dt="2025-10-23T12:47:48.313" v="2967" actId="478"/>
          <ac:spMkLst>
            <pc:docMk/>
            <pc:sldMk cId="469301058" sldId="1686"/>
            <ac:spMk id="72" creationId="{F92C066A-7086-BCDD-4288-7A3ED60C79F5}"/>
          </ac:spMkLst>
        </pc:spChg>
        <pc:spChg chg="del">
          <ac:chgData name="Sanmukh Kuppannagari" userId="ad215094-da36-4b66-9c79-369a17aea26b" providerId="ADAL" clId="{18DA49F4-CD4F-46E0-AB35-D6CB797BE416}" dt="2025-10-23T12:47:50.539" v="2968" actId="478"/>
          <ac:spMkLst>
            <pc:docMk/>
            <pc:sldMk cId="469301058" sldId="1686"/>
            <ac:spMk id="73" creationId="{9A452B77-8F99-6757-FF81-47EE62AA80BD}"/>
          </ac:spMkLst>
        </pc:spChg>
        <pc:spChg chg="add mod">
          <ac:chgData name="Sanmukh Kuppannagari" userId="ad215094-da36-4b66-9c79-369a17aea26b" providerId="ADAL" clId="{18DA49F4-CD4F-46E0-AB35-D6CB797BE416}" dt="2025-10-23T12:47:51.892" v="2969"/>
          <ac:spMkLst>
            <pc:docMk/>
            <pc:sldMk cId="469301058" sldId="1686"/>
            <ac:spMk id="82" creationId="{58B43C70-94AC-7073-9B2D-31D8DE409441}"/>
          </ac:spMkLst>
        </pc:spChg>
        <pc:spChg chg="add mod">
          <ac:chgData name="Sanmukh Kuppannagari" userId="ad215094-da36-4b66-9c79-369a17aea26b" providerId="ADAL" clId="{18DA49F4-CD4F-46E0-AB35-D6CB797BE416}" dt="2025-10-23T12:47:51.892" v="2969"/>
          <ac:spMkLst>
            <pc:docMk/>
            <pc:sldMk cId="469301058" sldId="1686"/>
            <ac:spMk id="83" creationId="{99054FB0-6F34-1AD9-4F13-1C5F26871E50}"/>
          </ac:spMkLst>
        </pc:spChg>
        <pc:spChg chg="add mod">
          <ac:chgData name="Sanmukh Kuppannagari" userId="ad215094-da36-4b66-9c79-369a17aea26b" providerId="ADAL" clId="{18DA49F4-CD4F-46E0-AB35-D6CB797BE416}" dt="2025-10-23T12:47:51.892" v="2969"/>
          <ac:spMkLst>
            <pc:docMk/>
            <pc:sldMk cId="469301058" sldId="1686"/>
            <ac:spMk id="84" creationId="{3D72A6EB-562A-652A-4866-F8A269DDDB85}"/>
          </ac:spMkLst>
        </pc:spChg>
        <pc:spChg chg="add mod">
          <ac:chgData name="Sanmukh Kuppannagari" userId="ad215094-da36-4b66-9c79-369a17aea26b" providerId="ADAL" clId="{18DA49F4-CD4F-46E0-AB35-D6CB797BE416}" dt="2025-10-23T12:47:51.892" v="2969"/>
          <ac:spMkLst>
            <pc:docMk/>
            <pc:sldMk cId="469301058" sldId="1686"/>
            <ac:spMk id="85" creationId="{E3F24D83-AE0A-EC7C-C83E-2EC87A6D4DA0}"/>
          </ac:spMkLst>
        </pc:spChg>
        <pc:spChg chg="add mod">
          <ac:chgData name="Sanmukh Kuppannagari" userId="ad215094-da36-4b66-9c79-369a17aea26b" providerId="ADAL" clId="{18DA49F4-CD4F-46E0-AB35-D6CB797BE416}" dt="2025-10-23T12:50:25.583" v="3011" actId="1076"/>
          <ac:spMkLst>
            <pc:docMk/>
            <pc:sldMk cId="469301058" sldId="1686"/>
            <ac:spMk id="88" creationId="{255D2F75-5578-FFA4-8A39-C04B406AF2EF}"/>
          </ac:spMkLst>
        </pc:spChg>
        <pc:spChg chg="add mod">
          <ac:chgData name="Sanmukh Kuppannagari" userId="ad215094-da36-4b66-9c79-369a17aea26b" providerId="ADAL" clId="{18DA49F4-CD4F-46E0-AB35-D6CB797BE416}" dt="2025-10-23T12:50:25.583" v="3011" actId="1076"/>
          <ac:spMkLst>
            <pc:docMk/>
            <pc:sldMk cId="469301058" sldId="1686"/>
            <ac:spMk id="89" creationId="{72204C83-0B79-E125-0780-2A79F15657E3}"/>
          </ac:spMkLst>
        </pc:spChg>
        <pc:spChg chg="add mod">
          <ac:chgData name="Sanmukh Kuppannagari" userId="ad215094-da36-4b66-9c79-369a17aea26b" providerId="ADAL" clId="{18DA49F4-CD4F-46E0-AB35-D6CB797BE416}" dt="2025-10-23T13:06:52.376" v="3303" actId="1076"/>
          <ac:spMkLst>
            <pc:docMk/>
            <pc:sldMk cId="469301058" sldId="1686"/>
            <ac:spMk id="90" creationId="{489BBF6B-8AFB-4E07-9793-2D23BB734612}"/>
          </ac:spMkLst>
        </pc:spChg>
        <pc:spChg chg="add mod">
          <ac:chgData name="Sanmukh Kuppannagari" userId="ad215094-da36-4b66-9c79-369a17aea26b" providerId="ADAL" clId="{18DA49F4-CD4F-46E0-AB35-D6CB797BE416}" dt="2025-10-23T13:06:52.376" v="3303" actId="1076"/>
          <ac:spMkLst>
            <pc:docMk/>
            <pc:sldMk cId="469301058" sldId="1686"/>
            <ac:spMk id="91" creationId="{C2D63E49-FB0D-53A0-F376-0C6B850C94BA}"/>
          </ac:spMkLst>
        </pc:spChg>
        <pc:spChg chg="add mod">
          <ac:chgData name="Sanmukh Kuppannagari" userId="ad215094-da36-4b66-9c79-369a17aea26b" providerId="ADAL" clId="{18DA49F4-CD4F-46E0-AB35-D6CB797BE416}" dt="2025-10-23T13:06:52.376" v="3303" actId="1076"/>
          <ac:spMkLst>
            <pc:docMk/>
            <pc:sldMk cId="469301058" sldId="1686"/>
            <ac:spMk id="92" creationId="{9B1CA6C7-C432-EB92-FB92-3CAF3B8BA2F4}"/>
          </ac:spMkLst>
        </pc:spChg>
        <pc:spChg chg="add mod">
          <ac:chgData name="Sanmukh Kuppannagari" userId="ad215094-da36-4b66-9c79-369a17aea26b" providerId="ADAL" clId="{18DA49F4-CD4F-46E0-AB35-D6CB797BE416}" dt="2025-10-23T13:06:52.376" v="3303" actId="1076"/>
          <ac:spMkLst>
            <pc:docMk/>
            <pc:sldMk cId="469301058" sldId="1686"/>
            <ac:spMk id="93" creationId="{4D60A471-6297-E8B6-EF0F-2418652FC3A5}"/>
          </ac:spMkLst>
        </pc:spChg>
        <pc:spChg chg="add mod">
          <ac:chgData name="Sanmukh Kuppannagari" userId="ad215094-da36-4b66-9c79-369a17aea26b" providerId="ADAL" clId="{18DA49F4-CD4F-46E0-AB35-D6CB797BE416}" dt="2025-10-23T13:06:52.376" v="3303" actId="1076"/>
          <ac:spMkLst>
            <pc:docMk/>
            <pc:sldMk cId="469301058" sldId="1686"/>
            <ac:spMk id="94" creationId="{D8C76D6E-26EA-81CE-E64F-36C195C92B68}"/>
          </ac:spMkLst>
        </pc:spChg>
        <pc:spChg chg="add mod">
          <ac:chgData name="Sanmukh Kuppannagari" userId="ad215094-da36-4b66-9c79-369a17aea26b" providerId="ADAL" clId="{18DA49F4-CD4F-46E0-AB35-D6CB797BE416}" dt="2025-10-23T13:06:52.376" v="3303" actId="1076"/>
          <ac:spMkLst>
            <pc:docMk/>
            <pc:sldMk cId="469301058" sldId="1686"/>
            <ac:spMk id="95" creationId="{52DE4485-0F73-8B44-5F06-E88D8E98EB8A}"/>
          </ac:spMkLst>
        </pc:spChg>
        <pc:spChg chg="add mod">
          <ac:chgData name="Sanmukh Kuppannagari" userId="ad215094-da36-4b66-9c79-369a17aea26b" providerId="ADAL" clId="{18DA49F4-CD4F-46E0-AB35-D6CB797BE416}" dt="2025-10-23T13:06:52.376" v="3303" actId="1076"/>
          <ac:spMkLst>
            <pc:docMk/>
            <pc:sldMk cId="469301058" sldId="1686"/>
            <ac:spMk id="96" creationId="{07601A60-305A-0409-5C6D-B46BDAF5A512}"/>
          </ac:spMkLst>
        </pc:spChg>
        <pc:spChg chg="add mod">
          <ac:chgData name="Sanmukh Kuppannagari" userId="ad215094-da36-4b66-9c79-369a17aea26b" providerId="ADAL" clId="{18DA49F4-CD4F-46E0-AB35-D6CB797BE416}" dt="2025-10-23T13:06:52.376" v="3303" actId="1076"/>
          <ac:spMkLst>
            <pc:docMk/>
            <pc:sldMk cId="469301058" sldId="1686"/>
            <ac:spMk id="97" creationId="{4AA23539-A2FB-E7FD-5653-C7F635511C45}"/>
          </ac:spMkLst>
        </pc:spChg>
        <pc:spChg chg="add mod">
          <ac:chgData name="Sanmukh Kuppannagari" userId="ad215094-da36-4b66-9c79-369a17aea26b" providerId="ADAL" clId="{18DA49F4-CD4F-46E0-AB35-D6CB797BE416}" dt="2025-10-23T13:06:52.376" v="3303" actId="1076"/>
          <ac:spMkLst>
            <pc:docMk/>
            <pc:sldMk cId="469301058" sldId="1686"/>
            <ac:spMk id="98" creationId="{B4CEA1ED-A8DE-0DCF-A853-B98D251027BC}"/>
          </ac:spMkLst>
        </pc:spChg>
        <pc:cxnChg chg="del">
          <ac:chgData name="Sanmukh Kuppannagari" userId="ad215094-da36-4b66-9c79-369a17aea26b" providerId="ADAL" clId="{18DA49F4-CD4F-46E0-AB35-D6CB797BE416}" dt="2025-10-23T12:50:12.090" v="3005" actId="478"/>
          <ac:cxnSpMkLst>
            <pc:docMk/>
            <pc:sldMk cId="469301058" sldId="1686"/>
            <ac:cxnSpMk id="23" creationId="{57CDCFDB-776F-C004-899E-C558DFC8D779}"/>
          </ac:cxnSpMkLst>
        </pc:cxnChg>
        <pc:cxnChg chg="del">
          <ac:chgData name="Sanmukh Kuppannagari" userId="ad215094-da36-4b66-9c79-369a17aea26b" providerId="ADAL" clId="{18DA49F4-CD4F-46E0-AB35-D6CB797BE416}" dt="2025-10-23T12:50:13.254" v="3006" actId="478"/>
          <ac:cxnSpMkLst>
            <pc:docMk/>
            <pc:sldMk cId="469301058" sldId="1686"/>
            <ac:cxnSpMk id="24" creationId="{10F448DD-6B7B-0373-4672-D428E0CC4709}"/>
          </ac:cxnSpMkLst>
        </pc:cxnChg>
        <pc:cxnChg chg="del">
          <ac:chgData name="Sanmukh Kuppannagari" userId="ad215094-da36-4b66-9c79-369a17aea26b" providerId="ADAL" clId="{18DA49F4-CD4F-46E0-AB35-D6CB797BE416}" dt="2025-10-23T12:50:15.479" v="3008" actId="478"/>
          <ac:cxnSpMkLst>
            <pc:docMk/>
            <pc:sldMk cId="469301058" sldId="1686"/>
            <ac:cxnSpMk id="25" creationId="{E128D7DF-3A2F-73D5-ADF7-E26073F5598D}"/>
          </ac:cxnSpMkLst>
        </pc:cxnChg>
        <pc:cxnChg chg="add mod">
          <ac:chgData name="Sanmukh Kuppannagari" userId="ad215094-da36-4b66-9c79-369a17aea26b" providerId="ADAL" clId="{18DA49F4-CD4F-46E0-AB35-D6CB797BE416}" dt="2025-10-23T12:38:18.317" v="2902" actId="14100"/>
          <ac:cxnSpMkLst>
            <pc:docMk/>
            <pc:sldMk cId="469301058" sldId="1686"/>
            <ac:cxnSpMk id="75" creationId="{43F7AD46-3F8F-E4D9-868E-F3A01D32DEB9}"/>
          </ac:cxnSpMkLst>
        </pc:cxnChg>
        <pc:cxnChg chg="add mod">
          <ac:chgData name="Sanmukh Kuppannagari" userId="ad215094-da36-4b66-9c79-369a17aea26b" providerId="ADAL" clId="{18DA49F4-CD4F-46E0-AB35-D6CB797BE416}" dt="2025-10-23T12:50:25.583" v="3011" actId="1076"/>
          <ac:cxnSpMkLst>
            <pc:docMk/>
            <pc:sldMk cId="469301058" sldId="1686"/>
            <ac:cxnSpMk id="86" creationId="{BC8957A2-02A1-E98D-B63D-E4EC44B5303B}"/>
          </ac:cxnSpMkLst>
        </pc:cxnChg>
        <pc:cxnChg chg="add mod">
          <ac:chgData name="Sanmukh Kuppannagari" userId="ad215094-da36-4b66-9c79-369a17aea26b" providerId="ADAL" clId="{18DA49F4-CD4F-46E0-AB35-D6CB797BE416}" dt="2025-10-23T12:50:25.583" v="3011" actId="1076"/>
          <ac:cxnSpMkLst>
            <pc:docMk/>
            <pc:sldMk cId="469301058" sldId="1686"/>
            <ac:cxnSpMk id="87" creationId="{4FE052D0-EE68-E903-9E57-85F0FCB1E2D6}"/>
          </ac:cxnSpMkLst>
        </pc:cxnChg>
      </pc:sldChg>
      <pc:sldChg chg="addSp delSp modSp add del mod">
        <pc:chgData name="Sanmukh Kuppannagari" userId="ad215094-da36-4b66-9c79-369a17aea26b" providerId="ADAL" clId="{18DA49F4-CD4F-46E0-AB35-D6CB797BE416}" dt="2025-10-23T13:16:03.550" v="3407" actId="478"/>
        <pc:sldMkLst>
          <pc:docMk/>
          <pc:sldMk cId="3670661456" sldId="1687"/>
        </pc:sldMkLst>
        <pc:spChg chg="del">
          <ac:chgData name="Sanmukh Kuppannagari" userId="ad215094-da36-4b66-9c79-369a17aea26b" providerId="ADAL" clId="{18DA49F4-CD4F-46E0-AB35-D6CB797BE416}" dt="2025-10-23T13:06:58.601" v="3304" actId="478"/>
          <ac:spMkLst>
            <pc:docMk/>
            <pc:sldMk cId="3670661456" sldId="1687"/>
            <ac:spMk id="9" creationId="{AA5BCF56-E889-A4AD-E1A9-8B86C66E3E86}"/>
          </ac:spMkLst>
        </pc:spChg>
        <pc:spChg chg="del">
          <ac:chgData name="Sanmukh Kuppannagari" userId="ad215094-da36-4b66-9c79-369a17aea26b" providerId="ADAL" clId="{18DA49F4-CD4F-46E0-AB35-D6CB797BE416}" dt="2025-10-23T13:07:03.189" v="3305" actId="478"/>
          <ac:spMkLst>
            <pc:docMk/>
            <pc:sldMk cId="3670661456" sldId="1687"/>
            <ac:spMk id="10" creationId="{4B752908-5EEA-B0E5-016E-4A05723311E3}"/>
          </ac:spMkLst>
        </pc:spChg>
        <pc:spChg chg="del">
          <ac:chgData name="Sanmukh Kuppannagari" userId="ad215094-da36-4b66-9c79-369a17aea26b" providerId="ADAL" clId="{18DA49F4-CD4F-46E0-AB35-D6CB797BE416}" dt="2025-10-23T13:07:08.124" v="3307" actId="478"/>
          <ac:spMkLst>
            <pc:docMk/>
            <pc:sldMk cId="3670661456" sldId="1687"/>
            <ac:spMk id="13" creationId="{6EA5A67D-8328-AFA6-7A58-175D1C3CF8FE}"/>
          </ac:spMkLst>
        </pc:spChg>
        <pc:spChg chg="del">
          <ac:chgData name="Sanmukh Kuppannagari" userId="ad215094-da36-4b66-9c79-369a17aea26b" providerId="ADAL" clId="{18DA49F4-CD4F-46E0-AB35-D6CB797BE416}" dt="2025-10-23T13:07:04.752" v="3306" actId="478"/>
          <ac:spMkLst>
            <pc:docMk/>
            <pc:sldMk cId="3670661456" sldId="1687"/>
            <ac:spMk id="14" creationId="{3168C137-9008-0CB5-B401-5429D11CD27C}"/>
          </ac:spMkLst>
        </pc:spChg>
        <pc:spChg chg="del">
          <ac:chgData name="Sanmukh Kuppannagari" userId="ad215094-da36-4b66-9c79-369a17aea26b" providerId="ADAL" clId="{18DA49F4-CD4F-46E0-AB35-D6CB797BE416}" dt="2025-10-23T13:07:09.811" v="3308" actId="478"/>
          <ac:spMkLst>
            <pc:docMk/>
            <pc:sldMk cId="3670661456" sldId="1687"/>
            <ac:spMk id="17" creationId="{C5ED5168-20BD-A051-104B-2E96FE21AFDC}"/>
          </ac:spMkLst>
        </pc:spChg>
        <pc:spChg chg="del">
          <ac:chgData name="Sanmukh Kuppannagari" userId="ad215094-da36-4b66-9c79-369a17aea26b" providerId="ADAL" clId="{18DA49F4-CD4F-46E0-AB35-D6CB797BE416}" dt="2025-10-23T13:07:14.111" v="3309" actId="478"/>
          <ac:spMkLst>
            <pc:docMk/>
            <pc:sldMk cId="3670661456" sldId="1687"/>
            <ac:spMk id="18" creationId="{2DE94915-F1F6-BAA4-2F74-4545A3075757}"/>
          </ac:spMkLst>
        </pc:spChg>
        <pc:spChg chg="mod">
          <ac:chgData name="Sanmukh Kuppannagari" userId="ad215094-da36-4b66-9c79-369a17aea26b" providerId="ADAL" clId="{18DA49F4-CD4F-46E0-AB35-D6CB797BE416}" dt="2025-10-23T12:36:29.908" v="2877" actId="207"/>
          <ac:spMkLst>
            <pc:docMk/>
            <pc:sldMk cId="3670661456" sldId="1687"/>
            <ac:spMk id="21" creationId="{71CD9C04-D843-7A32-2C5F-155D20DD9329}"/>
          </ac:spMkLst>
        </pc:spChg>
        <pc:spChg chg="del">
          <ac:chgData name="Sanmukh Kuppannagari" userId="ad215094-da36-4b66-9c79-369a17aea26b" providerId="ADAL" clId="{18DA49F4-CD4F-46E0-AB35-D6CB797BE416}" dt="2025-10-23T12:50:32.214" v="3015" actId="478"/>
          <ac:spMkLst>
            <pc:docMk/>
            <pc:sldMk cId="3670661456" sldId="1687"/>
            <ac:spMk id="27" creationId="{BBFE0D04-01F3-2A4B-FB3A-A7CB71C301DC}"/>
          </ac:spMkLst>
        </pc:spChg>
        <pc:spChg chg="del">
          <ac:chgData name="Sanmukh Kuppannagari" userId="ad215094-da36-4b66-9c79-369a17aea26b" providerId="ADAL" clId="{18DA49F4-CD4F-46E0-AB35-D6CB797BE416}" dt="2025-10-23T12:50:33.174" v="3016" actId="478"/>
          <ac:spMkLst>
            <pc:docMk/>
            <pc:sldMk cId="3670661456" sldId="1687"/>
            <ac:spMk id="28" creationId="{469E1E34-4BA5-B2BA-DEC4-18B41CC059F1}"/>
          </ac:spMkLst>
        </pc:spChg>
        <pc:spChg chg="del">
          <ac:chgData name="Sanmukh Kuppannagari" userId="ad215094-da36-4b66-9c79-369a17aea26b" providerId="ADAL" clId="{18DA49F4-CD4F-46E0-AB35-D6CB797BE416}" dt="2025-10-23T13:16:03.550" v="3407" actId="478"/>
          <ac:spMkLst>
            <pc:docMk/>
            <pc:sldMk cId="3670661456" sldId="1687"/>
            <ac:spMk id="37" creationId="{5DA3FFAE-9632-458A-80DA-7E78A94FB270}"/>
          </ac:spMkLst>
        </pc:spChg>
        <pc:spChg chg="mod">
          <ac:chgData name="Sanmukh Kuppannagari" userId="ad215094-da36-4b66-9c79-369a17aea26b" providerId="ADAL" clId="{18DA49F4-CD4F-46E0-AB35-D6CB797BE416}" dt="2025-10-23T12:40:51.286" v="2917" actId="20577"/>
          <ac:spMkLst>
            <pc:docMk/>
            <pc:sldMk cId="3670661456" sldId="1687"/>
            <ac:spMk id="49" creationId="{2E0D7993-1348-AC23-39F0-005BDEEB0493}"/>
          </ac:spMkLst>
        </pc:spChg>
        <pc:spChg chg="add mod">
          <ac:chgData name="Sanmukh Kuppannagari" userId="ad215094-da36-4b66-9c79-369a17aea26b" providerId="ADAL" clId="{18DA49F4-CD4F-46E0-AB35-D6CB797BE416}" dt="2025-10-23T12:38:34.943" v="2905"/>
          <ac:spMkLst>
            <pc:docMk/>
            <pc:sldMk cId="3670661456" sldId="1687"/>
            <ac:spMk id="65" creationId="{173CCC07-6D64-D205-4D08-9FF401671838}"/>
          </ac:spMkLst>
        </pc:spChg>
        <pc:spChg chg="del">
          <ac:chgData name="Sanmukh Kuppannagari" userId="ad215094-da36-4b66-9c79-369a17aea26b" providerId="ADAL" clId="{18DA49F4-CD4F-46E0-AB35-D6CB797BE416}" dt="2025-10-23T12:47:59.160" v="2970" actId="478"/>
          <ac:spMkLst>
            <pc:docMk/>
            <pc:sldMk cId="3670661456" sldId="1687"/>
            <ac:spMk id="70" creationId="{080F45C8-9C57-4D87-A735-2D4F42D19DA8}"/>
          </ac:spMkLst>
        </pc:spChg>
        <pc:spChg chg="del">
          <ac:chgData name="Sanmukh Kuppannagari" userId="ad215094-da36-4b66-9c79-369a17aea26b" providerId="ADAL" clId="{18DA49F4-CD4F-46E0-AB35-D6CB797BE416}" dt="2025-10-23T12:48:01.621" v="2971" actId="478"/>
          <ac:spMkLst>
            <pc:docMk/>
            <pc:sldMk cId="3670661456" sldId="1687"/>
            <ac:spMk id="71" creationId="{59572BDC-09A0-FB4E-8242-E583C48D29EB}"/>
          </ac:spMkLst>
        </pc:spChg>
        <pc:spChg chg="del">
          <ac:chgData name="Sanmukh Kuppannagari" userId="ad215094-da36-4b66-9c79-369a17aea26b" providerId="ADAL" clId="{18DA49F4-CD4F-46E0-AB35-D6CB797BE416}" dt="2025-10-23T12:48:03.618" v="2972" actId="478"/>
          <ac:spMkLst>
            <pc:docMk/>
            <pc:sldMk cId="3670661456" sldId="1687"/>
            <ac:spMk id="72" creationId="{E70BD988-4BC9-3636-9086-1C6984F69478}"/>
          </ac:spMkLst>
        </pc:spChg>
        <pc:spChg chg="del">
          <ac:chgData name="Sanmukh Kuppannagari" userId="ad215094-da36-4b66-9c79-369a17aea26b" providerId="ADAL" clId="{18DA49F4-CD4F-46E0-AB35-D6CB797BE416}" dt="2025-10-23T12:48:05.579" v="2973" actId="478"/>
          <ac:spMkLst>
            <pc:docMk/>
            <pc:sldMk cId="3670661456" sldId="1687"/>
            <ac:spMk id="73" creationId="{2C851636-D7C8-A75A-278C-00D891486E0E}"/>
          </ac:spMkLst>
        </pc:spChg>
        <pc:spChg chg="add del mod">
          <ac:chgData name="Sanmukh Kuppannagari" userId="ad215094-da36-4b66-9c79-369a17aea26b" providerId="ADAL" clId="{18DA49F4-CD4F-46E0-AB35-D6CB797BE416}" dt="2025-10-23T12:43:02.980" v="2921" actId="478"/>
          <ac:spMkLst>
            <pc:docMk/>
            <pc:sldMk cId="3670661456" sldId="1687"/>
            <ac:spMk id="79" creationId="{74B68BC1-D57E-045D-B8D8-62DED99BFFF3}"/>
          </ac:spMkLst>
        </pc:spChg>
        <pc:spChg chg="add del mod">
          <ac:chgData name="Sanmukh Kuppannagari" userId="ad215094-da36-4b66-9c79-369a17aea26b" providerId="ADAL" clId="{18DA49F4-CD4F-46E0-AB35-D6CB797BE416}" dt="2025-10-23T12:43:06.237" v="2923" actId="478"/>
          <ac:spMkLst>
            <pc:docMk/>
            <pc:sldMk cId="3670661456" sldId="1687"/>
            <ac:spMk id="82" creationId="{CCDC42C3-9854-992C-1CDC-28BAD3DDD493}"/>
          </ac:spMkLst>
        </pc:spChg>
        <pc:spChg chg="add mod">
          <ac:chgData name="Sanmukh Kuppannagari" userId="ad215094-da36-4b66-9c79-369a17aea26b" providerId="ADAL" clId="{18DA49F4-CD4F-46E0-AB35-D6CB797BE416}" dt="2025-10-23T12:48:06.972" v="2974"/>
          <ac:spMkLst>
            <pc:docMk/>
            <pc:sldMk cId="3670661456" sldId="1687"/>
            <ac:spMk id="84" creationId="{78706391-908A-B1CC-F416-B6A03BF4C605}"/>
          </ac:spMkLst>
        </pc:spChg>
        <pc:spChg chg="add mod">
          <ac:chgData name="Sanmukh Kuppannagari" userId="ad215094-da36-4b66-9c79-369a17aea26b" providerId="ADAL" clId="{18DA49F4-CD4F-46E0-AB35-D6CB797BE416}" dt="2025-10-23T12:48:06.972" v="2974"/>
          <ac:spMkLst>
            <pc:docMk/>
            <pc:sldMk cId="3670661456" sldId="1687"/>
            <ac:spMk id="85" creationId="{4690102C-27E0-DE0F-E67F-E7CD9730B080}"/>
          </ac:spMkLst>
        </pc:spChg>
        <pc:spChg chg="add mod">
          <ac:chgData name="Sanmukh Kuppannagari" userId="ad215094-da36-4b66-9c79-369a17aea26b" providerId="ADAL" clId="{18DA49F4-CD4F-46E0-AB35-D6CB797BE416}" dt="2025-10-23T12:48:06.972" v="2974"/>
          <ac:spMkLst>
            <pc:docMk/>
            <pc:sldMk cId="3670661456" sldId="1687"/>
            <ac:spMk id="86" creationId="{5312AA3B-ABA7-FBD8-956F-63E0BACFF4E8}"/>
          </ac:spMkLst>
        </pc:spChg>
        <pc:spChg chg="add mod">
          <ac:chgData name="Sanmukh Kuppannagari" userId="ad215094-da36-4b66-9c79-369a17aea26b" providerId="ADAL" clId="{18DA49F4-CD4F-46E0-AB35-D6CB797BE416}" dt="2025-10-23T12:48:06.972" v="2974"/>
          <ac:spMkLst>
            <pc:docMk/>
            <pc:sldMk cId="3670661456" sldId="1687"/>
            <ac:spMk id="87" creationId="{1E44B205-2878-3865-CB80-D0C6C31FDDFC}"/>
          </ac:spMkLst>
        </pc:spChg>
        <pc:spChg chg="add mod">
          <ac:chgData name="Sanmukh Kuppannagari" userId="ad215094-da36-4b66-9c79-369a17aea26b" providerId="ADAL" clId="{18DA49F4-CD4F-46E0-AB35-D6CB797BE416}" dt="2025-10-23T12:50:38.088" v="3018" actId="1076"/>
          <ac:spMkLst>
            <pc:docMk/>
            <pc:sldMk cId="3670661456" sldId="1687"/>
            <ac:spMk id="90" creationId="{5755D471-35EA-A7E6-4979-98DC8D9616A3}"/>
          </ac:spMkLst>
        </pc:spChg>
        <pc:spChg chg="add mod">
          <ac:chgData name="Sanmukh Kuppannagari" userId="ad215094-da36-4b66-9c79-369a17aea26b" providerId="ADAL" clId="{18DA49F4-CD4F-46E0-AB35-D6CB797BE416}" dt="2025-10-23T12:50:38.088" v="3018" actId="1076"/>
          <ac:spMkLst>
            <pc:docMk/>
            <pc:sldMk cId="3670661456" sldId="1687"/>
            <ac:spMk id="91" creationId="{DFA51578-AF93-27F0-661A-B0F6BABBFA49}"/>
          </ac:spMkLst>
        </pc:spChg>
        <pc:spChg chg="add mod">
          <ac:chgData name="Sanmukh Kuppannagari" userId="ad215094-da36-4b66-9c79-369a17aea26b" providerId="ADAL" clId="{18DA49F4-CD4F-46E0-AB35-D6CB797BE416}" dt="2025-10-23T13:07:19.848" v="3311" actId="1076"/>
          <ac:spMkLst>
            <pc:docMk/>
            <pc:sldMk cId="3670661456" sldId="1687"/>
            <ac:spMk id="92" creationId="{6E5A201A-FC97-3F65-2393-E32D2216522C}"/>
          </ac:spMkLst>
        </pc:spChg>
        <pc:spChg chg="add mod">
          <ac:chgData name="Sanmukh Kuppannagari" userId="ad215094-da36-4b66-9c79-369a17aea26b" providerId="ADAL" clId="{18DA49F4-CD4F-46E0-AB35-D6CB797BE416}" dt="2025-10-23T13:07:19.848" v="3311" actId="1076"/>
          <ac:spMkLst>
            <pc:docMk/>
            <pc:sldMk cId="3670661456" sldId="1687"/>
            <ac:spMk id="93" creationId="{4E0B805B-7E5A-5D17-54F3-95ED8ECAD78F}"/>
          </ac:spMkLst>
        </pc:spChg>
        <pc:spChg chg="add mod">
          <ac:chgData name="Sanmukh Kuppannagari" userId="ad215094-da36-4b66-9c79-369a17aea26b" providerId="ADAL" clId="{18DA49F4-CD4F-46E0-AB35-D6CB797BE416}" dt="2025-10-23T13:07:19.848" v="3311" actId="1076"/>
          <ac:spMkLst>
            <pc:docMk/>
            <pc:sldMk cId="3670661456" sldId="1687"/>
            <ac:spMk id="94" creationId="{FDD26A49-F990-F914-381C-0688EFEC2DF7}"/>
          </ac:spMkLst>
        </pc:spChg>
        <pc:spChg chg="add mod">
          <ac:chgData name="Sanmukh Kuppannagari" userId="ad215094-da36-4b66-9c79-369a17aea26b" providerId="ADAL" clId="{18DA49F4-CD4F-46E0-AB35-D6CB797BE416}" dt="2025-10-23T13:07:19.848" v="3311" actId="1076"/>
          <ac:spMkLst>
            <pc:docMk/>
            <pc:sldMk cId="3670661456" sldId="1687"/>
            <ac:spMk id="95" creationId="{D452AD23-FA7C-CC86-77F8-50979AD889AF}"/>
          </ac:spMkLst>
        </pc:spChg>
        <pc:spChg chg="add mod">
          <ac:chgData name="Sanmukh Kuppannagari" userId="ad215094-da36-4b66-9c79-369a17aea26b" providerId="ADAL" clId="{18DA49F4-CD4F-46E0-AB35-D6CB797BE416}" dt="2025-10-23T13:07:19.848" v="3311" actId="1076"/>
          <ac:spMkLst>
            <pc:docMk/>
            <pc:sldMk cId="3670661456" sldId="1687"/>
            <ac:spMk id="96" creationId="{106DF8E6-58DF-AEEA-AB82-932C67F1BA25}"/>
          </ac:spMkLst>
        </pc:spChg>
        <pc:spChg chg="add mod">
          <ac:chgData name="Sanmukh Kuppannagari" userId="ad215094-da36-4b66-9c79-369a17aea26b" providerId="ADAL" clId="{18DA49F4-CD4F-46E0-AB35-D6CB797BE416}" dt="2025-10-23T13:07:19.848" v="3311" actId="1076"/>
          <ac:spMkLst>
            <pc:docMk/>
            <pc:sldMk cId="3670661456" sldId="1687"/>
            <ac:spMk id="97" creationId="{2927A3FC-79BC-693F-9F0D-2ECF8576D094}"/>
          </ac:spMkLst>
        </pc:spChg>
        <pc:spChg chg="add mod">
          <ac:chgData name="Sanmukh Kuppannagari" userId="ad215094-da36-4b66-9c79-369a17aea26b" providerId="ADAL" clId="{18DA49F4-CD4F-46E0-AB35-D6CB797BE416}" dt="2025-10-23T13:07:19.848" v="3311" actId="1076"/>
          <ac:spMkLst>
            <pc:docMk/>
            <pc:sldMk cId="3670661456" sldId="1687"/>
            <ac:spMk id="98" creationId="{826507F1-9158-F6EB-47BE-02CF15557741}"/>
          </ac:spMkLst>
        </pc:spChg>
        <pc:spChg chg="add mod">
          <ac:chgData name="Sanmukh Kuppannagari" userId="ad215094-da36-4b66-9c79-369a17aea26b" providerId="ADAL" clId="{18DA49F4-CD4F-46E0-AB35-D6CB797BE416}" dt="2025-10-23T13:07:19.848" v="3311" actId="1076"/>
          <ac:spMkLst>
            <pc:docMk/>
            <pc:sldMk cId="3670661456" sldId="1687"/>
            <ac:spMk id="99" creationId="{57BCD182-0893-F787-F490-F588282AD947}"/>
          </ac:spMkLst>
        </pc:spChg>
        <pc:spChg chg="add mod">
          <ac:chgData name="Sanmukh Kuppannagari" userId="ad215094-da36-4b66-9c79-369a17aea26b" providerId="ADAL" clId="{18DA49F4-CD4F-46E0-AB35-D6CB797BE416}" dt="2025-10-23T13:07:19.848" v="3311" actId="1076"/>
          <ac:spMkLst>
            <pc:docMk/>
            <pc:sldMk cId="3670661456" sldId="1687"/>
            <ac:spMk id="100" creationId="{6AB77D84-01B2-4D0A-3537-8D3A8AD8FA50}"/>
          </ac:spMkLst>
        </pc:spChg>
        <pc:cxnChg chg="del">
          <ac:chgData name="Sanmukh Kuppannagari" userId="ad215094-da36-4b66-9c79-369a17aea26b" providerId="ADAL" clId="{18DA49F4-CD4F-46E0-AB35-D6CB797BE416}" dt="2025-10-23T12:50:29.243" v="3012" actId="478"/>
          <ac:cxnSpMkLst>
            <pc:docMk/>
            <pc:sldMk cId="3670661456" sldId="1687"/>
            <ac:cxnSpMk id="23" creationId="{2EFF0F0C-DAAC-696A-B2F9-BAABE0C267BD}"/>
          </ac:cxnSpMkLst>
        </pc:cxnChg>
        <pc:cxnChg chg="del">
          <ac:chgData name="Sanmukh Kuppannagari" userId="ad215094-da36-4b66-9c79-369a17aea26b" providerId="ADAL" clId="{18DA49F4-CD4F-46E0-AB35-D6CB797BE416}" dt="2025-10-23T12:50:30.533" v="3013" actId="478"/>
          <ac:cxnSpMkLst>
            <pc:docMk/>
            <pc:sldMk cId="3670661456" sldId="1687"/>
            <ac:cxnSpMk id="24" creationId="{3C7B2724-E34E-A675-C115-0B6D89E0E700}"/>
          </ac:cxnSpMkLst>
        </pc:cxnChg>
        <pc:cxnChg chg="del">
          <ac:chgData name="Sanmukh Kuppannagari" userId="ad215094-da36-4b66-9c79-369a17aea26b" providerId="ADAL" clId="{18DA49F4-CD4F-46E0-AB35-D6CB797BE416}" dt="2025-10-23T12:50:31.470" v="3014" actId="478"/>
          <ac:cxnSpMkLst>
            <pc:docMk/>
            <pc:sldMk cId="3670661456" sldId="1687"/>
            <ac:cxnSpMk id="25" creationId="{081587CC-B643-9FBC-49DB-C43784B6E084}"/>
          </ac:cxnSpMkLst>
        </pc:cxnChg>
        <pc:cxnChg chg="add mod">
          <ac:chgData name="Sanmukh Kuppannagari" userId="ad215094-da36-4b66-9c79-369a17aea26b" providerId="ADAL" clId="{18DA49F4-CD4F-46E0-AB35-D6CB797BE416}" dt="2025-10-23T12:38:34.943" v="2905"/>
          <ac:cxnSpMkLst>
            <pc:docMk/>
            <pc:sldMk cId="3670661456" sldId="1687"/>
            <ac:cxnSpMk id="75" creationId="{9021045A-161D-4350-9D23-94972A61D1AC}"/>
          </ac:cxnSpMkLst>
        </pc:cxnChg>
        <pc:cxnChg chg="add del mod">
          <ac:chgData name="Sanmukh Kuppannagari" userId="ad215094-da36-4b66-9c79-369a17aea26b" providerId="ADAL" clId="{18DA49F4-CD4F-46E0-AB35-D6CB797BE416}" dt="2025-10-23T12:43:04.217" v="2922" actId="478"/>
          <ac:cxnSpMkLst>
            <pc:docMk/>
            <pc:sldMk cId="3670661456" sldId="1687"/>
            <ac:cxnSpMk id="83" creationId="{B3434C89-726E-9FF7-272A-9B7DA6374CE5}"/>
          </ac:cxnSpMkLst>
        </pc:cxnChg>
        <pc:cxnChg chg="add mod">
          <ac:chgData name="Sanmukh Kuppannagari" userId="ad215094-da36-4b66-9c79-369a17aea26b" providerId="ADAL" clId="{18DA49F4-CD4F-46E0-AB35-D6CB797BE416}" dt="2025-10-23T12:50:38.088" v="3018" actId="1076"/>
          <ac:cxnSpMkLst>
            <pc:docMk/>
            <pc:sldMk cId="3670661456" sldId="1687"/>
            <ac:cxnSpMk id="88" creationId="{1F4FF201-BF8F-2EB0-22F6-94AAB30D2122}"/>
          </ac:cxnSpMkLst>
        </pc:cxnChg>
        <pc:cxnChg chg="add mod">
          <ac:chgData name="Sanmukh Kuppannagari" userId="ad215094-da36-4b66-9c79-369a17aea26b" providerId="ADAL" clId="{18DA49F4-CD4F-46E0-AB35-D6CB797BE416}" dt="2025-10-23T12:50:38.088" v="3018" actId="1076"/>
          <ac:cxnSpMkLst>
            <pc:docMk/>
            <pc:sldMk cId="3670661456" sldId="1687"/>
            <ac:cxnSpMk id="89" creationId="{5957952A-FABA-7CAB-E62F-3B08465AC3D0}"/>
          </ac:cxnSpMkLst>
        </pc:cxnChg>
      </pc:sldChg>
      <pc:sldChg chg="addSp delSp modSp add mod">
        <pc:chgData name="Sanmukh Kuppannagari" userId="ad215094-da36-4b66-9c79-369a17aea26b" providerId="ADAL" clId="{18DA49F4-CD4F-46E0-AB35-D6CB797BE416}" dt="2025-10-23T13:16:08.339" v="3408" actId="478"/>
        <pc:sldMkLst>
          <pc:docMk/>
          <pc:sldMk cId="977302209" sldId="1688"/>
        </pc:sldMkLst>
        <pc:spChg chg="del">
          <ac:chgData name="Sanmukh Kuppannagari" userId="ad215094-da36-4b66-9c79-369a17aea26b" providerId="ADAL" clId="{18DA49F4-CD4F-46E0-AB35-D6CB797BE416}" dt="2025-10-23T13:07:26.595" v="3312" actId="478"/>
          <ac:spMkLst>
            <pc:docMk/>
            <pc:sldMk cId="977302209" sldId="1688"/>
            <ac:spMk id="9" creationId="{3C388FE3-AD58-DCDE-0EF3-3471FACABB76}"/>
          </ac:spMkLst>
        </pc:spChg>
        <pc:spChg chg="del">
          <ac:chgData name="Sanmukh Kuppannagari" userId="ad215094-da36-4b66-9c79-369a17aea26b" providerId="ADAL" clId="{18DA49F4-CD4F-46E0-AB35-D6CB797BE416}" dt="2025-10-23T13:07:28.390" v="3313" actId="478"/>
          <ac:spMkLst>
            <pc:docMk/>
            <pc:sldMk cId="977302209" sldId="1688"/>
            <ac:spMk id="10" creationId="{3C6E25CA-C94C-D7FE-E331-52DFD894461D}"/>
          </ac:spMkLst>
        </pc:spChg>
        <pc:spChg chg="del">
          <ac:chgData name="Sanmukh Kuppannagari" userId="ad215094-da36-4b66-9c79-369a17aea26b" providerId="ADAL" clId="{18DA49F4-CD4F-46E0-AB35-D6CB797BE416}" dt="2025-10-23T13:07:30.014" v="3314" actId="478"/>
          <ac:spMkLst>
            <pc:docMk/>
            <pc:sldMk cId="977302209" sldId="1688"/>
            <ac:spMk id="13" creationId="{E0C74D46-2A5A-DB81-7DEB-20F4A7152101}"/>
          </ac:spMkLst>
        </pc:spChg>
        <pc:spChg chg="del">
          <ac:chgData name="Sanmukh Kuppannagari" userId="ad215094-da36-4b66-9c79-369a17aea26b" providerId="ADAL" clId="{18DA49F4-CD4F-46E0-AB35-D6CB797BE416}" dt="2025-10-23T13:07:31.556" v="3315" actId="478"/>
          <ac:spMkLst>
            <pc:docMk/>
            <pc:sldMk cId="977302209" sldId="1688"/>
            <ac:spMk id="14" creationId="{9D502E64-FF0F-0700-F1D0-5FD52D5C6939}"/>
          </ac:spMkLst>
        </pc:spChg>
        <pc:spChg chg="del">
          <ac:chgData name="Sanmukh Kuppannagari" userId="ad215094-da36-4b66-9c79-369a17aea26b" providerId="ADAL" clId="{18DA49F4-CD4F-46E0-AB35-D6CB797BE416}" dt="2025-10-23T13:07:36.338" v="3316" actId="478"/>
          <ac:spMkLst>
            <pc:docMk/>
            <pc:sldMk cId="977302209" sldId="1688"/>
            <ac:spMk id="17" creationId="{A5A99E8B-166D-FD03-4F4F-F1562035796B}"/>
          </ac:spMkLst>
        </pc:spChg>
        <pc:spChg chg="del">
          <ac:chgData name="Sanmukh Kuppannagari" userId="ad215094-da36-4b66-9c79-369a17aea26b" providerId="ADAL" clId="{18DA49F4-CD4F-46E0-AB35-D6CB797BE416}" dt="2025-10-23T13:07:38.039" v="3317" actId="478"/>
          <ac:spMkLst>
            <pc:docMk/>
            <pc:sldMk cId="977302209" sldId="1688"/>
            <ac:spMk id="18" creationId="{9240C867-C1F0-B1C2-6A8B-5708ACBCBF34}"/>
          </ac:spMkLst>
        </pc:spChg>
        <pc:spChg chg="del">
          <ac:chgData name="Sanmukh Kuppannagari" userId="ad215094-da36-4b66-9c79-369a17aea26b" providerId="ADAL" clId="{18DA49F4-CD4F-46E0-AB35-D6CB797BE416}" dt="2025-10-23T12:50:45.960" v="3022" actId="478"/>
          <ac:spMkLst>
            <pc:docMk/>
            <pc:sldMk cId="977302209" sldId="1688"/>
            <ac:spMk id="27" creationId="{2CF6775E-1F97-ED5E-B510-156ED7CB628C}"/>
          </ac:spMkLst>
        </pc:spChg>
        <pc:spChg chg="del">
          <ac:chgData name="Sanmukh Kuppannagari" userId="ad215094-da36-4b66-9c79-369a17aea26b" providerId="ADAL" clId="{18DA49F4-CD4F-46E0-AB35-D6CB797BE416}" dt="2025-10-23T12:50:46.907" v="3023" actId="478"/>
          <ac:spMkLst>
            <pc:docMk/>
            <pc:sldMk cId="977302209" sldId="1688"/>
            <ac:spMk id="28" creationId="{8F535F7E-567E-266D-A5CC-8FE642BDAED3}"/>
          </ac:spMkLst>
        </pc:spChg>
        <pc:spChg chg="del">
          <ac:chgData name="Sanmukh Kuppannagari" userId="ad215094-da36-4b66-9c79-369a17aea26b" providerId="ADAL" clId="{18DA49F4-CD4F-46E0-AB35-D6CB797BE416}" dt="2025-10-23T13:16:08.339" v="3408" actId="478"/>
          <ac:spMkLst>
            <pc:docMk/>
            <pc:sldMk cId="977302209" sldId="1688"/>
            <ac:spMk id="37" creationId="{51582321-E4E6-A7F8-C5A4-41E56780284E}"/>
          </ac:spMkLst>
        </pc:spChg>
        <pc:spChg chg="mod">
          <ac:chgData name="Sanmukh Kuppannagari" userId="ad215094-da36-4b66-9c79-369a17aea26b" providerId="ADAL" clId="{18DA49F4-CD4F-46E0-AB35-D6CB797BE416}" dt="2025-10-23T12:44:30.333" v="2940" actId="20577"/>
          <ac:spMkLst>
            <pc:docMk/>
            <pc:sldMk cId="977302209" sldId="1688"/>
            <ac:spMk id="49" creationId="{972603E1-D60A-242F-8C35-E19F8F35DAB2}"/>
          </ac:spMkLst>
        </pc:spChg>
        <pc:spChg chg="add mod">
          <ac:chgData name="Sanmukh Kuppannagari" userId="ad215094-da36-4b66-9c79-369a17aea26b" providerId="ADAL" clId="{18DA49F4-CD4F-46E0-AB35-D6CB797BE416}" dt="2025-10-23T12:51:06.925" v="3026" actId="14100"/>
          <ac:spMkLst>
            <pc:docMk/>
            <pc:sldMk cId="977302209" sldId="1688"/>
            <ac:spMk id="65" creationId="{1B4DFCCA-6155-4F15-0D4A-197B2E3A7631}"/>
          </ac:spMkLst>
        </pc:spChg>
        <pc:spChg chg="del">
          <ac:chgData name="Sanmukh Kuppannagari" userId="ad215094-da36-4b66-9c79-369a17aea26b" providerId="ADAL" clId="{18DA49F4-CD4F-46E0-AB35-D6CB797BE416}" dt="2025-10-23T12:48:12.960" v="2975" actId="478"/>
          <ac:spMkLst>
            <pc:docMk/>
            <pc:sldMk cId="977302209" sldId="1688"/>
            <ac:spMk id="70" creationId="{F37B71F5-8583-A828-5644-CB25E92BC535}"/>
          </ac:spMkLst>
        </pc:spChg>
        <pc:spChg chg="del">
          <ac:chgData name="Sanmukh Kuppannagari" userId="ad215094-da36-4b66-9c79-369a17aea26b" providerId="ADAL" clId="{18DA49F4-CD4F-46E0-AB35-D6CB797BE416}" dt="2025-10-23T12:48:14.554" v="2976" actId="478"/>
          <ac:spMkLst>
            <pc:docMk/>
            <pc:sldMk cId="977302209" sldId="1688"/>
            <ac:spMk id="71" creationId="{74A93431-5D6F-2A52-E839-DEB855D5E0E4}"/>
          </ac:spMkLst>
        </pc:spChg>
        <pc:spChg chg="del">
          <ac:chgData name="Sanmukh Kuppannagari" userId="ad215094-da36-4b66-9c79-369a17aea26b" providerId="ADAL" clId="{18DA49F4-CD4F-46E0-AB35-D6CB797BE416}" dt="2025-10-23T12:48:16.752" v="2977" actId="478"/>
          <ac:spMkLst>
            <pc:docMk/>
            <pc:sldMk cId="977302209" sldId="1688"/>
            <ac:spMk id="72" creationId="{96A66416-7D52-4760-B3B7-FBE1DC950D34}"/>
          </ac:spMkLst>
        </pc:spChg>
        <pc:spChg chg="del">
          <ac:chgData name="Sanmukh Kuppannagari" userId="ad215094-da36-4b66-9c79-369a17aea26b" providerId="ADAL" clId="{18DA49F4-CD4F-46E0-AB35-D6CB797BE416}" dt="2025-10-23T12:48:19.880" v="2978" actId="478"/>
          <ac:spMkLst>
            <pc:docMk/>
            <pc:sldMk cId="977302209" sldId="1688"/>
            <ac:spMk id="73" creationId="{B38951FF-772D-C7EB-25C7-C878233985DF}"/>
          </ac:spMkLst>
        </pc:spChg>
        <pc:spChg chg="add mod">
          <ac:chgData name="Sanmukh Kuppannagari" userId="ad215094-da36-4b66-9c79-369a17aea26b" providerId="ADAL" clId="{18DA49F4-CD4F-46E0-AB35-D6CB797BE416}" dt="2025-10-23T12:38:44.747" v="2907"/>
          <ac:spMkLst>
            <pc:docMk/>
            <pc:sldMk cId="977302209" sldId="1688"/>
            <ac:spMk id="75" creationId="{AEC6E29C-00F2-941C-5430-5AC29B1775CB}"/>
          </ac:spMkLst>
        </pc:spChg>
        <pc:spChg chg="add mod">
          <ac:chgData name="Sanmukh Kuppannagari" userId="ad215094-da36-4b66-9c79-369a17aea26b" providerId="ADAL" clId="{18DA49F4-CD4F-46E0-AB35-D6CB797BE416}" dt="2025-10-23T12:51:12.287" v="3028" actId="1076"/>
          <ac:spMkLst>
            <pc:docMk/>
            <pc:sldMk cId="977302209" sldId="1688"/>
            <ac:spMk id="82" creationId="{54207064-FB73-F9E3-1CE7-A200BCDA3B66}"/>
          </ac:spMkLst>
        </pc:spChg>
        <pc:spChg chg="add mod">
          <ac:chgData name="Sanmukh Kuppannagari" userId="ad215094-da36-4b66-9c79-369a17aea26b" providerId="ADAL" clId="{18DA49F4-CD4F-46E0-AB35-D6CB797BE416}" dt="2025-10-23T12:48:35.369" v="2980" actId="207"/>
          <ac:spMkLst>
            <pc:docMk/>
            <pc:sldMk cId="977302209" sldId="1688"/>
            <ac:spMk id="84" creationId="{8FE8D934-8F3D-691D-6B82-3CFF2F8BA9D6}"/>
          </ac:spMkLst>
        </pc:spChg>
        <pc:spChg chg="add mod">
          <ac:chgData name="Sanmukh Kuppannagari" userId="ad215094-da36-4b66-9c79-369a17aea26b" providerId="ADAL" clId="{18DA49F4-CD4F-46E0-AB35-D6CB797BE416}" dt="2025-10-23T12:48:47.651" v="2981" actId="207"/>
          <ac:spMkLst>
            <pc:docMk/>
            <pc:sldMk cId="977302209" sldId="1688"/>
            <ac:spMk id="85" creationId="{121EDC9D-E55B-3723-4BA2-D7C34AD10F27}"/>
          </ac:spMkLst>
        </pc:spChg>
        <pc:spChg chg="add mod">
          <ac:chgData name="Sanmukh Kuppannagari" userId="ad215094-da36-4b66-9c79-369a17aea26b" providerId="ADAL" clId="{18DA49F4-CD4F-46E0-AB35-D6CB797BE416}" dt="2025-10-23T12:48:22.328" v="2979"/>
          <ac:spMkLst>
            <pc:docMk/>
            <pc:sldMk cId="977302209" sldId="1688"/>
            <ac:spMk id="86" creationId="{0A433EF5-7350-76AF-84B1-7887484B63A4}"/>
          </ac:spMkLst>
        </pc:spChg>
        <pc:spChg chg="add mod">
          <ac:chgData name="Sanmukh Kuppannagari" userId="ad215094-da36-4b66-9c79-369a17aea26b" providerId="ADAL" clId="{18DA49F4-CD4F-46E0-AB35-D6CB797BE416}" dt="2025-10-23T12:48:22.328" v="2979"/>
          <ac:spMkLst>
            <pc:docMk/>
            <pc:sldMk cId="977302209" sldId="1688"/>
            <ac:spMk id="87" creationId="{5759CB92-7067-FC0C-447C-65A29CE57BD8}"/>
          </ac:spMkLst>
        </pc:spChg>
        <pc:spChg chg="add mod">
          <ac:chgData name="Sanmukh Kuppannagari" userId="ad215094-da36-4b66-9c79-369a17aea26b" providerId="ADAL" clId="{18DA49F4-CD4F-46E0-AB35-D6CB797BE416}" dt="2025-10-23T12:50:51.356" v="3025" actId="1076"/>
          <ac:spMkLst>
            <pc:docMk/>
            <pc:sldMk cId="977302209" sldId="1688"/>
            <ac:spMk id="90" creationId="{9143F443-4449-D16E-FC72-1CB1EDBB8A1C}"/>
          </ac:spMkLst>
        </pc:spChg>
        <pc:spChg chg="add mod">
          <ac:chgData name="Sanmukh Kuppannagari" userId="ad215094-da36-4b66-9c79-369a17aea26b" providerId="ADAL" clId="{18DA49F4-CD4F-46E0-AB35-D6CB797BE416}" dt="2025-10-23T12:50:51.356" v="3025" actId="1076"/>
          <ac:spMkLst>
            <pc:docMk/>
            <pc:sldMk cId="977302209" sldId="1688"/>
            <ac:spMk id="91" creationId="{F0942B89-56D7-5FB2-7887-40FA83D375C0}"/>
          </ac:spMkLst>
        </pc:spChg>
        <pc:spChg chg="add mod">
          <ac:chgData name="Sanmukh Kuppannagari" userId="ad215094-da36-4b66-9c79-369a17aea26b" providerId="ADAL" clId="{18DA49F4-CD4F-46E0-AB35-D6CB797BE416}" dt="2025-10-23T13:07:42.552" v="3319" actId="1076"/>
          <ac:spMkLst>
            <pc:docMk/>
            <pc:sldMk cId="977302209" sldId="1688"/>
            <ac:spMk id="94" creationId="{249E1AFE-AF18-60D1-2306-4BC6054367A9}"/>
          </ac:spMkLst>
        </pc:spChg>
        <pc:spChg chg="add mod">
          <ac:chgData name="Sanmukh Kuppannagari" userId="ad215094-da36-4b66-9c79-369a17aea26b" providerId="ADAL" clId="{18DA49F4-CD4F-46E0-AB35-D6CB797BE416}" dt="2025-10-23T13:07:42.552" v="3319" actId="1076"/>
          <ac:spMkLst>
            <pc:docMk/>
            <pc:sldMk cId="977302209" sldId="1688"/>
            <ac:spMk id="95" creationId="{E603D30A-961E-7D83-C105-F658A6A0953C}"/>
          </ac:spMkLst>
        </pc:spChg>
        <pc:spChg chg="add mod">
          <ac:chgData name="Sanmukh Kuppannagari" userId="ad215094-da36-4b66-9c79-369a17aea26b" providerId="ADAL" clId="{18DA49F4-CD4F-46E0-AB35-D6CB797BE416}" dt="2025-10-23T13:07:42.552" v="3319" actId="1076"/>
          <ac:spMkLst>
            <pc:docMk/>
            <pc:sldMk cId="977302209" sldId="1688"/>
            <ac:spMk id="96" creationId="{CFE42092-5F88-F23E-73A5-19E487D93E61}"/>
          </ac:spMkLst>
        </pc:spChg>
        <pc:spChg chg="add mod">
          <ac:chgData name="Sanmukh Kuppannagari" userId="ad215094-da36-4b66-9c79-369a17aea26b" providerId="ADAL" clId="{18DA49F4-CD4F-46E0-AB35-D6CB797BE416}" dt="2025-10-23T13:07:42.552" v="3319" actId="1076"/>
          <ac:spMkLst>
            <pc:docMk/>
            <pc:sldMk cId="977302209" sldId="1688"/>
            <ac:spMk id="97" creationId="{8CC1F86B-E7E5-53C5-9453-04E5E491F7E5}"/>
          </ac:spMkLst>
        </pc:spChg>
        <pc:spChg chg="add mod">
          <ac:chgData name="Sanmukh Kuppannagari" userId="ad215094-da36-4b66-9c79-369a17aea26b" providerId="ADAL" clId="{18DA49F4-CD4F-46E0-AB35-D6CB797BE416}" dt="2025-10-23T13:07:42.552" v="3319" actId="1076"/>
          <ac:spMkLst>
            <pc:docMk/>
            <pc:sldMk cId="977302209" sldId="1688"/>
            <ac:spMk id="98" creationId="{F9F158B6-0EA8-A15A-A4A2-F1C0CB216680}"/>
          </ac:spMkLst>
        </pc:spChg>
        <pc:spChg chg="add mod">
          <ac:chgData name="Sanmukh Kuppannagari" userId="ad215094-da36-4b66-9c79-369a17aea26b" providerId="ADAL" clId="{18DA49F4-CD4F-46E0-AB35-D6CB797BE416}" dt="2025-10-23T13:07:42.552" v="3319" actId="1076"/>
          <ac:spMkLst>
            <pc:docMk/>
            <pc:sldMk cId="977302209" sldId="1688"/>
            <ac:spMk id="99" creationId="{2AABD295-D7E7-53E1-0F39-A5DDB5346638}"/>
          </ac:spMkLst>
        </pc:spChg>
        <pc:spChg chg="add mod">
          <ac:chgData name="Sanmukh Kuppannagari" userId="ad215094-da36-4b66-9c79-369a17aea26b" providerId="ADAL" clId="{18DA49F4-CD4F-46E0-AB35-D6CB797BE416}" dt="2025-10-23T13:07:42.552" v="3319" actId="1076"/>
          <ac:spMkLst>
            <pc:docMk/>
            <pc:sldMk cId="977302209" sldId="1688"/>
            <ac:spMk id="100" creationId="{3E893BC6-CBB6-E548-58E3-16F9CD622164}"/>
          </ac:spMkLst>
        </pc:spChg>
        <pc:spChg chg="add mod">
          <ac:chgData name="Sanmukh Kuppannagari" userId="ad215094-da36-4b66-9c79-369a17aea26b" providerId="ADAL" clId="{18DA49F4-CD4F-46E0-AB35-D6CB797BE416}" dt="2025-10-23T13:07:42.552" v="3319" actId="1076"/>
          <ac:spMkLst>
            <pc:docMk/>
            <pc:sldMk cId="977302209" sldId="1688"/>
            <ac:spMk id="101" creationId="{A327C82D-7672-D5DE-76D4-2A59AF47ED43}"/>
          </ac:spMkLst>
        </pc:spChg>
        <pc:spChg chg="add mod">
          <ac:chgData name="Sanmukh Kuppannagari" userId="ad215094-da36-4b66-9c79-369a17aea26b" providerId="ADAL" clId="{18DA49F4-CD4F-46E0-AB35-D6CB797BE416}" dt="2025-10-23T13:07:42.552" v="3319" actId="1076"/>
          <ac:spMkLst>
            <pc:docMk/>
            <pc:sldMk cId="977302209" sldId="1688"/>
            <ac:spMk id="102" creationId="{E4DC2B6A-DB4C-A198-65D9-D41A1D0A3544}"/>
          </ac:spMkLst>
        </pc:spChg>
        <pc:cxnChg chg="add del">
          <ac:chgData name="Sanmukh Kuppannagari" userId="ad215094-da36-4b66-9c79-369a17aea26b" providerId="ADAL" clId="{18DA49F4-CD4F-46E0-AB35-D6CB797BE416}" dt="2025-10-23T12:50:42.847" v="3019" actId="478"/>
          <ac:cxnSpMkLst>
            <pc:docMk/>
            <pc:sldMk cId="977302209" sldId="1688"/>
            <ac:cxnSpMk id="23" creationId="{9B9C4151-6548-2A26-00A3-B14EC5CF4727}"/>
          </ac:cxnSpMkLst>
        </pc:cxnChg>
        <pc:cxnChg chg="del">
          <ac:chgData name="Sanmukh Kuppannagari" userId="ad215094-da36-4b66-9c79-369a17aea26b" providerId="ADAL" clId="{18DA49F4-CD4F-46E0-AB35-D6CB797BE416}" dt="2025-10-23T12:50:43.915" v="3020" actId="478"/>
          <ac:cxnSpMkLst>
            <pc:docMk/>
            <pc:sldMk cId="977302209" sldId="1688"/>
            <ac:cxnSpMk id="24" creationId="{7C85848E-6CF6-B025-58AB-9C91E964A820}"/>
          </ac:cxnSpMkLst>
        </pc:cxnChg>
        <pc:cxnChg chg="del">
          <ac:chgData name="Sanmukh Kuppannagari" userId="ad215094-da36-4b66-9c79-369a17aea26b" providerId="ADAL" clId="{18DA49F4-CD4F-46E0-AB35-D6CB797BE416}" dt="2025-10-23T12:50:44.899" v="3021" actId="478"/>
          <ac:cxnSpMkLst>
            <pc:docMk/>
            <pc:sldMk cId="977302209" sldId="1688"/>
            <ac:cxnSpMk id="25" creationId="{8720B21A-D5AD-229B-C8F4-4BD5F4D9AEF9}"/>
          </ac:cxnSpMkLst>
        </pc:cxnChg>
        <pc:cxnChg chg="add mod">
          <ac:chgData name="Sanmukh Kuppannagari" userId="ad215094-da36-4b66-9c79-369a17aea26b" providerId="ADAL" clId="{18DA49F4-CD4F-46E0-AB35-D6CB797BE416}" dt="2025-10-23T12:38:44.747" v="2907"/>
          <ac:cxnSpMkLst>
            <pc:docMk/>
            <pc:sldMk cId="977302209" sldId="1688"/>
            <ac:cxnSpMk id="79" creationId="{1996C9E2-48E8-34F3-CBDF-81363CAF44CC}"/>
          </ac:cxnSpMkLst>
        </pc:cxnChg>
        <pc:cxnChg chg="add mod">
          <ac:chgData name="Sanmukh Kuppannagari" userId="ad215094-da36-4b66-9c79-369a17aea26b" providerId="ADAL" clId="{18DA49F4-CD4F-46E0-AB35-D6CB797BE416}" dt="2025-10-23T12:51:13.910" v="3029" actId="14100"/>
          <ac:cxnSpMkLst>
            <pc:docMk/>
            <pc:sldMk cId="977302209" sldId="1688"/>
            <ac:cxnSpMk id="83" creationId="{324BFEA5-2A3C-8949-E638-38CE8A0D0104}"/>
          </ac:cxnSpMkLst>
        </pc:cxnChg>
        <pc:cxnChg chg="add mod">
          <ac:chgData name="Sanmukh Kuppannagari" userId="ad215094-da36-4b66-9c79-369a17aea26b" providerId="ADAL" clId="{18DA49F4-CD4F-46E0-AB35-D6CB797BE416}" dt="2025-10-23T12:50:51.356" v="3025" actId="1076"/>
          <ac:cxnSpMkLst>
            <pc:docMk/>
            <pc:sldMk cId="977302209" sldId="1688"/>
            <ac:cxnSpMk id="88" creationId="{7678F527-5E43-EE87-D7DA-DBA3F0FC8910}"/>
          </ac:cxnSpMkLst>
        </pc:cxnChg>
        <pc:cxnChg chg="add mod">
          <ac:chgData name="Sanmukh Kuppannagari" userId="ad215094-da36-4b66-9c79-369a17aea26b" providerId="ADAL" clId="{18DA49F4-CD4F-46E0-AB35-D6CB797BE416}" dt="2025-10-23T12:50:51.356" v="3025" actId="1076"/>
          <ac:cxnSpMkLst>
            <pc:docMk/>
            <pc:sldMk cId="977302209" sldId="1688"/>
            <ac:cxnSpMk id="89" creationId="{ABF8BE68-CC30-BFB6-763B-D25DCD4B8090}"/>
          </ac:cxnSpMkLst>
        </pc:cxnChg>
      </pc:sldChg>
      <pc:sldChg chg="addSp delSp modSp new mod">
        <pc:chgData name="Sanmukh Kuppannagari" userId="ad215094-da36-4b66-9c79-369a17aea26b" providerId="ADAL" clId="{18DA49F4-CD4F-46E0-AB35-D6CB797BE416}" dt="2025-10-23T12:44:12.722" v="2938" actId="1076"/>
        <pc:sldMkLst>
          <pc:docMk/>
          <pc:sldMk cId="1909262847" sldId="1689"/>
        </pc:sldMkLst>
        <pc:spChg chg="mod">
          <ac:chgData name="Sanmukh Kuppannagari" userId="ad215094-da36-4b66-9c79-369a17aea26b" providerId="ADAL" clId="{18DA49F4-CD4F-46E0-AB35-D6CB797BE416}" dt="2025-10-23T12:43:19.179" v="2925"/>
          <ac:spMkLst>
            <pc:docMk/>
            <pc:sldMk cId="1909262847" sldId="1689"/>
            <ac:spMk id="2" creationId="{76CED447-C0EE-6194-C787-27971A1F4E9D}"/>
          </ac:spMkLst>
        </pc:spChg>
        <pc:spChg chg="del">
          <ac:chgData name="Sanmukh Kuppannagari" userId="ad215094-da36-4b66-9c79-369a17aea26b" providerId="ADAL" clId="{18DA49F4-CD4F-46E0-AB35-D6CB797BE416}" dt="2025-10-23T12:43:21.018" v="2926" actId="478"/>
          <ac:spMkLst>
            <pc:docMk/>
            <pc:sldMk cId="1909262847" sldId="1689"/>
            <ac:spMk id="3" creationId="{88F01C0E-8D3D-8501-8FD4-23C67B8480E6}"/>
          </ac:spMkLst>
        </pc:spChg>
        <pc:spChg chg="add mod">
          <ac:chgData name="Sanmukh Kuppannagari" userId="ad215094-da36-4b66-9c79-369a17aea26b" providerId="ADAL" clId="{18DA49F4-CD4F-46E0-AB35-D6CB797BE416}" dt="2025-10-23T12:43:36.326" v="2928" actId="1076"/>
          <ac:spMkLst>
            <pc:docMk/>
            <pc:sldMk cId="1909262847" sldId="1689"/>
            <ac:spMk id="4" creationId="{78EFCA7E-3CB2-1EE1-3463-EC422A5ADC7F}"/>
          </ac:spMkLst>
        </pc:spChg>
        <pc:spChg chg="add mod">
          <ac:chgData name="Sanmukh Kuppannagari" userId="ad215094-da36-4b66-9c79-369a17aea26b" providerId="ADAL" clId="{18DA49F4-CD4F-46E0-AB35-D6CB797BE416}" dt="2025-10-23T12:43:54.363" v="2931" actId="1076"/>
          <ac:spMkLst>
            <pc:docMk/>
            <pc:sldMk cId="1909262847" sldId="1689"/>
            <ac:spMk id="5" creationId="{75D89A9C-2D5A-84E1-A2E7-E70BA461A4C4}"/>
          </ac:spMkLst>
        </pc:spChg>
        <pc:spChg chg="add mod">
          <ac:chgData name="Sanmukh Kuppannagari" userId="ad215094-da36-4b66-9c79-369a17aea26b" providerId="ADAL" clId="{18DA49F4-CD4F-46E0-AB35-D6CB797BE416}" dt="2025-10-23T12:43:36.326" v="2928" actId="1076"/>
          <ac:spMkLst>
            <pc:docMk/>
            <pc:sldMk cId="1909262847" sldId="1689"/>
            <ac:spMk id="8" creationId="{815DDEC0-DFDF-A743-EDDE-BD7B409B6E21}"/>
          </ac:spMkLst>
        </pc:spChg>
        <pc:spChg chg="add mod">
          <ac:chgData name="Sanmukh Kuppannagari" userId="ad215094-da36-4b66-9c79-369a17aea26b" providerId="ADAL" clId="{18DA49F4-CD4F-46E0-AB35-D6CB797BE416}" dt="2025-10-23T12:43:50.284" v="2930" actId="1076"/>
          <ac:spMkLst>
            <pc:docMk/>
            <pc:sldMk cId="1909262847" sldId="1689"/>
            <ac:spMk id="10" creationId="{67173094-6A8A-CE7B-57AE-384C2C96A24C}"/>
          </ac:spMkLst>
        </pc:spChg>
        <pc:spChg chg="add mod">
          <ac:chgData name="Sanmukh Kuppannagari" userId="ad215094-da36-4b66-9c79-369a17aea26b" providerId="ADAL" clId="{18DA49F4-CD4F-46E0-AB35-D6CB797BE416}" dt="2025-10-23T12:43:50.284" v="2930" actId="1076"/>
          <ac:spMkLst>
            <pc:docMk/>
            <pc:sldMk cId="1909262847" sldId="1689"/>
            <ac:spMk id="11" creationId="{48F9FDA1-AD2D-8376-9D74-D368D97B6FEC}"/>
          </ac:spMkLst>
        </pc:spChg>
        <pc:spChg chg="add mod">
          <ac:chgData name="Sanmukh Kuppannagari" userId="ad215094-da36-4b66-9c79-369a17aea26b" providerId="ADAL" clId="{18DA49F4-CD4F-46E0-AB35-D6CB797BE416}" dt="2025-10-23T12:44:03.674" v="2936" actId="20577"/>
          <ac:spMkLst>
            <pc:docMk/>
            <pc:sldMk cId="1909262847" sldId="1689"/>
            <ac:spMk id="13" creationId="{B1549F17-30DA-AC1D-6B03-EB1888EB054E}"/>
          </ac:spMkLst>
        </pc:spChg>
        <pc:spChg chg="add mod">
          <ac:chgData name="Sanmukh Kuppannagari" userId="ad215094-da36-4b66-9c79-369a17aea26b" providerId="ADAL" clId="{18DA49F4-CD4F-46E0-AB35-D6CB797BE416}" dt="2025-10-23T12:44:12.722" v="2938" actId="1076"/>
          <ac:spMkLst>
            <pc:docMk/>
            <pc:sldMk cId="1909262847" sldId="1689"/>
            <ac:spMk id="15" creationId="{B488BA40-8349-6037-E2D1-6B4F02403133}"/>
          </ac:spMkLst>
        </pc:spChg>
        <pc:cxnChg chg="add mod">
          <ac:chgData name="Sanmukh Kuppannagari" userId="ad215094-da36-4b66-9c79-369a17aea26b" providerId="ADAL" clId="{18DA49F4-CD4F-46E0-AB35-D6CB797BE416}" dt="2025-10-23T12:43:36.326" v="2928" actId="1076"/>
          <ac:cxnSpMkLst>
            <pc:docMk/>
            <pc:sldMk cId="1909262847" sldId="1689"/>
            <ac:cxnSpMk id="6" creationId="{D348C7B3-5F40-B0F8-E9BB-17BFC926EA39}"/>
          </ac:cxnSpMkLst>
        </pc:cxnChg>
        <pc:cxnChg chg="add mod">
          <ac:chgData name="Sanmukh Kuppannagari" userId="ad215094-da36-4b66-9c79-369a17aea26b" providerId="ADAL" clId="{18DA49F4-CD4F-46E0-AB35-D6CB797BE416}" dt="2025-10-23T12:43:36.326" v="2928" actId="1076"/>
          <ac:cxnSpMkLst>
            <pc:docMk/>
            <pc:sldMk cId="1909262847" sldId="1689"/>
            <ac:cxnSpMk id="7" creationId="{D152897C-98A1-9FC3-48B1-F39E8B4A20CE}"/>
          </ac:cxnSpMkLst>
        </pc:cxnChg>
        <pc:cxnChg chg="add mod">
          <ac:chgData name="Sanmukh Kuppannagari" userId="ad215094-da36-4b66-9c79-369a17aea26b" providerId="ADAL" clId="{18DA49F4-CD4F-46E0-AB35-D6CB797BE416}" dt="2025-10-23T12:44:01.555" v="2935" actId="14100"/>
          <ac:cxnSpMkLst>
            <pc:docMk/>
            <pc:sldMk cId="1909262847" sldId="1689"/>
            <ac:cxnSpMk id="9" creationId="{3B019CF6-9821-10BB-1445-B125E9DA2396}"/>
          </ac:cxnSpMkLst>
        </pc:cxnChg>
        <pc:cxnChg chg="add mod">
          <ac:chgData name="Sanmukh Kuppannagari" userId="ad215094-da36-4b66-9c79-369a17aea26b" providerId="ADAL" clId="{18DA49F4-CD4F-46E0-AB35-D6CB797BE416}" dt="2025-10-23T12:43:50.284" v="2930" actId="1076"/>
          <ac:cxnSpMkLst>
            <pc:docMk/>
            <pc:sldMk cId="1909262847" sldId="1689"/>
            <ac:cxnSpMk id="12" creationId="{FAC8FF0D-EC0D-649C-DB5A-A60485252010}"/>
          </ac:cxnSpMkLst>
        </pc:cxnChg>
      </pc:sldChg>
      <pc:sldChg chg="addSp delSp modSp add mod">
        <pc:chgData name="Sanmukh Kuppannagari" userId="ad215094-da36-4b66-9c79-369a17aea26b" providerId="ADAL" clId="{18DA49F4-CD4F-46E0-AB35-D6CB797BE416}" dt="2025-10-23T13:16:14.568" v="3409" actId="478"/>
        <pc:sldMkLst>
          <pc:docMk/>
          <pc:sldMk cId="1235697716" sldId="1690"/>
        </pc:sldMkLst>
        <pc:spChg chg="del">
          <ac:chgData name="Sanmukh Kuppannagari" userId="ad215094-da36-4b66-9c79-369a17aea26b" providerId="ADAL" clId="{18DA49F4-CD4F-46E0-AB35-D6CB797BE416}" dt="2025-10-23T13:07:50.906" v="3321" actId="478"/>
          <ac:spMkLst>
            <pc:docMk/>
            <pc:sldMk cId="1235697716" sldId="1690"/>
            <ac:spMk id="9" creationId="{FD7D2CFB-6989-A823-8C2C-7FFD3DEF5CFA}"/>
          </ac:spMkLst>
        </pc:spChg>
        <pc:spChg chg="del">
          <ac:chgData name="Sanmukh Kuppannagari" userId="ad215094-da36-4b66-9c79-369a17aea26b" providerId="ADAL" clId="{18DA49F4-CD4F-46E0-AB35-D6CB797BE416}" dt="2025-10-23T13:07:53.235" v="3322" actId="478"/>
          <ac:spMkLst>
            <pc:docMk/>
            <pc:sldMk cId="1235697716" sldId="1690"/>
            <ac:spMk id="10" creationId="{6EECA9C3-00B4-57CF-0A97-F4F7207A2FB1}"/>
          </ac:spMkLst>
        </pc:spChg>
        <pc:spChg chg="del">
          <ac:chgData name="Sanmukh Kuppannagari" userId="ad215094-da36-4b66-9c79-369a17aea26b" providerId="ADAL" clId="{18DA49F4-CD4F-46E0-AB35-D6CB797BE416}" dt="2025-10-23T13:07:49.194" v="3320" actId="478"/>
          <ac:spMkLst>
            <pc:docMk/>
            <pc:sldMk cId="1235697716" sldId="1690"/>
            <ac:spMk id="13" creationId="{9DC3C91A-953D-49C5-91F3-C235E52D7BC3}"/>
          </ac:spMkLst>
        </pc:spChg>
        <pc:spChg chg="del">
          <ac:chgData name="Sanmukh Kuppannagari" userId="ad215094-da36-4b66-9c79-369a17aea26b" providerId="ADAL" clId="{18DA49F4-CD4F-46E0-AB35-D6CB797BE416}" dt="2025-10-23T13:07:54.951" v="3323" actId="478"/>
          <ac:spMkLst>
            <pc:docMk/>
            <pc:sldMk cId="1235697716" sldId="1690"/>
            <ac:spMk id="14" creationId="{7B62F3FF-E3A7-9FDD-2A3E-C6A46C42D511}"/>
          </ac:spMkLst>
        </pc:spChg>
        <pc:spChg chg="del">
          <ac:chgData name="Sanmukh Kuppannagari" userId="ad215094-da36-4b66-9c79-369a17aea26b" providerId="ADAL" clId="{18DA49F4-CD4F-46E0-AB35-D6CB797BE416}" dt="2025-10-23T13:07:56.520" v="3324" actId="478"/>
          <ac:spMkLst>
            <pc:docMk/>
            <pc:sldMk cId="1235697716" sldId="1690"/>
            <ac:spMk id="17" creationId="{01B3DCCA-1BF0-38F0-6F10-3EFC9D109C4C}"/>
          </ac:spMkLst>
        </pc:spChg>
        <pc:spChg chg="del">
          <ac:chgData name="Sanmukh Kuppannagari" userId="ad215094-da36-4b66-9c79-369a17aea26b" providerId="ADAL" clId="{18DA49F4-CD4F-46E0-AB35-D6CB797BE416}" dt="2025-10-23T13:07:59.153" v="3325" actId="478"/>
          <ac:spMkLst>
            <pc:docMk/>
            <pc:sldMk cId="1235697716" sldId="1690"/>
            <ac:spMk id="18" creationId="{D766FD0C-1A84-96B1-B101-A674A2808978}"/>
          </ac:spMkLst>
        </pc:spChg>
        <pc:spChg chg="mod">
          <ac:chgData name="Sanmukh Kuppannagari" userId="ad215094-da36-4b66-9c79-369a17aea26b" providerId="ADAL" clId="{18DA49F4-CD4F-46E0-AB35-D6CB797BE416}" dt="2025-10-23T13:08:08.083" v="3328" actId="20577"/>
          <ac:spMkLst>
            <pc:docMk/>
            <pc:sldMk cId="1235697716" sldId="1690"/>
            <ac:spMk id="21" creationId="{33635F47-0BA3-3C5E-937A-E2367F852C0B}"/>
          </ac:spMkLst>
        </pc:spChg>
        <pc:spChg chg="add mod">
          <ac:chgData name="Sanmukh Kuppannagari" userId="ad215094-da36-4b66-9c79-369a17aea26b" providerId="ADAL" clId="{18DA49F4-CD4F-46E0-AB35-D6CB797BE416}" dt="2025-10-23T13:08:05.735" v="3327" actId="1076"/>
          <ac:spMkLst>
            <pc:docMk/>
            <pc:sldMk cId="1235697716" sldId="1690"/>
            <ac:spMk id="23" creationId="{79B52FF0-1EC0-D53D-0082-8E3E7DA85C0E}"/>
          </ac:spMkLst>
        </pc:spChg>
        <pc:spChg chg="add mod">
          <ac:chgData name="Sanmukh Kuppannagari" userId="ad215094-da36-4b66-9c79-369a17aea26b" providerId="ADAL" clId="{18DA49F4-CD4F-46E0-AB35-D6CB797BE416}" dt="2025-10-23T13:08:05.735" v="3327" actId="1076"/>
          <ac:spMkLst>
            <pc:docMk/>
            <pc:sldMk cId="1235697716" sldId="1690"/>
            <ac:spMk id="24" creationId="{04EFCFE8-C9BE-1100-5F2F-A448FA83E401}"/>
          </ac:spMkLst>
        </pc:spChg>
        <pc:spChg chg="add mod">
          <ac:chgData name="Sanmukh Kuppannagari" userId="ad215094-da36-4b66-9c79-369a17aea26b" providerId="ADAL" clId="{18DA49F4-CD4F-46E0-AB35-D6CB797BE416}" dt="2025-10-23T13:08:05.735" v="3327" actId="1076"/>
          <ac:spMkLst>
            <pc:docMk/>
            <pc:sldMk cId="1235697716" sldId="1690"/>
            <ac:spMk id="25" creationId="{44886A8A-BA9E-9D15-6C93-3DC4D23C1C82}"/>
          </ac:spMkLst>
        </pc:spChg>
        <pc:spChg chg="add mod">
          <ac:chgData name="Sanmukh Kuppannagari" userId="ad215094-da36-4b66-9c79-369a17aea26b" providerId="ADAL" clId="{18DA49F4-CD4F-46E0-AB35-D6CB797BE416}" dt="2025-10-23T13:08:05.735" v="3327" actId="1076"/>
          <ac:spMkLst>
            <pc:docMk/>
            <pc:sldMk cId="1235697716" sldId="1690"/>
            <ac:spMk id="27" creationId="{A4D6AA2D-1D05-6C6D-38CE-8A668FD7E9B9}"/>
          </ac:spMkLst>
        </pc:spChg>
        <pc:spChg chg="add mod">
          <ac:chgData name="Sanmukh Kuppannagari" userId="ad215094-da36-4b66-9c79-369a17aea26b" providerId="ADAL" clId="{18DA49F4-CD4F-46E0-AB35-D6CB797BE416}" dt="2025-10-23T13:08:05.735" v="3327" actId="1076"/>
          <ac:spMkLst>
            <pc:docMk/>
            <pc:sldMk cId="1235697716" sldId="1690"/>
            <ac:spMk id="28" creationId="{AD06E77A-9C64-22EB-813E-B81FB89C2BC6}"/>
          </ac:spMkLst>
        </pc:spChg>
        <pc:spChg chg="del">
          <ac:chgData name="Sanmukh Kuppannagari" userId="ad215094-da36-4b66-9c79-369a17aea26b" providerId="ADAL" clId="{18DA49F4-CD4F-46E0-AB35-D6CB797BE416}" dt="2025-10-23T13:16:14.568" v="3409" actId="478"/>
          <ac:spMkLst>
            <pc:docMk/>
            <pc:sldMk cId="1235697716" sldId="1690"/>
            <ac:spMk id="37" creationId="{4D25C1AC-6A2D-FF50-26FB-66379055D6E4}"/>
          </ac:spMkLst>
        </pc:spChg>
        <pc:spChg chg="add mod">
          <ac:chgData name="Sanmukh Kuppannagari" userId="ad215094-da36-4b66-9c79-369a17aea26b" providerId="ADAL" clId="{18DA49F4-CD4F-46E0-AB35-D6CB797BE416}" dt="2025-10-23T13:08:05.735" v="3327" actId="1076"/>
          <ac:spMkLst>
            <pc:docMk/>
            <pc:sldMk cId="1235697716" sldId="1690"/>
            <ac:spMk id="70" creationId="{666EE930-21F8-6C64-83B6-E97D4E2EC97F}"/>
          </ac:spMkLst>
        </pc:spChg>
        <pc:spChg chg="add mod">
          <ac:chgData name="Sanmukh Kuppannagari" userId="ad215094-da36-4b66-9c79-369a17aea26b" providerId="ADAL" clId="{18DA49F4-CD4F-46E0-AB35-D6CB797BE416}" dt="2025-10-23T13:08:05.735" v="3327" actId="1076"/>
          <ac:spMkLst>
            <pc:docMk/>
            <pc:sldMk cId="1235697716" sldId="1690"/>
            <ac:spMk id="71" creationId="{12FA2C3A-50CF-E7C0-1A7C-63F46E8CB156}"/>
          </ac:spMkLst>
        </pc:spChg>
        <pc:spChg chg="add mod">
          <ac:chgData name="Sanmukh Kuppannagari" userId="ad215094-da36-4b66-9c79-369a17aea26b" providerId="ADAL" clId="{18DA49F4-CD4F-46E0-AB35-D6CB797BE416}" dt="2025-10-23T13:08:05.735" v="3327" actId="1076"/>
          <ac:spMkLst>
            <pc:docMk/>
            <pc:sldMk cId="1235697716" sldId="1690"/>
            <ac:spMk id="72" creationId="{3D975FDE-6463-FEED-2C37-2A045BBCFBC4}"/>
          </ac:spMkLst>
        </pc:spChg>
        <pc:spChg chg="add mod">
          <ac:chgData name="Sanmukh Kuppannagari" userId="ad215094-da36-4b66-9c79-369a17aea26b" providerId="ADAL" clId="{18DA49F4-CD4F-46E0-AB35-D6CB797BE416}" dt="2025-10-23T13:08:05.735" v="3327" actId="1076"/>
          <ac:spMkLst>
            <pc:docMk/>
            <pc:sldMk cId="1235697716" sldId="1690"/>
            <ac:spMk id="73" creationId="{F64BF766-29A5-5312-AFF7-41BA346D95A7}"/>
          </ac:spMkLst>
        </pc:spChg>
      </pc:sldChg>
      <pc:sldChg chg="addSp delSp modSp add mod">
        <pc:chgData name="Sanmukh Kuppannagari" userId="ad215094-da36-4b66-9c79-369a17aea26b" providerId="ADAL" clId="{18DA49F4-CD4F-46E0-AB35-D6CB797BE416}" dt="2025-10-23T13:17:26.949" v="3435" actId="478"/>
        <pc:sldMkLst>
          <pc:docMk/>
          <pc:sldMk cId="1891503891" sldId="1691"/>
        </pc:sldMkLst>
        <pc:spChg chg="del">
          <ac:chgData name="Sanmukh Kuppannagari" userId="ad215094-da36-4b66-9c79-369a17aea26b" providerId="ADAL" clId="{18DA49F4-CD4F-46E0-AB35-D6CB797BE416}" dt="2025-10-23T13:08:14.024" v="3329" actId="478"/>
          <ac:spMkLst>
            <pc:docMk/>
            <pc:sldMk cId="1891503891" sldId="1691"/>
            <ac:spMk id="9" creationId="{B6F006A0-CBE6-FEE1-E1A4-F793FFB39837}"/>
          </ac:spMkLst>
        </pc:spChg>
        <pc:spChg chg="del">
          <ac:chgData name="Sanmukh Kuppannagari" userId="ad215094-da36-4b66-9c79-369a17aea26b" providerId="ADAL" clId="{18DA49F4-CD4F-46E0-AB35-D6CB797BE416}" dt="2025-10-23T13:08:15.072" v="3330" actId="478"/>
          <ac:spMkLst>
            <pc:docMk/>
            <pc:sldMk cId="1891503891" sldId="1691"/>
            <ac:spMk id="10" creationId="{627B9C1E-EAC8-8ED5-78B7-EAD65423EE96}"/>
          </ac:spMkLst>
        </pc:spChg>
        <pc:spChg chg="del">
          <ac:chgData name="Sanmukh Kuppannagari" userId="ad215094-da36-4b66-9c79-369a17aea26b" providerId="ADAL" clId="{18DA49F4-CD4F-46E0-AB35-D6CB797BE416}" dt="2025-10-23T13:08:16.664" v="3331" actId="478"/>
          <ac:spMkLst>
            <pc:docMk/>
            <pc:sldMk cId="1891503891" sldId="1691"/>
            <ac:spMk id="13" creationId="{70B2BE61-5F48-91EB-2E67-BD17A2E38273}"/>
          </ac:spMkLst>
        </pc:spChg>
        <pc:spChg chg="del">
          <ac:chgData name="Sanmukh Kuppannagari" userId="ad215094-da36-4b66-9c79-369a17aea26b" providerId="ADAL" clId="{18DA49F4-CD4F-46E0-AB35-D6CB797BE416}" dt="2025-10-23T13:08:18.239" v="3332" actId="478"/>
          <ac:spMkLst>
            <pc:docMk/>
            <pc:sldMk cId="1891503891" sldId="1691"/>
            <ac:spMk id="14" creationId="{642B0D9D-F30A-35B6-2772-7984659BA3EA}"/>
          </ac:spMkLst>
        </pc:spChg>
        <pc:spChg chg="del">
          <ac:chgData name="Sanmukh Kuppannagari" userId="ad215094-da36-4b66-9c79-369a17aea26b" providerId="ADAL" clId="{18DA49F4-CD4F-46E0-AB35-D6CB797BE416}" dt="2025-10-23T13:08:20.091" v="3333" actId="478"/>
          <ac:spMkLst>
            <pc:docMk/>
            <pc:sldMk cId="1891503891" sldId="1691"/>
            <ac:spMk id="17" creationId="{DA26E218-4ED9-1AB2-6093-506536EA5782}"/>
          </ac:spMkLst>
        </pc:spChg>
        <pc:spChg chg="del">
          <ac:chgData name="Sanmukh Kuppannagari" userId="ad215094-da36-4b66-9c79-369a17aea26b" providerId="ADAL" clId="{18DA49F4-CD4F-46E0-AB35-D6CB797BE416}" dt="2025-10-23T13:08:23.782" v="3334" actId="478"/>
          <ac:spMkLst>
            <pc:docMk/>
            <pc:sldMk cId="1891503891" sldId="1691"/>
            <ac:spMk id="18" creationId="{E75FFEB8-A693-1E78-71B7-58EFB877BF33}"/>
          </ac:spMkLst>
        </pc:spChg>
        <pc:spChg chg="mod">
          <ac:chgData name="Sanmukh Kuppannagari" userId="ad215094-da36-4b66-9c79-369a17aea26b" providerId="ADAL" clId="{18DA49F4-CD4F-46E0-AB35-D6CB797BE416}" dt="2025-10-23T13:17:01.890" v="3433" actId="20577"/>
          <ac:spMkLst>
            <pc:docMk/>
            <pc:sldMk cId="1891503891" sldId="1691"/>
            <ac:spMk id="21" creationId="{E333C12D-800C-A0E5-BFC3-54A1A0413F42}"/>
          </ac:spMkLst>
        </pc:spChg>
        <pc:spChg chg="add mod">
          <ac:chgData name="Sanmukh Kuppannagari" userId="ad215094-da36-4b66-9c79-369a17aea26b" providerId="ADAL" clId="{18DA49F4-CD4F-46E0-AB35-D6CB797BE416}" dt="2025-10-23T13:08:29.134" v="3336" actId="1076"/>
          <ac:spMkLst>
            <pc:docMk/>
            <pc:sldMk cId="1891503891" sldId="1691"/>
            <ac:spMk id="23" creationId="{5567F344-162C-19CB-ED25-4CAC05DFBC08}"/>
          </ac:spMkLst>
        </pc:spChg>
        <pc:spChg chg="add mod">
          <ac:chgData name="Sanmukh Kuppannagari" userId="ad215094-da36-4b66-9c79-369a17aea26b" providerId="ADAL" clId="{18DA49F4-CD4F-46E0-AB35-D6CB797BE416}" dt="2025-10-23T13:08:29.134" v="3336" actId="1076"/>
          <ac:spMkLst>
            <pc:docMk/>
            <pc:sldMk cId="1891503891" sldId="1691"/>
            <ac:spMk id="24" creationId="{290057B6-F21A-2311-A0CD-FBC09390329F}"/>
          </ac:spMkLst>
        </pc:spChg>
        <pc:spChg chg="add mod">
          <ac:chgData name="Sanmukh Kuppannagari" userId="ad215094-da36-4b66-9c79-369a17aea26b" providerId="ADAL" clId="{18DA49F4-CD4F-46E0-AB35-D6CB797BE416}" dt="2025-10-23T13:08:29.134" v="3336" actId="1076"/>
          <ac:spMkLst>
            <pc:docMk/>
            <pc:sldMk cId="1891503891" sldId="1691"/>
            <ac:spMk id="25" creationId="{389CF749-0B94-452E-B0DE-5E713BFF35D6}"/>
          </ac:spMkLst>
        </pc:spChg>
        <pc:spChg chg="add mod">
          <ac:chgData name="Sanmukh Kuppannagari" userId="ad215094-da36-4b66-9c79-369a17aea26b" providerId="ADAL" clId="{18DA49F4-CD4F-46E0-AB35-D6CB797BE416}" dt="2025-10-23T13:08:29.134" v="3336" actId="1076"/>
          <ac:spMkLst>
            <pc:docMk/>
            <pc:sldMk cId="1891503891" sldId="1691"/>
            <ac:spMk id="27" creationId="{76082EF8-0DC5-5DF3-3C12-BF3C36A3F431}"/>
          </ac:spMkLst>
        </pc:spChg>
        <pc:spChg chg="add mod">
          <ac:chgData name="Sanmukh Kuppannagari" userId="ad215094-da36-4b66-9c79-369a17aea26b" providerId="ADAL" clId="{18DA49F4-CD4F-46E0-AB35-D6CB797BE416}" dt="2025-10-23T13:08:29.134" v="3336" actId="1076"/>
          <ac:spMkLst>
            <pc:docMk/>
            <pc:sldMk cId="1891503891" sldId="1691"/>
            <ac:spMk id="28" creationId="{1C1AA464-BEA8-9403-9BC3-5913785FEA7A}"/>
          </ac:spMkLst>
        </pc:spChg>
        <pc:spChg chg="del">
          <ac:chgData name="Sanmukh Kuppannagari" userId="ad215094-da36-4b66-9c79-369a17aea26b" providerId="ADAL" clId="{18DA49F4-CD4F-46E0-AB35-D6CB797BE416}" dt="2025-10-23T13:17:26.949" v="3435" actId="478"/>
          <ac:spMkLst>
            <pc:docMk/>
            <pc:sldMk cId="1891503891" sldId="1691"/>
            <ac:spMk id="37" creationId="{D8539229-673F-7800-2039-CFD0F1DD89EC}"/>
          </ac:spMkLst>
        </pc:spChg>
        <pc:spChg chg="add mod">
          <ac:chgData name="Sanmukh Kuppannagari" userId="ad215094-da36-4b66-9c79-369a17aea26b" providerId="ADAL" clId="{18DA49F4-CD4F-46E0-AB35-D6CB797BE416}" dt="2025-10-23T13:08:29.134" v="3336" actId="1076"/>
          <ac:spMkLst>
            <pc:docMk/>
            <pc:sldMk cId="1891503891" sldId="1691"/>
            <ac:spMk id="70" creationId="{64590170-5D60-19BD-2938-BF78B9CD56AC}"/>
          </ac:spMkLst>
        </pc:spChg>
        <pc:spChg chg="add mod">
          <ac:chgData name="Sanmukh Kuppannagari" userId="ad215094-da36-4b66-9c79-369a17aea26b" providerId="ADAL" clId="{18DA49F4-CD4F-46E0-AB35-D6CB797BE416}" dt="2025-10-23T13:08:29.134" v="3336" actId="1076"/>
          <ac:spMkLst>
            <pc:docMk/>
            <pc:sldMk cId="1891503891" sldId="1691"/>
            <ac:spMk id="71" creationId="{A650B2F3-79EC-CC21-9903-9D900C5E314B}"/>
          </ac:spMkLst>
        </pc:spChg>
        <pc:spChg chg="add mod">
          <ac:chgData name="Sanmukh Kuppannagari" userId="ad215094-da36-4b66-9c79-369a17aea26b" providerId="ADAL" clId="{18DA49F4-CD4F-46E0-AB35-D6CB797BE416}" dt="2025-10-23T13:08:29.134" v="3336" actId="1076"/>
          <ac:spMkLst>
            <pc:docMk/>
            <pc:sldMk cId="1891503891" sldId="1691"/>
            <ac:spMk id="72" creationId="{E91B39F4-A1B8-55F6-24A6-380DB4D836CA}"/>
          </ac:spMkLst>
        </pc:spChg>
        <pc:spChg chg="add mod">
          <ac:chgData name="Sanmukh Kuppannagari" userId="ad215094-da36-4b66-9c79-369a17aea26b" providerId="ADAL" clId="{18DA49F4-CD4F-46E0-AB35-D6CB797BE416}" dt="2025-10-23T13:08:29.134" v="3336" actId="1076"/>
          <ac:spMkLst>
            <pc:docMk/>
            <pc:sldMk cId="1891503891" sldId="1691"/>
            <ac:spMk id="73" creationId="{2E10837B-64FE-C80B-2790-F9A9B8812F8C}"/>
          </ac:spMkLst>
        </pc:spChg>
      </pc:sldChg>
      <pc:sldChg chg="delSp add del mod">
        <pc:chgData name="Sanmukh Kuppannagari" userId="ad215094-da36-4b66-9c79-369a17aea26b" providerId="ADAL" clId="{18DA49F4-CD4F-46E0-AB35-D6CB797BE416}" dt="2025-10-23T13:17:19.402" v="3434" actId="47"/>
        <pc:sldMkLst>
          <pc:docMk/>
          <pc:sldMk cId="2203030928" sldId="1692"/>
        </pc:sldMkLst>
        <pc:spChg chg="del">
          <ac:chgData name="Sanmukh Kuppannagari" userId="ad215094-da36-4b66-9c79-369a17aea26b" providerId="ADAL" clId="{18DA49F4-CD4F-46E0-AB35-D6CB797BE416}" dt="2025-10-23T13:16:20.990" v="3410" actId="478"/>
          <ac:spMkLst>
            <pc:docMk/>
            <pc:sldMk cId="2203030928" sldId="1692"/>
            <ac:spMk id="37" creationId="{B8676BF1-5C00-71D9-EEBC-5C18C848A606}"/>
          </ac:spMkLst>
        </pc:spChg>
      </pc:sldChg>
      <pc:sldChg chg="modSp add del mod">
        <pc:chgData name="Sanmukh Kuppannagari" userId="ad215094-da36-4b66-9c79-369a17aea26b" providerId="ADAL" clId="{18DA49F4-CD4F-46E0-AB35-D6CB797BE416}" dt="2025-10-23T13:02:39.713" v="3230" actId="47"/>
        <pc:sldMkLst>
          <pc:docMk/>
          <pc:sldMk cId="2893846778" sldId="1692"/>
        </pc:sldMkLst>
        <pc:spChg chg="mod">
          <ac:chgData name="Sanmukh Kuppannagari" userId="ad215094-da36-4b66-9c79-369a17aea26b" providerId="ADAL" clId="{18DA49F4-CD4F-46E0-AB35-D6CB797BE416}" dt="2025-10-23T12:59:48.288" v="3204"/>
          <ac:spMkLst>
            <pc:docMk/>
            <pc:sldMk cId="2893846778" sldId="1692"/>
            <ac:spMk id="21" creationId="{E6ED3F0B-E10E-EFC5-8B1E-DA25A2BAE1CB}"/>
          </ac:spMkLst>
        </pc:spChg>
      </pc:sldChg>
      <pc:sldChg chg="modSp add del mod">
        <pc:chgData name="Sanmukh Kuppannagari" userId="ad215094-da36-4b66-9c79-369a17aea26b" providerId="ADAL" clId="{18DA49F4-CD4F-46E0-AB35-D6CB797BE416}" dt="2025-10-23T13:02:39.713" v="3230" actId="47"/>
        <pc:sldMkLst>
          <pc:docMk/>
          <pc:sldMk cId="1252242452" sldId="1693"/>
        </pc:sldMkLst>
        <pc:spChg chg="mod">
          <ac:chgData name="Sanmukh Kuppannagari" userId="ad215094-da36-4b66-9c79-369a17aea26b" providerId="ADAL" clId="{18DA49F4-CD4F-46E0-AB35-D6CB797BE416}" dt="2025-10-23T13:00:02.534" v="3206" actId="14100"/>
          <ac:spMkLst>
            <pc:docMk/>
            <pc:sldMk cId="1252242452" sldId="1693"/>
            <ac:spMk id="3" creationId="{46D6B2B0-7206-DE79-E3F7-7599CA5BABCC}"/>
          </ac:spMkLst>
        </pc:spChg>
        <pc:spChg chg="mod">
          <ac:chgData name="Sanmukh Kuppannagari" userId="ad215094-da36-4b66-9c79-369a17aea26b" providerId="ADAL" clId="{18DA49F4-CD4F-46E0-AB35-D6CB797BE416}" dt="2025-10-23T12:59:35.767" v="3203" actId="20577"/>
          <ac:spMkLst>
            <pc:docMk/>
            <pc:sldMk cId="1252242452" sldId="1693"/>
            <ac:spMk id="21" creationId="{714D0B43-F576-B8ED-4E79-8524C794A151}"/>
          </ac:spMkLst>
        </pc:spChg>
        <pc:spChg chg="mod">
          <ac:chgData name="Sanmukh Kuppannagari" userId="ad215094-da36-4b66-9c79-369a17aea26b" providerId="ADAL" clId="{18DA49F4-CD4F-46E0-AB35-D6CB797BE416}" dt="2025-10-23T13:00:15.256" v="3210" actId="14100"/>
          <ac:spMkLst>
            <pc:docMk/>
            <pc:sldMk cId="1252242452" sldId="1693"/>
            <ac:spMk id="44" creationId="{941FBA3A-3784-01C2-0714-1B96540C942F}"/>
          </ac:spMkLst>
        </pc:spChg>
        <pc:spChg chg="mod">
          <ac:chgData name="Sanmukh Kuppannagari" userId="ad215094-da36-4b66-9c79-369a17aea26b" providerId="ADAL" clId="{18DA49F4-CD4F-46E0-AB35-D6CB797BE416}" dt="2025-10-23T12:59:24.399" v="3190" actId="1076"/>
          <ac:spMkLst>
            <pc:docMk/>
            <pc:sldMk cId="1252242452" sldId="1693"/>
            <ac:spMk id="45" creationId="{C28E9681-144A-47FA-B9AA-7DB8872EA16E}"/>
          </ac:spMkLst>
        </pc:spChg>
        <pc:spChg chg="mod">
          <ac:chgData name="Sanmukh Kuppannagari" userId="ad215094-da36-4b66-9c79-369a17aea26b" providerId="ADAL" clId="{18DA49F4-CD4F-46E0-AB35-D6CB797BE416}" dt="2025-10-23T13:00:24.835" v="3214" actId="1076"/>
          <ac:spMkLst>
            <pc:docMk/>
            <pc:sldMk cId="1252242452" sldId="1693"/>
            <ac:spMk id="48" creationId="{4238F07F-CC5E-E432-C707-91B5A5480F68}"/>
          </ac:spMkLst>
        </pc:spChg>
        <pc:spChg chg="mod">
          <ac:chgData name="Sanmukh Kuppannagari" userId="ad215094-da36-4b66-9c79-369a17aea26b" providerId="ADAL" clId="{18DA49F4-CD4F-46E0-AB35-D6CB797BE416}" dt="2025-10-23T12:59:27.504" v="3196" actId="1076"/>
          <ac:spMkLst>
            <pc:docMk/>
            <pc:sldMk cId="1252242452" sldId="1693"/>
            <ac:spMk id="51" creationId="{8B8C6F14-3DEC-9BFE-B492-E6FBC7C028E2}"/>
          </ac:spMkLst>
        </pc:spChg>
        <pc:spChg chg="mod">
          <ac:chgData name="Sanmukh Kuppannagari" userId="ad215094-da36-4b66-9c79-369a17aea26b" providerId="ADAL" clId="{18DA49F4-CD4F-46E0-AB35-D6CB797BE416}" dt="2025-10-23T13:01:31.997" v="3224" actId="207"/>
          <ac:spMkLst>
            <pc:docMk/>
            <pc:sldMk cId="1252242452" sldId="1693"/>
            <ac:spMk id="84" creationId="{3A2A7F5C-679F-0C90-E3AC-DC23F0190E6B}"/>
          </ac:spMkLst>
        </pc:spChg>
        <pc:spChg chg="mod">
          <ac:chgData name="Sanmukh Kuppannagari" userId="ad215094-da36-4b66-9c79-369a17aea26b" providerId="ADAL" clId="{18DA49F4-CD4F-46E0-AB35-D6CB797BE416}" dt="2025-10-23T13:01:35.307" v="3225" actId="207"/>
          <ac:spMkLst>
            <pc:docMk/>
            <pc:sldMk cId="1252242452" sldId="1693"/>
            <ac:spMk id="85" creationId="{09489227-D0D0-1752-4004-F9722D1E0AE3}"/>
          </ac:spMkLst>
        </pc:spChg>
        <pc:cxnChg chg="mod">
          <ac:chgData name="Sanmukh Kuppannagari" userId="ad215094-da36-4b66-9c79-369a17aea26b" providerId="ADAL" clId="{18DA49F4-CD4F-46E0-AB35-D6CB797BE416}" dt="2025-10-23T13:00:29.992" v="3215" actId="14100"/>
          <ac:cxnSpMkLst>
            <pc:docMk/>
            <pc:sldMk cId="1252242452" sldId="1693"/>
            <ac:cxnSpMk id="42" creationId="{96E5C220-3065-72D4-FBF2-61E377538B99}"/>
          </ac:cxnSpMkLst>
        </pc:cxnChg>
        <pc:cxnChg chg="mod">
          <ac:chgData name="Sanmukh Kuppannagari" userId="ad215094-da36-4b66-9c79-369a17aea26b" providerId="ADAL" clId="{18DA49F4-CD4F-46E0-AB35-D6CB797BE416}" dt="2025-10-23T13:00:20.297" v="3212" actId="14100"/>
          <ac:cxnSpMkLst>
            <pc:docMk/>
            <pc:sldMk cId="1252242452" sldId="1693"/>
            <ac:cxnSpMk id="46" creationId="{66200213-0F0F-7FB8-CDAC-9011A626B06A}"/>
          </ac:cxnSpMkLst>
        </pc:cxnChg>
        <pc:cxnChg chg="mod">
          <ac:chgData name="Sanmukh Kuppannagari" userId="ad215094-da36-4b66-9c79-369a17aea26b" providerId="ADAL" clId="{18DA49F4-CD4F-46E0-AB35-D6CB797BE416}" dt="2025-10-23T12:59:25.498" v="3192" actId="1076"/>
          <ac:cxnSpMkLst>
            <pc:docMk/>
            <pc:sldMk cId="1252242452" sldId="1693"/>
            <ac:cxnSpMk id="47" creationId="{33E0297B-068D-8455-B280-BB883F484D88}"/>
          </ac:cxnSpMkLst>
        </pc:cxnChg>
        <pc:cxnChg chg="mod">
          <ac:chgData name="Sanmukh Kuppannagari" userId="ad215094-da36-4b66-9c79-369a17aea26b" providerId="ADAL" clId="{18DA49F4-CD4F-46E0-AB35-D6CB797BE416}" dt="2025-10-23T12:59:26.526" v="3194" actId="1076"/>
          <ac:cxnSpMkLst>
            <pc:docMk/>
            <pc:sldMk cId="1252242452" sldId="1693"/>
            <ac:cxnSpMk id="52" creationId="{0FCE8817-E98A-A43C-0CEB-AC0A1066C174}"/>
          </ac:cxnSpMkLst>
        </pc:cxnChg>
      </pc:sldChg>
      <pc:sldChg chg="delSp modSp add mod">
        <pc:chgData name="Sanmukh Kuppannagari" userId="ad215094-da36-4b66-9c79-369a17aea26b" providerId="ADAL" clId="{18DA49F4-CD4F-46E0-AB35-D6CB797BE416}" dt="2025-10-23T13:17:41.140" v="3439" actId="20577"/>
        <pc:sldMkLst>
          <pc:docMk/>
          <pc:sldMk cId="1528649637" sldId="1693"/>
        </pc:sldMkLst>
        <pc:spChg chg="mod">
          <ac:chgData name="Sanmukh Kuppannagari" userId="ad215094-da36-4b66-9c79-369a17aea26b" providerId="ADAL" clId="{18DA49F4-CD4F-46E0-AB35-D6CB797BE416}" dt="2025-10-23T13:17:41.140" v="3439" actId="20577"/>
          <ac:spMkLst>
            <pc:docMk/>
            <pc:sldMk cId="1528649637" sldId="1693"/>
            <ac:spMk id="21" creationId="{3055925B-7094-6B36-0E89-0C58997EA6BA}"/>
          </ac:spMkLst>
        </pc:spChg>
        <pc:spChg chg="del">
          <ac:chgData name="Sanmukh Kuppannagari" userId="ad215094-da36-4b66-9c79-369a17aea26b" providerId="ADAL" clId="{18DA49F4-CD4F-46E0-AB35-D6CB797BE416}" dt="2025-10-23T13:16:25.803" v="3411" actId="478"/>
          <ac:spMkLst>
            <pc:docMk/>
            <pc:sldMk cId="1528649637" sldId="1693"/>
            <ac:spMk id="37" creationId="{4E7F19D4-5AC8-175B-B9A1-0DB82676AB88}"/>
          </ac:spMkLst>
        </pc:spChg>
      </pc:sldChg>
      <pc:sldChg chg="modSp add del mod">
        <pc:chgData name="Sanmukh Kuppannagari" userId="ad215094-da36-4b66-9c79-369a17aea26b" providerId="ADAL" clId="{18DA49F4-CD4F-46E0-AB35-D6CB797BE416}" dt="2025-10-23T13:02:39.713" v="3230" actId="47"/>
        <pc:sldMkLst>
          <pc:docMk/>
          <pc:sldMk cId="626874924" sldId="1694"/>
        </pc:sldMkLst>
        <pc:spChg chg="mod">
          <ac:chgData name="Sanmukh Kuppannagari" userId="ad215094-da36-4b66-9c79-369a17aea26b" providerId="ADAL" clId="{18DA49F4-CD4F-46E0-AB35-D6CB797BE416}" dt="2025-10-23T13:00:47.141" v="3217" actId="1076"/>
          <ac:spMkLst>
            <pc:docMk/>
            <pc:sldMk cId="626874924" sldId="1694"/>
            <ac:spMk id="3" creationId="{E67793A9-1DD7-C12D-FFDA-5A4B0D955D68}"/>
          </ac:spMkLst>
        </pc:spChg>
        <pc:spChg chg="mod">
          <ac:chgData name="Sanmukh Kuppannagari" userId="ad215094-da36-4b66-9c79-369a17aea26b" providerId="ADAL" clId="{18DA49F4-CD4F-46E0-AB35-D6CB797BE416}" dt="2025-10-23T13:00:51.132" v="3219" actId="1076"/>
          <ac:spMkLst>
            <pc:docMk/>
            <pc:sldMk cId="626874924" sldId="1694"/>
            <ac:spMk id="4" creationId="{EE589457-09FB-44B2-3EB8-6E97A303E9EC}"/>
          </ac:spMkLst>
        </pc:spChg>
        <pc:spChg chg="mod">
          <ac:chgData name="Sanmukh Kuppannagari" userId="ad215094-da36-4b66-9c79-369a17aea26b" providerId="ADAL" clId="{18DA49F4-CD4F-46E0-AB35-D6CB797BE416}" dt="2025-10-23T13:01:01.543" v="3220" actId="1076"/>
          <ac:spMkLst>
            <pc:docMk/>
            <pc:sldMk cId="626874924" sldId="1694"/>
            <ac:spMk id="44" creationId="{314C33C9-D30B-3E43-1334-389453B689A2}"/>
          </ac:spMkLst>
        </pc:spChg>
        <pc:spChg chg="mod">
          <ac:chgData name="Sanmukh Kuppannagari" userId="ad215094-da36-4b66-9c79-369a17aea26b" providerId="ADAL" clId="{18DA49F4-CD4F-46E0-AB35-D6CB797BE416}" dt="2025-10-23T13:01:08.674" v="3221" actId="1076"/>
          <ac:spMkLst>
            <pc:docMk/>
            <pc:sldMk cId="626874924" sldId="1694"/>
            <ac:spMk id="48" creationId="{BD498036-1082-12E6-E0DB-B4DEA0AB4C95}"/>
          </ac:spMkLst>
        </pc:spChg>
        <pc:spChg chg="mod">
          <ac:chgData name="Sanmukh Kuppannagari" userId="ad215094-da36-4b66-9c79-369a17aea26b" providerId="ADAL" clId="{18DA49F4-CD4F-46E0-AB35-D6CB797BE416}" dt="2025-10-23T13:01:54.083" v="3228" actId="207"/>
          <ac:spMkLst>
            <pc:docMk/>
            <pc:sldMk cId="626874924" sldId="1694"/>
            <ac:spMk id="84" creationId="{F6859353-2926-477E-774D-26ED750FB89F}"/>
          </ac:spMkLst>
        </pc:spChg>
        <pc:spChg chg="mod">
          <ac:chgData name="Sanmukh Kuppannagari" userId="ad215094-da36-4b66-9c79-369a17aea26b" providerId="ADAL" clId="{18DA49F4-CD4F-46E0-AB35-D6CB797BE416}" dt="2025-10-23T13:01:58.518" v="3229" actId="207"/>
          <ac:spMkLst>
            <pc:docMk/>
            <pc:sldMk cId="626874924" sldId="1694"/>
            <ac:spMk id="85" creationId="{39D3359B-2D72-BADE-E5F7-A6196431C1C2}"/>
          </ac:spMkLst>
        </pc:spChg>
        <pc:cxnChg chg="mod">
          <ac:chgData name="Sanmukh Kuppannagari" userId="ad215094-da36-4b66-9c79-369a17aea26b" providerId="ADAL" clId="{18DA49F4-CD4F-46E0-AB35-D6CB797BE416}" dt="2025-10-23T13:01:08.674" v="3221" actId="1076"/>
          <ac:cxnSpMkLst>
            <pc:docMk/>
            <pc:sldMk cId="626874924" sldId="1694"/>
            <ac:cxnSpMk id="42" creationId="{E07E9138-9BD2-85B8-57A7-6DD5D249ED9F}"/>
          </ac:cxnSpMkLst>
        </pc:cxnChg>
        <pc:cxnChg chg="mod">
          <ac:chgData name="Sanmukh Kuppannagari" userId="ad215094-da36-4b66-9c79-369a17aea26b" providerId="ADAL" clId="{18DA49F4-CD4F-46E0-AB35-D6CB797BE416}" dt="2025-10-23T13:01:08.674" v="3221" actId="1076"/>
          <ac:cxnSpMkLst>
            <pc:docMk/>
            <pc:sldMk cId="626874924" sldId="1694"/>
            <ac:cxnSpMk id="46" creationId="{D6CF43E6-83A5-0BA5-ED2F-4073B92F175E}"/>
          </ac:cxnSpMkLst>
        </pc:cxnChg>
      </pc:sldChg>
      <pc:sldChg chg="delSp modSp add mod">
        <pc:chgData name="Sanmukh Kuppannagari" userId="ad215094-da36-4b66-9c79-369a17aea26b" providerId="ADAL" clId="{18DA49F4-CD4F-46E0-AB35-D6CB797BE416}" dt="2025-10-23T13:17:48.976" v="3440"/>
        <pc:sldMkLst>
          <pc:docMk/>
          <pc:sldMk cId="1710881797" sldId="1694"/>
        </pc:sldMkLst>
        <pc:spChg chg="mod">
          <ac:chgData name="Sanmukh Kuppannagari" userId="ad215094-da36-4b66-9c79-369a17aea26b" providerId="ADAL" clId="{18DA49F4-CD4F-46E0-AB35-D6CB797BE416}" dt="2025-10-23T13:12:16.173" v="3368" actId="1076"/>
          <ac:spMkLst>
            <pc:docMk/>
            <pc:sldMk cId="1710881797" sldId="1694"/>
            <ac:spMk id="4" creationId="{01FE9204-8699-EA6D-A913-6F555B7C77A3}"/>
          </ac:spMkLst>
        </pc:spChg>
        <pc:spChg chg="mod">
          <ac:chgData name="Sanmukh Kuppannagari" userId="ad215094-da36-4b66-9c79-369a17aea26b" providerId="ADAL" clId="{18DA49F4-CD4F-46E0-AB35-D6CB797BE416}" dt="2025-10-23T13:17:48.976" v="3440"/>
          <ac:spMkLst>
            <pc:docMk/>
            <pc:sldMk cId="1710881797" sldId="1694"/>
            <ac:spMk id="21" creationId="{961834DB-F9DF-B22F-B7C2-BA36C8CC1823}"/>
          </ac:spMkLst>
        </pc:spChg>
        <pc:spChg chg="del">
          <ac:chgData name="Sanmukh Kuppannagari" userId="ad215094-da36-4b66-9c79-369a17aea26b" providerId="ADAL" clId="{18DA49F4-CD4F-46E0-AB35-D6CB797BE416}" dt="2025-10-23T13:12:41.275" v="3373" actId="478"/>
          <ac:spMkLst>
            <pc:docMk/>
            <pc:sldMk cId="1710881797" sldId="1694"/>
            <ac:spMk id="37" creationId="{4822E34C-7B67-7270-996F-7710879C240F}"/>
          </ac:spMkLst>
        </pc:spChg>
        <pc:spChg chg="mod">
          <ac:chgData name="Sanmukh Kuppannagari" userId="ad215094-da36-4b66-9c79-369a17aea26b" providerId="ADAL" clId="{18DA49F4-CD4F-46E0-AB35-D6CB797BE416}" dt="2025-10-23T13:12:48.470" v="3374" actId="14100"/>
          <ac:spMkLst>
            <pc:docMk/>
            <pc:sldMk cId="1710881797" sldId="1694"/>
            <ac:spMk id="44" creationId="{7AF73441-38A1-FA6C-E5FB-03C418A1E3B1}"/>
          </ac:spMkLst>
        </pc:spChg>
        <pc:spChg chg="mod">
          <ac:chgData name="Sanmukh Kuppannagari" userId="ad215094-da36-4b66-9c79-369a17aea26b" providerId="ADAL" clId="{18DA49F4-CD4F-46E0-AB35-D6CB797BE416}" dt="2025-10-23T13:12:54.592" v="3376" actId="1076"/>
          <ac:spMkLst>
            <pc:docMk/>
            <pc:sldMk cId="1710881797" sldId="1694"/>
            <ac:spMk id="45" creationId="{02F5772B-9DDE-1313-C892-9FA0C2A43905}"/>
          </ac:spMkLst>
        </pc:spChg>
        <pc:spChg chg="mod">
          <ac:chgData name="Sanmukh Kuppannagari" userId="ad215094-da36-4b66-9c79-369a17aea26b" providerId="ADAL" clId="{18DA49F4-CD4F-46E0-AB35-D6CB797BE416}" dt="2025-10-23T13:13:09.296" v="3380" actId="14100"/>
          <ac:spMkLst>
            <pc:docMk/>
            <pc:sldMk cId="1710881797" sldId="1694"/>
            <ac:spMk id="51" creationId="{049351AA-AD97-24BF-A134-420A7750F451}"/>
          </ac:spMkLst>
        </pc:spChg>
        <pc:spChg chg="mod">
          <ac:chgData name="Sanmukh Kuppannagari" userId="ad215094-da36-4b66-9c79-369a17aea26b" providerId="ADAL" clId="{18DA49F4-CD4F-46E0-AB35-D6CB797BE416}" dt="2025-10-23T13:13:49.383" v="3387" actId="14100"/>
          <ac:spMkLst>
            <pc:docMk/>
            <pc:sldMk cId="1710881797" sldId="1694"/>
            <ac:spMk id="63" creationId="{6B7F3D3E-BBA0-67A2-7FAF-25BCA5C3071D}"/>
          </ac:spMkLst>
        </pc:spChg>
        <pc:spChg chg="mod">
          <ac:chgData name="Sanmukh Kuppannagari" userId="ad215094-da36-4b66-9c79-369a17aea26b" providerId="ADAL" clId="{18DA49F4-CD4F-46E0-AB35-D6CB797BE416}" dt="2025-10-23T13:13:53.991" v="3388" actId="1076"/>
          <ac:spMkLst>
            <pc:docMk/>
            <pc:sldMk cId="1710881797" sldId="1694"/>
            <ac:spMk id="75" creationId="{8CDA76BA-DED4-5A1F-964C-DF7B6AE54D2C}"/>
          </ac:spMkLst>
        </pc:spChg>
        <pc:spChg chg="mod">
          <ac:chgData name="Sanmukh Kuppannagari" userId="ad215094-da36-4b66-9c79-369a17aea26b" providerId="ADAL" clId="{18DA49F4-CD4F-46E0-AB35-D6CB797BE416}" dt="2025-10-23T13:14:09.615" v="3391" actId="207"/>
          <ac:spMkLst>
            <pc:docMk/>
            <pc:sldMk cId="1710881797" sldId="1694"/>
            <ac:spMk id="84" creationId="{FE293286-F8E8-E981-CEC6-7AEC29AB50CA}"/>
          </ac:spMkLst>
        </pc:spChg>
        <pc:spChg chg="mod">
          <ac:chgData name="Sanmukh Kuppannagari" userId="ad215094-da36-4b66-9c79-369a17aea26b" providerId="ADAL" clId="{18DA49F4-CD4F-46E0-AB35-D6CB797BE416}" dt="2025-10-23T13:14:13.403" v="3392" actId="207"/>
          <ac:spMkLst>
            <pc:docMk/>
            <pc:sldMk cId="1710881797" sldId="1694"/>
            <ac:spMk id="85" creationId="{B5950F79-E29B-7F91-3600-5E2D2B430EB5}"/>
          </ac:spMkLst>
        </pc:spChg>
        <pc:cxnChg chg="mod">
          <ac:chgData name="Sanmukh Kuppannagari" userId="ad215094-da36-4b66-9c79-369a17aea26b" providerId="ADAL" clId="{18DA49F4-CD4F-46E0-AB35-D6CB797BE416}" dt="2025-10-23T13:12:52.072" v="3375" actId="14100"/>
          <ac:cxnSpMkLst>
            <pc:docMk/>
            <pc:sldMk cId="1710881797" sldId="1694"/>
            <ac:cxnSpMk id="47" creationId="{3A8D2120-6875-4B57-CD1A-14AC1672B3E2}"/>
          </ac:cxnSpMkLst>
        </pc:cxnChg>
        <pc:cxnChg chg="mod">
          <ac:chgData name="Sanmukh Kuppannagari" userId="ad215094-da36-4b66-9c79-369a17aea26b" providerId="ADAL" clId="{18DA49F4-CD4F-46E0-AB35-D6CB797BE416}" dt="2025-10-23T13:12:59.892" v="3378" actId="14100"/>
          <ac:cxnSpMkLst>
            <pc:docMk/>
            <pc:sldMk cId="1710881797" sldId="1694"/>
            <ac:cxnSpMk id="52" creationId="{602BB601-9C32-6313-84CE-F58221C5AEEA}"/>
          </ac:cxnSpMkLst>
        </pc:cxnChg>
        <pc:cxnChg chg="mod">
          <ac:chgData name="Sanmukh Kuppannagari" userId="ad215094-da36-4b66-9c79-369a17aea26b" providerId="ADAL" clId="{18DA49F4-CD4F-46E0-AB35-D6CB797BE416}" dt="2025-10-23T13:13:53.991" v="3388" actId="1076"/>
          <ac:cxnSpMkLst>
            <pc:docMk/>
            <pc:sldMk cId="1710881797" sldId="1694"/>
            <ac:cxnSpMk id="79" creationId="{C744C908-76C1-1CEF-4499-42652DAC4868}"/>
          </ac:cxnSpMkLst>
        </pc:cxnChg>
      </pc:sldChg>
      <pc:sldChg chg="modSp add mod">
        <pc:chgData name="Sanmukh Kuppannagari" userId="ad215094-da36-4b66-9c79-369a17aea26b" providerId="ADAL" clId="{18DA49F4-CD4F-46E0-AB35-D6CB797BE416}" dt="2025-10-23T13:17:54.293" v="3441"/>
        <pc:sldMkLst>
          <pc:docMk/>
          <pc:sldMk cId="747825771" sldId="1695"/>
        </pc:sldMkLst>
        <pc:spChg chg="mod">
          <ac:chgData name="Sanmukh Kuppannagari" userId="ad215094-da36-4b66-9c79-369a17aea26b" providerId="ADAL" clId="{18DA49F4-CD4F-46E0-AB35-D6CB797BE416}" dt="2025-10-23T13:17:54.293" v="3441"/>
          <ac:spMkLst>
            <pc:docMk/>
            <pc:sldMk cId="747825771" sldId="1695"/>
            <ac:spMk id="21" creationId="{09FD1ACE-4CBB-8242-B40E-328BA9450400}"/>
          </ac:spMkLst>
        </pc:spChg>
        <pc:spChg chg="mod">
          <ac:chgData name="Sanmukh Kuppannagari" userId="ad215094-da36-4b66-9c79-369a17aea26b" providerId="ADAL" clId="{18DA49F4-CD4F-46E0-AB35-D6CB797BE416}" dt="2025-10-23T13:13:37.813" v="3385" actId="14100"/>
          <ac:spMkLst>
            <pc:docMk/>
            <pc:sldMk cId="747825771" sldId="1695"/>
            <ac:spMk id="44" creationId="{A2D03DD7-B626-FFBC-0FF0-2EECABF7EA92}"/>
          </ac:spMkLst>
        </pc:spChg>
        <pc:spChg chg="mod">
          <ac:chgData name="Sanmukh Kuppannagari" userId="ad215094-da36-4b66-9c79-369a17aea26b" providerId="ADAL" clId="{18DA49F4-CD4F-46E0-AB35-D6CB797BE416}" dt="2025-10-23T13:13:32.744" v="3384" actId="1076"/>
          <ac:spMkLst>
            <pc:docMk/>
            <pc:sldMk cId="747825771" sldId="1695"/>
            <ac:spMk id="45" creationId="{B6145ED3-83E9-1F94-B761-9F57343F2343}"/>
          </ac:spMkLst>
        </pc:spChg>
        <pc:spChg chg="mod">
          <ac:chgData name="Sanmukh Kuppannagari" userId="ad215094-da36-4b66-9c79-369a17aea26b" providerId="ADAL" clId="{18DA49F4-CD4F-46E0-AB35-D6CB797BE416}" dt="2025-10-23T13:13:25.363" v="3383" actId="1076"/>
          <ac:spMkLst>
            <pc:docMk/>
            <pc:sldMk cId="747825771" sldId="1695"/>
            <ac:spMk id="51" creationId="{296CC069-1C5B-FCAE-4C69-D31F2AC9B943}"/>
          </ac:spMkLst>
        </pc:spChg>
        <pc:spChg chg="mod">
          <ac:chgData name="Sanmukh Kuppannagari" userId="ad215094-da36-4b66-9c79-369a17aea26b" providerId="ADAL" clId="{18DA49F4-CD4F-46E0-AB35-D6CB797BE416}" dt="2025-10-23T13:14:26.799" v="3394" actId="14100"/>
          <ac:spMkLst>
            <pc:docMk/>
            <pc:sldMk cId="747825771" sldId="1695"/>
            <ac:spMk id="63" creationId="{FAB754C6-4498-DC57-B8AD-7D27DD4E3279}"/>
          </ac:spMkLst>
        </pc:spChg>
        <pc:spChg chg="mod">
          <ac:chgData name="Sanmukh Kuppannagari" userId="ad215094-da36-4b66-9c79-369a17aea26b" providerId="ADAL" clId="{18DA49F4-CD4F-46E0-AB35-D6CB797BE416}" dt="2025-10-23T13:14:33.532" v="3397" actId="1076"/>
          <ac:spMkLst>
            <pc:docMk/>
            <pc:sldMk cId="747825771" sldId="1695"/>
            <ac:spMk id="75" creationId="{66D0B414-1014-F567-3AC3-201F7069803B}"/>
          </ac:spMkLst>
        </pc:spChg>
        <pc:spChg chg="mod">
          <ac:chgData name="Sanmukh Kuppannagari" userId="ad215094-da36-4b66-9c79-369a17aea26b" providerId="ADAL" clId="{18DA49F4-CD4F-46E0-AB35-D6CB797BE416}" dt="2025-10-23T13:14:53.495" v="3400" actId="207"/>
          <ac:spMkLst>
            <pc:docMk/>
            <pc:sldMk cId="747825771" sldId="1695"/>
            <ac:spMk id="84" creationId="{2E477C46-9006-3BB7-DEE2-43B81AC29B49}"/>
          </ac:spMkLst>
        </pc:spChg>
        <pc:spChg chg="mod">
          <ac:chgData name="Sanmukh Kuppannagari" userId="ad215094-da36-4b66-9c79-369a17aea26b" providerId="ADAL" clId="{18DA49F4-CD4F-46E0-AB35-D6CB797BE416}" dt="2025-10-23T13:14:58.471" v="3401" actId="207"/>
          <ac:spMkLst>
            <pc:docMk/>
            <pc:sldMk cId="747825771" sldId="1695"/>
            <ac:spMk id="85" creationId="{653B1316-9612-6D85-DD3C-9D69381FDF6A}"/>
          </ac:spMkLst>
        </pc:spChg>
        <pc:cxnChg chg="mod">
          <ac:chgData name="Sanmukh Kuppannagari" userId="ad215094-da36-4b66-9c79-369a17aea26b" providerId="ADAL" clId="{18DA49F4-CD4F-46E0-AB35-D6CB797BE416}" dt="2025-10-23T13:13:32.744" v="3384" actId="1076"/>
          <ac:cxnSpMkLst>
            <pc:docMk/>
            <pc:sldMk cId="747825771" sldId="1695"/>
            <ac:cxnSpMk id="47" creationId="{EB3DD53E-7204-4710-DEF1-0BC7DC76F9D0}"/>
          </ac:cxnSpMkLst>
        </pc:cxnChg>
        <pc:cxnChg chg="mod">
          <ac:chgData name="Sanmukh Kuppannagari" userId="ad215094-da36-4b66-9c79-369a17aea26b" providerId="ADAL" clId="{18DA49F4-CD4F-46E0-AB35-D6CB797BE416}" dt="2025-10-23T13:13:32.744" v="3384" actId="1076"/>
          <ac:cxnSpMkLst>
            <pc:docMk/>
            <pc:sldMk cId="747825771" sldId="1695"/>
            <ac:cxnSpMk id="52" creationId="{B9DD8357-7059-E0DD-016B-3ABC09A850C7}"/>
          </ac:cxnSpMkLst>
        </pc:cxnChg>
        <pc:cxnChg chg="mod">
          <ac:chgData name="Sanmukh Kuppannagari" userId="ad215094-da36-4b66-9c79-369a17aea26b" providerId="ADAL" clId="{18DA49F4-CD4F-46E0-AB35-D6CB797BE416}" dt="2025-10-23T13:14:30.589" v="3396" actId="14100"/>
          <ac:cxnSpMkLst>
            <pc:docMk/>
            <pc:sldMk cId="747825771" sldId="1695"/>
            <ac:cxnSpMk id="79" creationId="{CDCFEE4E-CB19-0EC7-68AB-EBFFBC459673}"/>
          </ac:cxnSpMkLst>
        </pc:cxnChg>
      </pc:sldChg>
      <pc:sldChg chg="modSp add mod">
        <pc:chgData name="Sanmukh Kuppannagari" userId="ad215094-da36-4b66-9c79-369a17aea26b" providerId="ADAL" clId="{18DA49F4-CD4F-46E0-AB35-D6CB797BE416}" dt="2025-10-23T13:18:45.862" v="3523" actId="207"/>
        <pc:sldMkLst>
          <pc:docMk/>
          <pc:sldMk cId="3087895613" sldId="1696"/>
        </pc:sldMkLst>
        <pc:spChg chg="mod">
          <ac:chgData name="Sanmukh Kuppannagari" userId="ad215094-da36-4b66-9c79-369a17aea26b" providerId="ADAL" clId="{18DA49F4-CD4F-46E0-AB35-D6CB797BE416}" dt="2025-10-23T13:18:45.862" v="3523" actId="207"/>
          <ac:spMkLst>
            <pc:docMk/>
            <pc:sldMk cId="3087895613" sldId="1696"/>
            <ac:spMk id="21" creationId="{FE3BD498-2FC1-A75E-D259-E3D51E6FABAC}"/>
          </ac:spMkLst>
        </pc:spChg>
      </pc:sldChg>
      <pc:sldChg chg="addSp delSp modSp new mod">
        <pc:chgData name="Sanmukh Kuppannagari" userId="ad215094-da36-4b66-9c79-369a17aea26b" providerId="ADAL" clId="{18DA49F4-CD4F-46E0-AB35-D6CB797BE416}" dt="2025-10-23T13:23:27.127" v="3624" actId="207"/>
        <pc:sldMkLst>
          <pc:docMk/>
          <pc:sldMk cId="319733629" sldId="1697"/>
        </pc:sldMkLst>
        <pc:spChg chg="mod">
          <ac:chgData name="Sanmukh Kuppannagari" userId="ad215094-da36-4b66-9c79-369a17aea26b" providerId="ADAL" clId="{18DA49F4-CD4F-46E0-AB35-D6CB797BE416}" dt="2025-10-23T13:21:00.253" v="3542" actId="20577"/>
          <ac:spMkLst>
            <pc:docMk/>
            <pc:sldMk cId="319733629" sldId="1697"/>
            <ac:spMk id="2" creationId="{6497D680-7FA4-E784-32A2-B4F590CC8030}"/>
          </ac:spMkLst>
        </pc:spChg>
        <pc:spChg chg="del mod">
          <ac:chgData name="Sanmukh Kuppannagari" userId="ad215094-da36-4b66-9c79-369a17aea26b" providerId="ADAL" clId="{18DA49F4-CD4F-46E0-AB35-D6CB797BE416}" dt="2025-10-23T13:21:29.841" v="3544" actId="478"/>
          <ac:spMkLst>
            <pc:docMk/>
            <pc:sldMk cId="319733629" sldId="1697"/>
            <ac:spMk id="3" creationId="{F3E12F53-9980-538D-420E-496794F35BA1}"/>
          </ac:spMkLst>
        </pc:spChg>
        <pc:spChg chg="add mod">
          <ac:chgData name="Sanmukh Kuppannagari" userId="ad215094-da36-4b66-9c79-369a17aea26b" providerId="ADAL" clId="{18DA49F4-CD4F-46E0-AB35-D6CB797BE416}" dt="2025-10-23T13:21:46.174" v="3546"/>
          <ac:spMkLst>
            <pc:docMk/>
            <pc:sldMk cId="319733629" sldId="1697"/>
            <ac:spMk id="5" creationId="{3DB36CD9-8A61-E49F-85F9-7C7BA78BC97E}"/>
          </ac:spMkLst>
        </pc:spChg>
        <pc:spChg chg="add mod">
          <ac:chgData name="Sanmukh Kuppannagari" userId="ad215094-da36-4b66-9c79-369a17aea26b" providerId="ADAL" clId="{18DA49F4-CD4F-46E0-AB35-D6CB797BE416}" dt="2025-10-23T13:21:46.174" v="3546"/>
          <ac:spMkLst>
            <pc:docMk/>
            <pc:sldMk cId="319733629" sldId="1697"/>
            <ac:spMk id="6" creationId="{31DCC18C-6664-6425-437B-3A6250541C5C}"/>
          </ac:spMkLst>
        </pc:spChg>
        <pc:spChg chg="add mod">
          <ac:chgData name="Sanmukh Kuppannagari" userId="ad215094-da36-4b66-9c79-369a17aea26b" providerId="ADAL" clId="{18DA49F4-CD4F-46E0-AB35-D6CB797BE416}" dt="2025-10-23T13:21:46.174" v="3546"/>
          <ac:spMkLst>
            <pc:docMk/>
            <pc:sldMk cId="319733629" sldId="1697"/>
            <ac:spMk id="7" creationId="{2ACC5503-C891-79F7-9390-50D06DDC5493}"/>
          </ac:spMkLst>
        </pc:spChg>
        <pc:spChg chg="add mod">
          <ac:chgData name="Sanmukh Kuppannagari" userId="ad215094-da36-4b66-9c79-369a17aea26b" providerId="ADAL" clId="{18DA49F4-CD4F-46E0-AB35-D6CB797BE416}" dt="2025-10-23T13:21:46.174" v="3546"/>
          <ac:spMkLst>
            <pc:docMk/>
            <pc:sldMk cId="319733629" sldId="1697"/>
            <ac:spMk id="8" creationId="{2F16D8FA-4655-B5AD-F7CF-E7B507ED2AD2}"/>
          </ac:spMkLst>
        </pc:spChg>
        <pc:spChg chg="add mod">
          <ac:chgData name="Sanmukh Kuppannagari" userId="ad215094-da36-4b66-9c79-369a17aea26b" providerId="ADAL" clId="{18DA49F4-CD4F-46E0-AB35-D6CB797BE416}" dt="2025-10-23T13:23:20.386" v="3622" actId="20577"/>
          <ac:spMkLst>
            <pc:docMk/>
            <pc:sldMk cId="319733629" sldId="1697"/>
            <ac:spMk id="9" creationId="{23809909-8E80-7538-D081-40828770D3E8}"/>
          </ac:spMkLst>
        </pc:spChg>
        <pc:spChg chg="add mod">
          <ac:chgData name="Sanmukh Kuppannagari" userId="ad215094-da36-4b66-9c79-369a17aea26b" providerId="ADAL" clId="{18DA49F4-CD4F-46E0-AB35-D6CB797BE416}" dt="2025-10-23T13:23:27.127" v="3624" actId="207"/>
          <ac:spMkLst>
            <pc:docMk/>
            <pc:sldMk cId="319733629" sldId="1697"/>
            <ac:spMk id="11" creationId="{8C86DB56-027F-36D1-638D-4E5D2BB21CFF}"/>
          </ac:spMkLst>
        </pc:spChg>
        <pc:spChg chg="add mod">
          <ac:chgData name="Sanmukh Kuppannagari" userId="ad215094-da36-4b66-9c79-369a17aea26b" providerId="ADAL" clId="{18DA49F4-CD4F-46E0-AB35-D6CB797BE416}" dt="2025-10-23T13:22:03.079" v="3574" actId="20577"/>
          <ac:spMkLst>
            <pc:docMk/>
            <pc:sldMk cId="319733629" sldId="1697"/>
            <ac:spMk id="15" creationId="{B73DBDEE-6359-4067-33B2-3FFB173C2609}"/>
          </ac:spMkLst>
        </pc:spChg>
        <pc:picChg chg="add mod">
          <ac:chgData name="Sanmukh Kuppannagari" userId="ad215094-da36-4b66-9c79-369a17aea26b" providerId="ADAL" clId="{18DA49F4-CD4F-46E0-AB35-D6CB797BE416}" dt="2025-10-23T13:21:30.842" v="3545"/>
          <ac:picMkLst>
            <pc:docMk/>
            <pc:sldMk cId="319733629" sldId="1697"/>
            <ac:picMk id="4" creationId="{1E486654-9535-7418-0354-32A5EA7B86FB}"/>
          </ac:picMkLst>
        </pc:picChg>
        <pc:cxnChg chg="add mod">
          <ac:chgData name="Sanmukh Kuppannagari" userId="ad215094-da36-4b66-9c79-369a17aea26b" providerId="ADAL" clId="{18DA49F4-CD4F-46E0-AB35-D6CB797BE416}" dt="2025-10-23T13:22:23.258" v="3592" actId="14100"/>
          <ac:cxnSpMkLst>
            <pc:docMk/>
            <pc:sldMk cId="319733629" sldId="1697"/>
            <ac:cxnSpMk id="10" creationId="{8EED20BE-9315-E5D1-9F55-C3DE112E603B}"/>
          </ac:cxnSpMkLst>
        </pc:cxnChg>
        <pc:cxnChg chg="add mod">
          <ac:chgData name="Sanmukh Kuppannagari" userId="ad215094-da36-4b66-9c79-369a17aea26b" providerId="ADAL" clId="{18DA49F4-CD4F-46E0-AB35-D6CB797BE416}" dt="2025-10-23T13:22:30.431" v="3594" actId="14100"/>
          <ac:cxnSpMkLst>
            <pc:docMk/>
            <pc:sldMk cId="319733629" sldId="1697"/>
            <ac:cxnSpMk id="12" creationId="{42904B4B-7394-6FED-6DCE-C5482A5846C8}"/>
          </ac:cxnSpMkLst>
        </pc:cxnChg>
        <pc:cxnChg chg="add mod">
          <ac:chgData name="Sanmukh Kuppannagari" userId="ad215094-da36-4b66-9c79-369a17aea26b" providerId="ADAL" clId="{18DA49F4-CD4F-46E0-AB35-D6CB797BE416}" dt="2025-10-23T13:21:46.174" v="3546"/>
          <ac:cxnSpMkLst>
            <pc:docMk/>
            <pc:sldMk cId="319733629" sldId="1697"/>
            <ac:cxnSpMk id="13" creationId="{31A0CE82-C31F-2DDF-1A18-3A242573EDBB}"/>
          </ac:cxnSpMkLst>
        </pc:cxnChg>
        <pc:cxnChg chg="add mod">
          <ac:chgData name="Sanmukh Kuppannagari" userId="ad215094-da36-4b66-9c79-369a17aea26b" providerId="ADAL" clId="{18DA49F4-CD4F-46E0-AB35-D6CB797BE416}" dt="2025-10-23T13:21:46.174" v="3546"/>
          <ac:cxnSpMkLst>
            <pc:docMk/>
            <pc:sldMk cId="319733629" sldId="1697"/>
            <ac:cxnSpMk id="14" creationId="{09606E70-ABFB-A012-A960-F788BCFBBD98}"/>
          </ac:cxnSpMkLst>
        </pc:cxnChg>
      </pc:sldChg>
      <pc:sldChg chg="modSp new mod">
        <pc:chgData name="Sanmukh Kuppannagari" userId="ad215094-da36-4b66-9c79-369a17aea26b" providerId="ADAL" clId="{18DA49F4-CD4F-46E0-AB35-D6CB797BE416}" dt="2025-10-23T13:46:23.167" v="3730" actId="20577"/>
        <pc:sldMkLst>
          <pc:docMk/>
          <pc:sldMk cId="2802081178" sldId="1698"/>
        </pc:sldMkLst>
        <pc:spChg chg="mod">
          <ac:chgData name="Sanmukh Kuppannagari" userId="ad215094-da36-4b66-9c79-369a17aea26b" providerId="ADAL" clId="{18DA49F4-CD4F-46E0-AB35-D6CB797BE416}" dt="2025-10-23T13:27:39.964" v="3645" actId="20577"/>
          <ac:spMkLst>
            <pc:docMk/>
            <pc:sldMk cId="2802081178" sldId="1698"/>
            <ac:spMk id="2" creationId="{6DA547C1-7634-43C8-7C4C-33EA9626D57D}"/>
          </ac:spMkLst>
        </pc:spChg>
        <pc:spChg chg="mod">
          <ac:chgData name="Sanmukh Kuppannagari" userId="ad215094-da36-4b66-9c79-369a17aea26b" providerId="ADAL" clId="{18DA49F4-CD4F-46E0-AB35-D6CB797BE416}" dt="2025-10-23T13:46:23.167" v="3730" actId="20577"/>
          <ac:spMkLst>
            <pc:docMk/>
            <pc:sldMk cId="2802081178" sldId="1698"/>
            <ac:spMk id="3" creationId="{900F9C9E-DB5D-61A2-D428-45220C07DAD3}"/>
          </ac:spMkLst>
        </pc:spChg>
      </pc:sldChg>
      <pc:sldChg chg="addSp delSp modSp new mod">
        <pc:chgData name="Sanmukh Kuppannagari" userId="ad215094-da36-4b66-9c79-369a17aea26b" providerId="ADAL" clId="{18DA49F4-CD4F-46E0-AB35-D6CB797BE416}" dt="2025-10-23T13:56:44.060" v="3899" actId="20577"/>
        <pc:sldMkLst>
          <pc:docMk/>
          <pc:sldMk cId="276126290" sldId="1699"/>
        </pc:sldMkLst>
        <pc:spChg chg="mod">
          <ac:chgData name="Sanmukh Kuppannagari" userId="ad215094-da36-4b66-9c79-369a17aea26b" providerId="ADAL" clId="{18DA49F4-CD4F-46E0-AB35-D6CB797BE416}" dt="2025-10-23T13:47:04.831" v="3794" actId="20577"/>
          <ac:spMkLst>
            <pc:docMk/>
            <pc:sldMk cId="276126290" sldId="1699"/>
            <ac:spMk id="2" creationId="{AC4C4A10-3907-DACD-6D44-8527939153F0}"/>
          </ac:spMkLst>
        </pc:spChg>
        <pc:spChg chg="mod">
          <ac:chgData name="Sanmukh Kuppannagari" userId="ad215094-da36-4b66-9c79-369a17aea26b" providerId="ADAL" clId="{18DA49F4-CD4F-46E0-AB35-D6CB797BE416}" dt="2025-10-23T13:56:44.060" v="3899" actId="20577"/>
          <ac:spMkLst>
            <pc:docMk/>
            <pc:sldMk cId="276126290" sldId="1699"/>
            <ac:spMk id="3" creationId="{5BF26E95-D098-D477-0F8D-E19F2929C5FD}"/>
          </ac:spMkLst>
        </pc:spChg>
        <pc:spChg chg="add del mod">
          <ac:chgData name="Sanmukh Kuppannagari" userId="ad215094-da36-4b66-9c79-369a17aea26b" providerId="ADAL" clId="{18DA49F4-CD4F-46E0-AB35-D6CB797BE416}" dt="2025-10-23T13:55:39.053" v="3874" actId="478"/>
          <ac:spMkLst>
            <pc:docMk/>
            <pc:sldMk cId="276126290" sldId="1699"/>
            <ac:spMk id="4" creationId="{D65A29C8-252C-6B0B-9777-AC94937B12D1}"/>
          </ac:spMkLst>
        </pc:spChg>
        <pc:spChg chg="add del mod">
          <ac:chgData name="Sanmukh Kuppannagari" userId="ad215094-da36-4b66-9c79-369a17aea26b" providerId="ADAL" clId="{18DA49F4-CD4F-46E0-AB35-D6CB797BE416}" dt="2025-10-23T13:55:41.366" v="3875" actId="478"/>
          <ac:spMkLst>
            <pc:docMk/>
            <pc:sldMk cId="276126290" sldId="1699"/>
            <ac:spMk id="5" creationId="{261E5533-C441-7442-BE76-54E04F682D3C}"/>
          </ac:spMkLst>
        </pc:spChg>
      </pc:sldChg>
      <pc:sldChg chg="modSp add del">
        <pc:chgData name="Sanmukh Kuppannagari" userId="ad215094-da36-4b66-9c79-369a17aea26b" providerId="ADAL" clId="{18DA49F4-CD4F-46E0-AB35-D6CB797BE416}" dt="2025-10-23T14:00:07.618" v="3973" actId="47"/>
        <pc:sldMkLst>
          <pc:docMk/>
          <pc:sldMk cId="736217599" sldId="1700"/>
        </pc:sldMkLst>
        <pc:spChg chg="mod">
          <ac:chgData name="Sanmukh Kuppannagari" userId="ad215094-da36-4b66-9c79-369a17aea26b" providerId="ADAL" clId="{18DA49F4-CD4F-46E0-AB35-D6CB797BE416}" dt="2025-10-23T13:56:53.705" v="3901" actId="207"/>
          <ac:spMkLst>
            <pc:docMk/>
            <pc:sldMk cId="736217599" sldId="1700"/>
            <ac:spMk id="3" creationId="{669EE628-BFDD-BAD8-0524-AB27016653D7}"/>
          </ac:spMkLst>
        </pc:spChg>
      </pc:sldChg>
      <pc:sldChg chg="modSp add mod">
        <pc:chgData name="Sanmukh Kuppannagari" userId="ad215094-da36-4b66-9c79-369a17aea26b" providerId="ADAL" clId="{18DA49F4-CD4F-46E0-AB35-D6CB797BE416}" dt="2025-10-23T13:59:41.900" v="3972"/>
        <pc:sldMkLst>
          <pc:docMk/>
          <pc:sldMk cId="2526937110" sldId="1701"/>
        </pc:sldMkLst>
        <pc:spChg chg="mod">
          <ac:chgData name="Sanmukh Kuppannagari" userId="ad215094-da36-4b66-9c79-369a17aea26b" providerId="ADAL" clId="{18DA49F4-CD4F-46E0-AB35-D6CB797BE416}" dt="2025-10-23T13:59:41.900" v="3972"/>
          <ac:spMkLst>
            <pc:docMk/>
            <pc:sldMk cId="2526937110" sldId="1701"/>
            <ac:spMk id="3" creationId="{E49ED4A0-8F0E-53D9-4503-EDBBBE8AD228}"/>
          </ac:spMkLst>
        </pc:spChg>
      </pc:sldChg>
      <pc:sldChg chg="addSp modSp add mod">
        <pc:chgData name="Sanmukh Kuppannagari" userId="ad215094-da36-4b66-9c79-369a17aea26b" providerId="ADAL" clId="{18DA49F4-CD4F-46E0-AB35-D6CB797BE416}" dt="2025-10-23T14:03:02.691" v="4017" actId="14100"/>
        <pc:sldMkLst>
          <pc:docMk/>
          <pc:sldMk cId="695318788" sldId="1702"/>
        </pc:sldMkLst>
        <pc:spChg chg="mod">
          <ac:chgData name="Sanmukh Kuppannagari" userId="ad215094-da36-4b66-9c79-369a17aea26b" providerId="ADAL" clId="{18DA49F4-CD4F-46E0-AB35-D6CB797BE416}" dt="2025-10-23T14:01:29.551" v="3988" actId="6549"/>
          <ac:spMkLst>
            <pc:docMk/>
            <pc:sldMk cId="695318788" sldId="1702"/>
            <ac:spMk id="3" creationId="{C152208B-5CDA-E6A4-F8CA-A214F111B0EF}"/>
          </ac:spMkLst>
        </pc:spChg>
        <pc:spChg chg="add mod">
          <ac:chgData name="Sanmukh Kuppannagari" userId="ad215094-da36-4b66-9c79-369a17aea26b" providerId="ADAL" clId="{18DA49F4-CD4F-46E0-AB35-D6CB797BE416}" dt="2025-10-23T14:02:30.554" v="4010" actId="1582"/>
          <ac:spMkLst>
            <pc:docMk/>
            <pc:sldMk cId="695318788" sldId="1702"/>
            <ac:spMk id="4" creationId="{56E17D0F-44AF-6DE3-2CE7-6AFDE0A7BAE1}"/>
          </ac:spMkLst>
        </pc:spChg>
        <pc:spChg chg="add mod">
          <ac:chgData name="Sanmukh Kuppannagari" userId="ad215094-da36-4b66-9c79-369a17aea26b" providerId="ADAL" clId="{18DA49F4-CD4F-46E0-AB35-D6CB797BE416}" dt="2025-10-23T14:03:02.691" v="4017" actId="14100"/>
          <ac:spMkLst>
            <pc:docMk/>
            <pc:sldMk cId="695318788" sldId="1702"/>
            <ac:spMk id="5" creationId="{47A17605-BCD6-F747-5F34-65ECE45B3CB8}"/>
          </ac:spMkLst>
        </pc:spChg>
        <pc:cxnChg chg="add mod">
          <ac:chgData name="Sanmukh Kuppannagari" userId="ad215094-da36-4b66-9c79-369a17aea26b" providerId="ADAL" clId="{18DA49F4-CD4F-46E0-AB35-D6CB797BE416}" dt="2025-10-23T14:03:02.691" v="4017" actId="14100"/>
          <ac:cxnSpMkLst>
            <pc:docMk/>
            <pc:sldMk cId="695318788" sldId="1702"/>
            <ac:cxnSpMk id="7" creationId="{6AAE471F-A185-F7E1-2ED2-408D92978DE7}"/>
          </ac:cxnSpMkLst>
        </pc:cxnChg>
      </pc:sldChg>
      <pc:sldChg chg="add del">
        <pc:chgData name="Sanmukh Kuppannagari" userId="ad215094-da36-4b66-9c79-369a17aea26b" providerId="ADAL" clId="{18DA49F4-CD4F-46E0-AB35-D6CB797BE416}" dt="2025-10-23T14:01:40.060" v="3989" actId="47"/>
        <pc:sldMkLst>
          <pc:docMk/>
          <pc:sldMk cId="62188570" sldId="1703"/>
        </pc:sldMkLst>
      </pc:sldChg>
      <pc:sldChg chg="modSp add">
        <pc:chgData name="Sanmukh Kuppannagari" userId="ad215094-da36-4b66-9c79-369a17aea26b" providerId="ADAL" clId="{18DA49F4-CD4F-46E0-AB35-D6CB797BE416}" dt="2025-10-23T14:22:39.103" v="5017" actId="20577"/>
        <pc:sldMkLst>
          <pc:docMk/>
          <pc:sldMk cId="4265640967" sldId="1703"/>
        </pc:sldMkLst>
        <pc:spChg chg="mod">
          <ac:chgData name="Sanmukh Kuppannagari" userId="ad215094-da36-4b66-9c79-369a17aea26b" providerId="ADAL" clId="{18DA49F4-CD4F-46E0-AB35-D6CB797BE416}" dt="2025-10-23T14:22:39.103" v="5017" actId="20577"/>
          <ac:spMkLst>
            <pc:docMk/>
            <pc:sldMk cId="4265640967" sldId="1703"/>
            <ac:spMk id="3" creationId="{F55A9059-2A47-C4E8-AD42-379EB25E33E5}"/>
          </ac:spMkLst>
        </pc:spChg>
      </pc:sldChg>
      <pc:sldChg chg="modSp add mod">
        <pc:chgData name="Sanmukh Kuppannagari" userId="ad215094-da36-4b66-9c79-369a17aea26b" providerId="ADAL" clId="{18DA49F4-CD4F-46E0-AB35-D6CB797BE416}" dt="2025-10-23T14:23:01.605" v="5019" actId="20577"/>
        <pc:sldMkLst>
          <pc:docMk/>
          <pc:sldMk cId="4226140327" sldId="1704"/>
        </pc:sldMkLst>
        <pc:spChg chg="mod">
          <ac:chgData name="Sanmukh Kuppannagari" userId="ad215094-da36-4b66-9c79-369a17aea26b" providerId="ADAL" clId="{18DA49F4-CD4F-46E0-AB35-D6CB797BE416}" dt="2025-10-23T14:23:01.605" v="5019" actId="20577"/>
          <ac:spMkLst>
            <pc:docMk/>
            <pc:sldMk cId="4226140327" sldId="1704"/>
            <ac:spMk id="3" creationId="{B6903809-50A2-D80F-E059-165CEF6ADD38}"/>
          </ac:spMkLst>
        </pc:spChg>
      </pc:sldChg>
      <pc:sldChg chg="addSp modSp add mod">
        <pc:chgData name="Sanmukh Kuppannagari" userId="ad215094-da36-4b66-9c79-369a17aea26b" providerId="ADAL" clId="{18DA49F4-CD4F-46E0-AB35-D6CB797BE416}" dt="2025-10-23T14:23:20.480" v="5022" actId="14100"/>
        <pc:sldMkLst>
          <pc:docMk/>
          <pc:sldMk cId="475340048" sldId="1705"/>
        </pc:sldMkLst>
        <pc:spChg chg="mod">
          <ac:chgData name="Sanmukh Kuppannagari" userId="ad215094-da36-4b66-9c79-369a17aea26b" providerId="ADAL" clId="{18DA49F4-CD4F-46E0-AB35-D6CB797BE416}" dt="2025-10-23T14:23:15.125" v="5021" actId="20577"/>
          <ac:spMkLst>
            <pc:docMk/>
            <pc:sldMk cId="475340048" sldId="1705"/>
            <ac:spMk id="3" creationId="{4C7AB214-9602-1751-BD5B-D1ED2FDBA923}"/>
          </ac:spMkLst>
        </pc:spChg>
        <pc:spChg chg="add mod">
          <ac:chgData name="Sanmukh Kuppannagari" userId="ad215094-da36-4b66-9c79-369a17aea26b" providerId="ADAL" clId="{18DA49F4-CD4F-46E0-AB35-D6CB797BE416}" dt="2025-10-23T14:23:20.480" v="5022" actId="14100"/>
          <ac:spMkLst>
            <pc:docMk/>
            <pc:sldMk cId="475340048" sldId="1705"/>
            <ac:spMk id="4" creationId="{C38A657C-2480-4241-F4C9-9627C6271B32}"/>
          </ac:spMkLst>
        </pc:spChg>
        <pc:spChg chg="add mod">
          <ac:chgData name="Sanmukh Kuppannagari" userId="ad215094-da36-4b66-9c79-369a17aea26b" providerId="ADAL" clId="{18DA49F4-CD4F-46E0-AB35-D6CB797BE416}" dt="2025-10-23T14:05:53.341" v="4152" actId="20577"/>
          <ac:spMkLst>
            <pc:docMk/>
            <pc:sldMk cId="475340048" sldId="1705"/>
            <ac:spMk id="5" creationId="{93EED360-2FB8-E75B-744C-BA99C9A1D93B}"/>
          </ac:spMkLst>
        </pc:spChg>
        <pc:cxnChg chg="add mod">
          <ac:chgData name="Sanmukh Kuppannagari" userId="ad215094-da36-4b66-9c79-369a17aea26b" providerId="ADAL" clId="{18DA49F4-CD4F-46E0-AB35-D6CB797BE416}" dt="2025-10-23T14:23:20.480" v="5022" actId="14100"/>
          <ac:cxnSpMkLst>
            <pc:docMk/>
            <pc:sldMk cId="475340048" sldId="1705"/>
            <ac:cxnSpMk id="6" creationId="{1BC5477E-551B-1DF7-FB63-969999E40371}"/>
          </ac:cxnSpMkLst>
        </pc:cxnChg>
      </pc:sldChg>
      <pc:sldChg chg="addSp modSp new mod">
        <pc:chgData name="Sanmukh Kuppannagari" userId="ad215094-da36-4b66-9c79-369a17aea26b" providerId="ADAL" clId="{18DA49F4-CD4F-46E0-AB35-D6CB797BE416}" dt="2025-10-23T14:10:20.131" v="4549" actId="20577"/>
        <pc:sldMkLst>
          <pc:docMk/>
          <pc:sldMk cId="4211309781" sldId="1706"/>
        </pc:sldMkLst>
        <pc:spChg chg="mod">
          <ac:chgData name="Sanmukh Kuppannagari" userId="ad215094-da36-4b66-9c79-369a17aea26b" providerId="ADAL" clId="{18DA49F4-CD4F-46E0-AB35-D6CB797BE416}" dt="2025-10-23T14:06:05.949" v="4154"/>
          <ac:spMkLst>
            <pc:docMk/>
            <pc:sldMk cId="4211309781" sldId="1706"/>
            <ac:spMk id="2" creationId="{D01BAB83-79DA-CBBA-D39C-7F19C3C3D85E}"/>
          </ac:spMkLst>
        </pc:spChg>
        <pc:spChg chg="mod">
          <ac:chgData name="Sanmukh Kuppannagari" userId="ad215094-da36-4b66-9c79-369a17aea26b" providerId="ADAL" clId="{18DA49F4-CD4F-46E0-AB35-D6CB797BE416}" dt="2025-10-23T14:10:20.131" v="4549" actId="20577"/>
          <ac:spMkLst>
            <pc:docMk/>
            <pc:sldMk cId="4211309781" sldId="1706"/>
            <ac:spMk id="3" creationId="{3414FECF-5656-983B-3D33-813BD62F44B5}"/>
          </ac:spMkLst>
        </pc:spChg>
        <pc:picChg chg="add mod modCrop">
          <ac:chgData name="Sanmukh Kuppannagari" userId="ad215094-da36-4b66-9c79-369a17aea26b" providerId="ADAL" clId="{18DA49F4-CD4F-46E0-AB35-D6CB797BE416}" dt="2025-10-23T14:10:01.050" v="4466" actId="1076"/>
          <ac:picMkLst>
            <pc:docMk/>
            <pc:sldMk cId="4211309781" sldId="1706"/>
            <ac:picMk id="4" creationId="{5C0534F4-B9C2-0999-B228-2D8D16DE33DE}"/>
          </ac:picMkLst>
        </pc:picChg>
      </pc:sldChg>
      <pc:sldChg chg="modSp new del mod">
        <pc:chgData name="Sanmukh Kuppannagari" userId="ad215094-da36-4b66-9c79-369a17aea26b" providerId="ADAL" clId="{18DA49F4-CD4F-46E0-AB35-D6CB797BE416}" dt="2025-10-23T14:12:54.939" v="4981" actId="47"/>
        <pc:sldMkLst>
          <pc:docMk/>
          <pc:sldMk cId="3491880809" sldId="1707"/>
        </pc:sldMkLst>
        <pc:spChg chg="mod">
          <ac:chgData name="Sanmukh Kuppannagari" userId="ad215094-da36-4b66-9c79-369a17aea26b" providerId="ADAL" clId="{18DA49F4-CD4F-46E0-AB35-D6CB797BE416}" dt="2025-10-23T14:10:28.991" v="4566" actId="20577"/>
          <ac:spMkLst>
            <pc:docMk/>
            <pc:sldMk cId="3491880809" sldId="1707"/>
            <ac:spMk id="2" creationId="{EC37224E-EC5D-16B1-7C90-9EE5879C74B7}"/>
          </ac:spMkLst>
        </pc:spChg>
      </pc:sldChg>
      <pc:sldChg chg="modSp new mod">
        <pc:chgData name="Sanmukh Kuppannagari" userId="ad215094-da36-4b66-9c79-369a17aea26b" providerId="ADAL" clId="{18DA49F4-CD4F-46E0-AB35-D6CB797BE416}" dt="2025-10-23T14:12:50.588" v="4980" actId="20577"/>
        <pc:sldMkLst>
          <pc:docMk/>
          <pc:sldMk cId="2384807416" sldId="1708"/>
        </pc:sldMkLst>
        <pc:spChg chg="mod">
          <ac:chgData name="Sanmukh Kuppannagari" userId="ad215094-da36-4b66-9c79-369a17aea26b" providerId="ADAL" clId="{18DA49F4-CD4F-46E0-AB35-D6CB797BE416}" dt="2025-10-23T14:10:53.270" v="4612" actId="20577"/>
          <ac:spMkLst>
            <pc:docMk/>
            <pc:sldMk cId="2384807416" sldId="1708"/>
            <ac:spMk id="2" creationId="{46B40BB7-B6FB-9077-9889-CF4083E0DA59}"/>
          </ac:spMkLst>
        </pc:spChg>
        <pc:spChg chg="mod">
          <ac:chgData name="Sanmukh Kuppannagari" userId="ad215094-da36-4b66-9c79-369a17aea26b" providerId="ADAL" clId="{18DA49F4-CD4F-46E0-AB35-D6CB797BE416}" dt="2025-10-23T14:12:50.588" v="4980" actId="20577"/>
          <ac:spMkLst>
            <pc:docMk/>
            <pc:sldMk cId="2384807416" sldId="1708"/>
            <ac:spMk id="3" creationId="{81F09436-34F8-79D7-F18A-D687E71A40D5}"/>
          </ac:spMkLst>
        </pc:spChg>
      </pc:sldChg>
    </pc:docChg>
  </pc:docChgLst>
  <pc:docChgLst>
    <pc:chgData name="Sanmukh Kuppannagari" userId="ad215094-da36-4b66-9c79-369a17aea26b" providerId="ADAL" clId="{B69DB1D5-9C4C-4C25-915D-54B5305EDB7B}"/>
    <pc:docChg chg="custSel addSld delSld modSld">
      <pc:chgData name="Sanmukh Kuppannagari" userId="ad215094-da36-4b66-9c79-369a17aea26b" providerId="ADAL" clId="{B69DB1D5-9C4C-4C25-915D-54B5305EDB7B}" dt="2024-10-17T17:17:35.235" v="938" actId="14100"/>
      <pc:docMkLst>
        <pc:docMk/>
      </pc:docMkLst>
      <pc:sldChg chg="modSp mod">
        <pc:chgData name="Sanmukh Kuppannagari" userId="ad215094-da36-4b66-9c79-369a17aea26b" providerId="ADAL" clId="{B69DB1D5-9C4C-4C25-915D-54B5305EDB7B}" dt="2024-10-17T13:19:32.448" v="1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B69DB1D5-9C4C-4C25-915D-54B5305EDB7B}" dt="2024-10-17T13:20:31.092" v="61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B69DB1D5-9C4C-4C25-915D-54B5305EDB7B}" dt="2024-10-17T13:22:00.593" v="88" actId="47"/>
        <pc:sldMkLst>
          <pc:docMk/>
          <pc:sldMk cId="882591950" sldId="1237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2899752863" sldId="1280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199527142" sldId="128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004796864" sldId="1282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558271014" sldId="1299"/>
        </pc:sldMkLst>
      </pc:sldChg>
      <pc:sldChg chg="modSp mod">
        <pc:chgData name="Sanmukh Kuppannagari" userId="ad215094-da36-4b66-9c79-369a17aea26b" providerId="ADAL" clId="{B69DB1D5-9C4C-4C25-915D-54B5305EDB7B}" dt="2024-10-17T13:21:46.720" v="86" actId="20577"/>
        <pc:sldMkLst>
          <pc:docMk/>
          <pc:sldMk cId="2120621833" sldId="130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902944658" sldId="1309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2577631310" sldId="1310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692720287" sldId="131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4072723455" sldId="1312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830590251" sldId="1313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979417289" sldId="1314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2062603384" sldId="1315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238687387" sldId="1316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05581169" sldId="1317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626710577" sldId="1318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2589855805" sldId="1319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870134566" sldId="1320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443015343" sldId="132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08815486" sldId="1322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927615945" sldId="1323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48302563" sldId="1324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558153898" sldId="1325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579584412" sldId="1326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876399712" sldId="1327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577888197" sldId="1328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446468191" sldId="1329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270243835" sldId="1330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580580032" sldId="133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89707620" sldId="1332"/>
        </pc:sldMkLst>
      </pc:sldChg>
      <pc:sldChg chg="modSp mod">
        <pc:chgData name="Sanmukh Kuppannagari" userId="ad215094-da36-4b66-9c79-369a17aea26b" providerId="ADAL" clId="{B69DB1D5-9C4C-4C25-915D-54B5305EDB7B}" dt="2024-10-17T13:22:08.958" v="96" actId="20577"/>
        <pc:sldMkLst>
          <pc:docMk/>
          <pc:sldMk cId="2947096827" sldId="1348"/>
        </pc:sldMkLst>
      </pc:sldChg>
      <pc:sldChg chg="del">
        <pc:chgData name="Sanmukh Kuppannagari" userId="ad215094-da36-4b66-9c79-369a17aea26b" providerId="ADAL" clId="{B69DB1D5-9C4C-4C25-915D-54B5305EDB7B}" dt="2024-10-17T13:22:27.885" v="98" actId="47"/>
        <pc:sldMkLst>
          <pc:docMk/>
          <pc:sldMk cId="4042243871" sldId="1349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4189498737" sldId="1350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3540455608" sldId="1351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955974285" sldId="1352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190843385" sldId="1353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3949718224" sldId="1354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2944983638" sldId="1355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602010999" sldId="1356"/>
        </pc:sldMkLst>
      </pc:sldChg>
      <pc:sldChg chg="modSp del mod">
        <pc:chgData name="Sanmukh Kuppannagari" userId="ad215094-da36-4b66-9c79-369a17aea26b" providerId="ADAL" clId="{B69DB1D5-9C4C-4C25-915D-54B5305EDB7B}" dt="2024-10-17T13:22:39.236" v="107" actId="47"/>
        <pc:sldMkLst>
          <pc:docMk/>
          <pc:sldMk cId="3928916360" sldId="1357"/>
        </pc:sldMkLst>
      </pc:sldChg>
      <pc:sldChg chg="modSp mod">
        <pc:chgData name="Sanmukh Kuppannagari" userId="ad215094-da36-4b66-9c79-369a17aea26b" providerId="ADAL" clId="{B69DB1D5-9C4C-4C25-915D-54B5305EDB7B}" dt="2024-10-17T13:22:44.968" v="115" actId="20577"/>
        <pc:sldMkLst>
          <pc:docMk/>
          <pc:sldMk cId="554485064" sldId="1358"/>
        </pc:sldMkLst>
      </pc:sldChg>
      <pc:sldChg chg="del">
        <pc:chgData name="Sanmukh Kuppannagari" userId="ad215094-da36-4b66-9c79-369a17aea26b" providerId="ADAL" clId="{B69DB1D5-9C4C-4C25-915D-54B5305EDB7B}" dt="2024-10-17T13:22:52.508" v="116" actId="47"/>
        <pc:sldMkLst>
          <pc:docMk/>
          <pc:sldMk cId="1255597569" sldId="1359"/>
        </pc:sldMkLst>
      </pc:sldChg>
      <pc:sldChg chg="del">
        <pc:chgData name="Sanmukh Kuppannagari" userId="ad215094-da36-4b66-9c79-369a17aea26b" providerId="ADAL" clId="{B69DB1D5-9C4C-4C25-915D-54B5305EDB7B}" dt="2024-10-17T13:22:52.508" v="116" actId="47"/>
        <pc:sldMkLst>
          <pc:docMk/>
          <pc:sldMk cId="255600020" sldId="1360"/>
        </pc:sldMkLst>
      </pc:sldChg>
      <pc:sldChg chg="del">
        <pc:chgData name="Sanmukh Kuppannagari" userId="ad215094-da36-4b66-9c79-369a17aea26b" providerId="ADAL" clId="{B69DB1D5-9C4C-4C25-915D-54B5305EDB7B}" dt="2024-10-17T13:21:56.574" v="87" actId="47"/>
        <pc:sldMkLst>
          <pc:docMk/>
          <pc:sldMk cId="1324345654" sldId="1363"/>
        </pc:sldMkLst>
      </pc:sldChg>
      <pc:sldChg chg="del">
        <pc:chgData name="Sanmukh Kuppannagari" userId="ad215094-da36-4b66-9c79-369a17aea26b" providerId="ADAL" clId="{B69DB1D5-9C4C-4C25-915D-54B5305EDB7B}" dt="2024-10-17T13:21:56.574" v="87" actId="47"/>
        <pc:sldMkLst>
          <pc:docMk/>
          <pc:sldMk cId="1952027562" sldId="1364"/>
        </pc:sldMkLst>
      </pc:sldChg>
      <pc:sldChg chg="del">
        <pc:chgData name="Sanmukh Kuppannagari" userId="ad215094-da36-4b66-9c79-369a17aea26b" providerId="ADAL" clId="{B69DB1D5-9C4C-4C25-915D-54B5305EDB7B}" dt="2024-10-17T13:21:56.574" v="87" actId="47"/>
        <pc:sldMkLst>
          <pc:docMk/>
          <pc:sldMk cId="2681935685" sldId="1365"/>
        </pc:sldMkLst>
      </pc:sldChg>
      <pc:sldChg chg="del">
        <pc:chgData name="Sanmukh Kuppannagari" userId="ad215094-da36-4b66-9c79-369a17aea26b" providerId="ADAL" clId="{B69DB1D5-9C4C-4C25-915D-54B5305EDB7B}" dt="2024-10-17T13:21:56.574" v="87" actId="47"/>
        <pc:sldMkLst>
          <pc:docMk/>
          <pc:sldMk cId="1694987608" sldId="1366"/>
        </pc:sldMkLst>
      </pc:sldChg>
      <pc:sldChg chg="add">
        <pc:chgData name="Sanmukh Kuppannagari" userId="ad215094-da36-4b66-9c79-369a17aea26b" providerId="ADAL" clId="{B69DB1D5-9C4C-4C25-915D-54B5305EDB7B}" dt="2024-10-17T14:24:07.674" v="298"/>
        <pc:sldMkLst>
          <pc:docMk/>
          <pc:sldMk cId="1760047259" sldId="1386"/>
        </pc:sldMkLst>
      </pc:sldChg>
      <pc:sldChg chg="add">
        <pc:chgData name="Sanmukh Kuppannagari" userId="ad215094-da36-4b66-9c79-369a17aea26b" providerId="ADAL" clId="{B69DB1D5-9C4C-4C25-915D-54B5305EDB7B}" dt="2024-10-17T14:24:07.674" v="298"/>
        <pc:sldMkLst>
          <pc:docMk/>
          <pc:sldMk cId="3990091177" sldId="1389"/>
        </pc:sldMkLst>
      </pc:sldChg>
      <pc:sldChg chg="add">
        <pc:chgData name="Sanmukh Kuppannagari" userId="ad215094-da36-4b66-9c79-369a17aea26b" providerId="ADAL" clId="{B69DB1D5-9C4C-4C25-915D-54B5305EDB7B}" dt="2024-10-17T14:24:07.674" v="298"/>
        <pc:sldMkLst>
          <pc:docMk/>
          <pc:sldMk cId="798029583" sldId="1390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289880766" sldId="1393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547436486" sldId="1394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202618607" sldId="1395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76476748" sldId="1396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26597970" sldId="1397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317642017" sldId="1398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1917602464" sldId="1399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135936496" sldId="1400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700221882" sldId="1401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296018570" sldId="1402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1582163347" sldId="1403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904800431" sldId="1404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392244592" sldId="1405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697652818" sldId="1406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455634612" sldId="1407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839119350" sldId="1408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080220527" sldId="1409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247426298" sldId="1410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4009862055" sldId="1411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931076547" sldId="1412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299857702" sldId="1413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715450416" sldId="1414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1796868375" sldId="1417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4085597991" sldId="1418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151372455" sldId="1419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565169132" sldId="1420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252650841" sldId="1421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777539220" sldId="1422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831660177" sldId="1423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959762428" sldId="1424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3018266416" sldId="1425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264869930" sldId="1426"/>
        </pc:sldMkLst>
      </pc:sldChg>
      <pc:sldChg chg="addSp delSp modSp add mod">
        <pc:chgData name="Sanmukh Kuppannagari" userId="ad215094-da36-4b66-9c79-369a17aea26b" providerId="ADAL" clId="{B69DB1D5-9C4C-4C25-915D-54B5305EDB7B}" dt="2024-10-17T17:16:45.932" v="931" actId="122"/>
        <pc:sldMkLst>
          <pc:docMk/>
          <pc:sldMk cId="3229075924" sldId="1427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588611062" sldId="1428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598700407" sldId="1429"/>
        </pc:sldMkLst>
      </pc:sldChg>
      <pc:sldChg chg="addSp modSp add mod">
        <pc:chgData name="Sanmukh Kuppannagari" userId="ad215094-da36-4b66-9c79-369a17aea26b" providerId="ADAL" clId="{B69DB1D5-9C4C-4C25-915D-54B5305EDB7B}" dt="2024-10-17T17:17:15.113" v="933" actId="1076"/>
        <pc:sldMkLst>
          <pc:docMk/>
          <pc:sldMk cId="381585255" sldId="1430"/>
        </pc:sldMkLst>
      </pc:sldChg>
      <pc:sldChg chg="addSp modSp add">
        <pc:chgData name="Sanmukh Kuppannagari" userId="ad215094-da36-4b66-9c79-369a17aea26b" providerId="ADAL" clId="{B69DB1D5-9C4C-4C25-915D-54B5305EDB7B}" dt="2024-10-17T17:17:21.022" v="934"/>
        <pc:sldMkLst>
          <pc:docMk/>
          <pc:sldMk cId="3320575543" sldId="1431"/>
        </pc:sldMkLst>
      </pc:sldChg>
      <pc:sldChg chg="addSp modSp add">
        <pc:chgData name="Sanmukh Kuppannagari" userId="ad215094-da36-4b66-9c79-369a17aea26b" providerId="ADAL" clId="{B69DB1D5-9C4C-4C25-915D-54B5305EDB7B}" dt="2024-10-17T17:17:23.374" v="935"/>
        <pc:sldMkLst>
          <pc:docMk/>
          <pc:sldMk cId="1263179583" sldId="1432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873356031" sldId="1433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141082296" sldId="1434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565562540" sldId="1435"/>
        </pc:sldMkLst>
      </pc:sldChg>
      <pc:sldChg chg="addSp delSp modSp add mod">
        <pc:chgData name="Sanmukh Kuppannagari" userId="ad215094-da36-4b66-9c79-369a17aea26b" providerId="ADAL" clId="{B69DB1D5-9C4C-4C25-915D-54B5305EDB7B}" dt="2024-10-17T17:17:35.235" v="938" actId="14100"/>
        <pc:sldMkLst>
          <pc:docMk/>
          <pc:sldMk cId="1868073248" sldId="1436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546537403" sldId="1437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3588532588" sldId="1438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1606166730" sldId="1439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832541632" sldId="1440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439492477" sldId="1441"/>
        </pc:sldMkLst>
      </pc:sldChg>
      <pc:sldChg chg="modSp add mod">
        <pc:chgData name="Sanmukh Kuppannagari" userId="ad215094-da36-4b66-9c79-369a17aea26b" providerId="ADAL" clId="{B69DB1D5-9C4C-4C25-915D-54B5305EDB7B}" dt="2024-10-17T14:44:25.738" v="810" actId="20577"/>
        <pc:sldMkLst>
          <pc:docMk/>
          <pc:sldMk cId="3863061003" sldId="1442"/>
        </pc:sldMkLst>
      </pc:sldChg>
      <pc:sldChg chg="modSp mod">
        <pc:chgData name="Sanmukh Kuppannagari" userId="ad215094-da36-4b66-9c79-369a17aea26b" providerId="ADAL" clId="{B69DB1D5-9C4C-4C25-915D-54B5305EDB7B}" dt="2024-10-17T13:20:46.101" v="74" actId="20577"/>
        <pc:sldMkLst>
          <pc:docMk/>
          <pc:sldMk cId="312789784" sldId="1549"/>
        </pc:sldMkLst>
      </pc:sldChg>
      <pc:sldChg chg="modSp mod">
        <pc:chgData name="Sanmukh Kuppannagari" userId="ad215094-da36-4b66-9c79-369a17aea26b" providerId="ADAL" clId="{B69DB1D5-9C4C-4C25-915D-54B5305EDB7B}" dt="2024-10-17T14:42:55.233" v="433" actId="20577"/>
        <pc:sldMkLst>
          <pc:docMk/>
          <pc:sldMk cId="1297240811" sldId="1551"/>
        </pc:sldMkLst>
      </pc:sldChg>
      <pc:sldChg chg="del">
        <pc:chgData name="Sanmukh Kuppannagari" userId="ad215094-da36-4b66-9c79-369a17aea26b" providerId="ADAL" clId="{B69DB1D5-9C4C-4C25-915D-54B5305EDB7B}" dt="2024-10-17T13:21:12.569" v="77" actId="47"/>
        <pc:sldMkLst>
          <pc:docMk/>
          <pc:sldMk cId="4030791014" sldId="1604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460223335" sldId="1605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95513352" sldId="1606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256665225" sldId="1607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4149257190" sldId="1608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455736369" sldId="1609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25795403" sldId="1610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322584748" sldId="161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968471985" sldId="1612"/>
        </pc:sldMkLst>
      </pc:sldChg>
      <pc:sldChg chg="addSp modSp mod">
        <pc:chgData name="Sanmukh Kuppannagari" userId="ad215094-da36-4b66-9c79-369a17aea26b" providerId="ADAL" clId="{B69DB1D5-9C4C-4C25-915D-54B5305EDB7B}" dt="2024-10-17T13:26:24.581" v="297" actId="1076"/>
        <pc:sldMkLst>
          <pc:docMk/>
          <pc:sldMk cId="1500153295" sldId="1613"/>
        </pc:sldMkLst>
      </pc:sldChg>
      <pc:sldChg chg="modSp add mod">
        <pc:chgData name="Sanmukh Kuppannagari" userId="ad215094-da36-4b66-9c79-369a17aea26b" providerId="ADAL" clId="{B69DB1D5-9C4C-4C25-915D-54B5305EDB7B}" dt="2024-10-17T13:21:10.086" v="76" actId="207"/>
        <pc:sldMkLst>
          <pc:docMk/>
          <pc:sldMk cId="3880060560" sldId="1614"/>
        </pc:sldMkLst>
      </pc:sldChg>
      <pc:sldChg chg="modSp add mod">
        <pc:chgData name="Sanmukh Kuppannagari" userId="ad215094-da36-4b66-9c79-369a17aea26b" providerId="ADAL" clId="{B69DB1D5-9C4C-4C25-915D-54B5305EDB7B}" dt="2024-10-17T14:27:13.779" v="302" actId="207"/>
        <pc:sldMkLst>
          <pc:docMk/>
          <pc:sldMk cId="3528850612" sldId="1615"/>
        </pc:sldMkLst>
      </pc:sldChg>
      <pc:sldChg chg="modSp add mod">
        <pc:chgData name="Sanmukh Kuppannagari" userId="ad215094-da36-4b66-9c79-369a17aea26b" providerId="ADAL" clId="{B69DB1D5-9C4C-4C25-915D-54B5305EDB7B}" dt="2024-10-17T14:38:20.106" v="310" actId="207"/>
        <pc:sldMkLst>
          <pc:docMk/>
          <pc:sldMk cId="3587678191" sldId="1616"/>
        </pc:sldMkLst>
      </pc:sldChg>
      <pc:sldChg chg="modSp add mod">
        <pc:chgData name="Sanmukh Kuppannagari" userId="ad215094-da36-4b66-9c79-369a17aea26b" providerId="ADAL" clId="{B69DB1D5-9C4C-4C25-915D-54B5305EDB7B}" dt="2024-10-17T14:38:44.446" v="406" actId="20577"/>
        <pc:sldMkLst>
          <pc:docMk/>
          <pc:sldMk cId="2602862771" sldId="1617"/>
        </pc:sldMkLst>
      </pc:sldChg>
    </pc:docChg>
  </pc:docChgLst>
  <pc:docChgLst>
    <pc:chgData name="Sanmukh Kuppannagari" userId="ad215094-da36-4b66-9c79-369a17aea26b" providerId="ADAL" clId="{57CFD692-4744-46EE-BC36-4B4ADFBE76FB}"/>
    <pc:docChg chg="undo custSel addSld delSld modSld">
      <pc:chgData name="Sanmukh Kuppannagari" userId="ad215094-da36-4b66-9c79-369a17aea26b" providerId="ADAL" clId="{57CFD692-4744-46EE-BC36-4B4ADFBE76FB}" dt="2024-09-17T17:25:16.114" v="6207" actId="14100"/>
      <pc:docMkLst>
        <pc:docMk/>
      </pc:docMkLst>
      <pc:sldChg chg="modSp mod">
        <pc:chgData name="Sanmukh Kuppannagari" userId="ad215094-da36-4b66-9c79-369a17aea26b" providerId="ADAL" clId="{57CFD692-4744-46EE-BC36-4B4ADFBE76FB}" dt="2024-09-17T14:18:24.778" v="1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57CFD692-4744-46EE-BC36-4B4ADFBE76FB}" dt="2024-09-17T15:18:46.245" v="3476" actId="20577"/>
        <pc:sldMkLst>
          <pc:docMk/>
          <pc:sldMk cId="2017305151" sldId="261"/>
        </pc:sldMkLst>
      </pc:sldChg>
      <pc:sldChg chg="modSp add mod">
        <pc:chgData name="Sanmukh Kuppannagari" userId="ad215094-da36-4b66-9c79-369a17aea26b" providerId="ADAL" clId="{57CFD692-4744-46EE-BC36-4B4ADFBE76FB}" dt="2024-09-17T14:30:17.188" v="519" actId="20577"/>
        <pc:sldMkLst>
          <pc:docMk/>
          <pc:sldMk cId="3934877374" sldId="311"/>
        </pc:sldMkLst>
      </pc:sldChg>
      <pc:sldChg chg="modSp add mod">
        <pc:chgData name="Sanmukh Kuppannagari" userId="ad215094-da36-4b66-9c79-369a17aea26b" providerId="ADAL" clId="{57CFD692-4744-46EE-BC36-4B4ADFBE76FB}" dt="2024-09-17T14:30:13.222" v="516" actId="27636"/>
        <pc:sldMkLst>
          <pc:docMk/>
          <pc:sldMk cId="1937731969" sldId="312"/>
        </pc:sldMkLst>
      </pc:sldChg>
      <pc:sldChg chg="add">
        <pc:chgData name="Sanmukh Kuppannagari" userId="ad215094-da36-4b66-9c79-369a17aea26b" providerId="ADAL" clId="{57CFD692-4744-46EE-BC36-4B4ADFBE76FB}" dt="2024-09-17T14:28:27.341" v="436"/>
        <pc:sldMkLst>
          <pc:docMk/>
          <pc:sldMk cId="2275422666" sldId="313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230029266" sldId="316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879505598" sldId="31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964895541" sldId="32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818063122" sldId="34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287006485" sldId="34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541016882" sldId="34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430606432" sldId="35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998572678" sldId="35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590445591" sldId="35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349920142" sldId="35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740634628" sldId="35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82194659" sldId="359"/>
        </pc:sldMkLst>
      </pc:sldChg>
      <pc:sldChg chg="modSp add mod">
        <pc:chgData name="Sanmukh Kuppannagari" userId="ad215094-da36-4b66-9c79-369a17aea26b" providerId="ADAL" clId="{57CFD692-4744-46EE-BC36-4B4ADFBE76FB}" dt="2024-09-17T14:30:20.712" v="522" actId="20577"/>
        <pc:sldMkLst>
          <pc:docMk/>
          <pc:sldMk cId="2496462880" sldId="363"/>
        </pc:sldMkLst>
      </pc:sldChg>
      <pc:sldChg chg="add">
        <pc:chgData name="Sanmukh Kuppannagari" userId="ad215094-da36-4b66-9c79-369a17aea26b" providerId="ADAL" clId="{57CFD692-4744-46EE-BC36-4B4ADFBE76FB}" dt="2024-09-17T14:28:27.341" v="436"/>
        <pc:sldMkLst>
          <pc:docMk/>
          <pc:sldMk cId="4289731522" sldId="367"/>
        </pc:sldMkLst>
      </pc:sldChg>
      <pc:sldChg chg="add">
        <pc:chgData name="Sanmukh Kuppannagari" userId="ad215094-da36-4b66-9c79-369a17aea26b" providerId="ADAL" clId="{57CFD692-4744-46EE-BC36-4B4ADFBE76FB}" dt="2024-09-17T14:28:27.341" v="436"/>
        <pc:sldMkLst>
          <pc:docMk/>
          <pc:sldMk cId="4086263254" sldId="371"/>
        </pc:sldMkLst>
      </pc:sldChg>
      <pc:sldChg chg="modSp add mod">
        <pc:chgData name="Sanmukh Kuppannagari" userId="ad215094-da36-4b66-9c79-369a17aea26b" providerId="ADAL" clId="{57CFD692-4744-46EE-BC36-4B4ADFBE76FB}" dt="2024-09-17T14:33:11.060" v="566" actId="20577"/>
        <pc:sldMkLst>
          <pc:docMk/>
          <pc:sldMk cId="2834613010" sldId="37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431469683" sldId="37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72326915" sldId="375"/>
        </pc:sldMkLst>
      </pc:sldChg>
      <pc:sldChg chg="modSp add mod">
        <pc:chgData name="Sanmukh Kuppannagari" userId="ad215094-da36-4b66-9c79-369a17aea26b" providerId="ADAL" clId="{57CFD692-4744-46EE-BC36-4B4ADFBE76FB}" dt="2024-09-17T14:39:45.023" v="570" actId="113"/>
        <pc:sldMkLst>
          <pc:docMk/>
          <pc:sldMk cId="854907447" sldId="382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338842979" sldId="384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3771660" sldId="38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98278600" sldId="389"/>
        </pc:sldMkLst>
      </pc:sldChg>
      <pc:sldChg chg="modSp mod">
        <pc:chgData name="Sanmukh Kuppannagari" userId="ad215094-da36-4b66-9c79-369a17aea26b" providerId="ADAL" clId="{57CFD692-4744-46EE-BC36-4B4ADFBE76FB}" dt="2024-09-17T14:40:31.818" v="621" actId="20577"/>
        <pc:sldMkLst>
          <pc:docMk/>
          <pc:sldMk cId="3837875043" sldId="390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181382666" sldId="404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319194896" sldId="418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947479394" sldId="41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51680372" sldId="437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736426824" sldId="438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820019786" sldId="43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642145031" sldId="441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275163260" sldId="45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967081645" sldId="46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829024903" sldId="64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233672176" sldId="1228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699708138" sldId="122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453964490" sldId="1230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037780407" sldId="1232"/>
        </pc:sldMkLst>
      </pc:sldChg>
      <pc:sldChg chg="add">
        <pc:chgData name="Sanmukh Kuppannagari" userId="ad215094-da36-4b66-9c79-369a17aea26b" providerId="ADAL" clId="{57CFD692-4744-46EE-BC36-4B4ADFBE76FB}" dt="2024-09-17T14:37:27.956" v="567"/>
        <pc:sldMkLst>
          <pc:docMk/>
          <pc:sldMk cId="1479534324" sldId="123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246288794" sldId="1237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124545071" sldId="123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692180613" sldId="123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095821644" sldId="124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59763505" sldId="124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178271313" sldId="124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505400230" sldId="124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895113626" sldId="143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65455456" sldId="143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249774978" sldId="143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744848553" sldId="143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911730472" sldId="1439"/>
        </pc:sldMkLst>
      </pc:sldChg>
      <pc:sldChg chg="addSp delSp modSp add del mod">
        <pc:chgData name="Sanmukh Kuppannagari" userId="ad215094-da36-4b66-9c79-369a17aea26b" providerId="ADAL" clId="{57CFD692-4744-46EE-BC36-4B4ADFBE76FB}" dt="2024-09-17T15:55:41.974" v="3822" actId="21"/>
        <pc:sldMkLst>
          <pc:docMk/>
          <pc:sldMk cId="166141272" sldId="145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35296341" sldId="147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59220519" sldId="147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637780389" sldId="147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65918572" sldId="147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33588936" sldId="148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51489107" sldId="148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137888738" sldId="148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749571042" sldId="148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73926282" sldId="148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951002451" sldId="148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093951396" sldId="148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27016912" sldId="148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81566112" sldId="148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895175968" sldId="148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883266803" sldId="149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432030833" sldId="149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851547733" sldId="149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110247357" sldId="149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48702013" sldId="149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83901888" sldId="149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607590641" sldId="149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416366971" sldId="149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466822053" sldId="149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318329734" sldId="149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356971427" sldId="150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018545262" sldId="150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635305440" sldId="150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450447005" sldId="150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591644866" sldId="150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226465458" sldId="150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71495037" sldId="150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267279555" sldId="150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753430728" sldId="150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438830724" sldId="150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897212904" sldId="151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991715139" sldId="151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42445932" sldId="1512"/>
        </pc:sldMkLst>
      </pc:sldChg>
      <pc:sldChg chg="modSp new mod">
        <pc:chgData name="Sanmukh Kuppannagari" userId="ad215094-da36-4b66-9c79-369a17aea26b" providerId="ADAL" clId="{57CFD692-4744-46EE-BC36-4B4ADFBE76FB}" dt="2024-09-17T14:19:49.941" v="229" actId="20577"/>
        <pc:sldMkLst>
          <pc:docMk/>
          <pc:sldMk cId="2091044005" sldId="1513"/>
        </pc:sldMkLst>
      </pc:sldChg>
      <pc:sldChg chg="modSp new mod">
        <pc:chgData name="Sanmukh Kuppannagari" userId="ad215094-da36-4b66-9c79-369a17aea26b" providerId="ADAL" clId="{57CFD692-4744-46EE-BC36-4B4ADFBE76FB}" dt="2024-09-17T14:21:09.571" v="413" actId="20577"/>
        <pc:sldMkLst>
          <pc:docMk/>
          <pc:sldMk cId="48973366" sldId="1514"/>
        </pc:sldMkLst>
      </pc:sldChg>
      <pc:sldChg chg="modSp new del mod">
        <pc:chgData name="Sanmukh Kuppannagari" userId="ad215094-da36-4b66-9c79-369a17aea26b" providerId="ADAL" clId="{57CFD692-4744-46EE-BC36-4B4ADFBE76FB}" dt="2024-09-17T15:06:44.715" v="1416" actId="47"/>
        <pc:sldMkLst>
          <pc:docMk/>
          <pc:sldMk cId="877053149" sldId="1515"/>
        </pc:sldMkLst>
      </pc:sldChg>
      <pc:sldChg chg="modSp add mod">
        <pc:chgData name="Sanmukh Kuppannagari" userId="ad215094-da36-4b66-9c79-369a17aea26b" providerId="ADAL" clId="{57CFD692-4744-46EE-BC36-4B4ADFBE76FB}" dt="2024-09-17T15:18:38.206" v="3463" actId="20577"/>
        <pc:sldMkLst>
          <pc:docMk/>
          <pc:sldMk cId="202113540" sldId="1516"/>
        </pc:sldMkLst>
      </pc:sldChg>
      <pc:sldChg chg="modSp add mod">
        <pc:chgData name="Sanmukh Kuppannagari" userId="ad215094-da36-4b66-9c79-369a17aea26b" providerId="ADAL" clId="{57CFD692-4744-46EE-BC36-4B4ADFBE76FB}" dt="2024-09-17T15:18:59.063" v="3489" actId="20577"/>
        <pc:sldMkLst>
          <pc:docMk/>
          <pc:sldMk cId="2851048179" sldId="1517"/>
        </pc:sldMkLst>
      </pc:sldChg>
      <pc:sldChg chg="add">
        <pc:chgData name="Sanmukh Kuppannagari" userId="ad215094-da36-4b66-9c79-369a17aea26b" providerId="ADAL" clId="{57CFD692-4744-46EE-BC36-4B4ADFBE76FB}" dt="2024-09-17T14:39:54.780" v="571"/>
        <pc:sldMkLst>
          <pc:docMk/>
          <pc:sldMk cId="2170564833" sldId="1518"/>
        </pc:sldMkLst>
      </pc:sldChg>
      <pc:sldChg chg="modSp new mod">
        <pc:chgData name="Sanmukh Kuppannagari" userId="ad215094-da36-4b66-9c79-369a17aea26b" providerId="ADAL" clId="{57CFD692-4744-46EE-BC36-4B4ADFBE76FB}" dt="2024-09-17T14:52:17.795" v="1015" actId="20577"/>
        <pc:sldMkLst>
          <pc:docMk/>
          <pc:sldMk cId="1223128325" sldId="1519"/>
        </pc:sldMkLst>
      </pc:sldChg>
      <pc:sldChg chg="modSp new mod">
        <pc:chgData name="Sanmukh Kuppannagari" userId="ad215094-da36-4b66-9c79-369a17aea26b" providerId="ADAL" clId="{57CFD692-4744-46EE-BC36-4B4ADFBE76FB}" dt="2024-09-17T15:50:27.077" v="3662" actId="20577"/>
        <pc:sldMkLst>
          <pc:docMk/>
          <pc:sldMk cId="1363376498" sldId="1520"/>
        </pc:sldMkLst>
      </pc:sldChg>
      <pc:sldChg chg="modSp new mod">
        <pc:chgData name="Sanmukh Kuppannagari" userId="ad215094-da36-4b66-9c79-369a17aea26b" providerId="ADAL" clId="{57CFD692-4744-46EE-BC36-4B4ADFBE76FB}" dt="2024-09-17T15:50:00.221" v="3615" actId="20577"/>
        <pc:sldMkLst>
          <pc:docMk/>
          <pc:sldMk cId="2829791837" sldId="1521"/>
        </pc:sldMkLst>
      </pc:sldChg>
      <pc:sldChg chg="modSp new mod">
        <pc:chgData name="Sanmukh Kuppannagari" userId="ad215094-da36-4b66-9c79-369a17aea26b" providerId="ADAL" clId="{57CFD692-4744-46EE-BC36-4B4ADFBE76FB}" dt="2024-09-17T15:10:08.920" v="1852" actId="20577"/>
        <pc:sldMkLst>
          <pc:docMk/>
          <pc:sldMk cId="3893234935" sldId="1522"/>
        </pc:sldMkLst>
      </pc:sldChg>
      <pc:sldChg chg="modSp new mod">
        <pc:chgData name="Sanmukh Kuppannagari" userId="ad215094-da36-4b66-9c79-369a17aea26b" providerId="ADAL" clId="{57CFD692-4744-46EE-BC36-4B4ADFBE76FB}" dt="2024-09-17T15:11:33.231" v="2175" actId="20577"/>
        <pc:sldMkLst>
          <pc:docMk/>
          <pc:sldMk cId="3481763059" sldId="1523"/>
        </pc:sldMkLst>
      </pc:sldChg>
      <pc:sldChg chg="modSp new mod">
        <pc:chgData name="Sanmukh Kuppannagari" userId="ad215094-da36-4b66-9c79-369a17aea26b" providerId="ADAL" clId="{57CFD692-4744-46EE-BC36-4B4ADFBE76FB}" dt="2024-09-17T15:14:34.208" v="2893" actId="20577"/>
        <pc:sldMkLst>
          <pc:docMk/>
          <pc:sldMk cId="2617663034" sldId="1524"/>
        </pc:sldMkLst>
      </pc:sldChg>
      <pc:sldChg chg="modSp new mod">
        <pc:chgData name="Sanmukh Kuppannagari" userId="ad215094-da36-4b66-9c79-369a17aea26b" providerId="ADAL" clId="{57CFD692-4744-46EE-BC36-4B4ADFBE76FB}" dt="2024-09-17T15:18:21.833" v="3452" actId="20577"/>
        <pc:sldMkLst>
          <pc:docMk/>
          <pc:sldMk cId="939595551" sldId="1525"/>
        </pc:sldMkLst>
      </pc:sldChg>
      <pc:sldChg chg="addSp delSp modSp new mod">
        <pc:chgData name="Sanmukh Kuppannagari" userId="ad215094-da36-4b66-9c79-369a17aea26b" providerId="ADAL" clId="{57CFD692-4744-46EE-BC36-4B4ADFBE76FB}" dt="2024-09-17T15:57:35.506" v="3887" actId="14100"/>
        <pc:sldMkLst>
          <pc:docMk/>
          <pc:sldMk cId="878398838" sldId="1526"/>
        </pc:sldMkLst>
      </pc:sldChg>
      <pc:sldChg chg="modSp new del mod">
        <pc:chgData name="Sanmukh Kuppannagari" userId="ad215094-da36-4b66-9c79-369a17aea26b" providerId="ADAL" clId="{57CFD692-4744-46EE-BC36-4B4ADFBE76FB}" dt="2024-09-17T15:26:03.633" v="3599" actId="47"/>
        <pc:sldMkLst>
          <pc:docMk/>
          <pc:sldMk cId="3481160692" sldId="1526"/>
        </pc:sldMkLst>
      </pc:sldChg>
      <pc:sldChg chg="addSp delSp modSp add mod">
        <pc:chgData name="Sanmukh Kuppannagari" userId="ad215094-da36-4b66-9c79-369a17aea26b" providerId="ADAL" clId="{57CFD692-4744-46EE-BC36-4B4ADFBE76FB}" dt="2024-09-17T16:00:17.033" v="3942" actId="1076"/>
        <pc:sldMkLst>
          <pc:docMk/>
          <pc:sldMk cId="827224132" sldId="1527"/>
        </pc:sldMkLst>
      </pc:sldChg>
      <pc:sldChg chg="addSp delSp modSp add mod">
        <pc:chgData name="Sanmukh Kuppannagari" userId="ad215094-da36-4b66-9c79-369a17aea26b" providerId="ADAL" clId="{57CFD692-4744-46EE-BC36-4B4ADFBE76FB}" dt="2024-09-17T16:03:26.446" v="4105" actId="14100"/>
        <pc:sldMkLst>
          <pc:docMk/>
          <pc:sldMk cId="297830899" sldId="1528"/>
        </pc:sldMkLst>
      </pc:sldChg>
      <pc:sldChg chg="modSp add mod">
        <pc:chgData name="Sanmukh Kuppannagari" userId="ad215094-da36-4b66-9c79-369a17aea26b" providerId="ADAL" clId="{57CFD692-4744-46EE-BC36-4B4ADFBE76FB}" dt="2024-09-17T16:00:57.279" v="3987" actId="207"/>
        <pc:sldMkLst>
          <pc:docMk/>
          <pc:sldMk cId="1863297826" sldId="1529"/>
        </pc:sldMkLst>
      </pc:sldChg>
      <pc:sldChg chg="modSp add mod">
        <pc:chgData name="Sanmukh Kuppannagari" userId="ad215094-da36-4b66-9c79-369a17aea26b" providerId="ADAL" clId="{57CFD692-4744-46EE-BC36-4B4ADFBE76FB}" dt="2024-09-17T16:01:16.796" v="3993" actId="207"/>
        <pc:sldMkLst>
          <pc:docMk/>
          <pc:sldMk cId="3983326334" sldId="1530"/>
        </pc:sldMkLst>
      </pc:sldChg>
      <pc:sldChg chg="modSp new mod">
        <pc:chgData name="Sanmukh Kuppannagari" userId="ad215094-da36-4b66-9c79-369a17aea26b" providerId="ADAL" clId="{57CFD692-4744-46EE-BC36-4B4ADFBE76FB}" dt="2024-09-17T16:05:32.807" v="4277" actId="20577"/>
        <pc:sldMkLst>
          <pc:docMk/>
          <pc:sldMk cId="3897297747" sldId="1531"/>
        </pc:sldMkLst>
      </pc:sldChg>
      <pc:sldChg chg="addSp delSp modSp new mod">
        <pc:chgData name="Sanmukh Kuppannagari" userId="ad215094-da36-4b66-9c79-369a17aea26b" providerId="ADAL" clId="{57CFD692-4744-46EE-BC36-4B4ADFBE76FB}" dt="2024-09-17T16:32:52.796" v="4804" actId="20577"/>
        <pc:sldMkLst>
          <pc:docMk/>
          <pc:sldMk cId="172806902" sldId="1532"/>
        </pc:sldMkLst>
      </pc:sldChg>
      <pc:sldChg chg="addSp modSp add del mod">
        <pc:chgData name="Sanmukh Kuppannagari" userId="ad215094-da36-4b66-9c79-369a17aea26b" providerId="ADAL" clId="{57CFD692-4744-46EE-BC36-4B4ADFBE76FB}" dt="2024-09-17T16:29:14.144" v="4682" actId="47"/>
        <pc:sldMkLst>
          <pc:docMk/>
          <pc:sldMk cId="600423300" sldId="1533"/>
        </pc:sldMkLst>
      </pc:sldChg>
      <pc:sldChg chg="addSp delSp modSp add mod">
        <pc:chgData name="Sanmukh Kuppannagari" userId="ad215094-da36-4b66-9c79-369a17aea26b" providerId="ADAL" clId="{57CFD692-4744-46EE-BC36-4B4ADFBE76FB}" dt="2024-09-17T16:33:10.745" v="4806"/>
        <pc:sldMkLst>
          <pc:docMk/>
          <pc:sldMk cId="4249077636" sldId="1534"/>
        </pc:sldMkLst>
      </pc:sldChg>
      <pc:sldChg chg="addSp delSp modSp add mod">
        <pc:chgData name="Sanmukh Kuppannagari" userId="ad215094-da36-4b66-9c79-369a17aea26b" providerId="ADAL" clId="{57CFD692-4744-46EE-BC36-4B4ADFBE76FB}" dt="2024-09-17T16:33:16.361" v="4808"/>
        <pc:sldMkLst>
          <pc:docMk/>
          <pc:sldMk cId="335340187" sldId="1535"/>
        </pc:sldMkLst>
      </pc:sldChg>
      <pc:sldChg chg="addSp delSp modSp add mod">
        <pc:chgData name="Sanmukh Kuppannagari" userId="ad215094-da36-4b66-9c79-369a17aea26b" providerId="ADAL" clId="{57CFD692-4744-46EE-BC36-4B4ADFBE76FB}" dt="2024-09-17T16:33:22.104" v="4810"/>
        <pc:sldMkLst>
          <pc:docMk/>
          <pc:sldMk cId="2563148363" sldId="1536"/>
        </pc:sldMkLst>
      </pc:sldChg>
      <pc:sldChg chg="addSp delSp modSp add mod">
        <pc:chgData name="Sanmukh Kuppannagari" userId="ad215094-da36-4b66-9c79-369a17aea26b" providerId="ADAL" clId="{57CFD692-4744-46EE-BC36-4B4ADFBE76FB}" dt="2024-09-17T16:36:38.349" v="4866" actId="1076"/>
        <pc:sldMkLst>
          <pc:docMk/>
          <pc:sldMk cId="4060344090" sldId="1537"/>
        </pc:sldMkLst>
      </pc:sldChg>
      <pc:sldChg chg="addSp delSp modSp add mod">
        <pc:chgData name="Sanmukh Kuppannagari" userId="ad215094-da36-4b66-9c79-369a17aea26b" providerId="ADAL" clId="{57CFD692-4744-46EE-BC36-4B4ADFBE76FB}" dt="2024-09-17T16:34:47.230" v="4830" actId="207"/>
        <pc:sldMkLst>
          <pc:docMk/>
          <pc:sldMk cId="1917529413" sldId="1538"/>
        </pc:sldMkLst>
      </pc:sldChg>
      <pc:sldChg chg="modSp add mod">
        <pc:chgData name="Sanmukh Kuppannagari" userId="ad215094-da36-4b66-9c79-369a17aea26b" providerId="ADAL" clId="{57CFD692-4744-46EE-BC36-4B4ADFBE76FB}" dt="2024-09-17T16:35:38.286" v="4841" actId="207"/>
        <pc:sldMkLst>
          <pc:docMk/>
          <pc:sldMk cId="2364603884" sldId="1539"/>
        </pc:sldMkLst>
      </pc:sldChg>
      <pc:sldChg chg="modSp add">
        <pc:chgData name="Sanmukh Kuppannagari" userId="ad215094-da36-4b66-9c79-369a17aea26b" providerId="ADAL" clId="{57CFD692-4744-46EE-BC36-4B4ADFBE76FB}" dt="2024-09-17T16:36:08.447" v="4858" actId="207"/>
        <pc:sldMkLst>
          <pc:docMk/>
          <pc:sldMk cId="2896873436" sldId="1540"/>
        </pc:sldMkLst>
      </pc:sldChg>
      <pc:sldChg chg="addSp delSp modSp add mod">
        <pc:chgData name="Sanmukh Kuppannagari" userId="ad215094-da36-4b66-9c79-369a17aea26b" providerId="ADAL" clId="{57CFD692-4744-46EE-BC36-4B4ADFBE76FB}" dt="2024-09-17T16:37:32.517" v="4880" actId="207"/>
        <pc:sldMkLst>
          <pc:docMk/>
          <pc:sldMk cId="2873707918" sldId="1541"/>
        </pc:sldMkLst>
      </pc:sldChg>
      <pc:sldChg chg="delSp modSp add mod">
        <pc:chgData name="Sanmukh Kuppannagari" userId="ad215094-da36-4b66-9c79-369a17aea26b" providerId="ADAL" clId="{57CFD692-4744-46EE-BC36-4B4ADFBE76FB}" dt="2024-09-17T16:38:43.291" v="4909" actId="207"/>
        <pc:sldMkLst>
          <pc:docMk/>
          <pc:sldMk cId="2634998908" sldId="1542"/>
        </pc:sldMkLst>
      </pc:sldChg>
      <pc:sldChg chg="modSp add mod">
        <pc:chgData name="Sanmukh Kuppannagari" userId="ad215094-da36-4b66-9c79-369a17aea26b" providerId="ADAL" clId="{57CFD692-4744-46EE-BC36-4B4ADFBE76FB}" dt="2024-09-17T16:39:58.305" v="4918" actId="207"/>
        <pc:sldMkLst>
          <pc:docMk/>
          <pc:sldMk cId="1327029584" sldId="1543"/>
        </pc:sldMkLst>
      </pc:sldChg>
      <pc:sldChg chg="modSp add">
        <pc:chgData name="Sanmukh Kuppannagari" userId="ad215094-da36-4b66-9c79-369a17aea26b" providerId="ADAL" clId="{57CFD692-4744-46EE-BC36-4B4ADFBE76FB}" dt="2024-09-17T16:40:21.164" v="4935" actId="207"/>
        <pc:sldMkLst>
          <pc:docMk/>
          <pc:sldMk cId="2963799951" sldId="1544"/>
        </pc:sldMkLst>
      </pc:sldChg>
      <pc:sldChg chg="addSp modSp add mod">
        <pc:chgData name="Sanmukh Kuppannagari" userId="ad215094-da36-4b66-9c79-369a17aea26b" providerId="ADAL" clId="{57CFD692-4744-46EE-BC36-4B4ADFBE76FB}" dt="2024-09-17T16:40:48.746" v="4941" actId="14100"/>
        <pc:sldMkLst>
          <pc:docMk/>
          <pc:sldMk cId="64679798" sldId="1545"/>
        </pc:sldMkLst>
      </pc:sldChg>
      <pc:sldChg chg="modSp new mod">
        <pc:chgData name="Sanmukh Kuppannagari" userId="ad215094-da36-4b66-9c79-369a17aea26b" providerId="ADAL" clId="{57CFD692-4744-46EE-BC36-4B4ADFBE76FB}" dt="2024-09-17T17:22:57.522" v="6126" actId="20577"/>
        <pc:sldMkLst>
          <pc:docMk/>
          <pc:sldMk cId="1378971665" sldId="1546"/>
        </pc:sldMkLst>
      </pc:sldChg>
      <pc:sldChg chg="addSp modSp new mod">
        <pc:chgData name="Sanmukh Kuppannagari" userId="ad215094-da36-4b66-9c79-369a17aea26b" providerId="ADAL" clId="{57CFD692-4744-46EE-BC36-4B4ADFBE76FB}" dt="2024-09-17T17:25:16.114" v="6207" actId="14100"/>
        <pc:sldMkLst>
          <pc:docMk/>
          <pc:sldMk cId="2055355578" sldId="1547"/>
        </pc:sldMkLst>
      </pc:sldChg>
      <pc:sldChg chg="modSp add mod">
        <pc:chgData name="Sanmukh Kuppannagari" userId="ad215094-da36-4b66-9c79-369a17aea26b" providerId="ADAL" clId="{57CFD692-4744-46EE-BC36-4B4ADFBE76FB}" dt="2024-09-17T17:20:59.089" v="5991" actId="20577"/>
        <pc:sldMkLst>
          <pc:docMk/>
          <pc:sldMk cId="3972000199" sldId="1548"/>
        </pc:sldMkLst>
      </pc:sldChg>
    </pc:docChg>
  </pc:docChgLst>
  <pc:docChgLst>
    <pc:chgData name="Sanmukh Kuppannagari" userId="ad215094-da36-4b66-9c79-369a17aea26b" providerId="ADAL" clId="{2282FFC7-29A6-4174-8285-4717AC3C90CE}"/>
    <pc:docChg chg="undo custSel addSld delSld modSld">
      <pc:chgData name="Sanmukh Kuppannagari" userId="ad215094-da36-4b66-9c79-369a17aea26b" providerId="ADAL" clId="{2282FFC7-29A6-4174-8285-4717AC3C90CE}" dt="2024-10-24T19:29:55.223" v="2576" actId="6549"/>
      <pc:docMkLst>
        <pc:docMk/>
      </pc:docMkLst>
      <pc:sldChg chg="modSp mod">
        <pc:chgData name="Sanmukh Kuppannagari" userId="ad215094-da36-4b66-9c79-369a17aea26b" providerId="ADAL" clId="{2282FFC7-29A6-4174-8285-4717AC3C90CE}" dt="2024-10-24T12:43:45.679" v="2" actId="20577"/>
        <pc:sldMkLst>
          <pc:docMk/>
          <pc:sldMk cId="728785357" sldId="25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017305151" sldId="261"/>
        </pc:sldMkLst>
      </pc:sldChg>
      <pc:sldChg chg="add del">
        <pc:chgData name="Sanmukh Kuppannagari" userId="ad215094-da36-4b66-9c79-369a17aea26b" providerId="ADAL" clId="{2282FFC7-29A6-4174-8285-4717AC3C90CE}" dt="2024-10-24T14:46:44.195" v="2194" actId="47"/>
        <pc:sldMkLst>
          <pc:docMk/>
          <pc:sldMk cId="1227806320" sldId="379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513480161" sldId="380"/>
        </pc:sldMkLst>
      </pc:sldChg>
      <pc:sldChg chg="modSp add">
        <pc:chgData name="Sanmukh Kuppannagari" userId="ad215094-da36-4b66-9c79-369a17aea26b" providerId="ADAL" clId="{2282FFC7-29A6-4174-8285-4717AC3C90CE}" dt="2024-10-24T13:03:10.198" v="329" actId="20577"/>
        <pc:sldMkLst>
          <pc:docMk/>
          <pc:sldMk cId="493727002" sldId="381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987569806" sldId="382"/>
        </pc:sldMkLst>
      </pc:sldChg>
      <pc:sldChg chg="modSp add">
        <pc:chgData name="Sanmukh Kuppannagari" userId="ad215094-da36-4b66-9c79-369a17aea26b" providerId="ADAL" clId="{2282FFC7-29A6-4174-8285-4717AC3C90CE}" dt="2024-10-24T13:04:51.711" v="435" actId="207"/>
        <pc:sldMkLst>
          <pc:docMk/>
          <pc:sldMk cId="2314141646" sldId="383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4166039725" sldId="384"/>
        </pc:sldMkLst>
      </pc:sldChg>
      <pc:sldChg chg="addSp modSp add mod">
        <pc:chgData name="Sanmukh Kuppannagari" userId="ad215094-da36-4b66-9c79-369a17aea26b" providerId="ADAL" clId="{2282FFC7-29A6-4174-8285-4717AC3C90CE}" dt="2024-10-24T13:26:41.186" v="711" actId="1076"/>
        <pc:sldMkLst>
          <pc:docMk/>
          <pc:sldMk cId="3918348740" sldId="385"/>
        </pc:sldMkLst>
      </pc:sldChg>
      <pc:sldChg chg="modSp add mod">
        <pc:chgData name="Sanmukh Kuppannagari" userId="ad215094-da36-4b66-9c79-369a17aea26b" providerId="ADAL" clId="{2282FFC7-29A6-4174-8285-4717AC3C90CE}" dt="2024-10-24T13:03:43.074" v="431" actId="20577"/>
        <pc:sldMkLst>
          <pc:docMk/>
          <pc:sldMk cId="2501429446" sldId="386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64301062" sldId="387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600441437" sldId="388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207470624" sldId="389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1815334288" sldId="390"/>
        </pc:sldMkLst>
      </pc:sldChg>
      <pc:sldChg chg="modSp add">
        <pc:chgData name="Sanmukh Kuppannagari" userId="ad215094-da36-4b66-9c79-369a17aea26b" providerId="ADAL" clId="{2282FFC7-29A6-4174-8285-4717AC3C90CE}" dt="2024-10-24T13:09:32.411" v="464" actId="20577"/>
        <pc:sldMkLst>
          <pc:docMk/>
          <pc:sldMk cId="839902624" sldId="392"/>
        </pc:sldMkLst>
      </pc:sldChg>
      <pc:sldChg chg="add del">
        <pc:chgData name="Sanmukh Kuppannagari" userId="ad215094-da36-4b66-9c79-369a17aea26b" providerId="ADAL" clId="{2282FFC7-29A6-4174-8285-4717AC3C90CE}" dt="2024-10-24T13:09:36.238" v="465" actId="47"/>
        <pc:sldMkLst>
          <pc:docMk/>
          <pc:sldMk cId="1019069846" sldId="393"/>
        </pc:sldMkLst>
      </pc:sldChg>
      <pc:sldChg chg="modSp add">
        <pc:chgData name="Sanmukh Kuppannagari" userId="ad215094-da36-4b66-9c79-369a17aea26b" providerId="ADAL" clId="{2282FFC7-29A6-4174-8285-4717AC3C90CE}" dt="2024-10-24T14:22:30.648" v="1145" actId="20577"/>
        <pc:sldMkLst>
          <pc:docMk/>
          <pc:sldMk cId="769510508" sldId="394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810649952" sldId="395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761232548" sldId="396"/>
        </pc:sldMkLst>
      </pc:sldChg>
      <pc:sldChg chg="add del">
        <pc:chgData name="Sanmukh Kuppannagari" userId="ad215094-da36-4b66-9c79-369a17aea26b" providerId="ADAL" clId="{2282FFC7-29A6-4174-8285-4717AC3C90CE}" dt="2024-10-24T14:47:06.182" v="2199" actId="47"/>
        <pc:sldMkLst>
          <pc:docMk/>
          <pc:sldMk cId="3467862507" sldId="398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4086022481" sldId="399"/>
        </pc:sldMkLst>
      </pc:sldChg>
      <pc:sldChg chg="modSp add">
        <pc:chgData name="Sanmukh Kuppannagari" userId="ad215094-da36-4b66-9c79-369a17aea26b" providerId="ADAL" clId="{2282FFC7-29A6-4174-8285-4717AC3C90CE}" dt="2024-10-24T14:31:51.119" v="1277" actId="20577"/>
        <pc:sldMkLst>
          <pc:docMk/>
          <pc:sldMk cId="635767275" sldId="400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201861459" sldId="401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673632280" sldId="402"/>
        </pc:sldMkLst>
      </pc:sldChg>
      <pc:sldChg chg="modSp add mod">
        <pc:chgData name="Sanmukh Kuppannagari" userId="ad215094-da36-4b66-9c79-369a17aea26b" providerId="ADAL" clId="{2282FFC7-29A6-4174-8285-4717AC3C90CE}" dt="2024-10-24T14:32:08.878" v="1280" actId="20577"/>
        <pc:sldMkLst>
          <pc:docMk/>
          <pc:sldMk cId="729842550" sldId="403"/>
        </pc:sldMkLst>
      </pc:sldChg>
      <pc:sldChg chg="modSp add">
        <pc:chgData name="Sanmukh Kuppannagari" userId="ad215094-da36-4b66-9c79-369a17aea26b" providerId="ADAL" clId="{2282FFC7-29A6-4174-8285-4717AC3C90CE}" dt="2024-10-24T14:32:16.513" v="1281" actId="20577"/>
        <pc:sldMkLst>
          <pc:docMk/>
          <pc:sldMk cId="173111426" sldId="404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1384020216" sldId="405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893908978" sldId="406"/>
        </pc:sldMkLst>
      </pc:sldChg>
      <pc:sldChg chg="modSp add">
        <pc:chgData name="Sanmukh Kuppannagari" userId="ad215094-da36-4b66-9c79-369a17aea26b" providerId="ADAL" clId="{2282FFC7-29A6-4174-8285-4717AC3C90CE}" dt="2024-10-24T14:32:42.022" v="1283" actId="20577"/>
        <pc:sldMkLst>
          <pc:docMk/>
          <pc:sldMk cId="3967707079" sldId="407"/>
        </pc:sldMkLst>
      </pc:sldChg>
      <pc:sldChg chg="modSp add">
        <pc:chgData name="Sanmukh Kuppannagari" userId="ad215094-da36-4b66-9c79-369a17aea26b" providerId="ADAL" clId="{2282FFC7-29A6-4174-8285-4717AC3C90CE}" dt="2024-10-24T14:32:53.787" v="1285" actId="20577"/>
        <pc:sldMkLst>
          <pc:docMk/>
          <pc:sldMk cId="2134846611" sldId="408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4105409593" sldId="409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441650656" sldId="410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966939341" sldId="411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1630215837" sldId="412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593562061" sldId="413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279492699" sldId="414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180999186" sldId="415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780168295" sldId="416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306970955" sldId="417"/>
        </pc:sldMkLst>
      </pc:sldChg>
      <pc:sldChg chg="modSp add mod">
        <pc:chgData name="Sanmukh Kuppannagari" userId="ad215094-da36-4b66-9c79-369a17aea26b" providerId="ADAL" clId="{2282FFC7-29A6-4174-8285-4717AC3C90CE}" dt="2024-10-24T14:42:05.704" v="1923"/>
        <pc:sldMkLst>
          <pc:docMk/>
          <pc:sldMk cId="645276164" sldId="41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958832422" sldId="130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120621833" sldId="130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761206213" sldId="130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947096827" sldId="134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554485064" sldId="135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091206708" sldId="136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760047259" sldId="138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990091177" sldId="138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798029583" sldId="139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89880766" sldId="1393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547436486" sldId="139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02618607" sldId="139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76476748" sldId="139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26597970" sldId="1397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317642017" sldId="139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917602464" sldId="139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35936496" sldId="140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700221882" sldId="140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296018570" sldId="140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582163347" sldId="1403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904800431" sldId="140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392244592" sldId="140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697652818" sldId="140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455634612" sldId="1407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839119350" sldId="140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080220527" sldId="140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47426298" sldId="141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4009862055" sldId="141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931076547" sldId="141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99857702" sldId="1413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715450416" sldId="141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796868375" sldId="1417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4085597991" sldId="141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151372455" sldId="141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565169132" sldId="142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52650841" sldId="142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777539220" sldId="142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831660177" sldId="1423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959762428" sldId="142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018266416" sldId="142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64869930" sldId="142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229075924" sldId="1427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588611062" sldId="142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598700407" sldId="142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81585255" sldId="1430"/>
        </pc:sldMkLst>
      </pc:sldChg>
      <pc:sldChg chg="modSp add mod">
        <pc:chgData name="Sanmukh Kuppannagari" userId="ad215094-da36-4b66-9c79-369a17aea26b" providerId="ADAL" clId="{2282FFC7-29A6-4174-8285-4717AC3C90CE}" dt="2024-10-24T18:04:46.781" v="2355" actId="20577"/>
        <pc:sldMkLst>
          <pc:docMk/>
          <pc:sldMk cId="2866512624" sldId="143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320575543" sldId="1431"/>
        </pc:sldMkLst>
      </pc:sldChg>
      <pc:sldChg chg="add">
        <pc:chgData name="Sanmukh Kuppannagari" userId="ad215094-da36-4b66-9c79-369a17aea26b" providerId="ADAL" clId="{2282FFC7-29A6-4174-8285-4717AC3C90CE}" dt="2024-10-24T14:46:08.480" v="2168"/>
        <pc:sldMkLst>
          <pc:docMk/>
          <pc:sldMk cId="3924068536" sldId="1431"/>
        </pc:sldMkLst>
      </pc:sldChg>
      <pc:sldChg chg="add">
        <pc:chgData name="Sanmukh Kuppannagari" userId="ad215094-da36-4b66-9c79-369a17aea26b" providerId="ADAL" clId="{2282FFC7-29A6-4174-8285-4717AC3C90CE}" dt="2024-10-24T14:46:08.480" v="2168"/>
        <pc:sldMkLst>
          <pc:docMk/>
          <pc:sldMk cId="161308088" sldId="143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263179583" sldId="143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873356031" sldId="1433"/>
        </pc:sldMkLst>
      </pc:sldChg>
      <pc:sldChg chg="add">
        <pc:chgData name="Sanmukh Kuppannagari" userId="ad215094-da36-4b66-9c79-369a17aea26b" providerId="ADAL" clId="{2282FFC7-29A6-4174-8285-4717AC3C90CE}" dt="2024-10-24T14:46:08.480" v="2168"/>
        <pc:sldMkLst>
          <pc:docMk/>
          <pc:sldMk cId="1015219598" sldId="1433"/>
        </pc:sldMkLst>
      </pc:sldChg>
      <pc:sldChg chg="add">
        <pc:chgData name="Sanmukh Kuppannagari" userId="ad215094-da36-4b66-9c79-369a17aea26b" providerId="ADAL" clId="{2282FFC7-29A6-4174-8285-4717AC3C90CE}" dt="2024-10-24T14:46:08.480" v="2168"/>
        <pc:sldMkLst>
          <pc:docMk/>
          <pc:sldMk cId="1219106765" sldId="143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141082296" sldId="1434"/>
        </pc:sldMkLst>
      </pc:sldChg>
      <pc:sldChg chg="add">
        <pc:chgData name="Sanmukh Kuppannagari" userId="ad215094-da36-4b66-9c79-369a17aea26b" providerId="ADAL" clId="{2282FFC7-29A6-4174-8285-4717AC3C90CE}" dt="2024-10-24T14:46:08.480" v="2168"/>
        <pc:sldMkLst>
          <pc:docMk/>
          <pc:sldMk cId="2052288365" sldId="143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565562540" sldId="143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868073248" sldId="143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546537403" sldId="1437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588532588" sldId="143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606166730" sldId="143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832541632" sldId="144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439492477" sldId="144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863061003" sldId="144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12789784" sldId="1549"/>
        </pc:sldMkLst>
      </pc:sldChg>
      <pc:sldChg chg="modSp mod">
        <pc:chgData name="Sanmukh Kuppannagari" userId="ad215094-da36-4b66-9c79-369a17aea26b" providerId="ADAL" clId="{2282FFC7-29A6-4174-8285-4717AC3C90CE}" dt="2024-10-24T13:02:01.872" v="272" actId="20577"/>
        <pc:sldMkLst>
          <pc:docMk/>
          <pc:sldMk cId="1297240811" sldId="1551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518660825" sldId="1552"/>
        </pc:sldMkLst>
      </pc:sldChg>
      <pc:sldChg chg="addSp delSp modSp new mod">
        <pc:chgData name="Sanmukh Kuppannagari" userId="ad215094-da36-4b66-9c79-369a17aea26b" providerId="ADAL" clId="{2282FFC7-29A6-4174-8285-4717AC3C90CE}" dt="2024-10-24T14:21:54.808" v="1141" actId="1076"/>
        <pc:sldMkLst>
          <pc:docMk/>
          <pc:sldMk cId="1668494294" sldId="1553"/>
        </pc:sldMkLst>
      </pc:sldChg>
      <pc:sldChg chg="addSp modSp add mod">
        <pc:chgData name="Sanmukh Kuppannagari" userId="ad215094-da36-4b66-9c79-369a17aea26b" providerId="ADAL" clId="{2282FFC7-29A6-4174-8285-4717AC3C90CE}" dt="2024-10-24T14:22:04.314" v="1142"/>
        <pc:sldMkLst>
          <pc:docMk/>
          <pc:sldMk cId="2501767924" sldId="1554"/>
        </pc:sldMkLst>
      </pc:sldChg>
      <pc:sldChg chg="addSp delSp modSp add mod">
        <pc:chgData name="Sanmukh Kuppannagari" userId="ad215094-da36-4b66-9c79-369a17aea26b" providerId="ADAL" clId="{2282FFC7-29A6-4174-8285-4717AC3C90CE}" dt="2024-10-24T14:23:04.472" v="1150" actId="20577"/>
        <pc:sldMkLst>
          <pc:docMk/>
          <pc:sldMk cId="1362731012" sldId="1555"/>
        </pc:sldMkLst>
      </pc:sldChg>
      <pc:sldChg chg="delSp modSp add mod">
        <pc:chgData name="Sanmukh Kuppannagari" userId="ad215094-da36-4b66-9c79-369a17aea26b" providerId="ADAL" clId="{2282FFC7-29A6-4174-8285-4717AC3C90CE}" dt="2024-10-24T14:14:35.836" v="918" actId="20577"/>
        <pc:sldMkLst>
          <pc:docMk/>
          <pc:sldMk cId="4090303317" sldId="1556"/>
        </pc:sldMkLst>
      </pc:sldChg>
      <pc:sldChg chg="modSp add">
        <pc:chgData name="Sanmukh Kuppannagari" userId="ad215094-da36-4b66-9c79-369a17aea26b" providerId="ADAL" clId="{2282FFC7-29A6-4174-8285-4717AC3C90CE}" dt="2024-10-24T14:22:49.686" v="1148" actId="20577"/>
        <pc:sldMkLst>
          <pc:docMk/>
          <pc:sldMk cId="3429093343" sldId="1557"/>
        </pc:sldMkLst>
      </pc:sldChg>
      <pc:sldChg chg="modSp add">
        <pc:chgData name="Sanmukh Kuppannagari" userId="ad215094-da36-4b66-9c79-369a17aea26b" providerId="ADAL" clId="{2282FFC7-29A6-4174-8285-4717AC3C90CE}" dt="2024-10-24T14:23:16.961" v="1152" actId="20577"/>
        <pc:sldMkLst>
          <pc:docMk/>
          <pc:sldMk cId="400322744" sldId="1558"/>
        </pc:sldMkLst>
      </pc:sldChg>
      <pc:sldChg chg="delSp modSp add mod">
        <pc:chgData name="Sanmukh Kuppannagari" userId="ad215094-da36-4b66-9c79-369a17aea26b" providerId="ADAL" clId="{2282FFC7-29A6-4174-8285-4717AC3C90CE}" dt="2024-10-24T14:23:28.852" v="1153" actId="20577"/>
        <pc:sldMkLst>
          <pc:docMk/>
          <pc:sldMk cId="2084123303" sldId="1559"/>
        </pc:sldMkLst>
      </pc:sldChg>
      <pc:sldChg chg="addSp delSp modSp add mod">
        <pc:chgData name="Sanmukh Kuppannagari" userId="ad215094-da36-4b66-9c79-369a17aea26b" providerId="ADAL" clId="{2282FFC7-29A6-4174-8285-4717AC3C90CE}" dt="2024-10-24T14:23:38.892" v="1155" actId="20577"/>
        <pc:sldMkLst>
          <pc:docMk/>
          <pc:sldMk cId="2891138365" sldId="1560"/>
        </pc:sldMkLst>
      </pc:sldChg>
      <pc:sldChg chg="modSp add">
        <pc:chgData name="Sanmukh Kuppannagari" userId="ad215094-da36-4b66-9c79-369a17aea26b" providerId="ADAL" clId="{2282FFC7-29A6-4174-8285-4717AC3C90CE}" dt="2024-10-24T14:23:48.804" v="1157" actId="20577"/>
        <pc:sldMkLst>
          <pc:docMk/>
          <pc:sldMk cId="735200732" sldId="1561"/>
        </pc:sldMkLst>
      </pc:sldChg>
      <pc:sldChg chg="addSp delSp modSp add mod">
        <pc:chgData name="Sanmukh Kuppannagari" userId="ad215094-da36-4b66-9c79-369a17aea26b" providerId="ADAL" clId="{2282FFC7-29A6-4174-8285-4717AC3C90CE}" dt="2024-10-24T14:24:04.998" v="1160" actId="20577"/>
        <pc:sldMkLst>
          <pc:docMk/>
          <pc:sldMk cId="184633821" sldId="1562"/>
        </pc:sldMkLst>
      </pc:sldChg>
      <pc:sldChg chg="delSp modSp add mod">
        <pc:chgData name="Sanmukh Kuppannagari" userId="ad215094-da36-4b66-9c79-369a17aea26b" providerId="ADAL" clId="{2282FFC7-29A6-4174-8285-4717AC3C90CE}" dt="2024-10-24T14:25:11.973" v="1266" actId="478"/>
        <pc:sldMkLst>
          <pc:docMk/>
          <pc:sldMk cId="3469590337" sldId="1563"/>
        </pc:sldMkLst>
      </pc:sldChg>
      <pc:sldChg chg="modSp new mod">
        <pc:chgData name="Sanmukh Kuppannagari" userId="ad215094-da36-4b66-9c79-369a17aea26b" providerId="ADAL" clId="{2282FFC7-29A6-4174-8285-4717AC3C90CE}" dt="2024-10-24T14:33:47.998" v="1365" actId="207"/>
        <pc:sldMkLst>
          <pc:docMk/>
          <pc:sldMk cId="477277082" sldId="1564"/>
        </pc:sldMkLst>
      </pc:sldChg>
      <pc:sldChg chg="addSp modSp add mod">
        <pc:chgData name="Sanmukh Kuppannagari" userId="ad215094-da36-4b66-9c79-369a17aea26b" providerId="ADAL" clId="{2282FFC7-29A6-4174-8285-4717AC3C90CE}" dt="2024-10-24T14:39:01.465" v="1455" actId="20577"/>
        <pc:sldMkLst>
          <pc:docMk/>
          <pc:sldMk cId="1326569452" sldId="1565"/>
        </pc:sldMkLst>
      </pc:sldChg>
      <pc:sldChg chg="modSp new mod">
        <pc:chgData name="Sanmukh Kuppannagari" userId="ad215094-da36-4b66-9c79-369a17aea26b" providerId="ADAL" clId="{2282FFC7-29A6-4174-8285-4717AC3C90CE}" dt="2024-10-24T14:41:58.247" v="1922" actId="20577"/>
        <pc:sldMkLst>
          <pc:docMk/>
          <pc:sldMk cId="1520463495" sldId="1566"/>
        </pc:sldMkLst>
      </pc:sldChg>
      <pc:sldChg chg="modSp new mod">
        <pc:chgData name="Sanmukh Kuppannagari" userId="ad215094-da36-4b66-9c79-369a17aea26b" providerId="ADAL" clId="{2282FFC7-29A6-4174-8285-4717AC3C90CE}" dt="2024-10-24T14:43:11.030" v="2167" actId="20577"/>
        <pc:sldMkLst>
          <pc:docMk/>
          <pc:sldMk cId="196759949" sldId="1567"/>
        </pc:sldMkLst>
      </pc:sldChg>
      <pc:sldChg chg="modSp add mod">
        <pc:chgData name="Sanmukh Kuppannagari" userId="ad215094-da36-4b66-9c79-369a17aea26b" providerId="ADAL" clId="{2282FFC7-29A6-4174-8285-4717AC3C90CE}" dt="2024-10-24T14:46:27.005" v="2190" actId="14"/>
        <pc:sldMkLst>
          <pc:docMk/>
          <pc:sldMk cId="3183358524" sldId="1568"/>
        </pc:sldMkLst>
      </pc:sldChg>
      <pc:sldChg chg="modSp add mod">
        <pc:chgData name="Sanmukh Kuppannagari" userId="ad215094-da36-4b66-9c79-369a17aea26b" providerId="ADAL" clId="{2282FFC7-29A6-4174-8285-4717AC3C90CE}" dt="2024-10-24T14:46:37.077" v="2192" actId="207"/>
        <pc:sldMkLst>
          <pc:docMk/>
          <pc:sldMk cId="3292789048" sldId="1569"/>
        </pc:sldMkLst>
      </pc:sldChg>
      <pc:sldChg chg="modSp add mod">
        <pc:chgData name="Sanmukh Kuppannagari" userId="ad215094-da36-4b66-9c79-369a17aea26b" providerId="ADAL" clId="{2282FFC7-29A6-4174-8285-4717AC3C90CE}" dt="2024-10-24T14:46:51.195" v="2196" actId="207"/>
        <pc:sldMkLst>
          <pc:docMk/>
          <pc:sldMk cId="3123235236" sldId="1570"/>
        </pc:sldMkLst>
      </pc:sldChg>
      <pc:sldChg chg="modSp add mod">
        <pc:chgData name="Sanmukh Kuppannagari" userId="ad215094-da36-4b66-9c79-369a17aea26b" providerId="ADAL" clId="{2282FFC7-29A6-4174-8285-4717AC3C90CE}" dt="2024-10-24T14:47:02.736" v="2198" actId="207"/>
        <pc:sldMkLst>
          <pc:docMk/>
          <pc:sldMk cId="3645698628" sldId="1571"/>
        </pc:sldMkLst>
      </pc:sldChg>
      <pc:sldChg chg="modSp new mod">
        <pc:chgData name="Sanmukh Kuppannagari" userId="ad215094-da36-4b66-9c79-369a17aea26b" providerId="ADAL" clId="{2282FFC7-29A6-4174-8285-4717AC3C90CE}" dt="2024-10-24T19:29:55.223" v="2576" actId="6549"/>
        <pc:sldMkLst>
          <pc:docMk/>
          <pc:sldMk cId="1878988337" sldId="1572"/>
        </pc:sldMkLst>
      </pc:sldChg>
      <pc:sldChg chg="addSp modSp new mod">
        <pc:chgData name="Sanmukh Kuppannagari" userId="ad215094-da36-4b66-9c79-369a17aea26b" providerId="ADAL" clId="{2282FFC7-29A6-4174-8285-4717AC3C90CE}" dt="2024-10-24T18:03:41.195" v="2353" actId="1076"/>
        <pc:sldMkLst>
          <pc:docMk/>
          <pc:sldMk cId="123768210" sldId="1573"/>
        </pc:sldMkLst>
      </pc:sldChg>
      <pc:sldChg chg="modSp new mod">
        <pc:chgData name="Sanmukh Kuppannagari" userId="ad215094-da36-4b66-9c79-369a17aea26b" providerId="ADAL" clId="{2282FFC7-29A6-4174-8285-4717AC3C90CE}" dt="2024-10-24T18:17:29.465" v="2546" actId="20577"/>
        <pc:sldMkLst>
          <pc:docMk/>
          <pc:sldMk cId="3278008166" sldId="1574"/>
        </pc:sldMkLst>
      </pc:sldChg>
      <pc:sldChg chg="modSp new mod">
        <pc:chgData name="Sanmukh Kuppannagari" userId="ad215094-da36-4b66-9c79-369a17aea26b" providerId="ADAL" clId="{2282FFC7-29A6-4174-8285-4717AC3C90CE}" dt="2024-10-24T18:17:51.597" v="2575"/>
        <pc:sldMkLst>
          <pc:docMk/>
          <pc:sldMk cId="1171121697" sldId="157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500153295" sldId="1613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880060560" sldId="161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528850612" sldId="161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587678191" sldId="161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602862771" sldId="1617"/>
        </pc:sldMkLst>
      </pc:sldChg>
    </pc:docChg>
  </pc:docChgLst>
  <pc:docChgLst>
    <pc:chgData name="Sanmukh Kuppannagari" userId="ad215094-da36-4b66-9c79-369a17aea26b" providerId="ADAL" clId="{5FCC71F3-C825-43C2-BB90-7A89A27DA80B}"/>
    <pc:docChg chg="undo custSel addSld delSld modSld sldOrd">
      <pc:chgData name="Sanmukh Kuppannagari" userId="ad215094-da36-4b66-9c79-369a17aea26b" providerId="ADAL" clId="{5FCC71F3-C825-43C2-BB90-7A89A27DA80B}" dt="2024-08-27T14:56:17.359" v="2869" actId="1076"/>
      <pc:docMkLst>
        <pc:docMk/>
      </pc:docMkLst>
      <pc:sldChg chg="modSp mod">
        <pc:chgData name="Sanmukh Kuppannagari" userId="ad215094-da36-4b66-9c79-369a17aea26b" providerId="ADAL" clId="{5FCC71F3-C825-43C2-BB90-7A89A27DA80B}" dt="2024-08-27T12:44:58.871" v="21" actId="20577"/>
        <pc:sldMkLst>
          <pc:docMk/>
          <pc:sldMk cId="728785357" sldId="256"/>
        </pc:sldMkLst>
      </pc:sldChg>
      <pc:sldChg chg="addSp delSp modSp mod">
        <pc:chgData name="Sanmukh Kuppannagari" userId="ad215094-da36-4b66-9c79-369a17aea26b" providerId="ADAL" clId="{5FCC71F3-C825-43C2-BB90-7A89A27DA80B}" dt="2024-08-27T14:56:17.359" v="2869" actId="1076"/>
        <pc:sldMkLst>
          <pc:docMk/>
          <pc:sldMk cId="1853368443" sldId="257"/>
        </pc:sldMkLst>
      </pc:sldChg>
      <pc:sldChg chg="modSp mod">
        <pc:chgData name="Sanmukh Kuppannagari" userId="ad215094-da36-4b66-9c79-369a17aea26b" providerId="ADAL" clId="{5FCC71F3-C825-43C2-BB90-7A89A27DA80B}" dt="2024-08-27T12:45:35.542" v="27" actId="6549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5FCC71F3-C825-43C2-BB90-7A89A27DA80B}" dt="2024-08-27T12:46:21.210" v="33" actId="47"/>
        <pc:sldMkLst>
          <pc:docMk/>
          <pc:sldMk cId="2115879010" sldId="263"/>
        </pc:sldMkLst>
      </pc:sldChg>
      <pc:sldChg chg="modSp mod">
        <pc:chgData name="Sanmukh Kuppannagari" userId="ad215094-da36-4b66-9c79-369a17aea26b" providerId="ADAL" clId="{5FCC71F3-C825-43C2-BB90-7A89A27DA80B}" dt="2024-08-27T12:47:52.206" v="81" actId="20577"/>
        <pc:sldMkLst>
          <pc:docMk/>
          <pc:sldMk cId="4279812585" sldId="264"/>
        </pc:sldMkLst>
      </pc:sldChg>
      <pc:sldChg chg="modSp mod">
        <pc:chgData name="Sanmukh Kuppannagari" userId="ad215094-da36-4b66-9c79-369a17aea26b" providerId="ADAL" clId="{5FCC71F3-C825-43C2-BB90-7A89A27DA80B}" dt="2024-08-27T13:46:38.444" v="734" actId="20577"/>
        <pc:sldMkLst>
          <pc:docMk/>
          <pc:sldMk cId="229327562" sldId="265"/>
        </pc:sldMkLst>
      </pc:sldChg>
      <pc:sldChg chg="modSp mod">
        <pc:chgData name="Sanmukh Kuppannagari" userId="ad215094-da36-4b66-9c79-369a17aea26b" providerId="ADAL" clId="{5FCC71F3-C825-43C2-BB90-7A89A27DA80B}" dt="2024-08-27T13:48:25.862" v="819" actId="20577"/>
        <pc:sldMkLst>
          <pc:docMk/>
          <pc:sldMk cId="773656466" sldId="266"/>
        </pc:sldMkLst>
      </pc:sldChg>
      <pc:sldChg chg="modSp mod">
        <pc:chgData name="Sanmukh Kuppannagari" userId="ad215094-da36-4b66-9c79-369a17aea26b" providerId="ADAL" clId="{5FCC71F3-C825-43C2-BB90-7A89A27DA80B}" dt="2024-08-27T13:44:27.239" v="709" actId="27636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517079826" sldId="274"/>
        </pc:sldMkLst>
      </pc:sldChg>
      <pc:sldChg chg="modSp mod">
        <pc:chgData name="Sanmukh Kuppannagari" userId="ad215094-da36-4b66-9c79-369a17aea26b" providerId="ADAL" clId="{5FCC71F3-C825-43C2-BB90-7A89A27DA80B}" dt="2024-08-27T14:22:04.340" v="2079" actId="20577"/>
        <pc:sldMkLst>
          <pc:docMk/>
          <pc:sldMk cId="1064585860" sldId="277"/>
        </pc:sldMkLst>
      </pc:sldChg>
      <pc:sldChg chg="modSp mod">
        <pc:chgData name="Sanmukh Kuppannagari" userId="ad215094-da36-4b66-9c79-369a17aea26b" providerId="ADAL" clId="{5FCC71F3-C825-43C2-BB90-7A89A27DA80B}" dt="2024-08-27T13:57:02.226" v="873" actId="20577"/>
        <pc:sldMkLst>
          <pc:docMk/>
          <pc:sldMk cId="2392899443" sldId="278"/>
        </pc:sldMkLst>
      </pc:sldChg>
      <pc:sldChg chg="modSp mod">
        <pc:chgData name="Sanmukh Kuppannagari" userId="ad215094-da36-4b66-9c79-369a17aea26b" providerId="ADAL" clId="{5FCC71F3-C825-43C2-BB90-7A89A27DA80B}" dt="2024-08-27T13:57:06.581" v="874" actId="20577"/>
        <pc:sldMkLst>
          <pc:docMk/>
          <pc:sldMk cId="3752910855" sldId="279"/>
        </pc:sldMkLst>
      </pc:sldChg>
      <pc:sldChg chg="modSp del mod">
        <pc:chgData name="Sanmukh Kuppannagari" userId="ad215094-da36-4b66-9c79-369a17aea26b" providerId="ADAL" clId="{5FCC71F3-C825-43C2-BB90-7A89A27DA80B}" dt="2024-08-27T14:01:55.303" v="877" actId="47"/>
        <pc:sldMkLst>
          <pc:docMk/>
          <pc:sldMk cId="621001467" sldId="280"/>
        </pc:sldMkLst>
      </pc:sldChg>
      <pc:sldChg chg="modSp mod">
        <pc:chgData name="Sanmukh Kuppannagari" userId="ad215094-da36-4b66-9c79-369a17aea26b" providerId="ADAL" clId="{5FCC71F3-C825-43C2-BB90-7A89A27DA80B}" dt="2024-08-27T14:18:22.939" v="1920" actId="20577"/>
        <pc:sldMkLst>
          <pc:docMk/>
          <pc:sldMk cId="3740158276" sldId="281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1659248167" sldId="282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3056812290" sldId="283"/>
        </pc:sldMkLst>
      </pc:sldChg>
      <pc:sldChg chg="modSp mod">
        <pc:chgData name="Sanmukh Kuppannagari" userId="ad215094-da36-4b66-9c79-369a17aea26b" providerId="ADAL" clId="{5FCC71F3-C825-43C2-BB90-7A89A27DA80B}" dt="2024-08-27T14:30:48.700" v="2231" actId="20577"/>
        <pc:sldMkLst>
          <pc:docMk/>
          <pc:sldMk cId="2158303791" sldId="288"/>
        </pc:sldMkLst>
      </pc:sldChg>
      <pc:sldChg chg="del">
        <pc:chgData name="Sanmukh Kuppannagari" userId="ad215094-da36-4b66-9c79-369a17aea26b" providerId="ADAL" clId="{5FCC71F3-C825-43C2-BB90-7A89A27DA80B}" dt="2024-08-27T12:45:39.178" v="28" actId="47"/>
        <pc:sldMkLst>
          <pc:docMk/>
          <pc:sldMk cId="570291501" sldId="289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00871894" sldId="293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5FCC71F3-C825-43C2-BB90-7A89A27DA80B}" dt="2024-08-27T12:46:57.001" v="38" actId="47"/>
        <pc:sldMkLst>
          <pc:docMk/>
          <pc:sldMk cId="670794243" sldId="301"/>
        </pc:sldMkLst>
      </pc:sldChg>
      <pc:sldChg chg="del">
        <pc:chgData name="Sanmukh Kuppannagari" userId="ad215094-da36-4b66-9c79-369a17aea26b" providerId="ADAL" clId="{5FCC71F3-C825-43C2-BB90-7A89A27DA80B}" dt="2024-08-27T12:46:10.357" v="31" actId="47"/>
        <pc:sldMkLst>
          <pc:docMk/>
          <pc:sldMk cId="2162272" sldId="302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456202256" sldId="307"/>
        </pc:sldMkLst>
      </pc:sldChg>
      <pc:sldChg chg="modSp mod">
        <pc:chgData name="Sanmukh Kuppannagari" userId="ad215094-da36-4b66-9c79-369a17aea26b" providerId="ADAL" clId="{5FCC71F3-C825-43C2-BB90-7A89A27DA80B}" dt="2024-08-27T12:50:53.261" v="131" actId="20577"/>
        <pc:sldMkLst>
          <pc:docMk/>
          <pc:sldMk cId="4010883220" sldId="315"/>
        </pc:sldMkLst>
      </pc:sldChg>
      <pc:sldChg chg="modSp mod">
        <pc:chgData name="Sanmukh Kuppannagari" userId="ad215094-da36-4b66-9c79-369a17aea26b" providerId="ADAL" clId="{5FCC71F3-C825-43C2-BB90-7A89A27DA80B}" dt="2024-08-27T12:51:14.099" v="134" actId="20577"/>
        <pc:sldMkLst>
          <pc:docMk/>
          <pc:sldMk cId="961129123" sldId="316"/>
        </pc:sldMkLst>
      </pc:sldChg>
      <pc:sldChg chg="modSp mod">
        <pc:chgData name="Sanmukh Kuppannagari" userId="ad215094-da36-4b66-9c79-369a17aea26b" providerId="ADAL" clId="{5FCC71F3-C825-43C2-BB90-7A89A27DA80B}" dt="2024-08-27T13:47:13.431" v="812" actId="20577"/>
        <pc:sldMkLst>
          <pc:docMk/>
          <pc:sldMk cId="537906077" sldId="319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2522483144" sldId="341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047053487" sldId="343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11840423" sldId="344"/>
        </pc:sldMkLst>
      </pc:sldChg>
      <pc:sldChg chg="add del">
        <pc:chgData name="Sanmukh Kuppannagari" userId="ad215094-da36-4b66-9c79-369a17aea26b" providerId="ADAL" clId="{5FCC71F3-C825-43C2-BB90-7A89A27DA80B}" dt="2024-08-27T13:06:08.936" v="354" actId="47"/>
        <pc:sldMkLst>
          <pc:docMk/>
          <pc:sldMk cId="3723127128" sldId="348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490123102" sldId="349"/>
        </pc:sldMkLst>
      </pc:sldChg>
      <pc:sldChg chg="add del">
        <pc:chgData name="Sanmukh Kuppannagari" userId="ad215094-da36-4b66-9c79-369a17aea26b" providerId="ADAL" clId="{5FCC71F3-C825-43C2-BB90-7A89A27DA80B}" dt="2024-08-27T13:06:03.574" v="352" actId="47"/>
        <pc:sldMkLst>
          <pc:docMk/>
          <pc:sldMk cId="3483887094" sldId="350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758420558" sldId="351"/>
        </pc:sldMkLst>
      </pc:sldChg>
      <pc:sldChg chg="add del">
        <pc:chgData name="Sanmukh Kuppannagari" userId="ad215094-da36-4b66-9c79-369a17aea26b" providerId="ADAL" clId="{5FCC71F3-C825-43C2-BB90-7A89A27DA80B}" dt="2024-08-27T13:06:06.715" v="353" actId="47"/>
        <pc:sldMkLst>
          <pc:docMk/>
          <pc:sldMk cId="1279029055" sldId="352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1812071874" sldId="353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492042211" sldId="354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865917714" sldId="355"/>
        </pc:sldMkLst>
      </pc:sldChg>
      <pc:sldChg chg="add del">
        <pc:chgData name="Sanmukh Kuppannagari" userId="ad215094-da36-4b66-9c79-369a17aea26b" providerId="ADAL" clId="{5FCC71F3-C825-43C2-BB90-7A89A27DA80B}" dt="2024-08-27T14:28:26.121" v="2081" actId="47"/>
        <pc:sldMkLst>
          <pc:docMk/>
          <pc:sldMk cId="705628724" sldId="35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214734292" sldId="357"/>
        </pc:sldMkLst>
      </pc:sldChg>
      <pc:sldChg chg="add del">
        <pc:chgData name="Sanmukh Kuppannagari" userId="ad215094-da36-4b66-9c79-369a17aea26b" providerId="ADAL" clId="{5FCC71F3-C825-43C2-BB90-7A89A27DA80B}" dt="2024-08-27T14:28:33.065" v="2082" actId="47"/>
        <pc:sldMkLst>
          <pc:docMk/>
          <pc:sldMk cId="1027554099" sldId="358"/>
        </pc:sldMkLst>
      </pc:sldChg>
      <pc:sldChg chg="addSp modSp add mod">
        <pc:chgData name="Sanmukh Kuppannagari" userId="ad215094-da36-4b66-9c79-369a17aea26b" providerId="ADAL" clId="{5FCC71F3-C825-43C2-BB90-7A89A27DA80B}" dt="2024-08-27T14:30:12.508" v="2214" actId="20577"/>
        <pc:sldMkLst>
          <pc:docMk/>
          <pc:sldMk cId="508044999" sldId="359"/>
        </pc:sldMkLst>
      </pc:sldChg>
      <pc:sldChg chg="add del">
        <pc:chgData name="Sanmukh Kuppannagari" userId="ad215094-da36-4b66-9c79-369a17aea26b" providerId="ADAL" clId="{5FCC71F3-C825-43C2-BB90-7A89A27DA80B}" dt="2024-08-27T14:28:57.385" v="2085" actId="47"/>
        <pc:sldMkLst>
          <pc:docMk/>
          <pc:sldMk cId="1622640958" sldId="360"/>
        </pc:sldMkLst>
      </pc:sldChg>
      <pc:sldChg chg="add ord">
        <pc:chgData name="Sanmukh Kuppannagari" userId="ad215094-da36-4b66-9c79-369a17aea26b" providerId="ADAL" clId="{5FCC71F3-C825-43C2-BB90-7A89A27DA80B}" dt="2024-08-27T14:28:43.371" v="2084"/>
        <pc:sldMkLst>
          <pc:docMk/>
          <pc:sldMk cId="3582721875" sldId="361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711586685" sldId="362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676817876" sldId="364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1059025400" sldId="365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1982809871" sldId="36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344624359" sldId="369"/>
        </pc:sldMkLst>
      </pc:sldChg>
      <pc:sldChg chg="modSp add mod">
        <pc:chgData name="Sanmukh Kuppannagari" userId="ad215094-da36-4b66-9c79-369a17aea26b" providerId="ADAL" clId="{5FCC71F3-C825-43C2-BB90-7A89A27DA80B}" dt="2024-08-27T14:27:51.019" v="2080" actId="20577"/>
        <pc:sldMkLst>
          <pc:docMk/>
          <pc:sldMk cId="3904881137" sldId="370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1638638761" sldId="1242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3019430982" sldId="1243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1516867430" sldId="1244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4248992536" sldId="1413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738820361" sldId="1414"/>
        </pc:sldMkLst>
      </pc:sldChg>
      <pc:sldChg chg="modSp add mod">
        <pc:chgData name="Sanmukh Kuppannagari" userId="ad215094-da36-4b66-9c79-369a17aea26b" providerId="ADAL" clId="{5FCC71F3-C825-43C2-BB90-7A89A27DA80B}" dt="2024-08-27T12:46:01.359" v="30" actId="207"/>
        <pc:sldMkLst>
          <pc:docMk/>
          <pc:sldMk cId="145402012" sldId="1415"/>
        </pc:sldMkLst>
      </pc:sldChg>
      <pc:sldChg chg="modSp add mod ord">
        <pc:chgData name="Sanmukh Kuppannagari" userId="ad215094-da36-4b66-9c79-369a17aea26b" providerId="ADAL" clId="{5FCC71F3-C825-43C2-BB90-7A89A27DA80B}" dt="2024-08-27T12:46:50.722" v="37"/>
        <pc:sldMkLst>
          <pc:docMk/>
          <pc:sldMk cId="295492823" sldId="141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399650778" sldId="1417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624960510" sldId="1418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842676586" sldId="1419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171868693" sldId="1420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070763525" sldId="1421"/>
        </pc:sldMkLst>
      </pc:sldChg>
      <pc:sldChg chg="modSp add mod">
        <pc:chgData name="Sanmukh Kuppannagari" userId="ad215094-da36-4b66-9c79-369a17aea26b" providerId="ADAL" clId="{5FCC71F3-C825-43C2-BB90-7A89A27DA80B}" dt="2024-08-27T13:02:13.990" v="348" actId="207"/>
        <pc:sldMkLst>
          <pc:docMk/>
          <pc:sldMk cId="665993282" sldId="1422"/>
        </pc:sldMkLst>
      </pc:sldChg>
      <pc:sldChg chg="modSp add mod">
        <pc:chgData name="Sanmukh Kuppannagari" userId="ad215094-da36-4b66-9c79-369a17aea26b" providerId="ADAL" clId="{5FCC71F3-C825-43C2-BB90-7A89A27DA80B}" dt="2024-08-27T13:02:32.376" v="350" actId="207"/>
        <pc:sldMkLst>
          <pc:docMk/>
          <pc:sldMk cId="3988014077" sldId="1423"/>
        </pc:sldMkLst>
      </pc:sldChg>
      <pc:sldChg chg="addSp delSp modSp new mod modNotesTx">
        <pc:chgData name="Sanmukh Kuppannagari" userId="ad215094-da36-4b66-9c79-369a17aea26b" providerId="ADAL" clId="{5FCC71F3-C825-43C2-BB90-7A89A27DA80B}" dt="2024-08-27T13:56:52.839" v="871" actId="20577"/>
        <pc:sldMkLst>
          <pc:docMk/>
          <pc:sldMk cId="3464992614" sldId="1424"/>
        </pc:sldMkLst>
      </pc:sldChg>
      <pc:sldChg chg="modSp new mod">
        <pc:chgData name="Sanmukh Kuppannagari" userId="ad215094-da36-4b66-9c79-369a17aea26b" providerId="ADAL" clId="{5FCC71F3-C825-43C2-BB90-7A89A27DA80B}" dt="2024-08-27T14:07:06.102" v="1226" actId="20577"/>
        <pc:sldMkLst>
          <pc:docMk/>
          <pc:sldMk cId="2900684070" sldId="1425"/>
        </pc:sldMkLst>
      </pc:sldChg>
      <pc:sldChg chg="addSp modSp add mod">
        <pc:chgData name="Sanmukh Kuppannagari" userId="ad215094-da36-4b66-9c79-369a17aea26b" providerId="ADAL" clId="{5FCC71F3-C825-43C2-BB90-7A89A27DA80B}" dt="2024-08-27T14:19:41.285" v="1996" actId="403"/>
        <pc:sldMkLst>
          <pc:docMk/>
          <pc:sldMk cId="2221228576" sldId="1426"/>
        </pc:sldMkLst>
      </pc:sldChg>
      <pc:sldChg chg="modSp add mod">
        <pc:chgData name="Sanmukh Kuppannagari" userId="ad215094-da36-4b66-9c79-369a17aea26b" providerId="ADAL" clId="{5FCC71F3-C825-43C2-BB90-7A89A27DA80B}" dt="2024-08-27T14:20:05.515" v="2057" actId="20577"/>
        <pc:sldMkLst>
          <pc:docMk/>
          <pc:sldMk cId="2023560490" sldId="1427"/>
        </pc:sldMkLst>
      </pc:sldChg>
      <pc:sldChg chg="modSp new mod">
        <pc:chgData name="Sanmukh Kuppannagari" userId="ad215094-da36-4b66-9c79-369a17aea26b" providerId="ADAL" clId="{5FCC71F3-C825-43C2-BB90-7A89A27DA80B}" dt="2024-08-27T14:42:08.727" v="2618" actId="20577"/>
        <pc:sldMkLst>
          <pc:docMk/>
          <pc:sldMk cId="2220318750" sldId="1428"/>
        </pc:sldMkLst>
      </pc:sldChg>
      <pc:sldChg chg="modSp new mod">
        <pc:chgData name="Sanmukh Kuppannagari" userId="ad215094-da36-4b66-9c79-369a17aea26b" providerId="ADAL" clId="{5FCC71F3-C825-43C2-BB90-7A89A27DA80B}" dt="2024-08-27T14:43:10.500" v="2790" actId="20577"/>
        <pc:sldMkLst>
          <pc:docMk/>
          <pc:sldMk cId="3958413754" sldId="1429"/>
        </pc:sldMkLst>
      </pc:sldChg>
    </pc:docChg>
  </pc:docChgLst>
  <pc:docChgLst>
    <pc:chgData name="Sanmukh Kuppannagari" userId="ad215094-da36-4b66-9c79-369a17aea26b" providerId="ADAL" clId="{5AD0DD8E-94C3-43F5-AB7F-2D8E935C9CFF}"/>
    <pc:docChg chg="undo custSel addSld delSld modSld">
      <pc:chgData name="Sanmukh Kuppannagari" userId="ad215094-da36-4b66-9c79-369a17aea26b" providerId="ADAL" clId="{5AD0DD8E-94C3-43F5-AB7F-2D8E935C9CFF}" dt="2024-10-15T17:05:34.964" v="891" actId="20577"/>
      <pc:docMkLst>
        <pc:docMk/>
      </pc:docMkLst>
      <pc:sldChg chg="modSp mod">
        <pc:chgData name="Sanmukh Kuppannagari" userId="ad215094-da36-4b66-9c79-369a17aea26b" providerId="ADAL" clId="{5AD0DD8E-94C3-43F5-AB7F-2D8E935C9CFF}" dt="2024-10-15T14:03:20.803" v="1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5AD0DD8E-94C3-43F5-AB7F-2D8E935C9CFF}" dt="2024-10-15T14:03:29.331" v="12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1837546598" sldId="965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3747551071" sldId="966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882591950" sldId="1237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630924" sldId="1253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4284530624" sldId="1254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413064123" sldId="1255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574746539" sldId="1256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927700788" sldId="1257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1750676043" sldId="1258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329904463" sldId="1259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892195865" sldId="1260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157439954" sldId="1261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769619670" sldId="1262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80733138" sldId="1263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1938244019" sldId="1264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116587120" sldId="1265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205148523" sldId="1266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207822773" sldId="1267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166595346" sldId="1268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888322834" sldId="1269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981461382" sldId="1270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073609131" sldId="1271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505794832" sldId="1272"/>
        </pc:sldMkLst>
      </pc:sldChg>
      <pc:sldChg chg="addSp delSp modSp mod">
        <pc:chgData name="Sanmukh Kuppannagari" userId="ad215094-da36-4b66-9c79-369a17aea26b" providerId="ADAL" clId="{5AD0DD8E-94C3-43F5-AB7F-2D8E935C9CFF}" dt="2024-10-15T14:34:28.426" v="617" actId="20577"/>
        <pc:sldMkLst>
          <pc:docMk/>
          <pc:sldMk cId="1199527142" sldId="1281"/>
        </pc:sldMkLst>
      </pc:sldChg>
      <pc:sldChg chg="add">
        <pc:chgData name="Sanmukh Kuppannagari" userId="ad215094-da36-4b66-9c79-369a17aea26b" providerId="ADAL" clId="{5AD0DD8E-94C3-43F5-AB7F-2D8E935C9CFF}" dt="2024-10-15T14:36:56.355" v="623"/>
        <pc:sldMkLst>
          <pc:docMk/>
          <pc:sldMk cId="558271014" sldId="1299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1958832422" sldId="1300"/>
        </pc:sldMkLst>
      </pc:sldChg>
      <pc:sldChg chg="add">
        <pc:chgData name="Sanmukh Kuppannagari" userId="ad215094-da36-4b66-9c79-369a17aea26b" providerId="ADAL" clId="{5AD0DD8E-94C3-43F5-AB7F-2D8E935C9CFF}" dt="2024-10-15T14:37:31.490" v="624"/>
        <pc:sldMkLst>
          <pc:docMk/>
          <pc:sldMk cId="2120621833" sldId="1301"/>
        </pc:sldMkLst>
      </pc:sldChg>
      <pc:sldChg chg="add del">
        <pc:chgData name="Sanmukh Kuppannagari" userId="ad215094-da36-4b66-9c79-369a17aea26b" providerId="ADAL" clId="{5AD0DD8E-94C3-43F5-AB7F-2D8E935C9CFF}" dt="2024-10-15T14:43:51.572" v="629"/>
        <pc:sldMkLst>
          <pc:docMk/>
          <pc:sldMk cId="761206213" sldId="1302"/>
        </pc:sldMkLst>
      </pc:sldChg>
      <pc:sldChg chg="addSp modSp">
        <pc:chgData name="Sanmukh Kuppannagari" userId="ad215094-da36-4b66-9c79-369a17aea26b" providerId="ADAL" clId="{5AD0DD8E-94C3-43F5-AB7F-2D8E935C9CFF}" dt="2024-10-15T14:20:53.772" v="436"/>
        <pc:sldMkLst>
          <pc:docMk/>
          <pc:sldMk cId="3902944658" sldId="1309"/>
        </pc:sldMkLst>
      </pc:sldChg>
      <pc:sldChg chg="addSp modSp">
        <pc:chgData name="Sanmukh Kuppannagari" userId="ad215094-da36-4b66-9c79-369a17aea26b" providerId="ADAL" clId="{5AD0DD8E-94C3-43F5-AB7F-2D8E935C9CFF}" dt="2024-10-15T14:20:55.611" v="437"/>
        <pc:sldMkLst>
          <pc:docMk/>
          <pc:sldMk cId="2577631310" sldId="1310"/>
        </pc:sldMkLst>
      </pc:sldChg>
      <pc:sldChg chg="addSp modSp">
        <pc:chgData name="Sanmukh Kuppannagari" userId="ad215094-da36-4b66-9c79-369a17aea26b" providerId="ADAL" clId="{5AD0DD8E-94C3-43F5-AB7F-2D8E935C9CFF}" dt="2024-10-15T14:20:57.033" v="438"/>
        <pc:sldMkLst>
          <pc:docMk/>
          <pc:sldMk cId="692720287" sldId="1311"/>
        </pc:sldMkLst>
      </pc:sldChg>
      <pc:sldChg chg="addSp modSp mod">
        <pc:chgData name="Sanmukh Kuppannagari" userId="ad215094-da36-4b66-9c79-369a17aea26b" providerId="ADAL" clId="{5AD0DD8E-94C3-43F5-AB7F-2D8E935C9CFF}" dt="2024-10-15T14:20:46.767" v="435" actId="122"/>
        <pc:sldMkLst>
          <pc:docMk/>
          <pc:sldMk cId="4072723455" sldId="1312"/>
        </pc:sldMkLst>
      </pc:sldChg>
      <pc:sldChg chg="addSp modSp">
        <pc:chgData name="Sanmukh Kuppannagari" userId="ad215094-da36-4b66-9c79-369a17aea26b" providerId="ADAL" clId="{5AD0DD8E-94C3-43F5-AB7F-2D8E935C9CFF}" dt="2024-10-15T14:21:03.744" v="440"/>
        <pc:sldMkLst>
          <pc:docMk/>
          <pc:sldMk cId="830590251" sldId="1313"/>
        </pc:sldMkLst>
      </pc:sldChg>
      <pc:sldChg chg="addSp modSp">
        <pc:chgData name="Sanmukh Kuppannagari" userId="ad215094-da36-4b66-9c79-369a17aea26b" providerId="ADAL" clId="{5AD0DD8E-94C3-43F5-AB7F-2D8E935C9CFF}" dt="2024-10-15T14:21:00.492" v="439"/>
        <pc:sldMkLst>
          <pc:docMk/>
          <pc:sldMk cId="3979417289" sldId="1314"/>
        </pc:sldMkLst>
      </pc:sldChg>
      <pc:sldChg chg="addSp modSp mod">
        <pc:chgData name="Sanmukh Kuppannagari" userId="ad215094-da36-4b66-9c79-369a17aea26b" providerId="ADAL" clId="{5AD0DD8E-94C3-43F5-AB7F-2D8E935C9CFF}" dt="2024-10-15T14:21:09.433" v="442" actId="1076"/>
        <pc:sldMkLst>
          <pc:docMk/>
          <pc:sldMk cId="2062603384" sldId="1315"/>
        </pc:sldMkLst>
      </pc:sldChg>
      <pc:sldChg chg="addSp modSp mod">
        <pc:chgData name="Sanmukh Kuppannagari" userId="ad215094-da36-4b66-9c79-369a17aea26b" providerId="ADAL" clId="{5AD0DD8E-94C3-43F5-AB7F-2D8E935C9CFF}" dt="2024-10-15T14:21:15.186" v="444" actId="1076"/>
        <pc:sldMkLst>
          <pc:docMk/>
          <pc:sldMk cId="3238687387" sldId="1316"/>
        </pc:sldMkLst>
      </pc:sldChg>
      <pc:sldChg chg="addSp modSp mod">
        <pc:chgData name="Sanmukh Kuppannagari" userId="ad215094-da36-4b66-9c79-369a17aea26b" providerId="ADAL" clId="{5AD0DD8E-94C3-43F5-AB7F-2D8E935C9CFF}" dt="2024-10-15T14:21:23.356" v="446" actId="1076"/>
        <pc:sldMkLst>
          <pc:docMk/>
          <pc:sldMk cId="105581169" sldId="1317"/>
        </pc:sldMkLst>
      </pc:sldChg>
      <pc:sldChg chg="addSp modSp mod">
        <pc:chgData name="Sanmukh Kuppannagari" userId="ad215094-da36-4b66-9c79-369a17aea26b" providerId="ADAL" clId="{5AD0DD8E-94C3-43F5-AB7F-2D8E935C9CFF}" dt="2024-10-15T14:21:29.336" v="448" actId="1076"/>
        <pc:sldMkLst>
          <pc:docMk/>
          <pc:sldMk cId="1626710577" sldId="1318"/>
        </pc:sldMkLst>
      </pc:sldChg>
      <pc:sldChg chg="addSp modSp mod">
        <pc:chgData name="Sanmukh Kuppannagari" userId="ad215094-da36-4b66-9c79-369a17aea26b" providerId="ADAL" clId="{5AD0DD8E-94C3-43F5-AB7F-2D8E935C9CFF}" dt="2024-10-15T14:21:37.921" v="450" actId="1076"/>
        <pc:sldMkLst>
          <pc:docMk/>
          <pc:sldMk cId="2589855805" sldId="1319"/>
        </pc:sldMkLst>
      </pc:sldChg>
      <pc:sldChg chg="addSp modSp mod">
        <pc:chgData name="Sanmukh Kuppannagari" userId="ad215094-da36-4b66-9c79-369a17aea26b" providerId="ADAL" clId="{5AD0DD8E-94C3-43F5-AB7F-2D8E935C9CFF}" dt="2024-10-15T14:21:44.233" v="452" actId="1076"/>
        <pc:sldMkLst>
          <pc:docMk/>
          <pc:sldMk cId="3870134566" sldId="1320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2947096827" sldId="1348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4042243871" sldId="1349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4189498737" sldId="1350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3540455608" sldId="1351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955974285" sldId="1352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190843385" sldId="1353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3949718224" sldId="1354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2944983638" sldId="1355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602010999" sldId="1356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3928916360" sldId="1357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554485064" sldId="1358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1255597569" sldId="1359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255600020" sldId="1360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2091206708" sldId="1361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1324345654" sldId="1363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1952027562" sldId="1364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2681935685" sldId="1365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1694987608" sldId="1366"/>
        </pc:sldMkLst>
      </pc:sldChg>
      <pc:sldChg chg="modSp mod">
        <pc:chgData name="Sanmukh Kuppannagari" userId="ad215094-da36-4b66-9c79-369a17aea26b" providerId="ADAL" clId="{5AD0DD8E-94C3-43F5-AB7F-2D8E935C9CFF}" dt="2024-10-15T14:04:41.747" v="252" actId="20577"/>
        <pc:sldMkLst>
          <pc:docMk/>
          <pc:sldMk cId="312789784" sldId="1549"/>
        </pc:sldMkLst>
      </pc:sldChg>
      <pc:sldChg chg="modSp mod">
        <pc:chgData name="Sanmukh Kuppannagari" userId="ad215094-da36-4b66-9c79-369a17aea26b" providerId="ADAL" clId="{5AD0DD8E-94C3-43F5-AB7F-2D8E935C9CFF}" dt="2024-10-15T14:46:12.171" v="690" actId="20577"/>
        <pc:sldMkLst>
          <pc:docMk/>
          <pc:sldMk cId="1297240811" sldId="1551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215837963" sldId="1592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2224980005" sldId="1593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3815668378" sldId="1594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1715348697" sldId="1595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2509833866" sldId="1596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616425618" sldId="1597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573490693" sldId="1598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3244126963" sldId="1599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309785814" sldId="1600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1645901525" sldId="1601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15954888" sldId="1602"/>
        </pc:sldMkLst>
      </pc:sldChg>
      <pc:sldChg chg="del">
        <pc:chgData name="Sanmukh Kuppannagari" userId="ad215094-da36-4b66-9c79-369a17aea26b" providerId="ADAL" clId="{5AD0DD8E-94C3-43F5-AB7F-2D8E935C9CFF}" dt="2024-10-15T14:05:06.434" v="256" actId="47"/>
        <pc:sldMkLst>
          <pc:docMk/>
          <pc:sldMk cId="1139153944" sldId="1603"/>
        </pc:sldMkLst>
      </pc:sldChg>
      <pc:sldChg chg="modSp add mod">
        <pc:chgData name="Sanmukh Kuppannagari" userId="ad215094-da36-4b66-9c79-369a17aea26b" providerId="ADAL" clId="{5AD0DD8E-94C3-43F5-AB7F-2D8E935C9CFF}" dt="2024-10-15T14:05:04.491" v="255" actId="207"/>
        <pc:sldMkLst>
          <pc:docMk/>
          <pc:sldMk cId="4030791014" sldId="1604"/>
        </pc:sldMkLst>
      </pc:sldChg>
      <pc:sldChg chg="addSp modSp add mod">
        <pc:chgData name="Sanmukh Kuppannagari" userId="ad215094-da36-4b66-9c79-369a17aea26b" providerId="ADAL" clId="{5AD0DD8E-94C3-43F5-AB7F-2D8E935C9CFF}" dt="2024-10-15T14:21:55.214" v="454" actId="1076"/>
        <pc:sldMkLst>
          <pc:docMk/>
          <pc:sldMk cId="1460223335" sldId="1605"/>
        </pc:sldMkLst>
      </pc:sldChg>
      <pc:sldChg chg="modSp new mod">
        <pc:chgData name="Sanmukh Kuppannagari" userId="ad215094-da36-4b66-9c79-369a17aea26b" providerId="ADAL" clId="{5AD0DD8E-94C3-43F5-AB7F-2D8E935C9CFF}" dt="2024-10-15T14:15:03.705" v="334" actId="207"/>
        <pc:sldMkLst>
          <pc:docMk/>
          <pc:sldMk cId="95513352" sldId="1606"/>
        </pc:sldMkLst>
      </pc:sldChg>
      <pc:sldChg chg="modSp add">
        <pc:chgData name="Sanmukh Kuppannagari" userId="ad215094-da36-4b66-9c79-369a17aea26b" providerId="ADAL" clId="{5AD0DD8E-94C3-43F5-AB7F-2D8E935C9CFF}" dt="2024-10-15T14:35:10.724" v="620" actId="20577"/>
        <pc:sldMkLst>
          <pc:docMk/>
          <pc:sldMk cId="1256665225" sldId="1607"/>
        </pc:sldMkLst>
      </pc:sldChg>
      <pc:sldChg chg="modSp add mod">
        <pc:chgData name="Sanmukh Kuppannagari" userId="ad215094-da36-4b66-9c79-369a17aea26b" providerId="ADAL" clId="{5AD0DD8E-94C3-43F5-AB7F-2D8E935C9CFF}" dt="2024-10-15T14:22:24.084" v="519" actId="207"/>
        <pc:sldMkLst>
          <pc:docMk/>
          <pc:sldMk cId="4149257190" sldId="1608"/>
        </pc:sldMkLst>
      </pc:sldChg>
      <pc:sldChg chg="modSp add mod">
        <pc:chgData name="Sanmukh Kuppannagari" userId="ad215094-da36-4b66-9c79-369a17aea26b" providerId="ADAL" clId="{5AD0DD8E-94C3-43F5-AB7F-2D8E935C9CFF}" dt="2024-10-15T14:23:16.805" v="521" actId="208"/>
        <pc:sldMkLst>
          <pc:docMk/>
          <pc:sldMk cId="455736369" sldId="1609"/>
        </pc:sldMkLst>
      </pc:sldChg>
      <pc:sldChg chg="addSp delSp modSp add mod">
        <pc:chgData name="Sanmukh Kuppannagari" userId="ad215094-da36-4b66-9c79-369a17aea26b" providerId="ADAL" clId="{5AD0DD8E-94C3-43F5-AB7F-2D8E935C9CFF}" dt="2024-10-15T14:33:43.174" v="613" actId="1076"/>
        <pc:sldMkLst>
          <pc:docMk/>
          <pc:sldMk cId="325795403" sldId="1610"/>
        </pc:sldMkLst>
      </pc:sldChg>
      <pc:sldChg chg="add">
        <pc:chgData name="Sanmukh Kuppannagari" userId="ad215094-da36-4b66-9c79-369a17aea26b" providerId="ADAL" clId="{5AD0DD8E-94C3-43F5-AB7F-2D8E935C9CFF}" dt="2024-10-15T14:30:39.725" v="522"/>
        <pc:sldMkLst>
          <pc:docMk/>
          <pc:sldMk cId="3322584748" sldId="1611"/>
        </pc:sldMkLst>
      </pc:sldChg>
      <pc:sldChg chg="modSp add mod">
        <pc:chgData name="Sanmukh Kuppannagari" userId="ad215094-da36-4b66-9c79-369a17aea26b" providerId="ADAL" clId="{5AD0DD8E-94C3-43F5-AB7F-2D8E935C9CFF}" dt="2024-10-15T14:36:21.806" v="622" actId="207"/>
        <pc:sldMkLst>
          <pc:docMk/>
          <pc:sldMk cId="3968471985" sldId="1612"/>
        </pc:sldMkLst>
      </pc:sldChg>
      <pc:sldChg chg="modSp new mod">
        <pc:chgData name="Sanmukh Kuppannagari" userId="ad215094-da36-4b66-9c79-369a17aea26b" providerId="ADAL" clId="{5AD0DD8E-94C3-43F5-AB7F-2D8E935C9CFF}" dt="2024-10-15T17:05:34.964" v="891" actId="20577"/>
        <pc:sldMkLst>
          <pc:docMk/>
          <pc:sldMk cId="1500153295" sldId="1613"/>
        </pc:sldMkLst>
      </pc:sldChg>
      <pc:sldChg chg="new del">
        <pc:chgData name="Sanmukh Kuppannagari" userId="ad215094-da36-4b66-9c79-369a17aea26b" providerId="ADAL" clId="{5AD0DD8E-94C3-43F5-AB7F-2D8E935C9CFF}" dt="2024-10-15T14:43:09.131" v="628" actId="2696"/>
        <pc:sldMkLst>
          <pc:docMk/>
          <pc:sldMk cId="3394277621" sldId="1613"/>
        </pc:sldMkLst>
      </pc:sldChg>
    </pc:docChg>
  </pc:docChgLst>
  <pc:docChgLst>
    <pc:chgData name="Sanmukh Kuppannagari" userId="ad215094-da36-4b66-9c79-369a17aea26b" providerId="ADAL" clId="{11171A05-B6FC-4395-9957-15FB24B3E448}"/>
    <pc:docChg chg="undo custSel addSld delSld modSld sldOrd">
      <pc:chgData name="Sanmukh Kuppannagari" userId="ad215094-da36-4b66-9c79-369a17aea26b" providerId="ADAL" clId="{11171A05-B6FC-4395-9957-15FB24B3E448}" dt="2024-08-29T14:52:38.567" v="6676" actId="962"/>
      <pc:docMkLst>
        <pc:docMk/>
      </pc:docMkLst>
      <pc:sldChg chg="modSp mod">
        <pc:chgData name="Sanmukh Kuppannagari" userId="ad215094-da36-4b66-9c79-369a17aea26b" providerId="ADAL" clId="{11171A05-B6FC-4395-9957-15FB24B3E448}" dt="2024-08-29T02:48:13.037" v="1" actId="20577"/>
        <pc:sldMkLst>
          <pc:docMk/>
          <pc:sldMk cId="728785357" sldId="25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853368443" sldId="25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571907200" sldId="258"/>
        </pc:sldMkLst>
      </pc:sldChg>
      <pc:sldChg chg="modSp mod">
        <pc:chgData name="Sanmukh Kuppannagari" userId="ad215094-da36-4b66-9c79-369a17aea26b" providerId="ADAL" clId="{11171A05-B6FC-4395-9957-15FB24B3E448}" dt="2024-08-29T13:54:11.711" v="6045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279812585" sldId="26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9327562" sldId="26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773656466" sldId="26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2663318" sldId="27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665426680" sldId="27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64585860" sldId="27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392899443" sldId="27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52910855" sldId="27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40158276" sldId="281"/>
        </pc:sldMkLst>
      </pc:sldChg>
      <pc:sldChg chg="modSp mod">
        <pc:chgData name="Sanmukh Kuppannagari" userId="ad215094-da36-4b66-9c79-369a17aea26b" providerId="ADAL" clId="{11171A05-B6FC-4395-9957-15FB24B3E448}" dt="2024-08-29T14:50:06.257" v="6646" actId="20577"/>
        <pc:sldMkLst>
          <pc:docMk/>
          <pc:sldMk cId="2158303791" sldId="288"/>
        </pc:sldMkLst>
      </pc:sldChg>
      <pc:sldChg chg="modSp add mod">
        <pc:chgData name="Sanmukh Kuppannagari" userId="ad215094-da36-4b66-9c79-369a17aea26b" providerId="ADAL" clId="{11171A05-B6FC-4395-9957-15FB24B3E448}" dt="2024-08-29T13:54:15.117" v="6046" actId="20577"/>
        <pc:sldMkLst>
          <pc:docMk/>
          <pc:sldMk cId="1737272183" sldId="289"/>
        </pc:sldMkLst>
      </pc:sldChg>
      <pc:sldChg chg="modSp new mod">
        <pc:chgData name="Sanmukh Kuppannagari" userId="ad215094-da36-4b66-9c79-369a17aea26b" providerId="ADAL" clId="{11171A05-B6FC-4395-9957-15FB24B3E448}" dt="2024-08-29T03:23:19.483" v="506" actId="113"/>
        <pc:sldMkLst>
          <pc:docMk/>
          <pc:sldMk cId="2096129851" sldId="290"/>
        </pc:sldMkLst>
      </pc:sldChg>
      <pc:sldChg chg="modSp add mod">
        <pc:chgData name="Sanmukh Kuppannagari" userId="ad215094-da36-4b66-9c79-369a17aea26b" providerId="ADAL" clId="{11171A05-B6FC-4395-9957-15FB24B3E448}" dt="2024-08-29T14:52:38.567" v="6676" actId="962"/>
        <pc:sldMkLst>
          <pc:docMk/>
          <pc:sldMk cId="1860245702" sldId="29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91869099" sldId="29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873626867" sldId="29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0871894" sldId="293"/>
        </pc:sldMkLst>
      </pc:sldChg>
      <pc:sldChg chg="modSp add">
        <pc:chgData name="Sanmukh Kuppannagari" userId="ad215094-da36-4b66-9c79-369a17aea26b" providerId="ADAL" clId="{11171A05-B6FC-4395-9957-15FB24B3E448}" dt="2024-08-29T04:32:03.469" v="1362" actId="12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20910546" sldId="29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65558418" sldId="300"/>
        </pc:sldMkLst>
      </pc:sldChg>
      <pc:sldChg chg="addSp delSp modSp add mod">
        <pc:chgData name="Sanmukh Kuppannagari" userId="ad215094-da36-4b66-9c79-369a17aea26b" providerId="ADAL" clId="{11171A05-B6FC-4395-9957-15FB24B3E448}" dt="2024-08-29T04:56:22.963" v="2261" actId="478"/>
        <pc:sldMkLst>
          <pc:docMk/>
          <pc:sldMk cId="2873989303" sldId="301"/>
        </pc:sldMkLst>
      </pc:sldChg>
      <pc:sldChg chg="modSp add mod">
        <pc:chgData name="Sanmukh Kuppannagari" userId="ad215094-da36-4b66-9c79-369a17aea26b" providerId="ADAL" clId="{11171A05-B6FC-4395-9957-15FB24B3E448}" dt="2024-08-29T05:04:51.928" v="2596" actId="20577"/>
        <pc:sldMkLst>
          <pc:docMk/>
          <pc:sldMk cId="1126324089" sldId="302"/>
        </pc:sldMkLst>
      </pc:sldChg>
      <pc:sldChg chg="modSp add mod">
        <pc:chgData name="Sanmukh Kuppannagari" userId="ad215094-da36-4b66-9c79-369a17aea26b" providerId="ADAL" clId="{11171A05-B6FC-4395-9957-15FB24B3E448}" dt="2024-08-29T14:42:13.950" v="6420" actId="20577"/>
        <pc:sldMkLst>
          <pc:docMk/>
          <pc:sldMk cId="1159033991" sldId="30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520937317" sldId="30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56202256" sldId="307"/>
        </pc:sldMkLst>
      </pc:sldChg>
      <pc:sldChg chg="modSp add mod">
        <pc:chgData name="Sanmukh Kuppannagari" userId="ad215094-da36-4b66-9c79-369a17aea26b" providerId="ADAL" clId="{11171A05-B6FC-4395-9957-15FB24B3E448}" dt="2024-08-29T06:15:27.501" v="5155" actId="20577"/>
        <pc:sldMkLst>
          <pc:docMk/>
          <pc:sldMk cId="276729432" sldId="30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13261310" sldId="31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10883220" sldId="31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961129123" sldId="31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305956743" sldId="31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489729582" sldId="31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537906077" sldId="31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47053487" sldId="34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11840423" sldId="344"/>
        </pc:sldMkLst>
      </pc:sldChg>
      <pc:sldChg chg="add">
        <pc:chgData name="Sanmukh Kuppannagari" userId="ad215094-da36-4b66-9c79-369a17aea26b" providerId="ADAL" clId="{11171A05-B6FC-4395-9957-15FB24B3E448}" dt="2024-08-29T03:00:03.375" v="317"/>
        <pc:sldMkLst>
          <pc:docMk/>
          <pc:sldMk cId="1479581269" sldId="344"/>
        </pc:sldMkLst>
      </pc:sldChg>
      <pc:sldChg chg="add">
        <pc:chgData name="Sanmukh Kuppannagari" userId="ad215094-da36-4b66-9c79-369a17aea26b" providerId="ADAL" clId="{11171A05-B6FC-4395-9957-15FB24B3E448}" dt="2024-08-29T02:59:36.373" v="315"/>
        <pc:sldMkLst>
          <pc:docMk/>
          <pc:sldMk cId="1462781511" sldId="345"/>
        </pc:sldMkLst>
      </pc:sldChg>
      <pc:sldChg chg="add">
        <pc:chgData name="Sanmukh Kuppannagari" userId="ad215094-da36-4b66-9c79-369a17aea26b" providerId="ADAL" clId="{11171A05-B6FC-4395-9957-15FB24B3E448}" dt="2024-08-29T02:59:44.248" v="316"/>
        <pc:sldMkLst>
          <pc:docMk/>
          <pc:sldMk cId="1801581427" sldId="346"/>
        </pc:sldMkLst>
      </pc:sldChg>
      <pc:sldChg chg="modSp add mod ord">
        <pc:chgData name="Sanmukh Kuppannagari" userId="ad215094-da36-4b66-9c79-369a17aea26b" providerId="ADAL" clId="{11171A05-B6FC-4395-9957-15FB24B3E448}" dt="2024-08-29T03:23:59.070" v="547" actId="20577"/>
        <pc:sldMkLst>
          <pc:docMk/>
          <pc:sldMk cId="770539502" sldId="347"/>
        </pc:sldMkLst>
      </pc:sldChg>
      <pc:sldChg chg="modSp add mod">
        <pc:chgData name="Sanmukh Kuppannagari" userId="ad215094-da36-4b66-9c79-369a17aea26b" providerId="ADAL" clId="{11171A05-B6FC-4395-9957-15FB24B3E448}" dt="2024-08-29T13:54:42.456" v="6047" actId="20577"/>
        <pc:sldMkLst>
          <pc:docMk/>
          <pc:sldMk cId="2297479372" sldId="348"/>
        </pc:sldMkLst>
      </pc:sldChg>
      <pc:sldChg chg="addSp delSp modSp add mod">
        <pc:chgData name="Sanmukh Kuppannagari" userId="ad215094-da36-4b66-9c79-369a17aea26b" providerId="ADAL" clId="{11171A05-B6FC-4395-9957-15FB24B3E448}" dt="2024-08-29T04:12:22.321" v="748" actId="478"/>
        <pc:sldMkLst>
          <pc:docMk/>
          <pc:sldMk cId="920574792" sldId="34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90123102" sldId="349"/>
        </pc:sldMkLst>
      </pc:sldChg>
      <pc:sldChg chg="delSp modSp add mod">
        <pc:chgData name="Sanmukh Kuppannagari" userId="ad215094-da36-4b66-9c79-369a17aea26b" providerId="ADAL" clId="{11171A05-B6FC-4395-9957-15FB24B3E448}" dt="2024-08-29T04:10:35.198" v="723" actId="20577"/>
        <pc:sldMkLst>
          <pc:docMk/>
          <pc:sldMk cId="3256780983" sldId="350"/>
        </pc:sldMkLst>
      </pc:sldChg>
      <pc:sldChg chg="addSp delSp modSp add mod">
        <pc:chgData name="Sanmukh Kuppannagari" userId="ad215094-da36-4b66-9c79-369a17aea26b" providerId="ADAL" clId="{11171A05-B6FC-4395-9957-15FB24B3E448}" dt="2024-08-29T04:32:11.350" v="1364"/>
        <pc:sldMkLst>
          <pc:docMk/>
          <pc:sldMk cId="2451997251" sldId="35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58420558" sldId="351"/>
        </pc:sldMkLst>
      </pc:sldChg>
      <pc:sldChg chg="modSp add mod">
        <pc:chgData name="Sanmukh Kuppannagari" userId="ad215094-da36-4b66-9c79-369a17aea26b" providerId="ADAL" clId="{11171A05-B6FC-4395-9957-15FB24B3E448}" dt="2024-08-29T04:12:40.860" v="750" actId="20577"/>
        <pc:sldMkLst>
          <pc:docMk/>
          <pc:sldMk cId="3895847466" sldId="352"/>
        </pc:sldMkLst>
      </pc:sldChg>
      <pc:sldChg chg="delSp modSp add mod">
        <pc:chgData name="Sanmukh Kuppannagari" userId="ad215094-da36-4b66-9c79-369a17aea26b" providerId="ADAL" clId="{11171A05-B6FC-4395-9957-15FB24B3E448}" dt="2024-08-29T04:34:56.365" v="1410" actId="20577"/>
        <pc:sldMkLst>
          <pc:docMk/>
          <pc:sldMk cId="2014243733" sldId="35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492042211" sldId="354"/>
        </pc:sldMkLst>
      </pc:sldChg>
      <pc:sldChg chg="modSp add mod ord">
        <pc:chgData name="Sanmukh Kuppannagari" userId="ad215094-da36-4b66-9c79-369a17aea26b" providerId="ADAL" clId="{11171A05-B6FC-4395-9957-15FB24B3E448}" dt="2024-08-29T04:32:07.401" v="1363"/>
        <pc:sldMkLst>
          <pc:docMk/>
          <pc:sldMk cId="4286218002" sldId="35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865917714" sldId="355"/>
        </pc:sldMkLst>
      </pc:sldChg>
      <pc:sldChg chg="addSp modSp add mod">
        <pc:chgData name="Sanmukh Kuppannagari" userId="ad215094-da36-4b66-9c79-369a17aea26b" providerId="ADAL" clId="{11171A05-B6FC-4395-9957-15FB24B3E448}" dt="2024-08-29T04:32:15.343" v="1365"/>
        <pc:sldMkLst>
          <pc:docMk/>
          <pc:sldMk cId="4053306255" sldId="355"/>
        </pc:sldMkLst>
      </pc:sldChg>
      <pc:sldChg chg="modSp new mod">
        <pc:chgData name="Sanmukh Kuppannagari" userId="ad215094-da36-4b66-9c79-369a17aea26b" providerId="ADAL" clId="{11171A05-B6FC-4395-9957-15FB24B3E448}" dt="2024-08-29T04:28:58.024" v="1349" actId="20577"/>
        <pc:sldMkLst>
          <pc:docMk/>
          <pc:sldMk cId="4022701561" sldId="356"/>
        </pc:sldMkLst>
      </pc:sldChg>
      <pc:sldChg chg="delSp modSp add mod">
        <pc:chgData name="Sanmukh Kuppannagari" userId="ad215094-da36-4b66-9c79-369a17aea26b" providerId="ADAL" clId="{11171A05-B6FC-4395-9957-15FB24B3E448}" dt="2024-08-29T04:35:06.838" v="1411"/>
        <pc:sldMkLst>
          <pc:docMk/>
          <pc:sldMk cId="578876639" sldId="35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214734292" sldId="357"/>
        </pc:sldMkLst>
      </pc:sldChg>
      <pc:sldChg chg="modSp add mod">
        <pc:chgData name="Sanmukh Kuppannagari" userId="ad215094-da36-4b66-9c79-369a17aea26b" providerId="ADAL" clId="{11171A05-B6FC-4395-9957-15FB24B3E448}" dt="2024-08-29T04:40:51.696" v="1816" actId="5793"/>
        <pc:sldMkLst>
          <pc:docMk/>
          <pc:sldMk cId="3491075983" sldId="35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508044999" sldId="359"/>
        </pc:sldMkLst>
      </pc:sldChg>
      <pc:sldChg chg="modSp add mod">
        <pc:chgData name="Sanmukh Kuppannagari" userId="ad215094-da36-4b66-9c79-369a17aea26b" providerId="ADAL" clId="{11171A05-B6FC-4395-9957-15FB24B3E448}" dt="2024-08-29T13:54:53.355" v="6048" actId="20577"/>
        <pc:sldMkLst>
          <pc:docMk/>
          <pc:sldMk cId="2439461653" sldId="359"/>
        </pc:sldMkLst>
      </pc:sldChg>
      <pc:sldChg chg="modSp add mod">
        <pc:chgData name="Sanmukh Kuppannagari" userId="ad215094-da36-4b66-9c79-369a17aea26b" providerId="ADAL" clId="{11171A05-B6FC-4395-9957-15FB24B3E448}" dt="2024-08-29T05:38:21.643" v="4008" actId="113"/>
        <pc:sldMkLst>
          <pc:docMk/>
          <pc:sldMk cId="1297561959" sldId="360"/>
        </pc:sldMkLst>
      </pc:sldChg>
      <pc:sldChg chg="addSp modSp add del mod">
        <pc:chgData name="Sanmukh Kuppannagari" userId="ad215094-da36-4b66-9c79-369a17aea26b" providerId="ADAL" clId="{11171A05-B6FC-4395-9957-15FB24B3E448}" dt="2024-08-29T04:39:20.330" v="1614" actId="47"/>
        <pc:sldMkLst>
          <pc:docMk/>
          <pc:sldMk cId="3344308429" sldId="36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582721875" sldId="361"/>
        </pc:sldMkLst>
      </pc:sldChg>
      <pc:sldChg chg="addSp modSp new mod">
        <pc:chgData name="Sanmukh Kuppannagari" userId="ad215094-da36-4b66-9c79-369a17aea26b" providerId="ADAL" clId="{11171A05-B6FC-4395-9957-15FB24B3E448}" dt="2024-08-29T04:39:02.116" v="1596" actId="20577"/>
        <pc:sldMkLst>
          <pc:docMk/>
          <pc:sldMk cId="3929262316" sldId="361"/>
        </pc:sldMkLst>
      </pc:sldChg>
      <pc:sldChg chg="modSp add mod">
        <pc:chgData name="Sanmukh Kuppannagari" userId="ad215094-da36-4b66-9c79-369a17aea26b" providerId="ADAL" clId="{11171A05-B6FC-4395-9957-15FB24B3E448}" dt="2024-08-29T04:39:11.472" v="1613" actId="20577"/>
        <pc:sldMkLst>
          <pc:docMk/>
          <pc:sldMk cId="1945245978" sldId="36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711586685" sldId="362"/>
        </pc:sldMkLst>
      </pc:sldChg>
      <pc:sldChg chg="modSp new mod">
        <pc:chgData name="Sanmukh Kuppannagari" userId="ad215094-da36-4b66-9c79-369a17aea26b" providerId="ADAL" clId="{11171A05-B6FC-4395-9957-15FB24B3E448}" dt="2024-08-29T04:44:10.032" v="2034" actId="20577"/>
        <pc:sldMkLst>
          <pc:docMk/>
          <pc:sldMk cId="3768452387" sldId="36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76817876" sldId="364"/>
        </pc:sldMkLst>
      </pc:sldChg>
      <pc:sldChg chg="addSp modSp new mod">
        <pc:chgData name="Sanmukh Kuppannagari" userId="ad215094-da36-4b66-9c79-369a17aea26b" providerId="ADAL" clId="{11171A05-B6FC-4395-9957-15FB24B3E448}" dt="2024-08-29T04:54:41.167" v="2230" actId="207"/>
        <pc:sldMkLst>
          <pc:docMk/>
          <pc:sldMk cId="1542950900" sldId="36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59025400" sldId="365"/>
        </pc:sldMkLst>
      </pc:sldChg>
      <pc:sldChg chg="modSp add mod">
        <pc:chgData name="Sanmukh Kuppannagari" userId="ad215094-da36-4b66-9c79-369a17aea26b" providerId="ADAL" clId="{11171A05-B6FC-4395-9957-15FB24B3E448}" dt="2024-08-29T04:55:25.790" v="2255" actId="20577"/>
        <pc:sldMkLst>
          <pc:docMk/>
          <pc:sldMk cId="3248262078" sldId="365"/>
        </pc:sldMkLst>
      </pc:sldChg>
      <pc:sldChg chg="modSp add mod">
        <pc:chgData name="Sanmukh Kuppannagari" userId="ad215094-da36-4b66-9c79-369a17aea26b" providerId="ADAL" clId="{11171A05-B6FC-4395-9957-15FB24B3E448}" dt="2024-08-29T04:56:34.507" v="2262" actId="207"/>
        <pc:sldMkLst>
          <pc:docMk/>
          <pc:sldMk cId="1214549395" sldId="36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982809871" sldId="366"/>
        </pc:sldMkLst>
      </pc:sldChg>
      <pc:sldChg chg="add">
        <pc:chgData name="Sanmukh Kuppannagari" userId="ad215094-da36-4b66-9c79-369a17aea26b" providerId="ADAL" clId="{11171A05-B6FC-4395-9957-15FB24B3E448}" dt="2024-08-29T04:57:32.754" v="2263"/>
        <pc:sldMkLst>
          <pc:docMk/>
          <pc:sldMk cId="4238699627" sldId="367"/>
        </pc:sldMkLst>
      </pc:sldChg>
      <pc:sldChg chg="modSp add mod">
        <pc:chgData name="Sanmukh Kuppannagari" userId="ad215094-da36-4b66-9c79-369a17aea26b" providerId="ADAL" clId="{11171A05-B6FC-4395-9957-15FB24B3E448}" dt="2024-08-29T05:00:42.811" v="2508" actId="207"/>
        <pc:sldMkLst>
          <pc:docMk/>
          <pc:sldMk cId="2321776317" sldId="368"/>
        </pc:sldMkLst>
      </pc:sldChg>
      <pc:sldChg chg="modSp add mod">
        <pc:chgData name="Sanmukh Kuppannagari" userId="ad215094-da36-4b66-9c79-369a17aea26b" providerId="ADAL" clId="{11171A05-B6FC-4395-9957-15FB24B3E448}" dt="2024-08-29T05:01:57.706" v="2572" actId="207"/>
        <pc:sldMkLst>
          <pc:docMk/>
          <pc:sldMk cId="870490" sldId="36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44624359" sldId="369"/>
        </pc:sldMkLst>
      </pc:sldChg>
      <pc:sldChg chg="modSp add mod">
        <pc:chgData name="Sanmukh Kuppannagari" userId="ad215094-da36-4b66-9c79-369a17aea26b" providerId="ADAL" clId="{11171A05-B6FC-4395-9957-15FB24B3E448}" dt="2024-08-29T05:04:06.167" v="2592" actId="20577"/>
        <pc:sldMkLst>
          <pc:docMk/>
          <pc:sldMk cId="1557585788" sldId="37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04881137" sldId="370"/>
        </pc:sldMkLst>
      </pc:sldChg>
      <pc:sldChg chg="add ord">
        <pc:chgData name="Sanmukh Kuppannagari" userId="ad215094-da36-4b66-9c79-369a17aea26b" providerId="ADAL" clId="{11171A05-B6FC-4395-9957-15FB24B3E448}" dt="2024-08-29T05:04:12.943" v="2594"/>
        <pc:sldMkLst>
          <pc:docMk/>
          <pc:sldMk cId="2998747380" sldId="371"/>
        </pc:sldMkLst>
      </pc:sldChg>
      <pc:sldChg chg="addSp modSp add mod">
        <pc:chgData name="Sanmukh Kuppannagari" userId="ad215094-da36-4b66-9c79-369a17aea26b" providerId="ADAL" clId="{11171A05-B6FC-4395-9957-15FB24B3E448}" dt="2024-08-29T14:42:02.660" v="6414" actId="20577"/>
        <pc:sldMkLst>
          <pc:docMk/>
          <pc:sldMk cId="2379148958" sldId="372"/>
        </pc:sldMkLst>
      </pc:sldChg>
      <pc:sldChg chg="addSp modSp new mod">
        <pc:chgData name="Sanmukh Kuppannagari" userId="ad215094-da36-4b66-9c79-369a17aea26b" providerId="ADAL" clId="{11171A05-B6FC-4395-9957-15FB24B3E448}" dt="2024-08-29T14:42:38.760" v="6421" actId="113"/>
        <pc:sldMkLst>
          <pc:docMk/>
          <pc:sldMk cId="516672496" sldId="373"/>
        </pc:sldMkLst>
      </pc:sldChg>
      <pc:sldChg chg="modSp new mod ord">
        <pc:chgData name="Sanmukh Kuppannagari" userId="ad215094-da36-4b66-9c79-369a17aea26b" providerId="ADAL" clId="{11171A05-B6FC-4395-9957-15FB24B3E448}" dt="2024-08-29T14:40:40.631" v="6410"/>
        <pc:sldMkLst>
          <pc:docMk/>
          <pc:sldMk cId="3793747627" sldId="374"/>
        </pc:sldMkLst>
      </pc:sldChg>
      <pc:sldChg chg="addSp modSp add mod">
        <pc:chgData name="Sanmukh Kuppannagari" userId="ad215094-da36-4b66-9c79-369a17aea26b" providerId="ADAL" clId="{11171A05-B6FC-4395-9957-15FB24B3E448}" dt="2024-08-29T05:29:06.839" v="3626"/>
        <pc:sldMkLst>
          <pc:docMk/>
          <pc:sldMk cId="429392883" sldId="375"/>
        </pc:sldMkLst>
      </pc:sldChg>
      <pc:sldChg chg="modSp new mod">
        <pc:chgData name="Sanmukh Kuppannagari" userId="ad215094-da36-4b66-9c79-369a17aea26b" providerId="ADAL" clId="{11171A05-B6FC-4395-9957-15FB24B3E448}" dt="2024-08-29T14:43:44.626" v="6437" actId="20577"/>
        <pc:sldMkLst>
          <pc:docMk/>
          <pc:sldMk cId="1569227808" sldId="376"/>
        </pc:sldMkLst>
      </pc:sldChg>
      <pc:sldChg chg="modSp add del mod">
        <pc:chgData name="Sanmukh Kuppannagari" userId="ad215094-da36-4b66-9c79-369a17aea26b" providerId="ADAL" clId="{11171A05-B6FC-4395-9957-15FB24B3E448}" dt="2024-08-29T05:29:17.311" v="3628" actId="47"/>
        <pc:sldMkLst>
          <pc:docMk/>
          <pc:sldMk cId="2849554143" sldId="376"/>
        </pc:sldMkLst>
      </pc:sldChg>
      <pc:sldChg chg="add del">
        <pc:chgData name="Sanmukh Kuppannagari" userId="ad215094-da36-4b66-9c79-369a17aea26b" providerId="ADAL" clId="{11171A05-B6FC-4395-9957-15FB24B3E448}" dt="2024-08-29T05:29:29.409" v="3631"/>
        <pc:sldMkLst>
          <pc:docMk/>
          <pc:sldMk cId="359187930" sldId="377"/>
        </pc:sldMkLst>
      </pc:sldChg>
      <pc:sldChg chg="modSp add mod">
        <pc:chgData name="Sanmukh Kuppannagari" userId="ad215094-da36-4b66-9c79-369a17aea26b" providerId="ADAL" clId="{11171A05-B6FC-4395-9957-15FB24B3E448}" dt="2024-08-29T14:43:50.328" v="6447" actId="20577"/>
        <pc:sldMkLst>
          <pc:docMk/>
          <pc:sldMk cId="3476898497" sldId="377"/>
        </pc:sldMkLst>
      </pc:sldChg>
      <pc:sldChg chg="addSp modSp new mod">
        <pc:chgData name="Sanmukh Kuppannagari" userId="ad215094-da36-4b66-9c79-369a17aea26b" providerId="ADAL" clId="{11171A05-B6FC-4395-9957-15FB24B3E448}" dt="2024-08-29T05:52:17.083" v="4886" actId="20577"/>
        <pc:sldMkLst>
          <pc:docMk/>
          <pc:sldMk cId="3635117112" sldId="378"/>
        </pc:sldMkLst>
      </pc:sldChg>
      <pc:sldChg chg="addSp modSp new mod ord">
        <pc:chgData name="Sanmukh Kuppannagari" userId="ad215094-da36-4b66-9c79-369a17aea26b" providerId="ADAL" clId="{11171A05-B6FC-4395-9957-15FB24B3E448}" dt="2024-08-29T05:48:09.784" v="4605" actId="20577"/>
        <pc:sldMkLst>
          <pc:docMk/>
          <pc:sldMk cId="41816131" sldId="379"/>
        </pc:sldMkLst>
      </pc:sldChg>
      <pc:sldChg chg="modSp new mod">
        <pc:chgData name="Sanmukh Kuppannagari" userId="ad215094-da36-4b66-9c79-369a17aea26b" providerId="ADAL" clId="{11171A05-B6FC-4395-9957-15FB24B3E448}" dt="2024-08-29T05:53:16.792" v="4977" actId="20577"/>
        <pc:sldMkLst>
          <pc:docMk/>
          <pc:sldMk cId="2126930210" sldId="380"/>
        </pc:sldMkLst>
      </pc:sldChg>
      <pc:sldChg chg="addSp delSp modSp add mod">
        <pc:chgData name="Sanmukh Kuppannagari" userId="ad215094-da36-4b66-9c79-369a17aea26b" providerId="ADAL" clId="{11171A05-B6FC-4395-9957-15FB24B3E448}" dt="2024-08-29T14:45:36.314" v="6483" actId="113"/>
        <pc:sldMkLst>
          <pc:docMk/>
          <pc:sldMk cId="2509516140" sldId="381"/>
        </pc:sldMkLst>
      </pc:sldChg>
      <pc:sldChg chg="modSp add mod">
        <pc:chgData name="Sanmukh Kuppannagari" userId="ad215094-da36-4b66-9c79-369a17aea26b" providerId="ADAL" clId="{11171A05-B6FC-4395-9957-15FB24B3E448}" dt="2024-08-29T14:46:01.205" v="6484"/>
        <pc:sldMkLst>
          <pc:docMk/>
          <pc:sldMk cId="793354200" sldId="382"/>
        </pc:sldMkLst>
      </pc:sldChg>
      <pc:sldChg chg="addSp modSp add mod">
        <pc:chgData name="Sanmukh Kuppannagari" userId="ad215094-da36-4b66-9c79-369a17aea26b" providerId="ADAL" clId="{11171A05-B6FC-4395-9957-15FB24B3E448}" dt="2024-08-29T14:46:19.193" v="6485"/>
        <pc:sldMkLst>
          <pc:docMk/>
          <pc:sldMk cId="2098484828" sldId="383"/>
        </pc:sldMkLst>
      </pc:sldChg>
      <pc:sldChg chg="modSp add mod">
        <pc:chgData name="Sanmukh Kuppannagari" userId="ad215094-da36-4b66-9c79-369a17aea26b" providerId="ADAL" clId="{11171A05-B6FC-4395-9957-15FB24B3E448}" dt="2024-08-29T06:00:00.119" v="5113" actId="20577"/>
        <pc:sldMkLst>
          <pc:docMk/>
          <pc:sldMk cId="468428153" sldId="384"/>
        </pc:sldMkLst>
      </pc:sldChg>
      <pc:sldChg chg="modSp add mod">
        <pc:chgData name="Sanmukh Kuppannagari" userId="ad215094-da36-4b66-9c79-369a17aea26b" providerId="ADAL" clId="{11171A05-B6FC-4395-9957-15FB24B3E448}" dt="2024-08-29T14:51:11.632" v="6672" actId="20577"/>
        <pc:sldMkLst>
          <pc:docMk/>
          <pc:sldMk cId="3753143955" sldId="385"/>
        </pc:sldMkLst>
      </pc:sldChg>
      <pc:sldChg chg="modSp add del mod">
        <pc:chgData name="Sanmukh Kuppannagari" userId="ad215094-da36-4b66-9c79-369a17aea26b" providerId="ADAL" clId="{11171A05-B6FC-4395-9957-15FB24B3E448}" dt="2024-08-29T13:55:06.345" v="6049" actId="47"/>
        <pc:sldMkLst>
          <pc:docMk/>
          <pc:sldMk cId="3189588850" sldId="386"/>
        </pc:sldMkLst>
      </pc:sldChg>
      <pc:sldChg chg="modSp new mod">
        <pc:chgData name="Sanmukh Kuppannagari" userId="ad215094-da36-4b66-9c79-369a17aea26b" providerId="ADAL" clId="{11171A05-B6FC-4395-9957-15FB24B3E448}" dt="2024-08-29T13:50:23.094" v="5793" actId="20577"/>
        <pc:sldMkLst>
          <pc:docMk/>
          <pc:sldMk cId="3250158129" sldId="387"/>
        </pc:sldMkLst>
      </pc:sldChg>
      <pc:sldChg chg="modSp add mod">
        <pc:chgData name="Sanmukh Kuppannagari" userId="ad215094-da36-4b66-9c79-369a17aea26b" providerId="ADAL" clId="{11171A05-B6FC-4395-9957-15FB24B3E448}" dt="2024-08-29T14:48:00.793" v="6509" actId="20577"/>
        <pc:sldMkLst>
          <pc:docMk/>
          <pc:sldMk cId="1655728199" sldId="388"/>
        </pc:sldMkLst>
      </pc:sldChg>
      <pc:sldChg chg="modSp new mod">
        <pc:chgData name="Sanmukh Kuppannagari" userId="ad215094-da36-4b66-9c79-369a17aea26b" providerId="ADAL" clId="{11171A05-B6FC-4395-9957-15FB24B3E448}" dt="2024-08-29T13:58:03.672" v="6405" actId="20577"/>
        <pc:sldMkLst>
          <pc:docMk/>
          <pc:sldMk cId="531953894" sldId="38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45402012" sldId="141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95492823" sldId="141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99650778" sldId="141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24960510" sldId="141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842676586" sldId="141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171868693" sldId="142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70763525" sldId="142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65993282" sldId="142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88014077" sldId="142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64992614" sldId="142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900684070" sldId="142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21228576" sldId="142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23560490" sldId="142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20318750" sldId="142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58413754" sldId="1429"/>
        </pc:sldMkLst>
      </pc:sldChg>
    </pc:docChg>
  </pc:docChgLst>
  <pc:docChgLst>
    <pc:chgData name="Sanmukh Kuppannagari" userId="ad215094-da36-4b66-9c79-369a17aea26b" providerId="ADAL" clId="{F807B796-0606-4BF0-9A84-6557326C69B2}"/>
    <pc:docChg chg="undo custSel addSld delSld modSld">
      <pc:chgData name="Sanmukh Kuppannagari" userId="ad215094-da36-4b66-9c79-369a17aea26b" providerId="ADAL" clId="{F807B796-0606-4BF0-9A84-6557326C69B2}" dt="2024-09-03T17:27:21.796" v="6281" actId="20577"/>
      <pc:docMkLst>
        <pc:docMk/>
      </pc:docMkLst>
      <pc:sldChg chg="modSp mod">
        <pc:chgData name="Sanmukh Kuppannagari" userId="ad215094-da36-4b66-9c79-369a17aea26b" providerId="ADAL" clId="{F807B796-0606-4BF0-9A84-6557326C69B2}" dt="2024-09-02T21:00:55.314" v="267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396895355" sldId="28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158303791" sldId="28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737272183" sldId="28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96129851" sldId="29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860245702" sldId="29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873989303" sldId="30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126324089" sldId="30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159033991" sldId="303"/>
        </pc:sldMkLst>
      </pc:sldChg>
      <pc:sldChg chg="modSp add del mod">
        <pc:chgData name="Sanmukh Kuppannagari" userId="ad215094-da36-4b66-9c79-369a17aea26b" providerId="ADAL" clId="{F807B796-0606-4BF0-9A84-6557326C69B2}" dt="2024-09-03T12:45:55.217" v="3724" actId="20577"/>
        <pc:sldMkLst>
          <pc:docMk/>
          <pc:sldMk cId="276729432" sldId="309"/>
        </pc:sldMkLst>
      </pc:sldChg>
      <pc:sldChg chg="addSp delSp modSp add mod">
        <pc:chgData name="Sanmukh Kuppannagari" userId="ad215094-da36-4b66-9c79-369a17aea26b" providerId="ADAL" clId="{F807B796-0606-4BF0-9A84-6557326C69B2}" dt="2024-09-03T02:17:35.441" v="1671" actId="20577"/>
        <pc:sldMkLst>
          <pc:docMk/>
          <pc:sldMk cId="2950079441" sldId="328"/>
        </pc:sldMkLst>
      </pc:sldChg>
      <pc:sldChg chg="modSp add mod">
        <pc:chgData name="Sanmukh Kuppannagari" userId="ad215094-da36-4b66-9c79-369a17aea26b" providerId="ADAL" clId="{F807B796-0606-4BF0-9A84-6557326C69B2}" dt="2024-09-03T02:40:17.050" v="2520" actId="20577"/>
        <pc:sldMkLst>
          <pc:docMk/>
          <pc:sldMk cId="607569566" sldId="335"/>
        </pc:sldMkLst>
      </pc:sldChg>
      <pc:sldChg chg="add">
        <pc:chgData name="Sanmukh Kuppannagari" userId="ad215094-da36-4b66-9c79-369a17aea26b" providerId="ADAL" clId="{F807B796-0606-4BF0-9A84-6557326C69B2}" dt="2024-09-03T13:08:49.519" v="3811"/>
        <pc:sldMkLst>
          <pc:docMk/>
          <pc:sldMk cId="2522483144" sldId="34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479581269" sldId="34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462781511" sldId="34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801581427" sldId="34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770539502" sldId="34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297479372" sldId="34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920574792" sldId="34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56780983" sldId="35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451997251" sldId="35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895847466" sldId="35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14243733" sldId="35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86218002" sldId="35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053306255" sldId="35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022701561" sldId="35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78876639" sldId="35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491075983" sldId="35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439461653" sldId="35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297561959" sldId="36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929262316" sldId="36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945245978" sldId="36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68452387" sldId="36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42950900" sldId="36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48262078" sldId="36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214549395" sldId="36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38699627" sldId="36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321776317" sldId="36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870490" sldId="36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57585788" sldId="37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998747380" sldId="37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379148958" sldId="37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16672496" sldId="37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93747627" sldId="37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9392883" sldId="37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69227808" sldId="37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476898497" sldId="37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635117112" sldId="37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1816131" sldId="37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126930210" sldId="38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509516140" sldId="38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793354200" sldId="38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98484828" sldId="38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68428153" sldId="38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53143955" sldId="38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50158129" sldId="38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655728199" sldId="38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31953894" sldId="389"/>
        </pc:sldMkLst>
      </pc:sldChg>
      <pc:sldChg chg="modSp add mod">
        <pc:chgData name="Sanmukh Kuppannagari" userId="ad215094-da36-4b66-9c79-369a17aea26b" providerId="ADAL" clId="{F807B796-0606-4BF0-9A84-6557326C69B2}" dt="2024-09-02T20:55:49.175" v="65" actId="20577"/>
        <pc:sldMkLst>
          <pc:docMk/>
          <pc:sldMk cId="3837875043" sldId="390"/>
        </pc:sldMkLst>
      </pc:sldChg>
      <pc:sldChg chg="add">
        <pc:chgData name="Sanmukh Kuppannagari" userId="ad215094-da36-4b66-9c79-369a17aea26b" providerId="ADAL" clId="{F807B796-0606-4BF0-9A84-6557326C69B2}" dt="2024-09-02T20:55:16.300" v="4"/>
        <pc:sldMkLst>
          <pc:docMk/>
          <pc:sldMk cId="4141662449" sldId="391"/>
        </pc:sldMkLst>
      </pc:sldChg>
      <pc:sldChg chg="add">
        <pc:chgData name="Sanmukh Kuppannagari" userId="ad215094-da36-4b66-9c79-369a17aea26b" providerId="ADAL" clId="{F807B796-0606-4BF0-9A84-6557326C69B2}" dt="2024-09-02T20:59:42.685" v="220"/>
        <pc:sldMkLst>
          <pc:docMk/>
          <pc:sldMk cId="2314761624" sldId="392"/>
        </pc:sldMkLst>
      </pc:sldChg>
      <pc:sldChg chg="add del">
        <pc:chgData name="Sanmukh Kuppannagari" userId="ad215094-da36-4b66-9c79-369a17aea26b" providerId="ADAL" clId="{F807B796-0606-4BF0-9A84-6557326C69B2}" dt="2024-09-03T12:45:51.099" v="3716" actId="47"/>
        <pc:sldMkLst>
          <pc:docMk/>
          <pc:sldMk cId="3854406681" sldId="393"/>
        </pc:sldMkLst>
      </pc:sldChg>
      <pc:sldChg chg="modSp add mod">
        <pc:chgData name="Sanmukh Kuppannagari" userId="ad215094-da36-4b66-9c79-369a17aea26b" providerId="ADAL" clId="{F807B796-0606-4BF0-9A84-6557326C69B2}" dt="2024-09-03T12:46:30.391" v="3736" actId="20577"/>
        <pc:sldMkLst>
          <pc:docMk/>
          <pc:sldMk cId="4158598040" sldId="394"/>
        </pc:sldMkLst>
      </pc:sldChg>
      <pc:sldChg chg="add">
        <pc:chgData name="Sanmukh Kuppannagari" userId="ad215094-da36-4b66-9c79-369a17aea26b" providerId="ADAL" clId="{F807B796-0606-4BF0-9A84-6557326C69B2}" dt="2024-09-02T20:59:56.248" v="221"/>
        <pc:sldMkLst>
          <pc:docMk/>
          <pc:sldMk cId="854907447" sldId="395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3473456708" sldId="1344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3462074433" sldId="1345"/>
        </pc:sldMkLst>
      </pc:sldChg>
      <pc:sldChg chg="addSp modSp add mod">
        <pc:chgData name="Sanmukh Kuppannagari" userId="ad215094-da36-4b66-9c79-369a17aea26b" providerId="ADAL" clId="{F807B796-0606-4BF0-9A84-6557326C69B2}" dt="2024-09-02T21:02:28.358" v="358" actId="20577"/>
        <pc:sldMkLst>
          <pc:docMk/>
          <pc:sldMk cId="3585318733" sldId="1346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3890367929" sldId="1347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1799099576" sldId="1348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4227676260" sldId="1349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2262656913" sldId="1352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167355194" sldId="1353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2804131373" sldId="1354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3834269155" sldId="1355"/>
        </pc:sldMkLst>
      </pc:sldChg>
      <pc:sldChg chg="modSp add mod">
        <pc:chgData name="Sanmukh Kuppannagari" userId="ad215094-da36-4b66-9c79-369a17aea26b" providerId="ADAL" clId="{F807B796-0606-4BF0-9A84-6557326C69B2}" dt="2024-09-02T21:08:32.777" v="697" actId="15"/>
        <pc:sldMkLst>
          <pc:docMk/>
          <pc:sldMk cId="1967107891" sldId="1356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794884751" sldId="1358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1315821937" sldId="1359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2463516898" sldId="1361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1886344154" sldId="1362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2856732028" sldId="1363"/>
        </pc:sldMkLst>
      </pc:sldChg>
      <pc:sldChg chg="modSp add mod">
        <pc:chgData name="Sanmukh Kuppannagari" userId="ad215094-da36-4b66-9c79-369a17aea26b" providerId="ADAL" clId="{F807B796-0606-4BF0-9A84-6557326C69B2}" dt="2024-09-03T13:12:03.900" v="3832" actId="20577"/>
        <pc:sldMkLst>
          <pc:docMk/>
          <pc:sldMk cId="603735269" sldId="1365"/>
        </pc:sldMkLst>
      </pc:sldChg>
      <pc:sldChg chg="modSp add mod">
        <pc:chgData name="Sanmukh Kuppannagari" userId="ad215094-da36-4b66-9c79-369a17aea26b" providerId="ADAL" clId="{F807B796-0606-4BF0-9A84-6557326C69B2}" dt="2024-09-03T13:13:47.455" v="3844" actId="20577"/>
        <pc:sldMkLst>
          <pc:docMk/>
          <pc:sldMk cId="3326920156" sldId="1366"/>
        </pc:sldMkLst>
      </pc:sldChg>
      <pc:sldChg chg="delSp modSp add mod">
        <pc:chgData name="Sanmukh Kuppannagari" userId="ad215094-da36-4b66-9c79-369a17aea26b" providerId="ADAL" clId="{F807B796-0606-4BF0-9A84-6557326C69B2}" dt="2024-09-03T13:49:28.301" v="5270" actId="1076"/>
        <pc:sldMkLst>
          <pc:docMk/>
          <pc:sldMk cId="3859140757" sldId="1367"/>
        </pc:sldMkLst>
      </pc:sldChg>
      <pc:sldChg chg="add">
        <pc:chgData name="Sanmukh Kuppannagari" userId="ad215094-da36-4b66-9c79-369a17aea26b" providerId="ADAL" clId="{F807B796-0606-4BF0-9A84-6557326C69B2}" dt="2024-09-03T02:55:12.122" v="3067"/>
        <pc:sldMkLst>
          <pc:docMk/>
          <pc:sldMk cId="4078040195" sldId="1369"/>
        </pc:sldMkLst>
      </pc:sldChg>
      <pc:sldChg chg="addSp modSp add mod">
        <pc:chgData name="Sanmukh Kuppannagari" userId="ad215094-da36-4b66-9c79-369a17aea26b" providerId="ADAL" clId="{F807B796-0606-4BF0-9A84-6557326C69B2}" dt="2024-09-03T13:52:40.634" v="5308" actId="1076"/>
        <pc:sldMkLst>
          <pc:docMk/>
          <pc:sldMk cId="284771599" sldId="1370"/>
        </pc:sldMkLst>
      </pc:sldChg>
      <pc:sldChg chg="modSp add mod">
        <pc:chgData name="Sanmukh Kuppannagari" userId="ad215094-da36-4b66-9c79-369a17aea26b" providerId="ADAL" clId="{F807B796-0606-4BF0-9A84-6557326C69B2}" dt="2024-09-03T13:54:59.046" v="5421" actId="20577"/>
        <pc:sldMkLst>
          <pc:docMk/>
          <pc:sldMk cId="906755194" sldId="1371"/>
        </pc:sldMkLst>
      </pc:sldChg>
      <pc:sldChg chg="modSp add mod">
        <pc:chgData name="Sanmukh Kuppannagari" userId="ad215094-da36-4b66-9c79-369a17aea26b" providerId="ADAL" clId="{F807B796-0606-4BF0-9A84-6557326C69B2}" dt="2024-09-03T02:37:21.221" v="2435" actId="20577"/>
        <pc:sldMkLst>
          <pc:docMk/>
          <pc:sldMk cId="518010934" sldId="1373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2532106449" sldId="1374"/>
        </pc:sldMkLst>
      </pc:sldChg>
      <pc:sldChg chg="modSp new mod">
        <pc:chgData name="Sanmukh Kuppannagari" userId="ad215094-da36-4b66-9c79-369a17aea26b" providerId="ADAL" clId="{F807B796-0606-4BF0-9A84-6557326C69B2}" dt="2024-09-02T21:42:29.989" v="1380" actId="20577"/>
        <pc:sldMkLst>
          <pc:docMk/>
          <pc:sldMk cId="63097358" sldId="1375"/>
        </pc:sldMkLst>
      </pc:sldChg>
      <pc:sldChg chg="delSp modSp add mod">
        <pc:chgData name="Sanmukh Kuppannagari" userId="ad215094-da36-4b66-9c79-369a17aea26b" providerId="ADAL" clId="{F807B796-0606-4BF0-9A84-6557326C69B2}" dt="2024-09-03T02:12:19.131" v="1602" actId="20577"/>
        <pc:sldMkLst>
          <pc:docMk/>
          <pc:sldMk cId="2155445605" sldId="1376"/>
        </pc:sldMkLst>
      </pc:sldChg>
      <pc:sldChg chg="addSp delSp modSp add mod">
        <pc:chgData name="Sanmukh Kuppannagari" userId="ad215094-da36-4b66-9c79-369a17aea26b" providerId="ADAL" clId="{F807B796-0606-4BF0-9A84-6557326C69B2}" dt="2024-09-03T02:15:33.103" v="1646" actId="20577"/>
        <pc:sldMkLst>
          <pc:docMk/>
          <pc:sldMk cId="2373852911" sldId="1377"/>
        </pc:sldMkLst>
      </pc:sldChg>
      <pc:sldChg chg="addSp delSp modSp add mod">
        <pc:chgData name="Sanmukh Kuppannagari" userId="ad215094-da36-4b66-9c79-369a17aea26b" providerId="ADAL" clId="{F807B796-0606-4BF0-9A84-6557326C69B2}" dt="2024-09-03T02:18:53.201" v="1704" actId="1076"/>
        <pc:sldMkLst>
          <pc:docMk/>
          <pc:sldMk cId="2785090204" sldId="1378"/>
        </pc:sldMkLst>
      </pc:sldChg>
      <pc:sldChg chg="modSp new mod">
        <pc:chgData name="Sanmukh Kuppannagari" userId="ad215094-da36-4b66-9c79-369a17aea26b" providerId="ADAL" clId="{F807B796-0606-4BF0-9A84-6557326C69B2}" dt="2024-09-03T02:19:58.369" v="1758" actId="207"/>
        <pc:sldMkLst>
          <pc:docMk/>
          <pc:sldMk cId="1578956546" sldId="1379"/>
        </pc:sldMkLst>
      </pc:sldChg>
      <pc:sldChg chg="modSp add mod">
        <pc:chgData name="Sanmukh Kuppannagari" userId="ad215094-da36-4b66-9c79-369a17aea26b" providerId="ADAL" clId="{F807B796-0606-4BF0-9A84-6557326C69B2}" dt="2024-09-03T02:26:15.664" v="2061" actId="20577"/>
        <pc:sldMkLst>
          <pc:docMk/>
          <pc:sldMk cId="1387291192" sldId="1380"/>
        </pc:sldMkLst>
      </pc:sldChg>
      <pc:sldChg chg="modSp new mod">
        <pc:chgData name="Sanmukh Kuppannagari" userId="ad215094-da36-4b66-9c79-369a17aea26b" providerId="ADAL" clId="{F807B796-0606-4BF0-9A84-6557326C69B2}" dt="2024-09-03T02:26:24.889" v="2064" actId="207"/>
        <pc:sldMkLst>
          <pc:docMk/>
          <pc:sldMk cId="3729273499" sldId="1381"/>
        </pc:sldMkLst>
      </pc:sldChg>
      <pc:sldChg chg="modSp add mod">
        <pc:chgData name="Sanmukh Kuppannagari" userId="ad215094-da36-4b66-9c79-369a17aea26b" providerId="ADAL" clId="{F807B796-0606-4BF0-9A84-6557326C69B2}" dt="2024-09-03T02:27:58.737" v="2084" actId="20577"/>
        <pc:sldMkLst>
          <pc:docMk/>
          <pc:sldMk cId="1604865990" sldId="1382"/>
        </pc:sldMkLst>
      </pc:sldChg>
      <pc:sldChg chg="add">
        <pc:chgData name="Sanmukh Kuppannagari" userId="ad215094-da36-4b66-9c79-369a17aea26b" providerId="ADAL" clId="{F807B796-0606-4BF0-9A84-6557326C69B2}" dt="2024-09-03T02:28:04.789" v="2085"/>
        <pc:sldMkLst>
          <pc:docMk/>
          <pc:sldMk cId="3140536196" sldId="1383"/>
        </pc:sldMkLst>
      </pc:sldChg>
      <pc:sldChg chg="modSp add mod">
        <pc:chgData name="Sanmukh Kuppannagari" userId="ad215094-da36-4b66-9c79-369a17aea26b" providerId="ADAL" clId="{F807B796-0606-4BF0-9A84-6557326C69B2}" dt="2024-09-03T02:28:44.396" v="2099" actId="20577"/>
        <pc:sldMkLst>
          <pc:docMk/>
          <pc:sldMk cId="4028848195" sldId="1384"/>
        </pc:sldMkLst>
      </pc:sldChg>
      <pc:sldChg chg="modSp new mod">
        <pc:chgData name="Sanmukh Kuppannagari" userId="ad215094-da36-4b66-9c79-369a17aea26b" providerId="ADAL" clId="{F807B796-0606-4BF0-9A84-6557326C69B2}" dt="2024-09-03T02:32:27.269" v="2432" actId="20577"/>
        <pc:sldMkLst>
          <pc:docMk/>
          <pc:sldMk cId="855061855" sldId="1385"/>
        </pc:sldMkLst>
      </pc:sldChg>
      <pc:sldChg chg="add">
        <pc:chgData name="Sanmukh Kuppannagari" userId="ad215094-da36-4b66-9c79-369a17aea26b" providerId="ADAL" clId="{F807B796-0606-4BF0-9A84-6557326C69B2}" dt="2024-09-03T02:38:51.879" v="2436"/>
        <pc:sldMkLst>
          <pc:docMk/>
          <pc:sldMk cId="3507384733" sldId="1386"/>
        </pc:sldMkLst>
      </pc:sldChg>
      <pc:sldChg chg="modSp new del mod">
        <pc:chgData name="Sanmukh Kuppannagari" userId="ad215094-da36-4b66-9c79-369a17aea26b" providerId="ADAL" clId="{F807B796-0606-4BF0-9A84-6557326C69B2}" dt="2024-09-03T13:20:40.100" v="4051" actId="47"/>
        <pc:sldMkLst>
          <pc:docMk/>
          <pc:sldMk cId="1227237758" sldId="1387"/>
        </pc:sldMkLst>
      </pc:sldChg>
      <pc:sldChg chg="modSp add mod">
        <pc:chgData name="Sanmukh Kuppannagari" userId="ad215094-da36-4b66-9c79-369a17aea26b" providerId="ADAL" clId="{F807B796-0606-4BF0-9A84-6557326C69B2}" dt="2024-09-03T02:45:20.826" v="2547" actId="207"/>
        <pc:sldMkLst>
          <pc:docMk/>
          <pc:sldMk cId="1406617072" sldId="1388"/>
        </pc:sldMkLst>
      </pc:sldChg>
      <pc:sldChg chg="modSp new mod">
        <pc:chgData name="Sanmukh Kuppannagari" userId="ad215094-da36-4b66-9c79-369a17aea26b" providerId="ADAL" clId="{F807B796-0606-4BF0-9A84-6557326C69B2}" dt="2024-09-03T12:43:53.169" v="3714" actId="20577"/>
        <pc:sldMkLst>
          <pc:docMk/>
          <pc:sldMk cId="15178750" sldId="1389"/>
        </pc:sldMkLst>
      </pc:sldChg>
      <pc:sldChg chg="addSp delSp modSp add mod">
        <pc:chgData name="Sanmukh Kuppannagari" userId="ad215094-da36-4b66-9c79-369a17aea26b" providerId="ADAL" clId="{F807B796-0606-4BF0-9A84-6557326C69B2}" dt="2024-09-03T13:47:41.899" v="5236" actId="14100"/>
        <pc:sldMkLst>
          <pc:docMk/>
          <pc:sldMk cId="3904397812" sldId="1390"/>
        </pc:sldMkLst>
      </pc:sldChg>
      <pc:sldChg chg="modSp new mod">
        <pc:chgData name="Sanmukh Kuppannagari" userId="ad215094-da36-4b66-9c79-369a17aea26b" providerId="ADAL" clId="{F807B796-0606-4BF0-9A84-6557326C69B2}" dt="2024-09-03T13:21:58.025" v="4299" actId="20577"/>
        <pc:sldMkLst>
          <pc:docMk/>
          <pc:sldMk cId="1115784977" sldId="1391"/>
        </pc:sldMkLst>
      </pc:sldChg>
      <pc:sldChg chg="addSp delSp modSp add mod">
        <pc:chgData name="Sanmukh Kuppannagari" userId="ad215094-da36-4b66-9c79-369a17aea26b" providerId="ADAL" clId="{F807B796-0606-4BF0-9A84-6557326C69B2}" dt="2024-09-03T12:51:33.052" v="3745" actId="20577"/>
        <pc:sldMkLst>
          <pc:docMk/>
          <pc:sldMk cId="3579675671" sldId="1392"/>
        </pc:sldMkLst>
      </pc:sldChg>
      <pc:sldChg chg="addSp modSp add mod">
        <pc:chgData name="Sanmukh Kuppannagari" userId="ad215094-da36-4b66-9c79-369a17aea26b" providerId="ADAL" clId="{F807B796-0606-4BF0-9A84-6557326C69B2}" dt="2024-09-03T12:51:38.226" v="3752" actId="20577"/>
        <pc:sldMkLst>
          <pc:docMk/>
          <pc:sldMk cId="3848896675" sldId="1393"/>
        </pc:sldMkLst>
      </pc:sldChg>
      <pc:sldChg chg="modSp add mod">
        <pc:chgData name="Sanmukh Kuppannagari" userId="ad215094-da36-4b66-9c79-369a17aea26b" providerId="ADAL" clId="{F807B796-0606-4BF0-9A84-6557326C69B2}" dt="2024-09-03T12:51:44.050" v="3753"/>
        <pc:sldMkLst>
          <pc:docMk/>
          <pc:sldMk cId="1213479204" sldId="1394"/>
        </pc:sldMkLst>
      </pc:sldChg>
      <pc:sldChg chg="modSp add mod">
        <pc:chgData name="Sanmukh Kuppannagari" userId="ad215094-da36-4b66-9c79-369a17aea26b" providerId="ADAL" clId="{F807B796-0606-4BF0-9A84-6557326C69B2}" dt="2024-09-03T12:51:47.861" v="3754"/>
        <pc:sldMkLst>
          <pc:docMk/>
          <pc:sldMk cId="3698062718" sldId="1395"/>
        </pc:sldMkLst>
      </pc:sldChg>
      <pc:sldChg chg="modSp add mod">
        <pc:chgData name="Sanmukh Kuppannagari" userId="ad215094-da36-4b66-9c79-369a17aea26b" providerId="ADAL" clId="{F807B796-0606-4BF0-9A84-6557326C69B2}" dt="2024-09-03T12:51:51.477" v="3755"/>
        <pc:sldMkLst>
          <pc:docMk/>
          <pc:sldMk cId="2428240830" sldId="1396"/>
        </pc:sldMkLst>
      </pc:sldChg>
      <pc:sldChg chg="addSp delSp modSp add mod">
        <pc:chgData name="Sanmukh Kuppannagari" userId="ad215094-da36-4b66-9c79-369a17aea26b" providerId="ADAL" clId="{F807B796-0606-4BF0-9A84-6557326C69B2}" dt="2024-09-03T12:38:02.576" v="3536" actId="207"/>
        <pc:sldMkLst>
          <pc:docMk/>
          <pc:sldMk cId="1577004698" sldId="1397"/>
        </pc:sldMkLst>
      </pc:sldChg>
      <pc:sldChg chg="modSp add mod">
        <pc:chgData name="Sanmukh Kuppannagari" userId="ad215094-da36-4b66-9c79-369a17aea26b" providerId="ADAL" clId="{F807B796-0606-4BF0-9A84-6557326C69B2}" dt="2024-09-03T12:52:00.900" v="3762" actId="20577"/>
        <pc:sldMkLst>
          <pc:docMk/>
          <pc:sldMk cId="3187165335" sldId="1398"/>
        </pc:sldMkLst>
      </pc:sldChg>
      <pc:sldChg chg="modSp add mod">
        <pc:chgData name="Sanmukh Kuppannagari" userId="ad215094-da36-4b66-9c79-369a17aea26b" providerId="ADAL" clId="{F807B796-0606-4BF0-9A84-6557326C69B2}" dt="2024-09-03T12:52:07.589" v="3763"/>
        <pc:sldMkLst>
          <pc:docMk/>
          <pc:sldMk cId="3448802495" sldId="1399"/>
        </pc:sldMkLst>
      </pc:sldChg>
      <pc:sldChg chg="modSp add mod">
        <pc:chgData name="Sanmukh Kuppannagari" userId="ad215094-da36-4b66-9c79-369a17aea26b" providerId="ADAL" clId="{F807B796-0606-4BF0-9A84-6557326C69B2}" dt="2024-09-03T12:52:11.223" v="3764"/>
        <pc:sldMkLst>
          <pc:docMk/>
          <pc:sldMk cId="1426423657" sldId="1400"/>
        </pc:sldMkLst>
      </pc:sldChg>
      <pc:sldChg chg="modSp add mod">
        <pc:chgData name="Sanmukh Kuppannagari" userId="ad215094-da36-4b66-9c79-369a17aea26b" providerId="ADAL" clId="{F807B796-0606-4BF0-9A84-6557326C69B2}" dt="2024-09-03T12:52:15.594" v="3765"/>
        <pc:sldMkLst>
          <pc:docMk/>
          <pc:sldMk cId="1876721923" sldId="1401"/>
        </pc:sldMkLst>
      </pc:sldChg>
      <pc:sldChg chg="modSp add mod">
        <pc:chgData name="Sanmukh Kuppannagari" userId="ad215094-da36-4b66-9c79-369a17aea26b" providerId="ADAL" clId="{F807B796-0606-4BF0-9A84-6557326C69B2}" dt="2024-09-03T12:52:19.348" v="3766"/>
        <pc:sldMkLst>
          <pc:docMk/>
          <pc:sldMk cId="4100405277" sldId="1402"/>
        </pc:sldMkLst>
      </pc:sldChg>
      <pc:sldChg chg="modSp add mod">
        <pc:chgData name="Sanmukh Kuppannagari" userId="ad215094-da36-4b66-9c79-369a17aea26b" providerId="ADAL" clId="{F807B796-0606-4BF0-9A84-6557326C69B2}" dt="2024-09-03T12:47:06.300" v="3738" actId="207"/>
        <pc:sldMkLst>
          <pc:docMk/>
          <pc:sldMk cId="2967499912" sldId="1403"/>
        </pc:sldMkLst>
      </pc:sldChg>
      <pc:sldChg chg="addSp modSp new mod">
        <pc:chgData name="Sanmukh Kuppannagari" userId="ad215094-da36-4b66-9c79-369a17aea26b" providerId="ADAL" clId="{F807B796-0606-4BF0-9A84-6557326C69B2}" dt="2024-09-03T13:09:42.209" v="3826" actId="1076"/>
        <pc:sldMkLst>
          <pc:docMk/>
          <pc:sldMk cId="3881972497" sldId="1404"/>
        </pc:sldMkLst>
      </pc:sldChg>
      <pc:sldChg chg="modSp add mod">
        <pc:chgData name="Sanmukh Kuppannagari" userId="ad215094-da36-4b66-9c79-369a17aea26b" providerId="ADAL" clId="{F807B796-0606-4BF0-9A84-6557326C69B2}" dt="2024-09-03T13:13:53.902" v="3850" actId="20577"/>
        <pc:sldMkLst>
          <pc:docMk/>
          <pc:sldMk cId="3154475222" sldId="1405"/>
        </pc:sldMkLst>
      </pc:sldChg>
      <pc:sldChg chg="addSp delSp modSp new mod">
        <pc:chgData name="Sanmukh Kuppannagari" userId="ad215094-da36-4b66-9c79-369a17aea26b" providerId="ADAL" clId="{F807B796-0606-4BF0-9A84-6557326C69B2}" dt="2024-09-03T13:23:06.940" v="4304" actId="20577"/>
        <pc:sldMkLst>
          <pc:docMk/>
          <pc:sldMk cId="1657037968" sldId="1406"/>
        </pc:sldMkLst>
      </pc:sldChg>
      <pc:sldChg chg="modSp add mod">
        <pc:chgData name="Sanmukh Kuppannagari" userId="ad215094-da36-4b66-9c79-369a17aea26b" providerId="ADAL" clId="{F807B796-0606-4BF0-9A84-6557326C69B2}" dt="2024-09-03T13:23:33.807" v="4333" actId="207"/>
        <pc:sldMkLst>
          <pc:docMk/>
          <pc:sldMk cId="808826284" sldId="1407"/>
        </pc:sldMkLst>
      </pc:sldChg>
      <pc:sldChg chg="modSp add mod">
        <pc:chgData name="Sanmukh Kuppannagari" userId="ad215094-da36-4b66-9c79-369a17aea26b" providerId="ADAL" clId="{F807B796-0606-4BF0-9A84-6557326C69B2}" dt="2024-09-03T13:26:30.186" v="4500" actId="20577"/>
        <pc:sldMkLst>
          <pc:docMk/>
          <pc:sldMk cId="2415060599" sldId="1408"/>
        </pc:sldMkLst>
      </pc:sldChg>
      <pc:sldChg chg="modSp add mod">
        <pc:chgData name="Sanmukh Kuppannagari" userId="ad215094-da36-4b66-9c79-369a17aea26b" providerId="ADAL" clId="{F807B796-0606-4BF0-9A84-6557326C69B2}" dt="2024-09-03T13:27:44.971" v="4531" actId="20577"/>
        <pc:sldMkLst>
          <pc:docMk/>
          <pc:sldMk cId="119380334" sldId="1409"/>
        </pc:sldMkLst>
      </pc:sldChg>
      <pc:sldChg chg="modSp new mod">
        <pc:chgData name="Sanmukh Kuppannagari" userId="ad215094-da36-4b66-9c79-369a17aea26b" providerId="ADAL" clId="{F807B796-0606-4BF0-9A84-6557326C69B2}" dt="2024-09-03T13:32:52.648" v="4947" actId="20577"/>
        <pc:sldMkLst>
          <pc:docMk/>
          <pc:sldMk cId="69742158" sldId="1410"/>
        </pc:sldMkLst>
      </pc:sldChg>
      <pc:sldChg chg="modSp new mod">
        <pc:chgData name="Sanmukh Kuppannagari" userId="ad215094-da36-4b66-9c79-369a17aea26b" providerId="ADAL" clId="{F807B796-0606-4BF0-9A84-6557326C69B2}" dt="2024-09-03T13:35:10.197" v="5167" actId="20577"/>
        <pc:sldMkLst>
          <pc:docMk/>
          <pc:sldMk cId="1450716392" sldId="1411"/>
        </pc:sldMkLst>
      </pc:sldChg>
      <pc:sldChg chg="add del">
        <pc:chgData name="Sanmukh Kuppannagari" userId="ad215094-da36-4b66-9c79-369a17aea26b" providerId="ADAL" clId="{F807B796-0606-4BF0-9A84-6557326C69B2}" dt="2024-09-03T13:48:45.238" v="5247" actId="47"/>
        <pc:sldMkLst>
          <pc:docMk/>
          <pc:sldMk cId="2820047232" sldId="1412"/>
        </pc:sldMkLst>
      </pc:sldChg>
      <pc:sldChg chg="modSp add mod">
        <pc:chgData name="Sanmukh Kuppannagari" userId="ad215094-da36-4b66-9c79-369a17aea26b" providerId="ADAL" clId="{F807B796-0606-4BF0-9A84-6557326C69B2}" dt="2024-09-03T13:48:02.122" v="5240" actId="14100"/>
        <pc:sldMkLst>
          <pc:docMk/>
          <pc:sldMk cId="393658469" sldId="1413"/>
        </pc:sldMkLst>
      </pc:sldChg>
      <pc:sldChg chg="modSp add">
        <pc:chgData name="Sanmukh Kuppannagari" userId="ad215094-da36-4b66-9c79-369a17aea26b" providerId="ADAL" clId="{F807B796-0606-4BF0-9A84-6557326C69B2}" dt="2024-09-03T13:48:24.868" v="5243" actId="1076"/>
        <pc:sldMkLst>
          <pc:docMk/>
          <pc:sldMk cId="2454853527" sldId="1414"/>
        </pc:sldMkLst>
      </pc:sldChg>
      <pc:sldChg chg="modSp add">
        <pc:chgData name="Sanmukh Kuppannagari" userId="ad215094-da36-4b66-9c79-369a17aea26b" providerId="ADAL" clId="{F807B796-0606-4BF0-9A84-6557326C69B2}" dt="2024-09-03T13:48:36.753" v="5246" actId="1076"/>
        <pc:sldMkLst>
          <pc:docMk/>
          <pc:sldMk cId="458868704" sldId="1415"/>
        </pc:sldMkLst>
      </pc:sldChg>
      <pc:sldChg chg="modSp add mod">
        <pc:chgData name="Sanmukh Kuppannagari" userId="ad215094-da36-4b66-9c79-369a17aea26b" providerId="ADAL" clId="{F807B796-0606-4BF0-9A84-6557326C69B2}" dt="2024-09-03T13:53:12.550" v="5332" actId="20577"/>
        <pc:sldMkLst>
          <pc:docMk/>
          <pc:sldMk cId="1712966043" sldId="1416"/>
        </pc:sldMkLst>
      </pc:sldChg>
      <pc:sldChg chg="modSp add mod">
        <pc:chgData name="Sanmukh Kuppannagari" userId="ad215094-da36-4b66-9c79-369a17aea26b" providerId="ADAL" clId="{F807B796-0606-4BF0-9A84-6557326C69B2}" dt="2024-09-03T13:54:02.045" v="5365" actId="1076"/>
        <pc:sldMkLst>
          <pc:docMk/>
          <pc:sldMk cId="2077281943" sldId="1417"/>
        </pc:sldMkLst>
      </pc:sldChg>
      <pc:sldChg chg="modSp new mod">
        <pc:chgData name="Sanmukh Kuppannagari" userId="ad215094-da36-4b66-9c79-369a17aea26b" providerId="ADAL" clId="{F807B796-0606-4BF0-9A84-6557326C69B2}" dt="2024-09-03T17:18:57.431" v="5611" actId="20577"/>
        <pc:sldMkLst>
          <pc:docMk/>
          <pc:sldMk cId="2646681002" sldId="1418"/>
        </pc:sldMkLst>
      </pc:sldChg>
      <pc:sldChg chg="modSp new mod">
        <pc:chgData name="Sanmukh Kuppannagari" userId="ad215094-da36-4b66-9c79-369a17aea26b" providerId="ADAL" clId="{F807B796-0606-4BF0-9A84-6557326C69B2}" dt="2024-09-03T17:20:30.540" v="5941" actId="20577"/>
        <pc:sldMkLst>
          <pc:docMk/>
          <pc:sldMk cId="2756067693" sldId="1419"/>
        </pc:sldMkLst>
      </pc:sldChg>
      <pc:sldChg chg="addSp modSp new mod">
        <pc:chgData name="Sanmukh Kuppannagari" userId="ad215094-da36-4b66-9c79-369a17aea26b" providerId="ADAL" clId="{F807B796-0606-4BF0-9A84-6557326C69B2}" dt="2024-09-03T17:26:17.273" v="6104" actId="27636"/>
        <pc:sldMkLst>
          <pc:docMk/>
          <pc:sldMk cId="519883686" sldId="1420"/>
        </pc:sldMkLst>
      </pc:sldChg>
      <pc:sldChg chg="modSp new mod">
        <pc:chgData name="Sanmukh Kuppannagari" userId="ad215094-da36-4b66-9c79-369a17aea26b" providerId="ADAL" clId="{F807B796-0606-4BF0-9A84-6557326C69B2}" dt="2024-09-03T17:27:21.796" v="6281" actId="20577"/>
        <pc:sldMkLst>
          <pc:docMk/>
          <pc:sldMk cId="3752423486" sldId="1421"/>
        </pc:sldMkLst>
      </pc:sldChg>
    </pc:docChg>
  </pc:docChgLst>
  <pc:docChgLst>
    <pc:chgData name="Sanmukh Kuppannagari" userId="ad215094-da36-4b66-9c79-369a17aea26b" providerId="ADAL" clId="{14DF58E2-5DCD-486C-9091-D93E447591FD}"/>
    <pc:docChg chg="custSel addSld delSld modSld sldOrd">
      <pc:chgData name="Sanmukh Kuppannagari" userId="ad215094-da36-4b66-9c79-369a17aea26b" providerId="ADAL" clId="{14DF58E2-5DCD-486C-9091-D93E447591FD}" dt="2024-10-03T15:17:44.142" v="3678" actId="20577"/>
      <pc:docMkLst>
        <pc:docMk/>
      </pc:docMkLst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402981858" sldId="386"/>
        </pc:sldMkLst>
      </pc:sldChg>
      <pc:sldChg chg="add">
        <pc:chgData name="Sanmukh Kuppannagari" userId="ad215094-da36-4b66-9c79-369a17aea26b" providerId="ADAL" clId="{14DF58E2-5DCD-486C-9091-D93E447591FD}" dt="2024-10-03T13:46:17.043" v="105"/>
        <pc:sldMkLst>
          <pc:docMk/>
          <pc:sldMk cId="1837546598" sldId="965"/>
        </pc:sldMkLst>
      </pc:sldChg>
      <pc:sldChg chg="modSp add mod">
        <pc:chgData name="Sanmukh Kuppannagari" userId="ad215094-da36-4b66-9c79-369a17aea26b" providerId="ADAL" clId="{14DF58E2-5DCD-486C-9091-D93E447591FD}" dt="2024-10-03T13:48:03.639" v="338" actId="20577"/>
        <pc:sldMkLst>
          <pc:docMk/>
          <pc:sldMk cId="3747551071" sldId="96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857326952" sldId="123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152651734" sldId="1235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630924" sldId="1253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4284530624" sldId="1254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413064123" sldId="1255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574746539" sldId="1256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927700788" sldId="1257"/>
        </pc:sldMkLst>
      </pc:sldChg>
      <pc:sldChg chg="addSp modSp add mod">
        <pc:chgData name="Sanmukh Kuppannagari" userId="ad215094-da36-4b66-9c79-369a17aea26b" providerId="ADAL" clId="{14DF58E2-5DCD-486C-9091-D93E447591FD}" dt="2024-10-03T15:13:15.224" v="3621" actId="1076"/>
        <pc:sldMkLst>
          <pc:docMk/>
          <pc:sldMk cId="1750676043" sldId="1258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329904463" sldId="1259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892195865" sldId="1260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157439954" sldId="1261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769619670" sldId="1262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80733138" sldId="1263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1938244019" sldId="1264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116587120" sldId="1265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205148523" sldId="1266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207822773" sldId="1267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166595346" sldId="1268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888322834" sldId="1269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981461382" sldId="1270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073609131" sldId="1271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505794832" sldId="1272"/>
        </pc:sldMkLst>
      </pc:sldChg>
      <pc:sldChg chg="add">
        <pc:chgData name="Sanmukh Kuppannagari" userId="ad215094-da36-4b66-9c79-369a17aea26b" providerId="ADAL" clId="{14DF58E2-5DCD-486C-9091-D93E447591FD}" dt="2024-10-03T14:40:06.405" v="3595"/>
        <pc:sldMkLst>
          <pc:docMk/>
          <pc:sldMk cId="2899752863" sldId="1280"/>
        </pc:sldMkLst>
      </pc:sldChg>
      <pc:sldChg chg="add">
        <pc:chgData name="Sanmukh Kuppannagari" userId="ad215094-da36-4b66-9c79-369a17aea26b" providerId="ADAL" clId="{14DF58E2-5DCD-486C-9091-D93E447591FD}" dt="2024-10-03T14:44:07.344" v="3596"/>
        <pc:sldMkLst>
          <pc:docMk/>
          <pc:sldMk cId="1199527142" sldId="1281"/>
        </pc:sldMkLst>
      </pc:sldChg>
      <pc:sldChg chg="add">
        <pc:chgData name="Sanmukh Kuppannagari" userId="ad215094-da36-4b66-9c79-369a17aea26b" providerId="ADAL" clId="{14DF58E2-5DCD-486C-9091-D93E447591FD}" dt="2024-10-03T14:44:07.344" v="3596"/>
        <pc:sldMkLst>
          <pc:docMk/>
          <pc:sldMk cId="1004796864" sldId="128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423587688" sldId="130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249666363" sldId="130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044792240" sldId="130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826032475" sldId="130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121754159" sldId="130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322226313" sldId="1309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3902944658" sldId="130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120287752" sldId="1310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2577631310" sldId="1310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692720287" sldId="131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652461517" sldId="131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84065558" sldId="1312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4072723455" sldId="131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03362016" sldId="1313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830590251" sldId="131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137941797" sldId="1314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3979417289" sldId="131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070225856" sldId="1315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2062603384" sldId="1315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3238687387" sldId="131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769246865" sldId="1316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105581169" sldId="131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610053994" sldId="1317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1626710577" sldId="131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864732836" sldId="131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541579916" sldId="1319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2589855805" sldId="131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204193764" sldId="1320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3870134566" sldId="132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42729149" sldId="1321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3443015343" sldId="1321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108815486" sldId="132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727594955" sldId="1322"/>
        </pc:sldMkLst>
      </pc:sldChg>
      <pc:sldChg chg="addSp modSp add mod">
        <pc:chgData name="Sanmukh Kuppannagari" userId="ad215094-da36-4b66-9c79-369a17aea26b" providerId="ADAL" clId="{14DF58E2-5DCD-486C-9091-D93E447591FD}" dt="2024-10-03T15:17:44.142" v="3678" actId="20577"/>
        <pc:sldMkLst>
          <pc:docMk/>
          <pc:sldMk cId="3927615945" sldId="132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025259238" sldId="1323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48302563" sldId="132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33802440" sldId="132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510092015" sldId="1325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1558153898" sldId="1325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579584412" sldId="132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032694092" sldId="1326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1876399712" sldId="132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882075548" sldId="132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213054822" sldId="1328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3577888197" sldId="132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090666711" sldId="1329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3446468191" sldId="1329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3270243835" sldId="1330"/>
        </pc:sldMkLst>
      </pc:sldChg>
      <pc:sldChg chg="modSp add">
        <pc:chgData name="Sanmukh Kuppannagari" userId="ad215094-da36-4b66-9c79-369a17aea26b" providerId="ADAL" clId="{14DF58E2-5DCD-486C-9091-D93E447591FD}" dt="2024-10-03T14:54:13.739" v="3604" actId="20577"/>
        <pc:sldMkLst>
          <pc:docMk/>
          <pc:sldMk cId="580580032" sldId="133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292168333" sldId="1331"/>
        </pc:sldMkLst>
      </pc:sldChg>
      <pc:sldChg chg="modSp add">
        <pc:chgData name="Sanmukh Kuppannagari" userId="ad215094-da36-4b66-9c79-369a17aea26b" providerId="ADAL" clId="{14DF58E2-5DCD-486C-9091-D93E447591FD}" dt="2024-10-03T15:10:46.464" v="3611" actId="20577"/>
        <pc:sldMkLst>
          <pc:docMk/>
          <pc:sldMk cId="189707620" sldId="133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063916795" sldId="133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49812825" sldId="133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521760129" sldId="133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697549759" sldId="133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913952742" sldId="133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246694647" sldId="133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611822888" sldId="133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710810416" sldId="133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30368493" sldId="134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647962746" sldId="134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662702247" sldId="134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718626453" sldId="134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119197295" sldId="1357"/>
        </pc:sldMkLst>
      </pc:sldChg>
      <pc:sldChg chg="del">
        <pc:chgData name="Sanmukh Kuppannagari" userId="ad215094-da36-4b66-9c79-369a17aea26b" providerId="ADAL" clId="{14DF58E2-5DCD-486C-9091-D93E447591FD}" dt="2024-10-03T10:25:48.480" v="29" actId="47"/>
        <pc:sldMkLst>
          <pc:docMk/>
          <pc:sldMk cId="2091044005" sldId="1513"/>
        </pc:sldMkLst>
      </pc:sldChg>
      <pc:sldChg chg="del">
        <pc:chgData name="Sanmukh Kuppannagari" userId="ad215094-da36-4b66-9c79-369a17aea26b" providerId="ADAL" clId="{14DF58E2-5DCD-486C-9091-D93E447591FD}" dt="2024-10-03T10:25:48.480" v="29" actId="47"/>
        <pc:sldMkLst>
          <pc:docMk/>
          <pc:sldMk cId="48973366" sldId="1514"/>
        </pc:sldMkLst>
      </pc:sldChg>
      <pc:sldChg chg="modSp mod">
        <pc:chgData name="Sanmukh Kuppannagari" userId="ad215094-da36-4b66-9c79-369a17aea26b" providerId="ADAL" clId="{14DF58E2-5DCD-486C-9091-D93E447591FD}" dt="2024-10-03T10:26:04.208" v="35" actId="5793"/>
        <pc:sldMkLst>
          <pc:docMk/>
          <pc:sldMk cId="312789784" sldId="154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693446765" sldId="1550"/>
        </pc:sldMkLst>
      </pc:sldChg>
      <pc:sldChg chg="modSp mod">
        <pc:chgData name="Sanmukh Kuppannagari" userId="ad215094-da36-4b66-9c79-369a17aea26b" providerId="ADAL" clId="{14DF58E2-5DCD-486C-9091-D93E447591FD}" dt="2024-10-03T10:27:23.846" v="104" actId="20577"/>
        <pc:sldMkLst>
          <pc:docMk/>
          <pc:sldMk cId="1297240811" sldId="155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944980054" sldId="155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777170493" sldId="155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166067996" sldId="155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437991697" sldId="155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404150593" sldId="155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779503060" sldId="155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06497288" sldId="155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799998865" sldId="155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468521858" sldId="156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139369451" sldId="156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842374225" sldId="156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67876598" sldId="156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623927009" sldId="156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204093479" sldId="156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158087431" sldId="156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821460343" sldId="156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973146182" sldId="156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321545462" sldId="156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024748460" sldId="157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042058996" sldId="157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940334320" sldId="157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570117069" sldId="157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995901004" sldId="157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40498288" sldId="157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670652363" sldId="157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839101789" sldId="157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06292723" sldId="157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01330410" sldId="157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481400793" sldId="158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218476509" sldId="158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535281774" sldId="158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330804335" sldId="158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936452190" sldId="158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652014047" sldId="158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673118713" sldId="158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582105460" sldId="158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630656864" sldId="158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501396604" sldId="158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936211990" sldId="159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024305596" sldId="1591"/>
        </pc:sldMkLst>
      </pc:sldChg>
      <pc:sldChg chg="modSp add mod">
        <pc:chgData name="Sanmukh Kuppannagari" userId="ad215094-da36-4b66-9c79-369a17aea26b" providerId="ADAL" clId="{14DF58E2-5DCD-486C-9091-D93E447591FD}" dt="2024-10-03T14:39:17.709" v="3592" actId="207"/>
        <pc:sldMkLst>
          <pc:docMk/>
          <pc:sldMk cId="215837963" sldId="1592"/>
        </pc:sldMkLst>
      </pc:sldChg>
      <pc:sldChg chg="modSp new mod">
        <pc:chgData name="Sanmukh Kuppannagari" userId="ad215094-da36-4b66-9c79-369a17aea26b" providerId="ADAL" clId="{14DF58E2-5DCD-486C-9091-D93E447591FD}" dt="2024-10-03T13:51:31.444" v="1022" actId="20577"/>
        <pc:sldMkLst>
          <pc:docMk/>
          <pc:sldMk cId="2224980005" sldId="1593"/>
        </pc:sldMkLst>
      </pc:sldChg>
      <pc:sldChg chg="modSp new mod">
        <pc:chgData name="Sanmukh Kuppannagari" userId="ad215094-da36-4b66-9c79-369a17aea26b" providerId="ADAL" clId="{14DF58E2-5DCD-486C-9091-D93E447591FD}" dt="2024-10-03T13:53:39.615" v="1359" actId="20577"/>
        <pc:sldMkLst>
          <pc:docMk/>
          <pc:sldMk cId="3815668378" sldId="1594"/>
        </pc:sldMkLst>
      </pc:sldChg>
      <pc:sldChg chg="modSp new mod">
        <pc:chgData name="Sanmukh Kuppannagari" userId="ad215094-da36-4b66-9c79-369a17aea26b" providerId="ADAL" clId="{14DF58E2-5DCD-486C-9091-D93E447591FD}" dt="2024-10-03T13:58:21.495" v="1812" actId="20577"/>
        <pc:sldMkLst>
          <pc:docMk/>
          <pc:sldMk cId="1715348697" sldId="1595"/>
        </pc:sldMkLst>
      </pc:sldChg>
      <pc:sldChg chg="modSp new mod">
        <pc:chgData name="Sanmukh Kuppannagari" userId="ad215094-da36-4b66-9c79-369a17aea26b" providerId="ADAL" clId="{14DF58E2-5DCD-486C-9091-D93E447591FD}" dt="2024-10-03T14:02:41.615" v="2216" actId="20577"/>
        <pc:sldMkLst>
          <pc:docMk/>
          <pc:sldMk cId="2509833866" sldId="1596"/>
        </pc:sldMkLst>
      </pc:sldChg>
      <pc:sldChg chg="modSp new mod ord">
        <pc:chgData name="Sanmukh Kuppannagari" userId="ad215094-da36-4b66-9c79-369a17aea26b" providerId="ADAL" clId="{14DF58E2-5DCD-486C-9091-D93E447591FD}" dt="2024-10-03T14:05:47.216" v="2633" actId="27636"/>
        <pc:sldMkLst>
          <pc:docMk/>
          <pc:sldMk cId="616425618" sldId="1597"/>
        </pc:sldMkLst>
      </pc:sldChg>
      <pc:sldChg chg="modSp new mod">
        <pc:chgData name="Sanmukh Kuppannagari" userId="ad215094-da36-4b66-9c79-369a17aea26b" providerId="ADAL" clId="{14DF58E2-5DCD-486C-9091-D93E447591FD}" dt="2024-10-03T14:07:20.074" v="2794" actId="20577"/>
        <pc:sldMkLst>
          <pc:docMk/>
          <pc:sldMk cId="573490693" sldId="1598"/>
        </pc:sldMkLst>
      </pc:sldChg>
      <pc:sldChg chg="modSp new mod">
        <pc:chgData name="Sanmukh Kuppannagari" userId="ad215094-da36-4b66-9c79-369a17aea26b" providerId="ADAL" clId="{14DF58E2-5DCD-486C-9091-D93E447591FD}" dt="2024-10-03T14:09:16.036" v="3118" actId="20577"/>
        <pc:sldMkLst>
          <pc:docMk/>
          <pc:sldMk cId="3244126963" sldId="1599"/>
        </pc:sldMkLst>
      </pc:sldChg>
      <pc:sldChg chg="modSp new mod">
        <pc:chgData name="Sanmukh Kuppannagari" userId="ad215094-da36-4b66-9c79-369a17aea26b" providerId="ADAL" clId="{14DF58E2-5DCD-486C-9091-D93E447591FD}" dt="2024-10-03T14:14:19.109" v="3383" actId="20577"/>
        <pc:sldMkLst>
          <pc:docMk/>
          <pc:sldMk cId="309785814" sldId="1600"/>
        </pc:sldMkLst>
      </pc:sldChg>
      <pc:sldChg chg="modSp new mod">
        <pc:chgData name="Sanmukh Kuppannagari" userId="ad215094-da36-4b66-9c79-369a17aea26b" providerId="ADAL" clId="{14DF58E2-5DCD-486C-9091-D93E447591FD}" dt="2024-10-03T14:15:43.405" v="3510" actId="20577"/>
        <pc:sldMkLst>
          <pc:docMk/>
          <pc:sldMk cId="1645901525" sldId="1601"/>
        </pc:sldMkLst>
      </pc:sldChg>
      <pc:sldChg chg="modSp new mod">
        <pc:chgData name="Sanmukh Kuppannagari" userId="ad215094-da36-4b66-9c79-369a17aea26b" providerId="ADAL" clId="{14DF58E2-5DCD-486C-9091-D93E447591FD}" dt="2024-10-03T14:16:15.270" v="3590" actId="20577"/>
        <pc:sldMkLst>
          <pc:docMk/>
          <pc:sldMk cId="15954888" sldId="1602"/>
        </pc:sldMkLst>
      </pc:sldChg>
      <pc:sldChg chg="modSp add mod">
        <pc:chgData name="Sanmukh Kuppannagari" userId="ad215094-da36-4b66-9c79-369a17aea26b" providerId="ADAL" clId="{14DF58E2-5DCD-486C-9091-D93E447591FD}" dt="2024-10-03T14:39:35.623" v="3594" actId="207"/>
        <pc:sldMkLst>
          <pc:docMk/>
          <pc:sldMk cId="1139153944" sldId="1603"/>
        </pc:sldMkLst>
      </pc:sldChg>
    </pc:docChg>
  </pc:docChgLst>
  <pc:docChgLst>
    <pc:chgData name="Sanmukh Kuppannagari" userId="ad215094-da36-4b66-9c79-369a17aea26b" providerId="ADAL" clId="{81DCEDA7-60EA-499B-B80C-1BDE2D6C1E99}"/>
    <pc:docChg chg="undo custSel addSld delSld modSld sldOrd">
      <pc:chgData name="Sanmukh Kuppannagari" userId="ad215094-da36-4b66-9c79-369a17aea26b" providerId="ADAL" clId="{81DCEDA7-60EA-499B-B80C-1BDE2D6C1E99}" dt="2024-09-12T15:51:00.215" v="2933" actId="478"/>
      <pc:docMkLst>
        <pc:docMk/>
      </pc:docMkLst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818063122" sldId="347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287006485" sldId="348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541016882" sldId="349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430606432" sldId="35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492042211" sldId="354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998572678" sldId="355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590445591" sldId="356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349920142" sldId="357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740634628" sldId="358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82194659" sldId="359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431469683" sldId="373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72326915" sldId="375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598278600" sldId="389"/>
        </pc:sldMkLst>
      </pc:sldChg>
      <pc:sldChg chg="modSp mod">
        <pc:chgData name="Sanmukh Kuppannagari" userId="ad215094-da36-4b66-9c79-369a17aea26b" providerId="ADAL" clId="{81DCEDA7-60EA-499B-B80C-1BDE2D6C1E99}" dt="2024-09-12T15:36:10.680" v="2760" actId="20577"/>
        <pc:sldMkLst>
          <pc:docMk/>
          <pc:sldMk cId="3837875043" sldId="39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83873654" sldId="42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888738288" sldId="42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793507665" sldId="43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87871764" sldId="43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68865837" sldId="43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302553672" sldId="43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361697695" sldId="43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738599002" sldId="444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967081645" sldId="466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829024903" sldId="640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233672176" sldId="1228"/>
        </pc:sldMkLst>
      </pc:sldChg>
      <pc:sldChg chg="modSp add mod">
        <pc:chgData name="Sanmukh Kuppannagari" userId="ad215094-da36-4b66-9c79-369a17aea26b" providerId="ADAL" clId="{81DCEDA7-60EA-499B-B80C-1BDE2D6C1E99}" dt="2024-09-12T12:57:24.938" v="256"/>
        <pc:sldMkLst>
          <pc:docMk/>
          <pc:sldMk cId="4246288794" sldId="1237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692180613" sldId="1239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4095821644" sldId="1240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559763505" sldId="1241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178271313" sldId="1242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505400230" sldId="124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845386772" sldId="125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683670839" sldId="125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018864358" sldId="125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787861397" sldId="125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706379635" sldId="125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188572601" sldId="125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11274223" sldId="125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969816698" sldId="125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375916416" sldId="126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696076742" sldId="126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8347974" sldId="126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163333809" sldId="126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61059533" sldId="126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769872445" sldId="126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1496660" sldId="126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49417311" sldId="126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981443244" sldId="126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87788205" sldId="126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224902270" sldId="127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430267348" sldId="127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564167782" sldId="127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926195366" sldId="127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115725712" sldId="127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712480366" sldId="127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839462493" sldId="128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617399218" sldId="128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155445605" sldId="1376"/>
        </pc:sldMkLst>
      </pc:sldChg>
      <pc:sldChg chg="del">
        <pc:chgData name="Sanmukh Kuppannagari" userId="ad215094-da36-4b66-9c79-369a17aea26b" providerId="ADAL" clId="{81DCEDA7-60EA-499B-B80C-1BDE2D6C1E99}" dt="2024-09-12T12:44:56.821" v="144" actId="47"/>
        <pc:sldMkLst>
          <pc:docMk/>
          <pc:sldMk cId="2646681002" sldId="1418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024660992" sldId="1422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732262" sldId="1423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162645904" sldId="1424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423648906" sldId="1425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061472416" sldId="1426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109825613" sldId="1427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521121717" sldId="1428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988378371" sldId="1429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300145823" sldId="1430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799776817" sldId="1431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670905119" sldId="1432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681725977" sldId="1433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410148444" sldId="1434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2895113626" sldId="1435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1065455456" sldId="1436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4249774978" sldId="1437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3744848553" sldId="1438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3911730472" sldId="1439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806484747" sldId="1440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510140089" sldId="1441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198400876" sldId="1442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310307108" sldId="1443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39455098" sldId="144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435438658" sldId="144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528700108" sldId="144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448580318" sldId="144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596653468" sldId="144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880408666" sldId="144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060134973" sldId="145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02584918" sldId="1452"/>
        </pc:sldMkLst>
      </pc:sldChg>
      <pc:sldChg chg="modSp add del mod">
        <pc:chgData name="Sanmukh Kuppannagari" userId="ad215094-da36-4b66-9c79-369a17aea26b" providerId="ADAL" clId="{81DCEDA7-60EA-499B-B80C-1BDE2D6C1E99}" dt="2024-09-12T13:58:59.660" v="579" actId="20577"/>
        <pc:sldMkLst>
          <pc:docMk/>
          <pc:sldMk cId="166141272" sldId="145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637042343" sldId="145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77584720" sldId="145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601611775" sldId="145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32978893" sldId="145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977200157" sldId="145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026247998" sldId="145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306065322" sldId="146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428985795" sldId="146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519324463" sldId="146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373048709" sldId="146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075436054" sldId="146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872022406" sldId="1465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474961130" sldId="146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693279848" sldId="146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77406003" sldId="146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913176791" sldId="146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190536048" sldId="147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20050802" sldId="147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84454124" sldId="147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095382800" sldId="147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702332589" sldId="147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957084145" sldId="1475"/>
        </pc:sldMkLst>
      </pc:sldChg>
      <pc:sldChg chg="modSp add mod">
        <pc:chgData name="Sanmukh Kuppannagari" userId="ad215094-da36-4b66-9c79-369a17aea26b" providerId="ADAL" clId="{81DCEDA7-60EA-499B-B80C-1BDE2D6C1E99}" dt="2024-09-12T12:58:38.148" v="273" actId="20577"/>
        <pc:sldMkLst>
          <pc:docMk/>
          <pc:sldMk cId="1535296341" sldId="1476"/>
        </pc:sldMkLst>
      </pc:sldChg>
      <pc:sldChg chg="modSp add mod">
        <pc:chgData name="Sanmukh Kuppannagari" userId="ad215094-da36-4b66-9c79-369a17aea26b" providerId="ADAL" clId="{81DCEDA7-60EA-499B-B80C-1BDE2D6C1E99}" dt="2024-09-12T12:59:20.577" v="294"/>
        <pc:sldMkLst>
          <pc:docMk/>
          <pc:sldMk cId="359220519" sldId="1477"/>
        </pc:sldMkLst>
      </pc:sldChg>
      <pc:sldChg chg="modSp add del mod">
        <pc:chgData name="Sanmukh Kuppannagari" userId="ad215094-da36-4b66-9c79-369a17aea26b" providerId="ADAL" clId="{81DCEDA7-60EA-499B-B80C-1BDE2D6C1E99}" dt="2024-09-12T12:59:01.682" v="283" actId="2696"/>
        <pc:sldMkLst>
          <pc:docMk/>
          <pc:sldMk cId="4025197292" sldId="1477"/>
        </pc:sldMkLst>
      </pc:sldChg>
      <pc:sldChg chg="modSp add mod">
        <pc:chgData name="Sanmukh Kuppannagari" userId="ad215094-da36-4b66-9c79-369a17aea26b" providerId="ADAL" clId="{81DCEDA7-60EA-499B-B80C-1BDE2D6C1E99}" dt="2024-09-12T12:58:58.410" v="282" actId="20577"/>
        <pc:sldMkLst>
          <pc:docMk/>
          <pc:sldMk cId="3637780389" sldId="1478"/>
        </pc:sldMkLst>
      </pc:sldChg>
      <pc:sldChg chg="add">
        <pc:chgData name="Sanmukh Kuppannagari" userId="ad215094-da36-4b66-9c79-369a17aea26b" providerId="ADAL" clId="{81DCEDA7-60EA-499B-B80C-1BDE2D6C1E99}" dt="2024-09-12T12:47:09.761" v="153"/>
        <pc:sldMkLst>
          <pc:docMk/>
          <pc:sldMk cId="2565918572" sldId="1479"/>
        </pc:sldMkLst>
      </pc:sldChg>
      <pc:sldChg chg="add">
        <pc:chgData name="Sanmukh Kuppannagari" userId="ad215094-da36-4b66-9c79-369a17aea26b" providerId="ADAL" clId="{81DCEDA7-60EA-499B-B80C-1BDE2D6C1E99}" dt="2024-09-12T12:47:38.985" v="154"/>
        <pc:sldMkLst>
          <pc:docMk/>
          <pc:sldMk cId="1533588936" sldId="1480"/>
        </pc:sldMkLst>
      </pc:sldChg>
      <pc:sldChg chg="add">
        <pc:chgData name="Sanmukh Kuppannagari" userId="ad215094-da36-4b66-9c79-369a17aea26b" providerId="ADAL" clId="{81DCEDA7-60EA-499B-B80C-1BDE2D6C1E99}" dt="2024-09-12T12:47:38.985" v="154"/>
        <pc:sldMkLst>
          <pc:docMk/>
          <pc:sldMk cId="2551489107" sldId="1481"/>
        </pc:sldMkLst>
      </pc:sldChg>
      <pc:sldChg chg="add">
        <pc:chgData name="Sanmukh Kuppannagari" userId="ad215094-da36-4b66-9c79-369a17aea26b" providerId="ADAL" clId="{81DCEDA7-60EA-499B-B80C-1BDE2D6C1E99}" dt="2024-09-12T12:48:03.531" v="155"/>
        <pc:sldMkLst>
          <pc:docMk/>
          <pc:sldMk cId="1137888738" sldId="1482"/>
        </pc:sldMkLst>
      </pc:sldChg>
      <pc:sldChg chg="add">
        <pc:chgData name="Sanmukh Kuppannagari" userId="ad215094-da36-4b66-9c79-369a17aea26b" providerId="ADAL" clId="{81DCEDA7-60EA-499B-B80C-1BDE2D6C1E99}" dt="2024-09-12T12:48:30.050" v="156"/>
        <pc:sldMkLst>
          <pc:docMk/>
          <pc:sldMk cId="1749571042" sldId="1483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073926282" sldId="1484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2951002451" sldId="1485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2093951396" sldId="1486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327016912" sldId="1487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581566112" sldId="1488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895175968" sldId="1489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3883266803" sldId="1490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432030833" sldId="1491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851547733" sldId="1492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2110247357" sldId="1493"/>
        </pc:sldMkLst>
      </pc:sldChg>
      <pc:sldChg chg="modSp new mod">
        <pc:chgData name="Sanmukh Kuppannagari" userId="ad215094-da36-4b66-9c79-369a17aea26b" providerId="ADAL" clId="{81DCEDA7-60EA-499B-B80C-1BDE2D6C1E99}" dt="2024-09-12T14:00:50.976" v="584" actId="207"/>
        <pc:sldMkLst>
          <pc:docMk/>
          <pc:sldMk cId="1048702013" sldId="1494"/>
        </pc:sldMkLst>
      </pc:sldChg>
      <pc:sldChg chg="modSp add mod">
        <pc:chgData name="Sanmukh Kuppannagari" userId="ad215094-da36-4b66-9c79-369a17aea26b" providerId="ADAL" clId="{81DCEDA7-60EA-499B-B80C-1BDE2D6C1E99}" dt="2024-09-12T14:05:25.961" v="700" actId="20577"/>
        <pc:sldMkLst>
          <pc:docMk/>
          <pc:sldMk cId="383901888" sldId="1495"/>
        </pc:sldMkLst>
      </pc:sldChg>
      <pc:sldChg chg="modSp new mod">
        <pc:chgData name="Sanmukh Kuppannagari" userId="ad215094-da36-4b66-9c79-369a17aea26b" providerId="ADAL" clId="{81DCEDA7-60EA-499B-B80C-1BDE2D6C1E99}" dt="2024-09-12T14:08:34.517" v="815" actId="20577"/>
        <pc:sldMkLst>
          <pc:docMk/>
          <pc:sldMk cId="1607590641" sldId="1496"/>
        </pc:sldMkLst>
      </pc:sldChg>
      <pc:sldChg chg="modSp add mod">
        <pc:chgData name="Sanmukh Kuppannagari" userId="ad215094-da36-4b66-9c79-369a17aea26b" providerId="ADAL" clId="{81DCEDA7-60EA-499B-B80C-1BDE2D6C1E99}" dt="2024-09-12T14:09:35.042" v="950" actId="207"/>
        <pc:sldMkLst>
          <pc:docMk/>
          <pc:sldMk cId="3416366971" sldId="1497"/>
        </pc:sldMkLst>
      </pc:sldChg>
      <pc:sldChg chg="addSp modSp new mod">
        <pc:chgData name="Sanmukh Kuppannagari" userId="ad215094-da36-4b66-9c79-369a17aea26b" providerId="ADAL" clId="{81DCEDA7-60EA-499B-B80C-1BDE2D6C1E99}" dt="2024-09-12T14:17:44.139" v="1359" actId="20577"/>
        <pc:sldMkLst>
          <pc:docMk/>
          <pc:sldMk cId="3466822053" sldId="1498"/>
        </pc:sldMkLst>
      </pc:sldChg>
      <pc:sldChg chg="addSp delSp modSp new mod">
        <pc:chgData name="Sanmukh Kuppannagari" userId="ad215094-da36-4b66-9c79-369a17aea26b" providerId="ADAL" clId="{81DCEDA7-60EA-499B-B80C-1BDE2D6C1E99}" dt="2024-09-12T14:57:18.679" v="1742" actId="20577"/>
        <pc:sldMkLst>
          <pc:docMk/>
          <pc:sldMk cId="1318329734" sldId="1499"/>
        </pc:sldMkLst>
      </pc:sldChg>
      <pc:sldChg chg="delSp modSp add del ord">
        <pc:chgData name="Sanmukh Kuppannagari" userId="ad215094-da36-4b66-9c79-369a17aea26b" providerId="ADAL" clId="{81DCEDA7-60EA-499B-B80C-1BDE2D6C1E99}" dt="2024-09-12T14:53:42.299" v="1716" actId="47"/>
        <pc:sldMkLst>
          <pc:docMk/>
          <pc:sldMk cId="838647199" sldId="1500"/>
        </pc:sldMkLst>
      </pc:sldChg>
      <pc:sldChg chg="addSp delSp modSp new mod">
        <pc:chgData name="Sanmukh Kuppannagari" userId="ad215094-da36-4b66-9c79-369a17aea26b" providerId="ADAL" clId="{81DCEDA7-60EA-499B-B80C-1BDE2D6C1E99}" dt="2024-09-12T14:58:26.565" v="1822" actId="207"/>
        <pc:sldMkLst>
          <pc:docMk/>
          <pc:sldMk cId="2356971427" sldId="1500"/>
        </pc:sldMkLst>
      </pc:sldChg>
      <pc:sldChg chg="modSp add mod">
        <pc:chgData name="Sanmukh Kuppannagari" userId="ad215094-da36-4b66-9c79-369a17aea26b" providerId="ADAL" clId="{81DCEDA7-60EA-499B-B80C-1BDE2D6C1E99}" dt="2024-09-12T14:59:46.295" v="1848" actId="207"/>
        <pc:sldMkLst>
          <pc:docMk/>
          <pc:sldMk cId="4018545262" sldId="1501"/>
        </pc:sldMkLst>
      </pc:sldChg>
      <pc:sldChg chg="addSp delSp modSp add mod">
        <pc:chgData name="Sanmukh Kuppannagari" userId="ad215094-da36-4b66-9c79-369a17aea26b" providerId="ADAL" clId="{81DCEDA7-60EA-499B-B80C-1BDE2D6C1E99}" dt="2024-09-12T15:01:27.407" v="1942" actId="207"/>
        <pc:sldMkLst>
          <pc:docMk/>
          <pc:sldMk cId="2635305440" sldId="1502"/>
        </pc:sldMkLst>
      </pc:sldChg>
      <pc:sldChg chg="modSp add mod">
        <pc:chgData name="Sanmukh Kuppannagari" userId="ad215094-da36-4b66-9c79-369a17aea26b" providerId="ADAL" clId="{81DCEDA7-60EA-499B-B80C-1BDE2D6C1E99}" dt="2024-09-12T15:02:55.224" v="1993" actId="20577"/>
        <pc:sldMkLst>
          <pc:docMk/>
          <pc:sldMk cId="1450447005" sldId="1503"/>
        </pc:sldMkLst>
      </pc:sldChg>
      <pc:sldChg chg="modSp add mod">
        <pc:chgData name="Sanmukh Kuppannagari" userId="ad215094-da36-4b66-9c79-369a17aea26b" providerId="ADAL" clId="{81DCEDA7-60EA-499B-B80C-1BDE2D6C1E99}" dt="2024-09-12T15:03:51.608" v="2086" actId="20577"/>
        <pc:sldMkLst>
          <pc:docMk/>
          <pc:sldMk cId="591644866" sldId="1504"/>
        </pc:sldMkLst>
      </pc:sldChg>
      <pc:sldChg chg="modSp add mod">
        <pc:chgData name="Sanmukh Kuppannagari" userId="ad215094-da36-4b66-9c79-369a17aea26b" providerId="ADAL" clId="{81DCEDA7-60EA-499B-B80C-1BDE2D6C1E99}" dt="2024-09-12T15:04:56.785" v="2252" actId="207"/>
        <pc:sldMkLst>
          <pc:docMk/>
          <pc:sldMk cId="4226465458" sldId="1505"/>
        </pc:sldMkLst>
      </pc:sldChg>
      <pc:sldChg chg="addSp modSp add mod">
        <pc:chgData name="Sanmukh Kuppannagari" userId="ad215094-da36-4b66-9c79-369a17aea26b" providerId="ADAL" clId="{81DCEDA7-60EA-499B-B80C-1BDE2D6C1E99}" dt="2024-09-12T15:30:38.888" v="2434" actId="20577"/>
        <pc:sldMkLst>
          <pc:docMk/>
          <pc:sldMk cId="2571495037" sldId="1506"/>
        </pc:sldMkLst>
      </pc:sldChg>
      <pc:sldChg chg="modSp add mod">
        <pc:chgData name="Sanmukh Kuppannagari" userId="ad215094-da36-4b66-9c79-369a17aea26b" providerId="ADAL" clId="{81DCEDA7-60EA-499B-B80C-1BDE2D6C1E99}" dt="2024-09-12T15:32:17.818" v="2477" actId="207"/>
        <pc:sldMkLst>
          <pc:docMk/>
          <pc:sldMk cId="2267279555" sldId="1507"/>
        </pc:sldMkLst>
      </pc:sldChg>
      <pc:sldChg chg="modSp new mod">
        <pc:chgData name="Sanmukh Kuppannagari" userId="ad215094-da36-4b66-9c79-369a17aea26b" providerId="ADAL" clId="{81DCEDA7-60EA-499B-B80C-1BDE2D6C1E99}" dt="2024-09-12T15:35:01.939" v="2561" actId="20577"/>
        <pc:sldMkLst>
          <pc:docMk/>
          <pc:sldMk cId="1753430728" sldId="1508"/>
        </pc:sldMkLst>
      </pc:sldChg>
      <pc:sldChg chg="modSp new mod">
        <pc:chgData name="Sanmukh Kuppannagari" userId="ad215094-da36-4b66-9c79-369a17aea26b" providerId="ADAL" clId="{81DCEDA7-60EA-499B-B80C-1BDE2D6C1E99}" dt="2024-09-12T15:35:55.337" v="2712" actId="20577"/>
        <pc:sldMkLst>
          <pc:docMk/>
          <pc:sldMk cId="1438830724" sldId="1509"/>
        </pc:sldMkLst>
      </pc:sldChg>
      <pc:sldChg chg="addSp delSp modSp new mod">
        <pc:chgData name="Sanmukh Kuppannagari" userId="ad215094-da36-4b66-9c79-369a17aea26b" providerId="ADAL" clId="{81DCEDA7-60EA-499B-B80C-1BDE2D6C1E99}" dt="2024-09-12T15:46:38.329" v="2852" actId="122"/>
        <pc:sldMkLst>
          <pc:docMk/>
          <pc:sldMk cId="1897212904" sldId="1510"/>
        </pc:sldMkLst>
      </pc:sldChg>
      <pc:sldChg chg="addSp modSp add mod">
        <pc:chgData name="Sanmukh Kuppannagari" userId="ad215094-da36-4b66-9c79-369a17aea26b" providerId="ADAL" clId="{81DCEDA7-60EA-499B-B80C-1BDE2D6C1E99}" dt="2024-09-12T15:49:36.633" v="2906" actId="207"/>
        <pc:sldMkLst>
          <pc:docMk/>
          <pc:sldMk cId="2991715139" sldId="1511"/>
        </pc:sldMkLst>
      </pc:sldChg>
      <pc:sldChg chg="addSp delSp modSp add mod">
        <pc:chgData name="Sanmukh Kuppannagari" userId="ad215094-da36-4b66-9c79-369a17aea26b" providerId="ADAL" clId="{81DCEDA7-60EA-499B-B80C-1BDE2D6C1E99}" dt="2024-09-12T15:51:00.215" v="2933" actId="478"/>
        <pc:sldMkLst>
          <pc:docMk/>
          <pc:sldMk cId="1042445932" sldId="1512"/>
        </pc:sldMkLst>
      </pc:sldChg>
    </pc:docChg>
  </pc:docChgLst>
  <pc:docChgLst>
    <pc:chgData name="Sanmukh Kuppannagari" userId="ad215094-da36-4b66-9c79-369a17aea26b" providerId="ADAL" clId="{13CFD19A-1186-4BEA-89CE-73E7B7DE4CDB}"/>
    <pc:docChg chg="custSel addSld modSld">
      <pc:chgData name="Sanmukh Kuppannagari" userId="ad215094-da36-4b66-9c79-369a17aea26b" providerId="ADAL" clId="{13CFD19A-1186-4BEA-89CE-73E7B7DE4CDB}" dt="2025-10-16T18:17:01.300" v="839" actId="20577"/>
      <pc:docMkLst>
        <pc:docMk/>
      </pc:docMkLst>
      <pc:sldChg chg="modSp mod">
        <pc:chgData name="Sanmukh Kuppannagari" userId="ad215094-da36-4b66-9c79-369a17aea26b" providerId="ADAL" clId="{13CFD19A-1186-4BEA-89CE-73E7B7DE4CDB}" dt="2025-10-16T16:08:03.112" v="3" actId="27636"/>
        <pc:sldMkLst>
          <pc:docMk/>
          <pc:sldMk cId="769510508" sldId="394"/>
        </pc:sldMkLst>
      </pc:sldChg>
      <pc:sldChg chg="modSp mod">
        <pc:chgData name="Sanmukh Kuppannagari" userId="ad215094-da36-4b66-9c79-369a17aea26b" providerId="ADAL" clId="{13CFD19A-1186-4BEA-89CE-73E7B7DE4CDB}" dt="2025-10-16T16:08:03.318" v="7" actId="27636"/>
        <pc:sldMkLst>
          <pc:docMk/>
          <pc:sldMk cId="173111426" sldId="404"/>
        </pc:sldMkLst>
      </pc:sldChg>
      <pc:sldChg chg="modSp mod">
        <pc:chgData name="Sanmukh Kuppannagari" userId="ad215094-da36-4b66-9c79-369a17aea26b" providerId="ADAL" clId="{13CFD19A-1186-4BEA-89CE-73E7B7DE4CDB}" dt="2025-10-16T16:27:27.890" v="711" actId="20577"/>
        <pc:sldMkLst>
          <pc:docMk/>
          <pc:sldMk cId="645276164" sldId="418"/>
        </pc:sldMkLst>
      </pc:sldChg>
      <pc:sldChg chg="modSp mod">
        <pc:chgData name="Sanmukh Kuppannagari" userId="ad215094-da36-4b66-9c79-369a17aea26b" providerId="ADAL" clId="{13CFD19A-1186-4BEA-89CE-73E7B7DE4CDB}" dt="2025-10-16T16:20:45.424" v="557" actId="20577"/>
        <pc:sldMkLst>
          <pc:docMk/>
          <pc:sldMk cId="1145942796" sldId="555"/>
        </pc:sldMkLst>
      </pc:sldChg>
      <pc:sldChg chg="modSp mod">
        <pc:chgData name="Sanmukh Kuppannagari" userId="ad215094-da36-4b66-9c79-369a17aea26b" providerId="ADAL" clId="{13CFD19A-1186-4BEA-89CE-73E7B7DE4CDB}" dt="2025-10-16T16:08:03.169" v="4" actId="27636"/>
        <pc:sldMkLst>
          <pc:docMk/>
          <pc:sldMk cId="3429093343" sldId="1557"/>
        </pc:sldMkLst>
      </pc:sldChg>
      <pc:sldChg chg="modSp mod">
        <pc:chgData name="Sanmukh Kuppannagari" userId="ad215094-da36-4b66-9c79-369a17aea26b" providerId="ADAL" clId="{13CFD19A-1186-4BEA-89CE-73E7B7DE4CDB}" dt="2025-10-16T16:08:03.211" v="5" actId="27636"/>
        <pc:sldMkLst>
          <pc:docMk/>
          <pc:sldMk cId="400322744" sldId="1558"/>
        </pc:sldMkLst>
      </pc:sldChg>
      <pc:sldChg chg="modSp mod">
        <pc:chgData name="Sanmukh Kuppannagari" userId="ad215094-da36-4b66-9c79-369a17aea26b" providerId="ADAL" clId="{13CFD19A-1186-4BEA-89CE-73E7B7DE4CDB}" dt="2025-10-16T16:08:03.254" v="6" actId="27636"/>
        <pc:sldMkLst>
          <pc:docMk/>
          <pc:sldMk cId="735200732" sldId="1561"/>
        </pc:sldMkLst>
      </pc:sldChg>
      <pc:sldChg chg="addSp delSp modSp mod">
        <pc:chgData name="Sanmukh Kuppannagari" userId="ad215094-da36-4b66-9c79-369a17aea26b" providerId="ADAL" clId="{13CFD19A-1186-4BEA-89CE-73E7B7DE4CDB}" dt="2025-10-16T18:16:04.932" v="723" actId="20577"/>
        <pc:sldMkLst>
          <pc:docMk/>
          <pc:sldMk cId="123768210" sldId="1573"/>
        </pc:sldMkLst>
      </pc:sldChg>
      <pc:sldChg chg="modSp mod">
        <pc:chgData name="Sanmukh Kuppannagari" userId="ad215094-da36-4b66-9c79-369a17aea26b" providerId="ADAL" clId="{13CFD19A-1186-4BEA-89CE-73E7B7DE4CDB}" dt="2025-10-16T18:17:01.300" v="839" actId="20577"/>
        <pc:sldMkLst>
          <pc:docMk/>
          <pc:sldMk cId="4196385676" sldId="1654"/>
        </pc:sldMkLst>
        <pc:spChg chg="mod">
          <ac:chgData name="Sanmukh Kuppannagari" userId="ad215094-da36-4b66-9c79-369a17aea26b" providerId="ADAL" clId="{13CFD19A-1186-4BEA-89CE-73E7B7DE4CDB}" dt="2025-10-16T18:17:01.300" v="839" actId="20577"/>
          <ac:spMkLst>
            <pc:docMk/>
            <pc:sldMk cId="4196385676" sldId="1654"/>
            <ac:spMk id="3" creationId="{BA686383-F2F5-3E55-940F-988CE19CCA24}"/>
          </ac:spMkLst>
        </pc:spChg>
      </pc:sldChg>
      <pc:sldChg chg="modSp mod">
        <pc:chgData name="Sanmukh Kuppannagari" userId="ad215094-da36-4b66-9c79-369a17aea26b" providerId="ADAL" clId="{13CFD19A-1186-4BEA-89CE-73E7B7DE4CDB}" dt="2025-10-16T16:08:03.053" v="2" actId="27636"/>
        <pc:sldMkLst>
          <pc:docMk/>
          <pc:sldMk cId="1536265715" sldId="1657"/>
        </pc:sldMkLst>
        <pc:spChg chg="mod">
          <ac:chgData name="Sanmukh Kuppannagari" userId="ad215094-da36-4b66-9c79-369a17aea26b" providerId="ADAL" clId="{13CFD19A-1186-4BEA-89CE-73E7B7DE4CDB}" dt="2025-10-16T16:08:03.053" v="2" actId="27636"/>
          <ac:spMkLst>
            <pc:docMk/>
            <pc:sldMk cId="1536265715" sldId="1657"/>
            <ac:spMk id="3" creationId="{F55C2574-D133-93DE-2B43-D574B577B0F2}"/>
          </ac:spMkLst>
        </pc:spChg>
      </pc:sldChg>
      <pc:sldChg chg="addSp modSp add mod">
        <pc:chgData name="Sanmukh Kuppannagari" userId="ad215094-da36-4b66-9c79-369a17aea26b" providerId="ADAL" clId="{13CFD19A-1186-4BEA-89CE-73E7B7DE4CDB}" dt="2025-10-16T18:16:17.958" v="724"/>
        <pc:sldMkLst>
          <pc:docMk/>
          <pc:sldMk cId="589867267" sldId="1661"/>
        </pc:sldMkLst>
      </pc:sldChg>
      <pc:sldChg chg="modSp add mod">
        <pc:chgData name="Sanmukh Kuppannagari" userId="ad215094-da36-4b66-9c79-369a17aea26b" providerId="ADAL" clId="{13CFD19A-1186-4BEA-89CE-73E7B7DE4CDB}" dt="2025-10-16T18:16:22.003" v="725"/>
        <pc:sldMkLst>
          <pc:docMk/>
          <pc:sldMk cId="1583544489" sldId="1662"/>
        </pc:sldMkLst>
      </pc:sldChg>
      <pc:sldChg chg="modSp add mod">
        <pc:chgData name="Sanmukh Kuppannagari" userId="ad215094-da36-4b66-9c79-369a17aea26b" providerId="ADAL" clId="{13CFD19A-1186-4BEA-89CE-73E7B7DE4CDB}" dt="2025-10-16T18:16:26.038" v="726"/>
        <pc:sldMkLst>
          <pc:docMk/>
          <pc:sldMk cId="109981960" sldId="1663"/>
        </pc:sldMkLst>
      </pc:sldChg>
      <pc:sldChg chg="modSp add mod">
        <pc:chgData name="Sanmukh Kuppannagari" userId="ad215094-da36-4b66-9c79-369a17aea26b" providerId="ADAL" clId="{13CFD19A-1186-4BEA-89CE-73E7B7DE4CDB}" dt="2025-10-16T18:16:30.682" v="727"/>
        <pc:sldMkLst>
          <pc:docMk/>
          <pc:sldMk cId="3192982717" sldId="1664"/>
        </pc:sldMkLst>
      </pc:sldChg>
    </pc:docChg>
  </pc:docChgLst>
  <pc:docChgLst>
    <pc:chgData name="Sanmukh Kuppannagari" userId="ad215094-da36-4b66-9c79-369a17aea26b" providerId="ADAL" clId="{613A0AB2-BD56-483A-AC30-AF62202992E8}"/>
    <pc:docChg chg="undo custSel addSld delSld modSld sldOrd">
      <pc:chgData name="Sanmukh Kuppannagari" userId="ad215094-da36-4b66-9c79-369a17aea26b" providerId="ADAL" clId="{613A0AB2-BD56-483A-AC30-AF62202992E8}" dt="2024-09-10T14:08:58.540" v="4073" actId="20577"/>
      <pc:docMkLst>
        <pc:docMk/>
      </pc:docMkLst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76729432" sldId="30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950079441" sldId="32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07569566" sldId="33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522483144" sldId="341"/>
        </pc:sldMkLst>
      </pc:sldChg>
      <pc:sldChg chg="add">
        <pc:chgData name="Sanmukh Kuppannagari" userId="ad215094-da36-4b66-9c79-369a17aea26b" providerId="ADAL" clId="{613A0AB2-BD56-483A-AC30-AF62202992E8}" dt="2024-09-10T01:44:36.823" v="208"/>
        <pc:sldMkLst>
          <pc:docMk/>
          <pc:sldMk cId="2492042211" sldId="354"/>
        </pc:sldMkLst>
      </pc:sldChg>
      <pc:sldChg chg="modSp mod">
        <pc:chgData name="Sanmukh Kuppannagari" userId="ad215094-da36-4b66-9c79-369a17aea26b" providerId="ADAL" clId="{613A0AB2-BD56-483A-AC30-AF62202992E8}" dt="2024-09-10T02:49:54.542" v="3055" actId="15"/>
        <pc:sldMkLst>
          <pc:docMk/>
          <pc:sldMk cId="3837875043" sldId="39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314761624" sldId="39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158598040" sldId="39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854907447" sldId="39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983873654" sldId="42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888738288" sldId="42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793507665" sldId="430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87871764" sldId="43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68865837" sldId="43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302553672" sldId="43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361697695" sldId="43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738599002" sldId="44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845386772" sldId="125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683670839" sldId="125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018864358" sldId="125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787861397" sldId="125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706379635" sldId="1256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188572601" sldId="1257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911274223" sldId="1258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969816698" sldId="1259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375916416" sldId="1260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696076742" sldId="126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8347974" sldId="126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163333809" sldId="126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061059533" sldId="126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769872445" sldId="126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1496660" sldId="1266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949417311" sldId="1267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981443244" sldId="1268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87788205" sldId="1269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224902270" sldId="1270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430267348" sldId="127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564167782" sldId="127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926195366" sldId="127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115725712" sldId="127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712480366" sldId="127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839462493" sldId="128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617399218" sldId="128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473456708" sldId="134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462074433" sldId="134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585318733" sldId="134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90367929" sldId="134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799099576" sldId="134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227676260" sldId="134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262656913" sldId="135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67355194" sldId="135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804131373" sldId="135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34269155" sldId="135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967107891" sldId="135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794884751" sldId="135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315821937" sldId="135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63516898" sldId="136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886344154" sldId="136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856732028" sldId="136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03735269" sldId="136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326920156" sldId="136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59140757" sldId="136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078040195" sldId="136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84771599" sldId="137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906755194" sldId="137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518010934" sldId="137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532106449" sldId="137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3097358" sldId="1375"/>
        </pc:sldMkLst>
      </pc:sldChg>
      <pc:sldChg chg="addSp modSp add del mod">
        <pc:chgData name="Sanmukh Kuppannagari" userId="ad215094-da36-4b66-9c79-369a17aea26b" providerId="ADAL" clId="{613A0AB2-BD56-483A-AC30-AF62202992E8}" dt="2024-09-10T14:04:28.145" v="3383" actId="20577"/>
        <pc:sldMkLst>
          <pc:docMk/>
          <pc:sldMk cId="2155445605" sldId="137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373852911" sldId="137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785090204" sldId="137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578956546" sldId="137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387291192" sldId="138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729273499" sldId="138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604865990" sldId="138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140536196" sldId="138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028848195" sldId="138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855061855" sldId="138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507384733" sldId="138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406617072" sldId="138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5178750" sldId="138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904397812" sldId="139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115784977" sldId="139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579675671" sldId="139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48896675" sldId="139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213479204" sldId="139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698062718" sldId="139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28240830" sldId="139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577004698" sldId="139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187165335" sldId="139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448802495" sldId="139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426423657" sldId="140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876721923" sldId="140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100405277" sldId="1402"/>
        </pc:sldMkLst>
      </pc:sldChg>
      <pc:sldChg chg="del ord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967499912" sldId="140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81972497" sldId="140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154475222" sldId="140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657037968" sldId="140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808826284" sldId="140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15060599" sldId="140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19380334" sldId="140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9742158" sldId="141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450716392" sldId="141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93658469" sldId="141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54853527" sldId="141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58868704" sldId="141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712966043" sldId="141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077281943" sldId="1417"/>
        </pc:sldMkLst>
      </pc:sldChg>
      <pc:sldChg chg="modSp mod">
        <pc:chgData name="Sanmukh Kuppannagari" userId="ad215094-da36-4b66-9c79-369a17aea26b" providerId="ADAL" clId="{613A0AB2-BD56-483A-AC30-AF62202992E8}" dt="2024-09-10T01:28:59.340" v="82" actId="20577"/>
        <pc:sldMkLst>
          <pc:docMk/>
          <pc:sldMk cId="2646681002" sldId="1418"/>
        </pc:sldMkLst>
      </pc:sldChg>
      <pc:sldChg chg="modSp add del mod">
        <pc:chgData name="Sanmukh Kuppannagari" userId="ad215094-da36-4b66-9c79-369a17aea26b" providerId="ADAL" clId="{613A0AB2-BD56-483A-AC30-AF62202992E8}" dt="2024-09-10T02:47:07.772" v="2980" actId="47"/>
        <pc:sldMkLst>
          <pc:docMk/>
          <pc:sldMk cId="1891067080" sldId="1419"/>
        </pc:sldMkLst>
      </pc:sldChg>
      <pc:sldChg chg="del">
        <pc:chgData name="Sanmukh Kuppannagari" userId="ad215094-da36-4b66-9c79-369a17aea26b" providerId="ADAL" clId="{613A0AB2-BD56-483A-AC30-AF62202992E8}" dt="2024-09-10T01:29:07.900" v="83" actId="47"/>
        <pc:sldMkLst>
          <pc:docMk/>
          <pc:sldMk cId="2756067693" sldId="1419"/>
        </pc:sldMkLst>
      </pc:sldChg>
      <pc:sldChg chg="del">
        <pc:chgData name="Sanmukh Kuppannagari" userId="ad215094-da36-4b66-9c79-369a17aea26b" providerId="ADAL" clId="{613A0AB2-BD56-483A-AC30-AF62202992E8}" dt="2024-09-10T01:29:07.900" v="83" actId="47"/>
        <pc:sldMkLst>
          <pc:docMk/>
          <pc:sldMk cId="519883686" sldId="1420"/>
        </pc:sldMkLst>
      </pc:sldChg>
      <pc:sldChg chg="modSp add del mod">
        <pc:chgData name="Sanmukh Kuppannagari" userId="ad215094-da36-4b66-9c79-369a17aea26b" providerId="ADAL" clId="{613A0AB2-BD56-483A-AC30-AF62202992E8}" dt="2024-09-10T02:47:34.895" v="2986" actId="47"/>
        <pc:sldMkLst>
          <pc:docMk/>
          <pc:sldMk cId="3547720413" sldId="1420"/>
        </pc:sldMkLst>
      </pc:sldChg>
      <pc:sldChg chg="modSp add del mod">
        <pc:chgData name="Sanmukh Kuppannagari" userId="ad215094-da36-4b66-9c79-369a17aea26b" providerId="ADAL" clId="{613A0AB2-BD56-483A-AC30-AF62202992E8}" dt="2024-09-10T02:49:59.467" v="3056" actId="47"/>
        <pc:sldMkLst>
          <pc:docMk/>
          <pc:sldMk cId="1861580155" sldId="1421"/>
        </pc:sldMkLst>
      </pc:sldChg>
      <pc:sldChg chg="del">
        <pc:chgData name="Sanmukh Kuppannagari" userId="ad215094-da36-4b66-9c79-369a17aea26b" providerId="ADAL" clId="{613A0AB2-BD56-483A-AC30-AF62202992E8}" dt="2024-09-10T01:29:07.900" v="83" actId="47"/>
        <pc:sldMkLst>
          <pc:docMk/>
          <pc:sldMk cId="3752423486" sldId="1421"/>
        </pc:sldMkLst>
      </pc:sldChg>
      <pc:sldChg chg="modSp add mod">
        <pc:chgData name="Sanmukh Kuppannagari" userId="ad215094-da36-4b66-9c79-369a17aea26b" providerId="ADAL" clId="{613A0AB2-BD56-483A-AC30-AF62202992E8}" dt="2024-09-10T01:45:21.111" v="210" actId="1076"/>
        <pc:sldMkLst>
          <pc:docMk/>
          <pc:sldMk cId="2024660992" sldId="1422"/>
        </pc:sldMkLst>
      </pc:sldChg>
      <pc:sldChg chg="add">
        <pc:chgData name="Sanmukh Kuppannagari" userId="ad215094-da36-4b66-9c79-369a17aea26b" providerId="ADAL" clId="{613A0AB2-BD56-483A-AC30-AF62202992E8}" dt="2024-09-10T01:32:16.478" v="100"/>
        <pc:sldMkLst>
          <pc:docMk/>
          <pc:sldMk cId="2732262" sldId="1423"/>
        </pc:sldMkLst>
      </pc:sldChg>
      <pc:sldChg chg="add">
        <pc:chgData name="Sanmukh Kuppannagari" userId="ad215094-da36-4b66-9c79-369a17aea26b" providerId="ADAL" clId="{613A0AB2-BD56-483A-AC30-AF62202992E8}" dt="2024-09-10T01:32:48.711" v="101"/>
        <pc:sldMkLst>
          <pc:docMk/>
          <pc:sldMk cId="2162645904" sldId="1424"/>
        </pc:sldMkLst>
      </pc:sldChg>
      <pc:sldChg chg="add">
        <pc:chgData name="Sanmukh Kuppannagari" userId="ad215094-da36-4b66-9c79-369a17aea26b" providerId="ADAL" clId="{613A0AB2-BD56-483A-AC30-AF62202992E8}" dt="2024-09-10T01:33:49.182" v="102"/>
        <pc:sldMkLst>
          <pc:docMk/>
          <pc:sldMk cId="3423648906" sldId="1425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061472416" sldId="1426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109825613" sldId="1427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521121717" sldId="1428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988378371" sldId="1429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300145823" sldId="1430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799776817" sldId="1431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670905119" sldId="1432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681725977" sldId="1433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410148444" sldId="1434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2895113626" sldId="1435"/>
        </pc:sldMkLst>
      </pc:sldChg>
      <pc:sldChg chg="addSp modSp add mod">
        <pc:chgData name="Sanmukh Kuppannagari" userId="ad215094-da36-4b66-9c79-369a17aea26b" providerId="ADAL" clId="{613A0AB2-BD56-483A-AC30-AF62202992E8}" dt="2024-09-10T13:56:57.442" v="3070" actId="14100"/>
        <pc:sldMkLst>
          <pc:docMk/>
          <pc:sldMk cId="1065455456" sldId="1436"/>
        </pc:sldMkLst>
      </pc:sldChg>
      <pc:sldChg chg="addSp modSp add mod">
        <pc:chgData name="Sanmukh Kuppannagari" userId="ad215094-da36-4b66-9c79-369a17aea26b" providerId="ADAL" clId="{613A0AB2-BD56-483A-AC30-AF62202992E8}" dt="2024-09-10T13:57:58.634" v="3083" actId="1076"/>
        <pc:sldMkLst>
          <pc:docMk/>
          <pc:sldMk cId="4249774978" sldId="1437"/>
        </pc:sldMkLst>
      </pc:sldChg>
      <pc:sldChg chg="addSp modSp add mod">
        <pc:chgData name="Sanmukh Kuppannagari" userId="ad215094-da36-4b66-9c79-369a17aea26b" providerId="ADAL" clId="{613A0AB2-BD56-483A-AC30-AF62202992E8}" dt="2024-09-10T13:58:06.256" v="3085" actId="1076"/>
        <pc:sldMkLst>
          <pc:docMk/>
          <pc:sldMk cId="3744848553" sldId="1438"/>
        </pc:sldMkLst>
      </pc:sldChg>
      <pc:sldChg chg="addSp modSp add mod">
        <pc:chgData name="Sanmukh Kuppannagari" userId="ad215094-da36-4b66-9c79-369a17aea26b" providerId="ADAL" clId="{613A0AB2-BD56-483A-AC30-AF62202992E8}" dt="2024-09-10T13:58:13.021" v="3087" actId="1076"/>
        <pc:sldMkLst>
          <pc:docMk/>
          <pc:sldMk cId="3911730472" sldId="1439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806484747" sldId="1440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510140089" sldId="1441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198400876" sldId="1442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310307108" sldId="1443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239455098" sldId="1444"/>
        </pc:sldMkLst>
      </pc:sldChg>
      <pc:sldChg chg="addSp delSp modSp new mod">
        <pc:chgData name="Sanmukh Kuppannagari" userId="ad215094-da36-4b66-9c79-369a17aea26b" providerId="ADAL" clId="{613A0AB2-BD56-483A-AC30-AF62202992E8}" dt="2024-09-10T01:50:59.559" v="518" actId="20577"/>
        <pc:sldMkLst>
          <pc:docMk/>
          <pc:sldMk cId="2435438658" sldId="1445"/>
        </pc:sldMkLst>
      </pc:sldChg>
      <pc:sldChg chg="addSp modSp add mod">
        <pc:chgData name="Sanmukh Kuppannagari" userId="ad215094-da36-4b66-9c79-369a17aea26b" providerId="ADAL" clId="{613A0AB2-BD56-483A-AC30-AF62202992E8}" dt="2024-09-10T01:56:07.079" v="824" actId="20577"/>
        <pc:sldMkLst>
          <pc:docMk/>
          <pc:sldMk cId="2528700108" sldId="1446"/>
        </pc:sldMkLst>
      </pc:sldChg>
      <pc:sldChg chg="addSp modSp add mod">
        <pc:chgData name="Sanmukh Kuppannagari" userId="ad215094-da36-4b66-9c79-369a17aea26b" providerId="ADAL" clId="{613A0AB2-BD56-483A-AC30-AF62202992E8}" dt="2024-09-10T02:02:04.139" v="1119" actId="20577"/>
        <pc:sldMkLst>
          <pc:docMk/>
          <pc:sldMk cId="3448580318" sldId="1447"/>
        </pc:sldMkLst>
      </pc:sldChg>
      <pc:sldChg chg="modSp add del mod">
        <pc:chgData name="Sanmukh Kuppannagari" userId="ad215094-da36-4b66-9c79-369a17aea26b" providerId="ADAL" clId="{613A0AB2-BD56-483A-AC30-AF62202992E8}" dt="2024-09-10T01:57:11.036" v="974" actId="47"/>
        <pc:sldMkLst>
          <pc:docMk/>
          <pc:sldMk cId="2249879898" sldId="1448"/>
        </pc:sldMkLst>
      </pc:sldChg>
      <pc:sldChg chg="modSp new mod ord">
        <pc:chgData name="Sanmukh Kuppannagari" userId="ad215094-da36-4b66-9c79-369a17aea26b" providerId="ADAL" clId="{613A0AB2-BD56-483A-AC30-AF62202992E8}" dt="2024-09-10T14:00:41.014" v="3120" actId="20577"/>
        <pc:sldMkLst>
          <pc:docMk/>
          <pc:sldMk cId="3596653468" sldId="1448"/>
        </pc:sldMkLst>
      </pc:sldChg>
      <pc:sldChg chg="addSp delSp modSp add mod">
        <pc:chgData name="Sanmukh Kuppannagari" userId="ad215094-da36-4b66-9c79-369a17aea26b" providerId="ADAL" clId="{613A0AB2-BD56-483A-AC30-AF62202992E8}" dt="2024-09-10T02:08:38.970" v="1516" actId="6549"/>
        <pc:sldMkLst>
          <pc:docMk/>
          <pc:sldMk cId="1880408666" sldId="1449"/>
        </pc:sldMkLst>
      </pc:sldChg>
      <pc:sldChg chg="addSp delSp modSp add mod">
        <pc:chgData name="Sanmukh Kuppannagari" userId="ad215094-da36-4b66-9c79-369a17aea26b" providerId="ADAL" clId="{613A0AB2-BD56-483A-AC30-AF62202992E8}" dt="2024-09-10T02:09:46.167" v="1529" actId="1076"/>
        <pc:sldMkLst>
          <pc:docMk/>
          <pc:sldMk cId="4060134973" sldId="1450"/>
        </pc:sldMkLst>
      </pc:sldChg>
      <pc:sldChg chg="add del">
        <pc:chgData name="Sanmukh Kuppannagari" userId="ad215094-da36-4b66-9c79-369a17aea26b" providerId="ADAL" clId="{613A0AB2-BD56-483A-AC30-AF62202992E8}" dt="2024-09-10T02:12:44.420" v="1601" actId="47"/>
        <pc:sldMkLst>
          <pc:docMk/>
          <pc:sldMk cId="3891841292" sldId="1451"/>
        </pc:sldMkLst>
      </pc:sldChg>
      <pc:sldChg chg="addSp delSp modSp add mod">
        <pc:chgData name="Sanmukh Kuppannagari" userId="ad215094-da36-4b66-9c79-369a17aea26b" providerId="ADAL" clId="{613A0AB2-BD56-483A-AC30-AF62202992E8}" dt="2024-09-10T02:12:32.181" v="1600" actId="1076"/>
        <pc:sldMkLst>
          <pc:docMk/>
          <pc:sldMk cId="2002584918" sldId="1452"/>
        </pc:sldMkLst>
      </pc:sldChg>
      <pc:sldChg chg="addSp delSp modSp add mod">
        <pc:chgData name="Sanmukh Kuppannagari" userId="ad215094-da36-4b66-9c79-369a17aea26b" providerId="ADAL" clId="{613A0AB2-BD56-483A-AC30-AF62202992E8}" dt="2024-09-10T02:17:07.136" v="2022" actId="20577"/>
        <pc:sldMkLst>
          <pc:docMk/>
          <pc:sldMk cId="166141272" sldId="1453"/>
        </pc:sldMkLst>
      </pc:sldChg>
      <pc:sldChg chg="addSp delSp modSp new mod">
        <pc:chgData name="Sanmukh Kuppannagari" userId="ad215094-da36-4b66-9c79-369a17aea26b" providerId="ADAL" clId="{613A0AB2-BD56-483A-AC30-AF62202992E8}" dt="2024-09-10T02:29:06.513" v="2400" actId="1076"/>
        <pc:sldMkLst>
          <pc:docMk/>
          <pc:sldMk cId="1637042343" sldId="1454"/>
        </pc:sldMkLst>
      </pc:sldChg>
      <pc:sldChg chg="modSp add mod">
        <pc:chgData name="Sanmukh Kuppannagari" userId="ad215094-da36-4b66-9c79-369a17aea26b" providerId="ADAL" clId="{613A0AB2-BD56-483A-AC30-AF62202992E8}" dt="2024-09-10T02:29:26.921" v="2405" actId="20577"/>
        <pc:sldMkLst>
          <pc:docMk/>
          <pc:sldMk cId="2077584720" sldId="1455"/>
        </pc:sldMkLst>
      </pc:sldChg>
      <pc:sldChg chg="modSp add mod">
        <pc:chgData name="Sanmukh Kuppannagari" userId="ad215094-da36-4b66-9c79-369a17aea26b" providerId="ADAL" clId="{613A0AB2-BD56-483A-AC30-AF62202992E8}" dt="2024-09-10T02:29:53.701" v="2417" actId="1076"/>
        <pc:sldMkLst>
          <pc:docMk/>
          <pc:sldMk cId="1601611775" sldId="1456"/>
        </pc:sldMkLst>
      </pc:sldChg>
      <pc:sldChg chg="addSp delSp modSp add mod">
        <pc:chgData name="Sanmukh Kuppannagari" userId="ad215094-da36-4b66-9c79-369a17aea26b" providerId="ADAL" clId="{613A0AB2-BD56-483A-AC30-AF62202992E8}" dt="2024-09-10T02:32:55.484" v="2474" actId="207"/>
        <pc:sldMkLst>
          <pc:docMk/>
          <pc:sldMk cId="432978893" sldId="1457"/>
        </pc:sldMkLst>
      </pc:sldChg>
      <pc:sldChg chg="addSp modSp add mod">
        <pc:chgData name="Sanmukh Kuppannagari" userId="ad215094-da36-4b66-9c79-369a17aea26b" providerId="ADAL" clId="{613A0AB2-BD56-483A-AC30-AF62202992E8}" dt="2024-09-10T14:01:30.592" v="3123" actId="1076"/>
        <pc:sldMkLst>
          <pc:docMk/>
          <pc:sldMk cId="3977200157" sldId="1458"/>
        </pc:sldMkLst>
      </pc:sldChg>
      <pc:sldChg chg="addSp modSp add mod">
        <pc:chgData name="Sanmukh Kuppannagari" userId="ad215094-da36-4b66-9c79-369a17aea26b" providerId="ADAL" clId="{613A0AB2-BD56-483A-AC30-AF62202992E8}" dt="2024-09-10T02:33:37.620" v="2486" actId="1076"/>
        <pc:sldMkLst>
          <pc:docMk/>
          <pc:sldMk cId="1026247998" sldId="1459"/>
        </pc:sldMkLst>
      </pc:sldChg>
      <pc:sldChg chg="addSp delSp modSp add mod">
        <pc:chgData name="Sanmukh Kuppannagari" userId="ad215094-da36-4b66-9c79-369a17aea26b" providerId="ADAL" clId="{613A0AB2-BD56-483A-AC30-AF62202992E8}" dt="2024-09-10T02:34:39.581" v="2497" actId="478"/>
        <pc:sldMkLst>
          <pc:docMk/>
          <pc:sldMk cId="2306065322" sldId="1460"/>
        </pc:sldMkLst>
      </pc:sldChg>
      <pc:sldChg chg="delSp modSp add mod">
        <pc:chgData name="Sanmukh Kuppannagari" userId="ad215094-da36-4b66-9c79-369a17aea26b" providerId="ADAL" clId="{613A0AB2-BD56-483A-AC30-AF62202992E8}" dt="2024-09-10T02:35:27.251" v="2511" actId="208"/>
        <pc:sldMkLst>
          <pc:docMk/>
          <pc:sldMk cId="3428985795" sldId="1461"/>
        </pc:sldMkLst>
      </pc:sldChg>
      <pc:sldChg chg="delSp modSp add mod">
        <pc:chgData name="Sanmukh Kuppannagari" userId="ad215094-da36-4b66-9c79-369a17aea26b" providerId="ADAL" clId="{613A0AB2-BD56-483A-AC30-AF62202992E8}" dt="2024-09-10T02:35:30.985" v="2514" actId="208"/>
        <pc:sldMkLst>
          <pc:docMk/>
          <pc:sldMk cId="3519324463" sldId="1462"/>
        </pc:sldMkLst>
      </pc:sldChg>
      <pc:sldChg chg="addSp delSp modSp add mod">
        <pc:chgData name="Sanmukh Kuppannagari" userId="ad215094-da36-4b66-9c79-369a17aea26b" providerId="ADAL" clId="{613A0AB2-BD56-483A-AC30-AF62202992E8}" dt="2024-09-10T02:35:34.634" v="2517" actId="208"/>
        <pc:sldMkLst>
          <pc:docMk/>
          <pc:sldMk cId="1373048709" sldId="1463"/>
        </pc:sldMkLst>
      </pc:sldChg>
      <pc:sldChg chg="modSp add mod">
        <pc:chgData name="Sanmukh Kuppannagari" userId="ad215094-da36-4b66-9c79-369a17aea26b" providerId="ADAL" clId="{613A0AB2-BD56-483A-AC30-AF62202992E8}" dt="2024-09-10T02:35:55.507" v="2546" actId="207"/>
        <pc:sldMkLst>
          <pc:docMk/>
          <pc:sldMk cId="3075436054" sldId="1464"/>
        </pc:sldMkLst>
      </pc:sldChg>
      <pc:sldChg chg="modSp add mod">
        <pc:chgData name="Sanmukh Kuppannagari" userId="ad215094-da36-4b66-9c79-369a17aea26b" providerId="ADAL" clId="{613A0AB2-BD56-483A-AC30-AF62202992E8}" dt="2024-09-10T02:36:50.235" v="2590" actId="207"/>
        <pc:sldMkLst>
          <pc:docMk/>
          <pc:sldMk cId="872022406" sldId="1465"/>
        </pc:sldMkLst>
      </pc:sldChg>
      <pc:sldChg chg="modSp add mod">
        <pc:chgData name="Sanmukh Kuppannagari" userId="ad215094-da36-4b66-9c79-369a17aea26b" providerId="ADAL" clId="{613A0AB2-BD56-483A-AC30-AF62202992E8}" dt="2024-09-10T02:48:35.346" v="2990" actId="6549"/>
        <pc:sldMkLst>
          <pc:docMk/>
          <pc:sldMk cId="3474961130" sldId="1466"/>
        </pc:sldMkLst>
      </pc:sldChg>
      <pc:sldChg chg="modSp add mod">
        <pc:chgData name="Sanmukh Kuppannagari" userId="ad215094-da36-4b66-9c79-369a17aea26b" providerId="ADAL" clId="{613A0AB2-BD56-483A-AC30-AF62202992E8}" dt="2024-09-10T02:48:43.494" v="2991" actId="6549"/>
        <pc:sldMkLst>
          <pc:docMk/>
          <pc:sldMk cId="3693279848" sldId="1467"/>
        </pc:sldMkLst>
      </pc:sldChg>
      <pc:sldChg chg="modSp add mod">
        <pc:chgData name="Sanmukh Kuppannagari" userId="ad215094-da36-4b66-9c79-369a17aea26b" providerId="ADAL" clId="{613A0AB2-BD56-483A-AC30-AF62202992E8}" dt="2024-09-10T02:48:52.479" v="2992" actId="6549"/>
        <pc:sldMkLst>
          <pc:docMk/>
          <pc:sldMk cId="1977406003" sldId="1468"/>
        </pc:sldMkLst>
      </pc:sldChg>
      <pc:sldChg chg="addSp modSp add mod">
        <pc:chgData name="Sanmukh Kuppannagari" userId="ad215094-da36-4b66-9c79-369a17aea26b" providerId="ADAL" clId="{613A0AB2-BD56-483A-AC30-AF62202992E8}" dt="2024-09-10T14:04:35.399" v="3385"/>
        <pc:sldMkLst>
          <pc:docMk/>
          <pc:sldMk cId="913176791" sldId="1469"/>
        </pc:sldMkLst>
      </pc:sldChg>
      <pc:sldChg chg="add del">
        <pc:chgData name="Sanmukh Kuppannagari" userId="ad215094-da36-4b66-9c79-369a17aea26b" providerId="ADAL" clId="{613A0AB2-BD56-483A-AC30-AF62202992E8}" dt="2024-09-10T13:57:19.646" v="3075"/>
        <pc:sldMkLst>
          <pc:docMk/>
          <pc:sldMk cId="2349840647" sldId="1469"/>
        </pc:sldMkLst>
      </pc:sldChg>
      <pc:sldChg chg="modSp add mod">
        <pc:chgData name="Sanmukh Kuppannagari" userId="ad215094-da36-4b66-9c79-369a17aea26b" providerId="ADAL" clId="{613A0AB2-BD56-483A-AC30-AF62202992E8}" dt="2024-09-10T14:04:39.925" v="3387"/>
        <pc:sldMkLst>
          <pc:docMk/>
          <pc:sldMk cId="4190536048" sldId="1470"/>
        </pc:sldMkLst>
      </pc:sldChg>
      <pc:sldChg chg="modSp add mod">
        <pc:chgData name="Sanmukh Kuppannagari" userId="ad215094-da36-4b66-9c79-369a17aea26b" providerId="ADAL" clId="{613A0AB2-BD56-483A-AC30-AF62202992E8}" dt="2024-09-10T14:04:44.899" v="3389"/>
        <pc:sldMkLst>
          <pc:docMk/>
          <pc:sldMk cId="2020050802" sldId="1471"/>
        </pc:sldMkLst>
      </pc:sldChg>
      <pc:sldChg chg="modSp add mod">
        <pc:chgData name="Sanmukh Kuppannagari" userId="ad215094-da36-4b66-9c79-369a17aea26b" providerId="ADAL" clId="{613A0AB2-BD56-483A-AC30-AF62202992E8}" dt="2024-09-10T14:05:25.609" v="3495" actId="20577"/>
        <pc:sldMkLst>
          <pc:docMk/>
          <pc:sldMk cId="184454124" sldId="1472"/>
        </pc:sldMkLst>
      </pc:sldChg>
      <pc:sldChg chg="modSp add mod">
        <pc:chgData name="Sanmukh Kuppannagari" userId="ad215094-da36-4b66-9c79-369a17aea26b" providerId="ADAL" clId="{613A0AB2-BD56-483A-AC30-AF62202992E8}" dt="2024-09-10T14:06:05.107" v="3569" actId="20577"/>
        <pc:sldMkLst>
          <pc:docMk/>
          <pc:sldMk cId="1095382800" sldId="1473"/>
        </pc:sldMkLst>
      </pc:sldChg>
      <pc:sldChg chg="modSp add mod">
        <pc:chgData name="Sanmukh Kuppannagari" userId="ad215094-da36-4b66-9c79-369a17aea26b" providerId="ADAL" clId="{613A0AB2-BD56-483A-AC30-AF62202992E8}" dt="2024-09-10T14:07:07.913" v="3714" actId="14100"/>
        <pc:sldMkLst>
          <pc:docMk/>
          <pc:sldMk cId="702332589" sldId="1474"/>
        </pc:sldMkLst>
      </pc:sldChg>
      <pc:sldChg chg="addSp modSp add mod">
        <pc:chgData name="Sanmukh Kuppannagari" userId="ad215094-da36-4b66-9c79-369a17aea26b" providerId="ADAL" clId="{613A0AB2-BD56-483A-AC30-AF62202992E8}" dt="2024-09-10T14:08:58.540" v="4073" actId="20577"/>
        <pc:sldMkLst>
          <pc:docMk/>
          <pc:sldMk cId="3957084145" sldId="14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D5B98-A868-4A62-8240-BC6283F8264D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0BF98-FCB6-413C-BFCD-EA7011EDE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254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8067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7622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09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967C0-BE4F-8AE7-59F6-9807CC4871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DC0112-4A5B-EC08-3419-E43BAD3968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E0AE5-C6AA-2469-E616-E3BA37F2B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B13D0-588E-8694-AE05-FA7C88CF4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2596B-98C2-F7F3-D266-5CCF744FB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960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45225-995A-126B-6B4C-634CA83CF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044CB-6CF2-5856-8672-E007A5CAA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AAC6E-6CB1-A687-8E15-1F9F56D21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47D7D-B252-9CD8-F5CB-5AF405C7F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48238-5C64-AA2E-1E80-95CADCB2F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214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D8E93-BCB1-86EE-BC1A-ECF6DE7DF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52C9D-CB98-05E2-417B-A2B715882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99F77-8466-44D2-F17F-D0226B088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1D12D-7B1D-3586-21F6-773DC1C72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B3810-8AC5-E561-1F1E-9439664F7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620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3E534-7DCC-5D20-C63C-3CC09EF70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4C404-D542-2902-0176-4DC041B9D4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888E07-0D8B-1D23-65C4-39397F17E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732F92-264E-190A-EF5F-E11054A95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F1B26-0568-5079-8703-C744E3BFB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4BE1B-F6CC-CD83-FB12-18117CE68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339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67EBB-D050-FDF3-BD8D-D48C1165E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7CC139-24A6-503F-262B-734055E2A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129145-290F-9388-473E-CE3F5E9BE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819950-17C2-B3E8-0B6B-93E95A43D4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E781A2-B576-9E25-0FE6-81A106BCE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C029B0-911C-DF02-4917-028738049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532C4B-FBDA-5956-F1B1-B2D278B05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454948-E0E2-7941-91C8-1589256FF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330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6CE6B-994A-3F68-BB1D-B87E17B40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665E36-017C-51A4-F80D-DEAC76250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E5F8D3-502A-92BF-83B3-888AD29D4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3CB3D-3281-0985-64B8-18FB8FE41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292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0487F7-64B2-4846-0EED-A0A30B3EC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F9DEF9-12C3-A37A-C6FA-D237DA3D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92C04-7DAC-0D99-FB02-59856E6A6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499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14F4A-41FC-C49D-F859-DF8C794DA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A1B68-4B80-736A-15EB-357122DB2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00CE58-ED42-8E81-2883-C3EBD2B6B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1EB4C-49BD-31F6-E5B2-CE7ABF438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FED4FD-7E37-4C4B-4194-984559995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8B4C4B-1BEC-E3ED-D50D-A03278DF1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190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F39F8-0D27-3825-36B9-76F8E9554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40651A-BBB3-7A98-1E35-53AF5E899E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25D3B-06C4-94E7-2232-04F0B8A03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9B5B1-6CBB-E17C-70B1-01B0F0892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4A3B39-01B7-8F18-C3A5-5D04ACAE9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4EB280-1211-D4FD-E01F-2179EB6B8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547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B5F8F-4B41-7CEC-C83C-C89270A93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D0A9D6-6B27-0666-8944-BC3B2775F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B4544-7F79-0F3E-3134-24EFDC3B7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4D4A5-4AA4-2F6F-6311-518B622B6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D4176-7E21-78F5-5774-C3E1B3B19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660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22D407-3181-DDA3-4811-D53ABA8B10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006DA-8227-F4CF-AF74-F3291B9CB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DA4A0-144A-D5DE-6CE7-03E89D1C9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04D66-9C59-92BE-FF17-86811607F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C6B7D-9BE0-FADD-2917-A26A97E6F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081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037FEE-FC4D-E1A6-0990-5F671F66F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4CDF9D-BCE3-3DBA-8B46-9FF06CD89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44048-0FF6-EF6B-A6BB-E8B3E1288E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5C041-BBCA-8ACF-388D-689059196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95F26-35FE-972B-D153-140D9A7B5C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B17B2D61-3532-146F-7A4A-B249B49786C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2735" y="61594"/>
            <a:ext cx="2565400" cy="647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8476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anmukh.github.io/" TargetMode="External"/><Relationship Id="rId2" Type="http://schemas.openxmlformats.org/officeDocument/2006/relationships/hyperlink" Target="mailto:sanmukh.kuppannagari@case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3" Type="http://schemas.openxmlformats.org/officeDocument/2006/relationships/image" Target="../media/image7.png"/><Relationship Id="rId21" Type="http://schemas.openxmlformats.org/officeDocument/2006/relationships/image" Target="../media/image41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image" Target="../media/image6.png"/><Relationship Id="rId16" Type="http://schemas.openxmlformats.org/officeDocument/2006/relationships/image" Target="../media/image36.png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31.png"/><Relationship Id="rId5" Type="http://schemas.openxmlformats.org/officeDocument/2006/relationships/image" Target="../media/image9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19" Type="http://schemas.openxmlformats.org/officeDocument/2006/relationships/image" Target="../media/image39.png"/><Relationship Id="rId4" Type="http://schemas.openxmlformats.org/officeDocument/2006/relationships/image" Target="../media/image8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Relationship Id="rId22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18" Type="http://schemas.openxmlformats.org/officeDocument/2006/relationships/image" Target="../media/image54.png"/><Relationship Id="rId3" Type="http://schemas.openxmlformats.org/officeDocument/2006/relationships/image" Target="../media/image7.png"/><Relationship Id="rId21" Type="http://schemas.openxmlformats.org/officeDocument/2006/relationships/image" Target="../media/image57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17" Type="http://schemas.openxmlformats.org/officeDocument/2006/relationships/image" Target="../media/image53.png"/><Relationship Id="rId2" Type="http://schemas.openxmlformats.org/officeDocument/2006/relationships/image" Target="../media/image6.png"/><Relationship Id="rId16" Type="http://schemas.openxmlformats.org/officeDocument/2006/relationships/image" Target="../media/image52.png"/><Relationship Id="rId20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47.png"/><Relationship Id="rId5" Type="http://schemas.openxmlformats.org/officeDocument/2006/relationships/image" Target="../media/image9.png"/><Relationship Id="rId15" Type="http://schemas.openxmlformats.org/officeDocument/2006/relationships/image" Target="../media/image51.png"/><Relationship Id="rId10" Type="http://schemas.openxmlformats.org/officeDocument/2006/relationships/image" Target="../media/image46.png"/><Relationship Id="rId19" Type="http://schemas.openxmlformats.org/officeDocument/2006/relationships/image" Target="../media/image55.png"/><Relationship Id="rId4" Type="http://schemas.openxmlformats.org/officeDocument/2006/relationships/image" Target="../media/image8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Relationship Id="rId22" Type="http://schemas.openxmlformats.org/officeDocument/2006/relationships/image" Target="../media/image58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10.png"/><Relationship Id="rId18" Type="http://schemas.openxmlformats.org/officeDocument/2006/relationships/image" Target="../media/image2510.png"/><Relationship Id="rId3" Type="http://schemas.openxmlformats.org/officeDocument/2006/relationships/image" Target="../media/image60.png"/><Relationship Id="rId21" Type="http://schemas.openxmlformats.org/officeDocument/2006/relationships/image" Target="../media/image64.png"/><Relationship Id="rId7" Type="http://schemas.openxmlformats.org/officeDocument/2006/relationships/image" Target="../media/image1410.png"/><Relationship Id="rId12" Type="http://schemas.openxmlformats.org/officeDocument/2006/relationships/image" Target="../media/image1910.png"/><Relationship Id="rId17" Type="http://schemas.openxmlformats.org/officeDocument/2006/relationships/image" Target="../media/image2410.png"/><Relationship Id="rId2" Type="http://schemas.openxmlformats.org/officeDocument/2006/relationships/image" Target="../media/image59.png"/><Relationship Id="rId16" Type="http://schemas.openxmlformats.org/officeDocument/2006/relationships/image" Target="../media/image62.png"/><Relationship Id="rId20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11" Type="http://schemas.openxmlformats.org/officeDocument/2006/relationships/image" Target="../media/image1810.png"/><Relationship Id="rId5" Type="http://schemas.openxmlformats.org/officeDocument/2006/relationships/image" Target="../media/image1210.png"/><Relationship Id="rId15" Type="http://schemas.openxmlformats.org/officeDocument/2006/relationships/image" Target="../media/image2210.png"/><Relationship Id="rId10" Type="http://schemas.openxmlformats.org/officeDocument/2006/relationships/image" Target="../media/image1710.png"/><Relationship Id="rId19" Type="http://schemas.openxmlformats.org/officeDocument/2006/relationships/image" Target="../media/image2610.png"/><Relationship Id="rId4" Type="http://schemas.openxmlformats.org/officeDocument/2006/relationships/image" Target="../media/image1110.png"/><Relationship Id="rId9" Type="http://schemas.openxmlformats.org/officeDocument/2006/relationships/image" Target="../media/image1610.png"/><Relationship Id="rId14" Type="http://schemas.openxmlformats.org/officeDocument/2006/relationships/image" Target="../media/image2110.png"/><Relationship Id="rId22" Type="http://schemas.openxmlformats.org/officeDocument/2006/relationships/image" Target="../media/image6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77.png"/><Relationship Id="rId18" Type="http://schemas.openxmlformats.org/officeDocument/2006/relationships/image" Target="../media/image82.png"/><Relationship Id="rId3" Type="http://schemas.openxmlformats.org/officeDocument/2006/relationships/image" Target="../media/image67.png"/><Relationship Id="rId21" Type="http://schemas.openxmlformats.org/officeDocument/2006/relationships/image" Target="../media/image85.png"/><Relationship Id="rId7" Type="http://schemas.openxmlformats.org/officeDocument/2006/relationships/image" Target="../media/image71.png"/><Relationship Id="rId12" Type="http://schemas.openxmlformats.org/officeDocument/2006/relationships/image" Target="../media/image76.png"/><Relationship Id="rId17" Type="http://schemas.openxmlformats.org/officeDocument/2006/relationships/image" Target="../media/image81.png"/><Relationship Id="rId2" Type="http://schemas.openxmlformats.org/officeDocument/2006/relationships/image" Target="../media/image66.png"/><Relationship Id="rId16" Type="http://schemas.openxmlformats.org/officeDocument/2006/relationships/image" Target="../media/image80.png"/><Relationship Id="rId20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24" Type="http://schemas.openxmlformats.org/officeDocument/2006/relationships/image" Target="../media/image88.png"/><Relationship Id="rId5" Type="http://schemas.openxmlformats.org/officeDocument/2006/relationships/image" Target="../media/image69.png"/><Relationship Id="rId15" Type="http://schemas.openxmlformats.org/officeDocument/2006/relationships/image" Target="../media/image79.png"/><Relationship Id="rId23" Type="http://schemas.openxmlformats.org/officeDocument/2006/relationships/image" Target="../media/image87.png"/><Relationship Id="rId10" Type="http://schemas.openxmlformats.org/officeDocument/2006/relationships/image" Target="../media/image74.png"/><Relationship Id="rId19" Type="http://schemas.openxmlformats.org/officeDocument/2006/relationships/image" Target="../media/image83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Relationship Id="rId14" Type="http://schemas.openxmlformats.org/officeDocument/2006/relationships/image" Target="../media/image78.png"/><Relationship Id="rId22" Type="http://schemas.openxmlformats.org/officeDocument/2006/relationships/image" Target="../media/image8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100.png"/><Relationship Id="rId18" Type="http://schemas.openxmlformats.org/officeDocument/2006/relationships/image" Target="../media/image105.png"/><Relationship Id="rId3" Type="http://schemas.openxmlformats.org/officeDocument/2006/relationships/image" Target="../media/image90.png"/><Relationship Id="rId21" Type="http://schemas.openxmlformats.org/officeDocument/2006/relationships/image" Target="../media/image108.png"/><Relationship Id="rId7" Type="http://schemas.openxmlformats.org/officeDocument/2006/relationships/image" Target="../media/image94.png"/><Relationship Id="rId12" Type="http://schemas.openxmlformats.org/officeDocument/2006/relationships/image" Target="../media/image99.png"/><Relationship Id="rId17" Type="http://schemas.openxmlformats.org/officeDocument/2006/relationships/image" Target="../media/image104.png"/><Relationship Id="rId2" Type="http://schemas.openxmlformats.org/officeDocument/2006/relationships/image" Target="../media/image89.png"/><Relationship Id="rId16" Type="http://schemas.openxmlformats.org/officeDocument/2006/relationships/image" Target="../media/image103.png"/><Relationship Id="rId20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11" Type="http://schemas.openxmlformats.org/officeDocument/2006/relationships/image" Target="../media/image98.png"/><Relationship Id="rId5" Type="http://schemas.openxmlformats.org/officeDocument/2006/relationships/image" Target="../media/image92.png"/><Relationship Id="rId15" Type="http://schemas.openxmlformats.org/officeDocument/2006/relationships/image" Target="../media/image102.png"/><Relationship Id="rId23" Type="http://schemas.openxmlformats.org/officeDocument/2006/relationships/image" Target="../media/image110.png"/><Relationship Id="rId10" Type="http://schemas.openxmlformats.org/officeDocument/2006/relationships/image" Target="../media/image97.png"/><Relationship Id="rId19" Type="http://schemas.openxmlformats.org/officeDocument/2006/relationships/image" Target="../media/image106.png"/><Relationship Id="rId4" Type="http://schemas.openxmlformats.org/officeDocument/2006/relationships/image" Target="../media/image91.png"/><Relationship Id="rId9" Type="http://schemas.openxmlformats.org/officeDocument/2006/relationships/image" Target="../media/image96.png"/><Relationship Id="rId14" Type="http://schemas.openxmlformats.org/officeDocument/2006/relationships/image" Target="../media/image101.png"/><Relationship Id="rId22" Type="http://schemas.openxmlformats.org/officeDocument/2006/relationships/image" Target="../media/image10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100.png"/><Relationship Id="rId18" Type="http://schemas.openxmlformats.org/officeDocument/2006/relationships/image" Target="../media/image105.png"/><Relationship Id="rId26" Type="http://schemas.openxmlformats.org/officeDocument/2006/relationships/image" Target="../media/image114.png"/><Relationship Id="rId3" Type="http://schemas.openxmlformats.org/officeDocument/2006/relationships/image" Target="../media/image90.png"/><Relationship Id="rId21" Type="http://schemas.openxmlformats.org/officeDocument/2006/relationships/image" Target="../media/image108.png"/><Relationship Id="rId7" Type="http://schemas.openxmlformats.org/officeDocument/2006/relationships/image" Target="../media/image94.png"/><Relationship Id="rId12" Type="http://schemas.openxmlformats.org/officeDocument/2006/relationships/image" Target="../media/image99.png"/><Relationship Id="rId17" Type="http://schemas.openxmlformats.org/officeDocument/2006/relationships/image" Target="../media/image104.png"/><Relationship Id="rId25" Type="http://schemas.openxmlformats.org/officeDocument/2006/relationships/image" Target="../media/image113.png"/><Relationship Id="rId2" Type="http://schemas.openxmlformats.org/officeDocument/2006/relationships/image" Target="../media/image89.png"/><Relationship Id="rId16" Type="http://schemas.openxmlformats.org/officeDocument/2006/relationships/image" Target="../media/image103.png"/><Relationship Id="rId20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11" Type="http://schemas.openxmlformats.org/officeDocument/2006/relationships/image" Target="../media/image98.png"/><Relationship Id="rId24" Type="http://schemas.openxmlformats.org/officeDocument/2006/relationships/image" Target="../media/image112.png"/><Relationship Id="rId5" Type="http://schemas.openxmlformats.org/officeDocument/2006/relationships/image" Target="../media/image92.png"/><Relationship Id="rId15" Type="http://schemas.openxmlformats.org/officeDocument/2006/relationships/image" Target="../media/image102.png"/><Relationship Id="rId23" Type="http://schemas.openxmlformats.org/officeDocument/2006/relationships/image" Target="../media/image111.png"/><Relationship Id="rId10" Type="http://schemas.openxmlformats.org/officeDocument/2006/relationships/image" Target="../media/image97.png"/><Relationship Id="rId19" Type="http://schemas.openxmlformats.org/officeDocument/2006/relationships/image" Target="../media/image106.png"/><Relationship Id="rId4" Type="http://schemas.openxmlformats.org/officeDocument/2006/relationships/image" Target="../media/image91.png"/><Relationship Id="rId9" Type="http://schemas.openxmlformats.org/officeDocument/2006/relationships/image" Target="../media/image96.png"/><Relationship Id="rId14" Type="http://schemas.openxmlformats.org/officeDocument/2006/relationships/image" Target="../media/image101.png"/><Relationship Id="rId22" Type="http://schemas.openxmlformats.org/officeDocument/2006/relationships/image" Target="../media/image10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126.png"/><Relationship Id="rId18" Type="http://schemas.openxmlformats.org/officeDocument/2006/relationships/image" Target="../media/image131.png"/><Relationship Id="rId3" Type="http://schemas.openxmlformats.org/officeDocument/2006/relationships/image" Target="../media/image116.png"/><Relationship Id="rId21" Type="http://schemas.openxmlformats.org/officeDocument/2006/relationships/image" Target="../media/image134.png"/><Relationship Id="rId7" Type="http://schemas.openxmlformats.org/officeDocument/2006/relationships/image" Target="../media/image120.png"/><Relationship Id="rId12" Type="http://schemas.openxmlformats.org/officeDocument/2006/relationships/image" Target="../media/image125.png"/><Relationship Id="rId17" Type="http://schemas.openxmlformats.org/officeDocument/2006/relationships/image" Target="../media/image130.png"/><Relationship Id="rId2" Type="http://schemas.openxmlformats.org/officeDocument/2006/relationships/image" Target="../media/image115.png"/><Relationship Id="rId16" Type="http://schemas.openxmlformats.org/officeDocument/2006/relationships/image" Target="../media/image129.png"/><Relationship Id="rId20" Type="http://schemas.openxmlformats.org/officeDocument/2006/relationships/image" Target="../media/image1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.png"/><Relationship Id="rId11" Type="http://schemas.openxmlformats.org/officeDocument/2006/relationships/image" Target="../media/image124.png"/><Relationship Id="rId24" Type="http://schemas.openxmlformats.org/officeDocument/2006/relationships/image" Target="../media/image137.png"/><Relationship Id="rId5" Type="http://schemas.openxmlformats.org/officeDocument/2006/relationships/image" Target="../media/image118.png"/><Relationship Id="rId15" Type="http://schemas.openxmlformats.org/officeDocument/2006/relationships/image" Target="../media/image128.png"/><Relationship Id="rId23" Type="http://schemas.openxmlformats.org/officeDocument/2006/relationships/image" Target="../media/image136.png"/><Relationship Id="rId10" Type="http://schemas.openxmlformats.org/officeDocument/2006/relationships/image" Target="../media/image123.png"/><Relationship Id="rId19" Type="http://schemas.openxmlformats.org/officeDocument/2006/relationships/image" Target="../media/image132.png"/><Relationship Id="rId4" Type="http://schemas.openxmlformats.org/officeDocument/2006/relationships/image" Target="../media/image117.png"/><Relationship Id="rId9" Type="http://schemas.openxmlformats.org/officeDocument/2006/relationships/image" Target="../media/image122.png"/><Relationship Id="rId14" Type="http://schemas.openxmlformats.org/officeDocument/2006/relationships/image" Target="../media/image127.png"/><Relationship Id="rId22" Type="http://schemas.openxmlformats.org/officeDocument/2006/relationships/image" Target="../media/image13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126.png"/><Relationship Id="rId18" Type="http://schemas.openxmlformats.org/officeDocument/2006/relationships/image" Target="../media/image131.png"/><Relationship Id="rId3" Type="http://schemas.openxmlformats.org/officeDocument/2006/relationships/image" Target="../media/image116.png"/><Relationship Id="rId21" Type="http://schemas.openxmlformats.org/officeDocument/2006/relationships/image" Target="../media/image134.png"/><Relationship Id="rId7" Type="http://schemas.openxmlformats.org/officeDocument/2006/relationships/image" Target="../media/image120.png"/><Relationship Id="rId12" Type="http://schemas.openxmlformats.org/officeDocument/2006/relationships/image" Target="../media/image125.png"/><Relationship Id="rId17" Type="http://schemas.openxmlformats.org/officeDocument/2006/relationships/image" Target="../media/image130.png"/><Relationship Id="rId2" Type="http://schemas.openxmlformats.org/officeDocument/2006/relationships/image" Target="../media/image115.png"/><Relationship Id="rId16" Type="http://schemas.openxmlformats.org/officeDocument/2006/relationships/image" Target="../media/image129.png"/><Relationship Id="rId20" Type="http://schemas.openxmlformats.org/officeDocument/2006/relationships/image" Target="../media/image1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.png"/><Relationship Id="rId11" Type="http://schemas.openxmlformats.org/officeDocument/2006/relationships/image" Target="../media/image124.png"/><Relationship Id="rId24" Type="http://schemas.openxmlformats.org/officeDocument/2006/relationships/image" Target="../media/image141.png"/><Relationship Id="rId5" Type="http://schemas.openxmlformats.org/officeDocument/2006/relationships/image" Target="../media/image118.png"/><Relationship Id="rId15" Type="http://schemas.openxmlformats.org/officeDocument/2006/relationships/image" Target="../media/image128.png"/><Relationship Id="rId23" Type="http://schemas.openxmlformats.org/officeDocument/2006/relationships/image" Target="../media/image140.png"/><Relationship Id="rId10" Type="http://schemas.openxmlformats.org/officeDocument/2006/relationships/image" Target="../media/image123.png"/><Relationship Id="rId19" Type="http://schemas.openxmlformats.org/officeDocument/2006/relationships/image" Target="../media/image132.png"/><Relationship Id="rId4" Type="http://schemas.openxmlformats.org/officeDocument/2006/relationships/image" Target="../media/image117.png"/><Relationship Id="rId9" Type="http://schemas.openxmlformats.org/officeDocument/2006/relationships/image" Target="../media/image122.png"/><Relationship Id="rId14" Type="http://schemas.openxmlformats.org/officeDocument/2006/relationships/image" Target="../media/image127.png"/><Relationship Id="rId22" Type="http://schemas.openxmlformats.org/officeDocument/2006/relationships/image" Target="../media/image13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png"/><Relationship Id="rId13" Type="http://schemas.openxmlformats.org/officeDocument/2006/relationships/image" Target="../media/image153.png"/><Relationship Id="rId18" Type="http://schemas.openxmlformats.org/officeDocument/2006/relationships/image" Target="../media/image158.png"/><Relationship Id="rId3" Type="http://schemas.openxmlformats.org/officeDocument/2006/relationships/image" Target="../media/image143.png"/><Relationship Id="rId21" Type="http://schemas.openxmlformats.org/officeDocument/2006/relationships/image" Target="../media/image161.png"/><Relationship Id="rId7" Type="http://schemas.openxmlformats.org/officeDocument/2006/relationships/image" Target="../media/image147.png"/><Relationship Id="rId12" Type="http://schemas.openxmlformats.org/officeDocument/2006/relationships/image" Target="../media/image152.png"/><Relationship Id="rId17" Type="http://schemas.openxmlformats.org/officeDocument/2006/relationships/image" Target="../media/image157.png"/><Relationship Id="rId2" Type="http://schemas.openxmlformats.org/officeDocument/2006/relationships/image" Target="../media/image142.png"/><Relationship Id="rId16" Type="http://schemas.openxmlformats.org/officeDocument/2006/relationships/image" Target="../media/image156.png"/><Relationship Id="rId20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6.png"/><Relationship Id="rId11" Type="http://schemas.openxmlformats.org/officeDocument/2006/relationships/image" Target="../media/image151.png"/><Relationship Id="rId5" Type="http://schemas.openxmlformats.org/officeDocument/2006/relationships/image" Target="../media/image145.png"/><Relationship Id="rId15" Type="http://schemas.openxmlformats.org/officeDocument/2006/relationships/image" Target="../media/image155.png"/><Relationship Id="rId23" Type="http://schemas.openxmlformats.org/officeDocument/2006/relationships/image" Target="../media/image163.png"/><Relationship Id="rId10" Type="http://schemas.openxmlformats.org/officeDocument/2006/relationships/image" Target="../media/image150.png"/><Relationship Id="rId19" Type="http://schemas.openxmlformats.org/officeDocument/2006/relationships/image" Target="../media/image159.png"/><Relationship Id="rId4" Type="http://schemas.openxmlformats.org/officeDocument/2006/relationships/image" Target="../media/image144.png"/><Relationship Id="rId9" Type="http://schemas.openxmlformats.org/officeDocument/2006/relationships/image" Target="../media/image149.png"/><Relationship Id="rId14" Type="http://schemas.openxmlformats.org/officeDocument/2006/relationships/image" Target="../media/image154.png"/><Relationship Id="rId22" Type="http://schemas.openxmlformats.org/officeDocument/2006/relationships/image" Target="../media/image16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png"/><Relationship Id="rId13" Type="http://schemas.openxmlformats.org/officeDocument/2006/relationships/image" Target="../media/image153.png"/><Relationship Id="rId18" Type="http://schemas.openxmlformats.org/officeDocument/2006/relationships/image" Target="../media/image158.png"/><Relationship Id="rId3" Type="http://schemas.openxmlformats.org/officeDocument/2006/relationships/image" Target="../media/image143.png"/><Relationship Id="rId21" Type="http://schemas.openxmlformats.org/officeDocument/2006/relationships/image" Target="../media/image161.png"/><Relationship Id="rId7" Type="http://schemas.openxmlformats.org/officeDocument/2006/relationships/image" Target="../media/image147.png"/><Relationship Id="rId12" Type="http://schemas.openxmlformats.org/officeDocument/2006/relationships/image" Target="../media/image152.png"/><Relationship Id="rId17" Type="http://schemas.openxmlformats.org/officeDocument/2006/relationships/image" Target="../media/image157.png"/><Relationship Id="rId2" Type="http://schemas.openxmlformats.org/officeDocument/2006/relationships/image" Target="../media/image142.png"/><Relationship Id="rId16" Type="http://schemas.openxmlformats.org/officeDocument/2006/relationships/image" Target="../media/image156.png"/><Relationship Id="rId20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6.png"/><Relationship Id="rId11" Type="http://schemas.openxmlformats.org/officeDocument/2006/relationships/image" Target="../media/image151.png"/><Relationship Id="rId24" Type="http://schemas.openxmlformats.org/officeDocument/2006/relationships/image" Target="../media/image164.png"/><Relationship Id="rId5" Type="http://schemas.openxmlformats.org/officeDocument/2006/relationships/image" Target="../media/image145.png"/><Relationship Id="rId15" Type="http://schemas.openxmlformats.org/officeDocument/2006/relationships/image" Target="../media/image155.png"/><Relationship Id="rId23" Type="http://schemas.openxmlformats.org/officeDocument/2006/relationships/image" Target="../media/image163.png"/><Relationship Id="rId10" Type="http://schemas.openxmlformats.org/officeDocument/2006/relationships/image" Target="../media/image150.png"/><Relationship Id="rId19" Type="http://schemas.openxmlformats.org/officeDocument/2006/relationships/image" Target="../media/image159.png"/><Relationship Id="rId4" Type="http://schemas.openxmlformats.org/officeDocument/2006/relationships/image" Target="../media/image144.png"/><Relationship Id="rId9" Type="http://schemas.openxmlformats.org/officeDocument/2006/relationships/image" Target="../media/image149.png"/><Relationship Id="rId14" Type="http://schemas.openxmlformats.org/officeDocument/2006/relationships/image" Target="../media/image154.png"/><Relationship Id="rId22" Type="http://schemas.openxmlformats.org/officeDocument/2006/relationships/image" Target="../media/image16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100.png"/><Relationship Id="rId18" Type="http://schemas.openxmlformats.org/officeDocument/2006/relationships/image" Target="../media/image105.png"/><Relationship Id="rId3" Type="http://schemas.openxmlformats.org/officeDocument/2006/relationships/image" Target="../media/image90.png"/><Relationship Id="rId21" Type="http://schemas.openxmlformats.org/officeDocument/2006/relationships/image" Target="../media/image108.png"/><Relationship Id="rId7" Type="http://schemas.openxmlformats.org/officeDocument/2006/relationships/image" Target="../media/image94.png"/><Relationship Id="rId12" Type="http://schemas.openxmlformats.org/officeDocument/2006/relationships/image" Target="../media/image99.png"/><Relationship Id="rId17" Type="http://schemas.openxmlformats.org/officeDocument/2006/relationships/image" Target="../media/image104.png"/><Relationship Id="rId2" Type="http://schemas.openxmlformats.org/officeDocument/2006/relationships/image" Target="../media/image89.png"/><Relationship Id="rId16" Type="http://schemas.openxmlformats.org/officeDocument/2006/relationships/image" Target="../media/image103.png"/><Relationship Id="rId20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11" Type="http://schemas.openxmlformats.org/officeDocument/2006/relationships/image" Target="../media/image98.png"/><Relationship Id="rId24" Type="http://schemas.openxmlformats.org/officeDocument/2006/relationships/image" Target="../media/image165.png"/><Relationship Id="rId5" Type="http://schemas.openxmlformats.org/officeDocument/2006/relationships/image" Target="../media/image92.png"/><Relationship Id="rId15" Type="http://schemas.openxmlformats.org/officeDocument/2006/relationships/image" Target="../media/image102.png"/><Relationship Id="rId23" Type="http://schemas.openxmlformats.org/officeDocument/2006/relationships/image" Target="../media/image110.png"/><Relationship Id="rId10" Type="http://schemas.openxmlformats.org/officeDocument/2006/relationships/image" Target="../media/image97.png"/><Relationship Id="rId19" Type="http://schemas.openxmlformats.org/officeDocument/2006/relationships/image" Target="../media/image106.png"/><Relationship Id="rId4" Type="http://schemas.openxmlformats.org/officeDocument/2006/relationships/image" Target="../media/image91.png"/><Relationship Id="rId9" Type="http://schemas.openxmlformats.org/officeDocument/2006/relationships/image" Target="../media/image96.png"/><Relationship Id="rId14" Type="http://schemas.openxmlformats.org/officeDocument/2006/relationships/image" Target="../media/image101.png"/><Relationship Id="rId22" Type="http://schemas.openxmlformats.org/officeDocument/2006/relationships/image" Target="../media/image10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126.png"/><Relationship Id="rId18" Type="http://schemas.openxmlformats.org/officeDocument/2006/relationships/image" Target="../media/image131.png"/><Relationship Id="rId3" Type="http://schemas.openxmlformats.org/officeDocument/2006/relationships/image" Target="../media/image116.png"/><Relationship Id="rId21" Type="http://schemas.openxmlformats.org/officeDocument/2006/relationships/image" Target="../media/image134.png"/><Relationship Id="rId7" Type="http://schemas.openxmlformats.org/officeDocument/2006/relationships/image" Target="../media/image120.png"/><Relationship Id="rId12" Type="http://schemas.openxmlformats.org/officeDocument/2006/relationships/image" Target="../media/image125.png"/><Relationship Id="rId17" Type="http://schemas.openxmlformats.org/officeDocument/2006/relationships/image" Target="../media/image130.png"/><Relationship Id="rId25" Type="http://schemas.openxmlformats.org/officeDocument/2006/relationships/image" Target="../media/image166.png"/><Relationship Id="rId2" Type="http://schemas.openxmlformats.org/officeDocument/2006/relationships/image" Target="../media/image115.png"/><Relationship Id="rId16" Type="http://schemas.openxmlformats.org/officeDocument/2006/relationships/image" Target="../media/image129.png"/><Relationship Id="rId20" Type="http://schemas.openxmlformats.org/officeDocument/2006/relationships/image" Target="../media/image1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.png"/><Relationship Id="rId11" Type="http://schemas.openxmlformats.org/officeDocument/2006/relationships/image" Target="../media/image124.png"/><Relationship Id="rId24" Type="http://schemas.openxmlformats.org/officeDocument/2006/relationships/image" Target="../media/image141.png"/><Relationship Id="rId5" Type="http://schemas.openxmlformats.org/officeDocument/2006/relationships/image" Target="../media/image118.png"/><Relationship Id="rId15" Type="http://schemas.openxmlformats.org/officeDocument/2006/relationships/image" Target="../media/image128.png"/><Relationship Id="rId23" Type="http://schemas.openxmlformats.org/officeDocument/2006/relationships/image" Target="../media/image140.png"/><Relationship Id="rId10" Type="http://schemas.openxmlformats.org/officeDocument/2006/relationships/image" Target="../media/image123.png"/><Relationship Id="rId19" Type="http://schemas.openxmlformats.org/officeDocument/2006/relationships/image" Target="../media/image132.png"/><Relationship Id="rId4" Type="http://schemas.openxmlformats.org/officeDocument/2006/relationships/image" Target="../media/image117.png"/><Relationship Id="rId9" Type="http://schemas.openxmlformats.org/officeDocument/2006/relationships/image" Target="../media/image122.png"/><Relationship Id="rId14" Type="http://schemas.openxmlformats.org/officeDocument/2006/relationships/image" Target="../media/image127.png"/><Relationship Id="rId22" Type="http://schemas.openxmlformats.org/officeDocument/2006/relationships/image" Target="../media/image13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7" Type="http://schemas.openxmlformats.org/officeDocument/2006/relationships/image" Target="../media/image176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5.png"/><Relationship Id="rId5" Type="http://schemas.openxmlformats.org/officeDocument/2006/relationships/image" Target="../media/image174.png"/><Relationship Id="rId4" Type="http://schemas.openxmlformats.org/officeDocument/2006/relationships/image" Target="../media/image17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7" Type="http://schemas.openxmlformats.org/officeDocument/2006/relationships/image" Target="../media/image176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5.png"/><Relationship Id="rId5" Type="http://schemas.openxmlformats.org/officeDocument/2006/relationships/image" Target="../media/image174.png"/><Relationship Id="rId4" Type="http://schemas.openxmlformats.org/officeDocument/2006/relationships/image" Target="../media/image17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png"/><Relationship Id="rId13" Type="http://schemas.openxmlformats.org/officeDocument/2006/relationships/image" Target="../media/image189.png"/><Relationship Id="rId3" Type="http://schemas.openxmlformats.org/officeDocument/2006/relationships/image" Target="../media/image179.png"/><Relationship Id="rId7" Type="http://schemas.openxmlformats.org/officeDocument/2006/relationships/image" Target="../media/image183.png"/><Relationship Id="rId12" Type="http://schemas.openxmlformats.org/officeDocument/2006/relationships/image" Target="../media/image188.png"/><Relationship Id="rId2" Type="http://schemas.openxmlformats.org/officeDocument/2006/relationships/image" Target="../media/image178.png"/><Relationship Id="rId16" Type="http://schemas.openxmlformats.org/officeDocument/2006/relationships/image" Target="../media/image1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2.png"/><Relationship Id="rId11" Type="http://schemas.openxmlformats.org/officeDocument/2006/relationships/image" Target="../media/image187.png"/><Relationship Id="rId5" Type="http://schemas.openxmlformats.org/officeDocument/2006/relationships/image" Target="../media/image181.png"/><Relationship Id="rId15" Type="http://schemas.openxmlformats.org/officeDocument/2006/relationships/image" Target="../media/image191.png"/><Relationship Id="rId10" Type="http://schemas.openxmlformats.org/officeDocument/2006/relationships/image" Target="../media/image186.png"/><Relationship Id="rId4" Type="http://schemas.openxmlformats.org/officeDocument/2006/relationships/image" Target="../media/image180.png"/><Relationship Id="rId9" Type="http://schemas.openxmlformats.org/officeDocument/2006/relationships/image" Target="../media/image185.png"/><Relationship Id="rId14" Type="http://schemas.openxmlformats.org/officeDocument/2006/relationships/image" Target="../media/image19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png"/><Relationship Id="rId13" Type="http://schemas.openxmlformats.org/officeDocument/2006/relationships/image" Target="../media/image184.png"/><Relationship Id="rId18" Type="http://schemas.openxmlformats.org/officeDocument/2006/relationships/image" Target="../media/image192.png"/><Relationship Id="rId3" Type="http://schemas.openxmlformats.org/officeDocument/2006/relationships/image" Target="../media/image179.png"/><Relationship Id="rId7" Type="http://schemas.openxmlformats.org/officeDocument/2006/relationships/image" Target="../media/image193.png"/><Relationship Id="rId12" Type="http://schemas.openxmlformats.org/officeDocument/2006/relationships/image" Target="../media/image183.png"/><Relationship Id="rId17" Type="http://schemas.openxmlformats.org/officeDocument/2006/relationships/image" Target="../media/image191.png"/><Relationship Id="rId2" Type="http://schemas.openxmlformats.org/officeDocument/2006/relationships/image" Target="../media/image178.png"/><Relationship Id="rId16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8.png"/><Relationship Id="rId11" Type="http://schemas.openxmlformats.org/officeDocument/2006/relationships/image" Target="../media/image181.png"/><Relationship Id="rId5" Type="http://schemas.openxmlformats.org/officeDocument/2006/relationships/image" Target="../media/image185.png"/><Relationship Id="rId15" Type="http://schemas.openxmlformats.org/officeDocument/2006/relationships/image" Target="../media/image187.png"/><Relationship Id="rId10" Type="http://schemas.openxmlformats.org/officeDocument/2006/relationships/image" Target="../media/image180.png"/><Relationship Id="rId4" Type="http://schemas.openxmlformats.org/officeDocument/2006/relationships/image" Target="../media/image182.png"/><Relationship Id="rId9" Type="http://schemas.openxmlformats.org/officeDocument/2006/relationships/image" Target="../media/image195.png"/><Relationship Id="rId14" Type="http://schemas.openxmlformats.org/officeDocument/2006/relationships/image" Target="../media/image186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6.png"/><Relationship Id="rId13" Type="http://schemas.openxmlformats.org/officeDocument/2006/relationships/image" Target="../media/image198.png"/><Relationship Id="rId18" Type="http://schemas.openxmlformats.org/officeDocument/2006/relationships/image" Target="../media/image203.png"/><Relationship Id="rId3" Type="http://schemas.openxmlformats.org/officeDocument/2006/relationships/image" Target="../media/image178.png"/><Relationship Id="rId7" Type="http://schemas.openxmlformats.org/officeDocument/2006/relationships/image" Target="../media/image186.png"/><Relationship Id="rId12" Type="http://schemas.openxmlformats.org/officeDocument/2006/relationships/image" Target="../media/image195.png"/><Relationship Id="rId17" Type="http://schemas.openxmlformats.org/officeDocument/2006/relationships/image" Target="../media/image202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5.png"/><Relationship Id="rId11" Type="http://schemas.openxmlformats.org/officeDocument/2006/relationships/image" Target="../media/image194.png"/><Relationship Id="rId5" Type="http://schemas.openxmlformats.org/officeDocument/2006/relationships/image" Target="../media/image182.png"/><Relationship Id="rId15" Type="http://schemas.openxmlformats.org/officeDocument/2006/relationships/image" Target="../media/image200.png"/><Relationship Id="rId10" Type="http://schemas.openxmlformats.org/officeDocument/2006/relationships/image" Target="../media/image197.png"/><Relationship Id="rId4" Type="http://schemas.openxmlformats.org/officeDocument/2006/relationships/image" Target="../media/image179.png"/><Relationship Id="rId9" Type="http://schemas.openxmlformats.org/officeDocument/2006/relationships/image" Target="../media/image188.png"/><Relationship Id="rId14" Type="http://schemas.openxmlformats.org/officeDocument/2006/relationships/image" Target="../media/image199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png"/><Relationship Id="rId13" Type="http://schemas.openxmlformats.org/officeDocument/2006/relationships/image" Target="../media/image215.png"/><Relationship Id="rId18" Type="http://schemas.openxmlformats.org/officeDocument/2006/relationships/image" Target="../media/image220.png"/><Relationship Id="rId3" Type="http://schemas.openxmlformats.org/officeDocument/2006/relationships/image" Target="../media/image205.png"/><Relationship Id="rId21" Type="http://schemas.openxmlformats.org/officeDocument/2006/relationships/image" Target="../media/image223.png"/><Relationship Id="rId7" Type="http://schemas.openxmlformats.org/officeDocument/2006/relationships/image" Target="../media/image209.png"/><Relationship Id="rId12" Type="http://schemas.openxmlformats.org/officeDocument/2006/relationships/image" Target="../media/image214.png"/><Relationship Id="rId17" Type="http://schemas.openxmlformats.org/officeDocument/2006/relationships/image" Target="../media/image219.png"/><Relationship Id="rId25" Type="http://schemas.openxmlformats.org/officeDocument/2006/relationships/image" Target="../media/image227.png"/><Relationship Id="rId2" Type="http://schemas.openxmlformats.org/officeDocument/2006/relationships/image" Target="../media/image204.png"/><Relationship Id="rId16" Type="http://schemas.openxmlformats.org/officeDocument/2006/relationships/image" Target="../media/image218.png"/><Relationship Id="rId20" Type="http://schemas.openxmlformats.org/officeDocument/2006/relationships/image" Target="../media/image2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8.png"/><Relationship Id="rId11" Type="http://schemas.openxmlformats.org/officeDocument/2006/relationships/image" Target="../media/image213.png"/><Relationship Id="rId24" Type="http://schemas.openxmlformats.org/officeDocument/2006/relationships/image" Target="../media/image226.png"/><Relationship Id="rId5" Type="http://schemas.openxmlformats.org/officeDocument/2006/relationships/image" Target="../media/image207.png"/><Relationship Id="rId15" Type="http://schemas.openxmlformats.org/officeDocument/2006/relationships/image" Target="../media/image217.png"/><Relationship Id="rId23" Type="http://schemas.openxmlformats.org/officeDocument/2006/relationships/image" Target="../media/image225.png"/><Relationship Id="rId10" Type="http://schemas.openxmlformats.org/officeDocument/2006/relationships/image" Target="../media/image212.png"/><Relationship Id="rId19" Type="http://schemas.openxmlformats.org/officeDocument/2006/relationships/image" Target="../media/image221.png"/><Relationship Id="rId4" Type="http://schemas.openxmlformats.org/officeDocument/2006/relationships/image" Target="../media/image206.png"/><Relationship Id="rId9" Type="http://schemas.openxmlformats.org/officeDocument/2006/relationships/image" Target="../media/image211.png"/><Relationship Id="rId14" Type="http://schemas.openxmlformats.org/officeDocument/2006/relationships/image" Target="../media/image216.png"/><Relationship Id="rId22" Type="http://schemas.openxmlformats.org/officeDocument/2006/relationships/image" Target="../media/image224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2.png"/><Relationship Id="rId13" Type="http://schemas.openxmlformats.org/officeDocument/2006/relationships/image" Target="../media/image228.png"/><Relationship Id="rId18" Type="http://schemas.openxmlformats.org/officeDocument/2006/relationships/image" Target="../media/image220.png"/><Relationship Id="rId3" Type="http://schemas.openxmlformats.org/officeDocument/2006/relationships/image" Target="../media/image205.png"/><Relationship Id="rId21" Type="http://schemas.openxmlformats.org/officeDocument/2006/relationships/image" Target="../media/image223.png"/><Relationship Id="rId7" Type="http://schemas.openxmlformats.org/officeDocument/2006/relationships/image" Target="../media/image211.png"/><Relationship Id="rId12" Type="http://schemas.openxmlformats.org/officeDocument/2006/relationships/image" Target="../media/image216.png"/><Relationship Id="rId17" Type="http://schemas.openxmlformats.org/officeDocument/2006/relationships/image" Target="../media/image219.png"/><Relationship Id="rId25" Type="http://schemas.openxmlformats.org/officeDocument/2006/relationships/image" Target="../media/image227.png"/><Relationship Id="rId2" Type="http://schemas.openxmlformats.org/officeDocument/2006/relationships/image" Target="../media/image204.png"/><Relationship Id="rId16" Type="http://schemas.openxmlformats.org/officeDocument/2006/relationships/image" Target="../media/image210.png"/><Relationship Id="rId20" Type="http://schemas.openxmlformats.org/officeDocument/2006/relationships/image" Target="../media/image2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8.png"/><Relationship Id="rId11" Type="http://schemas.openxmlformats.org/officeDocument/2006/relationships/image" Target="../media/image215.png"/><Relationship Id="rId24" Type="http://schemas.openxmlformats.org/officeDocument/2006/relationships/image" Target="../media/image226.png"/><Relationship Id="rId5" Type="http://schemas.openxmlformats.org/officeDocument/2006/relationships/image" Target="../media/image207.png"/><Relationship Id="rId15" Type="http://schemas.openxmlformats.org/officeDocument/2006/relationships/image" Target="../media/image209.png"/><Relationship Id="rId23" Type="http://schemas.openxmlformats.org/officeDocument/2006/relationships/image" Target="../media/image225.png"/><Relationship Id="rId10" Type="http://schemas.openxmlformats.org/officeDocument/2006/relationships/image" Target="../media/image214.png"/><Relationship Id="rId19" Type="http://schemas.openxmlformats.org/officeDocument/2006/relationships/image" Target="../media/image221.png"/><Relationship Id="rId4" Type="http://schemas.openxmlformats.org/officeDocument/2006/relationships/image" Target="../media/image206.png"/><Relationship Id="rId9" Type="http://schemas.openxmlformats.org/officeDocument/2006/relationships/image" Target="../media/image213.png"/><Relationship Id="rId14" Type="http://schemas.openxmlformats.org/officeDocument/2006/relationships/image" Target="../media/image229.png"/><Relationship Id="rId22" Type="http://schemas.openxmlformats.org/officeDocument/2006/relationships/image" Target="../media/image224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2.png"/><Relationship Id="rId13" Type="http://schemas.openxmlformats.org/officeDocument/2006/relationships/image" Target="../media/image228.png"/><Relationship Id="rId18" Type="http://schemas.openxmlformats.org/officeDocument/2006/relationships/image" Target="../media/image220.png"/><Relationship Id="rId3" Type="http://schemas.openxmlformats.org/officeDocument/2006/relationships/image" Target="../media/image205.png"/><Relationship Id="rId21" Type="http://schemas.openxmlformats.org/officeDocument/2006/relationships/image" Target="../media/image223.png"/><Relationship Id="rId7" Type="http://schemas.openxmlformats.org/officeDocument/2006/relationships/image" Target="../media/image211.png"/><Relationship Id="rId12" Type="http://schemas.openxmlformats.org/officeDocument/2006/relationships/image" Target="../media/image216.png"/><Relationship Id="rId17" Type="http://schemas.openxmlformats.org/officeDocument/2006/relationships/image" Target="../media/image219.png"/><Relationship Id="rId25" Type="http://schemas.openxmlformats.org/officeDocument/2006/relationships/image" Target="../media/image227.png"/><Relationship Id="rId2" Type="http://schemas.openxmlformats.org/officeDocument/2006/relationships/image" Target="../media/image204.png"/><Relationship Id="rId16" Type="http://schemas.openxmlformats.org/officeDocument/2006/relationships/image" Target="../media/image210.png"/><Relationship Id="rId20" Type="http://schemas.openxmlformats.org/officeDocument/2006/relationships/image" Target="../media/image2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8.png"/><Relationship Id="rId11" Type="http://schemas.openxmlformats.org/officeDocument/2006/relationships/image" Target="../media/image215.png"/><Relationship Id="rId24" Type="http://schemas.openxmlformats.org/officeDocument/2006/relationships/image" Target="../media/image226.png"/><Relationship Id="rId5" Type="http://schemas.openxmlformats.org/officeDocument/2006/relationships/image" Target="../media/image207.png"/><Relationship Id="rId15" Type="http://schemas.openxmlformats.org/officeDocument/2006/relationships/image" Target="../media/image209.png"/><Relationship Id="rId23" Type="http://schemas.openxmlformats.org/officeDocument/2006/relationships/image" Target="../media/image225.png"/><Relationship Id="rId10" Type="http://schemas.openxmlformats.org/officeDocument/2006/relationships/image" Target="../media/image214.png"/><Relationship Id="rId19" Type="http://schemas.openxmlformats.org/officeDocument/2006/relationships/image" Target="../media/image221.png"/><Relationship Id="rId4" Type="http://schemas.openxmlformats.org/officeDocument/2006/relationships/image" Target="../media/image206.png"/><Relationship Id="rId9" Type="http://schemas.openxmlformats.org/officeDocument/2006/relationships/image" Target="../media/image213.png"/><Relationship Id="rId14" Type="http://schemas.openxmlformats.org/officeDocument/2006/relationships/image" Target="../media/image230.png"/><Relationship Id="rId22" Type="http://schemas.openxmlformats.org/officeDocument/2006/relationships/image" Target="../media/image224.png"/></Relationships>
</file>

<file path=ppt/slides/_rels/slide3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7.png"/><Relationship Id="rId18" Type="http://schemas.openxmlformats.org/officeDocument/2006/relationships/image" Target="../media/image242.png"/><Relationship Id="rId26" Type="http://schemas.openxmlformats.org/officeDocument/2006/relationships/image" Target="../media/image250.png"/><Relationship Id="rId3" Type="http://schemas.openxmlformats.org/officeDocument/2006/relationships/image" Target="../media/image232.png"/><Relationship Id="rId21" Type="http://schemas.openxmlformats.org/officeDocument/2006/relationships/image" Target="../media/image245.png"/><Relationship Id="rId34" Type="http://schemas.openxmlformats.org/officeDocument/2006/relationships/image" Target="../media/image258.png"/><Relationship Id="rId7" Type="http://schemas.openxmlformats.org/officeDocument/2006/relationships/image" Target="../media/image236.png"/><Relationship Id="rId12" Type="http://schemas.openxmlformats.org/officeDocument/2006/relationships/image" Target="../media/image216.png"/><Relationship Id="rId17" Type="http://schemas.openxmlformats.org/officeDocument/2006/relationships/image" Target="../media/image241.png"/><Relationship Id="rId25" Type="http://schemas.openxmlformats.org/officeDocument/2006/relationships/image" Target="../media/image249.png"/><Relationship Id="rId33" Type="http://schemas.openxmlformats.org/officeDocument/2006/relationships/image" Target="../media/image257.png"/><Relationship Id="rId2" Type="http://schemas.openxmlformats.org/officeDocument/2006/relationships/image" Target="../media/image231.png"/><Relationship Id="rId16" Type="http://schemas.openxmlformats.org/officeDocument/2006/relationships/image" Target="../media/image240.png"/><Relationship Id="rId20" Type="http://schemas.openxmlformats.org/officeDocument/2006/relationships/image" Target="../media/image244.png"/><Relationship Id="rId29" Type="http://schemas.openxmlformats.org/officeDocument/2006/relationships/image" Target="../media/image2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5.png"/><Relationship Id="rId11" Type="http://schemas.openxmlformats.org/officeDocument/2006/relationships/image" Target="../media/image215.png"/><Relationship Id="rId24" Type="http://schemas.openxmlformats.org/officeDocument/2006/relationships/image" Target="../media/image248.png"/><Relationship Id="rId32" Type="http://schemas.openxmlformats.org/officeDocument/2006/relationships/image" Target="../media/image256.png"/><Relationship Id="rId5" Type="http://schemas.openxmlformats.org/officeDocument/2006/relationships/image" Target="../media/image234.png"/><Relationship Id="rId15" Type="http://schemas.openxmlformats.org/officeDocument/2006/relationships/image" Target="../media/image239.png"/><Relationship Id="rId23" Type="http://schemas.openxmlformats.org/officeDocument/2006/relationships/image" Target="../media/image247.png"/><Relationship Id="rId28" Type="http://schemas.openxmlformats.org/officeDocument/2006/relationships/image" Target="../media/image252.png"/><Relationship Id="rId36" Type="http://schemas.openxmlformats.org/officeDocument/2006/relationships/image" Target="../media/image260.png"/><Relationship Id="rId10" Type="http://schemas.openxmlformats.org/officeDocument/2006/relationships/image" Target="../media/image214.png"/><Relationship Id="rId19" Type="http://schemas.openxmlformats.org/officeDocument/2006/relationships/image" Target="../media/image243.png"/><Relationship Id="rId31" Type="http://schemas.openxmlformats.org/officeDocument/2006/relationships/image" Target="../media/image255.png"/><Relationship Id="rId4" Type="http://schemas.openxmlformats.org/officeDocument/2006/relationships/image" Target="../media/image233.png"/><Relationship Id="rId9" Type="http://schemas.openxmlformats.org/officeDocument/2006/relationships/image" Target="../media/image213.png"/><Relationship Id="rId14" Type="http://schemas.openxmlformats.org/officeDocument/2006/relationships/image" Target="../media/image238.png"/><Relationship Id="rId22" Type="http://schemas.openxmlformats.org/officeDocument/2006/relationships/image" Target="../media/image246.png"/><Relationship Id="rId27" Type="http://schemas.openxmlformats.org/officeDocument/2006/relationships/image" Target="../media/image251.png"/><Relationship Id="rId30" Type="http://schemas.openxmlformats.org/officeDocument/2006/relationships/image" Target="../media/image254.png"/><Relationship Id="rId35" Type="http://schemas.openxmlformats.org/officeDocument/2006/relationships/image" Target="../media/image259.png"/><Relationship Id="rId8" Type="http://schemas.openxmlformats.org/officeDocument/2006/relationships/image" Target="../media/image212.png"/></Relationships>
</file>

<file path=ppt/slides/_rels/slide3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7.png"/><Relationship Id="rId18" Type="http://schemas.openxmlformats.org/officeDocument/2006/relationships/image" Target="../media/image242.png"/><Relationship Id="rId26" Type="http://schemas.openxmlformats.org/officeDocument/2006/relationships/image" Target="../media/image249.png"/><Relationship Id="rId21" Type="http://schemas.openxmlformats.org/officeDocument/2006/relationships/image" Target="../media/image246.png"/><Relationship Id="rId34" Type="http://schemas.openxmlformats.org/officeDocument/2006/relationships/image" Target="../media/image270.png"/><Relationship Id="rId7" Type="http://schemas.openxmlformats.org/officeDocument/2006/relationships/image" Target="../media/image236.png"/><Relationship Id="rId12" Type="http://schemas.openxmlformats.org/officeDocument/2006/relationships/image" Target="../media/image216.png"/><Relationship Id="rId17" Type="http://schemas.openxmlformats.org/officeDocument/2006/relationships/image" Target="../media/image241.png"/><Relationship Id="rId25" Type="http://schemas.openxmlformats.org/officeDocument/2006/relationships/image" Target="../media/image248.png"/><Relationship Id="rId33" Type="http://schemas.openxmlformats.org/officeDocument/2006/relationships/image" Target="../media/image269.png"/><Relationship Id="rId2" Type="http://schemas.openxmlformats.org/officeDocument/2006/relationships/image" Target="../media/image231.png"/><Relationship Id="rId16" Type="http://schemas.openxmlformats.org/officeDocument/2006/relationships/image" Target="../media/image240.png"/><Relationship Id="rId20" Type="http://schemas.openxmlformats.org/officeDocument/2006/relationships/image" Target="../media/image245.png"/><Relationship Id="rId29" Type="http://schemas.openxmlformats.org/officeDocument/2006/relationships/image" Target="../media/image2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5.png"/><Relationship Id="rId11" Type="http://schemas.openxmlformats.org/officeDocument/2006/relationships/image" Target="../media/image215.png"/><Relationship Id="rId24" Type="http://schemas.openxmlformats.org/officeDocument/2006/relationships/image" Target="../media/image247.png"/><Relationship Id="rId32" Type="http://schemas.openxmlformats.org/officeDocument/2006/relationships/image" Target="../media/image268.png"/><Relationship Id="rId37" Type="http://schemas.openxmlformats.org/officeDocument/2006/relationships/image" Target="../media/image273.png"/><Relationship Id="rId5" Type="http://schemas.openxmlformats.org/officeDocument/2006/relationships/image" Target="../media/image234.png"/><Relationship Id="rId15" Type="http://schemas.openxmlformats.org/officeDocument/2006/relationships/image" Target="../media/image239.png"/><Relationship Id="rId23" Type="http://schemas.openxmlformats.org/officeDocument/2006/relationships/image" Target="../media/image244.png"/><Relationship Id="rId28" Type="http://schemas.openxmlformats.org/officeDocument/2006/relationships/image" Target="../media/image264.png"/><Relationship Id="rId36" Type="http://schemas.openxmlformats.org/officeDocument/2006/relationships/image" Target="../media/image272.png"/><Relationship Id="rId10" Type="http://schemas.openxmlformats.org/officeDocument/2006/relationships/image" Target="../media/image214.png"/><Relationship Id="rId19" Type="http://schemas.openxmlformats.org/officeDocument/2006/relationships/image" Target="../media/image243.png"/><Relationship Id="rId31" Type="http://schemas.openxmlformats.org/officeDocument/2006/relationships/image" Target="../media/image267.png"/><Relationship Id="rId4" Type="http://schemas.openxmlformats.org/officeDocument/2006/relationships/image" Target="../media/image233.png"/><Relationship Id="rId9" Type="http://schemas.openxmlformats.org/officeDocument/2006/relationships/image" Target="../media/image213.png"/><Relationship Id="rId14" Type="http://schemas.openxmlformats.org/officeDocument/2006/relationships/image" Target="../media/image261.png"/><Relationship Id="rId22" Type="http://schemas.openxmlformats.org/officeDocument/2006/relationships/image" Target="../media/image262.png"/><Relationship Id="rId27" Type="http://schemas.openxmlformats.org/officeDocument/2006/relationships/image" Target="../media/image263.png"/><Relationship Id="rId30" Type="http://schemas.openxmlformats.org/officeDocument/2006/relationships/image" Target="../media/image266.png"/><Relationship Id="rId35" Type="http://schemas.openxmlformats.org/officeDocument/2006/relationships/image" Target="../media/image271.png"/><Relationship Id="rId8" Type="http://schemas.openxmlformats.org/officeDocument/2006/relationships/image" Target="../media/image212.png"/><Relationship Id="rId3" Type="http://schemas.openxmlformats.org/officeDocument/2006/relationships/image" Target="../media/image232.png"/></Relationships>
</file>

<file path=ppt/slides/_rels/slide3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7.png"/><Relationship Id="rId18" Type="http://schemas.openxmlformats.org/officeDocument/2006/relationships/image" Target="../media/image242.png"/><Relationship Id="rId26" Type="http://schemas.openxmlformats.org/officeDocument/2006/relationships/image" Target="../media/image249.png"/><Relationship Id="rId21" Type="http://schemas.openxmlformats.org/officeDocument/2006/relationships/image" Target="../media/image246.png"/><Relationship Id="rId34" Type="http://schemas.openxmlformats.org/officeDocument/2006/relationships/image" Target="../media/image282.png"/><Relationship Id="rId7" Type="http://schemas.openxmlformats.org/officeDocument/2006/relationships/image" Target="../media/image236.png"/><Relationship Id="rId12" Type="http://schemas.openxmlformats.org/officeDocument/2006/relationships/image" Target="../media/image216.png"/><Relationship Id="rId17" Type="http://schemas.openxmlformats.org/officeDocument/2006/relationships/image" Target="../media/image241.png"/><Relationship Id="rId25" Type="http://schemas.openxmlformats.org/officeDocument/2006/relationships/image" Target="../media/image248.png"/><Relationship Id="rId33" Type="http://schemas.openxmlformats.org/officeDocument/2006/relationships/image" Target="../media/image281.png"/><Relationship Id="rId2" Type="http://schemas.openxmlformats.org/officeDocument/2006/relationships/image" Target="../media/image231.png"/><Relationship Id="rId16" Type="http://schemas.openxmlformats.org/officeDocument/2006/relationships/image" Target="../media/image240.png"/><Relationship Id="rId20" Type="http://schemas.openxmlformats.org/officeDocument/2006/relationships/image" Target="../media/image245.png"/><Relationship Id="rId29" Type="http://schemas.openxmlformats.org/officeDocument/2006/relationships/image" Target="../media/image2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5.png"/><Relationship Id="rId11" Type="http://schemas.openxmlformats.org/officeDocument/2006/relationships/image" Target="../media/image215.png"/><Relationship Id="rId24" Type="http://schemas.openxmlformats.org/officeDocument/2006/relationships/image" Target="../media/image247.png"/><Relationship Id="rId32" Type="http://schemas.openxmlformats.org/officeDocument/2006/relationships/image" Target="../media/image280.png"/><Relationship Id="rId37" Type="http://schemas.openxmlformats.org/officeDocument/2006/relationships/image" Target="../media/image285.png"/><Relationship Id="rId5" Type="http://schemas.openxmlformats.org/officeDocument/2006/relationships/image" Target="../media/image234.png"/><Relationship Id="rId15" Type="http://schemas.openxmlformats.org/officeDocument/2006/relationships/image" Target="../media/image239.png"/><Relationship Id="rId23" Type="http://schemas.openxmlformats.org/officeDocument/2006/relationships/image" Target="../media/image244.png"/><Relationship Id="rId28" Type="http://schemas.openxmlformats.org/officeDocument/2006/relationships/image" Target="../media/image276.png"/><Relationship Id="rId36" Type="http://schemas.openxmlformats.org/officeDocument/2006/relationships/image" Target="../media/image284.png"/><Relationship Id="rId10" Type="http://schemas.openxmlformats.org/officeDocument/2006/relationships/image" Target="../media/image214.png"/><Relationship Id="rId19" Type="http://schemas.openxmlformats.org/officeDocument/2006/relationships/image" Target="../media/image243.png"/><Relationship Id="rId31" Type="http://schemas.openxmlformats.org/officeDocument/2006/relationships/image" Target="../media/image279.png"/><Relationship Id="rId4" Type="http://schemas.openxmlformats.org/officeDocument/2006/relationships/image" Target="../media/image233.png"/><Relationship Id="rId9" Type="http://schemas.openxmlformats.org/officeDocument/2006/relationships/image" Target="../media/image213.png"/><Relationship Id="rId14" Type="http://schemas.openxmlformats.org/officeDocument/2006/relationships/image" Target="../media/image274.png"/><Relationship Id="rId22" Type="http://schemas.openxmlformats.org/officeDocument/2006/relationships/image" Target="../media/image262.png"/><Relationship Id="rId27" Type="http://schemas.openxmlformats.org/officeDocument/2006/relationships/image" Target="../media/image275.png"/><Relationship Id="rId30" Type="http://schemas.openxmlformats.org/officeDocument/2006/relationships/image" Target="../media/image278.png"/><Relationship Id="rId35" Type="http://schemas.openxmlformats.org/officeDocument/2006/relationships/image" Target="../media/image283.png"/><Relationship Id="rId8" Type="http://schemas.openxmlformats.org/officeDocument/2006/relationships/image" Target="../media/image212.png"/><Relationship Id="rId3" Type="http://schemas.openxmlformats.org/officeDocument/2006/relationships/image" Target="../media/image23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7.png"/><Relationship Id="rId2" Type="http://schemas.openxmlformats.org/officeDocument/2006/relationships/image" Target="../media/image28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9.png"/><Relationship Id="rId4" Type="http://schemas.openxmlformats.org/officeDocument/2006/relationships/image" Target="../media/image288.png"/></Relationships>
</file>

<file path=ppt/slides/_rels/slide4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7.png"/><Relationship Id="rId18" Type="http://schemas.openxmlformats.org/officeDocument/2006/relationships/image" Target="../media/image242.png"/><Relationship Id="rId26" Type="http://schemas.openxmlformats.org/officeDocument/2006/relationships/image" Target="../media/image248.png"/><Relationship Id="rId21" Type="http://schemas.openxmlformats.org/officeDocument/2006/relationships/image" Target="../media/image246.png"/><Relationship Id="rId34" Type="http://schemas.openxmlformats.org/officeDocument/2006/relationships/image" Target="../media/image300.png"/><Relationship Id="rId7" Type="http://schemas.openxmlformats.org/officeDocument/2006/relationships/image" Target="../media/image236.png"/><Relationship Id="rId12" Type="http://schemas.openxmlformats.org/officeDocument/2006/relationships/image" Target="../media/image216.png"/><Relationship Id="rId17" Type="http://schemas.openxmlformats.org/officeDocument/2006/relationships/image" Target="../media/image241.png"/><Relationship Id="rId25" Type="http://schemas.openxmlformats.org/officeDocument/2006/relationships/image" Target="../media/image293.png"/><Relationship Id="rId33" Type="http://schemas.openxmlformats.org/officeDocument/2006/relationships/image" Target="../media/image299.png"/><Relationship Id="rId38" Type="http://schemas.openxmlformats.org/officeDocument/2006/relationships/image" Target="../media/image304.png"/><Relationship Id="rId2" Type="http://schemas.openxmlformats.org/officeDocument/2006/relationships/image" Target="../media/image231.png"/><Relationship Id="rId16" Type="http://schemas.openxmlformats.org/officeDocument/2006/relationships/image" Target="../media/image240.png"/><Relationship Id="rId20" Type="http://schemas.openxmlformats.org/officeDocument/2006/relationships/image" Target="../media/image245.png"/><Relationship Id="rId29" Type="http://schemas.openxmlformats.org/officeDocument/2006/relationships/image" Target="../media/image2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5.png"/><Relationship Id="rId11" Type="http://schemas.openxmlformats.org/officeDocument/2006/relationships/image" Target="../media/image215.png"/><Relationship Id="rId24" Type="http://schemas.openxmlformats.org/officeDocument/2006/relationships/image" Target="../media/image292.png"/><Relationship Id="rId32" Type="http://schemas.openxmlformats.org/officeDocument/2006/relationships/image" Target="../media/image298.png"/><Relationship Id="rId37" Type="http://schemas.openxmlformats.org/officeDocument/2006/relationships/image" Target="../media/image303.png"/><Relationship Id="rId5" Type="http://schemas.openxmlformats.org/officeDocument/2006/relationships/image" Target="../media/image234.png"/><Relationship Id="rId15" Type="http://schemas.openxmlformats.org/officeDocument/2006/relationships/image" Target="../media/image239.png"/><Relationship Id="rId23" Type="http://schemas.openxmlformats.org/officeDocument/2006/relationships/image" Target="../media/image291.png"/><Relationship Id="rId28" Type="http://schemas.openxmlformats.org/officeDocument/2006/relationships/image" Target="../media/image294.png"/><Relationship Id="rId36" Type="http://schemas.openxmlformats.org/officeDocument/2006/relationships/image" Target="../media/image302.png"/><Relationship Id="rId10" Type="http://schemas.openxmlformats.org/officeDocument/2006/relationships/image" Target="../media/image214.png"/><Relationship Id="rId19" Type="http://schemas.openxmlformats.org/officeDocument/2006/relationships/image" Target="../media/image243.png"/><Relationship Id="rId31" Type="http://schemas.openxmlformats.org/officeDocument/2006/relationships/image" Target="../media/image297.png"/><Relationship Id="rId4" Type="http://schemas.openxmlformats.org/officeDocument/2006/relationships/image" Target="../media/image233.png"/><Relationship Id="rId9" Type="http://schemas.openxmlformats.org/officeDocument/2006/relationships/image" Target="../media/image213.png"/><Relationship Id="rId14" Type="http://schemas.openxmlformats.org/officeDocument/2006/relationships/image" Target="../media/image290.png"/><Relationship Id="rId22" Type="http://schemas.openxmlformats.org/officeDocument/2006/relationships/image" Target="../media/image262.png"/><Relationship Id="rId27" Type="http://schemas.openxmlformats.org/officeDocument/2006/relationships/image" Target="../media/image249.png"/><Relationship Id="rId30" Type="http://schemas.openxmlformats.org/officeDocument/2006/relationships/image" Target="../media/image296.png"/><Relationship Id="rId35" Type="http://schemas.openxmlformats.org/officeDocument/2006/relationships/image" Target="../media/image301.png"/><Relationship Id="rId8" Type="http://schemas.openxmlformats.org/officeDocument/2006/relationships/image" Target="../media/image212.png"/><Relationship Id="rId3" Type="http://schemas.openxmlformats.org/officeDocument/2006/relationships/image" Target="../media/image232.png"/></Relationships>
</file>

<file path=ppt/slides/_rels/slide4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6.png"/><Relationship Id="rId18" Type="http://schemas.openxmlformats.org/officeDocument/2006/relationships/image" Target="../media/image241.png"/><Relationship Id="rId26" Type="http://schemas.openxmlformats.org/officeDocument/2006/relationships/image" Target="../media/image293.png"/><Relationship Id="rId39" Type="http://schemas.openxmlformats.org/officeDocument/2006/relationships/image" Target="../media/image314.png"/><Relationship Id="rId21" Type="http://schemas.openxmlformats.org/officeDocument/2006/relationships/image" Target="../media/image245.png"/><Relationship Id="rId34" Type="http://schemas.openxmlformats.org/officeDocument/2006/relationships/image" Target="../media/image309.png"/><Relationship Id="rId7" Type="http://schemas.openxmlformats.org/officeDocument/2006/relationships/image" Target="../media/image305.png"/><Relationship Id="rId12" Type="http://schemas.openxmlformats.org/officeDocument/2006/relationships/image" Target="../media/image215.png"/><Relationship Id="rId17" Type="http://schemas.openxmlformats.org/officeDocument/2006/relationships/image" Target="../media/image240.png"/><Relationship Id="rId25" Type="http://schemas.openxmlformats.org/officeDocument/2006/relationships/image" Target="../media/image292.png"/><Relationship Id="rId33" Type="http://schemas.openxmlformats.org/officeDocument/2006/relationships/image" Target="../media/image308.png"/><Relationship Id="rId38" Type="http://schemas.openxmlformats.org/officeDocument/2006/relationships/image" Target="../media/image313.png"/><Relationship Id="rId2" Type="http://schemas.openxmlformats.org/officeDocument/2006/relationships/image" Target="../media/image231.png"/><Relationship Id="rId16" Type="http://schemas.openxmlformats.org/officeDocument/2006/relationships/image" Target="../media/image239.png"/><Relationship Id="rId20" Type="http://schemas.openxmlformats.org/officeDocument/2006/relationships/image" Target="../media/image243.png"/><Relationship Id="rId29" Type="http://schemas.openxmlformats.org/officeDocument/2006/relationships/image" Target="../media/image2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5.png"/><Relationship Id="rId11" Type="http://schemas.openxmlformats.org/officeDocument/2006/relationships/image" Target="../media/image214.png"/><Relationship Id="rId24" Type="http://schemas.openxmlformats.org/officeDocument/2006/relationships/image" Target="../media/image291.png"/><Relationship Id="rId32" Type="http://schemas.openxmlformats.org/officeDocument/2006/relationships/image" Target="../media/image307.png"/><Relationship Id="rId37" Type="http://schemas.openxmlformats.org/officeDocument/2006/relationships/image" Target="../media/image312.png"/><Relationship Id="rId5" Type="http://schemas.openxmlformats.org/officeDocument/2006/relationships/image" Target="../media/image234.png"/><Relationship Id="rId15" Type="http://schemas.openxmlformats.org/officeDocument/2006/relationships/image" Target="../media/image290.png"/><Relationship Id="rId23" Type="http://schemas.openxmlformats.org/officeDocument/2006/relationships/image" Target="../media/image262.png"/><Relationship Id="rId28" Type="http://schemas.openxmlformats.org/officeDocument/2006/relationships/image" Target="../media/image249.png"/><Relationship Id="rId36" Type="http://schemas.openxmlformats.org/officeDocument/2006/relationships/image" Target="../media/image311.png"/><Relationship Id="rId10" Type="http://schemas.openxmlformats.org/officeDocument/2006/relationships/image" Target="../media/image213.png"/><Relationship Id="rId19" Type="http://schemas.openxmlformats.org/officeDocument/2006/relationships/image" Target="../media/image242.png"/><Relationship Id="rId31" Type="http://schemas.openxmlformats.org/officeDocument/2006/relationships/image" Target="../media/image306.png"/><Relationship Id="rId4" Type="http://schemas.openxmlformats.org/officeDocument/2006/relationships/image" Target="../media/image233.png"/><Relationship Id="rId9" Type="http://schemas.openxmlformats.org/officeDocument/2006/relationships/image" Target="../media/image212.png"/><Relationship Id="rId14" Type="http://schemas.openxmlformats.org/officeDocument/2006/relationships/image" Target="../media/image237.png"/><Relationship Id="rId22" Type="http://schemas.openxmlformats.org/officeDocument/2006/relationships/image" Target="../media/image246.png"/><Relationship Id="rId27" Type="http://schemas.openxmlformats.org/officeDocument/2006/relationships/image" Target="../media/image248.png"/><Relationship Id="rId30" Type="http://schemas.openxmlformats.org/officeDocument/2006/relationships/image" Target="../media/image295.png"/><Relationship Id="rId35" Type="http://schemas.openxmlformats.org/officeDocument/2006/relationships/image" Target="../media/image310.png"/><Relationship Id="rId8" Type="http://schemas.openxmlformats.org/officeDocument/2006/relationships/image" Target="../media/image236.png"/><Relationship Id="rId3" Type="http://schemas.openxmlformats.org/officeDocument/2006/relationships/image" Target="../media/image232.png"/></Relationships>
</file>

<file path=ppt/slides/_rels/slide4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6.png"/><Relationship Id="rId18" Type="http://schemas.openxmlformats.org/officeDocument/2006/relationships/image" Target="../media/image241.png"/><Relationship Id="rId26" Type="http://schemas.openxmlformats.org/officeDocument/2006/relationships/image" Target="../media/image293.png"/><Relationship Id="rId39" Type="http://schemas.openxmlformats.org/officeDocument/2006/relationships/image" Target="../media/image324.png"/><Relationship Id="rId21" Type="http://schemas.openxmlformats.org/officeDocument/2006/relationships/image" Target="../media/image245.png"/><Relationship Id="rId34" Type="http://schemas.openxmlformats.org/officeDocument/2006/relationships/image" Target="../media/image319.png"/><Relationship Id="rId7" Type="http://schemas.openxmlformats.org/officeDocument/2006/relationships/image" Target="../media/image315.png"/><Relationship Id="rId12" Type="http://schemas.openxmlformats.org/officeDocument/2006/relationships/image" Target="../media/image215.png"/><Relationship Id="rId17" Type="http://schemas.openxmlformats.org/officeDocument/2006/relationships/image" Target="../media/image240.png"/><Relationship Id="rId25" Type="http://schemas.openxmlformats.org/officeDocument/2006/relationships/image" Target="../media/image292.png"/><Relationship Id="rId33" Type="http://schemas.openxmlformats.org/officeDocument/2006/relationships/image" Target="../media/image318.png"/><Relationship Id="rId38" Type="http://schemas.openxmlformats.org/officeDocument/2006/relationships/image" Target="../media/image323.png"/><Relationship Id="rId2" Type="http://schemas.openxmlformats.org/officeDocument/2006/relationships/image" Target="../media/image231.png"/><Relationship Id="rId16" Type="http://schemas.openxmlformats.org/officeDocument/2006/relationships/image" Target="../media/image239.png"/><Relationship Id="rId20" Type="http://schemas.openxmlformats.org/officeDocument/2006/relationships/image" Target="../media/image243.png"/><Relationship Id="rId29" Type="http://schemas.openxmlformats.org/officeDocument/2006/relationships/image" Target="../media/image2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5.png"/><Relationship Id="rId11" Type="http://schemas.openxmlformats.org/officeDocument/2006/relationships/image" Target="../media/image214.png"/><Relationship Id="rId24" Type="http://schemas.openxmlformats.org/officeDocument/2006/relationships/image" Target="../media/image291.png"/><Relationship Id="rId32" Type="http://schemas.openxmlformats.org/officeDocument/2006/relationships/image" Target="../media/image317.png"/><Relationship Id="rId37" Type="http://schemas.openxmlformats.org/officeDocument/2006/relationships/image" Target="../media/image322.png"/><Relationship Id="rId5" Type="http://schemas.openxmlformats.org/officeDocument/2006/relationships/image" Target="../media/image234.png"/><Relationship Id="rId15" Type="http://schemas.openxmlformats.org/officeDocument/2006/relationships/image" Target="../media/image290.png"/><Relationship Id="rId23" Type="http://schemas.openxmlformats.org/officeDocument/2006/relationships/image" Target="../media/image262.png"/><Relationship Id="rId28" Type="http://schemas.openxmlformats.org/officeDocument/2006/relationships/image" Target="../media/image249.png"/><Relationship Id="rId36" Type="http://schemas.openxmlformats.org/officeDocument/2006/relationships/image" Target="../media/image321.png"/><Relationship Id="rId10" Type="http://schemas.openxmlformats.org/officeDocument/2006/relationships/image" Target="../media/image213.png"/><Relationship Id="rId19" Type="http://schemas.openxmlformats.org/officeDocument/2006/relationships/image" Target="../media/image242.png"/><Relationship Id="rId31" Type="http://schemas.openxmlformats.org/officeDocument/2006/relationships/image" Target="../media/image316.png"/><Relationship Id="rId4" Type="http://schemas.openxmlformats.org/officeDocument/2006/relationships/image" Target="../media/image233.png"/><Relationship Id="rId9" Type="http://schemas.openxmlformats.org/officeDocument/2006/relationships/image" Target="../media/image212.png"/><Relationship Id="rId14" Type="http://schemas.openxmlformats.org/officeDocument/2006/relationships/image" Target="../media/image237.png"/><Relationship Id="rId22" Type="http://schemas.openxmlformats.org/officeDocument/2006/relationships/image" Target="../media/image246.png"/><Relationship Id="rId27" Type="http://schemas.openxmlformats.org/officeDocument/2006/relationships/image" Target="../media/image248.png"/><Relationship Id="rId30" Type="http://schemas.openxmlformats.org/officeDocument/2006/relationships/image" Target="../media/image295.png"/><Relationship Id="rId35" Type="http://schemas.openxmlformats.org/officeDocument/2006/relationships/image" Target="../media/image320.png"/><Relationship Id="rId8" Type="http://schemas.openxmlformats.org/officeDocument/2006/relationships/image" Target="../media/image236.png"/><Relationship Id="rId3" Type="http://schemas.openxmlformats.org/officeDocument/2006/relationships/image" Target="../media/image232.png"/></Relationships>
</file>

<file path=ppt/slides/_rels/slide4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6.png"/><Relationship Id="rId18" Type="http://schemas.openxmlformats.org/officeDocument/2006/relationships/image" Target="../media/image241.png"/><Relationship Id="rId26" Type="http://schemas.openxmlformats.org/officeDocument/2006/relationships/image" Target="../media/image293.png"/><Relationship Id="rId39" Type="http://schemas.openxmlformats.org/officeDocument/2006/relationships/image" Target="../media/image324.png"/><Relationship Id="rId21" Type="http://schemas.openxmlformats.org/officeDocument/2006/relationships/image" Target="../media/image245.png"/><Relationship Id="rId34" Type="http://schemas.openxmlformats.org/officeDocument/2006/relationships/image" Target="../media/image319.png"/><Relationship Id="rId7" Type="http://schemas.openxmlformats.org/officeDocument/2006/relationships/image" Target="../media/image325.png"/><Relationship Id="rId12" Type="http://schemas.openxmlformats.org/officeDocument/2006/relationships/image" Target="../media/image215.png"/><Relationship Id="rId17" Type="http://schemas.openxmlformats.org/officeDocument/2006/relationships/image" Target="../media/image240.png"/><Relationship Id="rId25" Type="http://schemas.openxmlformats.org/officeDocument/2006/relationships/image" Target="../media/image292.png"/><Relationship Id="rId33" Type="http://schemas.openxmlformats.org/officeDocument/2006/relationships/image" Target="../media/image318.png"/><Relationship Id="rId38" Type="http://schemas.openxmlformats.org/officeDocument/2006/relationships/image" Target="../media/image323.png"/><Relationship Id="rId2" Type="http://schemas.openxmlformats.org/officeDocument/2006/relationships/image" Target="../media/image231.png"/><Relationship Id="rId16" Type="http://schemas.openxmlformats.org/officeDocument/2006/relationships/image" Target="../media/image239.png"/><Relationship Id="rId20" Type="http://schemas.openxmlformats.org/officeDocument/2006/relationships/image" Target="../media/image243.png"/><Relationship Id="rId29" Type="http://schemas.openxmlformats.org/officeDocument/2006/relationships/image" Target="../media/image2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5.png"/><Relationship Id="rId11" Type="http://schemas.openxmlformats.org/officeDocument/2006/relationships/image" Target="../media/image214.png"/><Relationship Id="rId24" Type="http://schemas.openxmlformats.org/officeDocument/2006/relationships/image" Target="../media/image291.png"/><Relationship Id="rId32" Type="http://schemas.openxmlformats.org/officeDocument/2006/relationships/image" Target="../media/image317.png"/><Relationship Id="rId37" Type="http://schemas.openxmlformats.org/officeDocument/2006/relationships/image" Target="../media/image322.png"/><Relationship Id="rId5" Type="http://schemas.openxmlformats.org/officeDocument/2006/relationships/image" Target="../media/image234.png"/><Relationship Id="rId15" Type="http://schemas.openxmlformats.org/officeDocument/2006/relationships/image" Target="../media/image290.png"/><Relationship Id="rId23" Type="http://schemas.openxmlformats.org/officeDocument/2006/relationships/image" Target="../media/image262.png"/><Relationship Id="rId28" Type="http://schemas.openxmlformats.org/officeDocument/2006/relationships/image" Target="../media/image249.png"/><Relationship Id="rId36" Type="http://schemas.openxmlformats.org/officeDocument/2006/relationships/image" Target="../media/image321.png"/><Relationship Id="rId10" Type="http://schemas.openxmlformats.org/officeDocument/2006/relationships/image" Target="../media/image213.png"/><Relationship Id="rId19" Type="http://schemas.openxmlformats.org/officeDocument/2006/relationships/image" Target="../media/image242.png"/><Relationship Id="rId31" Type="http://schemas.openxmlformats.org/officeDocument/2006/relationships/image" Target="../media/image316.png"/><Relationship Id="rId4" Type="http://schemas.openxmlformats.org/officeDocument/2006/relationships/image" Target="../media/image233.png"/><Relationship Id="rId9" Type="http://schemas.openxmlformats.org/officeDocument/2006/relationships/image" Target="../media/image212.png"/><Relationship Id="rId14" Type="http://schemas.openxmlformats.org/officeDocument/2006/relationships/image" Target="../media/image237.png"/><Relationship Id="rId22" Type="http://schemas.openxmlformats.org/officeDocument/2006/relationships/image" Target="../media/image246.png"/><Relationship Id="rId27" Type="http://schemas.openxmlformats.org/officeDocument/2006/relationships/image" Target="../media/image248.png"/><Relationship Id="rId30" Type="http://schemas.openxmlformats.org/officeDocument/2006/relationships/image" Target="../media/image295.png"/><Relationship Id="rId35" Type="http://schemas.openxmlformats.org/officeDocument/2006/relationships/image" Target="../media/image320.png"/><Relationship Id="rId8" Type="http://schemas.openxmlformats.org/officeDocument/2006/relationships/image" Target="../media/image236.png"/><Relationship Id="rId3" Type="http://schemas.openxmlformats.org/officeDocument/2006/relationships/image" Target="../media/image232.png"/></Relationships>
</file>

<file path=ppt/slides/_rels/slide4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26.png"/><Relationship Id="rId18" Type="http://schemas.openxmlformats.org/officeDocument/2006/relationships/image" Target="../media/image241.png"/><Relationship Id="rId26" Type="http://schemas.openxmlformats.org/officeDocument/2006/relationships/image" Target="../media/image329.png"/><Relationship Id="rId39" Type="http://schemas.openxmlformats.org/officeDocument/2006/relationships/image" Target="../media/image324.png"/><Relationship Id="rId21" Type="http://schemas.openxmlformats.org/officeDocument/2006/relationships/image" Target="../media/image245.png"/><Relationship Id="rId34" Type="http://schemas.openxmlformats.org/officeDocument/2006/relationships/image" Target="../media/image319.png"/><Relationship Id="rId7" Type="http://schemas.openxmlformats.org/officeDocument/2006/relationships/image" Target="../media/image325.png"/><Relationship Id="rId12" Type="http://schemas.openxmlformats.org/officeDocument/2006/relationships/image" Target="../media/image215.png"/><Relationship Id="rId17" Type="http://schemas.openxmlformats.org/officeDocument/2006/relationships/image" Target="../media/image240.png"/><Relationship Id="rId25" Type="http://schemas.openxmlformats.org/officeDocument/2006/relationships/image" Target="../media/image328.png"/><Relationship Id="rId33" Type="http://schemas.openxmlformats.org/officeDocument/2006/relationships/image" Target="../media/image318.png"/><Relationship Id="rId38" Type="http://schemas.openxmlformats.org/officeDocument/2006/relationships/image" Target="../media/image323.png"/><Relationship Id="rId2" Type="http://schemas.openxmlformats.org/officeDocument/2006/relationships/image" Target="../media/image231.png"/><Relationship Id="rId16" Type="http://schemas.openxmlformats.org/officeDocument/2006/relationships/image" Target="../media/image239.png"/><Relationship Id="rId20" Type="http://schemas.openxmlformats.org/officeDocument/2006/relationships/image" Target="../media/image243.png"/><Relationship Id="rId29" Type="http://schemas.openxmlformats.org/officeDocument/2006/relationships/image" Target="../media/image2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5.png"/><Relationship Id="rId11" Type="http://schemas.openxmlformats.org/officeDocument/2006/relationships/image" Target="../media/image214.png"/><Relationship Id="rId24" Type="http://schemas.openxmlformats.org/officeDocument/2006/relationships/image" Target="../media/image291.png"/><Relationship Id="rId32" Type="http://schemas.openxmlformats.org/officeDocument/2006/relationships/image" Target="../media/image317.png"/><Relationship Id="rId37" Type="http://schemas.openxmlformats.org/officeDocument/2006/relationships/image" Target="../media/image322.png"/><Relationship Id="rId5" Type="http://schemas.openxmlformats.org/officeDocument/2006/relationships/image" Target="../media/image234.png"/><Relationship Id="rId15" Type="http://schemas.openxmlformats.org/officeDocument/2006/relationships/image" Target="../media/image290.png"/><Relationship Id="rId23" Type="http://schemas.openxmlformats.org/officeDocument/2006/relationships/image" Target="../media/image327.png"/><Relationship Id="rId28" Type="http://schemas.openxmlformats.org/officeDocument/2006/relationships/image" Target="../media/image249.png"/><Relationship Id="rId36" Type="http://schemas.openxmlformats.org/officeDocument/2006/relationships/image" Target="../media/image321.png"/><Relationship Id="rId10" Type="http://schemas.openxmlformats.org/officeDocument/2006/relationships/image" Target="../media/image213.png"/><Relationship Id="rId19" Type="http://schemas.openxmlformats.org/officeDocument/2006/relationships/image" Target="../media/image242.png"/><Relationship Id="rId31" Type="http://schemas.openxmlformats.org/officeDocument/2006/relationships/image" Target="../media/image316.png"/><Relationship Id="rId4" Type="http://schemas.openxmlformats.org/officeDocument/2006/relationships/image" Target="../media/image233.png"/><Relationship Id="rId9" Type="http://schemas.openxmlformats.org/officeDocument/2006/relationships/image" Target="../media/image212.png"/><Relationship Id="rId14" Type="http://schemas.openxmlformats.org/officeDocument/2006/relationships/image" Target="../media/image237.png"/><Relationship Id="rId22" Type="http://schemas.openxmlformats.org/officeDocument/2006/relationships/image" Target="../media/image246.png"/><Relationship Id="rId27" Type="http://schemas.openxmlformats.org/officeDocument/2006/relationships/image" Target="../media/image248.png"/><Relationship Id="rId30" Type="http://schemas.openxmlformats.org/officeDocument/2006/relationships/image" Target="../media/image295.png"/><Relationship Id="rId35" Type="http://schemas.openxmlformats.org/officeDocument/2006/relationships/image" Target="../media/image320.png"/><Relationship Id="rId8" Type="http://schemas.openxmlformats.org/officeDocument/2006/relationships/image" Target="../media/image236.png"/><Relationship Id="rId3" Type="http://schemas.openxmlformats.org/officeDocument/2006/relationships/image" Target="../media/image232.png"/></Relationships>
</file>

<file path=ppt/slides/_rels/slide4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0.png"/><Relationship Id="rId18" Type="http://schemas.openxmlformats.org/officeDocument/2006/relationships/image" Target="../media/image241.png"/><Relationship Id="rId26" Type="http://schemas.openxmlformats.org/officeDocument/2006/relationships/image" Target="../media/image333.png"/><Relationship Id="rId39" Type="http://schemas.openxmlformats.org/officeDocument/2006/relationships/image" Target="../media/image324.png"/><Relationship Id="rId21" Type="http://schemas.openxmlformats.org/officeDocument/2006/relationships/image" Target="../media/image245.png"/><Relationship Id="rId34" Type="http://schemas.openxmlformats.org/officeDocument/2006/relationships/image" Target="../media/image319.png"/><Relationship Id="rId7" Type="http://schemas.openxmlformats.org/officeDocument/2006/relationships/image" Target="../media/image325.png"/><Relationship Id="rId12" Type="http://schemas.openxmlformats.org/officeDocument/2006/relationships/image" Target="../media/image215.png"/><Relationship Id="rId17" Type="http://schemas.openxmlformats.org/officeDocument/2006/relationships/image" Target="../media/image240.png"/><Relationship Id="rId25" Type="http://schemas.openxmlformats.org/officeDocument/2006/relationships/image" Target="../media/image332.png"/><Relationship Id="rId33" Type="http://schemas.openxmlformats.org/officeDocument/2006/relationships/image" Target="../media/image318.png"/><Relationship Id="rId38" Type="http://schemas.openxmlformats.org/officeDocument/2006/relationships/image" Target="../media/image323.png"/><Relationship Id="rId2" Type="http://schemas.openxmlformats.org/officeDocument/2006/relationships/image" Target="../media/image231.png"/><Relationship Id="rId16" Type="http://schemas.openxmlformats.org/officeDocument/2006/relationships/image" Target="../media/image239.png"/><Relationship Id="rId20" Type="http://schemas.openxmlformats.org/officeDocument/2006/relationships/image" Target="../media/image243.png"/><Relationship Id="rId29" Type="http://schemas.openxmlformats.org/officeDocument/2006/relationships/image" Target="../media/image2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5.png"/><Relationship Id="rId11" Type="http://schemas.openxmlformats.org/officeDocument/2006/relationships/image" Target="../media/image214.png"/><Relationship Id="rId24" Type="http://schemas.openxmlformats.org/officeDocument/2006/relationships/image" Target="../media/image291.png"/><Relationship Id="rId32" Type="http://schemas.openxmlformats.org/officeDocument/2006/relationships/image" Target="../media/image317.png"/><Relationship Id="rId37" Type="http://schemas.openxmlformats.org/officeDocument/2006/relationships/image" Target="../media/image322.png"/><Relationship Id="rId5" Type="http://schemas.openxmlformats.org/officeDocument/2006/relationships/image" Target="../media/image234.png"/><Relationship Id="rId15" Type="http://schemas.openxmlformats.org/officeDocument/2006/relationships/image" Target="../media/image290.png"/><Relationship Id="rId23" Type="http://schemas.openxmlformats.org/officeDocument/2006/relationships/image" Target="../media/image331.png"/><Relationship Id="rId28" Type="http://schemas.openxmlformats.org/officeDocument/2006/relationships/image" Target="../media/image249.png"/><Relationship Id="rId36" Type="http://schemas.openxmlformats.org/officeDocument/2006/relationships/image" Target="../media/image321.png"/><Relationship Id="rId10" Type="http://schemas.openxmlformats.org/officeDocument/2006/relationships/image" Target="../media/image213.png"/><Relationship Id="rId19" Type="http://schemas.openxmlformats.org/officeDocument/2006/relationships/image" Target="../media/image242.png"/><Relationship Id="rId31" Type="http://schemas.openxmlformats.org/officeDocument/2006/relationships/image" Target="../media/image316.png"/><Relationship Id="rId4" Type="http://schemas.openxmlformats.org/officeDocument/2006/relationships/image" Target="../media/image233.png"/><Relationship Id="rId9" Type="http://schemas.openxmlformats.org/officeDocument/2006/relationships/image" Target="../media/image212.png"/><Relationship Id="rId14" Type="http://schemas.openxmlformats.org/officeDocument/2006/relationships/image" Target="../media/image237.png"/><Relationship Id="rId22" Type="http://schemas.openxmlformats.org/officeDocument/2006/relationships/image" Target="../media/image246.png"/><Relationship Id="rId27" Type="http://schemas.openxmlformats.org/officeDocument/2006/relationships/image" Target="../media/image248.png"/><Relationship Id="rId30" Type="http://schemas.openxmlformats.org/officeDocument/2006/relationships/image" Target="../media/image295.png"/><Relationship Id="rId35" Type="http://schemas.openxmlformats.org/officeDocument/2006/relationships/image" Target="../media/image320.png"/><Relationship Id="rId8" Type="http://schemas.openxmlformats.org/officeDocument/2006/relationships/image" Target="../media/image236.png"/><Relationship Id="rId3" Type="http://schemas.openxmlformats.org/officeDocument/2006/relationships/image" Target="../media/image232.png"/></Relationships>
</file>

<file path=ppt/slides/_rels/slide4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0.png"/><Relationship Id="rId18" Type="http://schemas.openxmlformats.org/officeDocument/2006/relationships/image" Target="../media/image241.png"/><Relationship Id="rId26" Type="http://schemas.openxmlformats.org/officeDocument/2006/relationships/image" Target="../media/image333.png"/><Relationship Id="rId39" Type="http://schemas.openxmlformats.org/officeDocument/2006/relationships/image" Target="../media/image324.png"/><Relationship Id="rId21" Type="http://schemas.openxmlformats.org/officeDocument/2006/relationships/image" Target="../media/image245.png"/><Relationship Id="rId34" Type="http://schemas.openxmlformats.org/officeDocument/2006/relationships/image" Target="../media/image319.png"/><Relationship Id="rId7" Type="http://schemas.openxmlformats.org/officeDocument/2006/relationships/image" Target="../media/image334.png"/><Relationship Id="rId12" Type="http://schemas.openxmlformats.org/officeDocument/2006/relationships/image" Target="../media/image215.png"/><Relationship Id="rId17" Type="http://schemas.openxmlformats.org/officeDocument/2006/relationships/image" Target="../media/image240.png"/><Relationship Id="rId25" Type="http://schemas.openxmlformats.org/officeDocument/2006/relationships/image" Target="../media/image332.png"/><Relationship Id="rId33" Type="http://schemas.openxmlformats.org/officeDocument/2006/relationships/image" Target="../media/image318.png"/><Relationship Id="rId38" Type="http://schemas.openxmlformats.org/officeDocument/2006/relationships/image" Target="../media/image323.png"/><Relationship Id="rId2" Type="http://schemas.openxmlformats.org/officeDocument/2006/relationships/image" Target="../media/image231.png"/><Relationship Id="rId16" Type="http://schemas.openxmlformats.org/officeDocument/2006/relationships/image" Target="../media/image239.png"/><Relationship Id="rId20" Type="http://schemas.openxmlformats.org/officeDocument/2006/relationships/image" Target="../media/image243.png"/><Relationship Id="rId29" Type="http://schemas.openxmlformats.org/officeDocument/2006/relationships/image" Target="../media/image2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5.png"/><Relationship Id="rId11" Type="http://schemas.openxmlformats.org/officeDocument/2006/relationships/image" Target="../media/image214.png"/><Relationship Id="rId24" Type="http://schemas.openxmlformats.org/officeDocument/2006/relationships/image" Target="../media/image291.png"/><Relationship Id="rId32" Type="http://schemas.openxmlformats.org/officeDocument/2006/relationships/image" Target="../media/image317.png"/><Relationship Id="rId37" Type="http://schemas.openxmlformats.org/officeDocument/2006/relationships/image" Target="../media/image322.png"/><Relationship Id="rId5" Type="http://schemas.openxmlformats.org/officeDocument/2006/relationships/image" Target="../media/image234.png"/><Relationship Id="rId15" Type="http://schemas.openxmlformats.org/officeDocument/2006/relationships/image" Target="../media/image290.png"/><Relationship Id="rId23" Type="http://schemas.openxmlformats.org/officeDocument/2006/relationships/image" Target="../media/image331.png"/><Relationship Id="rId28" Type="http://schemas.openxmlformats.org/officeDocument/2006/relationships/image" Target="../media/image249.png"/><Relationship Id="rId36" Type="http://schemas.openxmlformats.org/officeDocument/2006/relationships/image" Target="../media/image321.png"/><Relationship Id="rId10" Type="http://schemas.openxmlformats.org/officeDocument/2006/relationships/image" Target="../media/image213.png"/><Relationship Id="rId19" Type="http://schemas.openxmlformats.org/officeDocument/2006/relationships/image" Target="../media/image242.png"/><Relationship Id="rId31" Type="http://schemas.openxmlformats.org/officeDocument/2006/relationships/image" Target="../media/image316.png"/><Relationship Id="rId4" Type="http://schemas.openxmlformats.org/officeDocument/2006/relationships/image" Target="../media/image233.png"/><Relationship Id="rId9" Type="http://schemas.openxmlformats.org/officeDocument/2006/relationships/image" Target="../media/image212.png"/><Relationship Id="rId14" Type="http://schemas.openxmlformats.org/officeDocument/2006/relationships/image" Target="../media/image237.png"/><Relationship Id="rId22" Type="http://schemas.openxmlformats.org/officeDocument/2006/relationships/image" Target="../media/image246.png"/><Relationship Id="rId27" Type="http://schemas.openxmlformats.org/officeDocument/2006/relationships/image" Target="../media/image248.png"/><Relationship Id="rId30" Type="http://schemas.openxmlformats.org/officeDocument/2006/relationships/image" Target="../media/image295.png"/><Relationship Id="rId35" Type="http://schemas.openxmlformats.org/officeDocument/2006/relationships/image" Target="../media/image320.png"/><Relationship Id="rId8" Type="http://schemas.openxmlformats.org/officeDocument/2006/relationships/image" Target="../media/image236.png"/><Relationship Id="rId3" Type="http://schemas.openxmlformats.org/officeDocument/2006/relationships/image" Target="../media/image23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6.png"/><Relationship Id="rId2" Type="http://schemas.openxmlformats.org/officeDocument/2006/relationships/image" Target="../media/image17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7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2.png"/><Relationship Id="rId2" Type="http://schemas.openxmlformats.org/officeDocument/2006/relationships/image" Target="../media/image34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6.png"/><Relationship Id="rId2" Type="http://schemas.openxmlformats.org/officeDocument/2006/relationships/image" Target="../media/image34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emf"/><Relationship Id="rId2" Type="http://schemas.openxmlformats.org/officeDocument/2006/relationships/image" Target="../media/image34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hyperlink" Target="mailto:sanmukh.Kuppannagari@case.ed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46217-8912-7E06-5B48-9C1AFAEFCD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CSDS 451: Designing High Performant Systems for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6BB279-3651-105A-8503-217F67B1F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Lecture 16</a:t>
            </a:r>
          </a:p>
          <a:p>
            <a:r>
              <a:rPr lang="en-US" dirty="0"/>
              <a:t>10/23/2024</a:t>
            </a:r>
          </a:p>
          <a:p>
            <a:r>
              <a:rPr lang="en-US" dirty="0"/>
              <a:t>Sanmukh Kuppannagari</a:t>
            </a:r>
          </a:p>
          <a:p>
            <a:r>
              <a:rPr lang="en-US" dirty="0">
                <a:hlinkClick r:id="rId2"/>
              </a:rPr>
              <a:t>sanmukh.kuppannagari@case.edu</a:t>
            </a:r>
            <a:endParaRPr lang="en-US" dirty="0"/>
          </a:p>
          <a:p>
            <a:r>
              <a:rPr lang="en-US" dirty="0">
                <a:hlinkClick r:id="rId3"/>
              </a:rPr>
              <a:t>https://sanmukh.research.st/</a:t>
            </a:r>
            <a:r>
              <a:rPr lang="en-US" dirty="0"/>
              <a:t> </a:t>
            </a:r>
          </a:p>
          <a:p>
            <a:r>
              <a:rPr lang="en-US" dirty="0"/>
              <a:t>Case Western Reserve University</a:t>
            </a:r>
          </a:p>
        </p:txBody>
      </p:sp>
    </p:spTree>
    <p:extLst>
      <p:ext uri="{BB962C8B-B14F-4D97-AF65-F5344CB8AC3E}">
        <p14:creationId xmlns:p14="http://schemas.microsoft.com/office/powerpoint/2010/main" val="728785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68C60-D1CD-EF05-9A4D-40F29237E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10C35-0549-AEF0-42D6-A2DE08E0C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Flash Attention - Memory Access Aware Attention Computation</a:t>
            </a:r>
          </a:p>
        </p:txBody>
      </p:sp>
    </p:spTree>
    <p:extLst>
      <p:ext uri="{BB962C8B-B14F-4D97-AF65-F5344CB8AC3E}">
        <p14:creationId xmlns:p14="http://schemas.microsoft.com/office/powerpoint/2010/main" val="3183358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68C60-D1CD-EF05-9A4D-40F29237E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10C35-0549-AEF0-42D6-A2DE08E0C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Flash Attention - Memory Access Aware Attention Computation</a:t>
            </a:r>
          </a:p>
        </p:txBody>
      </p:sp>
    </p:spTree>
    <p:extLst>
      <p:ext uri="{BB962C8B-B14F-4D97-AF65-F5344CB8AC3E}">
        <p14:creationId xmlns:p14="http://schemas.microsoft.com/office/powerpoint/2010/main" val="3123235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8AE50-215A-224D-6C72-8895C4B6B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5C2574-D133-93DE-2B43-D574B577B0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Encoder-Decoder Architecture</a:t>
                </a:r>
              </a:p>
              <a:p>
                <a:endParaRPr lang="en-US" dirty="0"/>
              </a:p>
              <a:p>
                <a:r>
                  <a:rPr lang="en-US" dirty="0"/>
                  <a:t>Encoder: </a:t>
                </a:r>
              </a:p>
              <a:p>
                <a:pPr lvl="1"/>
                <a:r>
                  <a:rPr lang="en-US" dirty="0"/>
                  <a:t>Map a sequence of input symbols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to</a:t>
                </a:r>
              </a:p>
              <a:p>
                <a:pPr lvl="1"/>
                <a:r>
                  <a:rPr lang="en-US" dirty="0"/>
                  <a:t>A sequence of continuous representation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Decoder:</a:t>
                </a:r>
              </a:p>
              <a:p>
                <a:pPr lvl="1"/>
                <a:r>
                  <a:rPr lang="en-US" dirty="0"/>
                  <a:t>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output from previous iteration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,…,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5C2574-D133-93DE-2B43-D574B577B0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6265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3ED3D-30F9-C060-E6EB-245F4B433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 Models</a:t>
            </a:r>
          </a:p>
        </p:txBody>
      </p:sp>
      <p:pic>
        <p:nvPicPr>
          <p:cNvPr id="4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64761D0C-12E2-8931-554E-939555F658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1130" y="1465012"/>
            <a:ext cx="3652156" cy="53762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4B8D9C1-C93F-F632-00C7-560E5C1088F8}"/>
                  </a:ext>
                </a:extLst>
              </p:cNvPr>
              <p:cNvSpPr txBox="1"/>
              <p:nvPr/>
            </p:nvSpPr>
            <p:spPr>
              <a:xfrm>
                <a:off x="724470" y="4183227"/>
                <a:ext cx="31024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Layers of Encoder Blocks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4B8D9C1-C93F-F632-00C7-560E5C1088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470" y="4183227"/>
                <a:ext cx="3102429" cy="369332"/>
              </a:xfrm>
              <a:prstGeom prst="rect">
                <a:avLst/>
              </a:prstGeom>
              <a:blipFill>
                <a:blip r:embed="rId3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Left Brace 5">
            <a:extLst>
              <a:ext uri="{FF2B5EF4-FFF2-40B4-BE49-F238E27FC236}">
                <a16:creationId xmlns:a16="http://schemas.microsoft.com/office/drawing/2014/main" id="{47C323D1-8162-2E4F-BD28-3203B6CA0049}"/>
              </a:ext>
            </a:extLst>
          </p:cNvPr>
          <p:cNvSpPr/>
          <p:nvPr/>
        </p:nvSpPr>
        <p:spPr>
          <a:xfrm>
            <a:off x="3815443" y="3429000"/>
            <a:ext cx="250371" cy="1877786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3060F14-260A-DC15-9AB9-8A45C362FB77}"/>
                  </a:ext>
                </a:extLst>
              </p:cNvPr>
              <p:cNvSpPr txBox="1"/>
              <p:nvPr/>
            </p:nvSpPr>
            <p:spPr>
              <a:xfrm>
                <a:off x="8174604" y="3739562"/>
                <a:ext cx="31024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Layers of Decoder Blocks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3060F14-260A-DC15-9AB9-8A45C362F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4604" y="3739562"/>
                <a:ext cx="3102429" cy="369332"/>
              </a:xfrm>
              <a:prstGeom prst="rect">
                <a:avLst/>
              </a:prstGeom>
              <a:blipFill>
                <a:blip r:embed="rId4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Left Brace 7">
            <a:extLst>
              <a:ext uri="{FF2B5EF4-FFF2-40B4-BE49-F238E27FC236}">
                <a16:creationId xmlns:a16="http://schemas.microsoft.com/office/drawing/2014/main" id="{7E256723-8FAD-353A-C0FE-8B986FD7DFC6}"/>
              </a:ext>
            </a:extLst>
          </p:cNvPr>
          <p:cNvSpPr/>
          <p:nvPr/>
        </p:nvSpPr>
        <p:spPr>
          <a:xfrm rot="10800000">
            <a:off x="7848602" y="2601542"/>
            <a:ext cx="326002" cy="2645372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582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CB94A-B011-4178-E80A-1DB47C0F4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Multi-headed Attention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C170F5-3A1A-912C-7D25-4D26F13E15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156052" cy="4351338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Perform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attention computations</a:t>
                </a:r>
              </a:p>
              <a:p>
                <a:endParaRPr lang="en-US" dirty="0"/>
              </a:p>
              <a:p>
                <a:r>
                  <a:rPr lang="en-US" dirty="0"/>
                  <a:t>Assuming dimension of embeddings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 (also called </a:t>
                </a:r>
                <a:r>
                  <a:rPr lang="en-US" b="1" dirty="0"/>
                  <a:t>model dimension</a:t>
                </a:r>
                <a:r>
                  <a:rPr lang="en-US" dirty="0"/>
                  <a:t>)</a:t>
                </a:r>
              </a:p>
              <a:p>
                <a:endParaRPr lang="en-US" dirty="0"/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Project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using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bSup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p>
                    </m:sSup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bSup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p>
                    </m:sSup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sup>
                    </m:sSubSup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∈{1,2,…,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h𝑒𝑎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𝐴𝑡𝑡𝑒𝑛𝑡𝑖𝑜𝑛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𝐶𝑜𝑛𝑐𝑎𝑡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h𝑒𝑎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h𝑒𝑎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 …,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h𝑒𝑎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𝑂</m:t>
                        </m:r>
                      </m:sup>
                    </m:sSup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𝑂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C170F5-3A1A-912C-7D25-4D26F13E15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156052" cy="4351338"/>
              </a:xfrm>
              <a:blipFill>
                <a:blip r:embed="rId2"/>
                <a:stretch>
                  <a:fillRect l="-1189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03F58678-05A7-42B8-AD6A-5932CE089E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07" r="49958"/>
          <a:stretch>
            <a:fillRect/>
          </a:stretch>
        </p:blipFill>
        <p:spPr>
          <a:xfrm>
            <a:off x="7940121" y="1032007"/>
            <a:ext cx="2941845" cy="5728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103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78DDC-9870-B2A5-27D3-A5E38595D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0F276-0C3D-0173-830D-98F31B38D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Multi-headed Attention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70F461-345F-F0F7-A145-2458C465E6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973562" cy="4351338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Perform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attention computations</a:t>
                </a:r>
              </a:p>
              <a:p>
                <a:endParaRPr lang="en-US" dirty="0"/>
              </a:p>
              <a:p>
                <a:r>
                  <a:rPr lang="en-US" dirty="0"/>
                  <a:t>Assuming dimension of embeddings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 (also called </a:t>
                </a:r>
                <a:r>
                  <a:rPr lang="en-US" b="1" dirty="0"/>
                  <a:t>model dimension</a:t>
                </a:r>
                <a:r>
                  <a:rPr lang="en-US" dirty="0"/>
                  <a:t>)</a:t>
                </a:r>
              </a:p>
              <a:p>
                <a:endParaRPr lang="en-US" dirty="0"/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Project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into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using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bSup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p>
                    </m:sSup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bSup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p>
                    </m:sSup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sup>
                    </m:sSubSup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∈{1,2,…,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h𝑒𝑎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𝐴𝑡𝑡𝑒𝑛𝑡𝑖𝑜𝑛</m:t>
                    </m:r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𝐶𝑜𝑛𝑐𝑎𝑡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h𝑒𝑎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h𝑒𝑎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 …,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h𝑒𝑎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𝑂</m:t>
                        </m:r>
                      </m:sup>
                    </m:sSup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𝑂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70F461-345F-F0F7-A145-2458C465E6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973562" cy="4351338"/>
              </a:xfrm>
              <a:blipFill>
                <a:blip r:embed="rId2"/>
                <a:stretch>
                  <a:fillRect l="-1225" t="-32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B4EAB5A-35A8-881B-00F1-91304B1A5931}"/>
              </a:ext>
            </a:extLst>
          </p:cNvPr>
          <p:cNvSpPr txBox="1"/>
          <p:nvPr/>
        </p:nvSpPr>
        <p:spPr>
          <a:xfrm>
            <a:off x="8084266" y="3003592"/>
            <a:ext cx="392404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Most computation and memory intensive process. 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We will focus on attention calculation for a single head. Multiple heads are processed in parallel using the same techniques</a:t>
            </a:r>
          </a:p>
        </p:txBody>
      </p:sp>
    </p:spTree>
    <p:extLst>
      <p:ext uri="{BB962C8B-B14F-4D97-AF65-F5344CB8AC3E}">
        <p14:creationId xmlns:p14="http://schemas.microsoft.com/office/powerpoint/2010/main" val="2388776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6F147-BBA6-8295-3D29-94B47DBDB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Multi-headed attention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7FB7990-6221-AF5B-6779-960A488C90E8}"/>
                  </a:ext>
                </a:extLst>
              </p:cNvPr>
              <p:cNvSpPr/>
              <p:nvPr/>
            </p:nvSpPr>
            <p:spPr>
              <a:xfrm>
                <a:off x="617674" y="2873980"/>
                <a:ext cx="2803756" cy="32700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7FB7990-6221-AF5B-6779-960A488C90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674" y="2873980"/>
                <a:ext cx="2803756" cy="327004"/>
              </a:xfrm>
              <a:prstGeom prst="rect">
                <a:avLst/>
              </a:prstGeom>
              <a:blipFill>
                <a:blip r:embed="rId2"/>
                <a:stretch>
                  <a:fillRect b="-357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E80A8A2-D0D8-D5B4-D5A3-C363FB3EC399}"/>
                  </a:ext>
                </a:extLst>
              </p:cNvPr>
              <p:cNvSpPr/>
              <p:nvPr/>
            </p:nvSpPr>
            <p:spPr>
              <a:xfrm>
                <a:off x="617674" y="3444219"/>
                <a:ext cx="2803756" cy="32700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E80A8A2-D0D8-D5B4-D5A3-C363FB3EC3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674" y="3444219"/>
                <a:ext cx="2803756" cy="327004"/>
              </a:xfrm>
              <a:prstGeom prst="rect">
                <a:avLst/>
              </a:prstGeom>
              <a:blipFill>
                <a:blip r:embed="rId3"/>
                <a:stretch>
                  <a:fillRect b="-178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577316E-0C60-C3C7-0564-0844F536AA31}"/>
                  </a:ext>
                </a:extLst>
              </p:cNvPr>
              <p:cNvSpPr/>
              <p:nvPr/>
            </p:nvSpPr>
            <p:spPr>
              <a:xfrm>
                <a:off x="617674" y="4299497"/>
                <a:ext cx="2803756" cy="32700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577316E-0C60-C3C7-0564-0844F536AA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674" y="4299497"/>
                <a:ext cx="2803756" cy="327004"/>
              </a:xfrm>
              <a:prstGeom prst="rect">
                <a:avLst/>
              </a:prstGeom>
              <a:blipFill>
                <a:blip r:embed="rId4"/>
                <a:stretch>
                  <a:fillRect b="-357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95FA223-F3AF-7ADC-B2A6-7DBDE8DD97F3}"/>
              </a:ext>
            </a:extLst>
          </p:cNvPr>
          <p:cNvCxnSpPr/>
          <p:nvPr/>
        </p:nvCxnSpPr>
        <p:spPr>
          <a:xfrm>
            <a:off x="617674" y="2616032"/>
            <a:ext cx="2803756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C11A53B-6BD9-B576-DEC0-801E4C5C37B3}"/>
                  </a:ext>
                </a:extLst>
              </p:cNvPr>
              <p:cNvSpPr txBox="1"/>
              <p:nvPr/>
            </p:nvSpPr>
            <p:spPr>
              <a:xfrm>
                <a:off x="1756132" y="2258750"/>
                <a:ext cx="5147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C11A53B-6BD9-B576-DEC0-801E4C5C37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6132" y="2258750"/>
                <a:ext cx="51472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2800CDF-3A2C-27BE-FE1C-6DD06E8B1225}"/>
              </a:ext>
            </a:extLst>
          </p:cNvPr>
          <p:cNvCxnSpPr>
            <a:cxnSpLocks/>
          </p:cNvCxnSpPr>
          <p:nvPr/>
        </p:nvCxnSpPr>
        <p:spPr>
          <a:xfrm>
            <a:off x="418848" y="2768432"/>
            <a:ext cx="0" cy="1858069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23E7AF9-34A4-E711-AE94-470D01507445}"/>
                  </a:ext>
                </a:extLst>
              </p:cNvPr>
              <p:cNvSpPr txBox="1"/>
              <p:nvPr/>
            </p:nvSpPr>
            <p:spPr>
              <a:xfrm>
                <a:off x="-151391" y="3444219"/>
                <a:ext cx="5147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23E7AF9-34A4-E711-AE94-470D015074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1391" y="3444219"/>
                <a:ext cx="51472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10261166-E4C0-33AB-DB00-4F88B8B77F9E}"/>
              </a:ext>
            </a:extLst>
          </p:cNvPr>
          <p:cNvSpPr/>
          <p:nvPr/>
        </p:nvSpPr>
        <p:spPr>
          <a:xfrm>
            <a:off x="5861598" y="1817022"/>
            <a:ext cx="1168736" cy="8659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27660F-208E-FBA9-F5F5-414341775164}"/>
              </a:ext>
            </a:extLst>
          </p:cNvPr>
          <p:cNvSpPr/>
          <p:nvPr/>
        </p:nvSpPr>
        <p:spPr>
          <a:xfrm>
            <a:off x="6183556" y="2142038"/>
            <a:ext cx="1168736" cy="86595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FEEF38-34DF-4745-743B-53CC2F4CD0E3}"/>
              </a:ext>
            </a:extLst>
          </p:cNvPr>
          <p:cNvSpPr/>
          <p:nvPr/>
        </p:nvSpPr>
        <p:spPr>
          <a:xfrm>
            <a:off x="6505514" y="2498311"/>
            <a:ext cx="1168736" cy="86595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14E32A5-16BB-2700-BAA2-44809D43BADA}"/>
              </a:ext>
            </a:extLst>
          </p:cNvPr>
          <p:cNvCxnSpPr>
            <a:cxnSpLocks/>
          </p:cNvCxnSpPr>
          <p:nvPr/>
        </p:nvCxnSpPr>
        <p:spPr>
          <a:xfrm flipV="1">
            <a:off x="5735438" y="1817022"/>
            <a:ext cx="0" cy="86595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08E0A5D-F295-7B42-4223-A654446E4A5D}"/>
              </a:ext>
            </a:extLst>
          </p:cNvPr>
          <p:cNvCxnSpPr>
            <a:cxnSpLocks/>
          </p:cNvCxnSpPr>
          <p:nvPr/>
        </p:nvCxnSpPr>
        <p:spPr>
          <a:xfrm flipV="1">
            <a:off x="6069507" y="2142038"/>
            <a:ext cx="0" cy="86595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C34E4A1-D5EF-C59C-1F9C-C147830A3651}"/>
              </a:ext>
            </a:extLst>
          </p:cNvPr>
          <p:cNvCxnSpPr>
            <a:cxnSpLocks/>
          </p:cNvCxnSpPr>
          <p:nvPr/>
        </p:nvCxnSpPr>
        <p:spPr>
          <a:xfrm flipV="1">
            <a:off x="6421743" y="2498311"/>
            <a:ext cx="0" cy="86595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AF7D747-28EB-185F-A563-31AEEAE4D8CE}"/>
                  </a:ext>
                </a:extLst>
              </p:cNvPr>
              <p:cNvSpPr txBox="1"/>
              <p:nvPr/>
            </p:nvSpPr>
            <p:spPr>
              <a:xfrm>
                <a:off x="5193459" y="1979670"/>
                <a:ext cx="5147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AF7D747-28EB-185F-A563-31AEEAE4D8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3459" y="1979670"/>
                <a:ext cx="51472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A4E2C71-DB74-019D-FA71-76840EA1D555}"/>
                  </a:ext>
                </a:extLst>
              </p:cNvPr>
              <p:cNvSpPr txBox="1"/>
              <p:nvPr/>
            </p:nvSpPr>
            <p:spPr>
              <a:xfrm>
                <a:off x="5607765" y="2285432"/>
                <a:ext cx="5147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A4E2C71-DB74-019D-FA71-76840EA1D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7765" y="2285432"/>
                <a:ext cx="51472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282F501-296F-465B-FE17-2264C3BEE02F}"/>
                  </a:ext>
                </a:extLst>
              </p:cNvPr>
              <p:cNvSpPr txBox="1"/>
              <p:nvPr/>
            </p:nvSpPr>
            <p:spPr>
              <a:xfrm>
                <a:off x="5960254" y="2716990"/>
                <a:ext cx="5147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282F501-296F-465B-FE17-2264C3BEE0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0254" y="2716990"/>
                <a:ext cx="51472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85406A1-884D-1072-D60E-80B0C8078456}"/>
              </a:ext>
            </a:extLst>
          </p:cNvPr>
          <p:cNvCxnSpPr>
            <a:cxnSpLocks/>
          </p:cNvCxnSpPr>
          <p:nvPr/>
        </p:nvCxnSpPr>
        <p:spPr>
          <a:xfrm flipH="1">
            <a:off x="5871691" y="1680878"/>
            <a:ext cx="115864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81E79C8-0002-2CD7-EC6A-03B95B1F83F0}"/>
                  </a:ext>
                </a:extLst>
              </p:cNvPr>
              <p:cNvSpPr txBox="1"/>
              <p:nvPr/>
            </p:nvSpPr>
            <p:spPr>
              <a:xfrm>
                <a:off x="6181537" y="1285182"/>
                <a:ext cx="5147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81E79C8-0002-2CD7-EC6A-03B95B1F83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1537" y="1285182"/>
                <a:ext cx="51472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1799A47-919F-AB0B-8795-99B245CC6638}"/>
                  </a:ext>
                </a:extLst>
              </p:cNvPr>
              <p:cNvSpPr txBox="1"/>
              <p:nvPr/>
            </p:nvSpPr>
            <p:spPr>
              <a:xfrm>
                <a:off x="6445966" y="1688527"/>
                <a:ext cx="5147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1799A47-919F-AB0B-8795-99B245CC66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5966" y="1688527"/>
                <a:ext cx="51472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F4D6629-F06C-FBD5-144A-1A736462962D}"/>
              </a:ext>
            </a:extLst>
          </p:cNvPr>
          <p:cNvCxnSpPr>
            <a:cxnSpLocks/>
          </p:cNvCxnSpPr>
          <p:nvPr/>
        </p:nvCxnSpPr>
        <p:spPr>
          <a:xfrm flipH="1">
            <a:off x="6181537" y="2001688"/>
            <a:ext cx="115864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C7F715B-88C9-B88B-BB05-6A082959278F}"/>
                  </a:ext>
                </a:extLst>
              </p:cNvPr>
              <p:cNvSpPr txBox="1"/>
              <p:nvPr/>
            </p:nvSpPr>
            <p:spPr>
              <a:xfrm>
                <a:off x="6739412" y="2064983"/>
                <a:ext cx="5147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C7F715B-88C9-B88B-BB05-6A08295927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9412" y="2064983"/>
                <a:ext cx="514729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60212AF-8BEB-2AFB-B17F-906D2C01B995}"/>
              </a:ext>
            </a:extLst>
          </p:cNvPr>
          <p:cNvCxnSpPr>
            <a:cxnSpLocks/>
          </p:cNvCxnSpPr>
          <p:nvPr/>
        </p:nvCxnSpPr>
        <p:spPr>
          <a:xfrm flipH="1">
            <a:off x="6474983" y="2378144"/>
            <a:ext cx="115864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ight Brace 57">
            <a:extLst>
              <a:ext uri="{FF2B5EF4-FFF2-40B4-BE49-F238E27FC236}">
                <a16:creationId xmlns:a16="http://schemas.microsoft.com/office/drawing/2014/main" id="{99295E1F-7DBF-A9B4-1C58-587B699B77EC}"/>
              </a:ext>
            </a:extLst>
          </p:cNvPr>
          <p:cNvSpPr/>
          <p:nvPr/>
        </p:nvSpPr>
        <p:spPr>
          <a:xfrm>
            <a:off x="3603099" y="2768432"/>
            <a:ext cx="466283" cy="1961015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BB1AB4F7-2B9B-89D6-B9F0-6B8E8601DD02}"/>
              </a:ext>
            </a:extLst>
          </p:cNvPr>
          <p:cNvCxnSpPr/>
          <p:nvPr/>
        </p:nvCxnSpPr>
        <p:spPr>
          <a:xfrm flipV="1">
            <a:off x="4353997" y="2561531"/>
            <a:ext cx="896233" cy="105973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0E2D6638-EDB5-F287-EB8D-7A82B9F47141}"/>
              </a:ext>
            </a:extLst>
          </p:cNvPr>
          <p:cNvCxnSpPr>
            <a:cxnSpLocks/>
          </p:cNvCxnSpPr>
          <p:nvPr/>
        </p:nvCxnSpPr>
        <p:spPr>
          <a:xfrm flipV="1">
            <a:off x="4403450" y="2873980"/>
            <a:ext cx="1394059" cy="75490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6CE0B4C0-9D58-F032-215B-75D960932049}"/>
              </a:ext>
            </a:extLst>
          </p:cNvPr>
          <p:cNvCxnSpPr>
            <a:cxnSpLocks/>
          </p:cNvCxnSpPr>
          <p:nvPr/>
        </p:nvCxnSpPr>
        <p:spPr>
          <a:xfrm flipV="1">
            <a:off x="4350211" y="3143123"/>
            <a:ext cx="1685485" cy="4857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AA081549-248B-5F01-61CD-A3A90095B567}"/>
              </a:ext>
            </a:extLst>
          </p:cNvPr>
          <p:cNvSpPr txBox="1"/>
          <p:nvPr/>
        </p:nvSpPr>
        <p:spPr>
          <a:xfrm>
            <a:off x="4403450" y="2716990"/>
            <a:ext cx="325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E93D9001-574C-B59F-E0AC-810662B905DE}"/>
              </a:ext>
            </a:extLst>
          </p:cNvPr>
          <p:cNvSpPr/>
          <p:nvPr/>
        </p:nvSpPr>
        <p:spPr>
          <a:xfrm>
            <a:off x="8482426" y="1832525"/>
            <a:ext cx="1168736" cy="8659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0B9AF733-85C5-37C3-30DC-7FDC324890D9}"/>
              </a:ext>
            </a:extLst>
          </p:cNvPr>
          <p:cNvSpPr/>
          <p:nvPr/>
        </p:nvSpPr>
        <p:spPr>
          <a:xfrm>
            <a:off x="8804384" y="2157541"/>
            <a:ext cx="1168736" cy="86595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4860C1A-3B77-0A22-CDDA-146D9334CBF6}"/>
              </a:ext>
            </a:extLst>
          </p:cNvPr>
          <p:cNvSpPr/>
          <p:nvPr/>
        </p:nvSpPr>
        <p:spPr>
          <a:xfrm>
            <a:off x="9126342" y="2513814"/>
            <a:ext cx="1168736" cy="86595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7B084B09-CFF4-9623-0437-1CD8E315619B}"/>
              </a:ext>
            </a:extLst>
          </p:cNvPr>
          <p:cNvCxnSpPr>
            <a:cxnSpLocks/>
          </p:cNvCxnSpPr>
          <p:nvPr/>
        </p:nvCxnSpPr>
        <p:spPr>
          <a:xfrm flipV="1">
            <a:off x="8356266" y="1832525"/>
            <a:ext cx="0" cy="86595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A991798C-63E9-EB23-AA99-F0106835F87F}"/>
              </a:ext>
            </a:extLst>
          </p:cNvPr>
          <p:cNvCxnSpPr>
            <a:cxnSpLocks/>
          </p:cNvCxnSpPr>
          <p:nvPr/>
        </p:nvCxnSpPr>
        <p:spPr>
          <a:xfrm flipV="1">
            <a:off x="8690335" y="2157541"/>
            <a:ext cx="0" cy="86595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D0E7BB62-7994-7948-5C24-C4A3AF736DA1}"/>
              </a:ext>
            </a:extLst>
          </p:cNvPr>
          <p:cNvCxnSpPr>
            <a:cxnSpLocks/>
          </p:cNvCxnSpPr>
          <p:nvPr/>
        </p:nvCxnSpPr>
        <p:spPr>
          <a:xfrm flipV="1">
            <a:off x="9042571" y="2513814"/>
            <a:ext cx="0" cy="86595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EE2AA7CA-18AE-956A-1274-2E83979AC117}"/>
                  </a:ext>
                </a:extLst>
              </p:cNvPr>
              <p:cNvSpPr txBox="1"/>
              <p:nvPr/>
            </p:nvSpPr>
            <p:spPr>
              <a:xfrm>
                <a:off x="7814287" y="1995173"/>
                <a:ext cx="5147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EE2AA7CA-18AE-956A-1274-2E83979AC1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4287" y="1995173"/>
                <a:ext cx="514729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A1F41D9F-1DD4-B35D-7F90-005FDB2F0B64}"/>
                  </a:ext>
                </a:extLst>
              </p:cNvPr>
              <p:cNvSpPr txBox="1"/>
              <p:nvPr/>
            </p:nvSpPr>
            <p:spPr>
              <a:xfrm>
                <a:off x="8228593" y="2300935"/>
                <a:ext cx="5147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A1F41D9F-1DD4-B35D-7F90-005FDB2F0B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8593" y="2300935"/>
                <a:ext cx="514729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AA92A46F-9F04-A594-4CA2-5213A13565A9}"/>
                  </a:ext>
                </a:extLst>
              </p:cNvPr>
              <p:cNvSpPr txBox="1"/>
              <p:nvPr/>
            </p:nvSpPr>
            <p:spPr>
              <a:xfrm>
                <a:off x="8670649" y="2732214"/>
                <a:ext cx="5147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AA92A46F-9F04-A594-4CA2-5213A13565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0649" y="2732214"/>
                <a:ext cx="514729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8F807F48-07F3-B3E7-E2E7-CB3BF0C4FD8F}"/>
              </a:ext>
            </a:extLst>
          </p:cNvPr>
          <p:cNvCxnSpPr>
            <a:cxnSpLocks/>
          </p:cNvCxnSpPr>
          <p:nvPr/>
        </p:nvCxnSpPr>
        <p:spPr>
          <a:xfrm flipH="1">
            <a:off x="8492519" y="1696381"/>
            <a:ext cx="115864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F4A49F47-9CB9-CB30-E868-E0E7E9EC0635}"/>
                  </a:ext>
                </a:extLst>
              </p:cNvPr>
              <p:cNvSpPr txBox="1"/>
              <p:nvPr/>
            </p:nvSpPr>
            <p:spPr>
              <a:xfrm>
                <a:off x="9066794" y="1704030"/>
                <a:ext cx="5147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F4A49F47-9CB9-CB30-E868-E0E7E9EC06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6794" y="1704030"/>
                <a:ext cx="514729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3586567A-A77A-B525-DA36-4B1DC88156BB}"/>
              </a:ext>
            </a:extLst>
          </p:cNvPr>
          <p:cNvCxnSpPr>
            <a:cxnSpLocks/>
          </p:cNvCxnSpPr>
          <p:nvPr/>
        </p:nvCxnSpPr>
        <p:spPr>
          <a:xfrm flipH="1">
            <a:off x="8802365" y="2017191"/>
            <a:ext cx="115864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136A3C1C-ABFB-0118-6C39-63473362CB25}"/>
                  </a:ext>
                </a:extLst>
              </p:cNvPr>
              <p:cNvSpPr txBox="1"/>
              <p:nvPr/>
            </p:nvSpPr>
            <p:spPr>
              <a:xfrm>
                <a:off x="9360240" y="2080486"/>
                <a:ext cx="5147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136A3C1C-ABFB-0118-6C39-63473362CB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0240" y="2080486"/>
                <a:ext cx="514729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43DEB5FE-CC1E-1AB6-FAAD-030DD411DAF1}"/>
              </a:ext>
            </a:extLst>
          </p:cNvPr>
          <p:cNvCxnSpPr>
            <a:cxnSpLocks/>
          </p:cNvCxnSpPr>
          <p:nvPr/>
        </p:nvCxnSpPr>
        <p:spPr>
          <a:xfrm flipH="1">
            <a:off x="9095811" y="2393647"/>
            <a:ext cx="115864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C6885D79-254A-6270-87D5-1CA12DC09772}"/>
                  </a:ext>
                </a:extLst>
              </p:cNvPr>
              <p:cNvSpPr txBox="1"/>
              <p:nvPr/>
            </p:nvSpPr>
            <p:spPr>
              <a:xfrm>
                <a:off x="8743322" y="1248720"/>
                <a:ext cx="5147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C6885D79-254A-6270-87D5-1CA12DC097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3322" y="1248720"/>
                <a:ext cx="514729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26DC73FB-D305-42FC-2FD2-6CD1E05EED14}"/>
                  </a:ext>
                </a:extLst>
              </p:cNvPr>
              <p:cNvSpPr txBox="1"/>
              <p:nvPr/>
            </p:nvSpPr>
            <p:spPr>
              <a:xfrm>
                <a:off x="6098904" y="3628885"/>
                <a:ext cx="1338039" cy="4169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26DC73FB-D305-42FC-2FD2-6CD1E05EED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8904" y="3628885"/>
                <a:ext cx="1338039" cy="416974"/>
              </a:xfrm>
              <a:prstGeom prst="rect">
                <a:avLst/>
              </a:prstGeom>
              <a:blipFill>
                <a:blip r:embed="rId19"/>
                <a:stretch>
                  <a:fillRect r="-3636"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A57DE07A-C8F4-4040-3C19-801CFB719086}"/>
                  </a:ext>
                </a:extLst>
              </p:cNvPr>
              <p:cNvSpPr txBox="1"/>
              <p:nvPr/>
            </p:nvSpPr>
            <p:spPr>
              <a:xfrm>
                <a:off x="9000686" y="3641676"/>
                <a:ext cx="1338039" cy="374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A57DE07A-C8F4-4040-3C19-801CFB7190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0686" y="3641676"/>
                <a:ext cx="1338039" cy="374205"/>
              </a:xfrm>
              <a:prstGeom prst="rect">
                <a:avLst/>
              </a:prstGeom>
              <a:blipFill>
                <a:blip r:embed="rId20"/>
                <a:stretch>
                  <a:fillRect b="-8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96CFCFDD-63DD-D079-C90D-806A30C24C69}"/>
                  </a:ext>
                </a:extLst>
              </p:cNvPr>
              <p:cNvSpPr txBox="1"/>
              <p:nvPr/>
            </p:nvSpPr>
            <p:spPr>
              <a:xfrm>
                <a:off x="10553699" y="2390349"/>
                <a:ext cx="14957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Attention(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96CFCFDD-63DD-D079-C90D-806A30C24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3699" y="2390349"/>
                <a:ext cx="1495748" cy="276999"/>
              </a:xfrm>
              <a:prstGeom prst="rect">
                <a:avLst/>
              </a:prstGeom>
              <a:blipFill>
                <a:blip r:embed="rId21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Arrow: Right 100">
            <a:extLst>
              <a:ext uri="{FF2B5EF4-FFF2-40B4-BE49-F238E27FC236}">
                <a16:creationId xmlns:a16="http://schemas.microsoft.com/office/drawing/2014/main" id="{F712851A-7F49-E9D3-A031-D6BA2924A295}"/>
              </a:ext>
            </a:extLst>
          </p:cNvPr>
          <p:cNvSpPr/>
          <p:nvPr/>
        </p:nvSpPr>
        <p:spPr>
          <a:xfrm>
            <a:off x="10854210" y="2711603"/>
            <a:ext cx="999179" cy="27699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A4E793CD-E55E-9FD2-54F0-4FD69237BAF6}"/>
                  </a:ext>
                </a:extLst>
              </p:cNvPr>
              <p:cNvSpPr txBox="1"/>
              <p:nvPr/>
            </p:nvSpPr>
            <p:spPr>
              <a:xfrm>
                <a:off x="7089882" y="4777891"/>
                <a:ext cx="20364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h𝑒𝑎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A4E793CD-E55E-9FD2-54F0-4FD69237B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9882" y="4777891"/>
                <a:ext cx="2036460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9658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B6353-B8E2-4CDA-E20E-440280C14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1DD07-9F0A-E18B-B92C-800F3926F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Multi-headed attention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99476D8-7DFE-151D-D8C5-2A59C4F94046}"/>
                  </a:ext>
                </a:extLst>
              </p:cNvPr>
              <p:cNvSpPr/>
              <p:nvPr/>
            </p:nvSpPr>
            <p:spPr>
              <a:xfrm>
                <a:off x="617674" y="2873980"/>
                <a:ext cx="2803756" cy="32700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99476D8-7DFE-151D-D8C5-2A59C4F940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674" y="2873980"/>
                <a:ext cx="2803756" cy="327004"/>
              </a:xfrm>
              <a:prstGeom prst="rect">
                <a:avLst/>
              </a:prstGeom>
              <a:blipFill>
                <a:blip r:embed="rId2"/>
                <a:stretch>
                  <a:fillRect b="-357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2AC787F-EFDD-5404-CF96-5BB41ACD62E1}"/>
                  </a:ext>
                </a:extLst>
              </p:cNvPr>
              <p:cNvSpPr/>
              <p:nvPr/>
            </p:nvSpPr>
            <p:spPr>
              <a:xfrm>
                <a:off x="617674" y="3444219"/>
                <a:ext cx="2803756" cy="32700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2AC787F-EFDD-5404-CF96-5BB41ACD62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674" y="3444219"/>
                <a:ext cx="2803756" cy="327004"/>
              </a:xfrm>
              <a:prstGeom prst="rect">
                <a:avLst/>
              </a:prstGeom>
              <a:blipFill>
                <a:blip r:embed="rId3"/>
                <a:stretch>
                  <a:fillRect b="-178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73495B0-B6A3-39FC-AD2F-3502D72C69F9}"/>
                  </a:ext>
                </a:extLst>
              </p:cNvPr>
              <p:cNvSpPr/>
              <p:nvPr/>
            </p:nvSpPr>
            <p:spPr>
              <a:xfrm>
                <a:off x="617674" y="4299497"/>
                <a:ext cx="2803756" cy="32700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73495B0-B6A3-39FC-AD2F-3502D72C69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674" y="4299497"/>
                <a:ext cx="2803756" cy="327004"/>
              </a:xfrm>
              <a:prstGeom prst="rect">
                <a:avLst/>
              </a:prstGeom>
              <a:blipFill>
                <a:blip r:embed="rId4"/>
                <a:stretch>
                  <a:fillRect b="-357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B73F67C-2E3A-FB75-4A5E-03978A6AE1D1}"/>
              </a:ext>
            </a:extLst>
          </p:cNvPr>
          <p:cNvCxnSpPr/>
          <p:nvPr/>
        </p:nvCxnSpPr>
        <p:spPr>
          <a:xfrm>
            <a:off x="617674" y="2616032"/>
            <a:ext cx="2803756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D7F6429-0A79-A505-CE78-9BBE3564C98F}"/>
                  </a:ext>
                </a:extLst>
              </p:cNvPr>
              <p:cNvSpPr txBox="1"/>
              <p:nvPr/>
            </p:nvSpPr>
            <p:spPr>
              <a:xfrm>
                <a:off x="1756132" y="2258750"/>
                <a:ext cx="5147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D7F6429-0A79-A505-CE78-9BBE3564C9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6132" y="2258750"/>
                <a:ext cx="51472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D2EC465-8699-986E-9F0D-16D5AA64C209}"/>
              </a:ext>
            </a:extLst>
          </p:cNvPr>
          <p:cNvCxnSpPr>
            <a:cxnSpLocks/>
          </p:cNvCxnSpPr>
          <p:nvPr/>
        </p:nvCxnSpPr>
        <p:spPr>
          <a:xfrm>
            <a:off x="418848" y="2768432"/>
            <a:ext cx="0" cy="1858069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876CA4F-1481-78B9-0200-E694CE5CB430}"/>
                  </a:ext>
                </a:extLst>
              </p:cNvPr>
              <p:cNvSpPr txBox="1"/>
              <p:nvPr/>
            </p:nvSpPr>
            <p:spPr>
              <a:xfrm>
                <a:off x="-151391" y="3444219"/>
                <a:ext cx="5147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876CA4F-1481-78B9-0200-E694CE5CB4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1391" y="3444219"/>
                <a:ext cx="51472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A00308BD-EDED-9DA5-E7E9-9D4094CC184F}"/>
              </a:ext>
            </a:extLst>
          </p:cNvPr>
          <p:cNvSpPr/>
          <p:nvPr/>
        </p:nvSpPr>
        <p:spPr>
          <a:xfrm>
            <a:off x="5920634" y="2656956"/>
            <a:ext cx="1168736" cy="8659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9E2BE89-D74D-6F5C-43AE-C04ECC5898A0}"/>
              </a:ext>
            </a:extLst>
          </p:cNvPr>
          <p:cNvSpPr/>
          <p:nvPr/>
        </p:nvSpPr>
        <p:spPr>
          <a:xfrm>
            <a:off x="6242592" y="2981972"/>
            <a:ext cx="1168736" cy="86595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2D80EE4-742A-DA8E-B00C-F9F9344FC5B0}"/>
              </a:ext>
            </a:extLst>
          </p:cNvPr>
          <p:cNvSpPr/>
          <p:nvPr/>
        </p:nvSpPr>
        <p:spPr>
          <a:xfrm>
            <a:off x="6564550" y="3338245"/>
            <a:ext cx="1168736" cy="86595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037E50C-ECE3-8912-F001-C31033DF8562}"/>
              </a:ext>
            </a:extLst>
          </p:cNvPr>
          <p:cNvCxnSpPr>
            <a:cxnSpLocks/>
          </p:cNvCxnSpPr>
          <p:nvPr/>
        </p:nvCxnSpPr>
        <p:spPr>
          <a:xfrm flipV="1">
            <a:off x="5794474" y="2656956"/>
            <a:ext cx="0" cy="86595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BF12384-8D5D-87B0-F2F2-CB701F8B04EB}"/>
              </a:ext>
            </a:extLst>
          </p:cNvPr>
          <p:cNvCxnSpPr>
            <a:cxnSpLocks/>
          </p:cNvCxnSpPr>
          <p:nvPr/>
        </p:nvCxnSpPr>
        <p:spPr>
          <a:xfrm flipV="1">
            <a:off x="6128543" y="2981972"/>
            <a:ext cx="0" cy="86595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E8AB0DE-65A5-DEB8-973B-E3B68CC8352B}"/>
              </a:ext>
            </a:extLst>
          </p:cNvPr>
          <p:cNvCxnSpPr>
            <a:cxnSpLocks/>
          </p:cNvCxnSpPr>
          <p:nvPr/>
        </p:nvCxnSpPr>
        <p:spPr>
          <a:xfrm flipV="1">
            <a:off x="6480779" y="3338245"/>
            <a:ext cx="0" cy="86595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6E6E5FA-A602-B9A5-CC70-07C61714DACE}"/>
                  </a:ext>
                </a:extLst>
              </p:cNvPr>
              <p:cNvSpPr txBox="1"/>
              <p:nvPr/>
            </p:nvSpPr>
            <p:spPr>
              <a:xfrm>
                <a:off x="5252495" y="2819604"/>
                <a:ext cx="5147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6E6E5FA-A602-B9A5-CC70-07C61714DA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2495" y="2819604"/>
                <a:ext cx="51472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4C2B045-C7BF-48F5-40F9-40C080721B08}"/>
                  </a:ext>
                </a:extLst>
              </p:cNvPr>
              <p:cNvSpPr txBox="1"/>
              <p:nvPr/>
            </p:nvSpPr>
            <p:spPr>
              <a:xfrm>
                <a:off x="5666801" y="3125366"/>
                <a:ext cx="5147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4C2B045-C7BF-48F5-40F9-40C080721B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6801" y="3125366"/>
                <a:ext cx="51472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372ECD3-BEFF-CA7D-F05C-8289581B0522}"/>
                  </a:ext>
                </a:extLst>
              </p:cNvPr>
              <p:cNvSpPr txBox="1"/>
              <p:nvPr/>
            </p:nvSpPr>
            <p:spPr>
              <a:xfrm>
                <a:off x="6019290" y="3556924"/>
                <a:ext cx="5147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372ECD3-BEFF-CA7D-F05C-8289581B05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290" y="3556924"/>
                <a:ext cx="51472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13A9EA4-8FE1-81DA-63F6-DE21A1014D14}"/>
              </a:ext>
            </a:extLst>
          </p:cNvPr>
          <p:cNvCxnSpPr>
            <a:cxnSpLocks/>
          </p:cNvCxnSpPr>
          <p:nvPr/>
        </p:nvCxnSpPr>
        <p:spPr>
          <a:xfrm flipH="1">
            <a:off x="5930727" y="2520812"/>
            <a:ext cx="115864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EA7525B-4F63-9C67-A2E5-E541A7609603}"/>
                  </a:ext>
                </a:extLst>
              </p:cNvPr>
              <p:cNvSpPr txBox="1"/>
              <p:nvPr/>
            </p:nvSpPr>
            <p:spPr>
              <a:xfrm>
                <a:off x="6240573" y="2125116"/>
                <a:ext cx="5147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EA7525B-4F63-9C67-A2E5-E541A7609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0573" y="2125116"/>
                <a:ext cx="51472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E46D4F0-807D-1866-3D9F-310EC09C71C3}"/>
                  </a:ext>
                </a:extLst>
              </p:cNvPr>
              <p:cNvSpPr txBox="1"/>
              <p:nvPr/>
            </p:nvSpPr>
            <p:spPr>
              <a:xfrm>
                <a:off x="6505002" y="2528461"/>
                <a:ext cx="5147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E46D4F0-807D-1866-3D9F-310EC09C71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5002" y="2528461"/>
                <a:ext cx="51472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A44F395-C49E-630C-C009-FCEF02521F5E}"/>
              </a:ext>
            </a:extLst>
          </p:cNvPr>
          <p:cNvCxnSpPr>
            <a:cxnSpLocks/>
          </p:cNvCxnSpPr>
          <p:nvPr/>
        </p:nvCxnSpPr>
        <p:spPr>
          <a:xfrm flipH="1">
            <a:off x="6240573" y="2841622"/>
            <a:ext cx="115864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8AFCFA5-A34B-4D2C-FFCA-B11C28E0BE55}"/>
                  </a:ext>
                </a:extLst>
              </p:cNvPr>
              <p:cNvSpPr txBox="1"/>
              <p:nvPr/>
            </p:nvSpPr>
            <p:spPr>
              <a:xfrm>
                <a:off x="6798448" y="2904917"/>
                <a:ext cx="5147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8AFCFA5-A34B-4D2C-FFCA-B11C28E0B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8448" y="2904917"/>
                <a:ext cx="514729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581BCE1-90ED-1441-766C-CD11097C7B51}"/>
              </a:ext>
            </a:extLst>
          </p:cNvPr>
          <p:cNvCxnSpPr>
            <a:cxnSpLocks/>
          </p:cNvCxnSpPr>
          <p:nvPr/>
        </p:nvCxnSpPr>
        <p:spPr>
          <a:xfrm flipH="1">
            <a:off x="6534019" y="3218078"/>
            <a:ext cx="115864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ight Brace 57">
            <a:extLst>
              <a:ext uri="{FF2B5EF4-FFF2-40B4-BE49-F238E27FC236}">
                <a16:creationId xmlns:a16="http://schemas.microsoft.com/office/drawing/2014/main" id="{2F0F2BC5-B778-6BDF-F64B-FAF4470DC4D2}"/>
              </a:ext>
            </a:extLst>
          </p:cNvPr>
          <p:cNvSpPr/>
          <p:nvPr/>
        </p:nvSpPr>
        <p:spPr>
          <a:xfrm>
            <a:off x="3603099" y="2768432"/>
            <a:ext cx="466283" cy="1961015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41D116A5-82EA-BA2A-7722-A766F96865B7}"/>
              </a:ext>
            </a:extLst>
          </p:cNvPr>
          <p:cNvCxnSpPr>
            <a:cxnSpLocks/>
            <a:endCxn id="20" idx="3"/>
          </p:cNvCxnSpPr>
          <p:nvPr/>
        </p:nvCxnSpPr>
        <p:spPr>
          <a:xfrm flipV="1">
            <a:off x="4353997" y="3004270"/>
            <a:ext cx="1413227" cy="61699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0B9A0CB7-CF1E-C8B3-9162-7F3FFE9358AF}"/>
              </a:ext>
            </a:extLst>
          </p:cNvPr>
          <p:cNvCxnSpPr>
            <a:cxnSpLocks/>
          </p:cNvCxnSpPr>
          <p:nvPr/>
        </p:nvCxnSpPr>
        <p:spPr>
          <a:xfrm flipV="1">
            <a:off x="4403450" y="3353748"/>
            <a:ext cx="1652422" cy="27513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473E8A07-0E6E-5CCC-4051-4FD19AB2E76A}"/>
              </a:ext>
            </a:extLst>
          </p:cNvPr>
          <p:cNvCxnSpPr>
            <a:cxnSpLocks/>
          </p:cNvCxnSpPr>
          <p:nvPr/>
        </p:nvCxnSpPr>
        <p:spPr>
          <a:xfrm>
            <a:off x="4350211" y="3628885"/>
            <a:ext cx="2112401" cy="30483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BC1ADEC9-7ACC-1F8D-3437-6BF0EACBD89B}"/>
              </a:ext>
            </a:extLst>
          </p:cNvPr>
          <p:cNvSpPr txBox="1"/>
          <p:nvPr/>
        </p:nvSpPr>
        <p:spPr>
          <a:xfrm>
            <a:off x="4754608" y="2904856"/>
            <a:ext cx="325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A29EB7A-377D-8DFD-C018-17C8669CBF20}"/>
              </a:ext>
            </a:extLst>
          </p:cNvPr>
          <p:cNvSpPr/>
          <p:nvPr/>
        </p:nvSpPr>
        <p:spPr>
          <a:xfrm>
            <a:off x="8541462" y="2672459"/>
            <a:ext cx="1168736" cy="8659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5115E99-BE26-E65F-6C79-D3EBF6FB492E}"/>
              </a:ext>
            </a:extLst>
          </p:cNvPr>
          <p:cNvSpPr/>
          <p:nvPr/>
        </p:nvSpPr>
        <p:spPr>
          <a:xfrm>
            <a:off x="8863420" y="2997475"/>
            <a:ext cx="1168736" cy="86595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A5B1A793-CF93-6060-B998-ED67FE57905F}"/>
              </a:ext>
            </a:extLst>
          </p:cNvPr>
          <p:cNvSpPr/>
          <p:nvPr/>
        </p:nvSpPr>
        <p:spPr>
          <a:xfrm>
            <a:off x="9185378" y="3353748"/>
            <a:ext cx="1168736" cy="86595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3BF01555-DF32-971D-0A3A-1B683D739B35}"/>
              </a:ext>
            </a:extLst>
          </p:cNvPr>
          <p:cNvCxnSpPr>
            <a:cxnSpLocks/>
          </p:cNvCxnSpPr>
          <p:nvPr/>
        </p:nvCxnSpPr>
        <p:spPr>
          <a:xfrm flipV="1">
            <a:off x="8415302" y="2672459"/>
            <a:ext cx="0" cy="86595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30924981-5464-7578-1169-130049FC7E0C}"/>
              </a:ext>
            </a:extLst>
          </p:cNvPr>
          <p:cNvCxnSpPr>
            <a:cxnSpLocks/>
          </p:cNvCxnSpPr>
          <p:nvPr/>
        </p:nvCxnSpPr>
        <p:spPr>
          <a:xfrm flipV="1">
            <a:off x="8749371" y="2997475"/>
            <a:ext cx="0" cy="86595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EF96B33C-3DF3-045D-297C-291B5A4DBD1D}"/>
              </a:ext>
            </a:extLst>
          </p:cNvPr>
          <p:cNvCxnSpPr>
            <a:cxnSpLocks/>
          </p:cNvCxnSpPr>
          <p:nvPr/>
        </p:nvCxnSpPr>
        <p:spPr>
          <a:xfrm flipV="1">
            <a:off x="9101607" y="3353748"/>
            <a:ext cx="0" cy="86595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25BDBFD7-8905-70DA-C855-DDAE3BF14F69}"/>
                  </a:ext>
                </a:extLst>
              </p:cNvPr>
              <p:cNvSpPr txBox="1"/>
              <p:nvPr/>
            </p:nvSpPr>
            <p:spPr>
              <a:xfrm>
                <a:off x="7873323" y="2835107"/>
                <a:ext cx="5147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25BDBFD7-8905-70DA-C855-DDAE3BF14F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3323" y="2835107"/>
                <a:ext cx="514729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F64FA11E-ED48-3A62-2E9F-6FDBE7C8D8BB}"/>
                  </a:ext>
                </a:extLst>
              </p:cNvPr>
              <p:cNvSpPr txBox="1"/>
              <p:nvPr/>
            </p:nvSpPr>
            <p:spPr>
              <a:xfrm>
                <a:off x="8287629" y="3140869"/>
                <a:ext cx="5147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F64FA11E-ED48-3A62-2E9F-6FDBE7C8D8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7629" y="3140869"/>
                <a:ext cx="514729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DAFD21F0-141D-4786-783C-73EC8FCC81D9}"/>
                  </a:ext>
                </a:extLst>
              </p:cNvPr>
              <p:cNvSpPr txBox="1"/>
              <p:nvPr/>
            </p:nvSpPr>
            <p:spPr>
              <a:xfrm>
                <a:off x="8729685" y="3572148"/>
                <a:ext cx="5147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DAFD21F0-141D-4786-783C-73EC8FCC81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9685" y="3572148"/>
                <a:ext cx="514729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2E7A3821-D8E8-19F1-FEC5-18BD6673684E}"/>
              </a:ext>
            </a:extLst>
          </p:cNvPr>
          <p:cNvCxnSpPr>
            <a:cxnSpLocks/>
          </p:cNvCxnSpPr>
          <p:nvPr/>
        </p:nvCxnSpPr>
        <p:spPr>
          <a:xfrm flipH="1">
            <a:off x="8551555" y="2536315"/>
            <a:ext cx="115864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AFDB979-0098-9899-F94A-A66644D3A877}"/>
                  </a:ext>
                </a:extLst>
              </p:cNvPr>
              <p:cNvSpPr txBox="1"/>
              <p:nvPr/>
            </p:nvSpPr>
            <p:spPr>
              <a:xfrm>
                <a:off x="9125830" y="2543964"/>
                <a:ext cx="5147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AFDB979-0098-9899-F94A-A66644D3A8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5830" y="2543964"/>
                <a:ext cx="514729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3798FD2A-3CFB-791B-0C02-E5F127FAAE80}"/>
              </a:ext>
            </a:extLst>
          </p:cNvPr>
          <p:cNvCxnSpPr>
            <a:cxnSpLocks/>
          </p:cNvCxnSpPr>
          <p:nvPr/>
        </p:nvCxnSpPr>
        <p:spPr>
          <a:xfrm flipH="1">
            <a:off x="8861401" y="2857125"/>
            <a:ext cx="115864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66592F92-DBCC-A559-B516-F6CB39959D78}"/>
                  </a:ext>
                </a:extLst>
              </p:cNvPr>
              <p:cNvSpPr txBox="1"/>
              <p:nvPr/>
            </p:nvSpPr>
            <p:spPr>
              <a:xfrm>
                <a:off x="9419276" y="2920420"/>
                <a:ext cx="5147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66592F92-DBCC-A559-B516-F6CB39959D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9276" y="2920420"/>
                <a:ext cx="514729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7519326B-89AD-BC57-6DB3-588DA3FBD104}"/>
              </a:ext>
            </a:extLst>
          </p:cNvPr>
          <p:cNvCxnSpPr>
            <a:cxnSpLocks/>
          </p:cNvCxnSpPr>
          <p:nvPr/>
        </p:nvCxnSpPr>
        <p:spPr>
          <a:xfrm flipH="1">
            <a:off x="9154847" y="3233581"/>
            <a:ext cx="115864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B80596BE-52A6-EA19-3814-FA6DB96771AB}"/>
                  </a:ext>
                </a:extLst>
              </p:cNvPr>
              <p:cNvSpPr txBox="1"/>
              <p:nvPr/>
            </p:nvSpPr>
            <p:spPr>
              <a:xfrm>
                <a:off x="8802358" y="2088654"/>
                <a:ext cx="5147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B80596BE-52A6-EA19-3814-FA6DB96771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2358" y="2088654"/>
                <a:ext cx="514729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CFB28DDE-DCD5-AD52-A29E-19F02E19AEA1}"/>
                  </a:ext>
                </a:extLst>
              </p:cNvPr>
              <p:cNvSpPr txBox="1"/>
              <p:nvPr/>
            </p:nvSpPr>
            <p:spPr>
              <a:xfrm>
                <a:off x="6157940" y="4468819"/>
                <a:ext cx="1338039" cy="4169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CFB28DDE-DCD5-AD52-A29E-19F02E19AE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7940" y="4468819"/>
                <a:ext cx="1338039" cy="416974"/>
              </a:xfrm>
              <a:prstGeom prst="rect">
                <a:avLst/>
              </a:prstGeom>
              <a:blipFill>
                <a:blip r:embed="rId19"/>
                <a:stretch>
                  <a:fillRect r="-3636"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1CDA51F1-BF3C-EA26-6634-3ABAF285BE52}"/>
                  </a:ext>
                </a:extLst>
              </p:cNvPr>
              <p:cNvSpPr txBox="1"/>
              <p:nvPr/>
            </p:nvSpPr>
            <p:spPr>
              <a:xfrm>
                <a:off x="9059722" y="4481610"/>
                <a:ext cx="1338039" cy="374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1CDA51F1-BF3C-EA26-6634-3ABAF285B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9722" y="4481610"/>
                <a:ext cx="1338039" cy="374205"/>
              </a:xfrm>
              <a:prstGeom prst="rect">
                <a:avLst/>
              </a:prstGeom>
              <a:blipFill>
                <a:blip r:embed="rId20"/>
                <a:stretch>
                  <a:fillRect b="-8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A0BB400F-56FB-8A5F-0D22-779619F7FE4A}"/>
                  </a:ext>
                </a:extLst>
              </p:cNvPr>
              <p:cNvSpPr txBox="1"/>
              <p:nvPr/>
            </p:nvSpPr>
            <p:spPr>
              <a:xfrm>
                <a:off x="10612735" y="3230283"/>
                <a:ext cx="14957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Attention(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A0BB400F-56FB-8A5F-0D22-779619F7FE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2735" y="3230283"/>
                <a:ext cx="1495748" cy="276999"/>
              </a:xfrm>
              <a:prstGeom prst="rect">
                <a:avLst/>
              </a:prstGeom>
              <a:blipFill>
                <a:blip r:embed="rId21"/>
                <a:stretch>
                  <a:fillRect l="-408"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Arrow: Right 100">
            <a:extLst>
              <a:ext uri="{FF2B5EF4-FFF2-40B4-BE49-F238E27FC236}">
                <a16:creationId xmlns:a16="http://schemas.microsoft.com/office/drawing/2014/main" id="{E85901FB-2885-CA31-775E-882AF4E32753}"/>
              </a:ext>
            </a:extLst>
          </p:cNvPr>
          <p:cNvSpPr/>
          <p:nvPr/>
        </p:nvSpPr>
        <p:spPr>
          <a:xfrm>
            <a:off x="10913246" y="3551537"/>
            <a:ext cx="999179" cy="27699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92618691-21CB-A94F-E38C-B484454BD6CA}"/>
                  </a:ext>
                </a:extLst>
              </p:cNvPr>
              <p:cNvSpPr txBox="1"/>
              <p:nvPr/>
            </p:nvSpPr>
            <p:spPr>
              <a:xfrm>
                <a:off x="7148918" y="5966869"/>
                <a:ext cx="20364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h𝑒𝑎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92618691-21CB-A94F-E38C-B484454BD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8918" y="5966869"/>
                <a:ext cx="2036460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0295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60923-3E03-8823-AB52-FEB923312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7D9C3-BEF7-B28C-E154-ECEBF9125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Multi-headed attention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6FA82A9-4335-143C-6EB6-2F78FDAAC261}"/>
                  </a:ext>
                </a:extLst>
              </p:cNvPr>
              <p:cNvSpPr/>
              <p:nvPr/>
            </p:nvSpPr>
            <p:spPr>
              <a:xfrm>
                <a:off x="617674" y="2873980"/>
                <a:ext cx="2803756" cy="32700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6FA82A9-4335-143C-6EB6-2F78FDAAC2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674" y="2873980"/>
                <a:ext cx="2803756" cy="327004"/>
              </a:xfrm>
              <a:prstGeom prst="rect">
                <a:avLst/>
              </a:prstGeom>
              <a:blipFill>
                <a:blip r:embed="rId2"/>
                <a:stretch>
                  <a:fillRect b="-357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A73E745-64D2-3365-5036-BDC488497B8D}"/>
                  </a:ext>
                </a:extLst>
              </p:cNvPr>
              <p:cNvSpPr/>
              <p:nvPr/>
            </p:nvSpPr>
            <p:spPr>
              <a:xfrm>
                <a:off x="617674" y="3444219"/>
                <a:ext cx="2803756" cy="32700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A73E745-64D2-3365-5036-BDC488497B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674" y="3444219"/>
                <a:ext cx="2803756" cy="327004"/>
              </a:xfrm>
              <a:prstGeom prst="rect">
                <a:avLst/>
              </a:prstGeom>
              <a:blipFill>
                <a:blip r:embed="rId3"/>
                <a:stretch>
                  <a:fillRect b="-178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1D9C9D2-2C01-94A2-2EA8-48ABAFEA5E54}"/>
                  </a:ext>
                </a:extLst>
              </p:cNvPr>
              <p:cNvSpPr/>
              <p:nvPr/>
            </p:nvSpPr>
            <p:spPr>
              <a:xfrm>
                <a:off x="617674" y="4299497"/>
                <a:ext cx="2803756" cy="32700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1D9C9D2-2C01-94A2-2EA8-48ABAFEA5E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674" y="4299497"/>
                <a:ext cx="2803756" cy="327004"/>
              </a:xfrm>
              <a:prstGeom prst="rect">
                <a:avLst/>
              </a:prstGeom>
              <a:blipFill>
                <a:blip r:embed="rId4"/>
                <a:stretch>
                  <a:fillRect b="-357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5B6AB28-0480-1164-C3F9-52F379C29604}"/>
              </a:ext>
            </a:extLst>
          </p:cNvPr>
          <p:cNvCxnSpPr/>
          <p:nvPr/>
        </p:nvCxnSpPr>
        <p:spPr>
          <a:xfrm>
            <a:off x="617674" y="2616032"/>
            <a:ext cx="2803756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19461A2-62ED-CF1F-85C1-1DFFAFC71129}"/>
                  </a:ext>
                </a:extLst>
              </p:cNvPr>
              <p:cNvSpPr txBox="1"/>
              <p:nvPr/>
            </p:nvSpPr>
            <p:spPr>
              <a:xfrm>
                <a:off x="1756132" y="2258750"/>
                <a:ext cx="5147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19461A2-62ED-CF1F-85C1-1DFFAFC711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6132" y="2258750"/>
                <a:ext cx="51472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16011F4-A97C-F0A9-98B9-4F101C1504BD}"/>
              </a:ext>
            </a:extLst>
          </p:cNvPr>
          <p:cNvCxnSpPr>
            <a:cxnSpLocks/>
          </p:cNvCxnSpPr>
          <p:nvPr/>
        </p:nvCxnSpPr>
        <p:spPr>
          <a:xfrm>
            <a:off x="418848" y="2768432"/>
            <a:ext cx="0" cy="1858069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ABF300E-4D66-0713-5C03-017FB2ABAE2B}"/>
                  </a:ext>
                </a:extLst>
              </p:cNvPr>
              <p:cNvSpPr txBox="1"/>
              <p:nvPr/>
            </p:nvSpPr>
            <p:spPr>
              <a:xfrm>
                <a:off x="-151391" y="3444219"/>
                <a:ext cx="5147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ABF300E-4D66-0713-5C03-017FB2ABAE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1391" y="3444219"/>
                <a:ext cx="51472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7E8E5748-634B-5A8F-5BDD-BD7331096818}"/>
              </a:ext>
            </a:extLst>
          </p:cNvPr>
          <p:cNvSpPr/>
          <p:nvPr/>
        </p:nvSpPr>
        <p:spPr>
          <a:xfrm>
            <a:off x="5961764" y="3769286"/>
            <a:ext cx="1168736" cy="8659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7710AF-540B-64DA-299B-B78473DFE4B4}"/>
              </a:ext>
            </a:extLst>
          </p:cNvPr>
          <p:cNvSpPr/>
          <p:nvPr/>
        </p:nvSpPr>
        <p:spPr>
          <a:xfrm>
            <a:off x="6283722" y="4094302"/>
            <a:ext cx="1168736" cy="86595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6DB4F9-FE35-18EB-1BD4-304FB0BB86CF}"/>
              </a:ext>
            </a:extLst>
          </p:cNvPr>
          <p:cNvSpPr/>
          <p:nvPr/>
        </p:nvSpPr>
        <p:spPr>
          <a:xfrm>
            <a:off x="6605680" y="4450575"/>
            <a:ext cx="1168736" cy="86595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21319F3-1DDE-52EC-8219-8B710F5872B9}"/>
              </a:ext>
            </a:extLst>
          </p:cNvPr>
          <p:cNvCxnSpPr>
            <a:cxnSpLocks/>
          </p:cNvCxnSpPr>
          <p:nvPr/>
        </p:nvCxnSpPr>
        <p:spPr>
          <a:xfrm flipV="1">
            <a:off x="5835604" y="3769286"/>
            <a:ext cx="0" cy="86595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9C7C468-1441-B1B4-8FB3-E48FA7541F57}"/>
              </a:ext>
            </a:extLst>
          </p:cNvPr>
          <p:cNvCxnSpPr>
            <a:cxnSpLocks/>
          </p:cNvCxnSpPr>
          <p:nvPr/>
        </p:nvCxnSpPr>
        <p:spPr>
          <a:xfrm flipV="1">
            <a:off x="6169673" y="4094302"/>
            <a:ext cx="0" cy="86595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AF817E4-C077-6458-CA44-77C8C53F2913}"/>
              </a:ext>
            </a:extLst>
          </p:cNvPr>
          <p:cNvCxnSpPr>
            <a:cxnSpLocks/>
          </p:cNvCxnSpPr>
          <p:nvPr/>
        </p:nvCxnSpPr>
        <p:spPr>
          <a:xfrm flipV="1">
            <a:off x="6521909" y="4450575"/>
            <a:ext cx="0" cy="86595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EF719B5-7EC0-A02B-AA78-06617DFA214E}"/>
                  </a:ext>
                </a:extLst>
              </p:cNvPr>
              <p:cNvSpPr txBox="1"/>
              <p:nvPr/>
            </p:nvSpPr>
            <p:spPr>
              <a:xfrm>
                <a:off x="5293625" y="3931934"/>
                <a:ext cx="5147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EF719B5-7EC0-A02B-AA78-06617DFA21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3625" y="3931934"/>
                <a:ext cx="51472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743A851-5ACE-50B9-93F5-A03DA7552CE9}"/>
                  </a:ext>
                </a:extLst>
              </p:cNvPr>
              <p:cNvSpPr txBox="1"/>
              <p:nvPr/>
            </p:nvSpPr>
            <p:spPr>
              <a:xfrm>
                <a:off x="5707931" y="4237696"/>
                <a:ext cx="5147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743A851-5ACE-50B9-93F5-A03DA7552C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7931" y="4237696"/>
                <a:ext cx="51472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9D08B4B-0D47-C9CB-9839-B7A7203C9EB2}"/>
                  </a:ext>
                </a:extLst>
              </p:cNvPr>
              <p:cNvSpPr txBox="1"/>
              <p:nvPr/>
            </p:nvSpPr>
            <p:spPr>
              <a:xfrm>
                <a:off x="6060420" y="4669254"/>
                <a:ext cx="5147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9D08B4B-0D47-C9CB-9839-B7A7203C9E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0420" y="4669254"/>
                <a:ext cx="51472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0449D45-D469-6503-AEF5-9431AB061F51}"/>
              </a:ext>
            </a:extLst>
          </p:cNvPr>
          <p:cNvCxnSpPr>
            <a:cxnSpLocks/>
          </p:cNvCxnSpPr>
          <p:nvPr/>
        </p:nvCxnSpPr>
        <p:spPr>
          <a:xfrm flipH="1">
            <a:off x="5971857" y="3633142"/>
            <a:ext cx="115864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1561225-4421-0517-3F05-05DE8E8C9826}"/>
                  </a:ext>
                </a:extLst>
              </p:cNvPr>
              <p:cNvSpPr txBox="1"/>
              <p:nvPr/>
            </p:nvSpPr>
            <p:spPr>
              <a:xfrm>
                <a:off x="6281703" y="3237446"/>
                <a:ext cx="5147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1561225-4421-0517-3F05-05DE8E8C98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1703" y="3237446"/>
                <a:ext cx="51472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94B91BA-FD65-E932-CA92-AB76BAE402A9}"/>
                  </a:ext>
                </a:extLst>
              </p:cNvPr>
              <p:cNvSpPr txBox="1"/>
              <p:nvPr/>
            </p:nvSpPr>
            <p:spPr>
              <a:xfrm>
                <a:off x="6546132" y="3640791"/>
                <a:ext cx="5147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94B91BA-FD65-E932-CA92-AB76BAE40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6132" y="3640791"/>
                <a:ext cx="51472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E762C60-2E4C-BF15-674A-53044D89B551}"/>
              </a:ext>
            </a:extLst>
          </p:cNvPr>
          <p:cNvCxnSpPr>
            <a:cxnSpLocks/>
          </p:cNvCxnSpPr>
          <p:nvPr/>
        </p:nvCxnSpPr>
        <p:spPr>
          <a:xfrm flipH="1">
            <a:off x="6281703" y="3953952"/>
            <a:ext cx="115864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9B92471-6FBD-71F5-144F-399047A6FDAA}"/>
                  </a:ext>
                </a:extLst>
              </p:cNvPr>
              <p:cNvSpPr txBox="1"/>
              <p:nvPr/>
            </p:nvSpPr>
            <p:spPr>
              <a:xfrm>
                <a:off x="6839578" y="4017247"/>
                <a:ext cx="5147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9B92471-6FBD-71F5-144F-399047A6FD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9578" y="4017247"/>
                <a:ext cx="514729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65EE4DC-9701-B0B6-6710-C72ABC9EAF3F}"/>
              </a:ext>
            </a:extLst>
          </p:cNvPr>
          <p:cNvCxnSpPr>
            <a:cxnSpLocks/>
          </p:cNvCxnSpPr>
          <p:nvPr/>
        </p:nvCxnSpPr>
        <p:spPr>
          <a:xfrm flipH="1">
            <a:off x="6575149" y="4330408"/>
            <a:ext cx="115864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ight Brace 57">
            <a:extLst>
              <a:ext uri="{FF2B5EF4-FFF2-40B4-BE49-F238E27FC236}">
                <a16:creationId xmlns:a16="http://schemas.microsoft.com/office/drawing/2014/main" id="{C374F235-F2AF-1CB3-D9FD-47FE81722414}"/>
              </a:ext>
            </a:extLst>
          </p:cNvPr>
          <p:cNvSpPr/>
          <p:nvPr/>
        </p:nvSpPr>
        <p:spPr>
          <a:xfrm>
            <a:off x="3603099" y="2768432"/>
            <a:ext cx="466283" cy="1961015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10BC5430-75FF-3477-3741-C9068717493A}"/>
              </a:ext>
            </a:extLst>
          </p:cNvPr>
          <p:cNvCxnSpPr>
            <a:cxnSpLocks/>
            <a:endCxn id="20" idx="3"/>
          </p:cNvCxnSpPr>
          <p:nvPr/>
        </p:nvCxnSpPr>
        <p:spPr>
          <a:xfrm flipV="1">
            <a:off x="4395127" y="4116600"/>
            <a:ext cx="1413227" cy="61699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1B80078-1682-3552-76AF-0C08971BEB45}"/>
              </a:ext>
            </a:extLst>
          </p:cNvPr>
          <p:cNvCxnSpPr>
            <a:cxnSpLocks/>
          </p:cNvCxnSpPr>
          <p:nvPr/>
        </p:nvCxnSpPr>
        <p:spPr>
          <a:xfrm flipV="1">
            <a:off x="4444580" y="4466078"/>
            <a:ext cx="1652422" cy="27513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C47CB7CE-898D-056C-1412-8BC69B7C5DCB}"/>
              </a:ext>
            </a:extLst>
          </p:cNvPr>
          <p:cNvCxnSpPr>
            <a:cxnSpLocks/>
          </p:cNvCxnSpPr>
          <p:nvPr/>
        </p:nvCxnSpPr>
        <p:spPr>
          <a:xfrm>
            <a:off x="4391341" y="4741215"/>
            <a:ext cx="2112401" cy="30483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3275AB29-B203-CE9B-3B9D-9E4EE9E8E403}"/>
              </a:ext>
            </a:extLst>
          </p:cNvPr>
          <p:cNvSpPr txBox="1"/>
          <p:nvPr/>
        </p:nvSpPr>
        <p:spPr>
          <a:xfrm>
            <a:off x="4795738" y="4017186"/>
            <a:ext cx="325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096E61DB-76C5-107D-7C7E-4686AC99A848}"/>
              </a:ext>
            </a:extLst>
          </p:cNvPr>
          <p:cNvSpPr/>
          <p:nvPr/>
        </p:nvSpPr>
        <p:spPr>
          <a:xfrm>
            <a:off x="8582592" y="3784789"/>
            <a:ext cx="1168736" cy="8659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0F5CFF6F-643D-D156-47C3-7492A6BF29A8}"/>
              </a:ext>
            </a:extLst>
          </p:cNvPr>
          <p:cNvSpPr/>
          <p:nvPr/>
        </p:nvSpPr>
        <p:spPr>
          <a:xfrm>
            <a:off x="8904550" y="4109805"/>
            <a:ext cx="1168736" cy="86595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E11776F-96D6-E6B5-81E3-712D3D2F2E1F}"/>
              </a:ext>
            </a:extLst>
          </p:cNvPr>
          <p:cNvSpPr/>
          <p:nvPr/>
        </p:nvSpPr>
        <p:spPr>
          <a:xfrm>
            <a:off x="9226508" y="4466078"/>
            <a:ext cx="1168736" cy="86595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D97A411-0FFD-F18B-2CF1-B14DFD810F58}"/>
              </a:ext>
            </a:extLst>
          </p:cNvPr>
          <p:cNvCxnSpPr>
            <a:cxnSpLocks/>
          </p:cNvCxnSpPr>
          <p:nvPr/>
        </p:nvCxnSpPr>
        <p:spPr>
          <a:xfrm flipV="1">
            <a:off x="8456432" y="3784789"/>
            <a:ext cx="0" cy="86595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8FC20428-1528-E767-5479-30A4BCEF0013}"/>
              </a:ext>
            </a:extLst>
          </p:cNvPr>
          <p:cNvCxnSpPr>
            <a:cxnSpLocks/>
          </p:cNvCxnSpPr>
          <p:nvPr/>
        </p:nvCxnSpPr>
        <p:spPr>
          <a:xfrm flipV="1">
            <a:off x="8790501" y="4109805"/>
            <a:ext cx="0" cy="86595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6D18A244-6FD7-0F25-9F47-BA52C350E045}"/>
              </a:ext>
            </a:extLst>
          </p:cNvPr>
          <p:cNvCxnSpPr>
            <a:cxnSpLocks/>
          </p:cNvCxnSpPr>
          <p:nvPr/>
        </p:nvCxnSpPr>
        <p:spPr>
          <a:xfrm flipV="1">
            <a:off x="9142737" y="4466078"/>
            <a:ext cx="0" cy="86595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230FBEEB-6F0C-9ACB-9C09-A4D619DADC5C}"/>
                  </a:ext>
                </a:extLst>
              </p:cNvPr>
              <p:cNvSpPr txBox="1"/>
              <p:nvPr/>
            </p:nvSpPr>
            <p:spPr>
              <a:xfrm>
                <a:off x="7914453" y="3947437"/>
                <a:ext cx="5147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230FBEEB-6F0C-9ACB-9C09-A4D619DADC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4453" y="3947437"/>
                <a:ext cx="514729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2D0A4807-3262-CFA9-4E2B-5386383A1F21}"/>
                  </a:ext>
                </a:extLst>
              </p:cNvPr>
              <p:cNvSpPr txBox="1"/>
              <p:nvPr/>
            </p:nvSpPr>
            <p:spPr>
              <a:xfrm>
                <a:off x="8328759" y="4253199"/>
                <a:ext cx="5147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2D0A4807-3262-CFA9-4E2B-5386383A1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8759" y="4253199"/>
                <a:ext cx="514729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B66AEF84-CD5C-A281-2EC8-B729F01DAEE3}"/>
                  </a:ext>
                </a:extLst>
              </p:cNvPr>
              <p:cNvSpPr txBox="1"/>
              <p:nvPr/>
            </p:nvSpPr>
            <p:spPr>
              <a:xfrm>
                <a:off x="8770815" y="4684478"/>
                <a:ext cx="5147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B66AEF84-CD5C-A281-2EC8-B729F01DAE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0815" y="4684478"/>
                <a:ext cx="514729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B857069F-A565-EF54-7932-E4FBC5BA93B9}"/>
              </a:ext>
            </a:extLst>
          </p:cNvPr>
          <p:cNvCxnSpPr>
            <a:cxnSpLocks/>
          </p:cNvCxnSpPr>
          <p:nvPr/>
        </p:nvCxnSpPr>
        <p:spPr>
          <a:xfrm flipH="1">
            <a:off x="8592685" y="3648645"/>
            <a:ext cx="115864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B81B08A2-3F41-7736-0AA6-E9D2417B4C4C}"/>
                  </a:ext>
                </a:extLst>
              </p:cNvPr>
              <p:cNvSpPr txBox="1"/>
              <p:nvPr/>
            </p:nvSpPr>
            <p:spPr>
              <a:xfrm>
                <a:off x="9166960" y="3656294"/>
                <a:ext cx="5147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B81B08A2-3F41-7736-0AA6-E9D2417B4C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6960" y="3656294"/>
                <a:ext cx="514729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C3C26DE2-203F-F5D1-523E-6FAD430BBE9F}"/>
              </a:ext>
            </a:extLst>
          </p:cNvPr>
          <p:cNvCxnSpPr>
            <a:cxnSpLocks/>
          </p:cNvCxnSpPr>
          <p:nvPr/>
        </p:nvCxnSpPr>
        <p:spPr>
          <a:xfrm flipH="1">
            <a:off x="8902531" y="3969455"/>
            <a:ext cx="115864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AE3D8BA9-DF6B-CBA7-8C56-AB01797E31A6}"/>
                  </a:ext>
                </a:extLst>
              </p:cNvPr>
              <p:cNvSpPr txBox="1"/>
              <p:nvPr/>
            </p:nvSpPr>
            <p:spPr>
              <a:xfrm>
                <a:off x="9460406" y="4032750"/>
                <a:ext cx="5147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AE3D8BA9-DF6B-CBA7-8C56-AB01797E3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0406" y="4032750"/>
                <a:ext cx="514729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354B1802-F2F1-7FD4-0EB3-B02938DF7171}"/>
              </a:ext>
            </a:extLst>
          </p:cNvPr>
          <p:cNvCxnSpPr>
            <a:cxnSpLocks/>
          </p:cNvCxnSpPr>
          <p:nvPr/>
        </p:nvCxnSpPr>
        <p:spPr>
          <a:xfrm flipH="1">
            <a:off x="9195977" y="4345911"/>
            <a:ext cx="115864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9871D4B5-E074-D9D0-6864-51FE53A5E81B}"/>
                  </a:ext>
                </a:extLst>
              </p:cNvPr>
              <p:cNvSpPr txBox="1"/>
              <p:nvPr/>
            </p:nvSpPr>
            <p:spPr>
              <a:xfrm>
                <a:off x="8843488" y="3200984"/>
                <a:ext cx="5147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9871D4B5-E074-D9D0-6864-51FE53A5E8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3488" y="3200984"/>
                <a:ext cx="514729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C3E268A2-F874-F053-EE10-CF1BE4623ABA}"/>
                  </a:ext>
                </a:extLst>
              </p:cNvPr>
              <p:cNvSpPr txBox="1"/>
              <p:nvPr/>
            </p:nvSpPr>
            <p:spPr>
              <a:xfrm>
                <a:off x="6199070" y="5581149"/>
                <a:ext cx="1338039" cy="4216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C3E268A2-F874-F053-EE10-CF1BE4623A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9070" y="5581149"/>
                <a:ext cx="1338039" cy="421654"/>
              </a:xfrm>
              <a:prstGeom prst="rect">
                <a:avLst/>
              </a:prstGeom>
              <a:blipFill>
                <a:blip r:embed="rId19"/>
                <a:stretch>
                  <a:fillRect r="-4110" b="-28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429D8490-3CD7-365F-CDFA-4ECE5ABE19E6}"/>
                  </a:ext>
                </a:extLst>
              </p:cNvPr>
              <p:cNvSpPr txBox="1"/>
              <p:nvPr/>
            </p:nvSpPr>
            <p:spPr>
              <a:xfrm>
                <a:off x="9100852" y="5593940"/>
                <a:ext cx="1338039" cy="374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429D8490-3CD7-365F-CDFA-4ECE5ABE19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0852" y="5593940"/>
                <a:ext cx="1338039" cy="374205"/>
              </a:xfrm>
              <a:prstGeom prst="rect">
                <a:avLst/>
              </a:prstGeom>
              <a:blipFill>
                <a:blip r:embed="rId20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8F95E263-2780-48B8-28B3-743DB147422A}"/>
                  </a:ext>
                </a:extLst>
              </p:cNvPr>
              <p:cNvSpPr txBox="1"/>
              <p:nvPr/>
            </p:nvSpPr>
            <p:spPr>
              <a:xfrm>
                <a:off x="10653865" y="4342613"/>
                <a:ext cx="14957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Attention(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8F95E263-2780-48B8-28B3-743DB1474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3865" y="4342613"/>
                <a:ext cx="1495748" cy="276999"/>
              </a:xfrm>
              <a:prstGeom prst="rect">
                <a:avLst/>
              </a:prstGeom>
              <a:blipFill>
                <a:blip r:embed="rId21"/>
                <a:stretch>
                  <a:fillRect l="-408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Arrow: Right 100">
            <a:extLst>
              <a:ext uri="{FF2B5EF4-FFF2-40B4-BE49-F238E27FC236}">
                <a16:creationId xmlns:a16="http://schemas.microsoft.com/office/drawing/2014/main" id="{28AE56BD-579E-6D82-EF13-BD79604508CF}"/>
              </a:ext>
            </a:extLst>
          </p:cNvPr>
          <p:cNvSpPr/>
          <p:nvPr/>
        </p:nvSpPr>
        <p:spPr>
          <a:xfrm>
            <a:off x="10954376" y="4663867"/>
            <a:ext cx="999179" cy="27699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67EA632B-EE07-AC66-C6A0-F37378694B8D}"/>
                  </a:ext>
                </a:extLst>
              </p:cNvPr>
              <p:cNvSpPr txBox="1"/>
              <p:nvPr/>
            </p:nvSpPr>
            <p:spPr>
              <a:xfrm>
                <a:off x="7148918" y="5966869"/>
                <a:ext cx="20364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h𝑒𝑎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67EA632B-EE07-AC66-C6A0-F37378694B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8918" y="5966869"/>
                <a:ext cx="2036460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0222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E9996-9686-0C95-F70B-B26A036A5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Zooming into Attention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3D9047-E8CA-3BFA-EDE6-336C0B12A2C4}"/>
              </a:ext>
            </a:extLst>
          </p:cNvPr>
          <p:cNvSpPr/>
          <p:nvPr/>
        </p:nvSpPr>
        <p:spPr>
          <a:xfrm>
            <a:off x="1702979" y="2587334"/>
            <a:ext cx="2915093" cy="24365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9EAFB2-2293-0137-033C-2FAA9A864AF3}"/>
              </a:ext>
            </a:extLst>
          </p:cNvPr>
          <p:cNvSpPr/>
          <p:nvPr/>
        </p:nvSpPr>
        <p:spPr>
          <a:xfrm>
            <a:off x="5087676" y="2587333"/>
            <a:ext cx="2915093" cy="2436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7BAC20-E486-A645-6F62-B7E2B650973F}"/>
              </a:ext>
            </a:extLst>
          </p:cNvPr>
          <p:cNvCxnSpPr/>
          <p:nvPr/>
        </p:nvCxnSpPr>
        <p:spPr>
          <a:xfrm>
            <a:off x="1908544" y="2854843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EAAE771-1CF3-FCBB-24EC-B61D004631C1}"/>
              </a:ext>
            </a:extLst>
          </p:cNvPr>
          <p:cNvCxnSpPr/>
          <p:nvPr/>
        </p:nvCxnSpPr>
        <p:spPr>
          <a:xfrm>
            <a:off x="1908544" y="309762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AF6D229-0000-C32A-C11A-0DCA18216F42}"/>
              </a:ext>
            </a:extLst>
          </p:cNvPr>
          <p:cNvCxnSpPr/>
          <p:nvPr/>
        </p:nvCxnSpPr>
        <p:spPr>
          <a:xfrm>
            <a:off x="1908544" y="3382927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4115D93-F462-BF48-71FF-E870CC6D5C20}"/>
              </a:ext>
            </a:extLst>
          </p:cNvPr>
          <p:cNvCxnSpPr/>
          <p:nvPr/>
        </p:nvCxnSpPr>
        <p:spPr>
          <a:xfrm>
            <a:off x="1908544" y="4642885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37B60C6-0A40-60CA-9E96-C9AD6A2B36FE}"/>
                  </a:ext>
                </a:extLst>
              </p:cNvPr>
              <p:cNvSpPr txBox="1"/>
              <p:nvPr/>
            </p:nvSpPr>
            <p:spPr>
              <a:xfrm>
                <a:off x="871870" y="3551276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37B60C6-0A40-60CA-9E96-C9AD6A2B36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870" y="3551276"/>
                <a:ext cx="3657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E0AC651-F1CE-EAB4-7F57-5F7BC3AF6C7B}"/>
              </a:ext>
            </a:extLst>
          </p:cNvPr>
          <p:cNvCxnSpPr>
            <a:cxnSpLocks/>
          </p:cNvCxnSpPr>
          <p:nvPr/>
        </p:nvCxnSpPr>
        <p:spPr>
          <a:xfrm>
            <a:off x="5322477" y="279990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2F97FC8-D92A-B6BD-5997-EC91AE5BAB5A}"/>
              </a:ext>
            </a:extLst>
          </p:cNvPr>
          <p:cNvCxnSpPr>
            <a:cxnSpLocks/>
          </p:cNvCxnSpPr>
          <p:nvPr/>
        </p:nvCxnSpPr>
        <p:spPr>
          <a:xfrm>
            <a:off x="5565254" y="279990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D7F2B7A-5A4A-ACBD-A165-2A4953517217}"/>
              </a:ext>
            </a:extLst>
          </p:cNvPr>
          <p:cNvCxnSpPr>
            <a:cxnSpLocks/>
          </p:cNvCxnSpPr>
          <p:nvPr/>
        </p:nvCxnSpPr>
        <p:spPr>
          <a:xfrm>
            <a:off x="5823980" y="279990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0E9C35C-252C-E425-7940-37FC58E91FF5}"/>
              </a:ext>
            </a:extLst>
          </p:cNvPr>
          <p:cNvCxnSpPr>
            <a:cxnSpLocks/>
          </p:cNvCxnSpPr>
          <p:nvPr/>
        </p:nvCxnSpPr>
        <p:spPr>
          <a:xfrm>
            <a:off x="7151277" y="285484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019D24A-992A-28F4-D61A-AC49686A4214}"/>
              </a:ext>
            </a:extLst>
          </p:cNvPr>
          <p:cNvCxnSpPr>
            <a:cxnSpLocks/>
          </p:cNvCxnSpPr>
          <p:nvPr/>
        </p:nvCxnSpPr>
        <p:spPr>
          <a:xfrm>
            <a:off x="7431268" y="285484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4913C15-BB26-89F1-99EF-8137C91A42EE}"/>
              </a:ext>
            </a:extLst>
          </p:cNvPr>
          <p:cNvCxnSpPr>
            <a:cxnSpLocks/>
          </p:cNvCxnSpPr>
          <p:nvPr/>
        </p:nvCxnSpPr>
        <p:spPr>
          <a:xfrm>
            <a:off x="7721891" y="285484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F2A5FC5-DDAD-8C07-5CB4-DA41FC5F93CA}"/>
                  </a:ext>
                </a:extLst>
              </p:cNvPr>
              <p:cNvSpPr txBox="1"/>
              <p:nvPr/>
            </p:nvSpPr>
            <p:spPr>
              <a:xfrm>
                <a:off x="6414977" y="5186918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F2A5FC5-DDAD-8C07-5CB4-DA41FC5F93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4977" y="5186918"/>
                <a:ext cx="3657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D0F74EC-8D43-816A-44F1-062833CD0EF1}"/>
                  </a:ext>
                </a:extLst>
              </p:cNvPr>
              <p:cNvSpPr txBox="1"/>
              <p:nvPr/>
            </p:nvSpPr>
            <p:spPr>
              <a:xfrm>
                <a:off x="2854321" y="1975226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D0F74EC-8D43-816A-44F1-062833CD0E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4321" y="1975226"/>
                <a:ext cx="48769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AE1A369-E77D-88FD-B01B-4F8C865C5C1D}"/>
                  </a:ext>
                </a:extLst>
              </p:cNvPr>
              <p:cNvSpPr txBox="1"/>
              <p:nvPr/>
            </p:nvSpPr>
            <p:spPr>
              <a:xfrm>
                <a:off x="7984675" y="3620943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AE1A369-E77D-88FD-B01B-4F8C865C5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4675" y="3620943"/>
                <a:ext cx="48769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Left Bracket 21">
            <a:extLst>
              <a:ext uri="{FF2B5EF4-FFF2-40B4-BE49-F238E27FC236}">
                <a16:creationId xmlns:a16="http://schemas.microsoft.com/office/drawing/2014/main" id="{27F5E8B6-1421-3B1E-4540-A77E095BE94C}"/>
              </a:ext>
            </a:extLst>
          </p:cNvPr>
          <p:cNvSpPr/>
          <p:nvPr/>
        </p:nvSpPr>
        <p:spPr>
          <a:xfrm>
            <a:off x="933896" y="1990062"/>
            <a:ext cx="496187" cy="3657600"/>
          </a:xfrm>
          <a:prstGeom prst="leftBracke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Left Bracket 22">
            <a:extLst>
              <a:ext uri="{FF2B5EF4-FFF2-40B4-BE49-F238E27FC236}">
                <a16:creationId xmlns:a16="http://schemas.microsoft.com/office/drawing/2014/main" id="{CC3ED531-E301-FB63-E055-BD76643DB689}"/>
              </a:ext>
            </a:extLst>
          </p:cNvPr>
          <p:cNvSpPr/>
          <p:nvPr/>
        </p:nvSpPr>
        <p:spPr>
          <a:xfrm rot="10800000">
            <a:off x="7906343" y="1990062"/>
            <a:ext cx="496187" cy="3657600"/>
          </a:xfrm>
          <a:prstGeom prst="leftBracke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00AF4D-CF32-D80F-99CC-3CDE775F2EBE}"/>
              </a:ext>
            </a:extLst>
          </p:cNvPr>
          <p:cNvSpPr txBox="1"/>
          <p:nvPr/>
        </p:nvSpPr>
        <p:spPr>
          <a:xfrm>
            <a:off x="41369" y="3569552"/>
            <a:ext cx="951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Softmax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555A643-5D7A-8841-2A03-B48E113FD28A}"/>
              </a:ext>
            </a:extLst>
          </p:cNvPr>
          <p:cNvSpPr/>
          <p:nvPr/>
        </p:nvSpPr>
        <p:spPr>
          <a:xfrm>
            <a:off x="9171091" y="2469818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09CEB31-D3CF-8956-CC73-5EBEDBB07B8E}"/>
                  </a:ext>
                </a:extLst>
              </p:cNvPr>
              <p:cNvSpPr txBox="1"/>
              <p:nvPr/>
            </p:nvSpPr>
            <p:spPr>
              <a:xfrm>
                <a:off x="8749218" y="3504465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09CEB31-D3CF-8956-CC73-5EBEDBB07B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9218" y="3504465"/>
                <a:ext cx="36574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00A79F2-DF8B-D9DD-7644-AA5D59079922}"/>
                  </a:ext>
                </a:extLst>
              </p:cNvPr>
              <p:cNvSpPr txBox="1"/>
              <p:nvPr/>
            </p:nvSpPr>
            <p:spPr>
              <a:xfrm>
                <a:off x="10384788" y="2052552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00A79F2-DF8B-D9DD-7644-AA5D590799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4788" y="2052552"/>
                <a:ext cx="48769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6A0721B-0BE6-0A8D-E198-EEF38DAF8E08}"/>
                  </a:ext>
                </a:extLst>
              </p:cNvPr>
              <p:cNvSpPr txBox="1"/>
              <p:nvPr/>
            </p:nvSpPr>
            <p:spPr>
              <a:xfrm>
                <a:off x="2868107" y="2510795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6A0721B-0BE6-0A8D-E198-EEF38DAF8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8107" y="2510795"/>
                <a:ext cx="428130" cy="338554"/>
              </a:xfrm>
              <a:prstGeom prst="rect">
                <a:avLst/>
              </a:prstGeom>
              <a:blipFill>
                <a:blip r:embed="rId9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91D5D9C-B201-0EEF-318D-40B0AC6E3235}"/>
                  </a:ext>
                </a:extLst>
              </p:cNvPr>
              <p:cNvSpPr txBox="1"/>
              <p:nvPr/>
            </p:nvSpPr>
            <p:spPr>
              <a:xfrm>
                <a:off x="2868107" y="2790660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91D5D9C-B201-0EEF-318D-40B0AC6E32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8107" y="2790660"/>
                <a:ext cx="432874" cy="338554"/>
              </a:xfrm>
              <a:prstGeom prst="rect">
                <a:avLst/>
              </a:prstGeom>
              <a:blipFill>
                <a:blip r:embed="rId10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482A6F4-EA27-16FB-228C-A2C8F0D72E13}"/>
                  </a:ext>
                </a:extLst>
              </p:cNvPr>
              <p:cNvSpPr txBox="1"/>
              <p:nvPr/>
            </p:nvSpPr>
            <p:spPr>
              <a:xfrm>
                <a:off x="2865446" y="3051176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482A6F4-EA27-16FB-228C-A2C8F0D72E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5446" y="3051176"/>
                <a:ext cx="432874" cy="338554"/>
              </a:xfrm>
              <a:prstGeom prst="rect">
                <a:avLst/>
              </a:prstGeom>
              <a:blipFill>
                <a:blip r:embed="rId11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DF7D068-0EDF-D9B3-CFAB-8BBFD3C24E01}"/>
                  </a:ext>
                </a:extLst>
              </p:cNvPr>
              <p:cNvSpPr txBox="1"/>
              <p:nvPr/>
            </p:nvSpPr>
            <p:spPr>
              <a:xfrm>
                <a:off x="5004429" y="3490342"/>
                <a:ext cx="43531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DF7D068-0EDF-D9B3-CFAB-8BBFD3C24E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429" y="3490342"/>
                <a:ext cx="435311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D5F2338-91E9-01D2-F6AD-DDE79B8B6C47}"/>
                  </a:ext>
                </a:extLst>
              </p:cNvPr>
              <p:cNvSpPr txBox="1"/>
              <p:nvPr/>
            </p:nvSpPr>
            <p:spPr>
              <a:xfrm>
                <a:off x="5237538" y="350342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D5F2338-91E9-01D2-F6AD-DDE79B8B6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7538" y="3503428"/>
                <a:ext cx="440056" cy="3385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E04C29F-30EA-7D27-4894-6F0CF65C07F7}"/>
                  </a:ext>
                </a:extLst>
              </p:cNvPr>
              <p:cNvSpPr txBox="1"/>
              <p:nvPr/>
            </p:nvSpPr>
            <p:spPr>
              <a:xfrm>
                <a:off x="5504435" y="350342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E04C29F-30EA-7D27-4894-6F0CF65C07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4435" y="3503428"/>
                <a:ext cx="440056" cy="33855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AFEE004-781F-BC87-E94D-90FD7A63B055}"/>
                  </a:ext>
                </a:extLst>
              </p:cNvPr>
              <p:cNvSpPr txBox="1"/>
              <p:nvPr/>
            </p:nvSpPr>
            <p:spPr>
              <a:xfrm>
                <a:off x="1623433" y="1416042"/>
                <a:ext cx="609845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𝐴𝑡𝑡𝑒𝑛𝑡𝑖𝑜𝑛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AFEE004-781F-BC87-E94D-90FD7A63B0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3433" y="1416042"/>
                <a:ext cx="6098458" cy="369332"/>
              </a:xfrm>
              <a:prstGeom prst="rect">
                <a:avLst/>
              </a:prstGeom>
              <a:blipFill>
                <a:blip r:embed="rId1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4C6B86F-0C8A-6FC9-D209-DBC98A359E2A}"/>
              </a:ext>
            </a:extLst>
          </p:cNvPr>
          <p:cNvCxnSpPr>
            <a:cxnSpLocks/>
          </p:cNvCxnSpPr>
          <p:nvPr/>
        </p:nvCxnSpPr>
        <p:spPr>
          <a:xfrm flipH="1">
            <a:off x="3802935" y="1737132"/>
            <a:ext cx="1077902" cy="732686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74FE1B3-A67D-6837-9EE6-1BAA38A03BE1}"/>
              </a:ext>
            </a:extLst>
          </p:cNvPr>
          <p:cNvCxnSpPr>
            <a:cxnSpLocks/>
          </p:cNvCxnSpPr>
          <p:nvPr/>
        </p:nvCxnSpPr>
        <p:spPr>
          <a:xfrm>
            <a:off x="5138688" y="1717592"/>
            <a:ext cx="1276289" cy="86974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8BE19BD-AE3C-7232-CEEE-29BE6A819BC7}"/>
              </a:ext>
            </a:extLst>
          </p:cNvPr>
          <p:cNvCxnSpPr>
            <a:cxnSpLocks/>
          </p:cNvCxnSpPr>
          <p:nvPr/>
        </p:nvCxnSpPr>
        <p:spPr>
          <a:xfrm>
            <a:off x="5484289" y="1648436"/>
            <a:ext cx="3661840" cy="140274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1341A86-BF14-30A4-4854-6410AB3BD3CA}"/>
                  </a:ext>
                </a:extLst>
              </p:cNvPr>
              <p:cNvSpPr txBox="1"/>
              <p:nvPr/>
            </p:nvSpPr>
            <p:spPr>
              <a:xfrm>
                <a:off x="2288606" y="5805524"/>
                <a:ext cx="391841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Q Matrix: Each row is a query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/>
                  <a:t> Matrix: Each column is a key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Matrix: Each row is a value</a:t>
                </a: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1341A86-BF14-30A4-4854-6410AB3BD3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8606" y="5805524"/>
                <a:ext cx="3918414" cy="923330"/>
              </a:xfrm>
              <a:prstGeom prst="rect">
                <a:avLst/>
              </a:prstGeom>
              <a:blipFill>
                <a:blip r:embed="rId16"/>
                <a:stretch>
                  <a:fillRect l="-1244" t="-3289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C8D83B-7218-6109-3F1B-B4176EC0A58D}"/>
              </a:ext>
            </a:extLst>
          </p:cNvPr>
          <p:cNvCxnSpPr/>
          <p:nvPr/>
        </p:nvCxnSpPr>
        <p:spPr>
          <a:xfrm>
            <a:off x="9430908" y="280717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6751F18-991B-8137-7591-471497E524B4}"/>
              </a:ext>
            </a:extLst>
          </p:cNvPr>
          <p:cNvCxnSpPr/>
          <p:nvPr/>
        </p:nvCxnSpPr>
        <p:spPr>
          <a:xfrm>
            <a:off x="9430908" y="3049956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E4D85CC-080E-68EF-1082-C99BC33006CC}"/>
              </a:ext>
            </a:extLst>
          </p:cNvPr>
          <p:cNvCxnSpPr/>
          <p:nvPr/>
        </p:nvCxnSpPr>
        <p:spPr>
          <a:xfrm>
            <a:off x="9430908" y="3335263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6CA0708-5842-0EA5-7F63-A672425978B9}"/>
              </a:ext>
            </a:extLst>
          </p:cNvPr>
          <p:cNvCxnSpPr/>
          <p:nvPr/>
        </p:nvCxnSpPr>
        <p:spPr>
          <a:xfrm>
            <a:off x="9430908" y="4595221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5289582-5DC1-AEB4-3D5A-23E51C9A20E9}"/>
                  </a:ext>
                </a:extLst>
              </p:cNvPr>
              <p:cNvSpPr txBox="1"/>
              <p:nvPr/>
            </p:nvSpPr>
            <p:spPr>
              <a:xfrm>
                <a:off x="10390471" y="2463131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5289582-5DC1-AEB4-3D5A-23E51C9A2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0471" y="2463131"/>
                <a:ext cx="428130" cy="3385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B64DDC-4B1B-6541-5A04-ABF563D9FE72}"/>
                  </a:ext>
                </a:extLst>
              </p:cNvPr>
              <p:cNvSpPr txBox="1"/>
              <p:nvPr/>
            </p:nvSpPr>
            <p:spPr>
              <a:xfrm>
                <a:off x="10390471" y="2742996"/>
                <a:ext cx="43646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B64DDC-4B1B-6541-5A04-ABF563D9FE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0471" y="2742996"/>
                <a:ext cx="436465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B80B2FD-544C-5E01-9D80-56D083441235}"/>
                  </a:ext>
                </a:extLst>
              </p:cNvPr>
              <p:cNvSpPr txBox="1"/>
              <p:nvPr/>
            </p:nvSpPr>
            <p:spPr>
              <a:xfrm>
                <a:off x="10387810" y="3003512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B80B2FD-544C-5E01-9D80-56D0834412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7810" y="3003512"/>
                <a:ext cx="432874" cy="3385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C6C34B83-315E-6233-51F8-898C6F42D304}"/>
              </a:ext>
            </a:extLst>
          </p:cNvPr>
          <p:cNvSpPr txBox="1"/>
          <p:nvPr/>
        </p:nvSpPr>
        <p:spPr>
          <a:xfrm>
            <a:off x="4674767" y="3569552"/>
            <a:ext cx="287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CE13FD1-550E-D732-0069-7BE2B688AA97}"/>
              </a:ext>
            </a:extLst>
          </p:cNvPr>
          <p:cNvSpPr txBox="1"/>
          <p:nvPr/>
        </p:nvSpPr>
        <p:spPr>
          <a:xfrm>
            <a:off x="8437162" y="3581846"/>
            <a:ext cx="287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</a:t>
            </a:r>
            <a:endParaRPr 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7B1C61B-0364-1DEE-BA2E-613BEF456114}"/>
              </a:ext>
            </a:extLst>
          </p:cNvPr>
          <p:cNvSpPr txBox="1"/>
          <p:nvPr/>
        </p:nvSpPr>
        <p:spPr>
          <a:xfrm>
            <a:off x="7490010" y="6145906"/>
            <a:ext cx="1940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X: Matrix MM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06589BD-9612-9D40-00F8-8AEF9ECAB34A}"/>
                  </a:ext>
                </a:extLst>
              </p:cNvPr>
              <p:cNvSpPr txBox="1"/>
              <p:nvPr/>
            </p:nvSpPr>
            <p:spPr>
              <a:xfrm>
                <a:off x="2868107" y="4321186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06589BD-9612-9D40-00F8-8AEF9ECAB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8107" y="4321186"/>
                <a:ext cx="428130" cy="338554"/>
              </a:xfrm>
              <a:prstGeom prst="rect">
                <a:avLst/>
              </a:prstGeom>
              <a:blipFill>
                <a:blip r:embed="rId20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FEC5354-D7F1-FB6D-81B6-50459992C313}"/>
                  </a:ext>
                </a:extLst>
              </p:cNvPr>
              <p:cNvSpPr txBox="1"/>
              <p:nvPr/>
            </p:nvSpPr>
            <p:spPr>
              <a:xfrm>
                <a:off x="7410155" y="3569552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FEC5354-D7F1-FB6D-81B6-50459992C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0155" y="3569552"/>
                <a:ext cx="440056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19F867F-6AF7-A4D2-F87A-343A0A5B3EDB}"/>
                  </a:ext>
                </a:extLst>
              </p:cNvPr>
              <p:cNvSpPr txBox="1"/>
              <p:nvPr/>
            </p:nvSpPr>
            <p:spPr>
              <a:xfrm>
                <a:off x="10412200" y="4302785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19F867F-6AF7-A4D2-F87A-343A0A5B3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2200" y="4302785"/>
                <a:ext cx="432874" cy="33855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8348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619DD-0C66-19C3-EA02-9F4B8F271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Zooming into Attention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8C3721-0F30-2411-85B7-C837D5D803DC}"/>
              </a:ext>
            </a:extLst>
          </p:cNvPr>
          <p:cNvSpPr/>
          <p:nvPr/>
        </p:nvSpPr>
        <p:spPr>
          <a:xfrm>
            <a:off x="1018692" y="2762947"/>
            <a:ext cx="2915093" cy="24365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067575-53FA-A7D8-C07B-51BECA2DD32F}"/>
              </a:ext>
            </a:extLst>
          </p:cNvPr>
          <p:cNvSpPr/>
          <p:nvPr/>
        </p:nvSpPr>
        <p:spPr>
          <a:xfrm>
            <a:off x="4403389" y="2762946"/>
            <a:ext cx="2915093" cy="2436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0FE4A7-C50D-23AF-4E5C-62CB6F1F9FED}"/>
              </a:ext>
            </a:extLst>
          </p:cNvPr>
          <p:cNvCxnSpPr/>
          <p:nvPr/>
        </p:nvCxnSpPr>
        <p:spPr>
          <a:xfrm>
            <a:off x="1224257" y="3030456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CCFED5A-7D9A-74A2-2B9D-46BED50366E1}"/>
              </a:ext>
            </a:extLst>
          </p:cNvPr>
          <p:cNvCxnSpPr/>
          <p:nvPr/>
        </p:nvCxnSpPr>
        <p:spPr>
          <a:xfrm>
            <a:off x="1224257" y="3273233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03A957F-B9F3-A9FD-F9F0-0F3E85953B46}"/>
              </a:ext>
            </a:extLst>
          </p:cNvPr>
          <p:cNvCxnSpPr/>
          <p:nvPr/>
        </p:nvCxnSpPr>
        <p:spPr>
          <a:xfrm>
            <a:off x="1224257" y="355854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512171-ABAC-24A5-51AB-1CC97995A1F1}"/>
              </a:ext>
            </a:extLst>
          </p:cNvPr>
          <p:cNvCxnSpPr/>
          <p:nvPr/>
        </p:nvCxnSpPr>
        <p:spPr>
          <a:xfrm>
            <a:off x="1224257" y="4818498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AF47EE9-D914-06C0-998E-AAD558DEE19E}"/>
                  </a:ext>
                </a:extLst>
              </p:cNvPr>
              <p:cNvSpPr txBox="1"/>
              <p:nvPr/>
            </p:nvSpPr>
            <p:spPr>
              <a:xfrm>
                <a:off x="470994" y="3714387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AF47EE9-D914-06C0-998E-AAD558DEE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994" y="3714387"/>
                <a:ext cx="3657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D040DCE-8EB5-69B0-F217-259728A4FF5A}"/>
              </a:ext>
            </a:extLst>
          </p:cNvPr>
          <p:cNvCxnSpPr>
            <a:cxnSpLocks/>
          </p:cNvCxnSpPr>
          <p:nvPr/>
        </p:nvCxnSpPr>
        <p:spPr>
          <a:xfrm>
            <a:off x="4638190" y="2975521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CBDE473-1811-7337-86AF-C346494E5951}"/>
              </a:ext>
            </a:extLst>
          </p:cNvPr>
          <p:cNvCxnSpPr>
            <a:cxnSpLocks/>
          </p:cNvCxnSpPr>
          <p:nvPr/>
        </p:nvCxnSpPr>
        <p:spPr>
          <a:xfrm>
            <a:off x="4880967" y="2975521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0362769-E4B3-B838-199B-24B51C66E624}"/>
              </a:ext>
            </a:extLst>
          </p:cNvPr>
          <p:cNvCxnSpPr>
            <a:cxnSpLocks/>
          </p:cNvCxnSpPr>
          <p:nvPr/>
        </p:nvCxnSpPr>
        <p:spPr>
          <a:xfrm>
            <a:off x="5139693" y="2975521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ABF7F9D-D3D4-9621-5889-1B403398C357}"/>
              </a:ext>
            </a:extLst>
          </p:cNvPr>
          <p:cNvCxnSpPr>
            <a:cxnSpLocks/>
          </p:cNvCxnSpPr>
          <p:nvPr/>
        </p:nvCxnSpPr>
        <p:spPr>
          <a:xfrm>
            <a:off x="6466990" y="3030456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DE742FC-57B6-D285-8A0E-749B883FE20F}"/>
              </a:ext>
            </a:extLst>
          </p:cNvPr>
          <p:cNvCxnSpPr>
            <a:cxnSpLocks/>
          </p:cNvCxnSpPr>
          <p:nvPr/>
        </p:nvCxnSpPr>
        <p:spPr>
          <a:xfrm>
            <a:off x="6746981" y="3030456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4DF9B06-435D-FCB7-8816-CE8FB2553978}"/>
              </a:ext>
            </a:extLst>
          </p:cNvPr>
          <p:cNvCxnSpPr>
            <a:cxnSpLocks/>
          </p:cNvCxnSpPr>
          <p:nvPr/>
        </p:nvCxnSpPr>
        <p:spPr>
          <a:xfrm>
            <a:off x="7037604" y="3030456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47C522D-9023-A923-274E-57CAE9B6A7BF}"/>
                  </a:ext>
                </a:extLst>
              </p:cNvPr>
              <p:cNvSpPr txBox="1"/>
              <p:nvPr/>
            </p:nvSpPr>
            <p:spPr>
              <a:xfrm>
                <a:off x="5730690" y="5362531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47C522D-9023-A923-274E-57CAE9B6A7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0690" y="5362531"/>
                <a:ext cx="3657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58FE468-CEAA-B582-61FF-1EE4C21A04A0}"/>
                  </a:ext>
                </a:extLst>
              </p:cNvPr>
              <p:cNvSpPr txBox="1"/>
              <p:nvPr/>
            </p:nvSpPr>
            <p:spPr>
              <a:xfrm>
                <a:off x="2170034" y="2150839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58FE468-CEAA-B582-61FF-1EE4C21A04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0034" y="2150839"/>
                <a:ext cx="48769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BCD3B5D-FBAD-260C-96B1-24EBB9EC0FCA}"/>
                  </a:ext>
                </a:extLst>
              </p:cNvPr>
              <p:cNvSpPr txBox="1"/>
              <p:nvPr/>
            </p:nvSpPr>
            <p:spPr>
              <a:xfrm>
                <a:off x="7379301" y="3778004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BCD3B5D-FBAD-260C-96B1-24EBB9EC0F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9301" y="3778004"/>
                <a:ext cx="48769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9485F0B-A67D-3AF2-2038-70E02D087E49}"/>
                  </a:ext>
                </a:extLst>
              </p:cNvPr>
              <p:cNvSpPr txBox="1"/>
              <p:nvPr/>
            </p:nvSpPr>
            <p:spPr>
              <a:xfrm>
                <a:off x="2183820" y="2686408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9485F0B-A67D-3AF2-2038-70E02D087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820" y="2686408"/>
                <a:ext cx="428130" cy="338554"/>
              </a:xfrm>
              <a:prstGeom prst="rect">
                <a:avLst/>
              </a:prstGeom>
              <a:blipFill>
                <a:blip r:embed="rId6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D9E81C1-A92B-147E-908F-083F88D9B279}"/>
                  </a:ext>
                </a:extLst>
              </p:cNvPr>
              <p:cNvSpPr txBox="1"/>
              <p:nvPr/>
            </p:nvSpPr>
            <p:spPr>
              <a:xfrm>
                <a:off x="2183820" y="2966273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D9E81C1-A92B-147E-908F-083F88D9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820" y="2966273"/>
                <a:ext cx="432874" cy="338554"/>
              </a:xfrm>
              <a:prstGeom prst="rect">
                <a:avLst/>
              </a:prstGeom>
              <a:blipFill>
                <a:blip r:embed="rId7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9ECD25A-368E-7814-54B9-D94A548D5193}"/>
                  </a:ext>
                </a:extLst>
              </p:cNvPr>
              <p:cNvSpPr txBox="1"/>
              <p:nvPr/>
            </p:nvSpPr>
            <p:spPr>
              <a:xfrm>
                <a:off x="2181159" y="3226789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9ECD25A-368E-7814-54B9-D94A548D51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1159" y="3226789"/>
                <a:ext cx="432874" cy="338554"/>
              </a:xfrm>
              <a:prstGeom prst="rect">
                <a:avLst/>
              </a:prstGeom>
              <a:blipFill>
                <a:blip r:embed="rId8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0F9CED4-5521-D256-C8CF-B4DFD6BA520A}"/>
                  </a:ext>
                </a:extLst>
              </p:cNvPr>
              <p:cNvSpPr txBox="1"/>
              <p:nvPr/>
            </p:nvSpPr>
            <p:spPr>
              <a:xfrm>
                <a:off x="4320142" y="3665955"/>
                <a:ext cx="43531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0F9CED4-5521-D256-C8CF-B4DFD6BA5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0142" y="3665955"/>
                <a:ext cx="435311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0350B37-C884-4749-C953-28618F0F784B}"/>
                  </a:ext>
                </a:extLst>
              </p:cNvPr>
              <p:cNvSpPr txBox="1"/>
              <p:nvPr/>
            </p:nvSpPr>
            <p:spPr>
              <a:xfrm>
                <a:off x="4553251" y="3679041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0350B37-C884-4749-C953-28618F0F78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3251" y="3679041"/>
                <a:ext cx="440056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5A7D792-4BD1-CD1B-D256-AB53786D2FD2}"/>
                  </a:ext>
                </a:extLst>
              </p:cNvPr>
              <p:cNvSpPr txBox="1"/>
              <p:nvPr/>
            </p:nvSpPr>
            <p:spPr>
              <a:xfrm>
                <a:off x="4820148" y="3679041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5A7D792-4BD1-CD1B-D256-AB53786D2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0148" y="3679041"/>
                <a:ext cx="440056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10090BA8-2759-E739-EDF1-F863BDC6F924}"/>
              </a:ext>
            </a:extLst>
          </p:cNvPr>
          <p:cNvSpPr txBox="1"/>
          <p:nvPr/>
        </p:nvSpPr>
        <p:spPr>
          <a:xfrm>
            <a:off x="3990480" y="3745165"/>
            <a:ext cx="287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33CB49E-F27E-84A9-A2F5-B75879E03CCF}"/>
                  </a:ext>
                </a:extLst>
              </p:cNvPr>
              <p:cNvSpPr txBox="1"/>
              <p:nvPr/>
            </p:nvSpPr>
            <p:spPr>
              <a:xfrm>
                <a:off x="2183820" y="4496799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33CB49E-F27E-84A9-A2F5-B75879E03C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820" y="4496799"/>
                <a:ext cx="428130" cy="338554"/>
              </a:xfrm>
              <a:prstGeom prst="rect">
                <a:avLst/>
              </a:prstGeom>
              <a:blipFill>
                <a:blip r:embed="rId12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EBBD941-B716-F22E-CFF4-B740D4572456}"/>
                  </a:ext>
                </a:extLst>
              </p:cNvPr>
              <p:cNvSpPr txBox="1"/>
              <p:nvPr/>
            </p:nvSpPr>
            <p:spPr>
              <a:xfrm>
                <a:off x="6725868" y="3745165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EBBD941-B716-F22E-CFF4-B740D4572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5868" y="3745165"/>
                <a:ext cx="440056" cy="3385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65C8145C-87DC-5FB5-F604-BF40AA94F458}"/>
              </a:ext>
            </a:extLst>
          </p:cNvPr>
          <p:cNvSpPr txBox="1"/>
          <p:nvPr/>
        </p:nvSpPr>
        <p:spPr>
          <a:xfrm>
            <a:off x="7922550" y="3704223"/>
            <a:ext cx="287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=</a:t>
            </a:r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68EBF09-04FE-3994-7024-F2F0E0FC9098}"/>
              </a:ext>
            </a:extLst>
          </p:cNvPr>
          <p:cNvSpPr/>
          <p:nvPr/>
        </p:nvSpPr>
        <p:spPr>
          <a:xfrm>
            <a:off x="8645778" y="2716778"/>
            <a:ext cx="2915093" cy="2436553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AF1BCA0-B43B-18C0-BF03-6CA68826642F}"/>
                  </a:ext>
                </a:extLst>
              </p:cNvPr>
              <p:cNvSpPr txBox="1"/>
              <p:nvPr/>
            </p:nvSpPr>
            <p:spPr>
              <a:xfrm>
                <a:off x="11749598" y="3729776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AF1BCA0-B43B-18C0-BF03-6CA6882664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9598" y="3729776"/>
                <a:ext cx="365741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9EC99AD-FEBA-E55C-4BE8-5D3991723876}"/>
                  </a:ext>
                </a:extLst>
              </p:cNvPr>
              <p:cNvSpPr txBox="1"/>
              <p:nvPr/>
            </p:nvSpPr>
            <p:spPr>
              <a:xfrm>
                <a:off x="9970639" y="5453365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9EC99AD-FEBA-E55C-4BE8-5D3991723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0639" y="5453365"/>
                <a:ext cx="365741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81E0F5A-77F2-77E5-BB5E-4FB92A848DE8}"/>
              </a:ext>
            </a:extLst>
          </p:cNvPr>
          <p:cNvCxnSpPr>
            <a:cxnSpLocks/>
          </p:cNvCxnSpPr>
          <p:nvPr/>
        </p:nvCxnSpPr>
        <p:spPr>
          <a:xfrm>
            <a:off x="836735" y="2775188"/>
            <a:ext cx="0" cy="2424311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C7C6A7A-C3E3-DE6B-81E7-70077B8CBB1F}"/>
              </a:ext>
            </a:extLst>
          </p:cNvPr>
          <p:cNvCxnSpPr>
            <a:cxnSpLocks/>
          </p:cNvCxnSpPr>
          <p:nvPr/>
        </p:nvCxnSpPr>
        <p:spPr>
          <a:xfrm flipH="1">
            <a:off x="1018692" y="2638978"/>
            <a:ext cx="291509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0DCEA5C-9BD0-DFDA-1BEE-23FD1975E379}"/>
              </a:ext>
            </a:extLst>
          </p:cNvPr>
          <p:cNvCxnSpPr>
            <a:cxnSpLocks/>
          </p:cNvCxnSpPr>
          <p:nvPr/>
        </p:nvCxnSpPr>
        <p:spPr>
          <a:xfrm flipH="1">
            <a:off x="4403389" y="5362531"/>
            <a:ext cx="291509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CB87741-656C-0DFB-12AF-B6A3002DF406}"/>
              </a:ext>
            </a:extLst>
          </p:cNvPr>
          <p:cNvCxnSpPr>
            <a:cxnSpLocks/>
          </p:cNvCxnSpPr>
          <p:nvPr/>
        </p:nvCxnSpPr>
        <p:spPr>
          <a:xfrm>
            <a:off x="7456435" y="2716778"/>
            <a:ext cx="0" cy="2482721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3F71BA8-DE77-75D8-47ED-2E49E566FED7}"/>
              </a:ext>
            </a:extLst>
          </p:cNvPr>
          <p:cNvCxnSpPr>
            <a:cxnSpLocks/>
          </p:cNvCxnSpPr>
          <p:nvPr/>
        </p:nvCxnSpPr>
        <p:spPr>
          <a:xfrm flipH="1">
            <a:off x="8645778" y="5336561"/>
            <a:ext cx="291509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58FA801-E1FC-3DD2-00B3-4BAF18DB50B6}"/>
              </a:ext>
            </a:extLst>
          </p:cNvPr>
          <p:cNvCxnSpPr>
            <a:cxnSpLocks/>
          </p:cNvCxnSpPr>
          <p:nvPr/>
        </p:nvCxnSpPr>
        <p:spPr>
          <a:xfrm>
            <a:off x="11749598" y="2729304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DF80E6E-789D-5E2F-69ED-135641CE1417}"/>
                  </a:ext>
                </a:extLst>
              </p:cNvPr>
              <p:cNvSpPr txBox="1"/>
              <p:nvPr/>
            </p:nvSpPr>
            <p:spPr>
              <a:xfrm>
                <a:off x="8662344" y="276294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DF80E6E-789D-5E2F-69ED-135641CE14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2344" y="2762946"/>
                <a:ext cx="635841" cy="369332"/>
              </a:xfrm>
              <a:prstGeom prst="rect">
                <a:avLst/>
              </a:prstGeom>
              <a:blipFill>
                <a:blip r:embed="rId16"/>
                <a:stretch>
                  <a:fillRect r="-5769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DCB1AE5-4C62-ECE3-4DD1-4444355F878B}"/>
                  </a:ext>
                </a:extLst>
              </p:cNvPr>
              <p:cNvSpPr txBox="1"/>
              <p:nvPr/>
            </p:nvSpPr>
            <p:spPr>
              <a:xfrm>
                <a:off x="9350911" y="2760214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DCB1AE5-4C62-ECE3-4DD1-4444355F87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0911" y="2760214"/>
                <a:ext cx="635841" cy="369332"/>
              </a:xfrm>
              <a:prstGeom prst="rect">
                <a:avLst/>
              </a:prstGeom>
              <a:blipFill>
                <a:blip r:embed="rId17"/>
                <a:stretch>
                  <a:fillRect r="-6731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BFF8B51-1BE2-9116-CAE9-F962E827A48D}"/>
                  </a:ext>
                </a:extLst>
              </p:cNvPr>
              <p:cNvSpPr txBox="1"/>
              <p:nvPr/>
            </p:nvSpPr>
            <p:spPr>
              <a:xfrm>
                <a:off x="10836096" y="2781607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BFF8B51-1BE2-9116-CAE9-F962E827A4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6096" y="2781607"/>
                <a:ext cx="635841" cy="369332"/>
              </a:xfrm>
              <a:prstGeom prst="rect">
                <a:avLst/>
              </a:prstGeom>
              <a:blipFill>
                <a:blip r:embed="rId18"/>
                <a:stretch>
                  <a:fillRect r="-5769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>
            <a:extLst>
              <a:ext uri="{FF2B5EF4-FFF2-40B4-BE49-F238E27FC236}">
                <a16:creationId xmlns:a16="http://schemas.microsoft.com/office/drawing/2014/main" id="{045AEE90-7244-243B-5D92-820C6C40E195}"/>
              </a:ext>
            </a:extLst>
          </p:cNvPr>
          <p:cNvSpPr txBox="1"/>
          <p:nvPr/>
        </p:nvSpPr>
        <p:spPr>
          <a:xfrm>
            <a:off x="10127169" y="2716778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90D2B26-E330-C070-F4D9-058E54CD95B2}"/>
                  </a:ext>
                </a:extLst>
              </p:cNvPr>
              <p:cNvSpPr txBox="1"/>
              <p:nvPr/>
            </p:nvSpPr>
            <p:spPr>
              <a:xfrm>
                <a:off x="8662344" y="328247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90D2B26-E330-C070-F4D9-058E54CD9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2344" y="3282471"/>
                <a:ext cx="635841" cy="369332"/>
              </a:xfrm>
              <a:prstGeom prst="rect">
                <a:avLst/>
              </a:prstGeom>
              <a:blipFill>
                <a:blip r:embed="rId19"/>
                <a:stretch>
                  <a:fillRect r="-6731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691C903-A030-8783-2F4D-98EAF630AE35}"/>
                  </a:ext>
                </a:extLst>
              </p:cNvPr>
              <p:cNvSpPr txBox="1"/>
              <p:nvPr/>
            </p:nvSpPr>
            <p:spPr>
              <a:xfrm>
                <a:off x="9350911" y="3279739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691C903-A030-8783-2F4D-98EAF630A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0911" y="3279739"/>
                <a:ext cx="635841" cy="369332"/>
              </a:xfrm>
              <a:prstGeom prst="rect">
                <a:avLst/>
              </a:prstGeom>
              <a:blipFill>
                <a:blip r:embed="rId20"/>
                <a:stretch>
                  <a:fillRect r="-7692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A143B71-2D4B-D624-D4CE-25A354976F08}"/>
                  </a:ext>
                </a:extLst>
              </p:cNvPr>
              <p:cNvSpPr txBox="1"/>
              <p:nvPr/>
            </p:nvSpPr>
            <p:spPr>
              <a:xfrm>
                <a:off x="10836096" y="3301132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A143B71-2D4B-D624-D4CE-25A354976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6096" y="3301132"/>
                <a:ext cx="635841" cy="369332"/>
              </a:xfrm>
              <a:prstGeom prst="rect">
                <a:avLst/>
              </a:prstGeom>
              <a:blipFill>
                <a:blip r:embed="rId21"/>
                <a:stretch>
                  <a:fillRect r="-6731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TextBox 52">
            <a:extLst>
              <a:ext uri="{FF2B5EF4-FFF2-40B4-BE49-F238E27FC236}">
                <a16:creationId xmlns:a16="http://schemas.microsoft.com/office/drawing/2014/main" id="{0C7D01E6-DBE4-3C68-254B-6B4EE4792E90}"/>
              </a:ext>
            </a:extLst>
          </p:cNvPr>
          <p:cNvSpPr txBox="1"/>
          <p:nvPr/>
        </p:nvSpPr>
        <p:spPr>
          <a:xfrm>
            <a:off x="10127169" y="3236303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EA4C4DE-1A45-40F2-B659-9A8864142C85}"/>
                  </a:ext>
                </a:extLst>
              </p:cNvPr>
              <p:cNvSpPr txBox="1"/>
              <p:nvPr/>
            </p:nvSpPr>
            <p:spPr>
              <a:xfrm>
                <a:off x="8671194" y="4691747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EA4C4DE-1A45-40F2-B659-9A8864142C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1194" y="4691747"/>
                <a:ext cx="635841" cy="369332"/>
              </a:xfrm>
              <a:prstGeom prst="rect">
                <a:avLst/>
              </a:prstGeom>
              <a:blipFill>
                <a:blip r:embed="rId22"/>
                <a:stretch>
                  <a:fillRect r="-5714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F3C15DA-D9D9-1C46-8BBD-F4F0BB4B3581}"/>
                  </a:ext>
                </a:extLst>
              </p:cNvPr>
              <p:cNvSpPr txBox="1"/>
              <p:nvPr/>
            </p:nvSpPr>
            <p:spPr>
              <a:xfrm>
                <a:off x="9359761" y="4689015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F3C15DA-D9D9-1C46-8BBD-F4F0BB4B35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9761" y="4689015"/>
                <a:ext cx="635841" cy="369332"/>
              </a:xfrm>
              <a:prstGeom prst="rect">
                <a:avLst/>
              </a:prstGeom>
              <a:blipFill>
                <a:blip r:embed="rId23"/>
                <a:stretch>
                  <a:fillRect r="-6667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855E44D-5610-91C0-0F06-13185C9D416A}"/>
                  </a:ext>
                </a:extLst>
              </p:cNvPr>
              <p:cNvSpPr txBox="1"/>
              <p:nvPr/>
            </p:nvSpPr>
            <p:spPr>
              <a:xfrm>
                <a:off x="10844946" y="4710408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855E44D-5610-91C0-0F06-13185C9D41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4946" y="4710408"/>
                <a:ext cx="635841" cy="369332"/>
              </a:xfrm>
              <a:prstGeom prst="rect">
                <a:avLst/>
              </a:prstGeom>
              <a:blipFill>
                <a:blip r:embed="rId24"/>
                <a:stretch>
                  <a:fillRect r="-6731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6155E8D6-79B7-9960-6D00-401EE06EFE94}"/>
              </a:ext>
            </a:extLst>
          </p:cNvPr>
          <p:cNvSpPr txBox="1"/>
          <p:nvPr/>
        </p:nvSpPr>
        <p:spPr>
          <a:xfrm>
            <a:off x="10136019" y="4645579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744714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78540-BFBE-3299-5E84-CE750B176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Zooming into Attention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3A028F-C908-CDBD-856A-99F271E00DB0}"/>
              </a:ext>
            </a:extLst>
          </p:cNvPr>
          <p:cNvSpPr/>
          <p:nvPr/>
        </p:nvSpPr>
        <p:spPr>
          <a:xfrm>
            <a:off x="1718138" y="2420052"/>
            <a:ext cx="2915093" cy="2436553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41620FB-7BDA-830C-6BD2-D28CD8EFA4DB}"/>
                  </a:ext>
                </a:extLst>
              </p:cNvPr>
              <p:cNvSpPr txBox="1"/>
              <p:nvPr/>
            </p:nvSpPr>
            <p:spPr>
              <a:xfrm>
                <a:off x="3042999" y="5156639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41620FB-7BDA-830C-6BD2-D28CD8EFA4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999" y="5156639"/>
                <a:ext cx="3657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75B1083-B8E3-535C-4FFF-2B4D512849AF}"/>
              </a:ext>
            </a:extLst>
          </p:cNvPr>
          <p:cNvCxnSpPr>
            <a:cxnSpLocks/>
          </p:cNvCxnSpPr>
          <p:nvPr/>
        </p:nvCxnSpPr>
        <p:spPr>
          <a:xfrm flipH="1">
            <a:off x="1718138" y="5039835"/>
            <a:ext cx="291509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37CC758-1F27-0DC0-6A7B-7E7E98413828}"/>
              </a:ext>
            </a:extLst>
          </p:cNvPr>
          <p:cNvCxnSpPr>
            <a:cxnSpLocks/>
          </p:cNvCxnSpPr>
          <p:nvPr/>
        </p:nvCxnSpPr>
        <p:spPr>
          <a:xfrm>
            <a:off x="1461084" y="2420052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F438C1A-7B60-3082-DB5F-3DC7A49999CA}"/>
                  </a:ext>
                </a:extLst>
              </p:cNvPr>
              <p:cNvSpPr txBox="1"/>
              <p:nvPr/>
            </p:nvSpPr>
            <p:spPr>
              <a:xfrm>
                <a:off x="1734704" y="246622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F438C1A-7B60-3082-DB5F-3DC7A49999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4704" y="2466220"/>
                <a:ext cx="635841" cy="369332"/>
              </a:xfrm>
              <a:prstGeom prst="rect">
                <a:avLst/>
              </a:prstGeom>
              <a:blipFill>
                <a:blip r:embed="rId3"/>
                <a:stretch>
                  <a:fillRect r="-5769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F49558F-CFAB-EE59-AD35-06A956AE8E8D}"/>
                  </a:ext>
                </a:extLst>
              </p:cNvPr>
              <p:cNvSpPr txBox="1"/>
              <p:nvPr/>
            </p:nvSpPr>
            <p:spPr>
              <a:xfrm>
                <a:off x="2423271" y="2463488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F49558F-CFAB-EE59-AD35-06A956AE8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271" y="2463488"/>
                <a:ext cx="635841" cy="369332"/>
              </a:xfrm>
              <a:prstGeom prst="rect">
                <a:avLst/>
              </a:prstGeom>
              <a:blipFill>
                <a:blip r:embed="rId4"/>
                <a:stretch>
                  <a:fillRect r="-6731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E130C314-36FC-8C6B-DB24-A54B64D78FB8}"/>
              </a:ext>
            </a:extLst>
          </p:cNvPr>
          <p:cNvSpPr txBox="1"/>
          <p:nvPr/>
        </p:nvSpPr>
        <p:spPr>
          <a:xfrm>
            <a:off x="3199529" y="2420052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3211A11-C28B-081C-E302-E5E977806238}"/>
                  </a:ext>
                </a:extLst>
              </p:cNvPr>
              <p:cNvSpPr txBox="1"/>
              <p:nvPr/>
            </p:nvSpPr>
            <p:spPr>
              <a:xfrm>
                <a:off x="1734704" y="2985745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3211A11-C28B-081C-E302-E5E9778062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4704" y="2985745"/>
                <a:ext cx="635841" cy="369332"/>
              </a:xfrm>
              <a:prstGeom prst="rect">
                <a:avLst/>
              </a:prstGeom>
              <a:blipFill>
                <a:blip r:embed="rId5"/>
                <a:stretch>
                  <a:fillRect r="-6731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EEF6DD1-32EE-E90F-CCA0-4F927E8F446A}"/>
                  </a:ext>
                </a:extLst>
              </p:cNvPr>
              <p:cNvSpPr txBox="1"/>
              <p:nvPr/>
            </p:nvSpPr>
            <p:spPr>
              <a:xfrm>
                <a:off x="2423271" y="2983013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EEF6DD1-32EE-E90F-CCA0-4F927E8F44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271" y="2983013"/>
                <a:ext cx="635841" cy="369332"/>
              </a:xfrm>
              <a:prstGeom prst="rect">
                <a:avLst/>
              </a:prstGeom>
              <a:blipFill>
                <a:blip r:embed="rId6"/>
                <a:stretch>
                  <a:fillRect r="-7692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327F693-8A1D-5173-F124-301F3048F0AD}"/>
                  </a:ext>
                </a:extLst>
              </p:cNvPr>
              <p:cNvSpPr txBox="1"/>
              <p:nvPr/>
            </p:nvSpPr>
            <p:spPr>
              <a:xfrm>
                <a:off x="3908456" y="300440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327F693-8A1D-5173-F124-301F3048F0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8456" y="3004406"/>
                <a:ext cx="635841" cy="369332"/>
              </a:xfrm>
              <a:prstGeom prst="rect">
                <a:avLst/>
              </a:prstGeom>
              <a:blipFill>
                <a:blip r:embed="rId7"/>
                <a:stretch>
                  <a:fillRect r="-6731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3EC92F12-1AD8-D854-8427-CCBD282F1DD6}"/>
              </a:ext>
            </a:extLst>
          </p:cNvPr>
          <p:cNvSpPr txBox="1"/>
          <p:nvPr/>
        </p:nvSpPr>
        <p:spPr>
          <a:xfrm>
            <a:off x="3199529" y="2939577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F6A0A6C-4450-48A1-2F4F-AF3C21264F4E}"/>
                  </a:ext>
                </a:extLst>
              </p:cNvPr>
              <p:cNvSpPr txBox="1"/>
              <p:nvPr/>
            </p:nvSpPr>
            <p:spPr>
              <a:xfrm>
                <a:off x="1743554" y="439502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F6A0A6C-4450-48A1-2F4F-AF3C21264F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3554" y="4395021"/>
                <a:ext cx="635841" cy="369332"/>
              </a:xfrm>
              <a:prstGeom prst="rect">
                <a:avLst/>
              </a:prstGeom>
              <a:blipFill>
                <a:blip r:embed="rId8"/>
                <a:stretch>
                  <a:fillRect r="-6731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1C54C2B-FB67-120A-AC6B-11D1EB265B09}"/>
                  </a:ext>
                </a:extLst>
              </p:cNvPr>
              <p:cNvSpPr txBox="1"/>
              <p:nvPr/>
            </p:nvSpPr>
            <p:spPr>
              <a:xfrm>
                <a:off x="2432121" y="4392289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1C54C2B-FB67-120A-AC6B-11D1EB265B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2121" y="4392289"/>
                <a:ext cx="635841" cy="369332"/>
              </a:xfrm>
              <a:prstGeom prst="rect">
                <a:avLst/>
              </a:prstGeom>
              <a:blipFill>
                <a:blip r:embed="rId9"/>
                <a:stretch>
                  <a:fillRect r="-7692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B2EFBB3-5A3B-77B2-B165-16EA08C51C1F}"/>
                  </a:ext>
                </a:extLst>
              </p:cNvPr>
              <p:cNvSpPr txBox="1"/>
              <p:nvPr/>
            </p:nvSpPr>
            <p:spPr>
              <a:xfrm>
                <a:off x="3917306" y="4413682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B2EFBB3-5A3B-77B2-B165-16EA08C51C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7306" y="4413682"/>
                <a:ext cx="635841" cy="369332"/>
              </a:xfrm>
              <a:prstGeom prst="rect">
                <a:avLst/>
              </a:prstGeom>
              <a:blipFill>
                <a:blip r:embed="rId10"/>
                <a:stretch>
                  <a:fillRect r="-6731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E539FCC5-9F2B-B371-EE1C-2B92DA63B016}"/>
              </a:ext>
            </a:extLst>
          </p:cNvPr>
          <p:cNvSpPr txBox="1"/>
          <p:nvPr/>
        </p:nvSpPr>
        <p:spPr>
          <a:xfrm>
            <a:off x="3208379" y="4348853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CF5D147-6FFE-B296-A0C4-70884C294528}"/>
                  </a:ext>
                </a:extLst>
              </p:cNvPr>
              <p:cNvSpPr txBox="1"/>
              <p:nvPr/>
            </p:nvSpPr>
            <p:spPr>
              <a:xfrm>
                <a:off x="966816" y="3373738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CF5D147-6FFE-B296-A0C4-70884C2945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816" y="3373738"/>
                <a:ext cx="36574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Left Bracket 20">
            <a:extLst>
              <a:ext uri="{FF2B5EF4-FFF2-40B4-BE49-F238E27FC236}">
                <a16:creationId xmlns:a16="http://schemas.microsoft.com/office/drawing/2014/main" id="{C641015A-936C-50FA-AD97-1FFE54F41AF9}"/>
              </a:ext>
            </a:extLst>
          </p:cNvPr>
          <p:cNvSpPr/>
          <p:nvPr/>
        </p:nvSpPr>
        <p:spPr>
          <a:xfrm>
            <a:off x="1005455" y="1819926"/>
            <a:ext cx="496187" cy="3657600"/>
          </a:xfrm>
          <a:prstGeom prst="leftBracke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Left Bracket 21">
            <a:extLst>
              <a:ext uri="{FF2B5EF4-FFF2-40B4-BE49-F238E27FC236}">
                <a16:creationId xmlns:a16="http://schemas.microsoft.com/office/drawing/2014/main" id="{18090B54-2B7C-8822-9089-00A1C8F89D92}"/>
              </a:ext>
            </a:extLst>
          </p:cNvPr>
          <p:cNvSpPr/>
          <p:nvPr/>
        </p:nvSpPr>
        <p:spPr>
          <a:xfrm rot="10800000">
            <a:off x="4380702" y="1868371"/>
            <a:ext cx="496187" cy="3657600"/>
          </a:xfrm>
          <a:prstGeom prst="leftBracke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C1D43A-1B8C-2EF7-D36F-AB72248A01DB}"/>
              </a:ext>
            </a:extLst>
          </p:cNvPr>
          <p:cNvSpPr txBox="1"/>
          <p:nvPr/>
        </p:nvSpPr>
        <p:spPr>
          <a:xfrm>
            <a:off x="112928" y="3399416"/>
            <a:ext cx="951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Softmax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91DEA7-0CAE-F335-2F0E-9B85C51A40D6}"/>
              </a:ext>
            </a:extLst>
          </p:cNvPr>
          <p:cNvSpPr txBox="1"/>
          <p:nvPr/>
        </p:nvSpPr>
        <p:spPr>
          <a:xfrm>
            <a:off x="5367598" y="3198167"/>
            <a:ext cx="287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=</a:t>
            </a:r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71ACB66-B644-B137-AA90-49621E1D17BC}"/>
              </a:ext>
            </a:extLst>
          </p:cNvPr>
          <p:cNvSpPr/>
          <p:nvPr/>
        </p:nvSpPr>
        <p:spPr>
          <a:xfrm>
            <a:off x="6453525" y="2454675"/>
            <a:ext cx="2915093" cy="2436553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04A8F05-FE8E-B1B7-D9C1-F3F024616D55}"/>
                  </a:ext>
                </a:extLst>
              </p:cNvPr>
              <p:cNvSpPr txBox="1"/>
              <p:nvPr/>
            </p:nvSpPr>
            <p:spPr>
              <a:xfrm>
                <a:off x="9557345" y="3467673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04A8F05-FE8E-B1B7-D9C1-F3F024616D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7345" y="3467673"/>
                <a:ext cx="36574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6F3242B-6506-CB9B-8819-6E8214967696}"/>
                  </a:ext>
                </a:extLst>
              </p:cNvPr>
              <p:cNvSpPr txBox="1"/>
              <p:nvPr/>
            </p:nvSpPr>
            <p:spPr>
              <a:xfrm>
                <a:off x="7778386" y="5191262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6F3242B-6506-CB9B-8819-6E82149676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8386" y="5191262"/>
                <a:ext cx="36574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D48D59C-F49D-4F6F-E5E7-5F87984019E0}"/>
              </a:ext>
            </a:extLst>
          </p:cNvPr>
          <p:cNvCxnSpPr>
            <a:cxnSpLocks/>
          </p:cNvCxnSpPr>
          <p:nvPr/>
        </p:nvCxnSpPr>
        <p:spPr>
          <a:xfrm flipH="1">
            <a:off x="6453525" y="5074458"/>
            <a:ext cx="291509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073C470-4956-2563-9A15-DAEC28641306}"/>
              </a:ext>
            </a:extLst>
          </p:cNvPr>
          <p:cNvCxnSpPr>
            <a:cxnSpLocks/>
          </p:cNvCxnSpPr>
          <p:nvPr/>
        </p:nvCxnSpPr>
        <p:spPr>
          <a:xfrm>
            <a:off x="9557345" y="2467201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151F19C-C1F2-340F-8D60-7D032005E564}"/>
                  </a:ext>
                </a:extLst>
              </p:cNvPr>
              <p:cNvSpPr txBox="1"/>
              <p:nvPr/>
            </p:nvSpPr>
            <p:spPr>
              <a:xfrm>
                <a:off x="6470091" y="2500843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151F19C-C1F2-340F-8D60-7D032005E5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0091" y="2500843"/>
                <a:ext cx="635841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923FFB0-3A39-26D4-1C68-A47740AA5D05}"/>
                  </a:ext>
                </a:extLst>
              </p:cNvPr>
              <p:cNvSpPr txBox="1"/>
              <p:nvPr/>
            </p:nvSpPr>
            <p:spPr>
              <a:xfrm>
                <a:off x="7158658" y="249811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923FFB0-3A39-26D4-1C68-A47740AA5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8658" y="2498111"/>
                <a:ext cx="635841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1A7614D-3597-17AC-3161-336D715061E5}"/>
                  </a:ext>
                </a:extLst>
              </p:cNvPr>
              <p:cNvSpPr txBox="1"/>
              <p:nvPr/>
            </p:nvSpPr>
            <p:spPr>
              <a:xfrm>
                <a:off x="8643843" y="2519504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1A7614D-3597-17AC-3161-336D715061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3843" y="2519504"/>
                <a:ext cx="635841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A4AF504A-DA41-33D2-E0BE-A4C13E8A5783}"/>
              </a:ext>
            </a:extLst>
          </p:cNvPr>
          <p:cNvSpPr txBox="1"/>
          <p:nvPr/>
        </p:nvSpPr>
        <p:spPr>
          <a:xfrm>
            <a:off x="7934916" y="2454675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90591F7-9FF6-4144-CD31-CD5683F3F288}"/>
                  </a:ext>
                </a:extLst>
              </p:cNvPr>
              <p:cNvSpPr txBox="1"/>
              <p:nvPr/>
            </p:nvSpPr>
            <p:spPr>
              <a:xfrm>
                <a:off x="6470091" y="3020368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90591F7-9FF6-4144-CD31-CD5683F3F2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0091" y="3020368"/>
                <a:ext cx="635841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08C5E42-607A-0701-1C64-AFA4FB111662}"/>
                  </a:ext>
                </a:extLst>
              </p:cNvPr>
              <p:cNvSpPr txBox="1"/>
              <p:nvPr/>
            </p:nvSpPr>
            <p:spPr>
              <a:xfrm>
                <a:off x="7158658" y="301763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08C5E42-607A-0701-1C64-AFA4FB1116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8658" y="3017636"/>
                <a:ext cx="635841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0717ABF-4BDD-CC28-AE49-0C947B26F575}"/>
                  </a:ext>
                </a:extLst>
              </p:cNvPr>
              <p:cNvSpPr txBox="1"/>
              <p:nvPr/>
            </p:nvSpPr>
            <p:spPr>
              <a:xfrm>
                <a:off x="8643843" y="3039029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0717ABF-4BDD-CC28-AE49-0C947B26F5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3843" y="3039029"/>
                <a:ext cx="635841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A57AFBA8-09E7-9307-53DC-632F246B8F91}"/>
              </a:ext>
            </a:extLst>
          </p:cNvPr>
          <p:cNvSpPr txBox="1"/>
          <p:nvPr/>
        </p:nvSpPr>
        <p:spPr>
          <a:xfrm>
            <a:off x="7934916" y="2974200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C637863-72A0-7AAE-E746-7771BA3EB9CD}"/>
                  </a:ext>
                </a:extLst>
              </p:cNvPr>
              <p:cNvSpPr txBox="1"/>
              <p:nvPr/>
            </p:nvSpPr>
            <p:spPr>
              <a:xfrm>
                <a:off x="6478941" y="4429644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C637863-72A0-7AAE-E746-7771BA3EB9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8941" y="4429644"/>
                <a:ext cx="635841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36E16F6-568D-6E08-4F75-7EA2BE92827F}"/>
                  </a:ext>
                </a:extLst>
              </p:cNvPr>
              <p:cNvSpPr txBox="1"/>
              <p:nvPr/>
            </p:nvSpPr>
            <p:spPr>
              <a:xfrm>
                <a:off x="7167508" y="4426912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36E16F6-568D-6E08-4F75-7EA2BE9282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7508" y="4426912"/>
                <a:ext cx="635841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0B23175-4B52-5F33-6BEC-36E31510DEDE}"/>
                  </a:ext>
                </a:extLst>
              </p:cNvPr>
              <p:cNvSpPr txBox="1"/>
              <p:nvPr/>
            </p:nvSpPr>
            <p:spPr>
              <a:xfrm>
                <a:off x="8652693" y="4448305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0B23175-4B52-5F33-6BEC-36E31510DE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2693" y="4448305"/>
                <a:ext cx="635841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8604078E-583B-C6A9-6FFD-BDCC1026756F}"/>
              </a:ext>
            </a:extLst>
          </p:cNvPr>
          <p:cNvSpPr txBox="1"/>
          <p:nvPr/>
        </p:nvSpPr>
        <p:spPr>
          <a:xfrm>
            <a:off x="7943766" y="4383476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24725FF-C187-5A1A-04EE-97A6C5EF0CDA}"/>
                  </a:ext>
                </a:extLst>
              </p:cNvPr>
              <p:cNvSpPr txBox="1"/>
              <p:nvPr/>
            </p:nvSpPr>
            <p:spPr>
              <a:xfrm>
                <a:off x="1823267" y="5653462"/>
                <a:ext cx="73757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…,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𝑖𝐿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𝑠𝑜𝑓𝑡𝑚𝑎𝑥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([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…,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24725FF-C187-5A1A-04EE-97A6C5EF0C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3267" y="5653462"/>
                <a:ext cx="7375756" cy="369332"/>
              </a:xfrm>
              <a:prstGeom prst="rect">
                <a:avLst/>
              </a:prstGeom>
              <a:blipFill>
                <a:blip r:embed="rId23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Rectangle 44">
            <a:extLst>
              <a:ext uri="{FF2B5EF4-FFF2-40B4-BE49-F238E27FC236}">
                <a16:creationId xmlns:a16="http://schemas.microsoft.com/office/drawing/2014/main" id="{42738D6F-5E29-C306-A158-52850F298A9E}"/>
              </a:ext>
            </a:extLst>
          </p:cNvPr>
          <p:cNvSpPr/>
          <p:nvPr/>
        </p:nvSpPr>
        <p:spPr>
          <a:xfrm>
            <a:off x="6420775" y="2513048"/>
            <a:ext cx="3045982" cy="33188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75F2F62-5379-16CF-05FF-965084A4DF4A}"/>
              </a:ext>
            </a:extLst>
          </p:cNvPr>
          <p:cNvSpPr/>
          <p:nvPr/>
        </p:nvSpPr>
        <p:spPr>
          <a:xfrm>
            <a:off x="1702878" y="2500937"/>
            <a:ext cx="3045982" cy="33188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1231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DDD9A-E960-F36C-D55B-92C27794E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AB82A-5A3C-67E2-0B59-C893B3459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Zooming into Attention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724B09-EE1E-5E92-1615-03BBBF06AF47}"/>
              </a:ext>
            </a:extLst>
          </p:cNvPr>
          <p:cNvSpPr/>
          <p:nvPr/>
        </p:nvSpPr>
        <p:spPr>
          <a:xfrm>
            <a:off x="1718138" y="2420052"/>
            <a:ext cx="2915093" cy="2436553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F8C84F-6B3D-66D9-F31A-F2EB9CA7A245}"/>
                  </a:ext>
                </a:extLst>
              </p:cNvPr>
              <p:cNvSpPr txBox="1"/>
              <p:nvPr/>
            </p:nvSpPr>
            <p:spPr>
              <a:xfrm>
                <a:off x="3042999" y="5156639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F8C84F-6B3D-66D9-F31A-F2EB9CA7A2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999" y="5156639"/>
                <a:ext cx="3657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647C785-650F-CD3E-40F3-A902CB68C0F2}"/>
              </a:ext>
            </a:extLst>
          </p:cNvPr>
          <p:cNvCxnSpPr>
            <a:cxnSpLocks/>
          </p:cNvCxnSpPr>
          <p:nvPr/>
        </p:nvCxnSpPr>
        <p:spPr>
          <a:xfrm flipH="1">
            <a:off x="1718138" y="5039835"/>
            <a:ext cx="291509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F321B47-8BC8-2BC9-B47F-4C6DF96DAE78}"/>
              </a:ext>
            </a:extLst>
          </p:cNvPr>
          <p:cNvCxnSpPr>
            <a:cxnSpLocks/>
          </p:cNvCxnSpPr>
          <p:nvPr/>
        </p:nvCxnSpPr>
        <p:spPr>
          <a:xfrm>
            <a:off x="1461084" y="2420052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DD0024E-B165-E3C0-0CBB-038EC2F65DDF}"/>
                  </a:ext>
                </a:extLst>
              </p:cNvPr>
              <p:cNvSpPr txBox="1"/>
              <p:nvPr/>
            </p:nvSpPr>
            <p:spPr>
              <a:xfrm>
                <a:off x="1734704" y="246622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DD0024E-B165-E3C0-0CBB-038EC2F65D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4704" y="2466220"/>
                <a:ext cx="635841" cy="369332"/>
              </a:xfrm>
              <a:prstGeom prst="rect">
                <a:avLst/>
              </a:prstGeom>
              <a:blipFill>
                <a:blip r:embed="rId3"/>
                <a:stretch>
                  <a:fillRect r="-5769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7E4734A-8D00-DD91-DF39-B5C8C797E465}"/>
                  </a:ext>
                </a:extLst>
              </p:cNvPr>
              <p:cNvSpPr txBox="1"/>
              <p:nvPr/>
            </p:nvSpPr>
            <p:spPr>
              <a:xfrm>
                <a:off x="2423271" y="2463488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7E4734A-8D00-DD91-DF39-B5C8C797E4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271" y="2463488"/>
                <a:ext cx="635841" cy="369332"/>
              </a:xfrm>
              <a:prstGeom prst="rect">
                <a:avLst/>
              </a:prstGeom>
              <a:blipFill>
                <a:blip r:embed="rId4"/>
                <a:stretch>
                  <a:fillRect r="-6731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33C4B0D5-47B7-8EB9-0AB7-0E4ABF297994}"/>
              </a:ext>
            </a:extLst>
          </p:cNvPr>
          <p:cNvSpPr txBox="1"/>
          <p:nvPr/>
        </p:nvSpPr>
        <p:spPr>
          <a:xfrm>
            <a:off x="3199529" y="2420052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AA5CDCC-3C68-4FB3-ECC1-E34911022D3F}"/>
                  </a:ext>
                </a:extLst>
              </p:cNvPr>
              <p:cNvSpPr txBox="1"/>
              <p:nvPr/>
            </p:nvSpPr>
            <p:spPr>
              <a:xfrm>
                <a:off x="1734704" y="2985745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AA5CDCC-3C68-4FB3-ECC1-E34911022D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4704" y="2985745"/>
                <a:ext cx="635841" cy="369332"/>
              </a:xfrm>
              <a:prstGeom prst="rect">
                <a:avLst/>
              </a:prstGeom>
              <a:blipFill>
                <a:blip r:embed="rId5"/>
                <a:stretch>
                  <a:fillRect r="-6731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F7CD875-4D05-BA8B-43B1-CC8B8A8EB3EF}"/>
                  </a:ext>
                </a:extLst>
              </p:cNvPr>
              <p:cNvSpPr txBox="1"/>
              <p:nvPr/>
            </p:nvSpPr>
            <p:spPr>
              <a:xfrm>
                <a:off x="2423271" y="2983013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F7CD875-4D05-BA8B-43B1-CC8B8A8EB3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271" y="2983013"/>
                <a:ext cx="635841" cy="369332"/>
              </a:xfrm>
              <a:prstGeom prst="rect">
                <a:avLst/>
              </a:prstGeom>
              <a:blipFill>
                <a:blip r:embed="rId6"/>
                <a:stretch>
                  <a:fillRect r="-7692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2B0C286-B2AD-BA9D-1211-9E3FE8D3B879}"/>
                  </a:ext>
                </a:extLst>
              </p:cNvPr>
              <p:cNvSpPr txBox="1"/>
              <p:nvPr/>
            </p:nvSpPr>
            <p:spPr>
              <a:xfrm>
                <a:off x="3908456" y="300440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2B0C286-B2AD-BA9D-1211-9E3FE8D3B8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8456" y="3004406"/>
                <a:ext cx="635841" cy="369332"/>
              </a:xfrm>
              <a:prstGeom prst="rect">
                <a:avLst/>
              </a:prstGeom>
              <a:blipFill>
                <a:blip r:embed="rId7"/>
                <a:stretch>
                  <a:fillRect r="-6731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99DFAF8C-A6CD-E832-9A46-AC17E6B05ACF}"/>
              </a:ext>
            </a:extLst>
          </p:cNvPr>
          <p:cNvSpPr txBox="1"/>
          <p:nvPr/>
        </p:nvSpPr>
        <p:spPr>
          <a:xfrm>
            <a:off x="3199529" y="2939577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C6D89AA-A833-5268-108A-652011637279}"/>
                  </a:ext>
                </a:extLst>
              </p:cNvPr>
              <p:cNvSpPr txBox="1"/>
              <p:nvPr/>
            </p:nvSpPr>
            <p:spPr>
              <a:xfrm>
                <a:off x="1743554" y="439502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C6D89AA-A833-5268-108A-652011637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3554" y="4395021"/>
                <a:ext cx="635841" cy="369332"/>
              </a:xfrm>
              <a:prstGeom prst="rect">
                <a:avLst/>
              </a:prstGeom>
              <a:blipFill>
                <a:blip r:embed="rId8"/>
                <a:stretch>
                  <a:fillRect r="-6731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4D99BF1-E94A-E349-B451-220C900ACC88}"/>
                  </a:ext>
                </a:extLst>
              </p:cNvPr>
              <p:cNvSpPr txBox="1"/>
              <p:nvPr/>
            </p:nvSpPr>
            <p:spPr>
              <a:xfrm>
                <a:off x="2432121" y="4392289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4D99BF1-E94A-E349-B451-220C900AC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2121" y="4392289"/>
                <a:ext cx="635841" cy="369332"/>
              </a:xfrm>
              <a:prstGeom prst="rect">
                <a:avLst/>
              </a:prstGeom>
              <a:blipFill>
                <a:blip r:embed="rId9"/>
                <a:stretch>
                  <a:fillRect r="-7692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89E8ABB-16F1-E5FB-3284-984936D6D362}"/>
                  </a:ext>
                </a:extLst>
              </p:cNvPr>
              <p:cNvSpPr txBox="1"/>
              <p:nvPr/>
            </p:nvSpPr>
            <p:spPr>
              <a:xfrm>
                <a:off x="3917306" y="4413682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89E8ABB-16F1-E5FB-3284-984936D6D3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7306" y="4413682"/>
                <a:ext cx="635841" cy="369332"/>
              </a:xfrm>
              <a:prstGeom prst="rect">
                <a:avLst/>
              </a:prstGeom>
              <a:blipFill>
                <a:blip r:embed="rId10"/>
                <a:stretch>
                  <a:fillRect r="-6731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E5F2E956-3AAC-3CA0-B0E7-C882C6552E07}"/>
              </a:ext>
            </a:extLst>
          </p:cNvPr>
          <p:cNvSpPr txBox="1"/>
          <p:nvPr/>
        </p:nvSpPr>
        <p:spPr>
          <a:xfrm>
            <a:off x="3208379" y="4348853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1E363CB-692C-202F-DC4E-54442CDD6A0B}"/>
                  </a:ext>
                </a:extLst>
              </p:cNvPr>
              <p:cNvSpPr txBox="1"/>
              <p:nvPr/>
            </p:nvSpPr>
            <p:spPr>
              <a:xfrm>
                <a:off x="966816" y="3373738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1E363CB-692C-202F-DC4E-54442CDD6A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816" y="3373738"/>
                <a:ext cx="36574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Left Bracket 20">
            <a:extLst>
              <a:ext uri="{FF2B5EF4-FFF2-40B4-BE49-F238E27FC236}">
                <a16:creationId xmlns:a16="http://schemas.microsoft.com/office/drawing/2014/main" id="{F9C45EA6-88B3-9A18-9981-774339E091E9}"/>
              </a:ext>
            </a:extLst>
          </p:cNvPr>
          <p:cNvSpPr/>
          <p:nvPr/>
        </p:nvSpPr>
        <p:spPr>
          <a:xfrm>
            <a:off x="1005455" y="1819926"/>
            <a:ext cx="496187" cy="3657600"/>
          </a:xfrm>
          <a:prstGeom prst="leftBracke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Left Bracket 21">
            <a:extLst>
              <a:ext uri="{FF2B5EF4-FFF2-40B4-BE49-F238E27FC236}">
                <a16:creationId xmlns:a16="http://schemas.microsoft.com/office/drawing/2014/main" id="{12863C79-D95F-603E-8D9A-FFEA76BF8C8D}"/>
              </a:ext>
            </a:extLst>
          </p:cNvPr>
          <p:cNvSpPr/>
          <p:nvPr/>
        </p:nvSpPr>
        <p:spPr>
          <a:xfrm rot="10800000">
            <a:off x="4380702" y="1868371"/>
            <a:ext cx="496187" cy="3657600"/>
          </a:xfrm>
          <a:prstGeom prst="leftBracke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93A2A7-F58B-A546-002E-C9E68E7EF781}"/>
              </a:ext>
            </a:extLst>
          </p:cNvPr>
          <p:cNvSpPr txBox="1"/>
          <p:nvPr/>
        </p:nvSpPr>
        <p:spPr>
          <a:xfrm>
            <a:off x="112928" y="3399416"/>
            <a:ext cx="951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Softmax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5C838D-C285-526B-E213-E6C028092ABD}"/>
              </a:ext>
            </a:extLst>
          </p:cNvPr>
          <p:cNvSpPr txBox="1"/>
          <p:nvPr/>
        </p:nvSpPr>
        <p:spPr>
          <a:xfrm>
            <a:off x="5367598" y="3198167"/>
            <a:ext cx="287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=</a:t>
            </a:r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A63E4AC-4549-D28C-A7E9-0644AEB83990}"/>
              </a:ext>
            </a:extLst>
          </p:cNvPr>
          <p:cNvSpPr/>
          <p:nvPr/>
        </p:nvSpPr>
        <p:spPr>
          <a:xfrm>
            <a:off x="6453525" y="2454675"/>
            <a:ext cx="2915093" cy="2436553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5892BFB-03CF-7F0C-626E-875F24E58269}"/>
                  </a:ext>
                </a:extLst>
              </p:cNvPr>
              <p:cNvSpPr txBox="1"/>
              <p:nvPr/>
            </p:nvSpPr>
            <p:spPr>
              <a:xfrm>
                <a:off x="9557345" y="3467673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5892BFB-03CF-7F0C-626E-875F24E582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7345" y="3467673"/>
                <a:ext cx="36574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4B4E352-831E-7099-2594-4AEFDB94C90F}"/>
                  </a:ext>
                </a:extLst>
              </p:cNvPr>
              <p:cNvSpPr txBox="1"/>
              <p:nvPr/>
            </p:nvSpPr>
            <p:spPr>
              <a:xfrm>
                <a:off x="7778386" y="5191262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4B4E352-831E-7099-2594-4AEFDB94C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8386" y="5191262"/>
                <a:ext cx="36574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86899EE-14A7-A473-A0E6-2820597B78BF}"/>
              </a:ext>
            </a:extLst>
          </p:cNvPr>
          <p:cNvCxnSpPr>
            <a:cxnSpLocks/>
          </p:cNvCxnSpPr>
          <p:nvPr/>
        </p:nvCxnSpPr>
        <p:spPr>
          <a:xfrm flipH="1">
            <a:off x="6453525" y="5074458"/>
            <a:ext cx="291509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EC6727E-DDA8-BA94-D989-57C108DDF769}"/>
              </a:ext>
            </a:extLst>
          </p:cNvPr>
          <p:cNvCxnSpPr>
            <a:cxnSpLocks/>
          </p:cNvCxnSpPr>
          <p:nvPr/>
        </p:nvCxnSpPr>
        <p:spPr>
          <a:xfrm>
            <a:off x="9557345" y="2467201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AE24126-15CB-07C1-2A82-E0578FD99349}"/>
                  </a:ext>
                </a:extLst>
              </p:cNvPr>
              <p:cNvSpPr txBox="1"/>
              <p:nvPr/>
            </p:nvSpPr>
            <p:spPr>
              <a:xfrm>
                <a:off x="6470091" y="2500843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AE24126-15CB-07C1-2A82-E0578FD99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0091" y="2500843"/>
                <a:ext cx="635841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29B160C-60AC-E85B-3E09-7D46BCEB93AA}"/>
                  </a:ext>
                </a:extLst>
              </p:cNvPr>
              <p:cNvSpPr txBox="1"/>
              <p:nvPr/>
            </p:nvSpPr>
            <p:spPr>
              <a:xfrm>
                <a:off x="7158658" y="249811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29B160C-60AC-E85B-3E09-7D46BCEB93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8658" y="2498111"/>
                <a:ext cx="635841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3AEDF4A-2261-43B6-B796-2DFD6F7BA21B}"/>
                  </a:ext>
                </a:extLst>
              </p:cNvPr>
              <p:cNvSpPr txBox="1"/>
              <p:nvPr/>
            </p:nvSpPr>
            <p:spPr>
              <a:xfrm>
                <a:off x="8643843" y="2519504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3AEDF4A-2261-43B6-B796-2DFD6F7BA2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3843" y="2519504"/>
                <a:ext cx="635841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B051ECD4-BC80-55DA-A1C6-2D3BC29BD2F5}"/>
              </a:ext>
            </a:extLst>
          </p:cNvPr>
          <p:cNvSpPr txBox="1"/>
          <p:nvPr/>
        </p:nvSpPr>
        <p:spPr>
          <a:xfrm>
            <a:off x="7934916" y="2454675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AAA00C7-D941-A3E4-7DB5-1419F7C19BCB}"/>
                  </a:ext>
                </a:extLst>
              </p:cNvPr>
              <p:cNvSpPr txBox="1"/>
              <p:nvPr/>
            </p:nvSpPr>
            <p:spPr>
              <a:xfrm>
                <a:off x="6470091" y="3020368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AAA00C7-D941-A3E4-7DB5-1419F7C19B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0091" y="3020368"/>
                <a:ext cx="635841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9A24848-DF42-80CB-6439-8218F10A409E}"/>
                  </a:ext>
                </a:extLst>
              </p:cNvPr>
              <p:cNvSpPr txBox="1"/>
              <p:nvPr/>
            </p:nvSpPr>
            <p:spPr>
              <a:xfrm>
                <a:off x="7158658" y="301763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9A24848-DF42-80CB-6439-8218F10A40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8658" y="3017636"/>
                <a:ext cx="635841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413FA56-346C-B58A-5C89-D71A302AA6F0}"/>
                  </a:ext>
                </a:extLst>
              </p:cNvPr>
              <p:cNvSpPr txBox="1"/>
              <p:nvPr/>
            </p:nvSpPr>
            <p:spPr>
              <a:xfrm>
                <a:off x="8643843" y="3039029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413FA56-346C-B58A-5C89-D71A302AA6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3843" y="3039029"/>
                <a:ext cx="635841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48FF5339-C539-9D37-DC64-5B3FD18151FD}"/>
              </a:ext>
            </a:extLst>
          </p:cNvPr>
          <p:cNvSpPr txBox="1"/>
          <p:nvPr/>
        </p:nvSpPr>
        <p:spPr>
          <a:xfrm>
            <a:off x="7934916" y="2974200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90074BA-FF6D-B726-3C47-03833B4A2F91}"/>
                  </a:ext>
                </a:extLst>
              </p:cNvPr>
              <p:cNvSpPr txBox="1"/>
              <p:nvPr/>
            </p:nvSpPr>
            <p:spPr>
              <a:xfrm>
                <a:off x="6478941" y="4429644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90074BA-FF6D-B726-3C47-03833B4A2F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8941" y="4429644"/>
                <a:ext cx="635841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CC89D96-CEC9-7773-A900-B7B8879C5C07}"/>
                  </a:ext>
                </a:extLst>
              </p:cNvPr>
              <p:cNvSpPr txBox="1"/>
              <p:nvPr/>
            </p:nvSpPr>
            <p:spPr>
              <a:xfrm>
                <a:off x="7167508" y="4426912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CC89D96-CEC9-7773-A900-B7B8879C5C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7508" y="4426912"/>
                <a:ext cx="635841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31A03FB-3B86-D16A-0777-93BB64902DAA}"/>
                  </a:ext>
                </a:extLst>
              </p:cNvPr>
              <p:cNvSpPr txBox="1"/>
              <p:nvPr/>
            </p:nvSpPr>
            <p:spPr>
              <a:xfrm>
                <a:off x="8652693" y="4448305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31A03FB-3B86-D16A-0777-93BB64902D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2693" y="4448305"/>
                <a:ext cx="635841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0B6DE29A-3B39-9BA1-F92F-27B204D63A1E}"/>
              </a:ext>
            </a:extLst>
          </p:cNvPr>
          <p:cNvSpPr txBox="1"/>
          <p:nvPr/>
        </p:nvSpPr>
        <p:spPr>
          <a:xfrm>
            <a:off x="7943766" y="4383476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EBB86FA-C1A5-90E1-628B-B818D182C19A}"/>
                  </a:ext>
                </a:extLst>
              </p:cNvPr>
              <p:cNvSpPr txBox="1"/>
              <p:nvPr/>
            </p:nvSpPr>
            <p:spPr>
              <a:xfrm>
                <a:off x="1823267" y="5653462"/>
                <a:ext cx="73757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…,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𝑖𝐿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𝑠𝑜𝑓𝑡𝑚𝑎𝑥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…,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EBB86FA-C1A5-90E1-628B-B818D182C1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3267" y="5653462"/>
                <a:ext cx="7375756" cy="369332"/>
              </a:xfrm>
              <a:prstGeom prst="rect">
                <a:avLst/>
              </a:prstGeom>
              <a:blipFill>
                <a:blip r:embed="rId2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D60C084-BF7E-92A5-1151-3E512860E80E}"/>
                  </a:ext>
                </a:extLst>
              </p:cNvPr>
              <p:cNvSpPr txBox="1"/>
              <p:nvPr/>
            </p:nvSpPr>
            <p:spPr>
              <a:xfrm>
                <a:off x="4044647" y="6077653"/>
                <a:ext cx="2731775" cy="7314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D60C084-BF7E-92A5-1151-3E512860E8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4647" y="6077653"/>
                <a:ext cx="2731775" cy="73141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125350C-1571-7F8D-A14F-E3B0D44F9203}"/>
                  </a:ext>
                </a:extLst>
              </p:cNvPr>
              <p:cNvSpPr txBox="1"/>
              <p:nvPr/>
            </p:nvSpPr>
            <p:spPr>
              <a:xfrm>
                <a:off x="8043917" y="6150284"/>
                <a:ext cx="406128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Sum of exponents of dot product of query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with ALL keys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125350C-1571-7F8D-A14F-E3B0D44F92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3917" y="6150284"/>
                <a:ext cx="4061281" cy="646331"/>
              </a:xfrm>
              <a:prstGeom prst="rect">
                <a:avLst/>
              </a:prstGeom>
              <a:blipFill>
                <a:blip r:embed="rId25"/>
                <a:stretch>
                  <a:fillRect l="-1351"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9B3B8D7-222D-48C8-4777-D70A6C934726}"/>
              </a:ext>
            </a:extLst>
          </p:cNvPr>
          <p:cNvCxnSpPr>
            <a:stCxn id="10" idx="1"/>
          </p:cNvCxnSpPr>
          <p:nvPr/>
        </p:nvCxnSpPr>
        <p:spPr>
          <a:xfrm flipH="1">
            <a:off x="6225187" y="6473450"/>
            <a:ext cx="1818730" cy="17563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DDFB8E0-A7CC-4E88-792D-2DDE1375B672}"/>
                  </a:ext>
                </a:extLst>
              </p:cNvPr>
              <p:cNvSpPr txBox="1"/>
              <p:nvPr/>
            </p:nvSpPr>
            <p:spPr>
              <a:xfrm>
                <a:off x="173946" y="6115662"/>
                <a:ext cx="334437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Exponent of dot product of query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with key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DDFB8E0-A7CC-4E88-792D-2DDE1375B6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946" y="6115662"/>
                <a:ext cx="3344376" cy="646331"/>
              </a:xfrm>
              <a:prstGeom prst="rect">
                <a:avLst/>
              </a:prstGeom>
              <a:blipFill>
                <a:blip r:embed="rId26"/>
                <a:stretch>
                  <a:fillRect l="-1642" t="-4717" r="-1642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65A7C51-4B92-030A-C58F-D46898C0BBA0}"/>
              </a:ext>
            </a:extLst>
          </p:cNvPr>
          <p:cNvCxnSpPr>
            <a:cxnSpLocks/>
          </p:cNvCxnSpPr>
          <p:nvPr/>
        </p:nvCxnSpPr>
        <p:spPr>
          <a:xfrm flipV="1">
            <a:off x="3410900" y="6277654"/>
            <a:ext cx="1911998" cy="189306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89156DDE-B362-9EE7-D898-32FB96E7860F}"/>
              </a:ext>
            </a:extLst>
          </p:cNvPr>
          <p:cNvSpPr/>
          <p:nvPr/>
        </p:nvSpPr>
        <p:spPr>
          <a:xfrm>
            <a:off x="6420775" y="2513048"/>
            <a:ext cx="3045982" cy="33188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54EF5E8-3A09-D951-F531-5B9A86BD7395}"/>
              </a:ext>
            </a:extLst>
          </p:cNvPr>
          <p:cNvSpPr/>
          <p:nvPr/>
        </p:nvSpPr>
        <p:spPr>
          <a:xfrm>
            <a:off x="1702878" y="2500937"/>
            <a:ext cx="3045982" cy="33188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4860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CE10F-5B7D-F613-219B-BA482C7CF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Zooming into Attention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C7EA1B-146B-DD4F-AD5B-0A6F28D3F6AA}"/>
              </a:ext>
            </a:extLst>
          </p:cNvPr>
          <p:cNvSpPr/>
          <p:nvPr/>
        </p:nvSpPr>
        <p:spPr>
          <a:xfrm>
            <a:off x="767289" y="1994447"/>
            <a:ext cx="2915093" cy="2436553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1F763A9-2A2B-6F0A-6BEA-D8EDEA769F79}"/>
                  </a:ext>
                </a:extLst>
              </p:cNvPr>
              <p:cNvSpPr txBox="1"/>
              <p:nvPr/>
            </p:nvSpPr>
            <p:spPr>
              <a:xfrm>
                <a:off x="3871109" y="3007445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1F763A9-2A2B-6F0A-6BEA-D8EDEA769F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109" y="3007445"/>
                <a:ext cx="3657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24280B5-99EC-E259-C24D-4D52E7934F78}"/>
                  </a:ext>
                </a:extLst>
              </p:cNvPr>
              <p:cNvSpPr txBox="1"/>
              <p:nvPr/>
            </p:nvSpPr>
            <p:spPr>
              <a:xfrm>
                <a:off x="2092150" y="473103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24280B5-99EC-E259-C24D-4D52E7934F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2150" y="4731034"/>
                <a:ext cx="3657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4D2706B-2003-7425-7D41-3E5B843205A1}"/>
              </a:ext>
            </a:extLst>
          </p:cNvPr>
          <p:cNvCxnSpPr>
            <a:cxnSpLocks/>
          </p:cNvCxnSpPr>
          <p:nvPr/>
        </p:nvCxnSpPr>
        <p:spPr>
          <a:xfrm flipH="1">
            <a:off x="767289" y="4614230"/>
            <a:ext cx="291509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98BC8A1-7926-FB17-FD0E-0418E6257D1F}"/>
              </a:ext>
            </a:extLst>
          </p:cNvPr>
          <p:cNvCxnSpPr>
            <a:cxnSpLocks/>
          </p:cNvCxnSpPr>
          <p:nvPr/>
        </p:nvCxnSpPr>
        <p:spPr>
          <a:xfrm>
            <a:off x="3871109" y="2006973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99EA8F9-C7B1-1FF1-4199-DF890ED91FDE}"/>
                  </a:ext>
                </a:extLst>
              </p:cNvPr>
              <p:cNvSpPr txBox="1"/>
              <p:nvPr/>
            </p:nvSpPr>
            <p:spPr>
              <a:xfrm>
                <a:off x="783855" y="2040615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99EA8F9-C7B1-1FF1-4199-DF890ED91F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55" y="2040615"/>
                <a:ext cx="6358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CB80AB0-D441-D173-5B6D-323B14073108}"/>
                  </a:ext>
                </a:extLst>
              </p:cNvPr>
              <p:cNvSpPr txBox="1"/>
              <p:nvPr/>
            </p:nvSpPr>
            <p:spPr>
              <a:xfrm>
                <a:off x="1472422" y="2037883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CB80AB0-D441-D173-5B6D-323B140731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2422" y="2037883"/>
                <a:ext cx="6358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04CBE61-5EDB-5415-14A0-4950811E0C9D}"/>
                  </a:ext>
                </a:extLst>
              </p:cNvPr>
              <p:cNvSpPr txBox="1"/>
              <p:nvPr/>
            </p:nvSpPr>
            <p:spPr>
              <a:xfrm>
                <a:off x="2957607" y="205927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04CBE61-5EDB-5415-14A0-4950811E0C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7607" y="2059276"/>
                <a:ext cx="63584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EFBB20C1-8C09-B3B2-71F5-E943A5696034}"/>
              </a:ext>
            </a:extLst>
          </p:cNvPr>
          <p:cNvSpPr txBox="1"/>
          <p:nvPr/>
        </p:nvSpPr>
        <p:spPr>
          <a:xfrm>
            <a:off x="2248680" y="1994447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10F9B1A-D248-3B23-C47E-B09378D645CA}"/>
                  </a:ext>
                </a:extLst>
              </p:cNvPr>
              <p:cNvSpPr txBox="1"/>
              <p:nvPr/>
            </p:nvSpPr>
            <p:spPr>
              <a:xfrm>
                <a:off x="783855" y="256014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10F9B1A-D248-3B23-C47E-B09378D645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55" y="2560140"/>
                <a:ext cx="63584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EC5359B-A9D8-395B-AC56-F6477F85515D}"/>
                  </a:ext>
                </a:extLst>
              </p:cNvPr>
              <p:cNvSpPr txBox="1"/>
              <p:nvPr/>
            </p:nvSpPr>
            <p:spPr>
              <a:xfrm>
                <a:off x="1472422" y="2557408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EC5359B-A9D8-395B-AC56-F6477F8551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2422" y="2557408"/>
                <a:ext cx="635841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F61971B-9372-580A-C181-A0860C3FA7FE}"/>
                  </a:ext>
                </a:extLst>
              </p:cNvPr>
              <p:cNvSpPr txBox="1"/>
              <p:nvPr/>
            </p:nvSpPr>
            <p:spPr>
              <a:xfrm>
                <a:off x="2957607" y="257880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F61971B-9372-580A-C181-A0860C3FA7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7607" y="2578801"/>
                <a:ext cx="635841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F3C4E842-BFA2-A75F-FF07-4A6E3EDF1F4F}"/>
              </a:ext>
            </a:extLst>
          </p:cNvPr>
          <p:cNvSpPr txBox="1"/>
          <p:nvPr/>
        </p:nvSpPr>
        <p:spPr>
          <a:xfrm>
            <a:off x="2248680" y="2513972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9EEA8B8-135A-A0FD-B30A-F983AF2A9BC5}"/>
                  </a:ext>
                </a:extLst>
              </p:cNvPr>
              <p:cNvSpPr txBox="1"/>
              <p:nvPr/>
            </p:nvSpPr>
            <p:spPr>
              <a:xfrm>
                <a:off x="792705" y="396941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9EEA8B8-135A-A0FD-B30A-F983AF2A9B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705" y="3969416"/>
                <a:ext cx="63584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250A997-C149-37F0-700D-C90F67C54D41}"/>
                  </a:ext>
                </a:extLst>
              </p:cNvPr>
              <p:cNvSpPr txBox="1"/>
              <p:nvPr/>
            </p:nvSpPr>
            <p:spPr>
              <a:xfrm>
                <a:off x="1481272" y="3966684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250A997-C149-37F0-700D-C90F67C54D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1272" y="3966684"/>
                <a:ext cx="63584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C43C07A-5880-5917-86F8-66D3DF256768}"/>
                  </a:ext>
                </a:extLst>
              </p:cNvPr>
              <p:cNvSpPr txBox="1"/>
              <p:nvPr/>
            </p:nvSpPr>
            <p:spPr>
              <a:xfrm>
                <a:off x="2966457" y="3988077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C43C07A-5880-5917-86F8-66D3DF2567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6457" y="3988077"/>
                <a:ext cx="63584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33A69B07-0A0D-7CC6-82FB-860D44794DCA}"/>
              </a:ext>
            </a:extLst>
          </p:cNvPr>
          <p:cNvSpPr txBox="1"/>
          <p:nvPr/>
        </p:nvSpPr>
        <p:spPr>
          <a:xfrm>
            <a:off x="2257530" y="3923248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6B3211-7872-4515-7721-C7F720F8264E}"/>
              </a:ext>
            </a:extLst>
          </p:cNvPr>
          <p:cNvSpPr/>
          <p:nvPr/>
        </p:nvSpPr>
        <p:spPr>
          <a:xfrm>
            <a:off x="4799897" y="2006973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1AC3068-39D8-CCD0-EFC9-56243ADC1533}"/>
                  </a:ext>
                </a:extLst>
              </p:cNvPr>
              <p:cNvSpPr txBox="1"/>
              <p:nvPr/>
            </p:nvSpPr>
            <p:spPr>
              <a:xfrm>
                <a:off x="4369939" y="300744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1AC3068-39D8-CCD0-EFC9-56243ADC15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9939" y="3007444"/>
                <a:ext cx="36574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F61101E-C47E-7BB2-DB5F-BA5CCC2E5FF0}"/>
                  </a:ext>
                </a:extLst>
              </p:cNvPr>
              <p:cNvSpPr txBox="1"/>
              <p:nvPr/>
            </p:nvSpPr>
            <p:spPr>
              <a:xfrm>
                <a:off x="6016616" y="1498021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F61101E-C47E-7BB2-DB5F-BA5CCC2E5F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616" y="1498021"/>
                <a:ext cx="487698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33D8210-9005-9EE0-4E4A-E1876FB60355}"/>
              </a:ext>
            </a:extLst>
          </p:cNvPr>
          <p:cNvCxnSpPr/>
          <p:nvPr/>
        </p:nvCxnSpPr>
        <p:spPr>
          <a:xfrm>
            <a:off x="5059714" y="2344334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7E65201-30CE-208E-D772-6CF8C253201C}"/>
              </a:ext>
            </a:extLst>
          </p:cNvPr>
          <p:cNvCxnSpPr/>
          <p:nvPr/>
        </p:nvCxnSpPr>
        <p:spPr>
          <a:xfrm>
            <a:off x="5059714" y="2587111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BCF8AD3-3CCF-3E19-2E4F-AAFD639C84E8}"/>
              </a:ext>
            </a:extLst>
          </p:cNvPr>
          <p:cNvCxnSpPr/>
          <p:nvPr/>
        </p:nvCxnSpPr>
        <p:spPr>
          <a:xfrm>
            <a:off x="5059714" y="2872418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326070B-823B-43DA-7E9B-0BDE3A3D7CD7}"/>
              </a:ext>
            </a:extLst>
          </p:cNvPr>
          <p:cNvCxnSpPr/>
          <p:nvPr/>
        </p:nvCxnSpPr>
        <p:spPr>
          <a:xfrm>
            <a:off x="5059714" y="4132376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9985705-EA45-6816-562D-1CC81B2AF7AD}"/>
                  </a:ext>
                </a:extLst>
              </p:cNvPr>
              <p:cNvSpPr txBox="1"/>
              <p:nvPr/>
            </p:nvSpPr>
            <p:spPr>
              <a:xfrm>
                <a:off x="6019277" y="2000286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9985705-EA45-6816-562D-1CC81B2AF7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277" y="2000286"/>
                <a:ext cx="428130" cy="33855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EC1F149-9E15-8B95-2DAD-A2718A3C7D2E}"/>
                  </a:ext>
                </a:extLst>
              </p:cNvPr>
              <p:cNvSpPr txBox="1"/>
              <p:nvPr/>
            </p:nvSpPr>
            <p:spPr>
              <a:xfrm>
                <a:off x="6019277" y="2280151"/>
                <a:ext cx="43646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EC1F149-9E15-8B95-2DAD-A2718A3C7D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277" y="2280151"/>
                <a:ext cx="436465" cy="33855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AF74DF8-AF6E-EAF8-82CB-D81160866C5F}"/>
                  </a:ext>
                </a:extLst>
              </p:cNvPr>
              <p:cNvSpPr txBox="1"/>
              <p:nvPr/>
            </p:nvSpPr>
            <p:spPr>
              <a:xfrm>
                <a:off x="6016616" y="2540667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AF74DF8-AF6E-EAF8-82CB-D81160866C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616" y="2540667"/>
                <a:ext cx="432874" cy="3385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1E3ECB7-F9F1-F925-0EBA-ADA12BD4DC6C}"/>
                  </a:ext>
                </a:extLst>
              </p:cNvPr>
              <p:cNvSpPr txBox="1"/>
              <p:nvPr/>
            </p:nvSpPr>
            <p:spPr>
              <a:xfrm>
                <a:off x="6041006" y="3839940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1E3ECB7-F9F1-F925-0EBA-ADA12BD4DC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1006" y="3839940"/>
                <a:ext cx="432874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FEA31BD-8D2A-3258-F325-19413D939CF1}"/>
              </a:ext>
            </a:extLst>
          </p:cNvPr>
          <p:cNvCxnSpPr>
            <a:cxnSpLocks/>
          </p:cNvCxnSpPr>
          <p:nvPr/>
        </p:nvCxnSpPr>
        <p:spPr>
          <a:xfrm>
            <a:off x="4671462" y="2006973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2C09067-D6D3-5335-11C3-66312A2D0AF1}"/>
              </a:ext>
            </a:extLst>
          </p:cNvPr>
          <p:cNvCxnSpPr>
            <a:cxnSpLocks/>
          </p:cNvCxnSpPr>
          <p:nvPr/>
        </p:nvCxnSpPr>
        <p:spPr>
          <a:xfrm>
            <a:off x="4816167" y="1874155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919DF12-C205-FE77-FA5B-1C605355F673}"/>
              </a:ext>
            </a:extLst>
          </p:cNvPr>
          <p:cNvSpPr txBox="1"/>
          <p:nvPr/>
        </p:nvSpPr>
        <p:spPr>
          <a:xfrm>
            <a:off x="4127739" y="2961278"/>
            <a:ext cx="287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</a:t>
            </a:r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9B166C7-B199-4B89-7CA5-6FB188A74522}"/>
              </a:ext>
            </a:extLst>
          </p:cNvPr>
          <p:cNvSpPr/>
          <p:nvPr/>
        </p:nvSpPr>
        <p:spPr>
          <a:xfrm>
            <a:off x="9068331" y="1976121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6D1BF48-509A-8823-8CFE-7E74B72E3DF7}"/>
                  </a:ext>
                </a:extLst>
              </p:cNvPr>
              <p:cNvSpPr txBox="1"/>
              <p:nvPr/>
            </p:nvSpPr>
            <p:spPr>
              <a:xfrm>
                <a:off x="10285050" y="1467169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6D1BF48-509A-8823-8CFE-7E74B72E3D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5050" y="1467169"/>
                <a:ext cx="487698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54A7F90-BE4A-AF5C-1F53-98F83710B1E9}"/>
              </a:ext>
            </a:extLst>
          </p:cNvPr>
          <p:cNvCxnSpPr/>
          <p:nvPr/>
        </p:nvCxnSpPr>
        <p:spPr>
          <a:xfrm>
            <a:off x="9328148" y="2313482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BEC6924-4A20-E162-58FD-D35D21DC59EB}"/>
              </a:ext>
            </a:extLst>
          </p:cNvPr>
          <p:cNvCxnSpPr/>
          <p:nvPr/>
        </p:nvCxnSpPr>
        <p:spPr>
          <a:xfrm>
            <a:off x="9328148" y="255625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CCC8534-8473-AB27-88BA-371A941343A2}"/>
              </a:ext>
            </a:extLst>
          </p:cNvPr>
          <p:cNvCxnSpPr/>
          <p:nvPr/>
        </p:nvCxnSpPr>
        <p:spPr>
          <a:xfrm>
            <a:off x="9328148" y="2841566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D5B411A-484C-9FB6-F0AC-A16D1B5F1DFA}"/>
              </a:ext>
            </a:extLst>
          </p:cNvPr>
          <p:cNvCxnSpPr/>
          <p:nvPr/>
        </p:nvCxnSpPr>
        <p:spPr>
          <a:xfrm>
            <a:off x="9328148" y="4101524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689DA36-7970-CB61-B385-B8389F8D031E}"/>
                  </a:ext>
                </a:extLst>
              </p:cNvPr>
              <p:cNvSpPr txBox="1"/>
              <p:nvPr/>
            </p:nvSpPr>
            <p:spPr>
              <a:xfrm>
                <a:off x="9154748" y="1960477"/>
                <a:ext cx="283282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689DA36-7970-CB61-B385-B8389F8D03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4748" y="1960477"/>
                <a:ext cx="2832827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906BD2E-DE88-21C1-2FBE-CB29310FF860}"/>
              </a:ext>
            </a:extLst>
          </p:cNvPr>
          <p:cNvCxnSpPr>
            <a:cxnSpLocks/>
          </p:cNvCxnSpPr>
          <p:nvPr/>
        </p:nvCxnSpPr>
        <p:spPr>
          <a:xfrm>
            <a:off x="8939896" y="1976121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CAEF5A6-61A5-9E79-41BC-6848568D16A5}"/>
              </a:ext>
            </a:extLst>
          </p:cNvPr>
          <p:cNvCxnSpPr>
            <a:cxnSpLocks/>
          </p:cNvCxnSpPr>
          <p:nvPr/>
        </p:nvCxnSpPr>
        <p:spPr>
          <a:xfrm>
            <a:off x="9084601" y="1843303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D8137255-8910-D80A-8F8D-9C353EB58E6C}"/>
              </a:ext>
            </a:extLst>
          </p:cNvPr>
          <p:cNvSpPr txBox="1"/>
          <p:nvPr/>
        </p:nvSpPr>
        <p:spPr>
          <a:xfrm>
            <a:off x="8184175" y="2921626"/>
            <a:ext cx="287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=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2C73C87-9850-71D4-A038-AAD54FF1871A}"/>
                  </a:ext>
                </a:extLst>
              </p:cNvPr>
              <p:cNvSpPr txBox="1"/>
              <p:nvPr/>
            </p:nvSpPr>
            <p:spPr>
              <a:xfrm>
                <a:off x="8574155" y="2929472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2C73C87-9850-71D4-A038-AAD54FF18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4155" y="2929472"/>
                <a:ext cx="365741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A8EAF3C-B204-AAA1-D64F-1129074750C2}"/>
                  </a:ext>
                </a:extLst>
              </p:cNvPr>
              <p:cNvSpPr txBox="1"/>
              <p:nvPr/>
            </p:nvSpPr>
            <p:spPr>
              <a:xfrm>
                <a:off x="9201139" y="2236719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A8EAF3C-B204-AAA1-D64F-112907475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1139" y="2236719"/>
                <a:ext cx="2740045" cy="33855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E7755D0-F6AC-7C6A-2C96-8D586E6FF89C}"/>
                  </a:ext>
                </a:extLst>
              </p:cNvPr>
              <p:cNvSpPr txBox="1"/>
              <p:nvPr/>
            </p:nvSpPr>
            <p:spPr>
              <a:xfrm>
                <a:off x="9201139" y="2516353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31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E7755D0-F6AC-7C6A-2C96-8D586E6FF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1139" y="2516353"/>
                <a:ext cx="2740045" cy="33855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E8D90D2-0C64-6AE2-07CF-DC653B281F51}"/>
                  </a:ext>
                </a:extLst>
              </p:cNvPr>
              <p:cNvSpPr txBox="1"/>
              <p:nvPr/>
            </p:nvSpPr>
            <p:spPr>
              <a:xfrm>
                <a:off x="9201138" y="3749269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E8D90D2-0C64-6AE2-07CF-DC653B281F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1138" y="3749269"/>
                <a:ext cx="2740045" cy="33855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1901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CCA95-68CF-2F84-3B8B-C4901D0DA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9DA9F-4C4E-552B-3A0A-E50D165EC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Zooming into Attention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561877-2B96-D576-C15F-4FE8A9816098}"/>
              </a:ext>
            </a:extLst>
          </p:cNvPr>
          <p:cNvSpPr/>
          <p:nvPr/>
        </p:nvSpPr>
        <p:spPr>
          <a:xfrm>
            <a:off x="767289" y="1994447"/>
            <a:ext cx="2915093" cy="2436553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CF35F65-6E3D-8D40-58D2-88804BF11D8D}"/>
                  </a:ext>
                </a:extLst>
              </p:cNvPr>
              <p:cNvSpPr txBox="1"/>
              <p:nvPr/>
            </p:nvSpPr>
            <p:spPr>
              <a:xfrm>
                <a:off x="3871109" y="3007445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CF35F65-6E3D-8D40-58D2-88804BF11D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109" y="3007445"/>
                <a:ext cx="3657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B6AC6B3-86ED-09C6-34DD-ED6C7357A2A6}"/>
                  </a:ext>
                </a:extLst>
              </p:cNvPr>
              <p:cNvSpPr txBox="1"/>
              <p:nvPr/>
            </p:nvSpPr>
            <p:spPr>
              <a:xfrm>
                <a:off x="2092150" y="473103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B6AC6B3-86ED-09C6-34DD-ED6C7357A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2150" y="4731034"/>
                <a:ext cx="3657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DC78569-34F7-62C6-4B84-90B00A3CB983}"/>
              </a:ext>
            </a:extLst>
          </p:cNvPr>
          <p:cNvCxnSpPr>
            <a:cxnSpLocks/>
          </p:cNvCxnSpPr>
          <p:nvPr/>
        </p:nvCxnSpPr>
        <p:spPr>
          <a:xfrm flipH="1">
            <a:off x="767289" y="4614230"/>
            <a:ext cx="291509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EAB3EAA-81C1-54EF-1DBF-89D53A755A3D}"/>
              </a:ext>
            </a:extLst>
          </p:cNvPr>
          <p:cNvCxnSpPr>
            <a:cxnSpLocks/>
          </p:cNvCxnSpPr>
          <p:nvPr/>
        </p:nvCxnSpPr>
        <p:spPr>
          <a:xfrm>
            <a:off x="3871109" y="2006973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8BE38A2-D0CF-8F3F-87FB-A55D90C96956}"/>
                  </a:ext>
                </a:extLst>
              </p:cNvPr>
              <p:cNvSpPr txBox="1"/>
              <p:nvPr/>
            </p:nvSpPr>
            <p:spPr>
              <a:xfrm>
                <a:off x="783855" y="2040615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8BE38A2-D0CF-8F3F-87FB-A55D90C969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55" y="2040615"/>
                <a:ext cx="6358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FCA00AF-FFF5-F414-AA96-0ACC75B3227D}"/>
                  </a:ext>
                </a:extLst>
              </p:cNvPr>
              <p:cNvSpPr txBox="1"/>
              <p:nvPr/>
            </p:nvSpPr>
            <p:spPr>
              <a:xfrm>
                <a:off x="1472422" y="2037883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FCA00AF-FFF5-F414-AA96-0ACC75B322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2422" y="2037883"/>
                <a:ext cx="6358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7C08278-83AA-0815-266B-CFD154F5AEFF}"/>
                  </a:ext>
                </a:extLst>
              </p:cNvPr>
              <p:cNvSpPr txBox="1"/>
              <p:nvPr/>
            </p:nvSpPr>
            <p:spPr>
              <a:xfrm>
                <a:off x="2957607" y="205927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7C08278-83AA-0815-266B-CFD154F5AE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7607" y="2059276"/>
                <a:ext cx="63584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C94E6735-BDC3-6B40-4931-C77D68CA438F}"/>
              </a:ext>
            </a:extLst>
          </p:cNvPr>
          <p:cNvSpPr txBox="1"/>
          <p:nvPr/>
        </p:nvSpPr>
        <p:spPr>
          <a:xfrm>
            <a:off x="2248680" y="1994447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08CAF7C-DD31-37F2-8AB3-C0EE5C900DE5}"/>
                  </a:ext>
                </a:extLst>
              </p:cNvPr>
              <p:cNvSpPr txBox="1"/>
              <p:nvPr/>
            </p:nvSpPr>
            <p:spPr>
              <a:xfrm>
                <a:off x="783855" y="256014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08CAF7C-DD31-37F2-8AB3-C0EE5C900D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55" y="2560140"/>
                <a:ext cx="63584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84EC968-D4BF-7148-4E54-3C21BA7097D4}"/>
                  </a:ext>
                </a:extLst>
              </p:cNvPr>
              <p:cNvSpPr txBox="1"/>
              <p:nvPr/>
            </p:nvSpPr>
            <p:spPr>
              <a:xfrm>
                <a:off x="1472422" y="2557408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84EC968-D4BF-7148-4E54-3C21BA709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2422" y="2557408"/>
                <a:ext cx="635841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CCAEDAC-9C3B-19CB-BD33-5159E847CF84}"/>
                  </a:ext>
                </a:extLst>
              </p:cNvPr>
              <p:cNvSpPr txBox="1"/>
              <p:nvPr/>
            </p:nvSpPr>
            <p:spPr>
              <a:xfrm>
                <a:off x="2957607" y="257880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CCAEDAC-9C3B-19CB-BD33-5159E847CF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7607" y="2578801"/>
                <a:ext cx="635841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136B37F2-2B9A-198F-80A0-1120A8EF2CCB}"/>
              </a:ext>
            </a:extLst>
          </p:cNvPr>
          <p:cNvSpPr txBox="1"/>
          <p:nvPr/>
        </p:nvSpPr>
        <p:spPr>
          <a:xfrm>
            <a:off x="2248680" y="2513972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D9D65EC-AAE3-D2EA-014C-D4425A09002B}"/>
                  </a:ext>
                </a:extLst>
              </p:cNvPr>
              <p:cNvSpPr txBox="1"/>
              <p:nvPr/>
            </p:nvSpPr>
            <p:spPr>
              <a:xfrm>
                <a:off x="792705" y="396941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D9D65EC-AAE3-D2EA-014C-D4425A0900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705" y="3969416"/>
                <a:ext cx="63584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C6DB8EF-272D-F240-20BA-3001824913B4}"/>
                  </a:ext>
                </a:extLst>
              </p:cNvPr>
              <p:cNvSpPr txBox="1"/>
              <p:nvPr/>
            </p:nvSpPr>
            <p:spPr>
              <a:xfrm>
                <a:off x="1481272" y="3966684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C6DB8EF-272D-F240-20BA-3001824913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1272" y="3966684"/>
                <a:ext cx="63584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4F3BDDA-E160-481A-3C0F-A1172F869B18}"/>
                  </a:ext>
                </a:extLst>
              </p:cNvPr>
              <p:cNvSpPr txBox="1"/>
              <p:nvPr/>
            </p:nvSpPr>
            <p:spPr>
              <a:xfrm>
                <a:off x="2966457" y="3988077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4F3BDDA-E160-481A-3C0F-A1172F869B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6457" y="3988077"/>
                <a:ext cx="63584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5157F30E-E46A-39AA-D287-BCC294C9A48C}"/>
              </a:ext>
            </a:extLst>
          </p:cNvPr>
          <p:cNvSpPr txBox="1"/>
          <p:nvPr/>
        </p:nvSpPr>
        <p:spPr>
          <a:xfrm>
            <a:off x="2257530" y="3923248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A734E7F-B53F-4BC1-FB7D-89A0718DBED8}"/>
              </a:ext>
            </a:extLst>
          </p:cNvPr>
          <p:cNvSpPr/>
          <p:nvPr/>
        </p:nvSpPr>
        <p:spPr>
          <a:xfrm>
            <a:off x="4799897" y="2006973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9BA8144-DCD5-12CF-3335-88A46FBCE1CA}"/>
                  </a:ext>
                </a:extLst>
              </p:cNvPr>
              <p:cNvSpPr txBox="1"/>
              <p:nvPr/>
            </p:nvSpPr>
            <p:spPr>
              <a:xfrm>
                <a:off x="4369939" y="300744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9BA8144-DCD5-12CF-3335-88A46FBCE1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9939" y="3007444"/>
                <a:ext cx="36574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07EB116-83A8-710C-D1AB-8991C5422181}"/>
                  </a:ext>
                </a:extLst>
              </p:cNvPr>
              <p:cNvSpPr txBox="1"/>
              <p:nvPr/>
            </p:nvSpPr>
            <p:spPr>
              <a:xfrm>
                <a:off x="6016616" y="1498021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07EB116-83A8-710C-D1AB-8991C54221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616" y="1498021"/>
                <a:ext cx="487698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5F62ED4-7F0D-0272-7316-968D2D4664AA}"/>
              </a:ext>
            </a:extLst>
          </p:cNvPr>
          <p:cNvCxnSpPr/>
          <p:nvPr/>
        </p:nvCxnSpPr>
        <p:spPr>
          <a:xfrm>
            <a:off x="5059714" y="2344334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E8F154D-75B6-BE35-8399-2B7005F2F613}"/>
              </a:ext>
            </a:extLst>
          </p:cNvPr>
          <p:cNvCxnSpPr/>
          <p:nvPr/>
        </p:nvCxnSpPr>
        <p:spPr>
          <a:xfrm>
            <a:off x="5059714" y="2587111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8453EFD-CA69-6444-EE2C-7489BB4B6C69}"/>
              </a:ext>
            </a:extLst>
          </p:cNvPr>
          <p:cNvCxnSpPr/>
          <p:nvPr/>
        </p:nvCxnSpPr>
        <p:spPr>
          <a:xfrm>
            <a:off x="5059714" y="2872418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285D493-D9AB-E489-5A53-0190B40BDA83}"/>
              </a:ext>
            </a:extLst>
          </p:cNvPr>
          <p:cNvCxnSpPr/>
          <p:nvPr/>
        </p:nvCxnSpPr>
        <p:spPr>
          <a:xfrm>
            <a:off x="5059714" y="4132376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D03ED0A-A202-53ED-BF3E-E4BE2FCB37BF}"/>
                  </a:ext>
                </a:extLst>
              </p:cNvPr>
              <p:cNvSpPr txBox="1"/>
              <p:nvPr/>
            </p:nvSpPr>
            <p:spPr>
              <a:xfrm>
                <a:off x="6019277" y="2000286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D03ED0A-A202-53ED-BF3E-E4BE2FCB37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277" y="2000286"/>
                <a:ext cx="428130" cy="33855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E42DD45-7556-4E0D-7F83-831C39763219}"/>
                  </a:ext>
                </a:extLst>
              </p:cNvPr>
              <p:cNvSpPr txBox="1"/>
              <p:nvPr/>
            </p:nvSpPr>
            <p:spPr>
              <a:xfrm>
                <a:off x="6019277" y="2280151"/>
                <a:ext cx="43646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E42DD45-7556-4E0D-7F83-831C397632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277" y="2280151"/>
                <a:ext cx="436465" cy="33855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77C89A6-B994-7317-9282-DC3AD0B026DF}"/>
                  </a:ext>
                </a:extLst>
              </p:cNvPr>
              <p:cNvSpPr txBox="1"/>
              <p:nvPr/>
            </p:nvSpPr>
            <p:spPr>
              <a:xfrm>
                <a:off x="6016616" y="2540667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77C89A6-B994-7317-9282-DC3AD0B02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616" y="2540667"/>
                <a:ext cx="432874" cy="3385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7861BE2-D3DD-DD70-1896-5BA5658C3693}"/>
                  </a:ext>
                </a:extLst>
              </p:cNvPr>
              <p:cNvSpPr txBox="1"/>
              <p:nvPr/>
            </p:nvSpPr>
            <p:spPr>
              <a:xfrm>
                <a:off x="6041006" y="3839940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7861BE2-D3DD-DD70-1896-5BA5658C36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1006" y="3839940"/>
                <a:ext cx="432874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B25F603-4EC8-281F-7368-57FAED8CA729}"/>
              </a:ext>
            </a:extLst>
          </p:cNvPr>
          <p:cNvCxnSpPr>
            <a:cxnSpLocks/>
          </p:cNvCxnSpPr>
          <p:nvPr/>
        </p:nvCxnSpPr>
        <p:spPr>
          <a:xfrm>
            <a:off x="4671462" y="2006973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67BF4BE-5282-352B-96CB-F2950BA54D9B}"/>
              </a:ext>
            </a:extLst>
          </p:cNvPr>
          <p:cNvCxnSpPr>
            <a:cxnSpLocks/>
          </p:cNvCxnSpPr>
          <p:nvPr/>
        </p:nvCxnSpPr>
        <p:spPr>
          <a:xfrm>
            <a:off x="4816167" y="1874155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3622F6BC-1894-70B3-AD52-BFEA948CC3EE}"/>
              </a:ext>
            </a:extLst>
          </p:cNvPr>
          <p:cNvSpPr txBox="1"/>
          <p:nvPr/>
        </p:nvSpPr>
        <p:spPr>
          <a:xfrm>
            <a:off x="4127739" y="2961278"/>
            <a:ext cx="287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</a:t>
            </a:r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BE732E4-B875-AED6-FE44-041F51D7187E}"/>
              </a:ext>
            </a:extLst>
          </p:cNvPr>
          <p:cNvSpPr/>
          <p:nvPr/>
        </p:nvSpPr>
        <p:spPr>
          <a:xfrm>
            <a:off x="9068331" y="1976121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7774F65-CDCE-AEAA-DDE1-65A9746165FB}"/>
                  </a:ext>
                </a:extLst>
              </p:cNvPr>
              <p:cNvSpPr txBox="1"/>
              <p:nvPr/>
            </p:nvSpPr>
            <p:spPr>
              <a:xfrm>
                <a:off x="10285050" y="1467169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7774F65-CDCE-AEAA-DDE1-65A9746165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5050" y="1467169"/>
                <a:ext cx="487698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667BB6B-F8E7-D476-D4CB-CE4432556A5B}"/>
              </a:ext>
            </a:extLst>
          </p:cNvPr>
          <p:cNvCxnSpPr/>
          <p:nvPr/>
        </p:nvCxnSpPr>
        <p:spPr>
          <a:xfrm>
            <a:off x="9328148" y="2313482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0AC4ECC-6988-1CB8-7817-AAE508F6F12B}"/>
              </a:ext>
            </a:extLst>
          </p:cNvPr>
          <p:cNvCxnSpPr/>
          <p:nvPr/>
        </p:nvCxnSpPr>
        <p:spPr>
          <a:xfrm>
            <a:off x="9328148" y="255625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30B462D-1B42-2537-F0FA-A7184D59D66B}"/>
              </a:ext>
            </a:extLst>
          </p:cNvPr>
          <p:cNvCxnSpPr/>
          <p:nvPr/>
        </p:nvCxnSpPr>
        <p:spPr>
          <a:xfrm>
            <a:off x="9328148" y="2841566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3306821-1F5D-6CD8-B709-FEB0C9363568}"/>
              </a:ext>
            </a:extLst>
          </p:cNvPr>
          <p:cNvCxnSpPr/>
          <p:nvPr/>
        </p:nvCxnSpPr>
        <p:spPr>
          <a:xfrm>
            <a:off x="9328148" y="4101524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BEF9BBF-FCF5-D5EE-0A4D-A9B001FC20C8}"/>
                  </a:ext>
                </a:extLst>
              </p:cNvPr>
              <p:cNvSpPr txBox="1"/>
              <p:nvPr/>
            </p:nvSpPr>
            <p:spPr>
              <a:xfrm>
                <a:off x="10359180" y="1960477"/>
                <a:ext cx="42396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BEF9BBF-FCF5-D5EE-0A4D-A9B001FC20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9180" y="1960477"/>
                <a:ext cx="423962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18C54CD-B9C9-56C3-50DA-E8C6D3ED27C7}"/>
              </a:ext>
            </a:extLst>
          </p:cNvPr>
          <p:cNvCxnSpPr>
            <a:cxnSpLocks/>
          </p:cNvCxnSpPr>
          <p:nvPr/>
        </p:nvCxnSpPr>
        <p:spPr>
          <a:xfrm>
            <a:off x="8939896" y="1976121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CD0824A-1885-6632-FA33-51B5D8ADA836}"/>
              </a:ext>
            </a:extLst>
          </p:cNvPr>
          <p:cNvCxnSpPr>
            <a:cxnSpLocks/>
          </p:cNvCxnSpPr>
          <p:nvPr/>
        </p:nvCxnSpPr>
        <p:spPr>
          <a:xfrm>
            <a:off x="9084601" y="1843303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D2C040D0-3FD8-219C-7E32-76305C803C2D}"/>
              </a:ext>
            </a:extLst>
          </p:cNvPr>
          <p:cNvSpPr txBox="1"/>
          <p:nvPr/>
        </p:nvSpPr>
        <p:spPr>
          <a:xfrm>
            <a:off x="8184175" y="2921626"/>
            <a:ext cx="287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=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0EDEB32-7571-C1AA-9DC7-9E1569D8BB81}"/>
                  </a:ext>
                </a:extLst>
              </p:cNvPr>
              <p:cNvSpPr txBox="1"/>
              <p:nvPr/>
            </p:nvSpPr>
            <p:spPr>
              <a:xfrm>
                <a:off x="8574155" y="2929472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0EDEB32-7571-C1AA-9DC7-9E1569D8BB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4155" y="2929472"/>
                <a:ext cx="365741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F83ED43-5E96-5024-70C1-2224DDB668C2}"/>
                  </a:ext>
                </a:extLst>
              </p:cNvPr>
              <p:cNvSpPr txBox="1"/>
              <p:nvPr/>
            </p:nvSpPr>
            <p:spPr>
              <a:xfrm>
                <a:off x="10356808" y="2236719"/>
                <a:ext cx="42870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F83ED43-5E96-5024-70C1-2224DDB668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6808" y="2236719"/>
                <a:ext cx="428707" cy="33855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96199C1-DC64-9D1C-BD2B-4838FB64F91C}"/>
                  </a:ext>
                </a:extLst>
              </p:cNvPr>
              <p:cNvSpPr txBox="1"/>
              <p:nvPr/>
            </p:nvSpPr>
            <p:spPr>
              <a:xfrm>
                <a:off x="10356808" y="2516353"/>
                <a:ext cx="42870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96199C1-DC64-9D1C-BD2B-4838FB64F9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6808" y="2516353"/>
                <a:ext cx="428707" cy="33855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63399F2-3F21-464F-6CBF-6C1AF7043188}"/>
                  </a:ext>
                </a:extLst>
              </p:cNvPr>
              <p:cNvSpPr txBox="1"/>
              <p:nvPr/>
            </p:nvSpPr>
            <p:spPr>
              <a:xfrm>
                <a:off x="10357191" y="3749269"/>
                <a:ext cx="42793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63399F2-3F21-464F-6CBF-6C1AF70431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7191" y="3749269"/>
                <a:ext cx="427938" cy="33855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00360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BEF9F-BD43-3178-3EB4-4A1DC3805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Problem: Lets Track the Memory Requirements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5CF043-6FA3-1711-5A6B-35E79927B11E}"/>
              </a:ext>
            </a:extLst>
          </p:cNvPr>
          <p:cNvSpPr/>
          <p:nvPr/>
        </p:nvSpPr>
        <p:spPr>
          <a:xfrm>
            <a:off x="1024748" y="2302796"/>
            <a:ext cx="2915093" cy="24365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BB44E2-4E3B-94D2-0D87-E07116B2E0ED}"/>
              </a:ext>
            </a:extLst>
          </p:cNvPr>
          <p:cNvSpPr/>
          <p:nvPr/>
        </p:nvSpPr>
        <p:spPr>
          <a:xfrm>
            <a:off x="4409445" y="2302795"/>
            <a:ext cx="2915093" cy="2436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4566990-23EA-17C3-5CA7-07F163DAAEE7}"/>
              </a:ext>
            </a:extLst>
          </p:cNvPr>
          <p:cNvCxnSpPr/>
          <p:nvPr/>
        </p:nvCxnSpPr>
        <p:spPr>
          <a:xfrm>
            <a:off x="1230313" y="2570305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8FA1747-6D4A-4C87-E6FA-E9AAC654117B}"/>
              </a:ext>
            </a:extLst>
          </p:cNvPr>
          <p:cNvCxnSpPr/>
          <p:nvPr/>
        </p:nvCxnSpPr>
        <p:spPr>
          <a:xfrm>
            <a:off x="1230313" y="2813082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7C6FB4-C799-7407-7E59-0567C4AB4B10}"/>
              </a:ext>
            </a:extLst>
          </p:cNvPr>
          <p:cNvCxnSpPr/>
          <p:nvPr/>
        </p:nvCxnSpPr>
        <p:spPr>
          <a:xfrm>
            <a:off x="1230313" y="309838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C7BC991-2264-FDB3-65D4-7CCCA4105D10}"/>
              </a:ext>
            </a:extLst>
          </p:cNvPr>
          <p:cNvCxnSpPr/>
          <p:nvPr/>
        </p:nvCxnSpPr>
        <p:spPr>
          <a:xfrm>
            <a:off x="1230313" y="4358347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8C0223D-C0E1-15A4-B611-0C3DB6ED3B0B}"/>
                  </a:ext>
                </a:extLst>
              </p:cNvPr>
              <p:cNvSpPr txBox="1"/>
              <p:nvPr/>
            </p:nvSpPr>
            <p:spPr>
              <a:xfrm>
                <a:off x="477050" y="3254236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8C0223D-C0E1-15A4-B611-0C3DB6ED3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050" y="3254236"/>
                <a:ext cx="3657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EEB1A8C-A496-F0CC-0BD3-156A3BD5B985}"/>
              </a:ext>
            </a:extLst>
          </p:cNvPr>
          <p:cNvCxnSpPr>
            <a:cxnSpLocks/>
          </p:cNvCxnSpPr>
          <p:nvPr/>
        </p:nvCxnSpPr>
        <p:spPr>
          <a:xfrm>
            <a:off x="4644246" y="2515370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1DAE0A3-05A2-AD75-CE45-8AD86EC33466}"/>
              </a:ext>
            </a:extLst>
          </p:cNvPr>
          <p:cNvCxnSpPr>
            <a:cxnSpLocks/>
          </p:cNvCxnSpPr>
          <p:nvPr/>
        </p:nvCxnSpPr>
        <p:spPr>
          <a:xfrm>
            <a:off x="4887023" y="2515370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977123B-0C4C-8FDE-4171-B062139717B0}"/>
              </a:ext>
            </a:extLst>
          </p:cNvPr>
          <p:cNvCxnSpPr>
            <a:cxnSpLocks/>
          </p:cNvCxnSpPr>
          <p:nvPr/>
        </p:nvCxnSpPr>
        <p:spPr>
          <a:xfrm>
            <a:off x="5145749" y="2515370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8F979C2-CC87-8B16-8DC8-BDB0E540A81E}"/>
              </a:ext>
            </a:extLst>
          </p:cNvPr>
          <p:cNvCxnSpPr>
            <a:cxnSpLocks/>
          </p:cNvCxnSpPr>
          <p:nvPr/>
        </p:nvCxnSpPr>
        <p:spPr>
          <a:xfrm>
            <a:off x="6473046" y="2570305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D7302AE-8D3C-D625-589A-32DF9655F89C}"/>
              </a:ext>
            </a:extLst>
          </p:cNvPr>
          <p:cNvCxnSpPr>
            <a:cxnSpLocks/>
          </p:cNvCxnSpPr>
          <p:nvPr/>
        </p:nvCxnSpPr>
        <p:spPr>
          <a:xfrm>
            <a:off x="6753037" y="2570305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7FAF71D-27EF-153D-EB6A-B440D68724C3}"/>
              </a:ext>
            </a:extLst>
          </p:cNvPr>
          <p:cNvCxnSpPr>
            <a:cxnSpLocks/>
          </p:cNvCxnSpPr>
          <p:nvPr/>
        </p:nvCxnSpPr>
        <p:spPr>
          <a:xfrm>
            <a:off x="7043660" y="2570305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79ADCC8-73F2-83AF-0A86-A626E2DFF75B}"/>
                  </a:ext>
                </a:extLst>
              </p:cNvPr>
              <p:cNvSpPr txBox="1"/>
              <p:nvPr/>
            </p:nvSpPr>
            <p:spPr>
              <a:xfrm>
                <a:off x="5736746" y="4902380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79ADCC8-73F2-83AF-0A86-A626E2DFF7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6746" y="4902380"/>
                <a:ext cx="3657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F5C1BF7-D390-7A71-1482-75C011B5D948}"/>
                  </a:ext>
                </a:extLst>
              </p:cNvPr>
              <p:cNvSpPr txBox="1"/>
              <p:nvPr/>
            </p:nvSpPr>
            <p:spPr>
              <a:xfrm>
                <a:off x="2176090" y="1690688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F5C1BF7-D390-7A71-1482-75C011B5D9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6090" y="1690688"/>
                <a:ext cx="48769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C8F3A0C-A2AB-0A90-99C8-0BEA1F0F6655}"/>
                  </a:ext>
                </a:extLst>
              </p:cNvPr>
              <p:cNvSpPr txBox="1"/>
              <p:nvPr/>
            </p:nvSpPr>
            <p:spPr>
              <a:xfrm>
                <a:off x="7385357" y="3317853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C8F3A0C-A2AB-0A90-99C8-0BEA1F0F66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5357" y="3317853"/>
                <a:ext cx="48769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E660283-E77C-5CE2-ABEA-83E829A88E1D}"/>
                  </a:ext>
                </a:extLst>
              </p:cNvPr>
              <p:cNvSpPr txBox="1"/>
              <p:nvPr/>
            </p:nvSpPr>
            <p:spPr>
              <a:xfrm>
                <a:off x="2189876" y="2226257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E660283-E77C-5CE2-ABEA-83E829A88E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9876" y="2226257"/>
                <a:ext cx="428130" cy="338554"/>
              </a:xfrm>
              <a:prstGeom prst="rect">
                <a:avLst/>
              </a:prstGeom>
              <a:blipFill>
                <a:blip r:embed="rId6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9548B59-B169-BCF9-878C-B9AC1A7DEEDD}"/>
                  </a:ext>
                </a:extLst>
              </p:cNvPr>
              <p:cNvSpPr txBox="1"/>
              <p:nvPr/>
            </p:nvSpPr>
            <p:spPr>
              <a:xfrm>
                <a:off x="2189876" y="2506122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9548B59-B169-BCF9-878C-B9AC1A7DEE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9876" y="2506122"/>
                <a:ext cx="432874" cy="338554"/>
              </a:xfrm>
              <a:prstGeom prst="rect">
                <a:avLst/>
              </a:prstGeom>
              <a:blipFill>
                <a:blip r:embed="rId7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6E69FB1-5155-D428-4F99-F5A61E2F7647}"/>
                  </a:ext>
                </a:extLst>
              </p:cNvPr>
              <p:cNvSpPr txBox="1"/>
              <p:nvPr/>
            </p:nvSpPr>
            <p:spPr>
              <a:xfrm>
                <a:off x="2187215" y="2766638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6E69FB1-5155-D428-4F99-F5A61E2F76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7215" y="2766638"/>
                <a:ext cx="432874" cy="338554"/>
              </a:xfrm>
              <a:prstGeom prst="rect">
                <a:avLst/>
              </a:prstGeom>
              <a:blipFill>
                <a:blip r:embed="rId8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212023B-A13B-9996-6067-12A2220A0338}"/>
                  </a:ext>
                </a:extLst>
              </p:cNvPr>
              <p:cNvSpPr txBox="1"/>
              <p:nvPr/>
            </p:nvSpPr>
            <p:spPr>
              <a:xfrm>
                <a:off x="4326198" y="3205804"/>
                <a:ext cx="43531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212023B-A13B-9996-6067-12A2220A03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6198" y="3205804"/>
                <a:ext cx="435311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2BB541B-5C08-862E-1F8B-DD4D0D0CC1F5}"/>
                  </a:ext>
                </a:extLst>
              </p:cNvPr>
              <p:cNvSpPr txBox="1"/>
              <p:nvPr/>
            </p:nvSpPr>
            <p:spPr>
              <a:xfrm>
                <a:off x="4559307" y="3218890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2BB541B-5C08-862E-1F8B-DD4D0D0CC1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9307" y="3218890"/>
                <a:ext cx="440056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CCBF1D5-47A1-5749-129D-0BB762F7AAC3}"/>
                  </a:ext>
                </a:extLst>
              </p:cNvPr>
              <p:cNvSpPr txBox="1"/>
              <p:nvPr/>
            </p:nvSpPr>
            <p:spPr>
              <a:xfrm>
                <a:off x="4826204" y="3218890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CCBF1D5-47A1-5749-129D-0BB762F7AA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204" y="3218890"/>
                <a:ext cx="440056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E34B4EA6-9A19-9AE2-DCC6-F26DD5FCB858}"/>
              </a:ext>
            </a:extLst>
          </p:cNvPr>
          <p:cNvSpPr txBox="1"/>
          <p:nvPr/>
        </p:nvSpPr>
        <p:spPr>
          <a:xfrm>
            <a:off x="3996536" y="3285014"/>
            <a:ext cx="287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168F381-7E31-AB36-21E9-2A21AE73713B}"/>
                  </a:ext>
                </a:extLst>
              </p:cNvPr>
              <p:cNvSpPr txBox="1"/>
              <p:nvPr/>
            </p:nvSpPr>
            <p:spPr>
              <a:xfrm>
                <a:off x="2189876" y="4036648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168F381-7E31-AB36-21E9-2A21AE7371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9876" y="4036648"/>
                <a:ext cx="428130" cy="338554"/>
              </a:xfrm>
              <a:prstGeom prst="rect">
                <a:avLst/>
              </a:prstGeom>
              <a:blipFill>
                <a:blip r:embed="rId12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8FEB7C0-799F-55B4-476B-E5454112DD0D}"/>
                  </a:ext>
                </a:extLst>
              </p:cNvPr>
              <p:cNvSpPr txBox="1"/>
              <p:nvPr/>
            </p:nvSpPr>
            <p:spPr>
              <a:xfrm>
                <a:off x="6731924" y="3285014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8FEB7C0-799F-55B4-476B-E5454112DD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1924" y="3285014"/>
                <a:ext cx="440056" cy="3385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DBC3CE1F-2188-C63C-4881-0A6804CAB73C}"/>
              </a:ext>
            </a:extLst>
          </p:cNvPr>
          <p:cNvSpPr txBox="1"/>
          <p:nvPr/>
        </p:nvSpPr>
        <p:spPr>
          <a:xfrm>
            <a:off x="7928606" y="3244072"/>
            <a:ext cx="287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=</a:t>
            </a:r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E38C69F-A10F-D7FE-D05E-875E60225292}"/>
              </a:ext>
            </a:extLst>
          </p:cNvPr>
          <p:cNvSpPr/>
          <p:nvPr/>
        </p:nvSpPr>
        <p:spPr>
          <a:xfrm>
            <a:off x="8651834" y="2256627"/>
            <a:ext cx="2915093" cy="2436553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0BF496E-3B52-2E36-7FF9-F07DC7A24F88}"/>
                  </a:ext>
                </a:extLst>
              </p:cNvPr>
              <p:cNvSpPr txBox="1"/>
              <p:nvPr/>
            </p:nvSpPr>
            <p:spPr>
              <a:xfrm>
                <a:off x="9976695" y="499321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0BF496E-3B52-2E36-7FF9-F07DC7A24F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6695" y="4993214"/>
                <a:ext cx="365741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16DE7B3-E9DF-17F3-2900-4D2E726A8F00}"/>
              </a:ext>
            </a:extLst>
          </p:cNvPr>
          <p:cNvCxnSpPr>
            <a:cxnSpLocks/>
          </p:cNvCxnSpPr>
          <p:nvPr/>
        </p:nvCxnSpPr>
        <p:spPr>
          <a:xfrm>
            <a:off x="842791" y="2315037"/>
            <a:ext cx="0" cy="2424311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60F9C2B-4104-22D4-96FA-398737169CDB}"/>
              </a:ext>
            </a:extLst>
          </p:cNvPr>
          <p:cNvCxnSpPr>
            <a:cxnSpLocks/>
          </p:cNvCxnSpPr>
          <p:nvPr/>
        </p:nvCxnSpPr>
        <p:spPr>
          <a:xfrm flipH="1">
            <a:off x="1024748" y="2178827"/>
            <a:ext cx="291509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15E5602-75B9-BA91-258A-95048A0FC7BE}"/>
              </a:ext>
            </a:extLst>
          </p:cNvPr>
          <p:cNvCxnSpPr>
            <a:cxnSpLocks/>
          </p:cNvCxnSpPr>
          <p:nvPr/>
        </p:nvCxnSpPr>
        <p:spPr>
          <a:xfrm flipH="1">
            <a:off x="4409445" y="4902380"/>
            <a:ext cx="291509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4E6334C-F0EC-3ED6-AFE4-72327904ED94}"/>
              </a:ext>
            </a:extLst>
          </p:cNvPr>
          <p:cNvCxnSpPr>
            <a:cxnSpLocks/>
          </p:cNvCxnSpPr>
          <p:nvPr/>
        </p:nvCxnSpPr>
        <p:spPr>
          <a:xfrm>
            <a:off x="7462491" y="2256627"/>
            <a:ext cx="0" cy="2482721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CEF9E1D-B18B-F79B-CBF9-69A7E73C9CB3}"/>
              </a:ext>
            </a:extLst>
          </p:cNvPr>
          <p:cNvCxnSpPr>
            <a:cxnSpLocks/>
          </p:cNvCxnSpPr>
          <p:nvPr/>
        </p:nvCxnSpPr>
        <p:spPr>
          <a:xfrm flipH="1">
            <a:off x="8651834" y="4876410"/>
            <a:ext cx="291509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A1C99C8-D928-17BD-1E77-6EC9E71C344A}"/>
              </a:ext>
            </a:extLst>
          </p:cNvPr>
          <p:cNvCxnSpPr>
            <a:cxnSpLocks/>
          </p:cNvCxnSpPr>
          <p:nvPr/>
        </p:nvCxnSpPr>
        <p:spPr>
          <a:xfrm>
            <a:off x="11755654" y="2269153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4C78964-0BE5-C23C-F421-2AB5AE061F7E}"/>
                  </a:ext>
                </a:extLst>
              </p:cNvPr>
              <p:cNvSpPr txBox="1"/>
              <p:nvPr/>
            </p:nvSpPr>
            <p:spPr>
              <a:xfrm>
                <a:off x="8668400" y="2302795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4C78964-0BE5-C23C-F421-2AB5AE061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8400" y="2302795"/>
                <a:ext cx="635841" cy="369332"/>
              </a:xfrm>
              <a:prstGeom prst="rect">
                <a:avLst/>
              </a:prstGeom>
              <a:blipFill>
                <a:blip r:embed="rId15"/>
                <a:stretch>
                  <a:fillRect r="-5769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A20EC52-E9C5-6ABA-2232-4C1C802B6BFA}"/>
                  </a:ext>
                </a:extLst>
              </p:cNvPr>
              <p:cNvSpPr txBox="1"/>
              <p:nvPr/>
            </p:nvSpPr>
            <p:spPr>
              <a:xfrm>
                <a:off x="9356967" y="2300063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A20EC52-E9C5-6ABA-2232-4C1C802B6B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6967" y="2300063"/>
                <a:ext cx="635841" cy="369332"/>
              </a:xfrm>
              <a:prstGeom prst="rect">
                <a:avLst/>
              </a:prstGeom>
              <a:blipFill>
                <a:blip r:embed="rId16"/>
                <a:stretch>
                  <a:fillRect r="-6731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CE8155E-B67B-9D37-F5FC-BC81E75B3ADD}"/>
                  </a:ext>
                </a:extLst>
              </p:cNvPr>
              <p:cNvSpPr txBox="1"/>
              <p:nvPr/>
            </p:nvSpPr>
            <p:spPr>
              <a:xfrm>
                <a:off x="10842152" y="232145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CE8155E-B67B-9D37-F5FC-BC81E75B3A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2152" y="2321456"/>
                <a:ext cx="635841" cy="369332"/>
              </a:xfrm>
              <a:prstGeom prst="rect">
                <a:avLst/>
              </a:prstGeom>
              <a:blipFill>
                <a:blip r:embed="rId17"/>
                <a:stretch>
                  <a:fillRect r="-5769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8E07D556-5C95-BBF0-4E4B-B95CFD16A8C9}"/>
              </a:ext>
            </a:extLst>
          </p:cNvPr>
          <p:cNvSpPr txBox="1"/>
          <p:nvPr/>
        </p:nvSpPr>
        <p:spPr>
          <a:xfrm>
            <a:off x="10133225" y="2256627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09193C3-552A-DEFE-6DCB-1D53B389A458}"/>
                  </a:ext>
                </a:extLst>
              </p:cNvPr>
              <p:cNvSpPr txBox="1"/>
              <p:nvPr/>
            </p:nvSpPr>
            <p:spPr>
              <a:xfrm>
                <a:off x="8668400" y="282232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09193C3-552A-DEFE-6DCB-1D53B389A4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8400" y="2822320"/>
                <a:ext cx="635841" cy="369332"/>
              </a:xfrm>
              <a:prstGeom prst="rect">
                <a:avLst/>
              </a:prstGeom>
              <a:blipFill>
                <a:blip r:embed="rId18"/>
                <a:stretch>
                  <a:fillRect r="-6731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48A1B69-D014-137C-180C-BB0ACBFD7673}"/>
                  </a:ext>
                </a:extLst>
              </p:cNvPr>
              <p:cNvSpPr txBox="1"/>
              <p:nvPr/>
            </p:nvSpPr>
            <p:spPr>
              <a:xfrm>
                <a:off x="9356967" y="2819588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48A1B69-D014-137C-180C-BB0ACBFD76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6967" y="2819588"/>
                <a:ext cx="635841" cy="369332"/>
              </a:xfrm>
              <a:prstGeom prst="rect">
                <a:avLst/>
              </a:prstGeom>
              <a:blipFill>
                <a:blip r:embed="rId19"/>
                <a:stretch>
                  <a:fillRect r="-7692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1F05B4B-924F-E6AC-7DE7-5D2439848EA1}"/>
                  </a:ext>
                </a:extLst>
              </p:cNvPr>
              <p:cNvSpPr txBox="1"/>
              <p:nvPr/>
            </p:nvSpPr>
            <p:spPr>
              <a:xfrm>
                <a:off x="10842152" y="284098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1F05B4B-924F-E6AC-7DE7-5D2439848E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2152" y="2840981"/>
                <a:ext cx="635841" cy="369332"/>
              </a:xfrm>
              <a:prstGeom prst="rect">
                <a:avLst/>
              </a:prstGeom>
              <a:blipFill>
                <a:blip r:embed="rId20"/>
                <a:stretch>
                  <a:fillRect r="-6731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02181025-7081-C50B-7F1E-B2CE5F2E39D3}"/>
              </a:ext>
            </a:extLst>
          </p:cNvPr>
          <p:cNvSpPr txBox="1"/>
          <p:nvPr/>
        </p:nvSpPr>
        <p:spPr>
          <a:xfrm>
            <a:off x="10133225" y="2776152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DA36037-37A5-B4FF-9475-C40334A8A2E3}"/>
                  </a:ext>
                </a:extLst>
              </p:cNvPr>
              <p:cNvSpPr txBox="1"/>
              <p:nvPr/>
            </p:nvSpPr>
            <p:spPr>
              <a:xfrm>
                <a:off x="8677250" y="423159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DA36037-37A5-B4FF-9475-C40334A8A2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7250" y="4231596"/>
                <a:ext cx="635841" cy="369332"/>
              </a:xfrm>
              <a:prstGeom prst="rect">
                <a:avLst/>
              </a:prstGeom>
              <a:blipFill>
                <a:blip r:embed="rId21"/>
                <a:stretch>
                  <a:fillRect r="-5714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FE99B44-335A-7100-2E17-6E1B1E7A1E33}"/>
                  </a:ext>
                </a:extLst>
              </p:cNvPr>
              <p:cNvSpPr txBox="1"/>
              <p:nvPr/>
            </p:nvSpPr>
            <p:spPr>
              <a:xfrm>
                <a:off x="9365817" y="4228864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FE99B44-335A-7100-2E17-6E1B1E7A1E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5817" y="4228864"/>
                <a:ext cx="635841" cy="369332"/>
              </a:xfrm>
              <a:prstGeom prst="rect">
                <a:avLst/>
              </a:prstGeom>
              <a:blipFill>
                <a:blip r:embed="rId22"/>
                <a:stretch>
                  <a:fillRect r="-6667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8AB0958-A844-3C9B-C474-EBEDD8D0EA36}"/>
                  </a:ext>
                </a:extLst>
              </p:cNvPr>
              <p:cNvSpPr txBox="1"/>
              <p:nvPr/>
            </p:nvSpPr>
            <p:spPr>
              <a:xfrm>
                <a:off x="10851002" y="4250257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8AB0958-A844-3C9B-C474-EBEDD8D0EA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1002" y="4250257"/>
                <a:ext cx="635841" cy="369332"/>
              </a:xfrm>
              <a:prstGeom prst="rect">
                <a:avLst/>
              </a:prstGeom>
              <a:blipFill>
                <a:blip r:embed="rId23"/>
                <a:stretch>
                  <a:fillRect r="-6731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>
            <a:extLst>
              <a:ext uri="{FF2B5EF4-FFF2-40B4-BE49-F238E27FC236}">
                <a16:creationId xmlns:a16="http://schemas.microsoft.com/office/drawing/2014/main" id="{69E1E7B3-99E3-9EC3-B34F-61C68CF7B493}"/>
              </a:ext>
            </a:extLst>
          </p:cNvPr>
          <p:cNvSpPr txBox="1"/>
          <p:nvPr/>
        </p:nvSpPr>
        <p:spPr>
          <a:xfrm>
            <a:off x="10142075" y="4185428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2FF6FDE-FF7B-FA6E-E22C-FE18F598D207}"/>
              </a:ext>
            </a:extLst>
          </p:cNvPr>
          <p:cNvSpPr txBox="1"/>
          <p:nvPr/>
        </p:nvSpPr>
        <p:spPr>
          <a:xfrm>
            <a:off x="2410141" y="5813235"/>
            <a:ext cx="7157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Memory Needed: </a:t>
            </a:r>
            <a:r>
              <a:rPr lang="en-US" dirty="0">
                <a:solidFill>
                  <a:srgbClr val="C00000"/>
                </a:solidFill>
              </a:rPr>
              <a:t>??</a:t>
            </a:r>
          </a:p>
        </p:txBody>
      </p:sp>
    </p:spTree>
    <p:extLst>
      <p:ext uri="{BB962C8B-B14F-4D97-AF65-F5344CB8AC3E}">
        <p14:creationId xmlns:p14="http://schemas.microsoft.com/office/powerpoint/2010/main" val="35584477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3B7C8-A779-41AF-75C0-F0EED8ADE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7E1F6-628B-E338-DAF5-8F1265E57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Problem: Lets Track the Memory Requirements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C9953E-B91F-5226-C6B5-4A86D5617646}"/>
              </a:ext>
            </a:extLst>
          </p:cNvPr>
          <p:cNvSpPr/>
          <p:nvPr/>
        </p:nvSpPr>
        <p:spPr>
          <a:xfrm>
            <a:off x="1024748" y="2302796"/>
            <a:ext cx="2915093" cy="24365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4FAC48-6F05-63F4-484D-5FAF19E57874}"/>
              </a:ext>
            </a:extLst>
          </p:cNvPr>
          <p:cNvSpPr/>
          <p:nvPr/>
        </p:nvSpPr>
        <p:spPr>
          <a:xfrm>
            <a:off x="4409445" y="2302795"/>
            <a:ext cx="2915093" cy="2436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A0EF4F2-E405-4DBC-EDEF-089E5A607814}"/>
              </a:ext>
            </a:extLst>
          </p:cNvPr>
          <p:cNvCxnSpPr/>
          <p:nvPr/>
        </p:nvCxnSpPr>
        <p:spPr>
          <a:xfrm>
            <a:off x="1230313" y="2570305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7C00AB-DD0C-C529-2617-998D2D76E0D3}"/>
              </a:ext>
            </a:extLst>
          </p:cNvPr>
          <p:cNvCxnSpPr/>
          <p:nvPr/>
        </p:nvCxnSpPr>
        <p:spPr>
          <a:xfrm>
            <a:off x="1230313" y="2813082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AFC6F03-40CC-D28E-5969-543328B84C02}"/>
              </a:ext>
            </a:extLst>
          </p:cNvPr>
          <p:cNvCxnSpPr/>
          <p:nvPr/>
        </p:nvCxnSpPr>
        <p:spPr>
          <a:xfrm>
            <a:off x="1230313" y="309838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D7B4DAD-AC43-8825-9D34-F937D17584F9}"/>
              </a:ext>
            </a:extLst>
          </p:cNvPr>
          <p:cNvCxnSpPr/>
          <p:nvPr/>
        </p:nvCxnSpPr>
        <p:spPr>
          <a:xfrm>
            <a:off x="1230313" y="4358347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83D6193-D244-4932-EDE3-55D8E825D4FB}"/>
                  </a:ext>
                </a:extLst>
              </p:cNvPr>
              <p:cNvSpPr txBox="1"/>
              <p:nvPr/>
            </p:nvSpPr>
            <p:spPr>
              <a:xfrm>
                <a:off x="477050" y="3254236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83D6193-D244-4932-EDE3-55D8E825D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050" y="3254236"/>
                <a:ext cx="3657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AA228BB-BFF1-D321-32EE-84F3B0C11C8C}"/>
              </a:ext>
            </a:extLst>
          </p:cNvPr>
          <p:cNvCxnSpPr>
            <a:cxnSpLocks/>
          </p:cNvCxnSpPr>
          <p:nvPr/>
        </p:nvCxnSpPr>
        <p:spPr>
          <a:xfrm>
            <a:off x="4644246" y="2515370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B3498A4-752A-23A7-A934-B0CA1085C6AB}"/>
              </a:ext>
            </a:extLst>
          </p:cNvPr>
          <p:cNvCxnSpPr>
            <a:cxnSpLocks/>
          </p:cNvCxnSpPr>
          <p:nvPr/>
        </p:nvCxnSpPr>
        <p:spPr>
          <a:xfrm>
            <a:off x="4887023" y="2515370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E276C02-4616-D986-B332-C5D1AA850B7C}"/>
              </a:ext>
            </a:extLst>
          </p:cNvPr>
          <p:cNvCxnSpPr>
            <a:cxnSpLocks/>
          </p:cNvCxnSpPr>
          <p:nvPr/>
        </p:nvCxnSpPr>
        <p:spPr>
          <a:xfrm>
            <a:off x="5145749" y="2515370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0A68C8B-3037-C348-67E3-7317E6A44326}"/>
              </a:ext>
            </a:extLst>
          </p:cNvPr>
          <p:cNvCxnSpPr>
            <a:cxnSpLocks/>
          </p:cNvCxnSpPr>
          <p:nvPr/>
        </p:nvCxnSpPr>
        <p:spPr>
          <a:xfrm>
            <a:off x="6473046" y="2570305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81AB094-FD5F-28C4-1104-92C7DA48C2C9}"/>
              </a:ext>
            </a:extLst>
          </p:cNvPr>
          <p:cNvCxnSpPr>
            <a:cxnSpLocks/>
          </p:cNvCxnSpPr>
          <p:nvPr/>
        </p:nvCxnSpPr>
        <p:spPr>
          <a:xfrm>
            <a:off x="6753037" y="2570305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7A65843-0A06-4CF3-B8FD-81FCC1B8C6D1}"/>
              </a:ext>
            </a:extLst>
          </p:cNvPr>
          <p:cNvCxnSpPr>
            <a:cxnSpLocks/>
          </p:cNvCxnSpPr>
          <p:nvPr/>
        </p:nvCxnSpPr>
        <p:spPr>
          <a:xfrm>
            <a:off x="7043660" y="2570305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69FF803-EC36-E7FB-7973-CC6236236E74}"/>
                  </a:ext>
                </a:extLst>
              </p:cNvPr>
              <p:cNvSpPr txBox="1"/>
              <p:nvPr/>
            </p:nvSpPr>
            <p:spPr>
              <a:xfrm>
                <a:off x="5736746" y="4902380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69FF803-EC36-E7FB-7973-CC6236236E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6746" y="4902380"/>
                <a:ext cx="3657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3BFD6D8-C04A-6469-9D6B-926286008B96}"/>
                  </a:ext>
                </a:extLst>
              </p:cNvPr>
              <p:cNvSpPr txBox="1"/>
              <p:nvPr/>
            </p:nvSpPr>
            <p:spPr>
              <a:xfrm>
                <a:off x="2176090" y="1690688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3BFD6D8-C04A-6469-9D6B-926286008B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6090" y="1690688"/>
                <a:ext cx="48769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830CA68-2104-4188-EAE8-49FC46F20076}"/>
                  </a:ext>
                </a:extLst>
              </p:cNvPr>
              <p:cNvSpPr txBox="1"/>
              <p:nvPr/>
            </p:nvSpPr>
            <p:spPr>
              <a:xfrm>
                <a:off x="7385357" y="3317853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830CA68-2104-4188-EAE8-49FC46F200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5357" y="3317853"/>
                <a:ext cx="48769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2405B16-4453-F0F3-7D58-31F14D50CD40}"/>
                  </a:ext>
                </a:extLst>
              </p:cNvPr>
              <p:cNvSpPr txBox="1"/>
              <p:nvPr/>
            </p:nvSpPr>
            <p:spPr>
              <a:xfrm>
                <a:off x="2189876" y="2226257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2405B16-4453-F0F3-7D58-31F14D50CD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9876" y="2226257"/>
                <a:ext cx="428130" cy="338554"/>
              </a:xfrm>
              <a:prstGeom prst="rect">
                <a:avLst/>
              </a:prstGeom>
              <a:blipFill>
                <a:blip r:embed="rId6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B03AD3D-9D2A-0889-E16C-5FF1B3B4D3E9}"/>
                  </a:ext>
                </a:extLst>
              </p:cNvPr>
              <p:cNvSpPr txBox="1"/>
              <p:nvPr/>
            </p:nvSpPr>
            <p:spPr>
              <a:xfrm>
                <a:off x="2189876" y="2506122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B03AD3D-9D2A-0889-E16C-5FF1B3B4D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9876" y="2506122"/>
                <a:ext cx="432874" cy="338554"/>
              </a:xfrm>
              <a:prstGeom prst="rect">
                <a:avLst/>
              </a:prstGeom>
              <a:blipFill>
                <a:blip r:embed="rId7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00B0270-E485-179A-7F17-5B95A1CA568F}"/>
                  </a:ext>
                </a:extLst>
              </p:cNvPr>
              <p:cNvSpPr txBox="1"/>
              <p:nvPr/>
            </p:nvSpPr>
            <p:spPr>
              <a:xfrm>
                <a:off x="2187215" y="2766638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00B0270-E485-179A-7F17-5B95A1CA5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7215" y="2766638"/>
                <a:ext cx="432874" cy="338554"/>
              </a:xfrm>
              <a:prstGeom prst="rect">
                <a:avLst/>
              </a:prstGeom>
              <a:blipFill>
                <a:blip r:embed="rId8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F28CBAA-F54F-5985-DC2E-3FC2F6B75222}"/>
                  </a:ext>
                </a:extLst>
              </p:cNvPr>
              <p:cNvSpPr txBox="1"/>
              <p:nvPr/>
            </p:nvSpPr>
            <p:spPr>
              <a:xfrm>
                <a:off x="4326198" y="3205804"/>
                <a:ext cx="43531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F28CBAA-F54F-5985-DC2E-3FC2F6B752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6198" y="3205804"/>
                <a:ext cx="435311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8D66B57-5933-56C3-E1D2-59EA6C678B92}"/>
                  </a:ext>
                </a:extLst>
              </p:cNvPr>
              <p:cNvSpPr txBox="1"/>
              <p:nvPr/>
            </p:nvSpPr>
            <p:spPr>
              <a:xfrm>
                <a:off x="4559307" y="3218890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8D66B57-5933-56C3-E1D2-59EA6C678B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9307" y="3218890"/>
                <a:ext cx="440056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F904E1F-8E03-0676-579C-AB77841C3856}"/>
                  </a:ext>
                </a:extLst>
              </p:cNvPr>
              <p:cNvSpPr txBox="1"/>
              <p:nvPr/>
            </p:nvSpPr>
            <p:spPr>
              <a:xfrm>
                <a:off x="4826204" y="3218890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F904E1F-8E03-0676-579C-AB77841C38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204" y="3218890"/>
                <a:ext cx="440056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6ED52BDA-E1FF-1F9B-F766-5AEB2AC01C52}"/>
              </a:ext>
            </a:extLst>
          </p:cNvPr>
          <p:cNvSpPr txBox="1"/>
          <p:nvPr/>
        </p:nvSpPr>
        <p:spPr>
          <a:xfrm>
            <a:off x="3996536" y="3285014"/>
            <a:ext cx="287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D59282B-3F5F-67CA-8315-3D34951E3841}"/>
                  </a:ext>
                </a:extLst>
              </p:cNvPr>
              <p:cNvSpPr txBox="1"/>
              <p:nvPr/>
            </p:nvSpPr>
            <p:spPr>
              <a:xfrm>
                <a:off x="2189876" y="4036648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D59282B-3F5F-67CA-8315-3D34951E38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9876" y="4036648"/>
                <a:ext cx="428130" cy="338554"/>
              </a:xfrm>
              <a:prstGeom prst="rect">
                <a:avLst/>
              </a:prstGeom>
              <a:blipFill>
                <a:blip r:embed="rId12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1DAEBEE-329F-AABF-09FC-602080851908}"/>
                  </a:ext>
                </a:extLst>
              </p:cNvPr>
              <p:cNvSpPr txBox="1"/>
              <p:nvPr/>
            </p:nvSpPr>
            <p:spPr>
              <a:xfrm>
                <a:off x="6731924" y="3285014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1DAEBEE-329F-AABF-09FC-6020808519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1924" y="3285014"/>
                <a:ext cx="440056" cy="3385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5507663C-0FF3-6B7E-3AE6-4B29FC3BFBD3}"/>
              </a:ext>
            </a:extLst>
          </p:cNvPr>
          <p:cNvSpPr txBox="1"/>
          <p:nvPr/>
        </p:nvSpPr>
        <p:spPr>
          <a:xfrm>
            <a:off x="7928606" y="3244072"/>
            <a:ext cx="287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=</a:t>
            </a:r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005CD58-9626-44A9-2344-E2AF98C11CA2}"/>
              </a:ext>
            </a:extLst>
          </p:cNvPr>
          <p:cNvSpPr/>
          <p:nvPr/>
        </p:nvSpPr>
        <p:spPr>
          <a:xfrm>
            <a:off x="8651834" y="2256627"/>
            <a:ext cx="2915093" cy="2436553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DDAEC3F-702D-2DB1-CB03-793ADCCE67DB}"/>
                  </a:ext>
                </a:extLst>
              </p:cNvPr>
              <p:cNvSpPr txBox="1"/>
              <p:nvPr/>
            </p:nvSpPr>
            <p:spPr>
              <a:xfrm>
                <a:off x="9976695" y="499321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DDAEC3F-702D-2DB1-CB03-793ADCCE67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6695" y="4993214"/>
                <a:ext cx="365741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190001D-16A7-F2F4-ED8B-0F217E76EF7E}"/>
              </a:ext>
            </a:extLst>
          </p:cNvPr>
          <p:cNvCxnSpPr>
            <a:cxnSpLocks/>
          </p:cNvCxnSpPr>
          <p:nvPr/>
        </p:nvCxnSpPr>
        <p:spPr>
          <a:xfrm>
            <a:off x="842791" y="2315037"/>
            <a:ext cx="0" cy="2424311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1532763-2667-B0C1-AFEE-DCBFA29FF8B8}"/>
              </a:ext>
            </a:extLst>
          </p:cNvPr>
          <p:cNvCxnSpPr>
            <a:cxnSpLocks/>
          </p:cNvCxnSpPr>
          <p:nvPr/>
        </p:nvCxnSpPr>
        <p:spPr>
          <a:xfrm flipH="1">
            <a:off x="1024748" y="2178827"/>
            <a:ext cx="291509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7128121-7A89-D45F-9A16-8C5A8D591601}"/>
              </a:ext>
            </a:extLst>
          </p:cNvPr>
          <p:cNvCxnSpPr>
            <a:cxnSpLocks/>
          </p:cNvCxnSpPr>
          <p:nvPr/>
        </p:nvCxnSpPr>
        <p:spPr>
          <a:xfrm flipH="1">
            <a:off x="4409445" y="4902380"/>
            <a:ext cx="291509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43984D6-812F-15CE-DEBC-1D976A34F9AF}"/>
              </a:ext>
            </a:extLst>
          </p:cNvPr>
          <p:cNvCxnSpPr>
            <a:cxnSpLocks/>
          </p:cNvCxnSpPr>
          <p:nvPr/>
        </p:nvCxnSpPr>
        <p:spPr>
          <a:xfrm>
            <a:off x="7462491" y="2256627"/>
            <a:ext cx="0" cy="2482721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74013F4-7B48-D009-098A-C9EBAE41F6E3}"/>
              </a:ext>
            </a:extLst>
          </p:cNvPr>
          <p:cNvCxnSpPr>
            <a:cxnSpLocks/>
          </p:cNvCxnSpPr>
          <p:nvPr/>
        </p:nvCxnSpPr>
        <p:spPr>
          <a:xfrm flipH="1">
            <a:off x="8651834" y="4876410"/>
            <a:ext cx="291509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F5EA5E1-A50E-51E4-5228-B46AA7D380D8}"/>
              </a:ext>
            </a:extLst>
          </p:cNvPr>
          <p:cNvCxnSpPr>
            <a:cxnSpLocks/>
          </p:cNvCxnSpPr>
          <p:nvPr/>
        </p:nvCxnSpPr>
        <p:spPr>
          <a:xfrm>
            <a:off x="11755654" y="2269153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B216B13-C77D-363D-1B98-4FCF575DFEC7}"/>
                  </a:ext>
                </a:extLst>
              </p:cNvPr>
              <p:cNvSpPr txBox="1"/>
              <p:nvPr/>
            </p:nvSpPr>
            <p:spPr>
              <a:xfrm>
                <a:off x="8668400" y="2302795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B216B13-C77D-363D-1B98-4FCF575DFE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8400" y="2302795"/>
                <a:ext cx="635841" cy="369332"/>
              </a:xfrm>
              <a:prstGeom prst="rect">
                <a:avLst/>
              </a:prstGeom>
              <a:blipFill>
                <a:blip r:embed="rId15"/>
                <a:stretch>
                  <a:fillRect r="-5769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8BF792C-59DA-7343-3E54-5F6E142A4723}"/>
                  </a:ext>
                </a:extLst>
              </p:cNvPr>
              <p:cNvSpPr txBox="1"/>
              <p:nvPr/>
            </p:nvSpPr>
            <p:spPr>
              <a:xfrm>
                <a:off x="9356967" y="2300063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8BF792C-59DA-7343-3E54-5F6E142A47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6967" y="2300063"/>
                <a:ext cx="635841" cy="369332"/>
              </a:xfrm>
              <a:prstGeom prst="rect">
                <a:avLst/>
              </a:prstGeom>
              <a:blipFill>
                <a:blip r:embed="rId16"/>
                <a:stretch>
                  <a:fillRect r="-6731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A389BD8-7B7C-0DE8-96C9-B57CC8DAF3C7}"/>
                  </a:ext>
                </a:extLst>
              </p:cNvPr>
              <p:cNvSpPr txBox="1"/>
              <p:nvPr/>
            </p:nvSpPr>
            <p:spPr>
              <a:xfrm>
                <a:off x="10842152" y="232145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A389BD8-7B7C-0DE8-96C9-B57CC8DAF3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2152" y="2321456"/>
                <a:ext cx="635841" cy="369332"/>
              </a:xfrm>
              <a:prstGeom prst="rect">
                <a:avLst/>
              </a:prstGeom>
              <a:blipFill>
                <a:blip r:embed="rId17"/>
                <a:stretch>
                  <a:fillRect r="-5769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384B4842-66E9-FB3E-FF69-D3908AB03E07}"/>
              </a:ext>
            </a:extLst>
          </p:cNvPr>
          <p:cNvSpPr txBox="1"/>
          <p:nvPr/>
        </p:nvSpPr>
        <p:spPr>
          <a:xfrm>
            <a:off x="10133225" y="2256627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A5CBBE9-18EF-F244-A885-93F19AF92FE5}"/>
                  </a:ext>
                </a:extLst>
              </p:cNvPr>
              <p:cNvSpPr txBox="1"/>
              <p:nvPr/>
            </p:nvSpPr>
            <p:spPr>
              <a:xfrm>
                <a:off x="8668400" y="282232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A5CBBE9-18EF-F244-A885-93F19AF92F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8400" y="2822320"/>
                <a:ext cx="635841" cy="369332"/>
              </a:xfrm>
              <a:prstGeom prst="rect">
                <a:avLst/>
              </a:prstGeom>
              <a:blipFill>
                <a:blip r:embed="rId18"/>
                <a:stretch>
                  <a:fillRect r="-6731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6F3E22C-E722-4DD1-A3CD-C24E0FAEB6A5}"/>
                  </a:ext>
                </a:extLst>
              </p:cNvPr>
              <p:cNvSpPr txBox="1"/>
              <p:nvPr/>
            </p:nvSpPr>
            <p:spPr>
              <a:xfrm>
                <a:off x="9356967" y="2819588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6F3E22C-E722-4DD1-A3CD-C24E0FAEB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6967" y="2819588"/>
                <a:ext cx="635841" cy="369332"/>
              </a:xfrm>
              <a:prstGeom prst="rect">
                <a:avLst/>
              </a:prstGeom>
              <a:blipFill>
                <a:blip r:embed="rId19"/>
                <a:stretch>
                  <a:fillRect r="-7692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E2BBA54-D260-08A0-E452-9F26CED5CEE7}"/>
                  </a:ext>
                </a:extLst>
              </p:cNvPr>
              <p:cNvSpPr txBox="1"/>
              <p:nvPr/>
            </p:nvSpPr>
            <p:spPr>
              <a:xfrm>
                <a:off x="10842152" y="284098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E2BBA54-D260-08A0-E452-9F26CED5CE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2152" y="2840981"/>
                <a:ext cx="635841" cy="369332"/>
              </a:xfrm>
              <a:prstGeom prst="rect">
                <a:avLst/>
              </a:prstGeom>
              <a:blipFill>
                <a:blip r:embed="rId20"/>
                <a:stretch>
                  <a:fillRect r="-6731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2FE07BF0-938B-0C2A-53FA-E491953FD046}"/>
              </a:ext>
            </a:extLst>
          </p:cNvPr>
          <p:cNvSpPr txBox="1"/>
          <p:nvPr/>
        </p:nvSpPr>
        <p:spPr>
          <a:xfrm>
            <a:off x="10133225" y="2776152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F9F2EF7-A801-43B4-D0C5-DACF8018A259}"/>
                  </a:ext>
                </a:extLst>
              </p:cNvPr>
              <p:cNvSpPr txBox="1"/>
              <p:nvPr/>
            </p:nvSpPr>
            <p:spPr>
              <a:xfrm>
                <a:off x="8677250" y="423159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F9F2EF7-A801-43B4-D0C5-DACF8018A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7250" y="4231596"/>
                <a:ext cx="635841" cy="369332"/>
              </a:xfrm>
              <a:prstGeom prst="rect">
                <a:avLst/>
              </a:prstGeom>
              <a:blipFill>
                <a:blip r:embed="rId21"/>
                <a:stretch>
                  <a:fillRect r="-5714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A21EAC1-1F3D-890B-EBAF-AA42BAF6B4A4}"/>
                  </a:ext>
                </a:extLst>
              </p:cNvPr>
              <p:cNvSpPr txBox="1"/>
              <p:nvPr/>
            </p:nvSpPr>
            <p:spPr>
              <a:xfrm>
                <a:off x="9365817" y="4228864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A21EAC1-1F3D-890B-EBAF-AA42BAF6B4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5817" y="4228864"/>
                <a:ext cx="635841" cy="369332"/>
              </a:xfrm>
              <a:prstGeom prst="rect">
                <a:avLst/>
              </a:prstGeom>
              <a:blipFill>
                <a:blip r:embed="rId22"/>
                <a:stretch>
                  <a:fillRect r="-6667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F2E90CC-409E-A2AC-B1D1-75ED2486907C}"/>
                  </a:ext>
                </a:extLst>
              </p:cNvPr>
              <p:cNvSpPr txBox="1"/>
              <p:nvPr/>
            </p:nvSpPr>
            <p:spPr>
              <a:xfrm>
                <a:off x="10851002" y="4250257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F2E90CC-409E-A2AC-B1D1-75ED248690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1002" y="4250257"/>
                <a:ext cx="635841" cy="369332"/>
              </a:xfrm>
              <a:prstGeom prst="rect">
                <a:avLst/>
              </a:prstGeom>
              <a:blipFill>
                <a:blip r:embed="rId23"/>
                <a:stretch>
                  <a:fillRect r="-6731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>
            <a:extLst>
              <a:ext uri="{FF2B5EF4-FFF2-40B4-BE49-F238E27FC236}">
                <a16:creationId xmlns:a16="http://schemas.microsoft.com/office/drawing/2014/main" id="{755B87C9-5E05-2BF5-FECB-2CA0F49DC81D}"/>
              </a:ext>
            </a:extLst>
          </p:cNvPr>
          <p:cNvSpPr txBox="1"/>
          <p:nvPr/>
        </p:nvSpPr>
        <p:spPr>
          <a:xfrm>
            <a:off x="10142075" y="4185428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4B98120-10EE-8E0B-28C8-106042CBA55A}"/>
                  </a:ext>
                </a:extLst>
              </p:cNvPr>
              <p:cNvSpPr txBox="1"/>
              <p:nvPr/>
            </p:nvSpPr>
            <p:spPr>
              <a:xfrm>
                <a:off x="2410141" y="5813235"/>
                <a:ext cx="71577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Memory Needed: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4B98120-10EE-8E0B-28C8-106042CBA5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0141" y="5813235"/>
                <a:ext cx="7157753" cy="369332"/>
              </a:xfrm>
              <a:prstGeom prst="rect">
                <a:avLst/>
              </a:prstGeom>
              <a:blipFill>
                <a:blip r:embed="rId24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28780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547A7-0763-543E-D4CC-43ACF5002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6B398-967C-1CE8-7F6E-85E2027DE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Problem: Lets Track the Memory Requirements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48F018-BEC6-A0A6-7D40-92D20C8E893C}"/>
              </a:ext>
            </a:extLst>
          </p:cNvPr>
          <p:cNvSpPr/>
          <p:nvPr/>
        </p:nvSpPr>
        <p:spPr>
          <a:xfrm>
            <a:off x="1718138" y="2420052"/>
            <a:ext cx="2915093" cy="2436553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2A183A-3C28-4707-67AA-AC154E23C535}"/>
                  </a:ext>
                </a:extLst>
              </p:cNvPr>
              <p:cNvSpPr txBox="1"/>
              <p:nvPr/>
            </p:nvSpPr>
            <p:spPr>
              <a:xfrm>
                <a:off x="3042999" y="5156639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2A183A-3C28-4707-67AA-AC154E23C5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999" y="5156639"/>
                <a:ext cx="3657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B43408A-26E1-F913-1986-0C85B7FF100A}"/>
              </a:ext>
            </a:extLst>
          </p:cNvPr>
          <p:cNvCxnSpPr>
            <a:cxnSpLocks/>
          </p:cNvCxnSpPr>
          <p:nvPr/>
        </p:nvCxnSpPr>
        <p:spPr>
          <a:xfrm flipH="1">
            <a:off x="1718138" y="5039835"/>
            <a:ext cx="291509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D2991C0-8673-CA43-4846-BB728A416161}"/>
              </a:ext>
            </a:extLst>
          </p:cNvPr>
          <p:cNvCxnSpPr>
            <a:cxnSpLocks/>
          </p:cNvCxnSpPr>
          <p:nvPr/>
        </p:nvCxnSpPr>
        <p:spPr>
          <a:xfrm>
            <a:off x="1461084" y="2420052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D56AC22-09A2-FA98-F6F1-428BF477AA88}"/>
                  </a:ext>
                </a:extLst>
              </p:cNvPr>
              <p:cNvSpPr txBox="1"/>
              <p:nvPr/>
            </p:nvSpPr>
            <p:spPr>
              <a:xfrm>
                <a:off x="1734704" y="246622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D56AC22-09A2-FA98-F6F1-428BF477AA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4704" y="2466220"/>
                <a:ext cx="635841" cy="369332"/>
              </a:xfrm>
              <a:prstGeom prst="rect">
                <a:avLst/>
              </a:prstGeom>
              <a:blipFill>
                <a:blip r:embed="rId3"/>
                <a:stretch>
                  <a:fillRect r="-5769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A31671E-F6B0-591C-BC79-FA1F0903E941}"/>
                  </a:ext>
                </a:extLst>
              </p:cNvPr>
              <p:cNvSpPr txBox="1"/>
              <p:nvPr/>
            </p:nvSpPr>
            <p:spPr>
              <a:xfrm>
                <a:off x="2423271" y="2463488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A31671E-F6B0-591C-BC79-FA1F0903E9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271" y="2463488"/>
                <a:ext cx="635841" cy="369332"/>
              </a:xfrm>
              <a:prstGeom prst="rect">
                <a:avLst/>
              </a:prstGeom>
              <a:blipFill>
                <a:blip r:embed="rId4"/>
                <a:stretch>
                  <a:fillRect r="-6731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E283D814-8B25-1482-C04B-FB8C310888B1}"/>
              </a:ext>
            </a:extLst>
          </p:cNvPr>
          <p:cNvSpPr txBox="1"/>
          <p:nvPr/>
        </p:nvSpPr>
        <p:spPr>
          <a:xfrm>
            <a:off x="3199529" y="2420052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71C8430-C9E8-AC07-6AD8-873BB8857C67}"/>
                  </a:ext>
                </a:extLst>
              </p:cNvPr>
              <p:cNvSpPr txBox="1"/>
              <p:nvPr/>
            </p:nvSpPr>
            <p:spPr>
              <a:xfrm>
                <a:off x="1734704" y="2985745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71C8430-C9E8-AC07-6AD8-873BB8857C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4704" y="2985745"/>
                <a:ext cx="635841" cy="369332"/>
              </a:xfrm>
              <a:prstGeom prst="rect">
                <a:avLst/>
              </a:prstGeom>
              <a:blipFill>
                <a:blip r:embed="rId5"/>
                <a:stretch>
                  <a:fillRect r="-6731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0E1A335-4BBA-2851-B774-32A0A850902B}"/>
                  </a:ext>
                </a:extLst>
              </p:cNvPr>
              <p:cNvSpPr txBox="1"/>
              <p:nvPr/>
            </p:nvSpPr>
            <p:spPr>
              <a:xfrm>
                <a:off x="2423271" y="2983013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0E1A335-4BBA-2851-B774-32A0A85090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271" y="2983013"/>
                <a:ext cx="635841" cy="369332"/>
              </a:xfrm>
              <a:prstGeom prst="rect">
                <a:avLst/>
              </a:prstGeom>
              <a:blipFill>
                <a:blip r:embed="rId6"/>
                <a:stretch>
                  <a:fillRect r="-7692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39E8DFA-B69E-17E9-09A8-1CA404B61F59}"/>
                  </a:ext>
                </a:extLst>
              </p:cNvPr>
              <p:cNvSpPr txBox="1"/>
              <p:nvPr/>
            </p:nvSpPr>
            <p:spPr>
              <a:xfrm>
                <a:off x="3908456" y="300440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39E8DFA-B69E-17E9-09A8-1CA404B61F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8456" y="3004406"/>
                <a:ext cx="635841" cy="369332"/>
              </a:xfrm>
              <a:prstGeom prst="rect">
                <a:avLst/>
              </a:prstGeom>
              <a:blipFill>
                <a:blip r:embed="rId7"/>
                <a:stretch>
                  <a:fillRect r="-6731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C1F7FFA6-8912-8C26-24BE-D6833FF10B06}"/>
              </a:ext>
            </a:extLst>
          </p:cNvPr>
          <p:cNvSpPr txBox="1"/>
          <p:nvPr/>
        </p:nvSpPr>
        <p:spPr>
          <a:xfrm>
            <a:off x="3199529" y="2939577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D99B176-64FE-2809-5D10-76B3838889EA}"/>
                  </a:ext>
                </a:extLst>
              </p:cNvPr>
              <p:cNvSpPr txBox="1"/>
              <p:nvPr/>
            </p:nvSpPr>
            <p:spPr>
              <a:xfrm>
                <a:off x="1743554" y="439502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D99B176-64FE-2809-5D10-76B383888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3554" y="4395021"/>
                <a:ext cx="635841" cy="369332"/>
              </a:xfrm>
              <a:prstGeom prst="rect">
                <a:avLst/>
              </a:prstGeom>
              <a:blipFill>
                <a:blip r:embed="rId8"/>
                <a:stretch>
                  <a:fillRect r="-6731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7B80336-54C1-34B1-6FFF-559E8D518216}"/>
                  </a:ext>
                </a:extLst>
              </p:cNvPr>
              <p:cNvSpPr txBox="1"/>
              <p:nvPr/>
            </p:nvSpPr>
            <p:spPr>
              <a:xfrm>
                <a:off x="2432121" y="4392289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7B80336-54C1-34B1-6FFF-559E8D5182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2121" y="4392289"/>
                <a:ext cx="635841" cy="369332"/>
              </a:xfrm>
              <a:prstGeom prst="rect">
                <a:avLst/>
              </a:prstGeom>
              <a:blipFill>
                <a:blip r:embed="rId9"/>
                <a:stretch>
                  <a:fillRect r="-7692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F721129-A7C5-2BF5-66A4-CA965922750B}"/>
                  </a:ext>
                </a:extLst>
              </p:cNvPr>
              <p:cNvSpPr txBox="1"/>
              <p:nvPr/>
            </p:nvSpPr>
            <p:spPr>
              <a:xfrm>
                <a:off x="3917306" y="4413682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F721129-A7C5-2BF5-66A4-CA96592275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7306" y="4413682"/>
                <a:ext cx="635841" cy="369332"/>
              </a:xfrm>
              <a:prstGeom prst="rect">
                <a:avLst/>
              </a:prstGeom>
              <a:blipFill>
                <a:blip r:embed="rId10"/>
                <a:stretch>
                  <a:fillRect r="-6731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D8375091-FAD9-4765-00D9-4E900107A336}"/>
              </a:ext>
            </a:extLst>
          </p:cNvPr>
          <p:cNvSpPr txBox="1"/>
          <p:nvPr/>
        </p:nvSpPr>
        <p:spPr>
          <a:xfrm>
            <a:off x="3208379" y="4348853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B54875D-E299-7B01-E12C-99A6568D48A3}"/>
                  </a:ext>
                </a:extLst>
              </p:cNvPr>
              <p:cNvSpPr txBox="1"/>
              <p:nvPr/>
            </p:nvSpPr>
            <p:spPr>
              <a:xfrm>
                <a:off x="966816" y="3373738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B54875D-E299-7B01-E12C-99A6568D48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816" y="3373738"/>
                <a:ext cx="36574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Left Bracket 20">
            <a:extLst>
              <a:ext uri="{FF2B5EF4-FFF2-40B4-BE49-F238E27FC236}">
                <a16:creationId xmlns:a16="http://schemas.microsoft.com/office/drawing/2014/main" id="{8FA8A137-6AA4-8CDF-404F-52E502A61172}"/>
              </a:ext>
            </a:extLst>
          </p:cNvPr>
          <p:cNvSpPr/>
          <p:nvPr/>
        </p:nvSpPr>
        <p:spPr>
          <a:xfrm>
            <a:off x="1005455" y="1819926"/>
            <a:ext cx="496187" cy="3657600"/>
          </a:xfrm>
          <a:prstGeom prst="leftBracke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Left Bracket 21">
            <a:extLst>
              <a:ext uri="{FF2B5EF4-FFF2-40B4-BE49-F238E27FC236}">
                <a16:creationId xmlns:a16="http://schemas.microsoft.com/office/drawing/2014/main" id="{BC2410EA-54F6-BB3B-3CFA-7CD88A19D1C9}"/>
              </a:ext>
            </a:extLst>
          </p:cNvPr>
          <p:cNvSpPr/>
          <p:nvPr/>
        </p:nvSpPr>
        <p:spPr>
          <a:xfrm rot="10800000">
            <a:off x="4380702" y="1868371"/>
            <a:ext cx="496187" cy="3657600"/>
          </a:xfrm>
          <a:prstGeom prst="leftBracke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02253C-8DB3-37BB-F425-EE38931796A0}"/>
              </a:ext>
            </a:extLst>
          </p:cNvPr>
          <p:cNvSpPr txBox="1"/>
          <p:nvPr/>
        </p:nvSpPr>
        <p:spPr>
          <a:xfrm>
            <a:off x="112928" y="3399416"/>
            <a:ext cx="951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Softmax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296527-B3CF-6383-849B-AF8E87841EA7}"/>
              </a:ext>
            </a:extLst>
          </p:cNvPr>
          <p:cNvSpPr txBox="1"/>
          <p:nvPr/>
        </p:nvSpPr>
        <p:spPr>
          <a:xfrm>
            <a:off x="5367598" y="3198167"/>
            <a:ext cx="287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=</a:t>
            </a:r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8B1A298-E488-9DC3-72B1-DD259709E8CE}"/>
              </a:ext>
            </a:extLst>
          </p:cNvPr>
          <p:cNvSpPr/>
          <p:nvPr/>
        </p:nvSpPr>
        <p:spPr>
          <a:xfrm>
            <a:off x="6453525" y="2454675"/>
            <a:ext cx="2915093" cy="2436553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17321F8-F191-786B-B145-4F96FBA38945}"/>
                  </a:ext>
                </a:extLst>
              </p:cNvPr>
              <p:cNvSpPr txBox="1"/>
              <p:nvPr/>
            </p:nvSpPr>
            <p:spPr>
              <a:xfrm>
                <a:off x="9557345" y="3467673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17321F8-F191-786B-B145-4F96FBA389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7345" y="3467673"/>
                <a:ext cx="36574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92704A7-C789-7914-9555-A0DFA9AD46BE}"/>
                  </a:ext>
                </a:extLst>
              </p:cNvPr>
              <p:cNvSpPr txBox="1"/>
              <p:nvPr/>
            </p:nvSpPr>
            <p:spPr>
              <a:xfrm>
                <a:off x="7778386" y="5191262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92704A7-C789-7914-9555-A0DFA9AD46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8386" y="5191262"/>
                <a:ext cx="36574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E5CD5F6-91F5-37BC-4415-058EA7D33814}"/>
              </a:ext>
            </a:extLst>
          </p:cNvPr>
          <p:cNvCxnSpPr>
            <a:cxnSpLocks/>
          </p:cNvCxnSpPr>
          <p:nvPr/>
        </p:nvCxnSpPr>
        <p:spPr>
          <a:xfrm flipH="1">
            <a:off x="6453525" y="5074458"/>
            <a:ext cx="291509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5278B72-5EDD-AE2D-581C-51EAA17C7646}"/>
              </a:ext>
            </a:extLst>
          </p:cNvPr>
          <p:cNvCxnSpPr>
            <a:cxnSpLocks/>
          </p:cNvCxnSpPr>
          <p:nvPr/>
        </p:nvCxnSpPr>
        <p:spPr>
          <a:xfrm>
            <a:off x="9557345" y="2467201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30E07A8-9484-A3AA-7B1D-92BF8F08F7A1}"/>
                  </a:ext>
                </a:extLst>
              </p:cNvPr>
              <p:cNvSpPr txBox="1"/>
              <p:nvPr/>
            </p:nvSpPr>
            <p:spPr>
              <a:xfrm>
                <a:off x="6470091" y="2500843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30E07A8-9484-A3AA-7B1D-92BF8F08F7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0091" y="2500843"/>
                <a:ext cx="635841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19A6D60-3A7D-4561-1143-FD73F5E442BA}"/>
                  </a:ext>
                </a:extLst>
              </p:cNvPr>
              <p:cNvSpPr txBox="1"/>
              <p:nvPr/>
            </p:nvSpPr>
            <p:spPr>
              <a:xfrm>
                <a:off x="7158658" y="249811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19A6D60-3A7D-4561-1143-FD73F5E44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8658" y="2498111"/>
                <a:ext cx="635841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5E8BE5A-66A9-D0AB-785E-5E5EE163CD41}"/>
                  </a:ext>
                </a:extLst>
              </p:cNvPr>
              <p:cNvSpPr txBox="1"/>
              <p:nvPr/>
            </p:nvSpPr>
            <p:spPr>
              <a:xfrm>
                <a:off x="8643843" y="2519504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5E8BE5A-66A9-D0AB-785E-5E5EE163CD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3843" y="2519504"/>
                <a:ext cx="635841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415600B0-1B8E-741D-3276-B33DF75A18BE}"/>
              </a:ext>
            </a:extLst>
          </p:cNvPr>
          <p:cNvSpPr txBox="1"/>
          <p:nvPr/>
        </p:nvSpPr>
        <p:spPr>
          <a:xfrm>
            <a:off x="7934916" y="2454675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DAF56A2-D2A4-CC97-B908-A15F2A80BAD9}"/>
                  </a:ext>
                </a:extLst>
              </p:cNvPr>
              <p:cNvSpPr txBox="1"/>
              <p:nvPr/>
            </p:nvSpPr>
            <p:spPr>
              <a:xfrm>
                <a:off x="6470091" y="3020368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DAF56A2-D2A4-CC97-B908-A15F2A80BA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0091" y="3020368"/>
                <a:ext cx="635841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42D58D8-E0FD-7B22-BE47-8FD69980EFC7}"/>
                  </a:ext>
                </a:extLst>
              </p:cNvPr>
              <p:cNvSpPr txBox="1"/>
              <p:nvPr/>
            </p:nvSpPr>
            <p:spPr>
              <a:xfrm>
                <a:off x="7158658" y="301763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42D58D8-E0FD-7B22-BE47-8FD69980E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8658" y="3017636"/>
                <a:ext cx="635841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F785DE4-5B03-B686-9493-163654099960}"/>
                  </a:ext>
                </a:extLst>
              </p:cNvPr>
              <p:cNvSpPr txBox="1"/>
              <p:nvPr/>
            </p:nvSpPr>
            <p:spPr>
              <a:xfrm>
                <a:off x="8643843" y="3039029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F785DE4-5B03-B686-9493-1636540999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3843" y="3039029"/>
                <a:ext cx="635841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333737E0-F217-0634-F83E-DC70EC756421}"/>
              </a:ext>
            </a:extLst>
          </p:cNvPr>
          <p:cNvSpPr txBox="1"/>
          <p:nvPr/>
        </p:nvSpPr>
        <p:spPr>
          <a:xfrm>
            <a:off x="7934916" y="2974200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7210209-F666-EE3E-A313-ECC175FABD30}"/>
                  </a:ext>
                </a:extLst>
              </p:cNvPr>
              <p:cNvSpPr txBox="1"/>
              <p:nvPr/>
            </p:nvSpPr>
            <p:spPr>
              <a:xfrm>
                <a:off x="6478941" y="4429644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7210209-F666-EE3E-A313-ECC175FABD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8941" y="4429644"/>
                <a:ext cx="635841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636D703-E226-8F86-2AE7-59C5E0ED8DE5}"/>
                  </a:ext>
                </a:extLst>
              </p:cNvPr>
              <p:cNvSpPr txBox="1"/>
              <p:nvPr/>
            </p:nvSpPr>
            <p:spPr>
              <a:xfrm>
                <a:off x="7167508" y="4426912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636D703-E226-8F86-2AE7-59C5E0ED8D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7508" y="4426912"/>
                <a:ext cx="635841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C3816AB-CED8-3EAD-6C1B-3F4485DFC406}"/>
                  </a:ext>
                </a:extLst>
              </p:cNvPr>
              <p:cNvSpPr txBox="1"/>
              <p:nvPr/>
            </p:nvSpPr>
            <p:spPr>
              <a:xfrm>
                <a:off x="8652693" y="4448305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C3816AB-CED8-3EAD-6C1B-3F4485DFC4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2693" y="4448305"/>
                <a:ext cx="635841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BDA4EB22-3B02-5A0B-D6BD-E5C195CC6657}"/>
              </a:ext>
            </a:extLst>
          </p:cNvPr>
          <p:cNvSpPr txBox="1"/>
          <p:nvPr/>
        </p:nvSpPr>
        <p:spPr>
          <a:xfrm>
            <a:off x="7943766" y="4383476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3C5055C-585D-79B2-E7AC-F216D5BE06F0}"/>
                  </a:ext>
                </a:extLst>
              </p:cNvPr>
              <p:cNvSpPr txBox="1"/>
              <p:nvPr/>
            </p:nvSpPr>
            <p:spPr>
              <a:xfrm>
                <a:off x="1823267" y="5653462"/>
                <a:ext cx="73757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…,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𝑖𝐿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𝑠𝑜𝑓𝑡𝑚𝑎𝑥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([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…,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3C5055C-585D-79B2-E7AC-F216D5BE06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3267" y="5653462"/>
                <a:ext cx="7375756" cy="369332"/>
              </a:xfrm>
              <a:prstGeom prst="rect">
                <a:avLst/>
              </a:prstGeom>
              <a:blipFill>
                <a:blip r:embed="rId23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924467-5737-DCCE-7A83-77703F4C31A3}"/>
                  </a:ext>
                </a:extLst>
              </p:cNvPr>
              <p:cNvSpPr txBox="1"/>
              <p:nvPr/>
            </p:nvSpPr>
            <p:spPr>
              <a:xfrm>
                <a:off x="2432121" y="6283697"/>
                <a:ext cx="71577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Memory Needed: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924467-5737-DCCE-7A83-77703F4C31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2121" y="6283697"/>
                <a:ext cx="7157753" cy="369332"/>
              </a:xfrm>
              <a:prstGeom prst="rect">
                <a:avLst/>
              </a:prstGeom>
              <a:blipFill>
                <a:blip r:embed="rId24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55111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30C50-4D50-8317-90BA-D0BA2A7F9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DD60A-F536-69B8-5DA5-EA0954502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Problem: Lets Track the Memory Requirements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B9802A-E831-4AED-7078-D6B7D52CF83A}"/>
              </a:ext>
            </a:extLst>
          </p:cNvPr>
          <p:cNvSpPr/>
          <p:nvPr/>
        </p:nvSpPr>
        <p:spPr>
          <a:xfrm>
            <a:off x="767289" y="1994447"/>
            <a:ext cx="2915093" cy="2436553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E76FBCA-AD03-C3D8-BED0-E10845A0CDF0}"/>
                  </a:ext>
                </a:extLst>
              </p:cNvPr>
              <p:cNvSpPr txBox="1"/>
              <p:nvPr/>
            </p:nvSpPr>
            <p:spPr>
              <a:xfrm>
                <a:off x="3871109" y="3007445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E76FBCA-AD03-C3D8-BED0-E10845A0CD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109" y="3007445"/>
                <a:ext cx="3657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50512DC-D5CD-A401-95E2-1CBA6601884E}"/>
                  </a:ext>
                </a:extLst>
              </p:cNvPr>
              <p:cNvSpPr txBox="1"/>
              <p:nvPr/>
            </p:nvSpPr>
            <p:spPr>
              <a:xfrm>
                <a:off x="2092150" y="473103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50512DC-D5CD-A401-95E2-1CBA660188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2150" y="4731034"/>
                <a:ext cx="3657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B3497E9-3E25-8860-A52D-E8EFC5E47A15}"/>
              </a:ext>
            </a:extLst>
          </p:cNvPr>
          <p:cNvCxnSpPr>
            <a:cxnSpLocks/>
          </p:cNvCxnSpPr>
          <p:nvPr/>
        </p:nvCxnSpPr>
        <p:spPr>
          <a:xfrm flipH="1">
            <a:off x="767289" y="4614230"/>
            <a:ext cx="291509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5A85AF5-5CAD-D79D-C873-1F61439EA001}"/>
              </a:ext>
            </a:extLst>
          </p:cNvPr>
          <p:cNvCxnSpPr>
            <a:cxnSpLocks/>
          </p:cNvCxnSpPr>
          <p:nvPr/>
        </p:nvCxnSpPr>
        <p:spPr>
          <a:xfrm>
            <a:off x="3871109" y="2006973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370A1C8-FB90-3EAE-4009-4B42A7F89737}"/>
                  </a:ext>
                </a:extLst>
              </p:cNvPr>
              <p:cNvSpPr txBox="1"/>
              <p:nvPr/>
            </p:nvSpPr>
            <p:spPr>
              <a:xfrm>
                <a:off x="783855" y="2040615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370A1C8-FB90-3EAE-4009-4B42A7F897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55" y="2040615"/>
                <a:ext cx="6358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C86A907-822A-190E-8FD7-0D656FCA6E51}"/>
                  </a:ext>
                </a:extLst>
              </p:cNvPr>
              <p:cNvSpPr txBox="1"/>
              <p:nvPr/>
            </p:nvSpPr>
            <p:spPr>
              <a:xfrm>
                <a:off x="1472422" y="2037883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C86A907-822A-190E-8FD7-0D656FCA6E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2422" y="2037883"/>
                <a:ext cx="6358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E546DB-4BD2-424D-CFBB-3B1D3661C0C7}"/>
                  </a:ext>
                </a:extLst>
              </p:cNvPr>
              <p:cNvSpPr txBox="1"/>
              <p:nvPr/>
            </p:nvSpPr>
            <p:spPr>
              <a:xfrm>
                <a:off x="2957607" y="205927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E546DB-4BD2-424D-CFBB-3B1D3661C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7607" y="2059276"/>
                <a:ext cx="63584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877180D5-14E8-2D76-231B-AA21842FF421}"/>
              </a:ext>
            </a:extLst>
          </p:cNvPr>
          <p:cNvSpPr txBox="1"/>
          <p:nvPr/>
        </p:nvSpPr>
        <p:spPr>
          <a:xfrm>
            <a:off x="2248680" y="1994447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C9109B9-B6A7-36B9-9591-C16C0C20F447}"/>
                  </a:ext>
                </a:extLst>
              </p:cNvPr>
              <p:cNvSpPr txBox="1"/>
              <p:nvPr/>
            </p:nvSpPr>
            <p:spPr>
              <a:xfrm>
                <a:off x="783855" y="256014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C9109B9-B6A7-36B9-9591-C16C0C20F4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55" y="2560140"/>
                <a:ext cx="63584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B9161E1-AFA3-7BEF-F492-15B40D35D685}"/>
                  </a:ext>
                </a:extLst>
              </p:cNvPr>
              <p:cNvSpPr txBox="1"/>
              <p:nvPr/>
            </p:nvSpPr>
            <p:spPr>
              <a:xfrm>
                <a:off x="1472422" y="2557408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B9161E1-AFA3-7BEF-F492-15B40D35D6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2422" y="2557408"/>
                <a:ext cx="635841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2C5B16B-AC9C-C18D-1BC0-6F7555B50E2C}"/>
                  </a:ext>
                </a:extLst>
              </p:cNvPr>
              <p:cNvSpPr txBox="1"/>
              <p:nvPr/>
            </p:nvSpPr>
            <p:spPr>
              <a:xfrm>
                <a:off x="2957607" y="257880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2C5B16B-AC9C-C18D-1BC0-6F7555B50E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7607" y="2578801"/>
                <a:ext cx="635841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DF7C2CDB-78DA-0550-BFD7-BAAB95056F57}"/>
              </a:ext>
            </a:extLst>
          </p:cNvPr>
          <p:cNvSpPr txBox="1"/>
          <p:nvPr/>
        </p:nvSpPr>
        <p:spPr>
          <a:xfrm>
            <a:off x="2248680" y="2513972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4F68689-3E6F-3D09-DF4E-557234AD0287}"/>
                  </a:ext>
                </a:extLst>
              </p:cNvPr>
              <p:cNvSpPr txBox="1"/>
              <p:nvPr/>
            </p:nvSpPr>
            <p:spPr>
              <a:xfrm>
                <a:off x="792705" y="396941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4F68689-3E6F-3D09-DF4E-557234AD02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705" y="3969416"/>
                <a:ext cx="63584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9594EF0-7CD6-8EF7-78D4-8865CF29D7B1}"/>
                  </a:ext>
                </a:extLst>
              </p:cNvPr>
              <p:cNvSpPr txBox="1"/>
              <p:nvPr/>
            </p:nvSpPr>
            <p:spPr>
              <a:xfrm>
                <a:off x="1481272" y="3966684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9594EF0-7CD6-8EF7-78D4-8865CF29D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1272" y="3966684"/>
                <a:ext cx="63584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0331E6E-D621-9B45-EFCD-991EF39EC3C0}"/>
                  </a:ext>
                </a:extLst>
              </p:cNvPr>
              <p:cNvSpPr txBox="1"/>
              <p:nvPr/>
            </p:nvSpPr>
            <p:spPr>
              <a:xfrm>
                <a:off x="2966457" y="3988077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0331E6E-D621-9B45-EFCD-991EF39EC3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6457" y="3988077"/>
                <a:ext cx="63584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5EF74CEB-58AC-98BC-B73D-9647BF0E7489}"/>
              </a:ext>
            </a:extLst>
          </p:cNvPr>
          <p:cNvSpPr txBox="1"/>
          <p:nvPr/>
        </p:nvSpPr>
        <p:spPr>
          <a:xfrm>
            <a:off x="2257530" y="3923248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C46C9F7-F29B-173B-9B25-F40ABF8D44A8}"/>
              </a:ext>
            </a:extLst>
          </p:cNvPr>
          <p:cNvSpPr/>
          <p:nvPr/>
        </p:nvSpPr>
        <p:spPr>
          <a:xfrm>
            <a:off x="4799897" y="2006973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356C4AB-FD4E-7C9A-3A4D-4A8E419A61D4}"/>
                  </a:ext>
                </a:extLst>
              </p:cNvPr>
              <p:cNvSpPr txBox="1"/>
              <p:nvPr/>
            </p:nvSpPr>
            <p:spPr>
              <a:xfrm>
                <a:off x="4369939" y="300744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356C4AB-FD4E-7C9A-3A4D-4A8E419A61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9939" y="3007444"/>
                <a:ext cx="36574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691AE03-FBA5-65A1-2CD4-47F54B462BCC}"/>
                  </a:ext>
                </a:extLst>
              </p:cNvPr>
              <p:cNvSpPr txBox="1"/>
              <p:nvPr/>
            </p:nvSpPr>
            <p:spPr>
              <a:xfrm>
                <a:off x="6016616" y="1498021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691AE03-FBA5-65A1-2CD4-47F54B462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616" y="1498021"/>
                <a:ext cx="487698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F0FDB0D-F9ED-241F-8292-42B7E85497DF}"/>
              </a:ext>
            </a:extLst>
          </p:cNvPr>
          <p:cNvCxnSpPr/>
          <p:nvPr/>
        </p:nvCxnSpPr>
        <p:spPr>
          <a:xfrm>
            <a:off x="5059714" y="2344334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921EAE8-0889-CC54-3106-A410247C4DBC}"/>
              </a:ext>
            </a:extLst>
          </p:cNvPr>
          <p:cNvCxnSpPr/>
          <p:nvPr/>
        </p:nvCxnSpPr>
        <p:spPr>
          <a:xfrm>
            <a:off x="5059714" y="2587111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431A057-2704-BAA1-E292-10B511B83199}"/>
              </a:ext>
            </a:extLst>
          </p:cNvPr>
          <p:cNvCxnSpPr/>
          <p:nvPr/>
        </p:nvCxnSpPr>
        <p:spPr>
          <a:xfrm>
            <a:off x="5059714" y="2872418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10188C2-2732-ABE6-5872-4AC76E33F4E9}"/>
              </a:ext>
            </a:extLst>
          </p:cNvPr>
          <p:cNvCxnSpPr/>
          <p:nvPr/>
        </p:nvCxnSpPr>
        <p:spPr>
          <a:xfrm>
            <a:off x="5059714" y="4132376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5A02D0C-E617-5070-7EE4-EF2E8AE043AF}"/>
                  </a:ext>
                </a:extLst>
              </p:cNvPr>
              <p:cNvSpPr txBox="1"/>
              <p:nvPr/>
            </p:nvSpPr>
            <p:spPr>
              <a:xfrm>
                <a:off x="6019277" y="2000286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5A02D0C-E617-5070-7EE4-EF2E8AE043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277" y="2000286"/>
                <a:ext cx="428130" cy="33855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65D6129-E944-25D6-2EFC-76AC4C628AFE}"/>
                  </a:ext>
                </a:extLst>
              </p:cNvPr>
              <p:cNvSpPr txBox="1"/>
              <p:nvPr/>
            </p:nvSpPr>
            <p:spPr>
              <a:xfrm>
                <a:off x="6019277" y="2280151"/>
                <a:ext cx="43646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65D6129-E944-25D6-2EFC-76AC4C628A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277" y="2280151"/>
                <a:ext cx="436465" cy="33855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3E6295A-1970-499D-70F1-D64508610F0F}"/>
                  </a:ext>
                </a:extLst>
              </p:cNvPr>
              <p:cNvSpPr txBox="1"/>
              <p:nvPr/>
            </p:nvSpPr>
            <p:spPr>
              <a:xfrm>
                <a:off x="6016616" y="2540667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3E6295A-1970-499D-70F1-D64508610F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616" y="2540667"/>
                <a:ext cx="432874" cy="3385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F874049-C62D-179C-E959-7E6F7ADD1BB7}"/>
                  </a:ext>
                </a:extLst>
              </p:cNvPr>
              <p:cNvSpPr txBox="1"/>
              <p:nvPr/>
            </p:nvSpPr>
            <p:spPr>
              <a:xfrm>
                <a:off x="6041006" y="3839940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F874049-C62D-179C-E959-7E6F7ADD1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1006" y="3839940"/>
                <a:ext cx="432874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1D15505-6837-3F28-78BC-023F63E4C513}"/>
              </a:ext>
            </a:extLst>
          </p:cNvPr>
          <p:cNvCxnSpPr>
            <a:cxnSpLocks/>
          </p:cNvCxnSpPr>
          <p:nvPr/>
        </p:nvCxnSpPr>
        <p:spPr>
          <a:xfrm>
            <a:off x="4671462" y="2006973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7C8FCA2-CD59-9E47-8A43-FC95CD1212C6}"/>
              </a:ext>
            </a:extLst>
          </p:cNvPr>
          <p:cNvCxnSpPr>
            <a:cxnSpLocks/>
          </p:cNvCxnSpPr>
          <p:nvPr/>
        </p:nvCxnSpPr>
        <p:spPr>
          <a:xfrm>
            <a:off x="4816167" y="1874155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DFE2121A-43DD-7811-CFDA-E444795E89EA}"/>
              </a:ext>
            </a:extLst>
          </p:cNvPr>
          <p:cNvSpPr txBox="1"/>
          <p:nvPr/>
        </p:nvSpPr>
        <p:spPr>
          <a:xfrm>
            <a:off x="4127739" y="2961278"/>
            <a:ext cx="287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</a:t>
            </a:r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AE1F3E4-0B70-5CAD-6189-97DB331C0D2A}"/>
              </a:ext>
            </a:extLst>
          </p:cNvPr>
          <p:cNvSpPr/>
          <p:nvPr/>
        </p:nvSpPr>
        <p:spPr>
          <a:xfrm>
            <a:off x="9068331" y="1976121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C071F9D-5BCA-7A7F-320F-9833FDC16822}"/>
                  </a:ext>
                </a:extLst>
              </p:cNvPr>
              <p:cNvSpPr txBox="1"/>
              <p:nvPr/>
            </p:nvSpPr>
            <p:spPr>
              <a:xfrm>
                <a:off x="10285050" y="1467169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C071F9D-5BCA-7A7F-320F-9833FDC168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5050" y="1467169"/>
                <a:ext cx="487698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54F794E-9A53-70F7-0F65-52A7354AD0D7}"/>
              </a:ext>
            </a:extLst>
          </p:cNvPr>
          <p:cNvCxnSpPr/>
          <p:nvPr/>
        </p:nvCxnSpPr>
        <p:spPr>
          <a:xfrm>
            <a:off x="9328148" y="2313482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73D72A1-2564-4440-04A4-DFC3E5A12023}"/>
              </a:ext>
            </a:extLst>
          </p:cNvPr>
          <p:cNvCxnSpPr/>
          <p:nvPr/>
        </p:nvCxnSpPr>
        <p:spPr>
          <a:xfrm>
            <a:off x="9328148" y="255625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5CDC18D-7FA6-386F-60FB-FD583437C733}"/>
              </a:ext>
            </a:extLst>
          </p:cNvPr>
          <p:cNvCxnSpPr/>
          <p:nvPr/>
        </p:nvCxnSpPr>
        <p:spPr>
          <a:xfrm>
            <a:off x="9328148" y="2841566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7E4458D-DB8A-3E3D-4A10-F466B5BA81E2}"/>
              </a:ext>
            </a:extLst>
          </p:cNvPr>
          <p:cNvCxnSpPr/>
          <p:nvPr/>
        </p:nvCxnSpPr>
        <p:spPr>
          <a:xfrm>
            <a:off x="9328148" y="4101524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7959EE2-424F-AD95-5842-017DE0EE4235}"/>
                  </a:ext>
                </a:extLst>
              </p:cNvPr>
              <p:cNvSpPr txBox="1"/>
              <p:nvPr/>
            </p:nvSpPr>
            <p:spPr>
              <a:xfrm>
                <a:off x="10359180" y="1960477"/>
                <a:ext cx="42396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7959EE2-424F-AD95-5842-017DE0EE42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9180" y="1960477"/>
                <a:ext cx="423962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B944A0E-C55E-1AE9-F960-3ECE77471F67}"/>
              </a:ext>
            </a:extLst>
          </p:cNvPr>
          <p:cNvCxnSpPr>
            <a:cxnSpLocks/>
          </p:cNvCxnSpPr>
          <p:nvPr/>
        </p:nvCxnSpPr>
        <p:spPr>
          <a:xfrm>
            <a:off x="8939896" y="1976121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522964F-A1E4-D11A-4E5B-7AEC9CAFAF19}"/>
              </a:ext>
            </a:extLst>
          </p:cNvPr>
          <p:cNvCxnSpPr>
            <a:cxnSpLocks/>
          </p:cNvCxnSpPr>
          <p:nvPr/>
        </p:nvCxnSpPr>
        <p:spPr>
          <a:xfrm>
            <a:off x="9084601" y="1843303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BD17EB3-33F4-97CB-0263-29C0AAE521F1}"/>
              </a:ext>
            </a:extLst>
          </p:cNvPr>
          <p:cNvSpPr txBox="1"/>
          <p:nvPr/>
        </p:nvSpPr>
        <p:spPr>
          <a:xfrm>
            <a:off x="8184175" y="2921626"/>
            <a:ext cx="287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=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E9E23E2-DDB6-F622-A451-714A26854914}"/>
                  </a:ext>
                </a:extLst>
              </p:cNvPr>
              <p:cNvSpPr txBox="1"/>
              <p:nvPr/>
            </p:nvSpPr>
            <p:spPr>
              <a:xfrm>
                <a:off x="8574155" y="2929472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E9E23E2-DDB6-F622-A451-714A26854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4155" y="2929472"/>
                <a:ext cx="365741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1611DF6-A697-8555-1EF4-040D5B266E6B}"/>
                  </a:ext>
                </a:extLst>
              </p:cNvPr>
              <p:cNvSpPr txBox="1"/>
              <p:nvPr/>
            </p:nvSpPr>
            <p:spPr>
              <a:xfrm>
                <a:off x="10356808" y="2236719"/>
                <a:ext cx="42870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1611DF6-A697-8555-1EF4-040D5B266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6808" y="2236719"/>
                <a:ext cx="428707" cy="33855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7C7F83E1-DF8F-8B0B-AE98-59A0C69BC543}"/>
                  </a:ext>
                </a:extLst>
              </p:cNvPr>
              <p:cNvSpPr txBox="1"/>
              <p:nvPr/>
            </p:nvSpPr>
            <p:spPr>
              <a:xfrm>
                <a:off x="10356808" y="2516353"/>
                <a:ext cx="42870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7C7F83E1-DF8F-8B0B-AE98-59A0C69BC5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6808" y="2516353"/>
                <a:ext cx="428707" cy="33855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295CF0D-B82B-C8C0-0A0E-6D6700D8D8F7}"/>
                  </a:ext>
                </a:extLst>
              </p:cNvPr>
              <p:cNvSpPr txBox="1"/>
              <p:nvPr/>
            </p:nvSpPr>
            <p:spPr>
              <a:xfrm>
                <a:off x="10357191" y="3749269"/>
                <a:ext cx="42793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295CF0D-B82B-C8C0-0A0E-6D6700D8D8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7191" y="3749269"/>
                <a:ext cx="427938" cy="33855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CAEE8C8-0E21-D41E-8C8E-7A9D5ABD4CD6}"/>
                  </a:ext>
                </a:extLst>
              </p:cNvPr>
              <p:cNvSpPr txBox="1"/>
              <p:nvPr/>
            </p:nvSpPr>
            <p:spPr>
              <a:xfrm>
                <a:off x="2432121" y="6283697"/>
                <a:ext cx="71577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Memory Needed: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CAEE8C8-0E21-D41E-8C8E-7A9D5ABD4C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2121" y="6283697"/>
                <a:ext cx="7157753" cy="369332"/>
              </a:xfrm>
              <a:prstGeom prst="rect">
                <a:avLst/>
              </a:prstGeom>
              <a:blipFill>
                <a:blip r:embed="rId25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26152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1D737-B298-E22B-AB5D-1AAAB3948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Problem: Lets Track the Memory Requirements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7DAD35-783B-4779-3A08-042893264D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0" dirty="0" err="1"/>
                  <a:t>Atleast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memory needed at any given time</a:t>
                </a:r>
              </a:p>
              <a:p>
                <a:endParaRPr lang="en-US" dirty="0"/>
              </a:p>
              <a:p>
                <a:r>
                  <a:rPr lang="en-US" dirty="0"/>
                  <a:t>Assume, data type = 16 bits (2 Bytes)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=1024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Memory Needed = </a:t>
                </a:r>
                <a:r>
                  <a:rPr lang="en-US" dirty="0">
                    <a:solidFill>
                      <a:srgbClr val="C00000"/>
                    </a:solidFill>
                  </a:rPr>
                  <a:t>??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7DAD35-783B-4779-3A08-042893264D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05989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5FC47-6C8A-90A5-9154-FAD81FA59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82E65-779C-A03C-06E6-28CF9FC67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Problem: Lets Track the Memory Requirements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8A705D-7559-F7F0-F043-0F976FF711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0" dirty="0" err="1"/>
                  <a:t>Atleast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memory needed at any given time</a:t>
                </a:r>
              </a:p>
              <a:p>
                <a:endParaRPr lang="en-US" dirty="0"/>
              </a:p>
              <a:p>
                <a:r>
                  <a:rPr lang="en-US" dirty="0"/>
                  <a:t>Assume, data type = 16 bits (2 Bytes)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=1024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Memory Needed = </a:t>
                </a:r>
                <a:r>
                  <a:rPr lang="en-US" dirty="0">
                    <a:solidFill>
                      <a:srgbClr val="C00000"/>
                    </a:solidFill>
                  </a:rPr>
                  <a:t>2 MB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8A705D-7559-F7F0-F043-0F976FF711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8665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CBCFC-1111-1ED7-A59C-F686B4C28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8891F-9A1A-4FAA-A19A-037123887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Compute Unit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68085-69F4-496F-5F36-6F509C2AB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0650"/>
            <a:ext cx="5838825" cy="52673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Each VALU consists of Vector Register File</a:t>
            </a:r>
          </a:p>
          <a:p>
            <a:pPr lvl="1"/>
            <a:r>
              <a:rPr lang="en-US" dirty="0"/>
              <a:t>64KB - 256 total registers – each register is 64 4-byte-wide entries</a:t>
            </a:r>
          </a:p>
          <a:p>
            <a:pPr lvl="1"/>
            <a:r>
              <a:rPr lang="en-US" dirty="0"/>
              <a:t>Private to each compute core</a:t>
            </a:r>
          </a:p>
          <a:p>
            <a:pPr lvl="1"/>
            <a:endParaRPr lang="en-US" dirty="0"/>
          </a:p>
          <a:p>
            <a:r>
              <a:rPr lang="en-US" dirty="0"/>
              <a:t>Each CU consists of Local Data Share (LDS)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64 KB </a:t>
            </a:r>
            <a:r>
              <a:rPr lang="en-US" dirty="0"/>
              <a:t>– Shared Cache in our GPU model</a:t>
            </a:r>
          </a:p>
          <a:p>
            <a:pPr lvl="1"/>
            <a:r>
              <a:rPr lang="en-US" dirty="0"/>
              <a:t>Can be used to share data between all threads mapped to the same CU</a:t>
            </a:r>
          </a:p>
          <a:p>
            <a:endParaRPr lang="en-US" dirty="0"/>
          </a:p>
          <a:p>
            <a:r>
              <a:rPr lang="en-US" dirty="0"/>
              <a:t>A smaller Vector Cache/L1 Cache is also available, not user controllable 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B66672-D181-114A-EB22-8ECA9030AD7E}"/>
              </a:ext>
            </a:extLst>
          </p:cNvPr>
          <p:cNvSpPr txBox="1"/>
          <p:nvPr/>
        </p:nvSpPr>
        <p:spPr>
          <a:xfrm>
            <a:off x="9132870" y="4069474"/>
            <a:ext cx="785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=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85C3660-7D1F-8168-6B4C-92AD98AD3CDF}"/>
              </a:ext>
            </a:extLst>
          </p:cNvPr>
          <p:cNvGrpSpPr/>
          <p:nvPr/>
        </p:nvGrpSpPr>
        <p:grpSpPr>
          <a:xfrm>
            <a:off x="8458676" y="4625417"/>
            <a:ext cx="2133599" cy="1499816"/>
            <a:chOff x="3392871" y="2569567"/>
            <a:chExt cx="2133599" cy="149981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2FEDF18-C6B6-7D68-3F50-4D331ACCD0DC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15EC183-D974-D567-B94E-14C818A62B15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2EFAAC0-BD2F-A57C-D8F2-9293F02D65C5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CA6F06FD-8545-7699-E0FC-7E5DC9673B4D}"/>
                </a:ext>
              </a:extLst>
            </p:cNvPr>
            <p:cNvCxnSpPr>
              <a:cxnSpLocks/>
              <a:endCxn id="9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8EC0FE6-4BAA-A6B3-EC15-27B7A8429951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2C1D279-B3AB-27BC-526C-C5F0143FE2AC}"/>
                </a:ext>
              </a:extLst>
            </p:cNvPr>
            <p:cNvCxnSpPr>
              <a:cxnSpLocks/>
              <a:endCxn id="11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5C62471-8612-BB51-6E90-74CAFDCF0618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FD0F06CF-1617-E419-F9AF-5D598D45B058}"/>
                </a:ext>
              </a:extLst>
            </p:cNvPr>
            <p:cNvCxnSpPr>
              <a:cxnSpLocks/>
              <a:endCxn id="19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AFDD89B0-2F2B-CA22-C5EC-52EE80FEB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375" y="1016213"/>
            <a:ext cx="5303300" cy="2866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033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502CA-613E-AFDD-7406-A97A8A8AC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813041-8F8D-57EF-58B0-6C31356A7E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Naïve Matrix Multiplication based implementation requires materialization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sized temporary </a:t>
                </a:r>
                <a:r>
                  <a:rPr lang="en-US" dirty="0" err="1"/>
                  <a:t>softmax</a:t>
                </a:r>
                <a:r>
                  <a:rPr lang="en-US" dirty="0"/>
                  <a:t> matrix</a:t>
                </a:r>
              </a:p>
              <a:p>
                <a:endParaRPr lang="en-US" dirty="0"/>
              </a:p>
              <a:p>
                <a:r>
                  <a:rPr lang="en-US" dirty="0"/>
                  <a:t>Compute Units quickly run out of memory, leading to transfers between global memory and shared cache of CU</a:t>
                </a:r>
              </a:p>
              <a:p>
                <a:endParaRPr lang="en-US" dirty="0"/>
              </a:p>
              <a:p>
                <a:r>
                  <a:rPr lang="en-US" dirty="0"/>
                  <a:t>This was the standard implementation in </a:t>
                </a:r>
                <a:r>
                  <a:rPr lang="en-US" dirty="0" err="1"/>
                  <a:t>Pytorch</a:t>
                </a:r>
                <a:r>
                  <a:rPr lang="en-US" dirty="0"/>
                  <a:t> before </a:t>
                </a:r>
                <a:r>
                  <a:rPr lang="en-US" b="1" dirty="0" err="1"/>
                  <a:t>FlashAttention</a:t>
                </a:r>
                <a:endParaRPr lang="en-US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813041-8F8D-57EF-58B0-6C31356A7E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74514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045B4-127F-CECA-999F-06B394366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GPU Modeling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37F336-8B0E-3765-275E-19F127F6DB8C}"/>
              </a:ext>
            </a:extLst>
          </p:cNvPr>
          <p:cNvSpPr/>
          <p:nvPr/>
        </p:nvSpPr>
        <p:spPr>
          <a:xfrm>
            <a:off x="5345000" y="1383772"/>
            <a:ext cx="1743623" cy="381000"/>
          </a:xfrm>
          <a:prstGeom prst="rect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DRAM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CD19F7C-F79C-6B83-22E8-AAA6D0A445BD}"/>
              </a:ext>
            </a:extLst>
          </p:cNvPr>
          <p:cNvGrpSpPr/>
          <p:nvPr/>
        </p:nvGrpSpPr>
        <p:grpSpPr>
          <a:xfrm>
            <a:off x="1885020" y="2878404"/>
            <a:ext cx="2133599" cy="1499816"/>
            <a:chOff x="3392871" y="2569567"/>
            <a:chExt cx="2133599" cy="149981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92304C6-D157-FBA6-E042-A6DE731FACA2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E9D8798-B746-9CFF-8801-2BD2C6EEE7A9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4FF6DE8-9C5D-7859-1B9E-084870B3F8AC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0779951-A417-449F-A515-2C3F6842ED26}"/>
                </a:ext>
              </a:extLst>
            </p:cNvPr>
            <p:cNvCxnSpPr>
              <a:cxnSpLocks/>
              <a:endCxn id="8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D9A6FF1-F784-0DBB-40C8-E2E7EA8F3950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757B1974-618C-2D4F-532B-749878F83E5F}"/>
                </a:ext>
              </a:extLst>
            </p:cNvPr>
            <p:cNvCxnSpPr>
              <a:cxnSpLocks/>
              <a:endCxn id="10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26B1170-0EC5-9854-32C8-71599AD5D1D1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DAF5047A-0342-65E8-4475-7DA9BCD2A1AA}"/>
                </a:ext>
              </a:extLst>
            </p:cNvPr>
            <p:cNvCxnSpPr>
              <a:cxnSpLocks/>
              <a:endCxn id="12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0F830E4-B387-EB5C-EE0A-5389314C3B3F}"/>
              </a:ext>
            </a:extLst>
          </p:cNvPr>
          <p:cNvGrpSpPr/>
          <p:nvPr/>
        </p:nvGrpSpPr>
        <p:grpSpPr>
          <a:xfrm>
            <a:off x="5150013" y="2878404"/>
            <a:ext cx="2133599" cy="1499816"/>
            <a:chOff x="3392871" y="2569567"/>
            <a:chExt cx="2133599" cy="149981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42DB5B1-0DF6-D3D1-3771-9C701D71DBCA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1A37279-0610-E28E-9F30-4E09882B0F19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C604DC1-53AB-F1D8-1472-55001DD61B6E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D9237B80-55F9-4092-F5E4-0132A216D7B9}"/>
                </a:ext>
              </a:extLst>
            </p:cNvPr>
            <p:cNvCxnSpPr>
              <a:cxnSpLocks/>
              <a:endCxn id="17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6966094-0AD1-E390-973D-CAF247E04409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D43FE987-92B2-F143-7CA0-DDCAA6FD745B}"/>
                </a:ext>
              </a:extLst>
            </p:cNvPr>
            <p:cNvCxnSpPr>
              <a:cxnSpLocks/>
              <a:endCxn id="19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201D9FD-B70F-F314-9481-CD52EE988457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CF1E27D-3F3A-7873-92D1-F667E16E3E2B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EE42B1F-E390-BB1C-D057-E197BF6E4A0C}"/>
              </a:ext>
            </a:extLst>
          </p:cNvPr>
          <p:cNvGrpSpPr/>
          <p:nvPr/>
        </p:nvGrpSpPr>
        <p:grpSpPr>
          <a:xfrm>
            <a:off x="8206379" y="2878404"/>
            <a:ext cx="2133599" cy="1499816"/>
            <a:chOff x="3392871" y="2569567"/>
            <a:chExt cx="2133599" cy="1499816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D78C4CF-1CB2-2D3C-9C5C-209FD30AC401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5961283-4A10-B52C-76D6-3DA45E6728A6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2F93828-2B7E-B015-7538-906F71A3A527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0B7C8611-611A-715E-1410-E759AA985D0D}"/>
                </a:ext>
              </a:extLst>
            </p:cNvPr>
            <p:cNvCxnSpPr>
              <a:cxnSpLocks/>
              <a:endCxn id="26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CB3CFC4-7CFF-1913-62FD-7D9A285AAE2F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A04AE2EE-80BC-D202-F238-4618CAA64408}"/>
                </a:ext>
              </a:extLst>
            </p:cNvPr>
            <p:cNvCxnSpPr>
              <a:cxnSpLocks/>
              <a:endCxn id="28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86A4A935-E524-539C-4C3C-7F830385584B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4754B283-79B1-CCF4-34B1-4B7BB4BF13E0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9B769A2-FC93-7404-E8B1-7ECB710B8EF4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2951819" y="2464641"/>
            <a:ext cx="1" cy="4137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E74F8D9-5576-9B38-6122-A50BFDC9D447}"/>
              </a:ext>
            </a:extLst>
          </p:cNvPr>
          <p:cNvCxnSpPr>
            <a:cxnSpLocks/>
          </p:cNvCxnSpPr>
          <p:nvPr/>
        </p:nvCxnSpPr>
        <p:spPr>
          <a:xfrm>
            <a:off x="6216812" y="2453465"/>
            <a:ext cx="1" cy="4137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00C7CCF-2B70-F3CB-E77E-2C2D3BB08BAD}"/>
              </a:ext>
            </a:extLst>
          </p:cNvPr>
          <p:cNvCxnSpPr>
            <a:cxnSpLocks/>
          </p:cNvCxnSpPr>
          <p:nvPr/>
        </p:nvCxnSpPr>
        <p:spPr>
          <a:xfrm flipH="1">
            <a:off x="9266712" y="2474270"/>
            <a:ext cx="6466" cy="3761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99E6367-8239-308B-CD68-6D18DBB4BE22}"/>
              </a:ext>
            </a:extLst>
          </p:cNvPr>
          <p:cNvCxnSpPr>
            <a:cxnSpLocks/>
          </p:cNvCxnSpPr>
          <p:nvPr/>
        </p:nvCxnSpPr>
        <p:spPr>
          <a:xfrm flipV="1">
            <a:off x="2945353" y="2446270"/>
            <a:ext cx="6327825" cy="71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64B61D4-139B-E2E7-6BC8-3F2A97869B78}"/>
              </a:ext>
            </a:extLst>
          </p:cNvPr>
          <p:cNvCxnSpPr>
            <a:stCxn id="4" idx="2"/>
          </p:cNvCxnSpPr>
          <p:nvPr/>
        </p:nvCxnSpPr>
        <p:spPr>
          <a:xfrm flipH="1">
            <a:off x="6216811" y="1764772"/>
            <a:ext cx="1" cy="6886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B6B11DA-974A-D662-9639-E6950312D75D}"/>
              </a:ext>
            </a:extLst>
          </p:cNvPr>
          <p:cNvSpPr txBox="1"/>
          <p:nvPr/>
        </p:nvSpPr>
        <p:spPr>
          <a:xfrm>
            <a:off x="994379" y="4874063"/>
            <a:ext cx="988884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Excessive memory transfers on the red arrow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From our GPU Model: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Time taken to transfer data from processor to cache </a:t>
            </a:r>
            <a:r>
              <a:rPr lang="en-US" dirty="0">
                <a:solidFill>
                  <a:srgbClr val="C00000"/>
                </a:solidFill>
              </a:rPr>
              <a:t>= ??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Time taken to transfer data from cache to DRAM </a:t>
            </a:r>
            <a:r>
              <a:rPr lang="en-US" dirty="0">
                <a:solidFill>
                  <a:srgbClr val="C00000"/>
                </a:solidFill>
              </a:rPr>
              <a:t>= ??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DF3018F-253E-4695-F2D0-C1A6E41D2079}"/>
              </a:ext>
            </a:extLst>
          </p:cNvPr>
          <p:cNvSpPr txBox="1"/>
          <p:nvPr/>
        </p:nvSpPr>
        <p:spPr>
          <a:xfrm>
            <a:off x="2071441" y="3824307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0F8E4A4-A4B5-7950-14B8-0108F05D2490}"/>
              </a:ext>
            </a:extLst>
          </p:cNvPr>
          <p:cNvSpPr txBox="1"/>
          <p:nvPr/>
        </p:nvSpPr>
        <p:spPr>
          <a:xfrm>
            <a:off x="2612281" y="3833092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A338D22-D2FD-FAFE-C3C7-47DBFC463F6C}"/>
                  </a:ext>
                </a:extLst>
              </p:cNvPr>
              <p:cNvSpPr txBox="1"/>
              <p:nvPr/>
            </p:nvSpPr>
            <p:spPr>
              <a:xfrm>
                <a:off x="3229390" y="3879140"/>
                <a:ext cx="494665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A338D22-D2FD-FAFE-C3C7-47DBFC463F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9390" y="3879140"/>
                <a:ext cx="494665" cy="25391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56D08120-2851-821F-0440-997EB4CC3B10}"/>
              </a:ext>
            </a:extLst>
          </p:cNvPr>
          <p:cNvSpPr txBox="1"/>
          <p:nvPr/>
        </p:nvSpPr>
        <p:spPr>
          <a:xfrm>
            <a:off x="5336434" y="3804851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80023E1-5945-CA18-7ED0-2A23B433FA25}"/>
              </a:ext>
            </a:extLst>
          </p:cNvPr>
          <p:cNvSpPr txBox="1"/>
          <p:nvPr/>
        </p:nvSpPr>
        <p:spPr>
          <a:xfrm>
            <a:off x="5877274" y="3813636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CD39205-94D0-2B8D-DA32-3C2DE62BCD9D}"/>
                  </a:ext>
                </a:extLst>
              </p:cNvPr>
              <p:cNvSpPr txBox="1"/>
              <p:nvPr/>
            </p:nvSpPr>
            <p:spPr>
              <a:xfrm>
                <a:off x="6494383" y="3859684"/>
                <a:ext cx="494665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CD39205-94D0-2B8D-DA32-3C2DE62BCD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383" y="3859684"/>
                <a:ext cx="494665" cy="2539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EDA83FFB-B2B7-6765-49F0-F5A8BD3C5DBE}"/>
              </a:ext>
            </a:extLst>
          </p:cNvPr>
          <p:cNvSpPr txBox="1"/>
          <p:nvPr/>
        </p:nvSpPr>
        <p:spPr>
          <a:xfrm>
            <a:off x="8405968" y="3820720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E4F6CC4-A2FA-5459-694F-AC0505ECE245}"/>
              </a:ext>
            </a:extLst>
          </p:cNvPr>
          <p:cNvSpPr txBox="1"/>
          <p:nvPr/>
        </p:nvSpPr>
        <p:spPr>
          <a:xfrm>
            <a:off x="8946808" y="3829505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363197C-9020-C2BC-B054-705AF2F19092}"/>
                  </a:ext>
                </a:extLst>
              </p:cNvPr>
              <p:cNvSpPr txBox="1"/>
              <p:nvPr/>
            </p:nvSpPr>
            <p:spPr>
              <a:xfrm>
                <a:off x="9563917" y="3875553"/>
                <a:ext cx="494665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363197C-9020-C2BC-B054-705AF2F19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3917" y="3875553"/>
                <a:ext cx="494665" cy="2539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4A5B526-7EA9-3C54-D069-A71E0180747D}"/>
                  </a:ext>
                </a:extLst>
              </p:cNvPr>
              <p:cNvSpPr txBox="1"/>
              <p:nvPr/>
            </p:nvSpPr>
            <p:spPr>
              <a:xfrm>
                <a:off x="9966186" y="2561531"/>
                <a:ext cx="9884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4A5B526-7EA9-3C54-D069-A71E018074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6186" y="2561531"/>
                <a:ext cx="98844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2F86B67-AA04-077C-DBA3-C15BB6A21A93}"/>
                  </a:ext>
                </a:extLst>
              </p:cNvPr>
              <p:cNvSpPr txBox="1"/>
              <p:nvPr/>
            </p:nvSpPr>
            <p:spPr>
              <a:xfrm>
                <a:off x="6494824" y="2576106"/>
                <a:ext cx="9884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2F86B67-AA04-077C-DBA3-C15BB6A21A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824" y="2576106"/>
                <a:ext cx="98844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27709D4-2303-2DD8-D6F1-9CC50E594036}"/>
                  </a:ext>
                </a:extLst>
              </p:cNvPr>
              <p:cNvSpPr txBox="1"/>
              <p:nvPr/>
            </p:nvSpPr>
            <p:spPr>
              <a:xfrm>
                <a:off x="3030172" y="2559140"/>
                <a:ext cx="9884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27709D4-2303-2DD8-D6F1-9CC50E5940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0172" y="2559140"/>
                <a:ext cx="98844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9CB336C-5BF9-3769-128D-FCCE9C08195C}"/>
              </a:ext>
            </a:extLst>
          </p:cNvPr>
          <p:cNvCxnSpPr/>
          <p:nvPr/>
        </p:nvCxnSpPr>
        <p:spPr>
          <a:xfrm flipV="1">
            <a:off x="3173150" y="1764772"/>
            <a:ext cx="2163284" cy="811334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F6B27DA-16E4-99B0-660C-D4156F93DB3A}"/>
              </a:ext>
            </a:extLst>
          </p:cNvPr>
          <p:cNvCxnSpPr>
            <a:cxnSpLocks/>
          </p:cNvCxnSpPr>
          <p:nvPr/>
        </p:nvCxnSpPr>
        <p:spPr>
          <a:xfrm flipV="1">
            <a:off x="5668069" y="1838856"/>
            <a:ext cx="270731" cy="903417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CED29D6-B03F-815F-74DE-6E7D8DFD1764}"/>
              </a:ext>
            </a:extLst>
          </p:cNvPr>
          <p:cNvCxnSpPr>
            <a:cxnSpLocks/>
          </p:cNvCxnSpPr>
          <p:nvPr/>
        </p:nvCxnSpPr>
        <p:spPr>
          <a:xfrm flipH="1" flipV="1">
            <a:off x="6509409" y="1816655"/>
            <a:ext cx="2139316" cy="913581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8411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94ACF-8131-F559-64A5-DE60053E9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78D92-7929-77AF-9A37-421EDEBC1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GPU Modeling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5876F4-563C-A009-9F39-6EF1CA3666D2}"/>
              </a:ext>
            </a:extLst>
          </p:cNvPr>
          <p:cNvSpPr/>
          <p:nvPr/>
        </p:nvSpPr>
        <p:spPr>
          <a:xfrm>
            <a:off x="5345000" y="1383772"/>
            <a:ext cx="1743623" cy="381000"/>
          </a:xfrm>
          <a:prstGeom prst="rect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DRAM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7B4DB4D-A94F-DD9C-5CF9-3B4634E70832}"/>
              </a:ext>
            </a:extLst>
          </p:cNvPr>
          <p:cNvGrpSpPr/>
          <p:nvPr/>
        </p:nvGrpSpPr>
        <p:grpSpPr>
          <a:xfrm>
            <a:off x="1885020" y="2878404"/>
            <a:ext cx="2133599" cy="1499816"/>
            <a:chOff x="3392871" y="2569567"/>
            <a:chExt cx="2133599" cy="149981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7250895-B2EE-C2AE-E1BF-E835A9CFB452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D3B47B1-A6D0-DC37-D3CB-DEA81B342BE8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11DB674-EDAC-1F18-AA2C-B23887A09619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E128536-509E-2212-6664-564742F7382B}"/>
                </a:ext>
              </a:extLst>
            </p:cNvPr>
            <p:cNvCxnSpPr>
              <a:cxnSpLocks/>
              <a:endCxn id="8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E21C7D8-DFCB-314D-56CF-730C0CF74B05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597230F-6F17-0D88-2F16-19777BE00065}"/>
                </a:ext>
              </a:extLst>
            </p:cNvPr>
            <p:cNvCxnSpPr>
              <a:cxnSpLocks/>
              <a:endCxn id="10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7BB859-489C-2E0D-EEAC-1FB1183866BD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29C6FE6-2364-18B9-2706-560E29F3D3CF}"/>
                </a:ext>
              </a:extLst>
            </p:cNvPr>
            <p:cNvCxnSpPr>
              <a:cxnSpLocks/>
              <a:endCxn id="12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7907360-8955-60D5-1C05-5BC2D5CFED8D}"/>
              </a:ext>
            </a:extLst>
          </p:cNvPr>
          <p:cNvGrpSpPr/>
          <p:nvPr/>
        </p:nvGrpSpPr>
        <p:grpSpPr>
          <a:xfrm>
            <a:off x="5150013" y="2878404"/>
            <a:ext cx="2133599" cy="1499816"/>
            <a:chOff x="3392871" y="2569567"/>
            <a:chExt cx="2133599" cy="149981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413EF18-35CC-833C-4FAE-F5136B0B47D4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6BC7A51-4AB6-AC43-C984-F018C9D86842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353070F-244D-4253-086C-0DBE36830434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CCF291D-EF23-B5D2-3E10-4675228ED80A}"/>
                </a:ext>
              </a:extLst>
            </p:cNvPr>
            <p:cNvCxnSpPr>
              <a:cxnSpLocks/>
              <a:endCxn id="17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55D900D-D2E0-9525-EA63-7F09DFB436E2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E16AA7F7-8573-1DD2-CBA2-B58443711E7D}"/>
                </a:ext>
              </a:extLst>
            </p:cNvPr>
            <p:cNvCxnSpPr>
              <a:cxnSpLocks/>
              <a:endCxn id="19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A95E2B6-CA4E-BC28-5E96-83B5FB91AEC7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988FE9F8-50C6-F519-1DD8-4C8A227992F6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F681843-C532-F516-7E01-E9D7D2AEBF94}"/>
              </a:ext>
            </a:extLst>
          </p:cNvPr>
          <p:cNvGrpSpPr/>
          <p:nvPr/>
        </p:nvGrpSpPr>
        <p:grpSpPr>
          <a:xfrm>
            <a:off x="8206379" y="2878404"/>
            <a:ext cx="2133599" cy="1499816"/>
            <a:chOff x="3392871" y="2569567"/>
            <a:chExt cx="2133599" cy="1499816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4088CDD-C528-8A45-98AA-CF7E30F5C2F0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9625F92-1D8B-8A0C-4A68-90C441F42941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A448ACF-7327-6FD0-A1FD-5631CF5038B5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974E6CCE-795A-4DFC-9D9B-53869AAD4089}"/>
                </a:ext>
              </a:extLst>
            </p:cNvPr>
            <p:cNvCxnSpPr>
              <a:cxnSpLocks/>
              <a:endCxn id="26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E37D78A-A139-D52C-556A-267171F9069C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8482181C-AACB-BC69-6B34-E14DA0A66D59}"/>
                </a:ext>
              </a:extLst>
            </p:cNvPr>
            <p:cNvCxnSpPr>
              <a:cxnSpLocks/>
              <a:endCxn id="28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4A1196E-DB53-A320-9021-A3B2913DFB3A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CEA1C826-E7EB-1D45-94E3-83C455994693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4E8E8F0-31EA-ED87-CC21-14B2DF7D6DAC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2951819" y="2464641"/>
            <a:ext cx="1" cy="4137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C663198-3F11-0B12-F19D-E97517E68D02}"/>
              </a:ext>
            </a:extLst>
          </p:cNvPr>
          <p:cNvCxnSpPr>
            <a:cxnSpLocks/>
          </p:cNvCxnSpPr>
          <p:nvPr/>
        </p:nvCxnSpPr>
        <p:spPr>
          <a:xfrm>
            <a:off x="6216812" y="2453465"/>
            <a:ext cx="1" cy="4137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2E303DA-51F2-7AD9-603E-25965E8B5979}"/>
              </a:ext>
            </a:extLst>
          </p:cNvPr>
          <p:cNvCxnSpPr>
            <a:cxnSpLocks/>
          </p:cNvCxnSpPr>
          <p:nvPr/>
        </p:nvCxnSpPr>
        <p:spPr>
          <a:xfrm flipH="1">
            <a:off x="9266712" y="2474270"/>
            <a:ext cx="6466" cy="3761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8F767A4-0901-E400-9559-91C1B25E4832}"/>
              </a:ext>
            </a:extLst>
          </p:cNvPr>
          <p:cNvCxnSpPr>
            <a:cxnSpLocks/>
          </p:cNvCxnSpPr>
          <p:nvPr/>
        </p:nvCxnSpPr>
        <p:spPr>
          <a:xfrm flipV="1">
            <a:off x="2945353" y="2446270"/>
            <a:ext cx="6327825" cy="71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E9668D2-C1CA-E495-EA26-120714322DF1}"/>
              </a:ext>
            </a:extLst>
          </p:cNvPr>
          <p:cNvCxnSpPr>
            <a:stCxn id="4" idx="2"/>
          </p:cNvCxnSpPr>
          <p:nvPr/>
        </p:nvCxnSpPr>
        <p:spPr>
          <a:xfrm flipH="1">
            <a:off x="6216811" y="1764772"/>
            <a:ext cx="1" cy="6886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EA03EE52-AAC4-4FE2-779A-C62681AC2360}"/>
              </a:ext>
            </a:extLst>
          </p:cNvPr>
          <p:cNvSpPr txBox="1"/>
          <p:nvPr/>
        </p:nvSpPr>
        <p:spPr>
          <a:xfrm>
            <a:off x="994379" y="4874063"/>
            <a:ext cx="988884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Excessive memory transfers on the red arrow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From our GPU Model: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Time taken to transfer data from processor to cache </a:t>
            </a:r>
            <a:r>
              <a:rPr lang="en-US" dirty="0">
                <a:solidFill>
                  <a:srgbClr val="C00000"/>
                </a:solidFill>
              </a:rPr>
              <a:t>= 1 cycle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Time taken to transfer data from cache to DRAM </a:t>
            </a:r>
            <a:r>
              <a:rPr lang="en-US" dirty="0">
                <a:solidFill>
                  <a:srgbClr val="C00000"/>
                </a:solidFill>
              </a:rPr>
              <a:t>= latency + data rate cycles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E48353F-EB53-0D25-AEC4-31729CBFB5CE}"/>
              </a:ext>
            </a:extLst>
          </p:cNvPr>
          <p:cNvSpPr txBox="1"/>
          <p:nvPr/>
        </p:nvSpPr>
        <p:spPr>
          <a:xfrm>
            <a:off x="2071441" y="3824307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71E8742-0053-1F9A-F242-9A9251447688}"/>
              </a:ext>
            </a:extLst>
          </p:cNvPr>
          <p:cNvSpPr txBox="1"/>
          <p:nvPr/>
        </p:nvSpPr>
        <p:spPr>
          <a:xfrm>
            <a:off x="2612281" y="3833092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2241986-0E44-E910-484E-B82A8328834D}"/>
                  </a:ext>
                </a:extLst>
              </p:cNvPr>
              <p:cNvSpPr txBox="1"/>
              <p:nvPr/>
            </p:nvSpPr>
            <p:spPr>
              <a:xfrm>
                <a:off x="3229390" y="3879140"/>
                <a:ext cx="494665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2241986-0E44-E910-484E-B82A832883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9390" y="3879140"/>
                <a:ext cx="494665" cy="25391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4B136B3F-A15E-2E14-1CB6-AE0DC173CE78}"/>
              </a:ext>
            </a:extLst>
          </p:cNvPr>
          <p:cNvSpPr txBox="1"/>
          <p:nvPr/>
        </p:nvSpPr>
        <p:spPr>
          <a:xfrm>
            <a:off x="5336434" y="3804851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BEA1521-45D4-574E-0D15-2953B3261CF4}"/>
              </a:ext>
            </a:extLst>
          </p:cNvPr>
          <p:cNvSpPr txBox="1"/>
          <p:nvPr/>
        </p:nvSpPr>
        <p:spPr>
          <a:xfrm>
            <a:off x="5877274" y="3813636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C3B60B5-0994-4038-DCC7-2ABA2C83F9BD}"/>
                  </a:ext>
                </a:extLst>
              </p:cNvPr>
              <p:cNvSpPr txBox="1"/>
              <p:nvPr/>
            </p:nvSpPr>
            <p:spPr>
              <a:xfrm>
                <a:off x="6494383" y="3859684"/>
                <a:ext cx="494665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C3B60B5-0994-4038-DCC7-2ABA2C83F9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383" y="3859684"/>
                <a:ext cx="494665" cy="2539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1C6D4ACB-8299-6E12-98FD-8C28A46BA709}"/>
              </a:ext>
            </a:extLst>
          </p:cNvPr>
          <p:cNvSpPr txBox="1"/>
          <p:nvPr/>
        </p:nvSpPr>
        <p:spPr>
          <a:xfrm>
            <a:off x="8405968" y="3820720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6DA6B32-BAC6-98BB-F4BF-BE9BFF11EE02}"/>
              </a:ext>
            </a:extLst>
          </p:cNvPr>
          <p:cNvSpPr txBox="1"/>
          <p:nvPr/>
        </p:nvSpPr>
        <p:spPr>
          <a:xfrm>
            <a:off x="8946808" y="3829505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785B402-7537-13C8-5354-D5DEFF50C2CB}"/>
                  </a:ext>
                </a:extLst>
              </p:cNvPr>
              <p:cNvSpPr txBox="1"/>
              <p:nvPr/>
            </p:nvSpPr>
            <p:spPr>
              <a:xfrm>
                <a:off x="9563917" y="3875553"/>
                <a:ext cx="494665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785B402-7537-13C8-5354-D5DEFF50C2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3917" y="3875553"/>
                <a:ext cx="494665" cy="2539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ADE20AA-5036-7542-2172-573E89076300}"/>
                  </a:ext>
                </a:extLst>
              </p:cNvPr>
              <p:cNvSpPr txBox="1"/>
              <p:nvPr/>
            </p:nvSpPr>
            <p:spPr>
              <a:xfrm>
                <a:off x="9966186" y="2561531"/>
                <a:ext cx="9884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ADE20AA-5036-7542-2172-573E890763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6186" y="2561531"/>
                <a:ext cx="98844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5BA8A84-222E-04E8-C988-D20E483416C9}"/>
                  </a:ext>
                </a:extLst>
              </p:cNvPr>
              <p:cNvSpPr txBox="1"/>
              <p:nvPr/>
            </p:nvSpPr>
            <p:spPr>
              <a:xfrm>
                <a:off x="6494824" y="2576106"/>
                <a:ext cx="9884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5BA8A84-222E-04E8-C988-D20E483416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824" y="2576106"/>
                <a:ext cx="98844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D6D8B3A-5F37-18C3-CAF4-9E3EB3F88792}"/>
                  </a:ext>
                </a:extLst>
              </p:cNvPr>
              <p:cNvSpPr txBox="1"/>
              <p:nvPr/>
            </p:nvSpPr>
            <p:spPr>
              <a:xfrm>
                <a:off x="3030172" y="2559140"/>
                <a:ext cx="9884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D6D8B3A-5F37-18C3-CAF4-9E3EB3F887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0172" y="2559140"/>
                <a:ext cx="98844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B660A56-7408-584C-1DB8-18F63EC739BE}"/>
              </a:ext>
            </a:extLst>
          </p:cNvPr>
          <p:cNvCxnSpPr/>
          <p:nvPr/>
        </p:nvCxnSpPr>
        <p:spPr>
          <a:xfrm flipV="1">
            <a:off x="3173150" y="1764772"/>
            <a:ext cx="2163284" cy="811334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47BF45F-4675-F379-FD56-5E3C08AC0A4C}"/>
              </a:ext>
            </a:extLst>
          </p:cNvPr>
          <p:cNvCxnSpPr>
            <a:cxnSpLocks/>
          </p:cNvCxnSpPr>
          <p:nvPr/>
        </p:nvCxnSpPr>
        <p:spPr>
          <a:xfrm flipV="1">
            <a:off x="5668069" y="1838856"/>
            <a:ext cx="270731" cy="903417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11F3715-A5CE-8709-F6D8-8E86A8691525}"/>
              </a:ext>
            </a:extLst>
          </p:cNvPr>
          <p:cNvCxnSpPr>
            <a:cxnSpLocks/>
          </p:cNvCxnSpPr>
          <p:nvPr/>
        </p:nvCxnSpPr>
        <p:spPr>
          <a:xfrm flipH="1" flipV="1">
            <a:off x="6509409" y="1816655"/>
            <a:ext cx="2139316" cy="913581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07328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EC79C-E94D-FE5C-7514-9534E2D7C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FlashAttention</a:t>
            </a:r>
            <a:r>
              <a:rPr lang="en-US" dirty="0"/>
              <a:t>: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4FE0A-4C1E-9196-0A1D-645589EE4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Original </a:t>
            </a:r>
            <a:r>
              <a:rPr lang="en-US" b="1" dirty="0" err="1"/>
              <a:t>FlashAttention</a:t>
            </a:r>
            <a:r>
              <a:rPr lang="en-US" b="1" dirty="0"/>
              <a:t>: </a:t>
            </a:r>
            <a:r>
              <a:rPr lang="en-US" dirty="0"/>
              <a:t>Dao, T., Fu, D., Ermon, S., Rudra, A., &amp; </a:t>
            </a:r>
            <a:r>
              <a:rPr lang="en-US" dirty="0" err="1"/>
              <a:t>Ré</a:t>
            </a:r>
            <a:r>
              <a:rPr lang="en-US" dirty="0"/>
              <a:t>, C. (2022). </a:t>
            </a:r>
            <a:r>
              <a:rPr lang="en-US" dirty="0" err="1"/>
              <a:t>Flashattention</a:t>
            </a:r>
            <a:r>
              <a:rPr lang="en-US" dirty="0"/>
              <a:t>: Fast and memory-efficient exact attention with io-awareness. </a:t>
            </a:r>
            <a:r>
              <a:rPr lang="en-US" i="1" dirty="0"/>
              <a:t>Advances in Neural Information Processing Systems</a:t>
            </a:r>
            <a:r>
              <a:rPr lang="en-US" dirty="0"/>
              <a:t>, </a:t>
            </a:r>
            <a:r>
              <a:rPr lang="en-US" i="1" dirty="0"/>
              <a:t>35</a:t>
            </a:r>
            <a:r>
              <a:rPr lang="en-US" dirty="0"/>
              <a:t>, 16344-16359.</a:t>
            </a:r>
          </a:p>
          <a:p>
            <a:endParaRPr lang="en-US" dirty="0"/>
          </a:p>
          <a:p>
            <a:r>
              <a:rPr lang="en-US" b="1" dirty="0"/>
              <a:t>FlashAttention2:</a:t>
            </a:r>
            <a:r>
              <a:rPr lang="en-US" dirty="0"/>
              <a:t> Dao, Tri. "Flashattention-2: Faster attention with better parallelism and work partitioning." </a:t>
            </a:r>
            <a:r>
              <a:rPr lang="en-US" i="1" dirty="0" err="1"/>
              <a:t>arXiv</a:t>
            </a:r>
            <a:r>
              <a:rPr lang="en-US" i="1" dirty="0"/>
              <a:t> preprint arXiv:2307.08691</a:t>
            </a:r>
            <a:r>
              <a:rPr lang="en-US" dirty="0"/>
              <a:t> (2023).</a:t>
            </a:r>
          </a:p>
          <a:p>
            <a:endParaRPr lang="en-US" dirty="0"/>
          </a:p>
          <a:p>
            <a:r>
              <a:rPr lang="en-US" b="1" dirty="0"/>
              <a:t>FlashAttention3:</a:t>
            </a:r>
            <a:r>
              <a:rPr lang="en-US" dirty="0"/>
              <a:t> Shah, J., </a:t>
            </a:r>
            <a:r>
              <a:rPr lang="en-US" dirty="0" err="1"/>
              <a:t>Bikshandi</a:t>
            </a:r>
            <a:r>
              <a:rPr lang="en-US" dirty="0"/>
              <a:t>, G., Zhang, Y., Thakkar, V., Ramani, P., &amp; Dao, T. (2024). Flashattention-3: Fast and accurate attention with asynchrony and low-precision. </a:t>
            </a:r>
            <a:r>
              <a:rPr lang="en-US" i="1" dirty="0"/>
              <a:t>Advances in Neural Information Processing Systems</a:t>
            </a:r>
            <a:r>
              <a:rPr lang="en-US" dirty="0"/>
              <a:t>, </a:t>
            </a:r>
            <a:r>
              <a:rPr lang="en-US" i="1" dirty="0"/>
              <a:t>37</a:t>
            </a:r>
            <a:r>
              <a:rPr lang="en-US" dirty="0"/>
              <a:t>, 68658-68685.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0687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AA8DC-7966-62B1-EC6A-DD8EFB40D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FlashAttention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F0B07-994C-2430-2CF8-3DDD3DF1D3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Idea: Memory Access Pattern Aware Attention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(They mention I/O aware attention, but it maybe a misnomer. I/O refers to storage (SSD, HDD, etc.) in systems community)</a:t>
            </a:r>
          </a:p>
        </p:txBody>
      </p:sp>
    </p:spTree>
    <p:extLst>
      <p:ext uri="{BB962C8B-B14F-4D97-AF65-F5344CB8AC3E}">
        <p14:creationId xmlns:p14="http://schemas.microsoft.com/office/powerpoint/2010/main" val="16595365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AA8DC-7966-62B1-EC6A-DD8EFB40D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FlashAttention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8F0B07-994C-2430-2CF8-3DDD3DF1D3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Key Idea: Memory Access Pattern Aware Attention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Specifically, perform computations similar to blocked matrix multiplications </a:t>
                </a:r>
              </a:p>
              <a:p>
                <a:pPr lvl="1"/>
                <a:r>
                  <a:rPr lang="en-US" dirty="0"/>
                  <a:t>Do not need to store the entire temporary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matrix</a:t>
                </a:r>
              </a:p>
              <a:p>
                <a:pPr lvl="1"/>
                <a:r>
                  <a:rPr lang="en-US" dirty="0"/>
                  <a:t>Generate smaller blocks, use them for multiplication with values, discard them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8F0B07-994C-2430-2CF8-3DDD3DF1D3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59421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1D142-09CF-D4CD-44DA-6DBF8DD60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7376F-4BC3-94EC-6A55-5FA28A429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FlashAttention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8028EE-3235-512A-E73A-FB1D5EA10A59}"/>
              </a:ext>
            </a:extLst>
          </p:cNvPr>
          <p:cNvSpPr/>
          <p:nvPr/>
        </p:nvSpPr>
        <p:spPr>
          <a:xfrm>
            <a:off x="4327999" y="2042892"/>
            <a:ext cx="2915093" cy="2436553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230C24D-75F8-DFA6-01B3-A3E0C4394B3D}"/>
                  </a:ext>
                </a:extLst>
              </p:cNvPr>
              <p:cNvSpPr txBox="1"/>
              <p:nvPr/>
            </p:nvSpPr>
            <p:spPr>
              <a:xfrm>
                <a:off x="7431819" y="3055890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230C24D-75F8-DFA6-01B3-A3E0C4394B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1819" y="3055890"/>
                <a:ext cx="3657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741754F-10D8-B620-2152-24747973308B}"/>
                  </a:ext>
                </a:extLst>
              </p:cNvPr>
              <p:cNvSpPr txBox="1"/>
              <p:nvPr/>
            </p:nvSpPr>
            <p:spPr>
              <a:xfrm>
                <a:off x="5652860" y="4779479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741754F-10D8-B620-2152-2474797330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860" y="4779479"/>
                <a:ext cx="3657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565B16F-E643-967B-8479-5EE3F613EBE1}"/>
              </a:ext>
            </a:extLst>
          </p:cNvPr>
          <p:cNvCxnSpPr>
            <a:cxnSpLocks/>
          </p:cNvCxnSpPr>
          <p:nvPr/>
        </p:nvCxnSpPr>
        <p:spPr>
          <a:xfrm flipH="1">
            <a:off x="4327999" y="4662675"/>
            <a:ext cx="291509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C6747C5-F890-A2F4-15B1-27899534A133}"/>
              </a:ext>
            </a:extLst>
          </p:cNvPr>
          <p:cNvCxnSpPr>
            <a:cxnSpLocks/>
          </p:cNvCxnSpPr>
          <p:nvPr/>
        </p:nvCxnSpPr>
        <p:spPr>
          <a:xfrm>
            <a:off x="7431819" y="2055418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976F17B-B4E5-18E8-5D70-3DE4BC0DC37A}"/>
                  </a:ext>
                </a:extLst>
              </p:cNvPr>
              <p:cNvSpPr txBox="1"/>
              <p:nvPr/>
            </p:nvSpPr>
            <p:spPr>
              <a:xfrm>
                <a:off x="4344565" y="208906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976F17B-B4E5-18E8-5D70-3DE4BC0DC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4565" y="2089060"/>
                <a:ext cx="6358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E415150-8954-0266-7110-819454EAA44B}"/>
                  </a:ext>
                </a:extLst>
              </p:cNvPr>
              <p:cNvSpPr txBox="1"/>
              <p:nvPr/>
            </p:nvSpPr>
            <p:spPr>
              <a:xfrm>
                <a:off x="4812668" y="2102508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E415150-8954-0266-7110-819454EAA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2668" y="2102508"/>
                <a:ext cx="6358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7B6DC91-D726-304C-4AF1-B7CFDDB5F99A}"/>
                  </a:ext>
                </a:extLst>
              </p:cNvPr>
              <p:cNvSpPr txBox="1"/>
              <p:nvPr/>
            </p:nvSpPr>
            <p:spPr>
              <a:xfrm>
                <a:off x="6518317" y="210772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7B6DC91-D726-304C-4AF1-B7CFDDB5F9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8317" y="2107721"/>
                <a:ext cx="63584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5971E4DF-7D29-B760-62AA-2427020678D2}"/>
              </a:ext>
            </a:extLst>
          </p:cNvPr>
          <p:cNvSpPr txBox="1"/>
          <p:nvPr/>
        </p:nvSpPr>
        <p:spPr>
          <a:xfrm>
            <a:off x="5809390" y="2042892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95F2E08-1341-C4C2-55B1-DA2F267CE4BD}"/>
                  </a:ext>
                </a:extLst>
              </p:cNvPr>
              <p:cNvSpPr txBox="1"/>
              <p:nvPr/>
            </p:nvSpPr>
            <p:spPr>
              <a:xfrm>
                <a:off x="4344565" y="2608585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95F2E08-1341-C4C2-55B1-DA2F267CE4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4565" y="2608585"/>
                <a:ext cx="63584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55789C6-B431-5930-782E-2671A4B7F125}"/>
                  </a:ext>
                </a:extLst>
              </p:cNvPr>
              <p:cNvSpPr txBox="1"/>
              <p:nvPr/>
            </p:nvSpPr>
            <p:spPr>
              <a:xfrm>
                <a:off x="4812668" y="262582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55789C6-B431-5930-782E-2671A4B7F1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2668" y="2625826"/>
                <a:ext cx="635841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6865C3C-B2A4-348B-0E22-1B28FE716C4A}"/>
                  </a:ext>
                </a:extLst>
              </p:cNvPr>
              <p:cNvSpPr txBox="1"/>
              <p:nvPr/>
            </p:nvSpPr>
            <p:spPr>
              <a:xfrm>
                <a:off x="6518317" y="262724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6865C3C-B2A4-348B-0E22-1B28FE716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8317" y="2627246"/>
                <a:ext cx="635841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269990B2-A404-ED34-7554-CAE9835CB419}"/>
              </a:ext>
            </a:extLst>
          </p:cNvPr>
          <p:cNvSpPr txBox="1"/>
          <p:nvPr/>
        </p:nvSpPr>
        <p:spPr>
          <a:xfrm>
            <a:off x="5809390" y="2562417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D92C43E-6023-048E-F0E4-D779DD7D7B09}"/>
                  </a:ext>
                </a:extLst>
              </p:cNvPr>
              <p:cNvSpPr txBox="1"/>
              <p:nvPr/>
            </p:nvSpPr>
            <p:spPr>
              <a:xfrm>
                <a:off x="4353415" y="401786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D92C43E-6023-048E-F0E4-D779DD7D7B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3415" y="4017861"/>
                <a:ext cx="63584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B8CE306-A8A8-24C2-841A-CD977845AD63}"/>
                  </a:ext>
                </a:extLst>
              </p:cNvPr>
              <p:cNvSpPr txBox="1"/>
              <p:nvPr/>
            </p:nvSpPr>
            <p:spPr>
              <a:xfrm>
                <a:off x="4812668" y="4034445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B8CE306-A8A8-24C2-841A-CD977845AD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2668" y="4034445"/>
                <a:ext cx="63584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79AB3DE-0F37-1A21-4375-629D16029A3A}"/>
                  </a:ext>
                </a:extLst>
              </p:cNvPr>
              <p:cNvSpPr txBox="1"/>
              <p:nvPr/>
            </p:nvSpPr>
            <p:spPr>
              <a:xfrm>
                <a:off x="6527167" y="4036522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79AB3DE-0F37-1A21-4375-629D16029A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167" y="4036522"/>
                <a:ext cx="63584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F17AA583-C14B-E7E3-D701-59BFFEDD3733}"/>
              </a:ext>
            </a:extLst>
          </p:cNvPr>
          <p:cNvSpPr txBox="1"/>
          <p:nvPr/>
        </p:nvSpPr>
        <p:spPr>
          <a:xfrm>
            <a:off x="5818240" y="3971693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CBB8757-8BDE-955A-0206-AEB17283A7CD}"/>
                  </a:ext>
                </a:extLst>
              </p:cNvPr>
              <p:cNvSpPr txBox="1"/>
              <p:nvPr/>
            </p:nvSpPr>
            <p:spPr>
              <a:xfrm>
                <a:off x="4572000" y="5722570"/>
                <a:ext cx="27250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Memory Needed: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CBB8757-8BDE-955A-0206-AEB17283A7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5722570"/>
                <a:ext cx="2725033" cy="369332"/>
              </a:xfrm>
              <a:prstGeom prst="rect">
                <a:avLst/>
              </a:prstGeom>
              <a:blipFill>
                <a:blip r:embed="rId13"/>
                <a:stretch>
                  <a:fillRect l="-1790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6E77825-849D-B143-D03C-684C6D50EBCE}"/>
                  </a:ext>
                </a:extLst>
              </p:cNvPr>
              <p:cNvSpPr txBox="1"/>
              <p:nvPr/>
            </p:nvSpPr>
            <p:spPr>
              <a:xfrm>
                <a:off x="5280770" y="208895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6E77825-849D-B143-D03C-684C6D50EB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0770" y="2088956"/>
                <a:ext cx="635841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DE81D50-96B7-C240-DD54-3055D10EB471}"/>
                  </a:ext>
                </a:extLst>
              </p:cNvPr>
              <p:cNvSpPr txBox="1"/>
              <p:nvPr/>
            </p:nvSpPr>
            <p:spPr>
              <a:xfrm>
                <a:off x="5302742" y="2643067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DE81D50-96B7-C240-DD54-3055D10EB4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2742" y="2643067"/>
                <a:ext cx="635841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91222C1-0CB7-B2E7-F148-C98FEA04C6B6}"/>
                  </a:ext>
                </a:extLst>
              </p:cNvPr>
              <p:cNvSpPr txBox="1"/>
              <p:nvPr/>
            </p:nvSpPr>
            <p:spPr>
              <a:xfrm>
                <a:off x="5319315" y="4042213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91222C1-0CB7-B2E7-F148-C98FEA04C6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9315" y="4042213"/>
                <a:ext cx="635841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82151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926CB-3880-CCC6-EF95-A780D7A69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CCC97-EE3D-DA3F-2DF0-F3065CA14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FlashAttention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7FDBF4-A779-22E6-1624-0DA5C68C2363}"/>
              </a:ext>
            </a:extLst>
          </p:cNvPr>
          <p:cNvSpPr/>
          <p:nvPr/>
        </p:nvSpPr>
        <p:spPr>
          <a:xfrm>
            <a:off x="4327999" y="2042892"/>
            <a:ext cx="2915093" cy="2436553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C41F6F1-515D-79E9-4197-D427BED0E8B8}"/>
                  </a:ext>
                </a:extLst>
              </p:cNvPr>
              <p:cNvSpPr txBox="1"/>
              <p:nvPr/>
            </p:nvSpPr>
            <p:spPr>
              <a:xfrm>
                <a:off x="7431819" y="3055890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C41F6F1-515D-79E9-4197-D427BED0E8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1819" y="3055890"/>
                <a:ext cx="3657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67FB6F2-551A-FB1A-CD41-DAA30418FCE0}"/>
                  </a:ext>
                </a:extLst>
              </p:cNvPr>
              <p:cNvSpPr txBox="1"/>
              <p:nvPr/>
            </p:nvSpPr>
            <p:spPr>
              <a:xfrm>
                <a:off x="5652860" y="4779479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67FB6F2-551A-FB1A-CD41-DAA30418FC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860" y="4779479"/>
                <a:ext cx="3657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CD44049-5ADC-0722-4CDB-4483BCC6148D}"/>
              </a:ext>
            </a:extLst>
          </p:cNvPr>
          <p:cNvCxnSpPr>
            <a:cxnSpLocks/>
          </p:cNvCxnSpPr>
          <p:nvPr/>
        </p:nvCxnSpPr>
        <p:spPr>
          <a:xfrm flipH="1">
            <a:off x="4327999" y="4662675"/>
            <a:ext cx="291509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DD6BEFF-0E3B-2495-BF74-3739F3B2CFFB}"/>
              </a:ext>
            </a:extLst>
          </p:cNvPr>
          <p:cNvCxnSpPr>
            <a:cxnSpLocks/>
          </p:cNvCxnSpPr>
          <p:nvPr/>
        </p:nvCxnSpPr>
        <p:spPr>
          <a:xfrm>
            <a:off x="7431819" y="2055418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D45390C-19AB-E7FB-1E43-BC93DE517289}"/>
                  </a:ext>
                </a:extLst>
              </p:cNvPr>
              <p:cNvSpPr txBox="1"/>
              <p:nvPr/>
            </p:nvSpPr>
            <p:spPr>
              <a:xfrm>
                <a:off x="6518317" y="210772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D45390C-19AB-E7FB-1E43-BC93DE5172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8317" y="2107721"/>
                <a:ext cx="6358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83CB72AF-2A43-2D0F-76F8-24BE89B78F84}"/>
              </a:ext>
            </a:extLst>
          </p:cNvPr>
          <p:cNvSpPr txBox="1"/>
          <p:nvPr/>
        </p:nvSpPr>
        <p:spPr>
          <a:xfrm>
            <a:off x="5809390" y="2042892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0644B96-5589-D4F6-CB3B-3BF395EBBF02}"/>
                  </a:ext>
                </a:extLst>
              </p:cNvPr>
              <p:cNvSpPr txBox="1"/>
              <p:nvPr/>
            </p:nvSpPr>
            <p:spPr>
              <a:xfrm>
                <a:off x="6518317" y="262724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0644B96-5589-D4F6-CB3B-3BF395EBBF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8317" y="2627246"/>
                <a:ext cx="6358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51AB726F-2FB2-B7B3-D55E-8A2E4DA3A8FD}"/>
              </a:ext>
            </a:extLst>
          </p:cNvPr>
          <p:cNvSpPr txBox="1"/>
          <p:nvPr/>
        </p:nvSpPr>
        <p:spPr>
          <a:xfrm>
            <a:off x="5809390" y="2562417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956D8C3-283C-3A42-A45A-825134CAB6BC}"/>
                  </a:ext>
                </a:extLst>
              </p:cNvPr>
              <p:cNvSpPr txBox="1"/>
              <p:nvPr/>
            </p:nvSpPr>
            <p:spPr>
              <a:xfrm>
                <a:off x="6527167" y="4036522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956D8C3-283C-3A42-A45A-825134CAB6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167" y="4036522"/>
                <a:ext cx="63584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F73A76CE-8904-49FE-C56A-06A1835EB2F1}"/>
              </a:ext>
            </a:extLst>
          </p:cNvPr>
          <p:cNvSpPr txBox="1"/>
          <p:nvPr/>
        </p:nvSpPr>
        <p:spPr>
          <a:xfrm>
            <a:off x="5818240" y="3971693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B0B86C9-50A3-35B3-13C3-569F3B74974B}"/>
                  </a:ext>
                </a:extLst>
              </p:cNvPr>
              <p:cNvSpPr txBox="1"/>
              <p:nvPr/>
            </p:nvSpPr>
            <p:spPr>
              <a:xfrm>
                <a:off x="4572000" y="5722570"/>
                <a:ext cx="27250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Memory Needed: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??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B0B86C9-50A3-35B3-13C3-569F3B7497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5722570"/>
                <a:ext cx="2725033" cy="369332"/>
              </a:xfrm>
              <a:prstGeom prst="rect">
                <a:avLst/>
              </a:prstGeom>
              <a:blipFill>
                <a:blip r:embed="rId7"/>
                <a:stretch>
                  <a:fillRect l="-1790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975FDE49-DA74-78BA-A458-D4507ED9B251}"/>
              </a:ext>
            </a:extLst>
          </p:cNvPr>
          <p:cNvSpPr/>
          <p:nvPr/>
        </p:nvSpPr>
        <p:spPr>
          <a:xfrm>
            <a:off x="4190494" y="1895412"/>
            <a:ext cx="1627743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79C4F9F-E964-B160-3432-7C9BE3A94FC6}"/>
                  </a:ext>
                </a:extLst>
              </p:cNvPr>
              <p:cNvSpPr txBox="1"/>
              <p:nvPr/>
            </p:nvSpPr>
            <p:spPr>
              <a:xfrm>
                <a:off x="3570485" y="2188623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79C4F9F-E964-B160-3432-7C9BE3A94F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0485" y="2188623"/>
                <a:ext cx="549801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3FDECE1-5B76-CBBE-7B6A-F308FF040E3A}"/>
                  </a:ext>
                </a:extLst>
              </p:cNvPr>
              <p:cNvSpPr txBox="1"/>
              <p:nvPr/>
            </p:nvSpPr>
            <p:spPr>
              <a:xfrm>
                <a:off x="4705505" y="1396453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3FDECE1-5B76-CBBE-7B6A-F308FF040E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5505" y="1396453"/>
                <a:ext cx="549801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F70576A-F531-6B7D-4801-0E1E576B3B7A}"/>
              </a:ext>
            </a:extLst>
          </p:cNvPr>
          <p:cNvCxnSpPr>
            <a:cxnSpLocks/>
          </p:cNvCxnSpPr>
          <p:nvPr/>
        </p:nvCxnSpPr>
        <p:spPr>
          <a:xfrm flipV="1">
            <a:off x="4020938" y="1840911"/>
            <a:ext cx="0" cy="118704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D3CA62A-B0D8-4394-93BB-0B668E9743FE}"/>
              </a:ext>
            </a:extLst>
          </p:cNvPr>
          <p:cNvCxnSpPr>
            <a:cxnSpLocks/>
          </p:cNvCxnSpPr>
          <p:nvPr/>
        </p:nvCxnSpPr>
        <p:spPr>
          <a:xfrm flipH="1">
            <a:off x="4149062" y="1823753"/>
            <a:ext cx="156134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0172BAB-A49C-29C1-FB76-492C7D950AC1}"/>
                  </a:ext>
                </a:extLst>
              </p:cNvPr>
              <p:cNvSpPr txBox="1"/>
              <p:nvPr/>
            </p:nvSpPr>
            <p:spPr>
              <a:xfrm>
                <a:off x="4344565" y="208906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0172BAB-A49C-29C1-FB76-492C7D950A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4565" y="2089060"/>
                <a:ext cx="63584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DC6A608-D85B-F215-2764-911C9CF695F0}"/>
                  </a:ext>
                </a:extLst>
              </p:cNvPr>
              <p:cNvSpPr txBox="1"/>
              <p:nvPr/>
            </p:nvSpPr>
            <p:spPr>
              <a:xfrm>
                <a:off x="4812668" y="2102508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DC6A608-D85B-F215-2764-911C9CF695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2668" y="2102508"/>
                <a:ext cx="63584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93DC178-02BA-7BC8-EF9D-EE15477D974D}"/>
                  </a:ext>
                </a:extLst>
              </p:cNvPr>
              <p:cNvSpPr txBox="1"/>
              <p:nvPr/>
            </p:nvSpPr>
            <p:spPr>
              <a:xfrm>
                <a:off x="4344565" y="2608585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93DC178-02BA-7BC8-EF9D-EE15477D97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4565" y="2608585"/>
                <a:ext cx="63584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9E93E68-4192-AD5F-2A41-37A2FC867279}"/>
                  </a:ext>
                </a:extLst>
              </p:cNvPr>
              <p:cNvSpPr txBox="1"/>
              <p:nvPr/>
            </p:nvSpPr>
            <p:spPr>
              <a:xfrm>
                <a:off x="4812668" y="262582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9E93E68-4192-AD5F-2A41-37A2FC867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2668" y="2625826"/>
                <a:ext cx="63584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11E88C5-04EE-111B-6278-2EA6CEFCCE30}"/>
                  </a:ext>
                </a:extLst>
              </p:cNvPr>
              <p:cNvSpPr txBox="1"/>
              <p:nvPr/>
            </p:nvSpPr>
            <p:spPr>
              <a:xfrm>
                <a:off x="4353415" y="401786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11E88C5-04EE-111B-6278-2EA6CEFCC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3415" y="4017861"/>
                <a:ext cx="635841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D82410C-47BC-FD1E-332B-B6B172345D05}"/>
                  </a:ext>
                </a:extLst>
              </p:cNvPr>
              <p:cNvSpPr txBox="1"/>
              <p:nvPr/>
            </p:nvSpPr>
            <p:spPr>
              <a:xfrm>
                <a:off x="4812668" y="4034445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D82410C-47BC-FD1E-332B-B6B172345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2668" y="4034445"/>
                <a:ext cx="635841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07F6951-5417-C4DB-3981-1F46A143B161}"/>
                  </a:ext>
                </a:extLst>
              </p:cNvPr>
              <p:cNvSpPr txBox="1"/>
              <p:nvPr/>
            </p:nvSpPr>
            <p:spPr>
              <a:xfrm>
                <a:off x="5280770" y="208895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07F6951-5417-C4DB-3981-1F46A143B1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0770" y="2088956"/>
                <a:ext cx="635841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3A748D1-1872-CB17-560C-275841C5DCAB}"/>
                  </a:ext>
                </a:extLst>
              </p:cNvPr>
              <p:cNvSpPr txBox="1"/>
              <p:nvPr/>
            </p:nvSpPr>
            <p:spPr>
              <a:xfrm>
                <a:off x="5302742" y="2643067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3A748D1-1872-CB17-560C-275841C5DC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2742" y="2643067"/>
                <a:ext cx="635841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6FFBE61-070B-3AAC-87F1-2BF15FF65EA5}"/>
                  </a:ext>
                </a:extLst>
              </p:cNvPr>
              <p:cNvSpPr txBox="1"/>
              <p:nvPr/>
            </p:nvSpPr>
            <p:spPr>
              <a:xfrm>
                <a:off x="5319315" y="4042213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6FFBE61-070B-3AAC-87F1-2BF15FF65E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9315" y="4042213"/>
                <a:ext cx="635841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9829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22F46-DA2B-2BE7-594C-186144EF7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60F82-3FA0-DFE8-101F-4BD081D96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FlashAttention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28D8E9-5BEB-161C-4D2C-D9B408FCF1A7}"/>
              </a:ext>
            </a:extLst>
          </p:cNvPr>
          <p:cNvSpPr/>
          <p:nvPr/>
        </p:nvSpPr>
        <p:spPr>
          <a:xfrm>
            <a:off x="4327999" y="2042892"/>
            <a:ext cx="2915093" cy="2436553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F8F8F87-5DCD-9AB4-5033-610DB799D9CB}"/>
                  </a:ext>
                </a:extLst>
              </p:cNvPr>
              <p:cNvSpPr txBox="1"/>
              <p:nvPr/>
            </p:nvSpPr>
            <p:spPr>
              <a:xfrm>
                <a:off x="7431819" y="3055890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F8F8F87-5DCD-9AB4-5033-610DB799D9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1819" y="3055890"/>
                <a:ext cx="3657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2F6FDD0-E3C5-3C30-2838-F4A67B38CD6F}"/>
                  </a:ext>
                </a:extLst>
              </p:cNvPr>
              <p:cNvSpPr txBox="1"/>
              <p:nvPr/>
            </p:nvSpPr>
            <p:spPr>
              <a:xfrm>
                <a:off x="5652860" y="4779479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2F6FDD0-E3C5-3C30-2838-F4A67B38CD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860" y="4779479"/>
                <a:ext cx="3657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C9675C4-2781-2B19-6234-45AFFC18ECC4}"/>
              </a:ext>
            </a:extLst>
          </p:cNvPr>
          <p:cNvCxnSpPr>
            <a:cxnSpLocks/>
          </p:cNvCxnSpPr>
          <p:nvPr/>
        </p:nvCxnSpPr>
        <p:spPr>
          <a:xfrm flipH="1">
            <a:off x="4327999" y="4662675"/>
            <a:ext cx="291509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5EC280A-F403-892B-AF10-92F2BB7D867B}"/>
              </a:ext>
            </a:extLst>
          </p:cNvPr>
          <p:cNvCxnSpPr>
            <a:cxnSpLocks/>
          </p:cNvCxnSpPr>
          <p:nvPr/>
        </p:nvCxnSpPr>
        <p:spPr>
          <a:xfrm>
            <a:off x="7431819" y="2055418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75E61C4-B562-7EF4-2AA4-D3C9F9F09C4B}"/>
                  </a:ext>
                </a:extLst>
              </p:cNvPr>
              <p:cNvSpPr txBox="1"/>
              <p:nvPr/>
            </p:nvSpPr>
            <p:spPr>
              <a:xfrm>
                <a:off x="6518317" y="210772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75E61C4-B562-7EF4-2AA4-D3C9F9F09C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8317" y="2107721"/>
                <a:ext cx="6358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FEBC39D1-0CF1-FBA7-F837-E12F8A943888}"/>
              </a:ext>
            </a:extLst>
          </p:cNvPr>
          <p:cNvSpPr txBox="1"/>
          <p:nvPr/>
        </p:nvSpPr>
        <p:spPr>
          <a:xfrm>
            <a:off x="5809390" y="2042892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E4CFC1C-6E50-D73E-71D0-1B5C5312A27E}"/>
                  </a:ext>
                </a:extLst>
              </p:cNvPr>
              <p:cNvSpPr txBox="1"/>
              <p:nvPr/>
            </p:nvSpPr>
            <p:spPr>
              <a:xfrm>
                <a:off x="6518317" y="262724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E4CFC1C-6E50-D73E-71D0-1B5C5312A2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8317" y="2627246"/>
                <a:ext cx="63584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5718AAD5-0A63-E515-ECFA-74D20F4A6C7A}"/>
              </a:ext>
            </a:extLst>
          </p:cNvPr>
          <p:cNvSpPr txBox="1"/>
          <p:nvPr/>
        </p:nvSpPr>
        <p:spPr>
          <a:xfrm>
            <a:off x="5809390" y="2562417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04341A2-22C0-353E-240B-09D8651E812E}"/>
                  </a:ext>
                </a:extLst>
              </p:cNvPr>
              <p:cNvSpPr txBox="1"/>
              <p:nvPr/>
            </p:nvSpPr>
            <p:spPr>
              <a:xfrm>
                <a:off x="4353415" y="401786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04341A2-22C0-353E-240B-09D8651E81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3415" y="4017861"/>
                <a:ext cx="63584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0A7C087-0542-85F4-5613-C09BFC82E5F6}"/>
                  </a:ext>
                </a:extLst>
              </p:cNvPr>
              <p:cNvSpPr txBox="1"/>
              <p:nvPr/>
            </p:nvSpPr>
            <p:spPr>
              <a:xfrm>
                <a:off x="5041982" y="4015129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0A7C087-0542-85F4-5613-C09BFC82E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1982" y="4015129"/>
                <a:ext cx="635841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683AB85-AE7E-7746-57DB-8BCCF9EE7240}"/>
                  </a:ext>
                </a:extLst>
              </p:cNvPr>
              <p:cNvSpPr txBox="1"/>
              <p:nvPr/>
            </p:nvSpPr>
            <p:spPr>
              <a:xfrm>
                <a:off x="6527167" y="4036522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683AB85-AE7E-7746-57DB-8BCCF9EE72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167" y="4036522"/>
                <a:ext cx="635841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D9D59FDA-528A-673F-BD39-A0764A60A0A5}"/>
              </a:ext>
            </a:extLst>
          </p:cNvPr>
          <p:cNvSpPr txBox="1"/>
          <p:nvPr/>
        </p:nvSpPr>
        <p:spPr>
          <a:xfrm>
            <a:off x="5818240" y="3971693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D1E15F1-23B6-7EA0-6756-454D71732B3F}"/>
                  </a:ext>
                </a:extLst>
              </p:cNvPr>
              <p:cNvSpPr txBox="1"/>
              <p:nvPr/>
            </p:nvSpPr>
            <p:spPr>
              <a:xfrm>
                <a:off x="4572000" y="5722570"/>
                <a:ext cx="27250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Memory Needed: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D1E15F1-23B6-7EA0-6756-454D71732B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5722570"/>
                <a:ext cx="2725033" cy="369332"/>
              </a:xfrm>
              <a:prstGeom prst="rect">
                <a:avLst/>
              </a:prstGeom>
              <a:blipFill>
                <a:blip r:embed="rId10"/>
                <a:stretch>
                  <a:fillRect l="-1790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252A436C-05ED-4310-B94A-01414098CFD2}"/>
              </a:ext>
            </a:extLst>
          </p:cNvPr>
          <p:cNvSpPr/>
          <p:nvPr/>
        </p:nvSpPr>
        <p:spPr>
          <a:xfrm>
            <a:off x="4190495" y="1895412"/>
            <a:ext cx="1478478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160E7F5-821B-264A-CC0C-90F71F90FC63}"/>
                  </a:ext>
                </a:extLst>
              </p:cNvPr>
              <p:cNvSpPr txBox="1"/>
              <p:nvPr/>
            </p:nvSpPr>
            <p:spPr>
              <a:xfrm>
                <a:off x="3570485" y="2188623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160E7F5-821B-264A-CC0C-90F71F90FC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0485" y="2188623"/>
                <a:ext cx="54980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2B509E2-582C-B8CD-16B8-E5ECEBCE1A38}"/>
                  </a:ext>
                </a:extLst>
              </p:cNvPr>
              <p:cNvSpPr txBox="1"/>
              <p:nvPr/>
            </p:nvSpPr>
            <p:spPr>
              <a:xfrm>
                <a:off x="4705505" y="1396453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2B509E2-582C-B8CD-16B8-E5ECEBCE1A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5505" y="1396453"/>
                <a:ext cx="54980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564888B-52A7-73BD-0D29-94C4F1DFCB79}"/>
              </a:ext>
            </a:extLst>
          </p:cNvPr>
          <p:cNvCxnSpPr>
            <a:cxnSpLocks/>
          </p:cNvCxnSpPr>
          <p:nvPr/>
        </p:nvCxnSpPr>
        <p:spPr>
          <a:xfrm flipV="1">
            <a:off x="4020938" y="1840911"/>
            <a:ext cx="0" cy="118704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3895CA9-D66B-332E-CB38-1F371633B128}"/>
              </a:ext>
            </a:extLst>
          </p:cNvPr>
          <p:cNvCxnSpPr>
            <a:cxnSpLocks/>
          </p:cNvCxnSpPr>
          <p:nvPr/>
        </p:nvCxnSpPr>
        <p:spPr>
          <a:xfrm flipH="1">
            <a:off x="4149062" y="1823753"/>
            <a:ext cx="156134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4298EB6-7B8C-0989-0372-7342049C8E55}"/>
                  </a:ext>
                </a:extLst>
              </p:cNvPr>
              <p:cNvSpPr txBox="1"/>
              <p:nvPr/>
            </p:nvSpPr>
            <p:spPr>
              <a:xfrm>
                <a:off x="4230265" y="208271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4298EB6-7B8C-0989-0372-7342049C8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265" y="2082710"/>
                <a:ext cx="63584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904C485-F9CA-921C-8D4F-03B051F4B562}"/>
                  </a:ext>
                </a:extLst>
              </p:cNvPr>
              <p:cNvSpPr txBox="1"/>
              <p:nvPr/>
            </p:nvSpPr>
            <p:spPr>
              <a:xfrm>
                <a:off x="4698368" y="2096158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904C485-F9CA-921C-8D4F-03B051F4B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8368" y="2096158"/>
                <a:ext cx="635841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B6B0FB4-C02B-5E08-3B24-448581B2DC8B}"/>
                  </a:ext>
                </a:extLst>
              </p:cNvPr>
              <p:cNvSpPr txBox="1"/>
              <p:nvPr/>
            </p:nvSpPr>
            <p:spPr>
              <a:xfrm>
                <a:off x="4230265" y="2602235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B6B0FB4-C02B-5E08-3B24-448581B2DC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265" y="2602235"/>
                <a:ext cx="635841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1C1F344-5F6B-5250-A2BD-84740C939BB7}"/>
                  </a:ext>
                </a:extLst>
              </p:cNvPr>
              <p:cNvSpPr txBox="1"/>
              <p:nvPr/>
            </p:nvSpPr>
            <p:spPr>
              <a:xfrm>
                <a:off x="4698368" y="261947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1C1F344-5F6B-5250-A2BD-84740C939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8368" y="2619476"/>
                <a:ext cx="635841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7176D98-B909-FDD1-A1D5-BF3AD9E49301}"/>
                  </a:ext>
                </a:extLst>
              </p:cNvPr>
              <p:cNvSpPr txBox="1"/>
              <p:nvPr/>
            </p:nvSpPr>
            <p:spPr>
              <a:xfrm>
                <a:off x="5166470" y="208260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7176D98-B909-FDD1-A1D5-BF3AD9E493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6470" y="2082606"/>
                <a:ext cx="635841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B840345-133E-85CB-F004-0E86603B197A}"/>
                  </a:ext>
                </a:extLst>
              </p:cNvPr>
              <p:cNvSpPr txBox="1"/>
              <p:nvPr/>
            </p:nvSpPr>
            <p:spPr>
              <a:xfrm>
                <a:off x="5188442" y="2636717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B840345-133E-85CB-F004-0E86603B19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8442" y="2636717"/>
                <a:ext cx="635841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17729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E2356-F3BF-9952-FD2D-F4878C494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FlashAttention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5B1C99-CFFA-6FD6-0710-1B9CD5F019E6}"/>
              </a:ext>
            </a:extLst>
          </p:cNvPr>
          <p:cNvSpPr/>
          <p:nvPr/>
        </p:nvSpPr>
        <p:spPr>
          <a:xfrm>
            <a:off x="4327998" y="3538974"/>
            <a:ext cx="2915093" cy="2436553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93592F1-0669-0FAB-EB49-341561FE5B15}"/>
                  </a:ext>
                </a:extLst>
              </p:cNvPr>
              <p:cNvSpPr txBox="1"/>
              <p:nvPr/>
            </p:nvSpPr>
            <p:spPr>
              <a:xfrm>
                <a:off x="7431818" y="4551972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93592F1-0669-0FAB-EB49-341561FE5B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1818" y="4551972"/>
                <a:ext cx="3657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6D04AB-F8F9-6B5B-CDAB-19DAFD92D8C7}"/>
                  </a:ext>
                </a:extLst>
              </p:cNvPr>
              <p:cNvSpPr txBox="1"/>
              <p:nvPr/>
            </p:nvSpPr>
            <p:spPr>
              <a:xfrm>
                <a:off x="5652859" y="6275561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6D04AB-F8F9-6B5B-CDAB-19DAFD92D8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859" y="6275561"/>
                <a:ext cx="3657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BC690E2-C312-0A0E-7609-952E2879EB22}"/>
              </a:ext>
            </a:extLst>
          </p:cNvPr>
          <p:cNvCxnSpPr>
            <a:cxnSpLocks/>
          </p:cNvCxnSpPr>
          <p:nvPr/>
        </p:nvCxnSpPr>
        <p:spPr>
          <a:xfrm flipH="1">
            <a:off x="4327998" y="6158757"/>
            <a:ext cx="291509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DC37819-D5DA-6624-745F-F20922432E6F}"/>
              </a:ext>
            </a:extLst>
          </p:cNvPr>
          <p:cNvCxnSpPr>
            <a:cxnSpLocks/>
          </p:cNvCxnSpPr>
          <p:nvPr/>
        </p:nvCxnSpPr>
        <p:spPr>
          <a:xfrm>
            <a:off x="7431818" y="3551500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01D26DA-7957-D2B5-C67F-7E59BE135252}"/>
                  </a:ext>
                </a:extLst>
              </p:cNvPr>
              <p:cNvSpPr txBox="1"/>
              <p:nvPr/>
            </p:nvSpPr>
            <p:spPr>
              <a:xfrm>
                <a:off x="6518316" y="3603803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01D26DA-7957-D2B5-C67F-7E59BE135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8316" y="3603803"/>
                <a:ext cx="6358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47955CB6-3023-53F4-42E8-4C1173450D92}"/>
              </a:ext>
            </a:extLst>
          </p:cNvPr>
          <p:cNvSpPr txBox="1"/>
          <p:nvPr/>
        </p:nvSpPr>
        <p:spPr>
          <a:xfrm>
            <a:off x="5809389" y="3538974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8D64482-6054-BAA1-1CCB-C13F3E0590E4}"/>
                  </a:ext>
                </a:extLst>
              </p:cNvPr>
              <p:cNvSpPr txBox="1"/>
              <p:nvPr/>
            </p:nvSpPr>
            <p:spPr>
              <a:xfrm>
                <a:off x="6518316" y="4123328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8D64482-6054-BAA1-1CCB-C13F3E0590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8316" y="4123328"/>
                <a:ext cx="6358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A1DD1AFB-5EF6-C13F-B932-4616831599FF}"/>
              </a:ext>
            </a:extLst>
          </p:cNvPr>
          <p:cNvSpPr txBox="1"/>
          <p:nvPr/>
        </p:nvSpPr>
        <p:spPr>
          <a:xfrm>
            <a:off x="5809389" y="4058499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18558A4-280F-4A82-A96F-0F306F29CAAE}"/>
                  </a:ext>
                </a:extLst>
              </p:cNvPr>
              <p:cNvSpPr txBox="1"/>
              <p:nvPr/>
            </p:nvSpPr>
            <p:spPr>
              <a:xfrm>
                <a:off x="6527166" y="5532604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18558A4-280F-4A82-A96F-0F306F29CA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166" y="5532604"/>
                <a:ext cx="63584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60B51866-BAD2-7149-92AF-6FC11C8011A8}"/>
              </a:ext>
            </a:extLst>
          </p:cNvPr>
          <p:cNvSpPr txBox="1"/>
          <p:nvPr/>
        </p:nvSpPr>
        <p:spPr>
          <a:xfrm>
            <a:off x="5818239" y="5467775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4D8184-7BA3-1D3B-107A-92CE10C0E50C}"/>
              </a:ext>
            </a:extLst>
          </p:cNvPr>
          <p:cNvSpPr txBox="1"/>
          <p:nvPr/>
        </p:nvSpPr>
        <p:spPr>
          <a:xfrm>
            <a:off x="651039" y="1563077"/>
            <a:ext cx="27250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Ignore </a:t>
            </a:r>
            <a:r>
              <a:rPr lang="en-US" dirty="0" err="1"/>
              <a:t>softmax</a:t>
            </a:r>
            <a:r>
              <a:rPr lang="en-US" dirty="0"/>
              <a:t> for now</a:t>
            </a:r>
          </a:p>
          <a:p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What rows/Columns of Q and K will we load onto the shared memory?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DC9947A-BD8C-0A01-43ED-1D35DB787067}"/>
              </a:ext>
            </a:extLst>
          </p:cNvPr>
          <p:cNvSpPr/>
          <p:nvPr/>
        </p:nvSpPr>
        <p:spPr>
          <a:xfrm>
            <a:off x="512053" y="3543651"/>
            <a:ext cx="2915093" cy="24365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02D9274-1EFE-433B-9ECA-B73C416375EC}"/>
              </a:ext>
            </a:extLst>
          </p:cNvPr>
          <p:cNvCxnSpPr/>
          <p:nvPr/>
        </p:nvCxnSpPr>
        <p:spPr>
          <a:xfrm>
            <a:off x="685089" y="3959045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CADB137-8198-27A4-9111-3D61E5EEB764}"/>
              </a:ext>
            </a:extLst>
          </p:cNvPr>
          <p:cNvCxnSpPr/>
          <p:nvPr/>
        </p:nvCxnSpPr>
        <p:spPr>
          <a:xfrm>
            <a:off x="717618" y="4339244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4338B11-1016-BE97-81EA-1A663C570DAA}"/>
              </a:ext>
            </a:extLst>
          </p:cNvPr>
          <p:cNvCxnSpPr/>
          <p:nvPr/>
        </p:nvCxnSpPr>
        <p:spPr>
          <a:xfrm>
            <a:off x="717618" y="5599202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C3E1445-1696-B4E3-384C-E313E90517B5}"/>
                  </a:ext>
                </a:extLst>
              </p:cNvPr>
              <p:cNvSpPr txBox="1"/>
              <p:nvPr/>
            </p:nvSpPr>
            <p:spPr>
              <a:xfrm>
                <a:off x="1644652" y="3652085"/>
                <a:ext cx="42813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C3E1445-1696-B4E3-384C-E313E90517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4652" y="3652085"/>
                <a:ext cx="428131" cy="338554"/>
              </a:xfrm>
              <a:prstGeom prst="rect">
                <a:avLst/>
              </a:prstGeom>
              <a:blipFill>
                <a:blip r:embed="rId7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1B92704-6B68-52A2-7847-C9E4A406862B}"/>
                  </a:ext>
                </a:extLst>
              </p:cNvPr>
              <p:cNvSpPr txBox="1"/>
              <p:nvPr/>
            </p:nvSpPr>
            <p:spPr>
              <a:xfrm>
                <a:off x="1674520" y="4007493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1B92704-6B68-52A2-7847-C9E4A40686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4520" y="4007493"/>
                <a:ext cx="432874" cy="338554"/>
              </a:xfrm>
              <a:prstGeom prst="rect">
                <a:avLst/>
              </a:prstGeom>
              <a:blipFill>
                <a:blip r:embed="rId8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85D15FE-B391-45D1-DDA2-A1B0FCCCA3EA}"/>
                  </a:ext>
                </a:extLst>
              </p:cNvPr>
              <p:cNvSpPr txBox="1"/>
              <p:nvPr/>
            </p:nvSpPr>
            <p:spPr>
              <a:xfrm>
                <a:off x="1677181" y="5277503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85D15FE-B391-45D1-DDA2-A1B0FCCCA3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7181" y="5277503"/>
                <a:ext cx="428130" cy="338554"/>
              </a:xfrm>
              <a:prstGeom prst="rect">
                <a:avLst/>
              </a:prstGeom>
              <a:blipFill>
                <a:blip r:embed="rId9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E1AE8F7F-5970-DB8E-84E2-15873D19B194}"/>
              </a:ext>
            </a:extLst>
          </p:cNvPr>
          <p:cNvSpPr/>
          <p:nvPr/>
        </p:nvSpPr>
        <p:spPr>
          <a:xfrm>
            <a:off x="4271567" y="530813"/>
            <a:ext cx="2915093" cy="2436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C5512F1-7467-58AD-7C6D-5BDFB6113309}"/>
              </a:ext>
            </a:extLst>
          </p:cNvPr>
          <p:cNvCxnSpPr>
            <a:cxnSpLocks/>
          </p:cNvCxnSpPr>
          <p:nvPr/>
        </p:nvCxnSpPr>
        <p:spPr>
          <a:xfrm>
            <a:off x="4506368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621CDE6-F878-C0C1-4188-83B30203A2A3}"/>
              </a:ext>
            </a:extLst>
          </p:cNvPr>
          <p:cNvCxnSpPr>
            <a:cxnSpLocks/>
          </p:cNvCxnSpPr>
          <p:nvPr/>
        </p:nvCxnSpPr>
        <p:spPr>
          <a:xfrm>
            <a:off x="4749145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377A5EE-07C6-4E68-D996-1CA2F11C5803}"/>
              </a:ext>
            </a:extLst>
          </p:cNvPr>
          <p:cNvCxnSpPr>
            <a:cxnSpLocks/>
          </p:cNvCxnSpPr>
          <p:nvPr/>
        </p:nvCxnSpPr>
        <p:spPr>
          <a:xfrm>
            <a:off x="5007871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5FD3039-768B-B208-A3B2-DBBED87BE75D}"/>
              </a:ext>
            </a:extLst>
          </p:cNvPr>
          <p:cNvCxnSpPr>
            <a:cxnSpLocks/>
          </p:cNvCxnSpPr>
          <p:nvPr/>
        </p:nvCxnSpPr>
        <p:spPr>
          <a:xfrm>
            <a:off x="6335168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31FF02C-BCA5-7B98-F52D-38570DE04A39}"/>
              </a:ext>
            </a:extLst>
          </p:cNvPr>
          <p:cNvCxnSpPr>
            <a:cxnSpLocks/>
          </p:cNvCxnSpPr>
          <p:nvPr/>
        </p:nvCxnSpPr>
        <p:spPr>
          <a:xfrm>
            <a:off x="6615159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8B22506-BD6E-4CB0-45FB-684B3BC482D7}"/>
              </a:ext>
            </a:extLst>
          </p:cNvPr>
          <p:cNvCxnSpPr>
            <a:cxnSpLocks/>
          </p:cNvCxnSpPr>
          <p:nvPr/>
        </p:nvCxnSpPr>
        <p:spPr>
          <a:xfrm>
            <a:off x="6905782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0D9BD83-DE30-AE06-03BE-F917A81B0BFE}"/>
                  </a:ext>
                </a:extLst>
              </p:cNvPr>
              <p:cNvSpPr txBox="1"/>
              <p:nvPr/>
            </p:nvSpPr>
            <p:spPr>
              <a:xfrm>
                <a:off x="4188320" y="1433822"/>
                <a:ext cx="43531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0D9BD83-DE30-AE06-03BE-F917A81B0B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8320" y="1433822"/>
                <a:ext cx="435311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B0F24E4-6D4F-D5AF-3BA2-9538D23A80DF}"/>
                  </a:ext>
                </a:extLst>
              </p:cNvPr>
              <p:cNvSpPr txBox="1"/>
              <p:nvPr/>
            </p:nvSpPr>
            <p:spPr>
              <a:xfrm>
                <a:off x="4421429" y="144690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B0F24E4-6D4F-D5AF-3BA2-9538D23A80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1429" y="1446908"/>
                <a:ext cx="440056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92A5D6C-FF86-1B10-F177-BB329B40C6DE}"/>
                  </a:ext>
                </a:extLst>
              </p:cNvPr>
              <p:cNvSpPr txBox="1"/>
              <p:nvPr/>
            </p:nvSpPr>
            <p:spPr>
              <a:xfrm>
                <a:off x="4688326" y="144690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92A5D6C-FF86-1B10-F177-BB329B40C6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326" y="1446908"/>
                <a:ext cx="440056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61B1CCD-37B1-F5D8-A23F-C1F90587278E}"/>
                  </a:ext>
                </a:extLst>
              </p:cNvPr>
              <p:cNvSpPr txBox="1"/>
              <p:nvPr/>
            </p:nvSpPr>
            <p:spPr>
              <a:xfrm>
                <a:off x="6594046" y="1513032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61B1CCD-37B1-F5D8-A23F-C1F9058727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046" y="1513032"/>
                <a:ext cx="440056" cy="3385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 43">
            <a:extLst>
              <a:ext uri="{FF2B5EF4-FFF2-40B4-BE49-F238E27FC236}">
                <a16:creationId xmlns:a16="http://schemas.microsoft.com/office/drawing/2014/main" id="{276CBC15-4978-A913-D12B-6BB5F03B1B88}"/>
              </a:ext>
            </a:extLst>
          </p:cNvPr>
          <p:cNvSpPr/>
          <p:nvPr/>
        </p:nvSpPr>
        <p:spPr>
          <a:xfrm>
            <a:off x="4250016" y="3545024"/>
            <a:ext cx="1478478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BD567F8-A784-115B-0200-7193734C7A33}"/>
                  </a:ext>
                </a:extLst>
              </p:cNvPr>
              <p:cNvSpPr txBox="1"/>
              <p:nvPr/>
            </p:nvSpPr>
            <p:spPr>
              <a:xfrm>
                <a:off x="4778294" y="3094546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BD567F8-A784-115B-0200-7193734C7A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8294" y="3094546"/>
                <a:ext cx="549801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A28BBD4-5164-8968-9CAE-E1372C6696F8}"/>
              </a:ext>
            </a:extLst>
          </p:cNvPr>
          <p:cNvCxnSpPr>
            <a:cxnSpLocks/>
          </p:cNvCxnSpPr>
          <p:nvPr/>
        </p:nvCxnSpPr>
        <p:spPr>
          <a:xfrm flipV="1">
            <a:off x="4134960" y="3502083"/>
            <a:ext cx="0" cy="118704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5E56D51-1566-4AC6-379C-74D86B56512E}"/>
              </a:ext>
            </a:extLst>
          </p:cNvPr>
          <p:cNvCxnSpPr>
            <a:cxnSpLocks/>
          </p:cNvCxnSpPr>
          <p:nvPr/>
        </p:nvCxnSpPr>
        <p:spPr>
          <a:xfrm flipH="1">
            <a:off x="4208583" y="3473365"/>
            <a:ext cx="156134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E72D1DA-DE14-F5C2-9500-7EB746C24507}"/>
                  </a:ext>
                </a:extLst>
              </p:cNvPr>
              <p:cNvSpPr txBox="1"/>
              <p:nvPr/>
            </p:nvSpPr>
            <p:spPr>
              <a:xfrm>
                <a:off x="3593339" y="3873833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E72D1DA-DE14-F5C2-9500-7EB746C245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3339" y="3873833"/>
                <a:ext cx="549801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B987A0F-FD96-CCD0-7951-876DF1B5C33A}"/>
                  </a:ext>
                </a:extLst>
              </p:cNvPr>
              <p:cNvSpPr txBox="1"/>
              <p:nvPr/>
            </p:nvSpPr>
            <p:spPr>
              <a:xfrm>
                <a:off x="8952375" y="5652441"/>
                <a:ext cx="27250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Memory Needed: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B987A0F-FD96-CCD0-7951-876DF1B5C3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2375" y="5652441"/>
                <a:ext cx="2725033" cy="369332"/>
              </a:xfrm>
              <a:prstGeom prst="rect">
                <a:avLst/>
              </a:prstGeom>
              <a:blipFill>
                <a:blip r:embed="rId16"/>
                <a:stretch>
                  <a:fillRect l="-2013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828F591-1131-7E12-1F8C-8EB2C342B511}"/>
                  </a:ext>
                </a:extLst>
              </p:cNvPr>
              <p:cNvSpPr txBox="1"/>
              <p:nvPr/>
            </p:nvSpPr>
            <p:spPr>
              <a:xfrm>
                <a:off x="4260022" y="3551604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828F591-1131-7E12-1F8C-8EB2C342B5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0022" y="3551604"/>
                <a:ext cx="635841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E02912B1-BCCB-DFBA-ED9A-3FB7E50B34CD}"/>
                  </a:ext>
                </a:extLst>
              </p:cNvPr>
              <p:cNvSpPr txBox="1"/>
              <p:nvPr/>
            </p:nvSpPr>
            <p:spPr>
              <a:xfrm>
                <a:off x="4728125" y="3565052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E02912B1-BCCB-DFBA-ED9A-3FB7E50B34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8125" y="3565052"/>
                <a:ext cx="635841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C2DA1F06-9ECB-EBC7-B066-713C6B8E3577}"/>
                  </a:ext>
                </a:extLst>
              </p:cNvPr>
              <p:cNvSpPr txBox="1"/>
              <p:nvPr/>
            </p:nvSpPr>
            <p:spPr>
              <a:xfrm>
                <a:off x="4260022" y="4071129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C2DA1F06-9ECB-EBC7-B066-713C6B8E35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0022" y="4071129"/>
                <a:ext cx="635841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4F97C02F-0F40-D7E5-D8EC-EFAB8348CAF1}"/>
                  </a:ext>
                </a:extLst>
              </p:cNvPr>
              <p:cNvSpPr txBox="1"/>
              <p:nvPr/>
            </p:nvSpPr>
            <p:spPr>
              <a:xfrm>
                <a:off x="4728125" y="408837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4F97C02F-0F40-D7E5-D8EC-EFAB8348C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8125" y="4088370"/>
                <a:ext cx="635841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3F27071A-4782-880D-4B59-453EDD5B60F2}"/>
                  </a:ext>
                </a:extLst>
              </p:cNvPr>
              <p:cNvSpPr txBox="1"/>
              <p:nvPr/>
            </p:nvSpPr>
            <p:spPr>
              <a:xfrm>
                <a:off x="4268872" y="5480405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3F27071A-4782-880D-4B59-453EDD5B60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872" y="5480405"/>
                <a:ext cx="635841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48BF3006-2802-8DFB-3CBD-92FEDB0E2749}"/>
                  </a:ext>
                </a:extLst>
              </p:cNvPr>
              <p:cNvSpPr txBox="1"/>
              <p:nvPr/>
            </p:nvSpPr>
            <p:spPr>
              <a:xfrm>
                <a:off x="4728125" y="5496989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48BF3006-2802-8DFB-3CBD-92FEDB0E27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8125" y="5496989"/>
                <a:ext cx="635841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8A762B0D-C97A-C945-A1A8-CBD126411B62}"/>
                  </a:ext>
                </a:extLst>
              </p:cNvPr>
              <p:cNvSpPr txBox="1"/>
              <p:nvPr/>
            </p:nvSpPr>
            <p:spPr>
              <a:xfrm>
                <a:off x="5196227" y="355150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8A762B0D-C97A-C945-A1A8-CBD126411B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6227" y="3551500"/>
                <a:ext cx="635841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988B8613-0B31-DBE9-67A6-7CA766618960}"/>
                  </a:ext>
                </a:extLst>
              </p:cNvPr>
              <p:cNvSpPr txBox="1"/>
              <p:nvPr/>
            </p:nvSpPr>
            <p:spPr>
              <a:xfrm>
                <a:off x="5218199" y="410561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988B8613-0B31-DBE9-67A6-7CA7666189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8199" y="4105611"/>
                <a:ext cx="635841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B5BDC173-14B9-7F90-5A0A-2EE7497D31CD}"/>
                  </a:ext>
                </a:extLst>
              </p:cNvPr>
              <p:cNvSpPr txBox="1"/>
              <p:nvPr/>
            </p:nvSpPr>
            <p:spPr>
              <a:xfrm>
                <a:off x="5234772" y="5504757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B5BDC173-14B9-7F90-5A0A-2EE7497D31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4772" y="5504757"/>
                <a:ext cx="635841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54160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86D75-574D-E07F-CF1E-6BD74B99D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589FD-0B60-0E06-DA02-BA7F661AD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FlashAttention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3F1C6B-B4AC-9101-9052-B7DE28E21CAF}"/>
              </a:ext>
            </a:extLst>
          </p:cNvPr>
          <p:cNvSpPr/>
          <p:nvPr/>
        </p:nvSpPr>
        <p:spPr>
          <a:xfrm>
            <a:off x="4327998" y="3538974"/>
            <a:ext cx="2915093" cy="2436553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18A6B62-F0FE-CDFF-132C-32DFBC897EEF}"/>
                  </a:ext>
                </a:extLst>
              </p:cNvPr>
              <p:cNvSpPr txBox="1"/>
              <p:nvPr/>
            </p:nvSpPr>
            <p:spPr>
              <a:xfrm>
                <a:off x="7431818" y="4551972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18A6B62-F0FE-CDFF-132C-32DFBC897E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1818" y="4551972"/>
                <a:ext cx="3657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4FD15C-EAC2-B811-28E7-5DFAD1C49679}"/>
                  </a:ext>
                </a:extLst>
              </p:cNvPr>
              <p:cNvSpPr txBox="1"/>
              <p:nvPr/>
            </p:nvSpPr>
            <p:spPr>
              <a:xfrm>
                <a:off x="5652859" y="6275561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4FD15C-EAC2-B811-28E7-5DFAD1C49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859" y="6275561"/>
                <a:ext cx="3657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D2C9A95-1C4D-4059-4835-76126F11415F}"/>
              </a:ext>
            </a:extLst>
          </p:cNvPr>
          <p:cNvCxnSpPr>
            <a:cxnSpLocks/>
          </p:cNvCxnSpPr>
          <p:nvPr/>
        </p:nvCxnSpPr>
        <p:spPr>
          <a:xfrm flipH="1">
            <a:off x="4327998" y="6158757"/>
            <a:ext cx="291509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5EDEAF9-003B-73DE-673C-982BA1A4D6D7}"/>
              </a:ext>
            </a:extLst>
          </p:cNvPr>
          <p:cNvCxnSpPr>
            <a:cxnSpLocks/>
          </p:cNvCxnSpPr>
          <p:nvPr/>
        </p:nvCxnSpPr>
        <p:spPr>
          <a:xfrm>
            <a:off x="7431818" y="3551500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B312E8A-B58D-A167-EEAC-9E595CB78D1E}"/>
                  </a:ext>
                </a:extLst>
              </p:cNvPr>
              <p:cNvSpPr txBox="1"/>
              <p:nvPr/>
            </p:nvSpPr>
            <p:spPr>
              <a:xfrm>
                <a:off x="6518316" y="3603803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B312E8A-B58D-A167-EEAC-9E595CB78D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8316" y="3603803"/>
                <a:ext cx="6358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23AD7DB5-830F-902F-5A28-BB36134E02B1}"/>
              </a:ext>
            </a:extLst>
          </p:cNvPr>
          <p:cNvSpPr txBox="1"/>
          <p:nvPr/>
        </p:nvSpPr>
        <p:spPr>
          <a:xfrm>
            <a:off x="5809389" y="3538974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3F7513F-352A-B417-D8D4-E8622E841280}"/>
                  </a:ext>
                </a:extLst>
              </p:cNvPr>
              <p:cNvSpPr txBox="1"/>
              <p:nvPr/>
            </p:nvSpPr>
            <p:spPr>
              <a:xfrm>
                <a:off x="6518316" y="4123328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3F7513F-352A-B417-D8D4-E8622E8412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8316" y="4123328"/>
                <a:ext cx="6358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7B31D3E2-3032-0B23-3CF0-FE261F845A9D}"/>
              </a:ext>
            </a:extLst>
          </p:cNvPr>
          <p:cNvSpPr txBox="1"/>
          <p:nvPr/>
        </p:nvSpPr>
        <p:spPr>
          <a:xfrm>
            <a:off x="5809389" y="4058499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60676F7-4318-860A-4071-62DC14562FDF}"/>
                  </a:ext>
                </a:extLst>
              </p:cNvPr>
              <p:cNvSpPr txBox="1"/>
              <p:nvPr/>
            </p:nvSpPr>
            <p:spPr>
              <a:xfrm>
                <a:off x="6527166" y="5532604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60676F7-4318-860A-4071-62DC14562F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166" y="5532604"/>
                <a:ext cx="63584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AB0BE8EE-462A-6AD3-C014-B58CF21CE8DA}"/>
              </a:ext>
            </a:extLst>
          </p:cNvPr>
          <p:cNvSpPr txBox="1"/>
          <p:nvPr/>
        </p:nvSpPr>
        <p:spPr>
          <a:xfrm>
            <a:off x="5818239" y="5467775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A32EFC-B8C9-E601-FCAE-D73E0C624984}"/>
              </a:ext>
            </a:extLst>
          </p:cNvPr>
          <p:cNvSpPr txBox="1"/>
          <p:nvPr/>
        </p:nvSpPr>
        <p:spPr>
          <a:xfrm>
            <a:off x="742794" y="1590363"/>
            <a:ext cx="2725033" cy="14773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Ignore </a:t>
            </a:r>
            <a:r>
              <a:rPr lang="en-US" dirty="0" err="1"/>
              <a:t>softmax</a:t>
            </a:r>
            <a:r>
              <a:rPr lang="en-US" dirty="0"/>
              <a:t> for now</a:t>
            </a:r>
          </a:p>
          <a:p>
            <a:endParaRPr lang="en-US" dirty="0"/>
          </a:p>
          <a:p>
            <a:r>
              <a:rPr lang="en-US" dirty="0"/>
              <a:t>What rows/Columns of Q and K will we load onto the shared memory?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9CDBC92-A6D3-1A89-D688-173F774B999A}"/>
              </a:ext>
            </a:extLst>
          </p:cNvPr>
          <p:cNvSpPr/>
          <p:nvPr/>
        </p:nvSpPr>
        <p:spPr>
          <a:xfrm>
            <a:off x="512053" y="3543651"/>
            <a:ext cx="2915093" cy="24365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733AEBD-C911-AAAD-0A1A-CED786CC97D2}"/>
              </a:ext>
            </a:extLst>
          </p:cNvPr>
          <p:cNvCxnSpPr/>
          <p:nvPr/>
        </p:nvCxnSpPr>
        <p:spPr>
          <a:xfrm>
            <a:off x="717618" y="5599202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B369EF4-35ED-D600-873E-797AB52EC93E}"/>
                  </a:ext>
                </a:extLst>
              </p:cNvPr>
              <p:cNvSpPr txBox="1"/>
              <p:nvPr/>
            </p:nvSpPr>
            <p:spPr>
              <a:xfrm>
                <a:off x="1677181" y="5277503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B369EF4-35ED-D600-873E-797AB52EC9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7181" y="5277503"/>
                <a:ext cx="428130" cy="338554"/>
              </a:xfrm>
              <a:prstGeom prst="rect">
                <a:avLst/>
              </a:prstGeom>
              <a:blipFill>
                <a:blip r:embed="rId7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36BE9665-B77F-B6EF-48C5-A1A38595DD1A}"/>
              </a:ext>
            </a:extLst>
          </p:cNvPr>
          <p:cNvSpPr/>
          <p:nvPr/>
        </p:nvSpPr>
        <p:spPr>
          <a:xfrm>
            <a:off x="4271567" y="530813"/>
            <a:ext cx="2915093" cy="2436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5CA3DBF-6691-E26C-6663-B5024F76AB64}"/>
              </a:ext>
            </a:extLst>
          </p:cNvPr>
          <p:cNvCxnSpPr>
            <a:cxnSpLocks/>
          </p:cNvCxnSpPr>
          <p:nvPr/>
        </p:nvCxnSpPr>
        <p:spPr>
          <a:xfrm>
            <a:off x="4506368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812CC50-9D01-24A7-43A0-0628B20DF7D8}"/>
              </a:ext>
            </a:extLst>
          </p:cNvPr>
          <p:cNvCxnSpPr>
            <a:cxnSpLocks/>
          </p:cNvCxnSpPr>
          <p:nvPr/>
        </p:nvCxnSpPr>
        <p:spPr>
          <a:xfrm>
            <a:off x="4749145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29D0407-A273-E9D0-EF9C-02757A2E300F}"/>
              </a:ext>
            </a:extLst>
          </p:cNvPr>
          <p:cNvCxnSpPr>
            <a:cxnSpLocks/>
          </p:cNvCxnSpPr>
          <p:nvPr/>
        </p:nvCxnSpPr>
        <p:spPr>
          <a:xfrm>
            <a:off x="5007871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1EEAE0D-A4D2-3B1D-6F6C-5BE6C25A0D8B}"/>
              </a:ext>
            </a:extLst>
          </p:cNvPr>
          <p:cNvCxnSpPr>
            <a:cxnSpLocks/>
          </p:cNvCxnSpPr>
          <p:nvPr/>
        </p:nvCxnSpPr>
        <p:spPr>
          <a:xfrm>
            <a:off x="6335168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490618B-A37A-19C8-842A-527CCD49F928}"/>
              </a:ext>
            </a:extLst>
          </p:cNvPr>
          <p:cNvCxnSpPr>
            <a:cxnSpLocks/>
          </p:cNvCxnSpPr>
          <p:nvPr/>
        </p:nvCxnSpPr>
        <p:spPr>
          <a:xfrm>
            <a:off x="6615159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11EDE5E-46C3-F93C-6E6D-6D209DF70CDB}"/>
              </a:ext>
            </a:extLst>
          </p:cNvPr>
          <p:cNvCxnSpPr>
            <a:cxnSpLocks/>
          </p:cNvCxnSpPr>
          <p:nvPr/>
        </p:nvCxnSpPr>
        <p:spPr>
          <a:xfrm>
            <a:off x="6905782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0C458CC-5FFC-5517-A7A5-2E1702533445}"/>
                  </a:ext>
                </a:extLst>
              </p:cNvPr>
              <p:cNvSpPr txBox="1"/>
              <p:nvPr/>
            </p:nvSpPr>
            <p:spPr>
              <a:xfrm>
                <a:off x="4188320" y="1433822"/>
                <a:ext cx="43531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0C458CC-5FFC-5517-A7A5-2E17025334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8320" y="1433822"/>
                <a:ext cx="435311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17E0361-D50A-D9FB-9D51-9AC71B98B3F5}"/>
                  </a:ext>
                </a:extLst>
              </p:cNvPr>
              <p:cNvSpPr txBox="1"/>
              <p:nvPr/>
            </p:nvSpPr>
            <p:spPr>
              <a:xfrm>
                <a:off x="4421429" y="144690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17E0361-D50A-D9FB-9D51-9AC71B98B3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1429" y="1446908"/>
                <a:ext cx="440056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75960DB-0055-FC88-EC49-DB05DBDFA76B}"/>
                  </a:ext>
                </a:extLst>
              </p:cNvPr>
              <p:cNvSpPr txBox="1"/>
              <p:nvPr/>
            </p:nvSpPr>
            <p:spPr>
              <a:xfrm>
                <a:off x="4688326" y="144690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75960DB-0055-FC88-EC49-DB05DBDFA7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326" y="1446908"/>
                <a:ext cx="440056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2BCB45B-4346-372B-F9F8-7C0C26977734}"/>
                  </a:ext>
                </a:extLst>
              </p:cNvPr>
              <p:cNvSpPr txBox="1"/>
              <p:nvPr/>
            </p:nvSpPr>
            <p:spPr>
              <a:xfrm>
                <a:off x="6594046" y="1513032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2BCB45B-4346-372B-F9F8-7C0C269777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046" y="1513032"/>
                <a:ext cx="440056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 43">
            <a:extLst>
              <a:ext uri="{FF2B5EF4-FFF2-40B4-BE49-F238E27FC236}">
                <a16:creationId xmlns:a16="http://schemas.microsoft.com/office/drawing/2014/main" id="{8BDE0E6E-E39E-3B14-59B8-1AAB3C5D9DFD}"/>
              </a:ext>
            </a:extLst>
          </p:cNvPr>
          <p:cNvSpPr/>
          <p:nvPr/>
        </p:nvSpPr>
        <p:spPr>
          <a:xfrm>
            <a:off x="4250016" y="3545024"/>
            <a:ext cx="1478478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1F1C1FB-19EA-DFDD-3D12-A94399C01EB5}"/>
                  </a:ext>
                </a:extLst>
              </p:cNvPr>
              <p:cNvSpPr txBox="1"/>
              <p:nvPr/>
            </p:nvSpPr>
            <p:spPr>
              <a:xfrm>
                <a:off x="4778294" y="3094546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1F1C1FB-19EA-DFDD-3D12-A94399C01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8294" y="3094546"/>
                <a:ext cx="54980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B14A05B-F1F9-8434-F3F3-8E83EFE3916B}"/>
              </a:ext>
            </a:extLst>
          </p:cNvPr>
          <p:cNvCxnSpPr>
            <a:cxnSpLocks/>
          </p:cNvCxnSpPr>
          <p:nvPr/>
        </p:nvCxnSpPr>
        <p:spPr>
          <a:xfrm flipV="1">
            <a:off x="4134960" y="3502083"/>
            <a:ext cx="0" cy="118704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8AE73FA-1F9C-C7AE-2F54-C86C9C0800F3}"/>
              </a:ext>
            </a:extLst>
          </p:cNvPr>
          <p:cNvCxnSpPr>
            <a:cxnSpLocks/>
          </p:cNvCxnSpPr>
          <p:nvPr/>
        </p:nvCxnSpPr>
        <p:spPr>
          <a:xfrm flipH="1">
            <a:off x="4208583" y="3473365"/>
            <a:ext cx="156134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6826673-DA0B-DB6C-CE3B-04D5E72CF091}"/>
                  </a:ext>
                </a:extLst>
              </p:cNvPr>
              <p:cNvSpPr txBox="1"/>
              <p:nvPr/>
            </p:nvSpPr>
            <p:spPr>
              <a:xfrm>
                <a:off x="3678771" y="3898218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6826673-DA0B-DB6C-CE3B-04D5E72CF0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8771" y="3898218"/>
                <a:ext cx="54980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8F3F216-9B3B-15F5-EA34-B4E1EB7354E4}"/>
                  </a:ext>
                </a:extLst>
              </p:cNvPr>
              <p:cNvSpPr txBox="1"/>
              <p:nvPr/>
            </p:nvSpPr>
            <p:spPr>
              <a:xfrm>
                <a:off x="8508159" y="5652441"/>
                <a:ext cx="31692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Memory Needed: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 ??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8F3F216-9B3B-15F5-EA34-B4E1EB7354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8159" y="5652441"/>
                <a:ext cx="3169249" cy="369332"/>
              </a:xfrm>
              <a:prstGeom prst="rect">
                <a:avLst/>
              </a:prstGeom>
              <a:blipFill>
                <a:blip r:embed="rId14"/>
                <a:stretch>
                  <a:fillRect l="-1731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44DC7073-5FDB-BCFB-500E-CC7A4AE530E0}"/>
              </a:ext>
            </a:extLst>
          </p:cNvPr>
          <p:cNvSpPr/>
          <p:nvPr/>
        </p:nvSpPr>
        <p:spPr>
          <a:xfrm>
            <a:off x="325889" y="3532302"/>
            <a:ext cx="3267450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550B3D9-4293-E1B6-128A-B41E308705BE}"/>
              </a:ext>
            </a:extLst>
          </p:cNvPr>
          <p:cNvCxnSpPr>
            <a:cxnSpLocks/>
          </p:cNvCxnSpPr>
          <p:nvPr/>
        </p:nvCxnSpPr>
        <p:spPr>
          <a:xfrm flipV="1">
            <a:off x="3697525" y="3530500"/>
            <a:ext cx="18344" cy="1115689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655B1217-FD3D-395F-81A7-531872C23827}"/>
              </a:ext>
            </a:extLst>
          </p:cNvPr>
          <p:cNvSpPr/>
          <p:nvPr/>
        </p:nvSpPr>
        <p:spPr>
          <a:xfrm>
            <a:off x="4199344" y="471473"/>
            <a:ext cx="1478478" cy="255141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F0EFA8C-4710-5B9C-A009-EE7D707729DF}"/>
              </a:ext>
            </a:extLst>
          </p:cNvPr>
          <p:cNvCxnSpPr>
            <a:cxnSpLocks/>
          </p:cNvCxnSpPr>
          <p:nvPr/>
        </p:nvCxnSpPr>
        <p:spPr>
          <a:xfrm flipH="1">
            <a:off x="4170638" y="3094546"/>
            <a:ext cx="156134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6683679-0F94-FB6E-BF97-4CE168921863}"/>
              </a:ext>
            </a:extLst>
          </p:cNvPr>
          <p:cNvCxnSpPr/>
          <p:nvPr/>
        </p:nvCxnSpPr>
        <p:spPr>
          <a:xfrm>
            <a:off x="685089" y="3959045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91818F1-F86A-8FF9-429A-14CF6AF78040}"/>
              </a:ext>
            </a:extLst>
          </p:cNvPr>
          <p:cNvCxnSpPr/>
          <p:nvPr/>
        </p:nvCxnSpPr>
        <p:spPr>
          <a:xfrm>
            <a:off x="717618" y="4339244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DD6D357-0421-5269-9B57-1427C7AF5A30}"/>
                  </a:ext>
                </a:extLst>
              </p:cNvPr>
              <p:cNvSpPr txBox="1"/>
              <p:nvPr/>
            </p:nvSpPr>
            <p:spPr>
              <a:xfrm>
                <a:off x="1644652" y="3652085"/>
                <a:ext cx="42813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DD6D357-0421-5269-9B57-1427C7AF5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4652" y="3652085"/>
                <a:ext cx="428131" cy="338554"/>
              </a:xfrm>
              <a:prstGeom prst="rect">
                <a:avLst/>
              </a:prstGeom>
              <a:blipFill>
                <a:blip r:embed="rId15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F40EDBF-24CE-D224-52EB-6C8931DC954D}"/>
                  </a:ext>
                </a:extLst>
              </p:cNvPr>
              <p:cNvSpPr txBox="1"/>
              <p:nvPr/>
            </p:nvSpPr>
            <p:spPr>
              <a:xfrm>
                <a:off x="1674520" y="4007493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F40EDBF-24CE-D224-52EB-6C8931DC95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4520" y="4007493"/>
                <a:ext cx="432874" cy="338554"/>
              </a:xfrm>
              <a:prstGeom prst="rect">
                <a:avLst/>
              </a:prstGeom>
              <a:blipFill>
                <a:blip r:embed="rId16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DC2A712C-6C41-AFA0-494F-E5B9F9474CF6}"/>
                  </a:ext>
                </a:extLst>
              </p:cNvPr>
              <p:cNvSpPr txBox="1"/>
              <p:nvPr/>
            </p:nvSpPr>
            <p:spPr>
              <a:xfrm>
                <a:off x="4260022" y="3551604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DC2A712C-6C41-AFA0-494F-E5B9F9474C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0022" y="3551604"/>
                <a:ext cx="635841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72477BC-DC0F-9686-8E7C-1F5B4ACAA276}"/>
                  </a:ext>
                </a:extLst>
              </p:cNvPr>
              <p:cNvSpPr txBox="1"/>
              <p:nvPr/>
            </p:nvSpPr>
            <p:spPr>
              <a:xfrm>
                <a:off x="4728125" y="3565052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72477BC-DC0F-9686-8E7C-1F5B4ACAA2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8125" y="3565052"/>
                <a:ext cx="635841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852AFC7-8FD9-A414-8C3D-7FC2149DD6E0}"/>
                  </a:ext>
                </a:extLst>
              </p:cNvPr>
              <p:cNvSpPr txBox="1"/>
              <p:nvPr/>
            </p:nvSpPr>
            <p:spPr>
              <a:xfrm>
                <a:off x="4260022" y="4071129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852AFC7-8FD9-A414-8C3D-7FC2149DD6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0022" y="4071129"/>
                <a:ext cx="635841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C8B40198-CBDB-0FFE-F32D-79723D305D2C}"/>
                  </a:ext>
                </a:extLst>
              </p:cNvPr>
              <p:cNvSpPr txBox="1"/>
              <p:nvPr/>
            </p:nvSpPr>
            <p:spPr>
              <a:xfrm>
                <a:off x="4728125" y="408837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C8B40198-CBDB-0FFE-F32D-79723D305D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8125" y="4088370"/>
                <a:ext cx="635841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E8A6FD07-85EF-B80C-717E-E95998E52678}"/>
                  </a:ext>
                </a:extLst>
              </p:cNvPr>
              <p:cNvSpPr txBox="1"/>
              <p:nvPr/>
            </p:nvSpPr>
            <p:spPr>
              <a:xfrm>
                <a:off x="4268872" y="5480405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E8A6FD07-85EF-B80C-717E-E95998E526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872" y="5480405"/>
                <a:ext cx="635841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901A34AA-CD6D-104E-81D1-AF1B2BF4D6EA}"/>
                  </a:ext>
                </a:extLst>
              </p:cNvPr>
              <p:cNvSpPr txBox="1"/>
              <p:nvPr/>
            </p:nvSpPr>
            <p:spPr>
              <a:xfrm>
                <a:off x="4728125" y="5496989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901A34AA-CD6D-104E-81D1-AF1B2BF4D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8125" y="5496989"/>
                <a:ext cx="635841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14E46BA-E9EE-A3D3-130B-0FBA45726CC9}"/>
                  </a:ext>
                </a:extLst>
              </p:cNvPr>
              <p:cNvSpPr txBox="1"/>
              <p:nvPr/>
            </p:nvSpPr>
            <p:spPr>
              <a:xfrm>
                <a:off x="5196227" y="355150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14E46BA-E9EE-A3D3-130B-0FBA45726C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6227" y="3551500"/>
                <a:ext cx="635841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9A4EFDA-A65B-A168-8C52-B7AC3687DE66}"/>
                  </a:ext>
                </a:extLst>
              </p:cNvPr>
              <p:cNvSpPr txBox="1"/>
              <p:nvPr/>
            </p:nvSpPr>
            <p:spPr>
              <a:xfrm>
                <a:off x="5218199" y="410561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9A4EFDA-A65B-A168-8C52-B7AC3687D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8199" y="4105611"/>
                <a:ext cx="635841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EF468152-1AE7-3EBE-3A5F-5703774C5496}"/>
                  </a:ext>
                </a:extLst>
              </p:cNvPr>
              <p:cNvSpPr txBox="1"/>
              <p:nvPr/>
            </p:nvSpPr>
            <p:spPr>
              <a:xfrm>
                <a:off x="5234772" y="5504757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EF468152-1AE7-3EBE-3A5F-5703774C54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4772" y="5504757"/>
                <a:ext cx="635841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89737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1DD07-A4C6-49EC-59D8-60B1A01E0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3416F-21C3-A4D6-3ACA-4DDE45233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FlashAttention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F30936-ABD2-A0E7-D407-D696DF39A149}"/>
              </a:ext>
            </a:extLst>
          </p:cNvPr>
          <p:cNvSpPr/>
          <p:nvPr/>
        </p:nvSpPr>
        <p:spPr>
          <a:xfrm>
            <a:off x="4327998" y="3538974"/>
            <a:ext cx="2915093" cy="2436553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A41C8BA-5ECB-11AE-47F3-CF51DBE6F08D}"/>
                  </a:ext>
                </a:extLst>
              </p:cNvPr>
              <p:cNvSpPr txBox="1"/>
              <p:nvPr/>
            </p:nvSpPr>
            <p:spPr>
              <a:xfrm>
                <a:off x="7431818" y="4551972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A41C8BA-5ECB-11AE-47F3-CF51DBE6F0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1818" y="4551972"/>
                <a:ext cx="3657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2BB4075-8CE1-C0DD-E06E-0C6CAFCF9015}"/>
                  </a:ext>
                </a:extLst>
              </p:cNvPr>
              <p:cNvSpPr txBox="1"/>
              <p:nvPr/>
            </p:nvSpPr>
            <p:spPr>
              <a:xfrm>
                <a:off x="5652859" y="6275561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2BB4075-8CE1-C0DD-E06E-0C6CAFCF9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859" y="6275561"/>
                <a:ext cx="3657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C7D2F60-68D2-9CC0-E630-4157A312D659}"/>
              </a:ext>
            </a:extLst>
          </p:cNvPr>
          <p:cNvCxnSpPr>
            <a:cxnSpLocks/>
          </p:cNvCxnSpPr>
          <p:nvPr/>
        </p:nvCxnSpPr>
        <p:spPr>
          <a:xfrm flipH="1">
            <a:off x="4327998" y="6158757"/>
            <a:ext cx="291509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A70ADF3-B769-78F4-7F7C-289B0286AB4A}"/>
              </a:ext>
            </a:extLst>
          </p:cNvPr>
          <p:cNvCxnSpPr>
            <a:cxnSpLocks/>
          </p:cNvCxnSpPr>
          <p:nvPr/>
        </p:nvCxnSpPr>
        <p:spPr>
          <a:xfrm>
            <a:off x="7431818" y="3551500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80032F8-7433-4FC9-F51F-1F3DBD75822F}"/>
                  </a:ext>
                </a:extLst>
              </p:cNvPr>
              <p:cNvSpPr txBox="1"/>
              <p:nvPr/>
            </p:nvSpPr>
            <p:spPr>
              <a:xfrm>
                <a:off x="6518316" y="3603803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80032F8-7433-4FC9-F51F-1F3DBD7582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8316" y="3603803"/>
                <a:ext cx="6358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83FCBD69-4A67-4C1F-E268-299F5D497119}"/>
              </a:ext>
            </a:extLst>
          </p:cNvPr>
          <p:cNvSpPr txBox="1"/>
          <p:nvPr/>
        </p:nvSpPr>
        <p:spPr>
          <a:xfrm>
            <a:off x="5809389" y="3538974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4843176-A20C-D2A3-6726-FB1F1B202F97}"/>
                  </a:ext>
                </a:extLst>
              </p:cNvPr>
              <p:cNvSpPr txBox="1"/>
              <p:nvPr/>
            </p:nvSpPr>
            <p:spPr>
              <a:xfrm>
                <a:off x="6518316" y="4123328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4843176-A20C-D2A3-6726-FB1F1B202F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8316" y="4123328"/>
                <a:ext cx="6358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4B5ADFE7-6122-5821-5CBF-EBEC85A2CBC3}"/>
              </a:ext>
            </a:extLst>
          </p:cNvPr>
          <p:cNvSpPr txBox="1"/>
          <p:nvPr/>
        </p:nvSpPr>
        <p:spPr>
          <a:xfrm>
            <a:off x="5809389" y="4058499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2016562-7C5C-603E-BD2C-537033641012}"/>
                  </a:ext>
                </a:extLst>
              </p:cNvPr>
              <p:cNvSpPr txBox="1"/>
              <p:nvPr/>
            </p:nvSpPr>
            <p:spPr>
              <a:xfrm>
                <a:off x="6527166" y="5532604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2016562-7C5C-603E-BD2C-5370336410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166" y="5532604"/>
                <a:ext cx="63584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80B9A927-32C5-01C1-3818-332881068676}"/>
              </a:ext>
            </a:extLst>
          </p:cNvPr>
          <p:cNvSpPr txBox="1"/>
          <p:nvPr/>
        </p:nvSpPr>
        <p:spPr>
          <a:xfrm>
            <a:off x="5818239" y="5467775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9498F8-3097-3179-ED6B-997DCC71C19C}"/>
              </a:ext>
            </a:extLst>
          </p:cNvPr>
          <p:cNvSpPr txBox="1"/>
          <p:nvPr/>
        </p:nvSpPr>
        <p:spPr>
          <a:xfrm>
            <a:off x="693540" y="1510250"/>
            <a:ext cx="2725033" cy="14773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Ignore </a:t>
            </a:r>
            <a:r>
              <a:rPr lang="en-US" dirty="0" err="1"/>
              <a:t>softmax</a:t>
            </a:r>
            <a:r>
              <a:rPr lang="en-US" dirty="0"/>
              <a:t> for now</a:t>
            </a:r>
          </a:p>
          <a:p>
            <a:endParaRPr lang="en-US" dirty="0"/>
          </a:p>
          <a:p>
            <a:r>
              <a:rPr lang="en-US" dirty="0"/>
              <a:t>What rows/Columns of Q and K will we load onto the shared memory?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D42170E-F0A9-67B7-CB8D-E26B29586792}"/>
              </a:ext>
            </a:extLst>
          </p:cNvPr>
          <p:cNvSpPr/>
          <p:nvPr/>
        </p:nvSpPr>
        <p:spPr>
          <a:xfrm>
            <a:off x="512053" y="3543651"/>
            <a:ext cx="2915093" cy="24365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E5E2D9C-9D0F-CADA-D2FB-82EBBA2C6616}"/>
              </a:ext>
            </a:extLst>
          </p:cNvPr>
          <p:cNvCxnSpPr/>
          <p:nvPr/>
        </p:nvCxnSpPr>
        <p:spPr>
          <a:xfrm>
            <a:off x="717618" y="5599202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83F14F5-0187-30B9-525E-CAEC075C902D}"/>
                  </a:ext>
                </a:extLst>
              </p:cNvPr>
              <p:cNvSpPr txBox="1"/>
              <p:nvPr/>
            </p:nvSpPr>
            <p:spPr>
              <a:xfrm>
                <a:off x="1677181" y="5277503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83F14F5-0187-30B9-525E-CAEC075C90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7181" y="5277503"/>
                <a:ext cx="428130" cy="338554"/>
              </a:xfrm>
              <a:prstGeom prst="rect">
                <a:avLst/>
              </a:prstGeom>
              <a:blipFill>
                <a:blip r:embed="rId7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ECABC794-F042-AF3F-E21A-A073C6A49063}"/>
              </a:ext>
            </a:extLst>
          </p:cNvPr>
          <p:cNvSpPr/>
          <p:nvPr/>
        </p:nvSpPr>
        <p:spPr>
          <a:xfrm>
            <a:off x="4271567" y="530813"/>
            <a:ext cx="2915093" cy="2436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92B9E75-4747-C30D-A13D-C1F85DC63784}"/>
              </a:ext>
            </a:extLst>
          </p:cNvPr>
          <p:cNvCxnSpPr>
            <a:cxnSpLocks/>
          </p:cNvCxnSpPr>
          <p:nvPr/>
        </p:nvCxnSpPr>
        <p:spPr>
          <a:xfrm>
            <a:off x="4506368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0A4B275-914B-DB6F-32B1-46E1F55ED3C6}"/>
              </a:ext>
            </a:extLst>
          </p:cNvPr>
          <p:cNvCxnSpPr>
            <a:cxnSpLocks/>
          </p:cNvCxnSpPr>
          <p:nvPr/>
        </p:nvCxnSpPr>
        <p:spPr>
          <a:xfrm>
            <a:off x="4749145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CF54B00-C873-6642-873D-BEE7C593755A}"/>
              </a:ext>
            </a:extLst>
          </p:cNvPr>
          <p:cNvCxnSpPr>
            <a:cxnSpLocks/>
          </p:cNvCxnSpPr>
          <p:nvPr/>
        </p:nvCxnSpPr>
        <p:spPr>
          <a:xfrm>
            <a:off x="5007871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2848668-CAE1-DD6A-F88E-EDC6AD453C0F}"/>
              </a:ext>
            </a:extLst>
          </p:cNvPr>
          <p:cNvCxnSpPr>
            <a:cxnSpLocks/>
          </p:cNvCxnSpPr>
          <p:nvPr/>
        </p:nvCxnSpPr>
        <p:spPr>
          <a:xfrm>
            <a:off x="6335168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5B9D118-A6EF-31C3-D44C-B93C533EA6B5}"/>
              </a:ext>
            </a:extLst>
          </p:cNvPr>
          <p:cNvCxnSpPr>
            <a:cxnSpLocks/>
          </p:cNvCxnSpPr>
          <p:nvPr/>
        </p:nvCxnSpPr>
        <p:spPr>
          <a:xfrm>
            <a:off x="6615159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94B74F8-46C4-B35E-6511-1A3212BC12A4}"/>
              </a:ext>
            </a:extLst>
          </p:cNvPr>
          <p:cNvCxnSpPr>
            <a:cxnSpLocks/>
          </p:cNvCxnSpPr>
          <p:nvPr/>
        </p:nvCxnSpPr>
        <p:spPr>
          <a:xfrm>
            <a:off x="6905782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1C8A758-F432-DE9D-2EFD-0231E8963403}"/>
                  </a:ext>
                </a:extLst>
              </p:cNvPr>
              <p:cNvSpPr txBox="1"/>
              <p:nvPr/>
            </p:nvSpPr>
            <p:spPr>
              <a:xfrm>
                <a:off x="4188320" y="1433822"/>
                <a:ext cx="43531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1C8A758-F432-DE9D-2EFD-0231E89634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8320" y="1433822"/>
                <a:ext cx="435311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C279681-DA22-E778-D5DE-6F646B46A186}"/>
                  </a:ext>
                </a:extLst>
              </p:cNvPr>
              <p:cNvSpPr txBox="1"/>
              <p:nvPr/>
            </p:nvSpPr>
            <p:spPr>
              <a:xfrm>
                <a:off x="4421429" y="144690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C279681-DA22-E778-D5DE-6F646B46A1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1429" y="1446908"/>
                <a:ext cx="440056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1E59DDE-F15B-13FD-8602-F61D9A086517}"/>
                  </a:ext>
                </a:extLst>
              </p:cNvPr>
              <p:cNvSpPr txBox="1"/>
              <p:nvPr/>
            </p:nvSpPr>
            <p:spPr>
              <a:xfrm>
                <a:off x="4688326" y="144690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1E59DDE-F15B-13FD-8602-F61D9A0865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326" y="1446908"/>
                <a:ext cx="440056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616DB75-A836-85E8-3520-4370535B8D43}"/>
                  </a:ext>
                </a:extLst>
              </p:cNvPr>
              <p:cNvSpPr txBox="1"/>
              <p:nvPr/>
            </p:nvSpPr>
            <p:spPr>
              <a:xfrm>
                <a:off x="6594046" y="1513032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616DB75-A836-85E8-3520-4370535B8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046" y="1513032"/>
                <a:ext cx="440056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 43">
            <a:extLst>
              <a:ext uri="{FF2B5EF4-FFF2-40B4-BE49-F238E27FC236}">
                <a16:creationId xmlns:a16="http://schemas.microsoft.com/office/drawing/2014/main" id="{DCDF7021-D6A4-D3E5-FBF9-C89FB6C0DBDF}"/>
              </a:ext>
            </a:extLst>
          </p:cNvPr>
          <p:cNvSpPr/>
          <p:nvPr/>
        </p:nvSpPr>
        <p:spPr>
          <a:xfrm>
            <a:off x="4250016" y="3545024"/>
            <a:ext cx="1478478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7812561-27F9-5976-6FE7-926CEFD34A57}"/>
                  </a:ext>
                </a:extLst>
              </p:cNvPr>
              <p:cNvSpPr txBox="1"/>
              <p:nvPr/>
            </p:nvSpPr>
            <p:spPr>
              <a:xfrm>
                <a:off x="4778294" y="3094546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7812561-27F9-5976-6FE7-926CEFD34A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8294" y="3094546"/>
                <a:ext cx="54980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D9F6D3B-3FE0-E806-13BD-F5E4E1AC350D}"/>
              </a:ext>
            </a:extLst>
          </p:cNvPr>
          <p:cNvCxnSpPr>
            <a:cxnSpLocks/>
          </p:cNvCxnSpPr>
          <p:nvPr/>
        </p:nvCxnSpPr>
        <p:spPr>
          <a:xfrm flipV="1">
            <a:off x="4134960" y="3502083"/>
            <a:ext cx="0" cy="118704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21386E8-B614-DEAD-B89F-1327280DEA45}"/>
              </a:ext>
            </a:extLst>
          </p:cNvPr>
          <p:cNvCxnSpPr>
            <a:cxnSpLocks/>
          </p:cNvCxnSpPr>
          <p:nvPr/>
        </p:nvCxnSpPr>
        <p:spPr>
          <a:xfrm flipH="1">
            <a:off x="4208583" y="3473365"/>
            <a:ext cx="156134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EC6CF2C-1A7B-4CAE-1926-6CFB7B86E7D4}"/>
                  </a:ext>
                </a:extLst>
              </p:cNvPr>
              <p:cNvSpPr txBox="1"/>
              <p:nvPr/>
            </p:nvSpPr>
            <p:spPr>
              <a:xfrm>
                <a:off x="3678771" y="3898218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EC6CF2C-1A7B-4CAE-1926-6CFB7B86E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8771" y="3898218"/>
                <a:ext cx="54980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AA551CF-214F-E577-1335-344ABCDE5D29}"/>
                  </a:ext>
                </a:extLst>
              </p:cNvPr>
              <p:cNvSpPr txBox="1"/>
              <p:nvPr/>
            </p:nvSpPr>
            <p:spPr>
              <a:xfrm>
                <a:off x="8508159" y="5652441"/>
                <a:ext cx="316924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Memory Needed: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AA551CF-214F-E577-1335-344ABCDE5D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8159" y="5652441"/>
                <a:ext cx="3169249" cy="646331"/>
              </a:xfrm>
              <a:prstGeom prst="rect">
                <a:avLst/>
              </a:prstGeom>
              <a:blipFill>
                <a:blip r:embed="rId14"/>
                <a:stretch>
                  <a:fillRect l="-1731" t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F01F0C2C-2260-92BF-5FD5-0D20DE4B505E}"/>
              </a:ext>
            </a:extLst>
          </p:cNvPr>
          <p:cNvSpPr/>
          <p:nvPr/>
        </p:nvSpPr>
        <p:spPr>
          <a:xfrm>
            <a:off x="325889" y="3532302"/>
            <a:ext cx="3267450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F6574A4-E2AA-9D9F-A892-F64488171237}"/>
              </a:ext>
            </a:extLst>
          </p:cNvPr>
          <p:cNvCxnSpPr>
            <a:cxnSpLocks/>
          </p:cNvCxnSpPr>
          <p:nvPr/>
        </p:nvCxnSpPr>
        <p:spPr>
          <a:xfrm flipV="1">
            <a:off x="3697525" y="3530500"/>
            <a:ext cx="18344" cy="1115689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58A2B889-45EF-7E24-707C-D539F9F3A950}"/>
              </a:ext>
            </a:extLst>
          </p:cNvPr>
          <p:cNvSpPr/>
          <p:nvPr/>
        </p:nvSpPr>
        <p:spPr>
          <a:xfrm>
            <a:off x="4199344" y="471473"/>
            <a:ext cx="1478478" cy="255141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3A0233A-FD79-F19F-FFD6-DB455118BAEF}"/>
              </a:ext>
            </a:extLst>
          </p:cNvPr>
          <p:cNvCxnSpPr>
            <a:cxnSpLocks/>
          </p:cNvCxnSpPr>
          <p:nvPr/>
        </p:nvCxnSpPr>
        <p:spPr>
          <a:xfrm flipH="1">
            <a:off x="4170638" y="3094546"/>
            <a:ext cx="156134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D9A3D42-AD29-2F67-22AF-75D5DD281C60}"/>
              </a:ext>
            </a:extLst>
          </p:cNvPr>
          <p:cNvCxnSpPr/>
          <p:nvPr/>
        </p:nvCxnSpPr>
        <p:spPr>
          <a:xfrm>
            <a:off x="685089" y="3959045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88B18D8-14AF-5BFD-8C7E-C6AD8E15F076}"/>
              </a:ext>
            </a:extLst>
          </p:cNvPr>
          <p:cNvCxnSpPr/>
          <p:nvPr/>
        </p:nvCxnSpPr>
        <p:spPr>
          <a:xfrm>
            <a:off x="717618" y="4339244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99A546D-1ED0-DB5C-2B53-8213FB915414}"/>
                  </a:ext>
                </a:extLst>
              </p:cNvPr>
              <p:cNvSpPr txBox="1"/>
              <p:nvPr/>
            </p:nvSpPr>
            <p:spPr>
              <a:xfrm>
                <a:off x="1644652" y="3652085"/>
                <a:ext cx="42813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99A546D-1ED0-DB5C-2B53-8213FB9154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4652" y="3652085"/>
                <a:ext cx="428131" cy="338554"/>
              </a:xfrm>
              <a:prstGeom prst="rect">
                <a:avLst/>
              </a:prstGeom>
              <a:blipFill>
                <a:blip r:embed="rId15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0D9F752-673B-7881-8C6C-F454BF3FB6AF}"/>
                  </a:ext>
                </a:extLst>
              </p:cNvPr>
              <p:cNvSpPr txBox="1"/>
              <p:nvPr/>
            </p:nvSpPr>
            <p:spPr>
              <a:xfrm>
                <a:off x="1674520" y="4007493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0D9F752-673B-7881-8C6C-F454BF3FB6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4520" y="4007493"/>
                <a:ext cx="432874" cy="338554"/>
              </a:xfrm>
              <a:prstGeom prst="rect">
                <a:avLst/>
              </a:prstGeom>
              <a:blipFill>
                <a:blip r:embed="rId16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2847506-2387-A359-8B94-13FFB7BA9833}"/>
                  </a:ext>
                </a:extLst>
              </p:cNvPr>
              <p:cNvSpPr txBox="1"/>
              <p:nvPr/>
            </p:nvSpPr>
            <p:spPr>
              <a:xfrm>
                <a:off x="4260022" y="3551604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2847506-2387-A359-8B94-13FFB7BA98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0022" y="3551604"/>
                <a:ext cx="635841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CAA480C-4F0F-1812-37C4-F53A364C218D}"/>
                  </a:ext>
                </a:extLst>
              </p:cNvPr>
              <p:cNvSpPr txBox="1"/>
              <p:nvPr/>
            </p:nvSpPr>
            <p:spPr>
              <a:xfrm>
                <a:off x="4728125" y="3565052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CAA480C-4F0F-1812-37C4-F53A364C21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8125" y="3565052"/>
                <a:ext cx="635841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99DC3F51-AB41-5314-46C3-ACF4D15930E9}"/>
                  </a:ext>
                </a:extLst>
              </p:cNvPr>
              <p:cNvSpPr txBox="1"/>
              <p:nvPr/>
            </p:nvSpPr>
            <p:spPr>
              <a:xfrm>
                <a:off x="4260022" y="4071129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99DC3F51-AB41-5314-46C3-ACF4D1593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0022" y="4071129"/>
                <a:ext cx="635841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B071010-BF01-72EC-044D-1DF45E4B4F25}"/>
                  </a:ext>
                </a:extLst>
              </p:cNvPr>
              <p:cNvSpPr txBox="1"/>
              <p:nvPr/>
            </p:nvSpPr>
            <p:spPr>
              <a:xfrm>
                <a:off x="4728125" y="408837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B071010-BF01-72EC-044D-1DF45E4B4F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8125" y="4088370"/>
                <a:ext cx="635841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74BB3C3B-4BCD-BC87-81FA-CCB6F097EED6}"/>
                  </a:ext>
                </a:extLst>
              </p:cNvPr>
              <p:cNvSpPr txBox="1"/>
              <p:nvPr/>
            </p:nvSpPr>
            <p:spPr>
              <a:xfrm>
                <a:off x="4268872" y="5480405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74BB3C3B-4BCD-BC87-81FA-CCB6F097E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872" y="5480405"/>
                <a:ext cx="635841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CC2191AB-295A-D30B-F1FF-DE15C07E9A69}"/>
                  </a:ext>
                </a:extLst>
              </p:cNvPr>
              <p:cNvSpPr txBox="1"/>
              <p:nvPr/>
            </p:nvSpPr>
            <p:spPr>
              <a:xfrm>
                <a:off x="4728125" y="5496989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CC2191AB-295A-D30B-F1FF-DE15C07E9A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8125" y="5496989"/>
                <a:ext cx="635841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7E28A1A-A308-90D2-CCB4-8A5CABF4DAC1}"/>
                  </a:ext>
                </a:extLst>
              </p:cNvPr>
              <p:cNvSpPr txBox="1"/>
              <p:nvPr/>
            </p:nvSpPr>
            <p:spPr>
              <a:xfrm>
                <a:off x="5196227" y="355150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7E28A1A-A308-90D2-CCB4-8A5CABF4DA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6227" y="3551500"/>
                <a:ext cx="635841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E239778-0726-7491-61E1-5AAEDD5A4CF2}"/>
                  </a:ext>
                </a:extLst>
              </p:cNvPr>
              <p:cNvSpPr txBox="1"/>
              <p:nvPr/>
            </p:nvSpPr>
            <p:spPr>
              <a:xfrm>
                <a:off x="5218199" y="410561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E239778-0726-7491-61E1-5AAEDD5A4C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8199" y="4105611"/>
                <a:ext cx="635841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0A86B7E-4114-3DF6-5A16-A21B0E5AB06A}"/>
                  </a:ext>
                </a:extLst>
              </p:cNvPr>
              <p:cNvSpPr txBox="1"/>
              <p:nvPr/>
            </p:nvSpPr>
            <p:spPr>
              <a:xfrm>
                <a:off x="5234772" y="5504757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0A86B7E-4114-3DF6-5A16-A21B0E5AB0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4772" y="5504757"/>
                <a:ext cx="635841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4731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C6A39-94FF-5D94-27B7-B35CFF925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AA8E9-356F-1509-F0BB-38C8C9584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FlashAttention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29A973-8425-7700-F28F-9BF607400EE1}"/>
              </a:ext>
            </a:extLst>
          </p:cNvPr>
          <p:cNvSpPr/>
          <p:nvPr/>
        </p:nvSpPr>
        <p:spPr>
          <a:xfrm>
            <a:off x="4376443" y="3832627"/>
            <a:ext cx="2915093" cy="2436553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D0759EE-762E-C9F2-9BFD-379A17009310}"/>
                  </a:ext>
                </a:extLst>
              </p:cNvPr>
              <p:cNvSpPr txBox="1"/>
              <p:nvPr/>
            </p:nvSpPr>
            <p:spPr>
              <a:xfrm>
                <a:off x="7480263" y="4845625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D0759EE-762E-C9F2-9BFD-379A170093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0263" y="4845625"/>
                <a:ext cx="3657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35D1B6D-FB68-A85F-62DE-1638827DE1A6}"/>
                  </a:ext>
                </a:extLst>
              </p:cNvPr>
              <p:cNvSpPr txBox="1"/>
              <p:nvPr/>
            </p:nvSpPr>
            <p:spPr>
              <a:xfrm>
                <a:off x="5701304" y="656921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35D1B6D-FB68-A85F-62DE-1638827DE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304" y="6569214"/>
                <a:ext cx="3657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6540316-F076-211E-68B5-7B82C8949118}"/>
              </a:ext>
            </a:extLst>
          </p:cNvPr>
          <p:cNvCxnSpPr>
            <a:cxnSpLocks/>
          </p:cNvCxnSpPr>
          <p:nvPr/>
        </p:nvCxnSpPr>
        <p:spPr>
          <a:xfrm flipH="1">
            <a:off x="4376443" y="6452410"/>
            <a:ext cx="291509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629E19A-F69F-6F72-3721-A447B6C4B5A4}"/>
              </a:ext>
            </a:extLst>
          </p:cNvPr>
          <p:cNvCxnSpPr>
            <a:cxnSpLocks/>
          </p:cNvCxnSpPr>
          <p:nvPr/>
        </p:nvCxnSpPr>
        <p:spPr>
          <a:xfrm>
            <a:off x="7480263" y="3845153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D9F3F4A-5BE7-3507-200A-2D2E42F82E8D}"/>
                  </a:ext>
                </a:extLst>
              </p:cNvPr>
              <p:cNvSpPr txBox="1"/>
              <p:nvPr/>
            </p:nvSpPr>
            <p:spPr>
              <a:xfrm>
                <a:off x="6566761" y="389745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D9F3F4A-5BE7-3507-200A-2D2E42F82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761" y="3897456"/>
                <a:ext cx="6358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091883BE-717D-DC8C-2F74-6F0067CAC0E7}"/>
              </a:ext>
            </a:extLst>
          </p:cNvPr>
          <p:cNvSpPr txBox="1"/>
          <p:nvPr/>
        </p:nvSpPr>
        <p:spPr>
          <a:xfrm>
            <a:off x="5857834" y="3832627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6297336-5B76-1A0D-EC44-784A29604B07}"/>
                  </a:ext>
                </a:extLst>
              </p:cNvPr>
              <p:cNvSpPr txBox="1"/>
              <p:nvPr/>
            </p:nvSpPr>
            <p:spPr>
              <a:xfrm>
                <a:off x="6566761" y="441698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6297336-5B76-1A0D-EC44-784A29604B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761" y="4416981"/>
                <a:ext cx="6358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8C2F2D17-310F-9E2F-57D5-4266E14FF9EA}"/>
              </a:ext>
            </a:extLst>
          </p:cNvPr>
          <p:cNvSpPr txBox="1"/>
          <p:nvPr/>
        </p:nvSpPr>
        <p:spPr>
          <a:xfrm>
            <a:off x="5857834" y="4352152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8BFE60A-DA29-AFF8-D300-BB0DAF60D67A}"/>
                  </a:ext>
                </a:extLst>
              </p:cNvPr>
              <p:cNvSpPr txBox="1"/>
              <p:nvPr/>
            </p:nvSpPr>
            <p:spPr>
              <a:xfrm>
                <a:off x="6575611" y="5826257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8BFE60A-DA29-AFF8-D300-BB0DAF60D6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611" y="5826257"/>
                <a:ext cx="63584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D4E577A5-C914-E220-5D04-54E6D25CBE33}"/>
              </a:ext>
            </a:extLst>
          </p:cNvPr>
          <p:cNvSpPr txBox="1"/>
          <p:nvPr/>
        </p:nvSpPr>
        <p:spPr>
          <a:xfrm>
            <a:off x="5866684" y="5761428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87F6A7-ACD5-3638-5EDA-BEC0D3314463}"/>
              </a:ext>
            </a:extLst>
          </p:cNvPr>
          <p:cNvSpPr txBox="1"/>
          <p:nvPr/>
        </p:nvSpPr>
        <p:spPr>
          <a:xfrm>
            <a:off x="259057" y="1241943"/>
            <a:ext cx="3222162" cy="203132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Ignore </a:t>
            </a:r>
            <a:r>
              <a:rPr lang="en-US" dirty="0" err="1"/>
              <a:t>softmax</a:t>
            </a:r>
            <a:r>
              <a:rPr lang="en-US" dirty="0"/>
              <a:t> for now</a:t>
            </a:r>
          </a:p>
          <a:p>
            <a:endParaRPr lang="en-US" dirty="0"/>
          </a:p>
          <a:p>
            <a:r>
              <a:rPr lang="en-US" dirty="0"/>
              <a:t>We can bring portion of V too to calculate the final output</a:t>
            </a:r>
          </a:p>
          <a:p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What rows/Columns of V will we load onto the shared memory?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A5687A-09CB-A20F-21D5-EEDD137DF7A9}"/>
              </a:ext>
            </a:extLst>
          </p:cNvPr>
          <p:cNvSpPr/>
          <p:nvPr/>
        </p:nvSpPr>
        <p:spPr>
          <a:xfrm>
            <a:off x="560498" y="3837304"/>
            <a:ext cx="2915093" cy="24365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234AC02-9A16-0473-5EA0-7BA042E6BF71}"/>
              </a:ext>
            </a:extLst>
          </p:cNvPr>
          <p:cNvCxnSpPr/>
          <p:nvPr/>
        </p:nvCxnSpPr>
        <p:spPr>
          <a:xfrm>
            <a:off x="766063" y="5892855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9DAC65D-0D37-AE7F-87AA-28C722E8ECB0}"/>
                  </a:ext>
                </a:extLst>
              </p:cNvPr>
              <p:cNvSpPr txBox="1"/>
              <p:nvPr/>
            </p:nvSpPr>
            <p:spPr>
              <a:xfrm>
                <a:off x="1725626" y="5571156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9DAC65D-0D37-AE7F-87AA-28C722E8EC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626" y="5571156"/>
                <a:ext cx="428130" cy="338554"/>
              </a:xfrm>
              <a:prstGeom prst="rect">
                <a:avLst/>
              </a:prstGeom>
              <a:blipFill>
                <a:blip r:embed="rId7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0A22A072-970D-1989-B3A3-29F1BCB01E11}"/>
              </a:ext>
            </a:extLst>
          </p:cNvPr>
          <p:cNvSpPr/>
          <p:nvPr/>
        </p:nvSpPr>
        <p:spPr>
          <a:xfrm>
            <a:off x="4271567" y="530813"/>
            <a:ext cx="2915093" cy="2436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2CD7925-08DA-51A5-B993-BE051548099B}"/>
              </a:ext>
            </a:extLst>
          </p:cNvPr>
          <p:cNvCxnSpPr>
            <a:cxnSpLocks/>
          </p:cNvCxnSpPr>
          <p:nvPr/>
        </p:nvCxnSpPr>
        <p:spPr>
          <a:xfrm>
            <a:off x="4506368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AC1A5B2-4D6F-B11B-6CD0-09FBF6DA66D2}"/>
              </a:ext>
            </a:extLst>
          </p:cNvPr>
          <p:cNvCxnSpPr>
            <a:cxnSpLocks/>
          </p:cNvCxnSpPr>
          <p:nvPr/>
        </p:nvCxnSpPr>
        <p:spPr>
          <a:xfrm>
            <a:off x="4749145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E7AD866-A085-5A28-2A5B-27CF3D7BE5FA}"/>
              </a:ext>
            </a:extLst>
          </p:cNvPr>
          <p:cNvCxnSpPr>
            <a:cxnSpLocks/>
          </p:cNvCxnSpPr>
          <p:nvPr/>
        </p:nvCxnSpPr>
        <p:spPr>
          <a:xfrm>
            <a:off x="5007871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6772CB4-25EE-C956-5C7C-506350A957F8}"/>
              </a:ext>
            </a:extLst>
          </p:cNvPr>
          <p:cNvCxnSpPr>
            <a:cxnSpLocks/>
          </p:cNvCxnSpPr>
          <p:nvPr/>
        </p:nvCxnSpPr>
        <p:spPr>
          <a:xfrm>
            <a:off x="6335168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8820275-59E6-91B0-135D-9C880DF28299}"/>
              </a:ext>
            </a:extLst>
          </p:cNvPr>
          <p:cNvCxnSpPr>
            <a:cxnSpLocks/>
          </p:cNvCxnSpPr>
          <p:nvPr/>
        </p:nvCxnSpPr>
        <p:spPr>
          <a:xfrm>
            <a:off x="6615159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1810381-68D3-E08A-ECFE-6C0FDCF0D656}"/>
              </a:ext>
            </a:extLst>
          </p:cNvPr>
          <p:cNvCxnSpPr>
            <a:cxnSpLocks/>
          </p:cNvCxnSpPr>
          <p:nvPr/>
        </p:nvCxnSpPr>
        <p:spPr>
          <a:xfrm>
            <a:off x="6905782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11333B7-A2FF-06A8-4CED-0226FE94FBA7}"/>
                  </a:ext>
                </a:extLst>
              </p:cNvPr>
              <p:cNvSpPr txBox="1"/>
              <p:nvPr/>
            </p:nvSpPr>
            <p:spPr>
              <a:xfrm>
                <a:off x="4188320" y="1433822"/>
                <a:ext cx="43531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11333B7-A2FF-06A8-4CED-0226FE94FB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8320" y="1433822"/>
                <a:ext cx="435311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D93CD5C-6723-47EA-8825-23337DB5E888}"/>
                  </a:ext>
                </a:extLst>
              </p:cNvPr>
              <p:cNvSpPr txBox="1"/>
              <p:nvPr/>
            </p:nvSpPr>
            <p:spPr>
              <a:xfrm>
                <a:off x="4421429" y="144690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D93CD5C-6723-47EA-8825-23337DB5E8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1429" y="1446908"/>
                <a:ext cx="440056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8831E2A-695D-4B64-6AAC-B842E0B41E49}"/>
                  </a:ext>
                </a:extLst>
              </p:cNvPr>
              <p:cNvSpPr txBox="1"/>
              <p:nvPr/>
            </p:nvSpPr>
            <p:spPr>
              <a:xfrm>
                <a:off x="4688326" y="144690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8831E2A-695D-4B64-6AAC-B842E0B41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326" y="1446908"/>
                <a:ext cx="440056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8384D69-745A-1A8F-7B26-02B9C5E65196}"/>
                  </a:ext>
                </a:extLst>
              </p:cNvPr>
              <p:cNvSpPr txBox="1"/>
              <p:nvPr/>
            </p:nvSpPr>
            <p:spPr>
              <a:xfrm>
                <a:off x="6594046" y="1513032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8384D69-745A-1A8F-7B26-02B9C5E65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046" y="1513032"/>
                <a:ext cx="440056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 43">
            <a:extLst>
              <a:ext uri="{FF2B5EF4-FFF2-40B4-BE49-F238E27FC236}">
                <a16:creationId xmlns:a16="http://schemas.microsoft.com/office/drawing/2014/main" id="{E4877668-6C8E-9B47-F84A-A73F830E4750}"/>
              </a:ext>
            </a:extLst>
          </p:cNvPr>
          <p:cNvSpPr/>
          <p:nvPr/>
        </p:nvSpPr>
        <p:spPr>
          <a:xfrm>
            <a:off x="4298461" y="3838677"/>
            <a:ext cx="1478478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DF21893-43F7-E330-BF40-4B4099E34DCE}"/>
                  </a:ext>
                </a:extLst>
              </p:cNvPr>
              <p:cNvSpPr txBox="1"/>
              <p:nvPr/>
            </p:nvSpPr>
            <p:spPr>
              <a:xfrm>
                <a:off x="4778294" y="3094546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DF21893-43F7-E330-BF40-4B4099E34D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8294" y="3094546"/>
                <a:ext cx="54980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4938058-0CE3-BA44-0062-6A900DF1F72D}"/>
              </a:ext>
            </a:extLst>
          </p:cNvPr>
          <p:cNvCxnSpPr>
            <a:cxnSpLocks/>
          </p:cNvCxnSpPr>
          <p:nvPr/>
        </p:nvCxnSpPr>
        <p:spPr>
          <a:xfrm flipV="1">
            <a:off x="4183405" y="3795736"/>
            <a:ext cx="0" cy="118704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9B60EC6-CC84-B0D7-6315-AD011B333338}"/>
              </a:ext>
            </a:extLst>
          </p:cNvPr>
          <p:cNvCxnSpPr>
            <a:cxnSpLocks/>
          </p:cNvCxnSpPr>
          <p:nvPr/>
        </p:nvCxnSpPr>
        <p:spPr>
          <a:xfrm flipH="1">
            <a:off x="4257028" y="3767018"/>
            <a:ext cx="156134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D228EF3-15B0-8445-8B14-D7E87DDEE827}"/>
                  </a:ext>
                </a:extLst>
              </p:cNvPr>
              <p:cNvSpPr txBox="1"/>
              <p:nvPr/>
            </p:nvSpPr>
            <p:spPr>
              <a:xfrm>
                <a:off x="3727216" y="4191871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D228EF3-15B0-8445-8B14-D7E87DDEE8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7216" y="4191871"/>
                <a:ext cx="54980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E2AB933-9075-AE15-439C-9F2023AB4C9A}"/>
                  </a:ext>
                </a:extLst>
              </p:cNvPr>
              <p:cNvSpPr txBox="1"/>
              <p:nvPr/>
            </p:nvSpPr>
            <p:spPr>
              <a:xfrm>
                <a:off x="325889" y="6434897"/>
                <a:ext cx="53125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Memory Needed: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E2AB933-9075-AE15-439C-9F2023AB4C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889" y="6434897"/>
                <a:ext cx="5312543" cy="369332"/>
              </a:xfrm>
              <a:prstGeom prst="rect">
                <a:avLst/>
              </a:prstGeom>
              <a:blipFill>
                <a:blip r:embed="rId14"/>
                <a:stretch>
                  <a:fillRect l="-917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3BB37F0E-0A5A-C69C-A304-410A071E0211}"/>
              </a:ext>
            </a:extLst>
          </p:cNvPr>
          <p:cNvSpPr/>
          <p:nvPr/>
        </p:nvSpPr>
        <p:spPr>
          <a:xfrm>
            <a:off x="374334" y="3825955"/>
            <a:ext cx="3267450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7B5051C-3BF3-22CE-859B-125BD82CF32F}"/>
              </a:ext>
            </a:extLst>
          </p:cNvPr>
          <p:cNvCxnSpPr>
            <a:cxnSpLocks/>
          </p:cNvCxnSpPr>
          <p:nvPr/>
        </p:nvCxnSpPr>
        <p:spPr>
          <a:xfrm flipV="1">
            <a:off x="3745970" y="3824153"/>
            <a:ext cx="18344" cy="1115689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FFE22236-0BE9-733D-6277-C6C057CABF67}"/>
              </a:ext>
            </a:extLst>
          </p:cNvPr>
          <p:cNvSpPr/>
          <p:nvPr/>
        </p:nvSpPr>
        <p:spPr>
          <a:xfrm>
            <a:off x="4199344" y="471473"/>
            <a:ext cx="1478478" cy="255141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4FCE7E5-1ED9-5CB2-602C-67444F212263}"/>
              </a:ext>
            </a:extLst>
          </p:cNvPr>
          <p:cNvCxnSpPr>
            <a:cxnSpLocks/>
          </p:cNvCxnSpPr>
          <p:nvPr/>
        </p:nvCxnSpPr>
        <p:spPr>
          <a:xfrm flipH="1">
            <a:off x="4170638" y="3094546"/>
            <a:ext cx="156134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4686BECD-EAAB-512E-15FA-29D40413EBB6}"/>
              </a:ext>
            </a:extLst>
          </p:cNvPr>
          <p:cNvSpPr/>
          <p:nvPr/>
        </p:nvSpPr>
        <p:spPr>
          <a:xfrm>
            <a:off x="8060796" y="3897456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0DD9E62-09DF-53FA-A1EC-9C4D39F1F264}"/>
                  </a:ext>
                </a:extLst>
              </p:cNvPr>
              <p:cNvSpPr txBox="1"/>
              <p:nvPr/>
            </p:nvSpPr>
            <p:spPr>
              <a:xfrm>
                <a:off x="9389242" y="3348013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0DD9E62-09DF-53FA-A1EC-9C4D39F1F2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9242" y="3348013"/>
                <a:ext cx="487698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FA8CC37-C1F6-8F8E-2A70-C014400B1AC5}"/>
              </a:ext>
            </a:extLst>
          </p:cNvPr>
          <p:cNvCxnSpPr/>
          <p:nvPr/>
        </p:nvCxnSpPr>
        <p:spPr>
          <a:xfrm>
            <a:off x="8320613" y="4234817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C4A280A-8C3C-8C5F-9E27-1F1DCC8254FB}"/>
              </a:ext>
            </a:extLst>
          </p:cNvPr>
          <p:cNvCxnSpPr/>
          <p:nvPr/>
        </p:nvCxnSpPr>
        <p:spPr>
          <a:xfrm>
            <a:off x="8320613" y="4477594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5CF00958-EB29-B368-AF26-5D81AEA1025B}"/>
              </a:ext>
            </a:extLst>
          </p:cNvPr>
          <p:cNvCxnSpPr/>
          <p:nvPr/>
        </p:nvCxnSpPr>
        <p:spPr>
          <a:xfrm>
            <a:off x="8320613" y="4762901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E24BA15-04F8-6F87-9DEF-A4E67292A73C}"/>
              </a:ext>
            </a:extLst>
          </p:cNvPr>
          <p:cNvCxnSpPr/>
          <p:nvPr/>
        </p:nvCxnSpPr>
        <p:spPr>
          <a:xfrm>
            <a:off x="8320613" y="602285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D19E9FFD-A98B-7F92-CF62-086165A372B4}"/>
                  </a:ext>
                </a:extLst>
              </p:cNvPr>
              <p:cNvSpPr txBox="1"/>
              <p:nvPr/>
            </p:nvSpPr>
            <p:spPr>
              <a:xfrm>
                <a:off x="9280176" y="3890769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D19E9FFD-A98B-7F92-CF62-086165A37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176" y="3890769"/>
                <a:ext cx="428130" cy="33855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7C2F6866-A5B8-4E97-8C21-2FBA5EEFD763}"/>
                  </a:ext>
                </a:extLst>
              </p:cNvPr>
              <p:cNvSpPr txBox="1"/>
              <p:nvPr/>
            </p:nvSpPr>
            <p:spPr>
              <a:xfrm>
                <a:off x="9280176" y="4170634"/>
                <a:ext cx="43646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7C2F6866-A5B8-4E97-8C21-2FBA5EEFD7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176" y="4170634"/>
                <a:ext cx="436465" cy="3385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8CA25B5-685A-D68D-624B-4BB4BCAAFFDB}"/>
                  </a:ext>
                </a:extLst>
              </p:cNvPr>
              <p:cNvSpPr txBox="1"/>
              <p:nvPr/>
            </p:nvSpPr>
            <p:spPr>
              <a:xfrm>
                <a:off x="9277515" y="4431150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8CA25B5-685A-D68D-624B-4BB4BCAAFF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7515" y="4431150"/>
                <a:ext cx="432874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C34A996-FDEF-9C24-6F20-5FA22C0C7303}"/>
                  </a:ext>
                </a:extLst>
              </p:cNvPr>
              <p:cNvSpPr txBox="1"/>
              <p:nvPr/>
            </p:nvSpPr>
            <p:spPr>
              <a:xfrm>
                <a:off x="9301905" y="5730423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C34A996-FDEF-9C24-6F20-5FA22C0C73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1905" y="5730423"/>
                <a:ext cx="432874" cy="3385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E73DF3B-5F9C-C446-0968-69C3D630A86A}"/>
              </a:ext>
            </a:extLst>
          </p:cNvPr>
          <p:cNvCxnSpPr>
            <a:cxnSpLocks/>
          </p:cNvCxnSpPr>
          <p:nvPr/>
        </p:nvCxnSpPr>
        <p:spPr>
          <a:xfrm>
            <a:off x="7932361" y="3897456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DB7C1E5C-BD12-7405-2166-8E9784ED880B}"/>
              </a:ext>
            </a:extLst>
          </p:cNvPr>
          <p:cNvCxnSpPr>
            <a:cxnSpLocks/>
          </p:cNvCxnSpPr>
          <p:nvPr/>
        </p:nvCxnSpPr>
        <p:spPr>
          <a:xfrm>
            <a:off x="8077066" y="3764638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5593B489-C953-183C-B775-9FF77C3035FD}"/>
              </a:ext>
            </a:extLst>
          </p:cNvPr>
          <p:cNvSpPr/>
          <p:nvPr/>
        </p:nvSpPr>
        <p:spPr>
          <a:xfrm>
            <a:off x="7956211" y="495375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1041FBE0-9200-3BB8-9AEB-0CFD0D39F782}"/>
              </a:ext>
            </a:extLst>
          </p:cNvPr>
          <p:cNvCxnSpPr/>
          <p:nvPr/>
        </p:nvCxnSpPr>
        <p:spPr>
          <a:xfrm>
            <a:off x="8216028" y="832736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FC4FC0D0-728F-DB06-2842-CBE26B76BE98}"/>
              </a:ext>
            </a:extLst>
          </p:cNvPr>
          <p:cNvCxnSpPr/>
          <p:nvPr/>
        </p:nvCxnSpPr>
        <p:spPr>
          <a:xfrm>
            <a:off x="8216028" y="1075513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706BD8C-083F-37EB-14BB-4151C1487C06}"/>
              </a:ext>
            </a:extLst>
          </p:cNvPr>
          <p:cNvCxnSpPr/>
          <p:nvPr/>
        </p:nvCxnSpPr>
        <p:spPr>
          <a:xfrm>
            <a:off x="8216028" y="136082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6E68339D-A22B-C3C6-49E5-318C7D4EEBCD}"/>
              </a:ext>
            </a:extLst>
          </p:cNvPr>
          <p:cNvCxnSpPr/>
          <p:nvPr/>
        </p:nvCxnSpPr>
        <p:spPr>
          <a:xfrm>
            <a:off x="8216028" y="2620778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1F46B85-BA4C-6DEC-008A-5363BE987777}"/>
                  </a:ext>
                </a:extLst>
              </p:cNvPr>
              <p:cNvSpPr txBox="1"/>
              <p:nvPr/>
            </p:nvSpPr>
            <p:spPr>
              <a:xfrm>
                <a:off x="8052842" y="487380"/>
                <a:ext cx="273055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1F46B85-BA4C-6DEC-008A-5363BE987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842" y="487380"/>
                <a:ext cx="2730555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212AF4F-5D2D-69BF-13C3-16D66F5E6EB2}"/>
              </a:ext>
            </a:extLst>
          </p:cNvPr>
          <p:cNvCxnSpPr>
            <a:cxnSpLocks/>
          </p:cNvCxnSpPr>
          <p:nvPr/>
        </p:nvCxnSpPr>
        <p:spPr>
          <a:xfrm>
            <a:off x="7827776" y="495375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5AFE007-8976-5A4A-989E-84EDF567AED9}"/>
                  </a:ext>
                </a:extLst>
              </p:cNvPr>
              <p:cNvSpPr txBox="1"/>
              <p:nvPr/>
            </p:nvSpPr>
            <p:spPr>
              <a:xfrm>
                <a:off x="9359872" y="6480067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5AFE007-8976-5A4A-989E-84EDF567AE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9872" y="6480067"/>
                <a:ext cx="487698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0C56ECD5-699E-356D-478D-35DFABC3BB76}"/>
              </a:ext>
            </a:extLst>
          </p:cNvPr>
          <p:cNvCxnSpPr>
            <a:cxnSpLocks/>
          </p:cNvCxnSpPr>
          <p:nvPr/>
        </p:nvCxnSpPr>
        <p:spPr>
          <a:xfrm>
            <a:off x="8060795" y="6492875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EB63FDE9-0162-C1AD-988A-A4CB4638ACD1}"/>
                  </a:ext>
                </a:extLst>
              </p:cNvPr>
              <p:cNvSpPr txBox="1"/>
              <p:nvPr/>
            </p:nvSpPr>
            <p:spPr>
              <a:xfrm>
                <a:off x="7462035" y="156251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EB63FDE9-0162-C1AD-988A-A4CB4638AC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2035" y="1562514"/>
                <a:ext cx="365741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TextBox 79">
            <a:extLst>
              <a:ext uri="{FF2B5EF4-FFF2-40B4-BE49-F238E27FC236}">
                <a16:creationId xmlns:a16="http://schemas.microsoft.com/office/drawing/2014/main" id="{542348C7-F606-15C2-DB38-625BAF113366}"/>
              </a:ext>
            </a:extLst>
          </p:cNvPr>
          <p:cNvSpPr txBox="1"/>
          <p:nvPr/>
        </p:nvSpPr>
        <p:spPr>
          <a:xfrm>
            <a:off x="7263785" y="5248756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X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481BC3E-83ED-9802-2A6E-F2F6EA54AA30}"/>
              </a:ext>
            </a:extLst>
          </p:cNvPr>
          <p:cNvSpPr txBox="1"/>
          <p:nvPr/>
        </p:nvSpPr>
        <p:spPr>
          <a:xfrm rot="16200000">
            <a:off x="9074852" y="3065432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98B30ABA-0387-96F2-9E87-2275490035B8}"/>
                  </a:ext>
                </a:extLst>
              </p:cNvPr>
              <p:cNvSpPr txBox="1"/>
              <p:nvPr/>
            </p:nvSpPr>
            <p:spPr>
              <a:xfrm>
                <a:off x="8060795" y="751434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98B30ABA-0387-96F2-9E87-2275490035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5" y="751434"/>
                <a:ext cx="2740045" cy="33855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EA5357C7-6ED5-2814-77D3-A708C3AE4894}"/>
                  </a:ext>
                </a:extLst>
              </p:cNvPr>
              <p:cNvSpPr txBox="1"/>
              <p:nvPr/>
            </p:nvSpPr>
            <p:spPr>
              <a:xfrm>
                <a:off x="8060795" y="1031068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31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EA5357C7-6ED5-2814-77D3-A708C3AE48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5" y="1031068"/>
                <a:ext cx="2740045" cy="33855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CEA83B8-D397-5647-6315-9E1B37FF9B0A}"/>
                  </a:ext>
                </a:extLst>
              </p:cNvPr>
              <p:cNvSpPr txBox="1"/>
              <p:nvPr/>
            </p:nvSpPr>
            <p:spPr>
              <a:xfrm>
                <a:off x="8060794" y="2263984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CEA83B8-D397-5647-6315-9E1B37FF9B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4" y="2263984"/>
                <a:ext cx="2740045" cy="33855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B18501A5-5F55-78EF-8ED0-B5F7D8DAA7F8}"/>
              </a:ext>
            </a:extLst>
          </p:cNvPr>
          <p:cNvCxnSpPr/>
          <p:nvPr/>
        </p:nvCxnSpPr>
        <p:spPr>
          <a:xfrm>
            <a:off x="682674" y="419328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CFDD62D4-5A41-DB50-107E-9B911AC77625}"/>
              </a:ext>
            </a:extLst>
          </p:cNvPr>
          <p:cNvCxnSpPr/>
          <p:nvPr/>
        </p:nvCxnSpPr>
        <p:spPr>
          <a:xfrm>
            <a:off x="715203" y="4573488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6C3EC074-B240-535D-57D7-54C44F8F7E40}"/>
                  </a:ext>
                </a:extLst>
              </p:cNvPr>
              <p:cNvSpPr txBox="1"/>
              <p:nvPr/>
            </p:nvSpPr>
            <p:spPr>
              <a:xfrm>
                <a:off x="1642237" y="3886329"/>
                <a:ext cx="42813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6C3EC074-B240-535D-57D7-54C44F8F7E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2237" y="3886329"/>
                <a:ext cx="428131" cy="338554"/>
              </a:xfrm>
              <a:prstGeom prst="rect">
                <a:avLst/>
              </a:prstGeom>
              <a:blipFill>
                <a:blip r:embed="rId26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6EC48426-7EEB-99C7-82F3-D9016326F6E0}"/>
                  </a:ext>
                </a:extLst>
              </p:cNvPr>
              <p:cNvSpPr txBox="1"/>
              <p:nvPr/>
            </p:nvSpPr>
            <p:spPr>
              <a:xfrm>
                <a:off x="1672105" y="4241737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6EC48426-7EEB-99C7-82F3-D9016326F6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2105" y="4241737"/>
                <a:ext cx="432874" cy="338554"/>
              </a:xfrm>
              <a:prstGeom prst="rect">
                <a:avLst/>
              </a:prstGeom>
              <a:blipFill>
                <a:blip r:embed="rId27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9F002026-353A-4FE2-10A3-16BFEE78B4A7}"/>
                  </a:ext>
                </a:extLst>
              </p:cNvPr>
              <p:cNvSpPr txBox="1"/>
              <p:nvPr/>
            </p:nvSpPr>
            <p:spPr>
              <a:xfrm>
                <a:off x="4297516" y="3910315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9F002026-353A-4FE2-10A3-16BFEE78B4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7516" y="3910315"/>
                <a:ext cx="635841" cy="36933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B5022FFC-2F3D-BB3E-2FC3-5B8C02B786EE}"/>
                  </a:ext>
                </a:extLst>
              </p:cNvPr>
              <p:cNvSpPr txBox="1"/>
              <p:nvPr/>
            </p:nvSpPr>
            <p:spPr>
              <a:xfrm>
                <a:off x="4765619" y="3923763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B5022FFC-2F3D-BB3E-2FC3-5B8C02B786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5619" y="3923763"/>
                <a:ext cx="635841" cy="36933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212613C6-1F41-9919-65E1-8D8E0716AC2D}"/>
                  </a:ext>
                </a:extLst>
              </p:cNvPr>
              <p:cNvSpPr txBox="1"/>
              <p:nvPr/>
            </p:nvSpPr>
            <p:spPr>
              <a:xfrm>
                <a:off x="4297516" y="442984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212613C6-1F41-9919-65E1-8D8E0716A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7516" y="4429840"/>
                <a:ext cx="635841" cy="369332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CA694873-65F2-21E7-6E20-D69ADA112C58}"/>
                  </a:ext>
                </a:extLst>
              </p:cNvPr>
              <p:cNvSpPr txBox="1"/>
              <p:nvPr/>
            </p:nvSpPr>
            <p:spPr>
              <a:xfrm>
                <a:off x="4765619" y="444708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CA694873-65F2-21E7-6E20-D69ADA112C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5619" y="4447081"/>
                <a:ext cx="635841" cy="3693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6031D3BA-11E0-B9AB-0E22-229E0A0AD6FA}"/>
                  </a:ext>
                </a:extLst>
              </p:cNvPr>
              <p:cNvSpPr txBox="1"/>
              <p:nvPr/>
            </p:nvSpPr>
            <p:spPr>
              <a:xfrm>
                <a:off x="4306366" y="583911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6031D3BA-11E0-B9AB-0E22-229E0A0AD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6366" y="5839116"/>
                <a:ext cx="635841" cy="3693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7E584CD0-FE48-DEDD-F76B-C5045926C371}"/>
                  </a:ext>
                </a:extLst>
              </p:cNvPr>
              <p:cNvSpPr txBox="1"/>
              <p:nvPr/>
            </p:nvSpPr>
            <p:spPr>
              <a:xfrm>
                <a:off x="4765619" y="585570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7E584CD0-FE48-DEDD-F76B-C5045926C3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5619" y="5855700"/>
                <a:ext cx="635841" cy="369332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E98A2F67-483D-707B-993D-74DAC4EDCB25}"/>
                  </a:ext>
                </a:extLst>
              </p:cNvPr>
              <p:cNvSpPr txBox="1"/>
              <p:nvPr/>
            </p:nvSpPr>
            <p:spPr>
              <a:xfrm>
                <a:off x="5233721" y="391021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E98A2F67-483D-707B-993D-74DAC4EDCB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3721" y="3910211"/>
                <a:ext cx="635841" cy="36933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0C7696C-67A0-28B1-A9D8-D6F09DBA2941}"/>
                  </a:ext>
                </a:extLst>
              </p:cNvPr>
              <p:cNvSpPr txBox="1"/>
              <p:nvPr/>
            </p:nvSpPr>
            <p:spPr>
              <a:xfrm>
                <a:off x="5255693" y="4464322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0C7696C-67A0-28B1-A9D8-D6F09DBA29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5693" y="4464322"/>
                <a:ext cx="635841" cy="36933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4397C88D-1B43-18F7-AC80-D9486D2DF064}"/>
                  </a:ext>
                </a:extLst>
              </p:cNvPr>
              <p:cNvSpPr txBox="1"/>
              <p:nvPr/>
            </p:nvSpPr>
            <p:spPr>
              <a:xfrm>
                <a:off x="5272266" y="5863468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4397C88D-1B43-18F7-AC80-D9486D2DF0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266" y="5863468"/>
                <a:ext cx="635841" cy="369332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33953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276D3-4E5F-1678-1827-E9B78BA98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B9BB9-9698-C8FD-80CC-F742E99C0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FlashAttention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05695F-1F2E-8E2D-2462-7333A0B04BAF}"/>
              </a:ext>
            </a:extLst>
          </p:cNvPr>
          <p:cNvSpPr/>
          <p:nvPr/>
        </p:nvSpPr>
        <p:spPr>
          <a:xfrm>
            <a:off x="4376443" y="3832627"/>
            <a:ext cx="2915093" cy="2436553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9FC5FE-7590-C0A8-E50F-C4ACAD9F62E8}"/>
                  </a:ext>
                </a:extLst>
              </p:cNvPr>
              <p:cNvSpPr txBox="1"/>
              <p:nvPr/>
            </p:nvSpPr>
            <p:spPr>
              <a:xfrm>
                <a:off x="7480263" y="4845625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9FC5FE-7590-C0A8-E50F-C4ACAD9F62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0263" y="4845625"/>
                <a:ext cx="3657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388CC84-80D0-B64E-C9BE-0C76BC2DB649}"/>
                  </a:ext>
                </a:extLst>
              </p:cNvPr>
              <p:cNvSpPr txBox="1"/>
              <p:nvPr/>
            </p:nvSpPr>
            <p:spPr>
              <a:xfrm>
                <a:off x="5701304" y="656921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388CC84-80D0-B64E-C9BE-0C76BC2DB6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304" y="6569214"/>
                <a:ext cx="3657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0061E58-71FF-FD24-932E-FDF6A16ECB4B}"/>
              </a:ext>
            </a:extLst>
          </p:cNvPr>
          <p:cNvCxnSpPr>
            <a:cxnSpLocks/>
          </p:cNvCxnSpPr>
          <p:nvPr/>
        </p:nvCxnSpPr>
        <p:spPr>
          <a:xfrm flipH="1">
            <a:off x="4376443" y="6452410"/>
            <a:ext cx="291509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D67036B-E642-2A8E-AFF2-4E04D9297F2F}"/>
              </a:ext>
            </a:extLst>
          </p:cNvPr>
          <p:cNvCxnSpPr>
            <a:cxnSpLocks/>
          </p:cNvCxnSpPr>
          <p:nvPr/>
        </p:nvCxnSpPr>
        <p:spPr>
          <a:xfrm>
            <a:off x="7480263" y="3845153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9194804-2C0A-0DC1-EAC3-4C52992349A8}"/>
                  </a:ext>
                </a:extLst>
              </p:cNvPr>
              <p:cNvSpPr txBox="1"/>
              <p:nvPr/>
            </p:nvSpPr>
            <p:spPr>
              <a:xfrm>
                <a:off x="6566761" y="389745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9194804-2C0A-0DC1-EAC3-4C5299234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761" y="3897456"/>
                <a:ext cx="6358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6E8B7A66-5988-D888-136E-FFE9FDDC60F8}"/>
              </a:ext>
            </a:extLst>
          </p:cNvPr>
          <p:cNvSpPr txBox="1"/>
          <p:nvPr/>
        </p:nvSpPr>
        <p:spPr>
          <a:xfrm>
            <a:off x="5857834" y="3832627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6795405-71B5-7038-5D56-F7D9D45CABEC}"/>
                  </a:ext>
                </a:extLst>
              </p:cNvPr>
              <p:cNvSpPr txBox="1"/>
              <p:nvPr/>
            </p:nvSpPr>
            <p:spPr>
              <a:xfrm>
                <a:off x="6566761" y="441698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6795405-71B5-7038-5D56-F7D9D45CAB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761" y="4416981"/>
                <a:ext cx="6358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5CE71772-E0FC-BF5E-6B6F-9A6F3AC25B70}"/>
              </a:ext>
            </a:extLst>
          </p:cNvPr>
          <p:cNvSpPr txBox="1"/>
          <p:nvPr/>
        </p:nvSpPr>
        <p:spPr>
          <a:xfrm>
            <a:off x="5857834" y="4352152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9929385-FFF8-987A-2CF7-0832EB132233}"/>
                  </a:ext>
                </a:extLst>
              </p:cNvPr>
              <p:cNvSpPr txBox="1"/>
              <p:nvPr/>
            </p:nvSpPr>
            <p:spPr>
              <a:xfrm>
                <a:off x="6575611" y="5826257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9929385-FFF8-987A-2CF7-0832EB1322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611" y="5826257"/>
                <a:ext cx="63584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EBCD0E3-8D4C-42E5-031A-BD70E4E013D3}"/>
              </a:ext>
            </a:extLst>
          </p:cNvPr>
          <p:cNvSpPr txBox="1"/>
          <p:nvPr/>
        </p:nvSpPr>
        <p:spPr>
          <a:xfrm>
            <a:off x="5866684" y="5761428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88F1F4-DAD2-CDAE-5251-4CF5DBBDD221}"/>
              </a:ext>
            </a:extLst>
          </p:cNvPr>
          <p:cNvSpPr txBox="1"/>
          <p:nvPr/>
        </p:nvSpPr>
        <p:spPr>
          <a:xfrm>
            <a:off x="259057" y="1241943"/>
            <a:ext cx="3222162" cy="203132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Ignore </a:t>
            </a:r>
            <a:r>
              <a:rPr lang="en-US" dirty="0" err="1"/>
              <a:t>softmax</a:t>
            </a:r>
            <a:r>
              <a:rPr lang="en-US" dirty="0"/>
              <a:t> for now</a:t>
            </a:r>
          </a:p>
          <a:p>
            <a:endParaRPr lang="en-US" dirty="0"/>
          </a:p>
          <a:p>
            <a:r>
              <a:rPr lang="en-US" dirty="0"/>
              <a:t>We can bring portion of V too to calculate the final output</a:t>
            </a:r>
          </a:p>
          <a:p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What rows/Columns of V will we load onto the shared memory?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74E6187-ADA4-20F5-E72D-7003BBC5026A}"/>
              </a:ext>
            </a:extLst>
          </p:cNvPr>
          <p:cNvSpPr/>
          <p:nvPr/>
        </p:nvSpPr>
        <p:spPr>
          <a:xfrm>
            <a:off x="560498" y="3837304"/>
            <a:ext cx="2915093" cy="24365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F97ABA7-ED31-D1D7-3582-60C7C9C1F679}"/>
              </a:ext>
            </a:extLst>
          </p:cNvPr>
          <p:cNvCxnSpPr/>
          <p:nvPr/>
        </p:nvCxnSpPr>
        <p:spPr>
          <a:xfrm>
            <a:off x="766063" y="5892855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8A45778-23FF-6D30-0285-5C1CF251D0F4}"/>
                  </a:ext>
                </a:extLst>
              </p:cNvPr>
              <p:cNvSpPr txBox="1"/>
              <p:nvPr/>
            </p:nvSpPr>
            <p:spPr>
              <a:xfrm>
                <a:off x="1725626" y="5571156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8A45778-23FF-6D30-0285-5C1CF251D0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626" y="5571156"/>
                <a:ext cx="428130" cy="338554"/>
              </a:xfrm>
              <a:prstGeom prst="rect">
                <a:avLst/>
              </a:prstGeom>
              <a:blipFill>
                <a:blip r:embed="rId7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EF16063E-6B32-8ADB-D592-8D1A972BD35B}"/>
              </a:ext>
            </a:extLst>
          </p:cNvPr>
          <p:cNvSpPr/>
          <p:nvPr/>
        </p:nvSpPr>
        <p:spPr>
          <a:xfrm>
            <a:off x="4271567" y="530813"/>
            <a:ext cx="2915093" cy="2436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61AA9AA-FD5B-79CD-E69D-C931D4349E1E}"/>
              </a:ext>
            </a:extLst>
          </p:cNvPr>
          <p:cNvCxnSpPr>
            <a:cxnSpLocks/>
          </p:cNvCxnSpPr>
          <p:nvPr/>
        </p:nvCxnSpPr>
        <p:spPr>
          <a:xfrm>
            <a:off x="4506368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1F4200E-4D2F-DA03-144D-666A5AB81E76}"/>
              </a:ext>
            </a:extLst>
          </p:cNvPr>
          <p:cNvCxnSpPr>
            <a:cxnSpLocks/>
          </p:cNvCxnSpPr>
          <p:nvPr/>
        </p:nvCxnSpPr>
        <p:spPr>
          <a:xfrm>
            <a:off x="4749145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2C2F5F2-964B-A370-1B69-029E89F8D194}"/>
              </a:ext>
            </a:extLst>
          </p:cNvPr>
          <p:cNvCxnSpPr>
            <a:cxnSpLocks/>
          </p:cNvCxnSpPr>
          <p:nvPr/>
        </p:nvCxnSpPr>
        <p:spPr>
          <a:xfrm>
            <a:off x="5007871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5DA246D-FA79-A33C-81FA-ED6A79F5CE72}"/>
              </a:ext>
            </a:extLst>
          </p:cNvPr>
          <p:cNvCxnSpPr>
            <a:cxnSpLocks/>
          </p:cNvCxnSpPr>
          <p:nvPr/>
        </p:nvCxnSpPr>
        <p:spPr>
          <a:xfrm>
            <a:off x="6335168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FCCF1F7-6910-C6AD-43E3-3CCBD842184E}"/>
              </a:ext>
            </a:extLst>
          </p:cNvPr>
          <p:cNvCxnSpPr>
            <a:cxnSpLocks/>
          </p:cNvCxnSpPr>
          <p:nvPr/>
        </p:nvCxnSpPr>
        <p:spPr>
          <a:xfrm>
            <a:off x="6615159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4516E1F-5442-7A22-3E29-CFAC46C3DD5D}"/>
              </a:ext>
            </a:extLst>
          </p:cNvPr>
          <p:cNvCxnSpPr>
            <a:cxnSpLocks/>
          </p:cNvCxnSpPr>
          <p:nvPr/>
        </p:nvCxnSpPr>
        <p:spPr>
          <a:xfrm>
            <a:off x="6905782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B40599D-02BC-E513-BE5A-7CC3BD66083D}"/>
                  </a:ext>
                </a:extLst>
              </p:cNvPr>
              <p:cNvSpPr txBox="1"/>
              <p:nvPr/>
            </p:nvSpPr>
            <p:spPr>
              <a:xfrm>
                <a:off x="4188320" y="1433822"/>
                <a:ext cx="43531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B40599D-02BC-E513-BE5A-7CC3BD6608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8320" y="1433822"/>
                <a:ext cx="435311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3501F9A-DBCB-187A-BA24-DEF45E2FC7B5}"/>
                  </a:ext>
                </a:extLst>
              </p:cNvPr>
              <p:cNvSpPr txBox="1"/>
              <p:nvPr/>
            </p:nvSpPr>
            <p:spPr>
              <a:xfrm>
                <a:off x="4421429" y="144690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3501F9A-DBCB-187A-BA24-DEF45E2FC7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1429" y="1446908"/>
                <a:ext cx="440056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60D38E7-5596-C3BF-A94D-2DEC31241B82}"/>
                  </a:ext>
                </a:extLst>
              </p:cNvPr>
              <p:cNvSpPr txBox="1"/>
              <p:nvPr/>
            </p:nvSpPr>
            <p:spPr>
              <a:xfrm>
                <a:off x="4688326" y="144690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60D38E7-5596-C3BF-A94D-2DEC31241B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326" y="1446908"/>
                <a:ext cx="440056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A1B5B7C-C05D-430C-3161-BDFB2D166064}"/>
                  </a:ext>
                </a:extLst>
              </p:cNvPr>
              <p:cNvSpPr txBox="1"/>
              <p:nvPr/>
            </p:nvSpPr>
            <p:spPr>
              <a:xfrm>
                <a:off x="6594046" y="1513032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A1B5B7C-C05D-430C-3161-BDFB2D1660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046" y="1513032"/>
                <a:ext cx="440056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 43">
            <a:extLst>
              <a:ext uri="{FF2B5EF4-FFF2-40B4-BE49-F238E27FC236}">
                <a16:creationId xmlns:a16="http://schemas.microsoft.com/office/drawing/2014/main" id="{F41627C7-59E3-0003-0764-E8A621F01472}"/>
              </a:ext>
            </a:extLst>
          </p:cNvPr>
          <p:cNvSpPr/>
          <p:nvPr/>
        </p:nvSpPr>
        <p:spPr>
          <a:xfrm>
            <a:off x="4298461" y="3838677"/>
            <a:ext cx="1478478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984A77D-1B87-18FF-D923-3CA69E970C49}"/>
                  </a:ext>
                </a:extLst>
              </p:cNvPr>
              <p:cNvSpPr txBox="1"/>
              <p:nvPr/>
            </p:nvSpPr>
            <p:spPr>
              <a:xfrm>
                <a:off x="4778294" y="3094546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984A77D-1B87-18FF-D923-3CA69E970C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8294" y="3094546"/>
                <a:ext cx="54980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2A5D960-4364-1462-C265-C6E8260B31B2}"/>
              </a:ext>
            </a:extLst>
          </p:cNvPr>
          <p:cNvCxnSpPr>
            <a:cxnSpLocks/>
          </p:cNvCxnSpPr>
          <p:nvPr/>
        </p:nvCxnSpPr>
        <p:spPr>
          <a:xfrm flipV="1">
            <a:off x="4183405" y="3795736"/>
            <a:ext cx="0" cy="118704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D05F8E8-1E85-FCC8-8481-ADB55684C824}"/>
              </a:ext>
            </a:extLst>
          </p:cNvPr>
          <p:cNvCxnSpPr>
            <a:cxnSpLocks/>
          </p:cNvCxnSpPr>
          <p:nvPr/>
        </p:nvCxnSpPr>
        <p:spPr>
          <a:xfrm flipH="1">
            <a:off x="4257028" y="3767018"/>
            <a:ext cx="156134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48C91A7-E24D-8F7E-A1DC-EDE195178C2E}"/>
                  </a:ext>
                </a:extLst>
              </p:cNvPr>
              <p:cNvSpPr txBox="1"/>
              <p:nvPr/>
            </p:nvSpPr>
            <p:spPr>
              <a:xfrm>
                <a:off x="3727216" y="4191871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48C91A7-E24D-8F7E-A1DC-EDE195178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7216" y="4191871"/>
                <a:ext cx="54980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D0AC7A4-FDAF-88DC-B9F2-1E3F54F2EDEF}"/>
                  </a:ext>
                </a:extLst>
              </p:cNvPr>
              <p:cNvSpPr txBox="1"/>
              <p:nvPr/>
            </p:nvSpPr>
            <p:spPr>
              <a:xfrm>
                <a:off x="325889" y="6434897"/>
                <a:ext cx="53125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Memory Needed: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D0AC7A4-FDAF-88DC-B9F2-1E3F54F2ED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889" y="6434897"/>
                <a:ext cx="5312543" cy="369332"/>
              </a:xfrm>
              <a:prstGeom prst="rect">
                <a:avLst/>
              </a:prstGeom>
              <a:blipFill>
                <a:blip r:embed="rId14"/>
                <a:stretch>
                  <a:fillRect l="-917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901BDE34-2BC2-4D55-3DB1-15F47B4F6FDB}"/>
              </a:ext>
            </a:extLst>
          </p:cNvPr>
          <p:cNvSpPr/>
          <p:nvPr/>
        </p:nvSpPr>
        <p:spPr>
          <a:xfrm>
            <a:off x="374334" y="3825955"/>
            <a:ext cx="3267450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8FA197C-D206-B39B-40AB-DCB987C22248}"/>
              </a:ext>
            </a:extLst>
          </p:cNvPr>
          <p:cNvCxnSpPr>
            <a:cxnSpLocks/>
          </p:cNvCxnSpPr>
          <p:nvPr/>
        </p:nvCxnSpPr>
        <p:spPr>
          <a:xfrm flipV="1">
            <a:off x="3745970" y="3824153"/>
            <a:ext cx="18344" cy="1115689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400EA5E6-DD55-AEAD-5636-F69CF9D9CBCD}"/>
              </a:ext>
            </a:extLst>
          </p:cNvPr>
          <p:cNvSpPr/>
          <p:nvPr/>
        </p:nvSpPr>
        <p:spPr>
          <a:xfrm>
            <a:off x="4199344" y="471473"/>
            <a:ext cx="1478478" cy="255141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8FD2B08-1F33-88FB-7567-33F17BCF5853}"/>
              </a:ext>
            </a:extLst>
          </p:cNvPr>
          <p:cNvCxnSpPr>
            <a:cxnSpLocks/>
          </p:cNvCxnSpPr>
          <p:nvPr/>
        </p:nvCxnSpPr>
        <p:spPr>
          <a:xfrm flipH="1">
            <a:off x="4170638" y="3094546"/>
            <a:ext cx="156134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80576BFA-AE21-C405-4E8F-E1CAFECBBCFD}"/>
              </a:ext>
            </a:extLst>
          </p:cNvPr>
          <p:cNvSpPr/>
          <p:nvPr/>
        </p:nvSpPr>
        <p:spPr>
          <a:xfrm>
            <a:off x="8060796" y="3897456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F2C7551-C00D-6DCD-FC22-42CC500C2C9D}"/>
                  </a:ext>
                </a:extLst>
              </p:cNvPr>
              <p:cNvSpPr txBox="1"/>
              <p:nvPr/>
            </p:nvSpPr>
            <p:spPr>
              <a:xfrm>
                <a:off x="9389242" y="3348013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F2C7551-C00D-6DCD-FC22-42CC500C2C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9242" y="3348013"/>
                <a:ext cx="487698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C33E28C-A62C-5F80-64C9-C60A374B0EC6}"/>
              </a:ext>
            </a:extLst>
          </p:cNvPr>
          <p:cNvCxnSpPr/>
          <p:nvPr/>
        </p:nvCxnSpPr>
        <p:spPr>
          <a:xfrm>
            <a:off x="8320613" y="4234817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87C7C64-80CB-90AD-7C13-DD9588231D48}"/>
              </a:ext>
            </a:extLst>
          </p:cNvPr>
          <p:cNvCxnSpPr/>
          <p:nvPr/>
        </p:nvCxnSpPr>
        <p:spPr>
          <a:xfrm>
            <a:off x="8320613" y="4477594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3571664-0C6C-7F2C-0CB9-6E1085FCF9C6}"/>
              </a:ext>
            </a:extLst>
          </p:cNvPr>
          <p:cNvCxnSpPr/>
          <p:nvPr/>
        </p:nvCxnSpPr>
        <p:spPr>
          <a:xfrm>
            <a:off x="8320613" y="4762901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93FED83-A063-305E-23C7-EF6E4D0316CC}"/>
              </a:ext>
            </a:extLst>
          </p:cNvPr>
          <p:cNvCxnSpPr/>
          <p:nvPr/>
        </p:nvCxnSpPr>
        <p:spPr>
          <a:xfrm>
            <a:off x="8320613" y="602285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782534C-291C-0467-B06A-8865FDDB1838}"/>
                  </a:ext>
                </a:extLst>
              </p:cNvPr>
              <p:cNvSpPr txBox="1"/>
              <p:nvPr/>
            </p:nvSpPr>
            <p:spPr>
              <a:xfrm>
                <a:off x="9280176" y="3890769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782534C-291C-0467-B06A-8865FDDB18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176" y="3890769"/>
                <a:ext cx="428130" cy="33855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E9782D9C-00A8-5DAE-2787-A78C6B61215C}"/>
                  </a:ext>
                </a:extLst>
              </p:cNvPr>
              <p:cNvSpPr txBox="1"/>
              <p:nvPr/>
            </p:nvSpPr>
            <p:spPr>
              <a:xfrm>
                <a:off x="9280176" y="4170634"/>
                <a:ext cx="43646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E9782D9C-00A8-5DAE-2787-A78C6B6121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176" y="4170634"/>
                <a:ext cx="436465" cy="3385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91E3D6C-5472-0B81-4A3E-322BA330B622}"/>
                  </a:ext>
                </a:extLst>
              </p:cNvPr>
              <p:cNvSpPr txBox="1"/>
              <p:nvPr/>
            </p:nvSpPr>
            <p:spPr>
              <a:xfrm>
                <a:off x="9277515" y="4431150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91E3D6C-5472-0B81-4A3E-322BA330B6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7515" y="4431150"/>
                <a:ext cx="432874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C2D9EF42-51B3-53D8-9BEC-53676EAB03F4}"/>
                  </a:ext>
                </a:extLst>
              </p:cNvPr>
              <p:cNvSpPr txBox="1"/>
              <p:nvPr/>
            </p:nvSpPr>
            <p:spPr>
              <a:xfrm>
                <a:off x="9301905" y="5730423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C2D9EF42-51B3-53D8-9BEC-53676EAB03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1905" y="5730423"/>
                <a:ext cx="432874" cy="3385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CFAC878-F6E9-3748-8D9A-A0E9E4CF6A14}"/>
              </a:ext>
            </a:extLst>
          </p:cNvPr>
          <p:cNvCxnSpPr>
            <a:cxnSpLocks/>
          </p:cNvCxnSpPr>
          <p:nvPr/>
        </p:nvCxnSpPr>
        <p:spPr>
          <a:xfrm>
            <a:off x="7932361" y="3897456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DC97766E-C704-9601-06A6-7972D1F7DC72}"/>
              </a:ext>
            </a:extLst>
          </p:cNvPr>
          <p:cNvCxnSpPr>
            <a:cxnSpLocks/>
          </p:cNvCxnSpPr>
          <p:nvPr/>
        </p:nvCxnSpPr>
        <p:spPr>
          <a:xfrm>
            <a:off x="8077066" y="3764638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A637DD7C-0488-EC9A-5E9F-7D515C102D92}"/>
              </a:ext>
            </a:extLst>
          </p:cNvPr>
          <p:cNvSpPr/>
          <p:nvPr/>
        </p:nvSpPr>
        <p:spPr>
          <a:xfrm>
            <a:off x="7956211" y="495375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8458FED-07AA-9D27-7BA6-58CA4C03EC1A}"/>
              </a:ext>
            </a:extLst>
          </p:cNvPr>
          <p:cNvCxnSpPr/>
          <p:nvPr/>
        </p:nvCxnSpPr>
        <p:spPr>
          <a:xfrm>
            <a:off x="8216028" y="832736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69F36FE-A3CF-80E8-4225-4FF922B36945}"/>
              </a:ext>
            </a:extLst>
          </p:cNvPr>
          <p:cNvCxnSpPr/>
          <p:nvPr/>
        </p:nvCxnSpPr>
        <p:spPr>
          <a:xfrm>
            <a:off x="8216028" y="1075513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6BB8599F-1DCD-34FA-C509-86CB786CB4D2}"/>
              </a:ext>
            </a:extLst>
          </p:cNvPr>
          <p:cNvCxnSpPr/>
          <p:nvPr/>
        </p:nvCxnSpPr>
        <p:spPr>
          <a:xfrm>
            <a:off x="8216028" y="136082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9BFFD10-4E56-42CB-BBC3-EA87D4748C05}"/>
              </a:ext>
            </a:extLst>
          </p:cNvPr>
          <p:cNvCxnSpPr/>
          <p:nvPr/>
        </p:nvCxnSpPr>
        <p:spPr>
          <a:xfrm>
            <a:off x="8216028" y="2620778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67BBEE04-EE6B-C65A-631D-C49D5604C468}"/>
              </a:ext>
            </a:extLst>
          </p:cNvPr>
          <p:cNvCxnSpPr>
            <a:cxnSpLocks/>
          </p:cNvCxnSpPr>
          <p:nvPr/>
        </p:nvCxnSpPr>
        <p:spPr>
          <a:xfrm>
            <a:off x="7827776" y="495375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DDB32CDA-BF70-D802-8D9A-2F5EB44AB591}"/>
                  </a:ext>
                </a:extLst>
              </p:cNvPr>
              <p:cNvSpPr txBox="1"/>
              <p:nvPr/>
            </p:nvSpPr>
            <p:spPr>
              <a:xfrm>
                <a:off x="9359872" y="6480067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DDB32CDA-BF70-D802-8D9A-2F5EB44AB5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9872" y="6480067"/>
                <a:ext cx="487698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5D9D672B-403B-2D12-B182-98C15F3DEDB2}"/>
              </a:ext>
            </a:extLst>
          </p:cNvPr>
          <p:cNvCxnSpPr>
            <a:cxnSpLocks/>
          </p:cNvCxnSpPr>
          <p:nvPr/>
        </p:nvCxnSpPr>
        <p:spPr>
          <a:xfrm>
            <a:off x="8060795" y="6492875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F35ED356-9B7C-E736-DCCA-627DA02E3471}"/>
                  </a:ext>
                </a:extLst>
              </p:cNvPr>
              <p:cNvSpPr txBox="1"/>
              <p:nvPr/>
            </p:nvSpPr>
            <p:spPr>
              <a:xfrm>
                <a:off x="7462035" y="156251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F35ED356-9B7C-E736-DCCA-627DA02E34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2035" y="1562514"/>
                <a:ext cx="365741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TextBox 79">
            <a:extLst>
              <a:ext uri="{FF2B5EF4-FFF2-40B4-BE49-F238E27FC236}">
                <a16:creationId xmlns:a16="http://schemas.microsoft.com/office/drawing/2014/main" id="{1048EFCF-3949-8717-A4E3-7E29FF2027C4}"/>
              </a:ext>
            </a:extLst>
          </p:cNvPr>
          <p:cNvSpPr txBox="1"/>
          <p:nvPr/>
        </p:nvSpPr>
        <p:spPr>
          <a:xfrm>
            <a:off x="7263785" y="5248756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X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0085A9B-8D1A-5A67-7072-7A4338E906F7}"/>
              </a:ext>
            </a:extLst>
          </p:cNvPr>
          <p:cNvSpPr txBox="1"/>
          <p:nvPr/>
        </p:nvSpPr>
        <p:spPr>
          <a:xfrm rot="16200000">
            <a:off x="9074852" y="3065432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=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E281391-9116-09A2-C9A1-999401A16D68}"/>
              </a:ext>
            </a:extLst>
          </p:cNvPr>
          <p:cNvSpPr/>
          <p:nvPr/>
        </p:nvSpPr>
        <p:spPr>
          <a:xfrm>
            <a:off x="7996469" y="3836442"/>
            <a:ext cx="3267450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43BDAAB9-376F-2267-C5E6-BE20122E4F90}"/>
                  </a:ext>
                </a:extLst>
              </p:cNvPr>
              <p:cNvSpPr txBox="1"/>
              <p:nvPr/>
            </p:nvSpPr>
            <p:spPr>
              <a:xfrm>
                <a:off x="11419051" y="4210922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43BDAAB9-376F-2267-C5E6-BE20122E4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9051" y="4210922"/>
                <a:ext cx="549801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43F7AD46-3F8F-E4D9-868E-F3A01D32DEB9}"/>
              </a:ext>
            </a:extLst>
          </p:cNvPr>
          <p:cNvCxnSpPr>
            <a:cxnSpLocks/>
          </p:cNvCxnSpPr>
          <p:nvPr/>
        </p:nvCxnSpPr>
        <p:spPr>
          <a:xfrm>
            <a:off x="11442188" y="3846914"/>
            <a:ext cx="0" cy="1080206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58B43C70-94AC-7073-9B2D-31D8DE409441}"/>
                  </a:ext>
                </a:extLst>
              </p:cNvPr>
              <p:cNvSpPr txBox="1"/>
              <p:nvPr/>
            </p:nvSpPr>
            <p:spPr>
              <a:xfrm>
                <a:off x="8052842" y="487380"/>
                <a:ext cx="273055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58B43C70-94AC-7073-9B2D-31D8DE4094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842" y="487380"/>
                <a:ext cx="2730555" cy="33855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99054FB0-6F34-1AD9-4F13-1C5F26871E50}"/>
                  </a:ext>
                </a:extLst>
              </p:cNvPr>
              <p:cNvSpPr txBox="1"/>
              <p:nvPr/>
            </p:nvSpPr>
            <p:spPr>
              <a:xfrm>
                <a:off x="8060795" y="751434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99054FB0-6F34-1AD9-4F13-1C5F26871E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5" y="751434"/>
                <a:ext cx="2740045" cy="33855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3D72A6EB-562A-652A-4866-F8A269DDDB85}"/>
                  </a:ext>
                </a:extLst>
              </p:cNvPr>
              <p:cNvSpPr txBox="1"/>
              <p:nvPr/>
            </p:nvSpPr>
            <p:spPr>
              <a:xfrm>
                <a:off x="8060795" y="1031068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31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3D72A6EB-562A-652A-4866-F8A269DDD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5" y="1031068"/>
                <a:ext cx="2740045" cy="33855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E3F24D83-AE0A-EC7C-C83E-2EC87A6D4DA0}"/>
                  </a:ext>
                </a:extLst>
              </p:cNvPr>
              <p:cNvSpPr txBox="1"/>
              <p:nvPr/>
            </p:nvSpPr>
            <p:spPr>
              <a:xfrm>
                <a:off x="8060794" y="2263984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E3F24D83-AE0A-EC7C-C83E-2EC87A6D4D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4" y="2263984"/>
                <a:ext cx="2740045" cy="33855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BC8957A2-02A1-E98D-B63D-E4EC44B5303B}"/>
              </a:ext>
            </a:extLst>
          </p:cNvPr>
          <p:cNvCxnSpPr/>
          <p:nvPr/>
        </p:nvCxnSpPr>
        <p:spPr>
          <a:xfrm>
            <a:off x="727832" y="4218932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4FE052D0-EE68-E903-9E57-85F0FCB1E2D6}"/>
              </a:ext>
            </a:extLst>
          </p:cNvPr>
          <p:cNvCxnSpPr/>
          <p:nvPr/>
        </p:nvCxnSpPr>
        <p:spPr>
          <a:xfrm>
            <a:off x="760361" y="4599131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255D2F75-5578-FFA4-8A39-C04B406AF2EF}"/>
                  </a:ext>
                </a:extLst>
              </p:cNvPr>
              <p:cNvSpPr txBox="1"/>
              <p:nvPr/>
            </p:nvSpPr>
            <p:spPr>
              <a:xfrm>
                <a:off x="1687395" y="3911972"/>
                <a:ext cx="42813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255D2F75-5578-FFA4-8A39-C04B406AF2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7395" y="3911972"/>
                <a:ext cx="428131" cy="338554"/>
              </a:xfrm>
              <a:prstGeom prst="rect">
                <a:avLst/>
              </a:prstGeom>
              <a:blipFill>
                <a:blip r:embed="rId27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72204C83-0B79-E125-0780-2A79F15657E3}"/>
                  </a:ext>
                </a:extLst>
              </p:cNvPr>
              <p:cNvSpPr txBox="1"/>
              <p:nvPr/>
            </p:nvSpPr>
            <p:spPr>
              <a:xfrm>
                <a:off x="1717263" y="4267380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72204C83-0B79-E125-0780-2A79F15657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7263" y="4267380"/>
                <a:ext cx="432874" cy="338554"/>
              </a:xfrm>
              <a:prstGeom prst="rect">
                <a:avLst/>
              </a:prstGeom>
              <a:blipFill>
                <a:blip r:embed="rId28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489BBF6B-8AFB-4E07-9793-2D23BB734612}"/>
                  </a:ext>
                </a:extLst>
              </p:cNvPr>
              <p:cNvSpPr txBox="1"/>
              <p:nvPr/>
            </p:nvSpPr>
            <p:spPr>
              <a:xfrm>
                <a:off x="4291483" y="3955805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489BBF6B-8AFB-4E07-9793-2D23BB734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1483" y="3955805"/>
                <a:ext cx="635841" cy="36933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C2D63E49-FB0D-53A0-F376-0C6B850C94BA}"/>
                  </a:ext>
                </a:extLst>
              </p:cNvPr>
              <p:cNvSpPr txBox="1"/>
              <p:nvPr/>
            </p:nvSpPr>
            <p:spPr>
              <a:xfrm>
                <a:off x="4759586" y="3969253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C2D63E49-FB0D-53A0-F376-0C6B850C94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9586" y="3969253"/>
                <a:ext cx="635841" cy="369332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9B1CA6C7-C432-EB92-FB92-3CAF3B8BA2F4}"/>
                  </a:ext>
                </a:extLst>
              </p:cNvPr>
              <p:cNvSpPr txBox="1"/>
              <p:nvPr/>
            </p:nvSpPr>
            <p:spPr>
              <a:xfrm>
                <a:off x="4291483" y="447533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9B1CA6C7-C432-EB92-FB92-3CAF3B8BA2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1483" y="4475330"/>
                <a:ext cx="635841" cy="3693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4D60A471-6297-E8B6-EF0F-2418652FC3A5}"/>
                  </a:ext>
                </a:extLst>
              </p:cNvPr>
              <p:cNvSpPr txBox="1"/>
              <p:nvPr/>
            </p:nvSpPr>
            <p:spPr>
              <a:xfrm>
                <a:off x="4759586" y="449257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4D60A471-6297-E8B6-EF0F-2418652FC3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9586" y="4492571"/>
                <a:ext cx="635841" cy="3693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D8C76D6E-26EA-81CE-E64F-36C195C92B68}"/>
                  </a:ext>
                </a:extLst>
              </p:cNvPr>
              <p:cNvSpPr txBox="1"/>
              <p:nvPr/>
            </p:nvSpPr>
            <p:spPr>
              <a:xfrm>
                <a:off x="4300333" y="588460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D8C76D6E-26EA-81CE-E64F-36C195C92B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0333" y="5884606"/>
                <a:ext cx="635841" cy="369332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52DE4485-0F73-8B44-5F06-E88D8E98EB8A}"/>
                  </a:ext>
                </a:extLst>
              </p:cNvPr>
              <p:cNvSpPr txBox="1"/>
              <p:nvPr/>
            </p:nvSpPr>
            <p:spPr>
              <a:xfrm>
                <a:off x="4759586" y="590119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52DE4485-0F73-8B44-5F06-E88D8E98EB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9586" y="5901190"/>
                <a:ext cx="635841" cy="36933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07601A60-305A-0409-5C6D-B46BDAF5A512}"/>
                  </a:ext>
                </a:extLst>
              </p:cNvPr>
              <p:cNvSpPr txBox="1"/>
              <p:nvPr/>
            </p:nvSpPr>
            <p:spPr>
              <a:xfrm>
                <a:off x="5227688" y="395570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07601A60-305A-0409-5C6D-B46BDAF5A5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7688" y="3955701"/>
                <a:ext cx="635841" cy="36933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4AA23539-A2FB-E7FD-5653-C7F635511C45}"/>
                  </a:ext>
                </a:extLst>
              </p:cNvPr>
              <p:cNvSpPr txBox="1"/>
              <p:nvPr/>
            </p:nvSpPr>
            <p:spPr>
              <a:xfrm>
                <a:off x="5249660" y="4509812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4AA23539-A2FB-E7FD-5653-C7F635511C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9660" y="4509812"/>
                <a:ext cx="635841" cy="369332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B4CEA1ED-A8DE-0DCF-A853-B98D251027BC}"/>
                  </a:ext>
                </a:extLst>
              </p:cNvPr>
              <p:cNvSpPr txBox="1"/>
              <p:nvPr/>
            </p:nvSpPr>
            <p:spPr>
              <a:xfrm>
                <a:off x="5266233" y="5908958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B4CEA1ED-A8DE-0DCF-A853-B98D251027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6233" y="5908958"/>
                <a:ext cx="635841" cy="3693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93010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133EC-5190-F38D-624D-38E36F204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BFF59-3620-8CB2-D00A-06EDED9E8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FlashAttention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C293FF-6DE6-22F4-966B-36188BA801E3}"/>
              </a:ext>
            </a:extLst>
          </p:cNvPr>
          <p:cNvSpPr/>
          <p:nvPr/>
        </p:nvSpPr>
        <p:spPr>
          <a:xfrm>
            <a:off x="4376443" y="3832627"/>
            <a:ext cx="2915093" cy="2436553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950A00-B9EE-BFF4-A7BF-7B510EFE1D6D}"/>
                  </a:ext>
                </a:extLst>
              </p:cNvPr>
              <p:cNvSpPr txBox="1"/>
              <p:nvPr/>
            </p:nvSpPr>
            <p:spPr>
              <a:xfrm>
                <a:off x="7480263" y="4845625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950A00-B9EE-BFF4-A7BF-7B510EFE1D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0263" y="4845625"/>
                <a:ext cx="3657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FDBE470-48EB-4811-6FC4-183A7D2ED685}"/>
                  </a:ext>
                </a:extLst>
              </p:cNvPr>
              <p:cNvSpPr txBox="1"/>
              <p:nvPr/>
            </p:nvSpPr>
            <p:spPr>
              <a:xfrm>
                <a:off x="5701304" y="656921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FDBE470-48EB-4811-6FC4-183A7D2ED6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304" y="6569214"/>
                <a:ext cx="3657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CF23C13-5952-CCBC-050C-55BD474D1F28}"/>
              </a:ext>
            </a:extLst>
          </p:cNvPr>
          <p:cNvCxnSpPr>
            <a:cxnSpLocks/>
          </p:cNvCxnSpPr>
          <p:nvPr/>
        </p:nvCxnSpPr>
        <p:spPr>
          <a:xfrm flipH="1">
            <a:off x="4376443" y="6452410"/>
            <a:ext cx="291509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08557D9-9C76-81AC-181D-0957B58C48F0}"/>
              </a:ext>
            </a:extLst>
          </p:cNvPr>
          <p:cNvCxnSpPr>
            <a:cxnSpLocks/>
          </p:cNvCxnSpPr>
          <p:nvPr/>
        </p:nvCxnSpPr>
        <p:spPr>
          <a:xfrm>
            <a:off x="7480263" y="3845153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C1ABCBB-F210-3C1A-E00B-3BC6B6CE7F3D}"/>
                  </a:ext>
                </a:extLst>
              </p:cNvPr>
              <p:cNvSpPr txBox="1"/>
              <p:nvPr/>
            </p:nvSpPr>
            <p:spPr>
              <a:xfrm>
                <a:off x="6566761" y="389745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C1ABCBB-F210-3C1A-E00B-3BC6B6CE7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761" y="3897456"/>
                <a:ext cx="6358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F2952593-F295-C362-6F69-225F1FD4BFC8}"/>
              </a:ext>
            </a:extLst>
          </p:cNvPr>
          <p:cNvSpPr txBox="1"/>
          <p:nvPr/>
        </p:nvSpPr>
        <p:spPr>
          <a:xfrm>
            <a:off x="5857834" y="3832627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D499337-2F87-E52B-8885-A183A363C4C7}"/>
                  </a:ext>
                </a:extLst>
              </p:cNvPr>
              <p:cNvSpPr txBox="1"/>
              <p:nvPr/>
            </p:nvSpPr>
            <p:spPr>
              <a:xfrm>
                <a:off x="6566761" y="441698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D499337-2F87-E52B-8885-A183A363C4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761" y="4416981"/>
                <a:ext cx="6358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710F3AE0-C78B-A602-4E7B-2D16D589FE74}"/>
              </a:ext>
            </a:extLst>
          </p:cNvPr>
          <p:cNvSpPr txBox="1"/>
          <p:nvPr/>
        </p:nvSpPr>
        <p:spPr>
          <a:xfrm>
            <a:off x="5857834" y="4352152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12F2D5A-B480-7154-0C23-63146CC6155B}"/>
                  </a:ext>
                </a:extLst>
              </p:cNvPr>
              <p:cNvSpPr txBox="1"/>
              <p:nvPr/>
            </p:nvSpPr>
            <p:spPr>
              <a:xfrm>
                <a:off x="6575611" y="5826257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12F2D5A-B480-7154-0C23-63146CC615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611" y="5826257"/>
                <a:ext cx="63584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B3AF5B64-F938-C2DF-B0DD-BACB3332188C}"/>
              </a:ext>
            </a:extLst>
          </p:cNvPr>
          <p:cNvSpPr txBox="1"/>
          <p:nvPr/>
        </p:nvSpPr>
        <p:spPr>
          <a:xfrm>
            <a:off x="5866684" y="5761428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CD9C04-D843-7A32-2C5F-155D20DD9329}"/>
              </a:ext>
            </a:extLst>
          </p:cNvPr>
          <p:cNvSpPr txBox="1"/>
          <p:nvPr/>
        </p:nvSpPr>
        <p:spPr>
          <a:xfrm>
            <a:off x="259057" y="1241943"/>
            <a:ext cx="3222162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Ignore </a:t>
            </a:r>
            <a:r>
              <a:rPr lang="en-US" dirty="0" err="1"/>
              <a:t>softmax</a:t>
            </a:r>
            <a:r>
              <a:rPr lang="en-US" dirty="0"/>
              <a:t> for now</a:t>
            </a:r>
          </a:p>
          <a:p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What rows/Columns of O will this produce (that will again be temporarily stored in the shared memory)?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F2C4E4F-2FF2-EC5A-6AAC-E49DB7FA91DA}"/>
              </a:ext>
            </a:extLst>
          </p:cNvPr>
          <p:cNvSpPr/>
          <p:nvPr/>
        </p:nvSpPr>
        <p:spPr>
          <a:xfrm>
            <a:off x="560498" y="3837304"/>
            <a:ext cx="2915093" cy="24365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DB4CEC0-D5BF-494C-48F2-F5760F0CD46C}"/>
              </a:ext>
            </a:extLst>
          </p:cNvPr>
          <p:cNvCxnSpPr/>
          <p:nvPr/>
        </p:nvCxnSpPr>
        <p:spPr>
          <a:xfrm>
            <a:off x="766063" y="5892855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3A4A31B-6F13-7820-7B3A-D43E276CB05B}"/>
                  </a:ext>
                </a:extLst>
              </p:cNvPr>
              <p:cNvSpPr txBox="1"/>
              <p:nvPr/>
            </p:nvSpPr>
            <p:spPr>
              <a:xfrm>
                <a:off x="1725626" y="5571156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3A4A31B-6F13-7820-7B3A-D43E276CB0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626" y="5571156"/>
                <a:ext cx="428130" cy="338554"/>
              </a:xfrm>
              <a:prstGeom prst="rect">
                <a:avLst/>
              </a:prstGeom>
              <a:blipFill>
                <a:blip r:embed="rId7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FA316AC8-FD3C-71C8-E303-CD2749DE2E5D}"/>
              </a:ext>
            </a:extLst>
          </p:cNvPr>
          <p:cNvSpPr/>
          <p:nvPr/>
        </p:nvSpPr>
        <p:spPr>
          <a:xfrm>
            <a:off x="4271567" y="530813"/>
            <a:ext cx="2915093" cy="2436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D536410-0117-F39B-1167-5CFF820EBA5C}"/>
              </a:ext>
            </a:extLst>
          </p:cNvPr>
          <p:cNvCxnSpPr>
            <a:cxnSpLocks/>
          </p:cNvCxnSpPr>
          <p:nvPr/>
        </p:nvCxnSpPr>
        <p:spPr>
          <a:xfrm>
            <a:off x="4506368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4DADBD2-42E6-FA00-F051-CA4A35A2B605}"/>
              </a:ext>
            </a:extLst>
          </p:cNvPr>
          <p:cNvCxnSpPr>
            <a:cxnSpLocks/>
          </p:cNvCxnSpPr>
          <p:nvPr/>
        </p:nvCxnSpPr>
        <p:spPr>
          <a:xfrm>
            <a:off x="4749145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8BB4118-F1A8-58A0-4581-30FC45E3AA9A}"/>
              </a:ext>
            </a:extLst>
          </p:cNvPr>
          <p:cNvCxnSpPr>
            <a:cxnSpLocks/>
          </p:cNvCxnSpPr>
          <p:nvPr/>
        </p:nvCxnSpPr>
        <p:spPr>
          <a:xfrm>
            <a:off x="5007871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9290F9A-75B6-7513-0A9E-CC1750B536AD}"/>
              </a:ext>
            </a:extLst>
          </p:cNvPr>
          <p:cNvCxnSpPr>
            <a:cxnSpLocks/>
          </p:cNvCxnSpPr>
          <p:nvPr/>
        </p:nvCxnSpPr>
        <p:spPr>
          <a:xfrm>
            <a:off x="6335168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9EEB9CD-A680-4E6B-1600-9BD7C430B02B}"/>
              </a:ext>
            </a:extLst>
          </p:cNvPr>
          <p:cNvCxnSpPr>
            <a:cxnSpLocks/>
          </p:cNvCxnSpPr>
          <p:nvPr/>
        </p:nvCxnSpPr>
        <p:spPr>
          <a:xfrm>
            <a:off x="6615159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C9AB8C8-C440-906A-3A6E-78025B758429}"/>
              </a:ext>
            </a:extLst>
          </p:cNvPr>
          <p:cNvCxnSpPr>
            <a:cxnSpLocks/>
          </p:cNvCxnSpPr>
          <p:nvPr/>
        </p:nvCxnSpPr>
        <p:spPr>
          <a:xfrm>
            <a:off x="6905782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FF2CA58-0DFF-2F75-7EAD-DDF2617E8E08}"/>
                  </a:ext>
                </a:extLst>
              </p:cNvPr>
              <p:cNvSpPr txBox="1"/>
              <p:nvPr/>
            </p:nvSpPr>
            <p:spPr>
              <a:xfrm>
                <a:off x="4188320" y="1433822"/>
                <a:ext cx="43531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FF2CA58-0DFF-2F75-7EAD-DDF2617E8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8320" y="1433822"/>
                <a:ext cx="435311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736D256-099A-3BE1-F854-C7A0C833642E}"/>
                  </a:ext>
                </a:extLst>
              </p:cNvPr>
              <p:cNvSpPr txBox="1"/>
              <p:nvPr/>
            </p:nvSpPr>
            <p:spPr>
              <a:xfrm>
                <a:off x="4421429" y="144690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736D256-099A-3BE1-F854-C7A0C83364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1429" y="1446908"/>
                <a:ext cx="440056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47A134E-B0B6-0A1D-21B0-12B7742C6D9F}"/>
                  </a:ext>
                </a:extLst>
              </p:cNvPr>
              <p:cNvSpPr txBox="1"/>
              <p:nvPr/>
            </p:nvSpPr>
            <p:spPr>
              <a:xfrm>
                <a:off x="4688326" y="144690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47A134E-B0B6-0A1D-21B0-12B7742C6D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326" y="1446908"/>
                <a:ext cx="440056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61DAC47-743B-E87E-5437-4396D3E1AC35}"/>
                  </a:ext>
                </a:extLst>
              </p:cNvPr>
              <p:cNvSpPr txBox="1"/>
              <p:nvPr/>
            </p:nvSpPr>
            <p:spPr>
              <a:xfrm>
                <a:off x="6594046" y="1513032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61DAC47-743B-E87E-5437-4396D3E1AC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046" y="1513032"/>
                <a:ext cx="440056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 43">
            <a:extLst>
              <a:ext uri="{FF2B5EF4-FFF2-40B4-BE49-F238E27FC236}">
                <a16:creationId xmlns:a16="http://schemas.microsoft.com/office/drawing/2014/main" id="{07B0683D-C1A6-9D70-79F2-EA848C27D730}"/>
              </a:ext>
            </a:extLst>
          </p:cNvPr>
          <p:cNvSpPr/>
          <p:nvPr/>
        </p:nvSpPr>
        <p:spPr>
          <a:xfrm>
            <a:off x="4298461" y="3838677"/>
            <a:ext cx="1478478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560EBE3-6178-014A-C6C1-AF2D4DAEA6D0}"/>
                  </a:ext>
                </a:extLst>
              </p:cNvPr>
              <p:cNvSpPr txBox="1"/>
              <p:nvPr/>
            </p:nvSpPr>
            <p:spPr>
              <a:xfrm>
                <a:off x="4778294" y="3094546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560EBE3-6178-014A-C6C1-AF2D4DAEA6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8294" y="3094546"/>
                <a:ext cx="54980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BDE30F4-12DB-EC19-CB8B-1752C7283C78}"/>
              </a:ext>
            </a:extLst>
          </p:cNvPr>
          <p:cNvCxnSpPr>
            <a:cxnSpLocks/>
          </p:cNvCxnSpPr>
          <p:nvPr/>
        </p:nvCxnSpPr>
        <p:spPr>
          <a:xfrm flipV="1">
            <a:off x="4183405" y="3795736"/>
            <a:ext cx="0" cy="118704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22B8C26-42CC-38BF-6610-D4D0CF32D438}"/>
              </a:ext>
            </a:extLst>
          </p:cNvPr>
          <p:cNvCxnSpPr>
            <a:cxnSpLocks/>
          </p:cNvCxnSpPr>
          <p:nvPr/>
        </p:nvCxnSpPr>
        <p:spPr>
          <a:xfrm flipH="1">
            <a:off x="4257028" y="3767018"/>
            <a:ext cx="156134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79BBBB9-C031-7421-5EE2-ED615E8F82A7}"/>
                  </a:ext>
                </a:extLst>
              </p:cNvPr>
              <p:cNvSpPr txBox="1"/>
              <p:nvPr/>
            </p:nvSpPr>
            <p:spPr>
              <a:xfrm>
                <a:off x="3727216" y="4191871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79BBBB9-C031-7421-5EE2-ED615E8F82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7216" y="4191871"/>
                <a:ext cx="54980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E0D7993-1348-AC23-39F0-005BDEEB0493}"/>
                  </a:ext>
                </a:extLst>
              </p:cNvPr>
              <p:cNvSpPr txBox="1"/>
              <p:nvPr/>
            </p:nvSpPr>
            <p:spPr>
              <a:xfrm>
                <a:off x="325889" y="6434897"/>
                <a:ext cx="53125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Memory Needed: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E0D7993-1348-AC23-39F0-005BDEEB04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889" y="6434897"/>
                <a:ext cx="5312543" cy="369332"/>
              </a:xfrm>
              <a:prstGeom prst="rect">
                <a:avLst/>
              </a:prstGeom>
              <a:blipFill>
                <a:blip r:embed="rId14"/>
                <a:stretch>
                  <a:fillRect l="-917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589B9E05-39A6-2B64-477C-96F1AC970FE5}"/>
              </a:ext>
            </a:extLst>
          </p:cNvPr>
          <p:cNvSpPr/>
          <p:nvPr/>
        </p:nvSpPr>
        <p:spPr>
          <a:xfrm>
            <a:off x="374334" y="3825955"/>
            <a:ext cx="3267450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329A525-D11F-FE82-87A4-51879A133233}"/>
              </a:ext>
            </a:extLst>
          </p:cNvPr>
          <p:cNvCxnSpPr>
            <a:cxnSpLocks/>
          </p:cNvCxnSpPr>
          <p:nvPr/>
        </p:nvCxnSpPr>
        <p:spPr>
          <a:xfrm flipV="1">
            <a:off x="3745970" y="3824153"/>
            <a:ext cx="18344" cy="1115689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EECE77F4-3162-A57A-C2AB-67D08937CD5A}"/>
              </a:ext>
            </a:extLst>
          </p:cNvPr>
          <p:cNvSpPr/>
          <p:nvPr/>
        </p:nvSpPr>
        <p:spPr>
          <a:xfrm>
            <a:off x="4199344" y="471473"/>
            <a:ext cx="1478478" cy="255141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F53BD67-819C-0516-710A-7761A16F6558}"/>
              </a:ext>
            </a:extLst>
          </p:cNvPr>
          <p:cNvCxnSpPr>
            <a:cxnSpLocks/>
          </p:cNvCxnSpPr>
          <p:nvPr/>
        </p:nvCxnSpPr>
        <p:spPr>
          <a:xfrm flipH="1">
            <a:off x="4170638" y="3094546"/>
            <a:ext cx="156134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AC1A07A6-40A4-342B-0B31-97AFFA6D9716}"/>
              </a:ext>
            </a:extLst>
          </p:cNvPr>
          <p:cNvSpPr/>
          <p:nvPr/>
        </p:nvSpPr>
        <p:spPr>
          <a:xfrm>
            <a:off x="8060796" y="3897456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D969E09-D178-0E23-0CF2-CAF22B5367FF}"/>
                  </a:ext>
                </a:extLst>
              </p:cNvPr>
              <p:cNvSpPr txBox="1"/>
              <p:nvPr/>
            </p:nvSpPr>
            <p:spPr>
              <a:xfrm>
                <a:off x="9389242" y="3348013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D969E09-D178-0E23-0CF2-CAF22B5367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9242" y="3348013"/>
                <a:ext cx="487698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062F0C7-78D5-D278-4E64-428A591A4376}"/>
              </a:ext>
            </a:extLst>
          </p:cNvPr>
          <p:cNvCxnSpPr/>
          <p:nvPr/>
        </p:nvCxnSpPr>
        <p:spPr>
          <a:xfrm>
            <a:off x="8320613" y="4234817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FA15F41-32AE-E0D9-3065-CC6DA478B7D7}"/>
              </a:ext>
            </a:extLst>
          </p:cNvPr>
          <p:cNvCxnSpPr/>
          <p:nvPr/>
        </p:nvCxnSpPr>
        <p:spPr>
          <a:xfrm>
            <a:off x="8320613" y="4477594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6210BF59-E02D-531E-309A-53FDD51ADBCA}"/>
              </a:ext>
            </a:extLst>
          </p:cNvPr>
          <p:cNvCxnSpPr/>
          <p:nvPr/>
        </p:nvCxnSpPr>
        <p:spPr>
          <a:xfrm>
            <a:off x="8320613" y="4762901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F21FB61-6A87-C942-C0AB-D6264889254E}"/>
              </a:ext>
            </a:extLst>
          </p:cNvPr>
          <p:cNvCxnSpPr/>
          <p:nvPr/>
        </p:nvCxnSpPr>
        <p:spPr>
          <a:xfrm>
            <a:off x="8320613" y="602285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2725A2E-7A67-F6B1-2857-49737B095461}"/>
                  </a:ext>
                </a:extLst>
              </p:cNvPr>
              <p:cNvSpPr txBox="1"/>
              <p:nvPr/>
            </p:nvSpPr>
            <p:spPr>
              <a:xfrm>
                <a:off x="9280176" y="3890769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2725A2E-7A67-F6B1-2857-49737B095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176" y="3890769"/>
                <a:ext cx="428130" cy="33855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EED4CD2-4071-B867-4F10-780261642034}"/>
                  </a:ext>
                </a:extLst>
              </p:cNvPr>
              <p:cNvSpPr txBox="1"/>
              <p:nvPr/>
            </p:nvSpPr>
            <p:spPr>
              <a:xfrm>
                <a:off x="9280176" y="4170634"/>
                <a:ext cx="43646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EED4CD2-4071-B867-4F10-7802616420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176" y="4170634"/>
                <a:ext cx="436465" cy="3385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5088F99-FDDF-2F40-204F-DD13D97087DA}"/>
                  </a:ext>
                </a:extLst>
              </p:cNvPr>
              <p:cNvSpPr txBox="1"/>
              <p:nvPr/>
            </p:nvSpPr>
            <p:spPr>
              <a:xfrm>
                <a:off x="9277515" y="4431150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5088F99-FDDF-2F40-204F-DD13D9708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7515" y="4431150"/>
                <a:ext cx="432874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EA2F7C9A-75B3-16C3-5486-58EED74A52DC}"/>
                  </a:ext>
                </a:extLst>
              </p:cNvPr>
              <p:cNvSpPr txBox="1"/>
              <p:nvPr/>
            </p:nvSpPr>
            <p:spPr>
              <a:xfrm>
                <a:off x="9301905" y="5730423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EA2F7C9A-75B3-16C3-5486-58EED74A5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1905" y="5730423"/>
                <a:ext cx="432874" cy="3385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2F4D169-C6ED-929A-E9DC-82017A517F76}"/>
              </a:ext>
            </a:extLst>
          </p:cNvPr>
          <p:cNvCxnSpPr>
            <a:cxnSpLocks/>
          </p:cNvCxnSpPr>
          <p:nvPr/>
        </p:nvCxnSpPr>
        <p:spPr>
          <a:xfrm>
            <a:off x="7932361" y="3897456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5FF03E0A-D5A7-C12C-7681-57B3E120F53B}"/>
              </a:ext>
            </a:extLst>
          </p:cNvPr>
          <p:cNvCxnSpPr>
            <a:cxnSpLocks/>
          </p:cNvCxnSpPr>
          <p:nvPr/>
        </p:nvCxnSpPr>
        <p:spPr>
          <a:xfrm>
            <a:off x="8077066" y="3764638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45844579-DA03-1821-8ACD-1C3BB6289EC0}"/>
              </a:ext>
            </a:extLst>
          </p:cNvPr>
          <p:cNvSpPr/>
          <p:nvPr/>
        </p:nvSpPr>
        <p:spPr>
          <a:xfrm>
            <a:off x="7956211" y="495375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A9BACCB5-0907-03F1-85BD-AC0C2CC56216}"/>
              </a:ext>
            </a:extLst>
          </p:cNvPr>
          <p:cNvCxnSpPr/>
          <p:nvPr/>
        </p:nvCxnSpPr>
        <p:spPr>
          <a:xfrm>
            <a:off x="8216028" y="832736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FF749B29-9447-09C7-3140-DB99A37D1528}"/>
              </a:ext>
            </a:extLst>
          </p:cNvPr>
          <p:cNvCxnSpPr/>
          <p:nvPr/>
        </p:nvCxnSpPr>
        <p:spPr>
          <a:xfrm>
            <a:off x="8216028" y="1075513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AF788F8B-2BAA-72A5-E9FF-FABECFBE1F72}"/>
              </a:ext>
            </a:extLst>
          </p:cNvPr>
          <p:cNvCxnSpPr/>
          <p:nvPr/>
        </p:nvCxnSpPr>
        <p:spPr>
          <a:xfrm>
            <a:off x="8216028" y="136082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69DA5711-F6AD-A090-79B3-834DC6F6CCB1}"/>
              </a:ext>
            </a:extLst>
          </p:cNvPr>
          <p:cNvCxnSpPr/>
          <p:nvPr/>
        </p:nvCxnSpPr>
        <p:spPr>
          <a:xfrm>
            <a:off x="8216028" y="2620778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62934181-21A1-49A4-F070-3DC347626C30}"/>
              </a:ext>
            </a:extLst>
          </p:cNvPr>
          <p:cNvCxnSpPr>
            <a:cxnSpLocks/>
          </p:cNvCxnSpPr>
          <p:nvPr/>
        </p:nvCxnSpPr>
        <p:spPr>
          <a:xfrm>
            <a:off x="7827776" y="495375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4BB7393F-D7A2-F584-5F0A-FFC9B231F34A}"/>
                  </a:ext>
                </a:extLst>
              </p:cNvPr>
              <p:cNvSpPr txBox="1"/>
              <p:nvPr/>
            </p:nvSpPr>
            <p:spPr>
              <a:xfrm>
                <a:off x="9359872" y="6480067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4BB7393F-D7A2-F584-5F0A-FFC9B231F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9872" y="6480067"/>
                <a:ext cx="487698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CBD17FE7-2544-1245-2260-C6A589608E63}"/>
              </a:ext>
            </a:extLst>
          </p:cNvPr>
          <p:cNvCxnSpPr>
            <a:cxnSpLocks/>
          </p:cNvCxnSpPr>
          <p:nvPr/>
        </p:nvCxnSpPr>
        <p:spPr>
          <a:xfrm>
            <a:off x="8060795" y="6492875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77CA767-9D2B-2F11-FF5A-A26E143E9544}"/>
                  </a:ext>
                </a:extLst>
              </p:cNvPr>
              <p:cNvSpPr txBox="1"/>
              <p:nvPr/>
            </p:nvSpPr>
            <p:spPr>
              <a:xfrm>
                <a:off x="7462035" y="156251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77CA767-9D2B-2F11-FF5A-A26E143E95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2035" y="1562514"/>
                <a:ext cx="365741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TextBox 79">
            <a:extLst>
              <a:ext uri="{FF2B5EF4-FFF2-40B4-BE49-F238E27FC236}">
                <a16:creationId xmlns:a16="http://schemas.microsoft.com/office/drawing/2014/main" id="{D5A60ECD-5198-D2BA-853E-D46838ECE36D}"/>
              </a:ext>
            </a:extLst>
          </p:cNvPr>
          <p:cNvSpPr txBox="1"/>
          <p:nvPr/>
        </p:nvSpPr>
        <p:spPr>
          <a:xfrm>
            <a:off x="7263785" y="5248756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X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94066F0-08F1-86B5-5CDD-AB98DEEB6C22}"/>
              </a:ext>
            </a:extLst>
          </p:cNvPr>
          <p:cNvSpPr txBox="1"/>
          <p:nvPr/>
        </p:nvSpPr>
        <p:spPr>
          <a:xfrm rot="16200000">
            <a:off x="9074852" y="3065432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=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1203C4C-E18B-2BD5-54E3-754A7BF6287F}"/>
              </a:ext>
            </a:extLst>
          </p:cNvPr>
          <p:cNvSpPr/>
          <p:nvPr/>
        </p:nvSpPr>
        <p:spPr>
          <a:xfrm>
            <a:off x="7996469" y="3836442"/>
            <a:ext cx="3267450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173CCC07-6D64-D205-4D08-9FF401671838}"/>
                  </a:ext>
                </a:extLst>
              </p:cNvPr>
              <p:cNvSpPr txBox="1"/>
              <p:nvPr/>
            </p:nvSpPr>
            <p:spPr>
              <a:xfrm>
                <a:off x="11419051" y="4210922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173CCC07-6D64-D205-4D08-9FF4016718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9051" y="4210922"/>
                <a:ext cx="549801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021045A-161D-4350-9D23-94972A61D1AC}"/>
              </a:ext>
            </a:extLst>
          </p:cNvPr>
          <p:cNvCxnSpPr>
            <a:cxnSpLocks/>
          </p:cNvCxnSpPr>
          <p:nvPr/>
        </p:nvCxnSpPr>
        <p:spPr>
          <a:xfrm>
            <a:off x="11442188" y="3846914"/>
            <a:ext cx="0" cy="1080206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78706391-908A-B1CC-F416-B6A03BF4C605}"/>
                  </a:ext>
                </a:extLst>
              </p:cNvPr>
              <p:cNvSpPr txBox="1"/>
              <p:nvPr/>
            </p:nvSpPr>
            <p:spPr>
              <a:xfrm>
                <a:off x="8052842" y="487380"/>
                <a:ext cx="273055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78706391-908A-B1CC-F416-B6A03BF4C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842" y="487380"/>
                <a:ext cx="2730555" cy="33855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4690102C-27E0-DE0F-E67F-E7CD9730B080}"/>
                  </a:ext>
                </a:extLst>
              </p:cNvPr>
              <p:cNvSpPr txBox="1"/>
              <p:nvPr/>
            </p:nvSpPr>
            <p:spPr>
              <a:xfrm>
                <a:off x="8060795" y="751434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4690102C-27E0-DE0F-E67F-E7CD9730B0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5" y="751434"/>
                <a:ext cx="2740045" cy="33855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5312AA3B-ABA7-FBD8-956F-63E0BACFF4E8}"/>
                  </a:ext>
                </a:extLst>
              </p:cNvPr>
              <p:cNvSpPr txBox="1"/>
              <p:nvPr/>
            </p:nvSpPr>
            <p:spPr>
              <a:xfrm>
                <a:off x="8060795" y="1031068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31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5312AA3B-ABA7-FBD8-956F-63E0BACFF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5" y="1031068"/>
                <a:ext cx="2740045" cy="33855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1E44B205-2878-3865-CB80-D0C6C31FDDFC}"/>
                  </a:ext>
                </a:extLst>
              </p:cNvPr>
              <p:cNvSpPr txBox="1"/>
              <p:nvPr/>
            </p:nvSpPr>
            <p:spPr>
              <a:xfrm>
                <a:off x="8060794" y="2263984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1E44B205-2878-3865-CB80-D0C6C31FD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4" y="2263984"/>
                <a:ext cx="2740045" cy="33855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1F4FF201-BF8F-2EB0-22F6-94AAB30D2122}"/>
              </a:ext>
            </a:extLst>
          </p:cNvPr>
          <p:cNvCxnSpPr/>
          <p:nvPr/>
        </p:nvCxnSpPr>
        <p:spPr>
          <a:xfrm>
            <a:off x="721279" y="4197415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5957952A-FABA-7CAB-E62F-3B08465AC3D0}"/>
              </a:ext>
            </a:extLst>
          </p:cNvPr>
          <p:cNvCxnSpPr/>
          <p:nvPr/>
        </p:nvCxnSpPr>
        <p:spPr>
          <a:xfrm>
            <a:off x="753808" y="4577614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755D471-35EA-A7E6-4979-98DC8D9616A3}"/>
                  </a:ext>
                </a:extLst>
              </p:cNvPr>
              <p:cNvSpPr txBox="1"/>
              <p:nvPr/>
            </p:nvSpPr>
            <p:spPr>
              <a:xfrm>
                <a:off x="1680842" y="3890455"/>
                <a:ext cx="42813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755D471-35EA-A7E6-4979-98DC8D9616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0842" y="3890455"/>
                <a:ext cx="428131" cy="338554"/>
              </a:xfrm>
              <a:prstGeom prst="rect">
                <a:avLst/>
              </a:prstGeom>
              <a:blipFill>
                <a:blip r:embed="rId27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DFA51578-AF93-27F0-661A-B0F6BABBFA49}"/>
                  </a:ext>
                </a:extLst>
              </p:cNvPr>
              <p:cNvSpPr txBox="1"/>
              <p:nvPr/>
            </p:nvSpPr>
            <p:spPr>
              <a:xfrm>
                <a:off x="1710710" y="4245863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DFA51578-AF93-27F0-661A-B0F6BABBFA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0710" y="4245863"/>
                <a:ext cx="432874" cy="338554"/>
              </a:xfrm>
              <a:prstGeom prst="rect">
                <a:avLst/>
              </a:prstGeom>
              <a:blipFill>
                <a:blip r:embed="rId28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6E5A201A-FC97-3F65-2393-E32D2216522C}"/>
                  </a:ext>
                </a:extLst>
              </p:cNvPr>
              <p:cNvSpPr txBox="1"/>
              <p:nvPr/>
            </p:nvSpPr>
            <p:spPr>
              <a:xfrm>
                <a:off x="4298264" y="390226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6E5A201A-FC97-3F65-2393-E32D221652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8264" y="3902260"/>
                <a:ext cx="635841" cy="36933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4E0B805B-7E5A-5D17-54F3-95ED8ECAD78F}"/>
                  </a:ext>
                </a:extLst>
              </p:cNvPr>
              <p:cNvSpPr txBox="1"/>
              <p:nvPr/>
            </p:nvSpPr>
            <p:spPr>
              <a:xfrm>
                <a:off x="4766367" y="3915708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4E0B805B-7E5A-5D17-54F3-95ED8ECAD7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6367" y="3915708"/>
                <a:ext cx="635841" cy="369332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FDD26A49-F990-F914-381C-0688EFEC2DF7}"/>
                  </a:ext>
                </a:extLst>
              </p:cNvPr>
              <p:cNvSpPr txBox="1"/>
              <p:nvPr/>
            </p:nvSpPr>
            <p:spPr>
              <a:xfrm>
                <a:off x="4298264" y="4421785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FDD26A49-F990-F914-381C-0688EFEC2D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8264" y="4421785"/>
                <a:ext cx="635841" cy="3693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D452AD23-FA7C-CC86-77F8-50979AD889AF}"/>
                  </a:ext>
                </a:extLst>
              </p:cNvPr>
              <p:cNvSpPr txBox="1"/>
              <p:nvPr/>
            </p:nvSpPr>
            <p:spPr>
              <a:xfrm>
                <a:off x="4766367" y="443902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D452AD23-FA7C-CC86-77F8-50979AD889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6367" y="4439026"/>
                <a:ext cx="635841" cy="3693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106DF8E6-58DF-AEEA-AB82-932C67F1BA25}"/>
                  </a:ext>
                </a:extLst>
              </p:cNvPr>
              <p:cNvSpPr txBox="1"/>
              <p:nvPr/>
            </p:nvSpPr>
            <p:spPr>
              <a:xfrm>
                <a:off x="4307114" y="583106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106DF8E6-58DF-AEEA-AB82-932C67F1BA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114" y="5831061"/>
                <a:ext cx="635841" cy="369332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2927A3FC-79BC-693F-9F0D-2ECF8576D094}"/>
                  </a:ext>
                </a:extLst>
              </p:cNvPr>
              <p:cNvSpPr txBox="1"/>
              <p:nvPr/>
            </p:nvSpPr>
            <p:spPr>
              <a:xfrm>
                <a:off x="4766367" y="5847645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2927A3FC-79BC-693F-9F0D-2ECF8576D0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6367" y="5847645"/>
                <a:ext cx="635841" cy="36933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826507F1-9158-F6EB-47BE-02CF15557741}"/>
                  </a:ext>
                </a:extLst>
              </p:cNvPr>
              <p:cNvSpPr txBox="1"/>
              <p:nvPr/>
            </p:nvSpPr>
            <p:spPr>
              <a:xfrm>
                <a:off x="5234469" y="390215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826507F1-9158-F6EB-47BE-02CF155577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4469" y="3902156"/>
                <a:ext cx="635841" cy="36933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57BCD182-0893-F787-F490-F588282AD947}"/>
                  </a:ext>
                </a:extLst>
              </p:cNvPr>
              <p:cNvSpPr txBox="1"/>
              <p:nvPr/>
            </p:nvSpPr>
            <p:spPr>
              <a:xfrm>
                <a:off x="5256441" y="4456267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57BCD182-0893-F787-F490-F588282AD9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6441" y="4456267"/>
                <a:ext cx="635841" cy="369332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6AB77D84-01B2-4D0A-3537-8D3A8AD8FA50}"/>
                  </a:ext>
                </a:extLst>
              </p:cNvPr>
              <p:cNvSpPr txBox="1"/>
              <p:nvPr/>
            </p:nvSpPr>
            <p:spPr>
              <a:xfrm>
                <a:off x="5273014" y="5855413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6AB77D84-01B2-4D0A-3537-8D3A8AD8F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014" y="5855413"/>
                <a:ext cx="635841" cy="3693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06614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ED447-C0EE-6194-C787-27971A1F4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FlashAttention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EFCA7E-3CB2-1EE1-3463-EC422A5ADC7F}"/>
              </a:ext>
            </a:extLst>
          </p:cNvPr>
          <p:cNvSpPr/>
          <p:nvPr/>
        </p:nvSpPr>
        <p:spPr>
          <a:xfrm>
            <a:off x="2469661" y="2821331"/>
            <a:ext cx="1478478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5D89A9C-2D5A-84E1-A2E7-E70BA461A4C4}"/>
                  </a:ext>
                </a:extLst>
              </p:cNvPr>
              <p:cNvSpPr txBox="1"/>
              <p:nvPr/>
            </p:nvSpPr>
            <p:spPr>
              <a:xfrm>
                <a:off x="2979772" y="2324820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5D89A9C-2D5A-84E1-A2E7-E70BA461A4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9772" y="2324820"/>
                <a:ext cx="54980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348C7B3-5F40-B0F8-E9BB-17BFC926EA39}"/>
              </a:ext>
            </a:extLst>
          </p:cNvPr>
          <p:cNvCxnSpPr>
            <a:cxnSpLocks/>
          </p:cNvCxnSpPr>
          <p:nvPr/>
        </p:nvCxnSpPr>
        <p:spPr>
          <a:xfrm flipV="1">
            <a:off x="2354605" y="2778390"/>
            <a:ext cx="0" cy="118704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152897C-98A1-9FC3-48B1-F39E8B4A20CE}"/>
              </a:ext>
            </a:extLst>
          </p:cNvPr>
          <p:cNvCxnSpPr>
            <a:cxnSpLocks/>
          </p:cNvCxnSpPr>
          <p:nvPr/>
        </p:nvCxnSpPr>
        <p:spPr>
          <a:xfrm flipH="1">
            <a:off x="2428228" y="2749672"/>
            <a:ext cx="156134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15DDEC0-DFDF-A743-EDDE-BD7B409B6E21}"/>
                  </a:ext>
                </a:extLst>
              </p:cNvPr>
              <p:cNvSpPr txBox="1"/>
              <p:nvPr/>
            </p:nvSpPr>
            <p:spPr>
              <a:xfrm>
                <a:off x="1898416" y="3174525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15DDEC0-DFDF-A743-EDDE-BD7B409B6E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416" y="3174525"/>
                <a:ext cx="54980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B019CF6-9821-10BB-1445-B125E9DA2396}"/>
              </a:ext>
            </a:extLst>
          </p:cNvPr>
          <p:cNvCxnSpPr>
            <a:cxnSpLocks/>
          </p:cNvCxnSpPr>
          <p:nvPr/>
        </p:nvCxnSpPr>
        <p:spPr>
          <a:xfrm>
            <a:off x="5261197" y="2738552"/>
            <a:ext cx="3186855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67173094-6A8A-CE7B-57AE-384C2C96A24C}"/>
              </a:ext>
            </a:extLst>
          </p:cNvPr>
          <p:cNvSpPr/>
          <p:nvPr/>
        </p:nvSpPr>
        <p:spPr>
          <a:xfrm>
            <a:off x="5180602" y="2821331"/>
            <a:ext cx="3267450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8F9FDA1-AD2D-8376-9D74-D368D97B6FEC}"/>
                  </a:ext>
                </a:extLst>
              </p:cNvPr>
              <p:cNvSpPr txBox="1"/>
              <p:nvPr/>
            </p:nvSpPr>
            <p:spPr>
              <a:xfrm>
                <a:off x="8603184" y="3195811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8F9FDA1-AD2D-8376-9D74-D368D97B6F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3184" y="3195811"/>
                <a:ext cx="54980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AC8FF0D-EC0D-649C-DB5A-A60485252010}"/>
              </a:ext>
            </a:extLst>
          </p:cNvPr>
          <p:cNvCxnSpPr>
            <a:cxnSpLocks/>
          </p:cNvCxnSpPr>
          <p:nvPr/>
        </p:nvCxnSpPr>
        <p:spPr>
          <a:xfrm>
            <a:off x="8626321" y="2831803"/>
            <a:ext cx="0" cy="1080206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1549F17-30DA-AC1D-6B03-EB1888EB054E}"/>
                  </a:ext>
                </a:extLst>
              </p:cNvPr>
              <p:cNvSpPr txBox="1"/>
              <p:nvPr/>
            </p:nvSpPr>
            <p:spPr>
              <a:xfrm>
                <a:off x="6407639" y="2308392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1549F17-30DA-AC1D-6B03-EB1888EB05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7639" y="2308392"/>
                <a:ext cx="54980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B488BA40-8349-6037-E2D1-6B4F02403133}"/>
              </a:ext>
            </a:extLst>
          </p:cNvPr>
          <p:cNvSpPr txBox="1"/>
          <p:nvPr/>
        </p:nvSpPr>
        <p:spPr>
          <a:xfrm>
            <a:off x="4187270" y="3174525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9092628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DE48F-91B7-5CD2-A985-696D08417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A4A71-D860-7CB2-8B23-295AA7E60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FlashAttention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9A4ECD-C502-4C8C-64E8-860368E63D00}"/>
              </a:ext>
            </a:extLst>
          </p:cNvPr>
          <p:cNvSpPr/>
          <p:nvPr/>
        </p:nvSpPr>
        <p:spPr>
          <a:xfrm>
            <a:off x="4376443" y="3832627"/>
            <a:ext cx="2915093" cy="2436553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FED69C0-8560-A6A0-E7E9-294EE9C10366}"/>
                  </a:ext>
                </a:extLst>
              </p:cNvPr>
              <p:cNvSpPr txBox="1"/>
              <p:nvPr/>
            </p:nvSpPr>
            <p:spPr>
              <a:xfrm>
                <a:off x="7480263" y="4845625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FED69C0-8560-A6A0-E7E9-294EE9C103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0263" y="4845625"/>
                <a:ext cx="3657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FD55B7C-D5E6-2992-64D8-0A48858002D3}"/>
                  </a:ext>
                </a:extLst>
              </p:cNvPr>
              <p:cNvSpPr txBox="1"/>
              <p:nvPr/>
            </p:nvSpPr>
            <p:spPr>
              <a:xfrm>
                <a:off x="5701304" y="656921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FD55B7C-D5E6-2992-64D8-0A48858002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304" y="6569214"/>
                <a:ext cx="3657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62F088A-B890-A52D-C08A-39DA3447E234}"/>
              </a:ext>
            </a:extLst>
          </p:cNvPr>
          <p:cNvCxnSpPr>
            <a:cxnSpLocks/>
          </p:cNvCxnSpPr>
          <p:nvPr/>
        </p:nvCxnSpPr>
        <p:spPr>
          <a:xfrm flipH="1">
            <a:off x="4376443" y="6452410"/>
            <a:ext cx="291509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B538EE0-F4F5-2A58-7102-FA1A227890F8}"/>
              </a:ext>
            </a:extLst>
          </p:cNvPr>
          <p:cNvCxnSpPr>
            <a:cxnSpLocks/>
          </p:cNvCxnSpPr>
          <p:nvPr/>
        </p:nvCxnSpPr>
        <p:spPr>
          <a:xfrm>
            <a:off x="7480263" y="3845153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D7CD06F-CD48-7767-1DE2-212A0ACA1046}"/>
                  </a:ext>
                </a:extLst>
              </p:cNvPr>
              <p:cNvSpPr txBox="1"/>
              <p:nvPr/>
            </p:nvSpPr>
            <p:spPr>
              <a:xfrm>
                <a:off x="6566761" y="389745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D7CD06F-CD48-7767-1DE2-212A0ACA1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761" y="3897456"/>
                <a:ext cx="6358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F201459F-7F91-09CD-0F2A-BE74459D61E6}"/>
              </a:ext>
            </a:extLst>
          </p:cNvPr>
          <p:cNvSpPr txBox="1"/>
          <p:nvPr/>
        </p:nvSpPr>
        <p:spPr>
          <a:xfrm>
            <a:off x="5857834" y="3832627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C6CBE3C-A753-5784-D0D8-D671671D3FF4}"/>
                  </a:ext>
                </a:extLst>
              </p:cNvPr>
              <p:cNvSpPr txBox="1"/>
              <p:nvPr/>
            </p:nvSpPr>
            <p:spPr>
              <a:xfrm>
                <a:off x="6566761" y="441698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C6CBE3C-A753-5784-D0D8-D671671D3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761" y="4416981"/>
                <a:ext cx="6358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ECC1D216-1A9F-EE22-F502-02BBE7888E73}"/>
              </a:ext>
            </a:extLst>
          </p:cNvPr>
          <p:cNvSpPr txBox="1"/>
          <p:nvPr/>
        </p:nvSpPr>
        <p:spPr>
          <a:xfrm>
            <a:off x="5857834" y="4352152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F0A01DC-11E5-9B06-C30D-ABF7B660D579}"/>
                  </a:ext>
                </a:extLst>
              </p:cNvPr>
              <p:cNvSpPr txBox="1"/>
              <p:nvPr/>
            </p:nvSpPr>
            <p:spPr>
              <a:xfrm>
                <a:off x="6575611" y="5826257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F0A01DC-11E5-9B06-C30D-ABF7B660D5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611" y="5826257"/>
                <a:ext cx="63584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1133156-4B4F-6963-D5F6-3896B90E9E5D}"/>
              </a:ext>
            </a:extLst>
          </p:cNvPr>
          <p:cNvSpPr txBox="1"/>
          <p:nvPr/>
        </p:nvSpPr>
        <p:spPr>
          <a:xfrm>
            <a:off x="5866684" y="5761428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097A7C-F631-6037-12E4-2CF14D4E9CD3}"/>
              </a:ext>
            </a:extLst>
          </p:cNvPr>
          <p:cNvSpPr txBox="1"/>
          <p:nvPr/>
        </p:nvSpPr>
        <p:spPr>
          <a:xfrm>
            <a:off x="259057" y="1241943"/>
            <a:ext cx="3222162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Ignore </a:t>
            </a:r>
            <a:r>
              <a:rPr lang="en-US" dirty="0" err="1"/>
              <a:t>softmax</a:t>
            </a:r>
            <a:r>
              <a:rPr lang="en-US" dirty="0"/>
              <a:t> for now</a:t>
            </a:r>
          </a:p>
          <a:p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What rows/Columns of O will this produce (that will again be temporarily stored in the shared memory)?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9FCFE96-5E8E-A7C7-9276-EBC94FBF252D}"/>
              </a:ext>
            </a:extLst>
          </p:cNvPr>
          <p:cNvSpPr/>
          <p:nvPr/>
        </p:nvSpPr>
        <p:spPr>
          <a:xfrm>
            <a:off x="560498" y="3837304"/>
            <a:ext cx="2915093" cy="24365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F88861A-55F2-8809-650F-FB9D76EF0E3B}"/>
              </a:ext>
            </a:extLst>
          </p:cNvPr>
          <p:cNvCxnSpPr/>
          <p:nvPr/>
        </p:nvCxnSpPr>
        <p:spPr>
          <a:xfrm>
            <a:off x="766063" y="5892855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C9CBC4A-DBEE-6D9E-EBD8-46DD15EE32BA}"/>
                  </a:ext>
                </a:extLst>
              </p:cNvPr>
              <p:cNvSpPr txBox="1"/>
              <p:nvPr/>
            </p:nvSpPr>
            <p:spPr>
              <a:xfrm>
                <a:off x="1725626" y="5571156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C9CBC4A-DBEE-6D9E-EBD8-46DD15EE3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626" y="5571156"/>
                <a:ext cx="428130" cy="338554"/>
              </a:xfrm>
              <a:prstGeom prst="rect">
                <a:avLst/>
              </a:prstGeom>
              <a:blipFill>
                <a:blip r:embed="rId7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63DD2918-3E31-B38C-40B4-853E422B0C42}"/>
              </a:ext>
            </a:extLst>
          </p:cNvPr>
          <p:cNvSpPr/>
          <p:nvPr/>
        </p:nvSpPr>
        <p:spPr>
          <a:xfrm>
            <a:off x="4271567" y="530813"/>
            <a:ext cx="2915093" cy="2436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42714AC-3151-DBCF-D2F9-3B7C8205BBF6}"/>
              </a:ext>
            </a:extLst>
          </p:cNvPr>
          <p:cNvCxnSpPr>
            <a:cxnSpLocks/>
          </p:cNvCxnSpPr>
          <p:nvPr/>
        </p:nvCxnSpPr>
        <p:spPr>
          <a:xfrm>
            <a:off x="4506368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637FDBC-CF40-E070-22BD-3E455BD3E86C}"/>
              </a:ext>
            </a:extLst>
          </p:cNvPr>
          <p:cNvCxnSpPr>
            <a:cxnSpLocks/>
          </p:cNvCxnSpPr>
          <p:nvPr/>
        </p:nvCxnSpPr>
        <p:spPr>
          <a:xfrm>
            <a:off x="4749145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E0EF74C-9357-4E86-34BF-E6F8384CB585}"/>
              </a:ext>
            </a:extLst>
          </p:cNvPr>
          <p:cNvCxnSpPr>
            <a:cxnSpLocks/>
          </p:cNvCxnSpPr>
          <p:nvPr/>
        </p:nvCxnSpPr>
        <p:spPr>
          <a:xfrm>
            <a:off x="5007871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0E90C7C-BCBD-C1BD-7E57-E1F24CEBE88B}"/>
              </a:ext>
            </a:extLst>
          </p:cNvPr>
          <p:cNvCxnSpPr>
            <a:cxnSpLocks/>
          </p:cNvCxnSpPr>
          <p:nvPr/>
        </p:nvCxnSpPr>
        <p:spPr>
          <a:xfrm>
            <a:off x="6335168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86634BE-612A-0278-C631-2F025AA8DA21}"/>
              </a:ext>
            </a:extLst>
          </p:cNvPr>
          <p:cNvCxnSpPr>
            <a:cxnSpLocks/>
          </p:cNvCxnSpPr>
          <p:nvPr/>
        </p:nvCxnSpPr>
        <p:spPr>
          <a:xfrm>
            <a:off x="6615159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FFF4918-ECCD-A5E3-9CB8-7EE3F514E97E}"/>
              </a:ext>
            </a:extLst>
          </p:cNvPr>
          <p:cNvCxnSpPr>
            <a:cxnSpLocks/>
          </p:cNvCxnSpPr>
          <p:nvPr/>
        </p:nvCxnSpPr>
        <p:spPr>
          <a:xfrm>
            <a:off x="6905782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11B0A3B-8AD8-222A-6193-07ECA7B9BA6B}"/>
                  </a:ext>
                </a:extLst>
              </p:cNvPr>
              <p:cNvSpPr txBox="1"/>
              <p:nvPr/>
            </p:nvSpPr>
            <p:spPr>
              <a:xfrm>
                <a:off x="4188320" y="1433822"/>
                <a:ext cx="43531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11B0A3B-8AD8-222A-6193-07ECA7B9BA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8320" y="1433822"/>
                <a:ext cx="435311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CB98CEA-A6AF-1ACA-1970-D8A03D312482}"/>
                  </a:ext>
                </a:extLst>
              </p:cNvPr>
              <p:cNvSpPr txBox="1"/>
              <p:nvPr/>
            </p:nvSpPr>
            <p:spPr>
              <a:xfrm>
                <a:off x="4421429" y="144690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CB98CEA-A6AF-1ACA-1970-D8A03D312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1429" y="1446908"/>
                <a:ext cx="440056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65BF170-CB58-05C4-3427-C18A339C348B}"/>
                  </a:ext>
                </a:extLst>
              </p:cNvPr>
              <p:cNvSpPr txBox="1"/>
              <p:nvPr/>
            </p:nvSpPr>
            <p:spPr>
              <a:xfrm>
                <a:off x="4688326" y="144690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65BF170-CB58-05C4-3427-C18A339C34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326" y="1446908"/>
                <a:ext cx="440056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E777C8D-8EF5-89F5-56C6-508FF056C7BA}"/>
                  </a:ext>
                </a:extLst>
              </p:cNvPr>
              <p:cNvSpPr txBox="1"/>
              <p:nvPr/>
            </p:nvSpPr>
            <p:spPr>
              <a:xfrm>
                <a:off x="6594046" y="1513032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E777C8D-8EF5-89F5-56C6-508FF056C7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046" y="1513032"/>
                <a:ext cx="440056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 43">
            <a:extLst>
              <a:ext uri="{FF2B5EF4-FFF2-40B4-BE49-F238E27FC236}">
                <a16:creationId xmlns:a16="http://schemas.microsoft.com/office/drawing/2014/main" id="{F86448B2-C240-371A-864C-21004FC5B5B3}"/>
              </a:ext>
            </a:extLst>
          </p:cNvPr>
          <p:cNvSpPr/>
          <p:nvPr/>
        </p:nvSpPr>
        <p:spPr>
          <a:xfrm>
            <a:off x="4298461" y="3838677"/>
            <a:ext cx="1478478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B1FD321-DCEB-252F-8B1C-DA779AD416FC}"/>
                  </a:ext>
                </a:extLst>
              </p:cNvPr>
              <p:cNvSpPr txBox="1"/>
              <p:nvPr/>
            </p:nvSpPr>
            <p:spPr>
              <a:xfrm>
                <a:off x="4778294" y="3094546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B1FD321-DCEB-252F-8B1C-DA779AD416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8294" y="3094546"/>
                <a:ext cx="54980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4EE3C1C-D6B9-768F-6B92-95CA83D24F52}"/>
              </a:ext>
            </a:extLst>
          </p:cNvPr>
          <p:cNvCxnSpPr>
            <a:cxnSpLocks/>
          </p:cNvCxnSpPr>
          <p:nvPr/>
        </p:nvCxnSpPr>
        <p:spPr>
          <a:xfrm flipV="1">
            <a:off x="4183405" y="3795736"/>
            <a:ext cx="0" cy="118704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A582098-5C1F-127C-F50D-50815A790A6A}"/>
              </a:ext>
            </a:extLst>
          </p:cNvPr>
          <p:cNvCxnSpPr>
            <a:cxnSpLocks/>
          </p:cNvCxnSpPr>
          <p:nvPr/>
        </p:nvCxnSpPr>
        <p:spPr>
          <a:xfrm flipH="1">
            <a:off x="4257028" y="3767018"/>
            <a:ext cx="156134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06832B7-A3C9-E0F6-0526-CD8704BEC8D8}"/>
                  </a:ext>
                </a:extLst>
              </p:cNvPr>
              <p:cNvSpPr txBox="1"/>
              <p:nvPr/>
            </p:nvSpPr>
            <p:spPr>
              <a:xfrm>
                <a:off x="3727216" y="4191871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06832B7-A3C9-E0F6-0526-CD8704BEC8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7216" y="4191871"/>
                <a:ext cx="54980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72603E1-D60A-242F-8C35-E19F8F35DAB2}"/>
                  </a:ext>
                </a:extLst>
              </p:cNvPr>
              <p:cNvSpPr txBox="1"/>
              <p:nvPr/>
            </p:nvSpPr>
            <p:spPr>
              <a:xfrm>
                <a:off x="63600" y="6446760"/>
                <a:ext cx="58205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Memory Needed: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en-US" b="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72603E1-D60A-242F-8C35-E19F8F35DA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00" y="6446760"/>
                <a:ext cx="5820574" cy="369332"/>
              </a:xfrm>
              <a:prstGeom prst="rect">
                <a:avLst/>
              </a:prstGeom>
              <a:blipFill>
                <a:blip r:embed="rId14"/>
                <a:stretch>
                  <a:fillRect l="-838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373EC0B9-F140-C930-FCD4-189CDAE0F3BA}"/>
              </a:ext>
            </a:extLst>
          </p:cNvPr>
          <p:cNvSpPr/>
          <p:nvPr/>
        </p:nvSpPr>
        <p:spPr>
          <a:xfrm>
            <a:off x="374334" y="3825955"/>
            <a:ext cx="3267450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6CEE052-1895-3F05-257A-6C5DFB9319DB}"/>
              </a:ext>
            </a:extLst>
          </p:cNvPr>
          <p:cNvCxnSpPr>
            <a:cxnSpLocks/>
          </p:cNvCxnSpPr>
          <p:nvPr/>
        </p:nvCxnSpPr>
        <p:spPr>
          <a:xfrm flipV="1">
            <a:off x="3745970" y="3824153"/>
            <a:ext cx="18344" cy="1115689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29E8C958-36ED-6AC5-DCC1-E13A508A7D1F}"/>
              </a:ext>
            </a:extLst>
          </p:cNvPr>
          <p:cNvSpPr/>
          <p:nvPr/>
        </p:nvSpPr>
        <p:spPr>
          <a:xfrm>
            <a:off x="4199344" y="471473"/>
            <a:ext cx="1478478" cy="255141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A01DEED9-FE94-0E34-549D-7C2E0D725480}"/>
              </a:ext>
            </a:extLst>
          </p:cNvPr>
          <p:cNvCxnSpPr>
            <a:cxnSpLocks/>
          </p:cNvCxnSpPr>
          <p:nvPr/>
        </p:nvCxnSpPr>
        <p:spPr>
          <a:xfrm flipH="1">
            <a:off x="4170638" y="3094546"/>
            <a:ext cx="156134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FBEA979F-1450-F724-7446-2832C12D8A26}"/>
              </a:ext>
            </a:extLst>
          </p:cNvPr>
          <p:cNvSpPr/>
          <p:nvPr/>
        </p:nvSpPr>
        <p:spPr>
          <a:xfrm>
            <a:off x="8060796" y="3897456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44C6D6D-4A7B-152A-1342-AE5F005A6289}"/>
                  </a:ext>
                </a:extLst>
              </p:cNvPr>
              <p:cNvSpPr txBox="1"/>
              <p:nvPr/>
            </p:nvSpPr>
            <p:spPr>
              <a:xfrm>
                <a:off x="9389242" y="3348013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44C6D6D-4A7B-152A-1342-AE5F005A62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9242" y="3348013"/>
                <a:ext cx="487698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A9B2A7A-7242-564B-46E4-EA3B4DC4EA4E}"/>
              </a:ext>
            </a:extLst>
          </p:cNvPr>
          <p:cNvCxnSpPr/>
          <p:nvPr/>
        </p:nvCxnSpPr>
        <p:spPr>
          <a:xfrm>
            <a:off x="8320613" y="4234817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B21FE84-6480-284B-8850-0F1A38A11E15}"/>
              </a:ext>
            </a:extLst>
          </p:cNvPr>
          <p:cNvCxnSpPr/>
          <p:nvPr/>
        </p:nvCxnSpPr>
        <p:spPr>
          <a:xfrm>
            <a:off x="8320613" y="4477594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48A49A8-0965-4EC3-FE36-F7DB7A8B32F0}"/>
              </a:ext>
            </a:extLst>
          </p:cNvPr>
          <p:cNvCxnSpPr/>
          <p:nvPr/>
        </p:nvCxnSpPr>
        <p:spPr>
          <a:xfrm>
            <a:off x="8320613" y="4762901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95C0ED8-E43F-889E-946F-944AD8A74152}"/>
              </a:ext>
            </a:extLst>
          </p:cNvPr>
          <p:cNvCxnSpPr/>
          <p:nvPr/>
        </p:nvCxnSpPr>
        <p:spPr>
          <a:xfrm>
            <a:off x="8320613" y="602285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E276696-85D5-6A2D-EC16-485A2BFF869A}"/>
                  </a:ext>
                </a:extLst>
              </p:cNvPr>
              <p:cNvSpPr txBox="1"/>
              <p:nvPr/>
            </p:nvSpPr>
            <p:spPr>
              <a:xfrm>
                <a:off x="9280176" y="3890769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E276696-85D5-6A2D-EC16-485A2BFF86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176" y="3890769"/>
                <a:ext cx="428130" cy="33855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C5CAC88-22A3-1A65-17EF-90271811B4AA}"/>
                  </a:ext>
                </a:extLst>
              </p:cNvPr>
              <p:cNvSpPr txBox="1"/>
              <p:nvPr/>
            </p:nvSpPr>
            <p:spPr>
              <a:xfrm>
                <a:off x="9280176" y="4170634"/>
                <a:ext cx="43646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C5CAC88-22A3-1A65-17EF-90271811B4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176" y="4170634"/>
                <a:ext cx="436465" cy="3385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A3C533C1-F971-24EA-0825-C0EB6DD74E43}"/>
                  </a:ext>
                </a:extLst>
              </p:cNvPr>
              <p:cNvSpPr txBox="1"/>
              <p:nvPr/>
            </p:nvSpPr>
            <p:spPr>
              <a:xfrm>
                <a:off x="9277515" y="4431150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A3C533C1-F971-24EA-0825-C0EB6DD74E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7515" y="4431150"/>
                <a:ext cx="432874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94F4AB8A-1C1E-7A59-AB62-F73A2D868973}"/>
                  </a:ext>
                </a:extLst>
              </p:cNvPr>
              <p:cNvSpPr txBox="1"/>
              <p:nvPr/>
            </p:nvSpPr>
            <p:spPr>
              <a:xfrm>
                <a:off x="9301905" y="5730423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94F4AB8A-1C1E-7A59-AB62-F73A2D8689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1905" y="5730423"/>
                <a:ext cx="432874" cy="3385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F665339F-59D6-A11E-2A2E-D39064DEA19A}"/>
              </a:ext>
            </a:extLst>
          </p:cNvPr>
          <p:cNvCxnSpPr>
            <a:cxnSpLocks/>
          </p:cNvCxnSpPr>
          <p:nvPr/>
        </p:nvCxnSpPr>
        <p:spPr>
          <a:xfrm>
            <a:off x="7932361" y="3897456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579595E5-74D0-2275-90D5-268840FF593A}"/>
              </a:ext>
            </a:extLst>
          </p:cNvPr>
          <p:cNvCxnSpPr>
            <a:cxnSpLocks/>
          </p:cNvCxnSpPr>
          <p:nvPr/>
        </p:nvCxnSpPr>
        <p:spPr>
          <a:xfrm>
            <a:off x="8077066" y="3764638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5B532570-FFDE-C5C0-94C3-9ED46CE194DC}"/>
              </a:ext>
            </a:extLst>
          </p:cNvPr>
          <p:cNvSpPr/>
          <p:nvPr/>
        </p:nvSpPr>
        <p:spPr>
          <a:xfrm>
            <a:off x="7956211" y="495375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717C20E2-A9CC-74F6-6E99-2F1A4CF0C373}"/>
              </a:ext>
            </a:extLst>
          </p:cNvPr>
          <p:cNvCxnSpPr/>
          <p:nvPr/>
        </p:nvCxnSpPr>
        <p:spPr>
          <a:xfrm>
            <a:off x="8216028" y="832736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67140F27-2B54-74A3-4463-EFADE11351B2}"/>
              </a:ext>
            </a:extLst>
          </p:cNvPr>
          <p:cNvCxnSpPr/>
          <p:nvPr/>
        </p:nvCxnSpPr>
        <p:spPr>
          <a:xfrm>
            <a:off x="8216028" y="1075513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4EF93BB4-C9C1-3678-0D4B-96686A5E504E}"/>
              </a:ext>
            </a:extLst>
          </p:cNvPr>
          <p:cNvCxnSpPr/>
          <p:nvPr/>
        </p:nvCxnSpPr>
        <p:spPr>
          <a:xfrm>
            <a:off x="8216028" y="136082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F43AA29E-3F59-C5BE-B975-DD95AE02A95B}"/>
              </a:ext>
            </a:extLst>
          </p:cNvPr>
          <p:cNvCxnSpPr/>
          <p:nvPr/>
        </p:nvCxnSpPr>
        <p:spPr>
          <a:xfrm>
            <a:off x="8216028" y="2620778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E7368DD5-20AC-B6D2-9895-16737590AE30}"/>
              </a:ext>
            </a:extLst>
          </p:cNvPr>
          <p:cNvCxnSpPr>
            <a:cxnSpLocks/>
          </p:cNvCxnSpPr>
          <p:nvPr/>
        </p:nvCxnSpPr>
        <p:spPr>
          <a:xfrm>
            <a:off x="7827776" y="495375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E0C39C92-CF60-B44A-4888-28FCB3821ED0}"/>
                  </a:ext>
                </a:extLst>
              </p:cNvPr>
              <p:cNvSpPr txBox="1"/>
              <p:nvPr/>
            </p:nvSpPr>
            <p:spPr>
              <a:xfrm>
                <a:off x="9359872" y="6480067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E0C39C92-CF60-B44A-4888-28FCB3821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9872" y="6480067"/>
                <a:ext cx="487698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B68F35C-5666-0334-78F1-3029FEAF3CB5}"/>
              </a:ext>
            </a:extLst>
          </p:cNvPr>
          <p:cNvCxnSpPr>
            <a:cxnSpLocks/>
          </p:cNvCxnSpPr>
          <p:nvPr/>
        </p:nvCxnSpPr>
        <p:spPr>
          <a:xfrm>
            <a:off x="8060795" y="6492875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EF4ACF9D-9697-8A5F-AEB4-7DBBA2EF1382}"/>
                  </a:ext>
                </a:extLst>
              </p:cNvPr>
              <p:cNvSpPr txBox="1"/>
              <p:nvPr/>
            </p:nvSpPr>
            <p:spPr>
              <a:xfrm>
                <a:off x="7462035" y="156251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EF4ACF9D-9697-8A5F-AEB4-7DBBA2EF13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2035" y="1562514"/>
                <a:ext cx="365741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TextBox 79">
            <a:extLst>
              <a:ext uri="{FF2B5EF4-FFF2-40B4-BE49-F238E27FC236}">
                <a16:creationId xmlns:a16="http://schemas.microsoft.com/office/drawing/2014/main" id="{D33876FD-6962-6ECA-188B-74448CFB469D}"/>
              </a:ext>
            </a:extLst>
          </p:cNvPr>
          <p:cNvSpPr txBox="1"/>
          <p:nvPr/>
        </p:nvSpPr>
        <p:spPr>
          <a:xfrm>
            <a:off x="7263785" y="5248756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X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6CE50D8-C244-D8BC-0C4E-5661E014DC84}"/>
              </a:ext>
            </a:extLst>
          </p:cNvPr>
          <p:cNvSpPr txBox="1"/>
          <p:nvPr/>
        </p:nvSpPr>
        <p:spPr>
          <a:xfrm rot="16200000">
            <a:off x="9074852" y="3065432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=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F942473-3C21-22A8-3A52-843D86B0E82D}"/>
              </a:ext>
            </a:extLst>
          </p:cNvPr>
          <p:cNvSpPr/>
          <p:nvPr/>
        </p:nvSpPr>
        <p:spPr>
          <a:xfrm>
            <a:off x="7996469" y="3836442"/>
            <a:ext cx="3267450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B4DFCCA-6155-4F15-0D4A-197B2E3A7631}"/>
              </a:ext>
            </a:extLst>
          </p:cNvPr>
          <p:cNvSpPr/>
          <p:nvPr/>
        </p:nvSpPr>
        <p:spPr>
          <a:xfrm>
            <a:off x="7755517" y="488142"/>
            <a:ext cx="3267450" cy="64894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AEC6E29C-00F2-941C-5430-5AC29B1775CB}"/>
                  </a:ext>
                </a:extLst>
              </p:cNvPr>
              <p:cNvSpPr txBox="1"/>
              <p:nvPr/>
            </p:nvSpPr>
            <p:spPr>
              <a:xfrm>
                <a:off x="11419051" y="4210922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AEC6E29C-00F2-941C-5430-5AC29B1775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9051" y="4210922"/>
                <a:ext cx="549801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1996C9E2-48E8-34F3-CBDF-81363CAF44CC}"/>
              </a:ext>
            </a:extLst>
          </p:cNvPr>
          <p:cNvCxnSpPr>
            <a:cxnSpLocks/>
          </p:cNvCxnSpPr>
          <p:nvPr/>
        </p:nvCxnSpPr>
        <p:spPr>
          <a:xfrm>
            <a:off x="11442188" y="3846914"/>
            <a:ext cx="0" cy="1080206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54207064-FB73-F9E3-1CE7-A200BCDA3B66}"/>
                  </a:ext>
                </a:extLst>
              </p:cNvPr>
              <p:cNvSpPr txBox="1"/>
              <p:nvPr/>
            </p:nvSpPr>
            <p:spPr>
              <a:xfrm>
                <a:off x="11216587" y="627947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54207064-FB73-F9E3-1CE7-A200BCDA3B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6587" y="627947"/>
                <a:ext cx="549801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324BFEA5-2A3C-8949-E638-38CE8A0D0104}"/>
              </a:ext>
            </a:extLst>
          </p:cNvPr>
          <p:cNvCxnSpPr>
            <a:cxnSpLocks/>
          </p:cNvCxnSpPr>
          <p:nvPr/>
        </p:nvCxnSpPr>
        <p:spPr>
          <a:xfrm>
            <a:off x="11200288" y="482308"/>
            <a:ext cx="16299" cy="75963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FE8D934-8F3D-691D-6B82-3CFF2F8BA9D6}"/>
                  </a:ext>
                </a:extLst>
              </p:cNvPr>
              <p:cNvSpPr txBox="1"/>
              <p:nvPr/>
            </p:nvSpPr>
            <p:spPr>
              <a:xfrm>
                <a:off x="8052842" y="487380"/>
                <a:ext cx="273055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FE8D934-8F3D-691D-6B82-3CFF2F8BA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842" y="487380"/>
                <a:ext cx="2730555" cy="33855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121EDC9D-E55B-3723-4BA2-D7C34AD10F27}"/>
                  </a:ext>
                </a:extLst>
              </p:cNvPr>
              <p:cNvSpPr txBox="1"/>
              <p:nvPr/>
            </p:nvSpPr>
            <p:spPr>
              <a:xfrm>
                <a:off x="8060795" y="751434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121EDC9D-E55B-3723-4BA2-D7C34AD10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5" y="751434"/>
                <a:ext cx="2740045" cy="33855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0A433EF5-7350-76AF-84B1-7887484B63A4}"/>
                  </a:ext>
                </a:extLst>
              </p:cNvPr>
              <p:cNvSpPr txBox="1"/>
              <p:nvPr/>
            </p:nvSpPr>
            <p:spPr>
              <a:xfrm>
                <a:off x="8060795" y="1031068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31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0A433EF5-7350-76AF-84B1-7887484B6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5" y="1031068"/>
                <a:ext cx="2740045" cy="33855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5759CB92-7067-FC0C-447C-65A29CE57BD8}"/>
                  </a:ext>
                </a:extLst>
              </p:cNvPr>
              <p:cNvSpPr txBox="1"/>
              <p:nvPr/>
            </p:nvSpPr>
            <p:spPr>
              <a:xfrm>
                <a:off x="8060794" y="2263984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5759CB92-7067-FC0C-447C-65A29CE57B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4" y="2263984"/>
                <a:ext cx="2740045" cy="33855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7678F527-5E43-EE87-D7DA-DBA3F0FC8910}"/>
              </a:ext>
            </a:extLst>
          </p:cNvPr>
          <p:cNvCxnSpPr/>
          <p:nvPr/>
        </p:nvCxnSpPr>
        <p:spPr>
          <a:xfrm>
            <a:off x="696500" y="419136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ABF8BE68-CC30-BFB6-763B-D25DCD4B8090}"/>
              </a:ext>
            </a:extLst>
          </p:cNvPr>
          <p:cNvCxnSpPr/>
          <p:nvPr/>
        </p:nvCxnSpPr>
        <p:spPr>
          <a:xfrm>
            <a:off x="729029" y="457155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9143F443-4449-D16E-FC72-1CB1EDBB8A1C}"/>
                  </a:ext>
                </a:extLst>
              </p:cNvPr>
              <p:cNvSpPr txBox="1"/>
              <p:nvPr/>
            </p:nvSpPr>
            <p:spPr>
              <a:xfrm>
                <a:off x="1656063" y="3884400"/>
                <a:ext cx="42813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9143F443-4449-D16E-FC72-1CB1EDBB8A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6063" y="3884400"/>
                <a:ext cx="428131" cy="338554"/>
              </a:xfrm>
              <a:prstGeom prst="rect">
                <a:avLst/>
              </a:prstGeom>
              <a:blipFill>
                <a:blip r:embed="rId28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F0942B89-56D7-5FB2-7887-40FA83D375C0}"/>
                  </a:ext>
                </a:extLst>
              </p:cNvPr>
              <p:cNvSpPr txBox="1"/>
              <p:nvPr/>
            </p:nvSpPr>
            <p:spPr>
              <a:xfrm>
                <a:off x="1685931" y="4239808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F0942B89-56D7-5FB2-7887-40FA83D375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5931" y="4239808"/>
                <a:ext cx="432874" cy="338554"/>
              </a:xfrm>
              <a:prstGeom prst="rect">
                <a:avLst/>
              </a:prstGeom>
              <a:blipFill>
                <a:blip r:embed="rId29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249E1AFE-AF18-60D1-2306-4BC6054367A9}"/>
                  </a:ext>
                </a:extLst>
              </p:cNvPr>
              <p:cNvSpPr txBox="1"/>
              <p:nvPr/>
            </p:nvSpPr>
            <p:spPr>
              <a:xfrm>
                <a:off x="4277662" y="3873104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249E1AFE-AF18-60D1-2306-4BC6054367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7662" y="3873104"/>
                <a:ext cx="635841" cy="369332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E603D30A-961E-7D83-C105-F658A6A0953C}"/>
                  </a:ext>
                </a:extLst>
              </p:cNvPr>
              <p:cNvSpPr txBox="1"/>
              <p:nvPr/>
            </p:nvSpPr>
            <p:spPr>
              <a:xfrm>
                <a:off x="4745765" y="3886552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E603D30A-961E-7D83-C105-F658A6A09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5765" y="3886552"/>
                <a:ext cx="635841" cy="3693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CFE42092-5F88-F23E-73A5-19E487D93E61}"/>
                  </a:ext>
                </a:extLst>
              </p:cNvPr>
              <p:cNvSpPr txBox="1"/>
              <p:nvPr/>
            </p:nvSpPr>
            <p:spPr>
              <a:xfrm>
                <a:off x="4277662" y="4392629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CFE42092-5F88-F23E-73A5-19E487D93E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7662" y="4392629"/>
                <a:ext cx="635841" cy="3693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8CC1F86B-E7E5-53C5-9453-04E5E491F7E5}"/>
                  </a:ext>
                </a:extLst>
              </p:cNvPr>
              <p:cNvSpPr txBox="1"/>
              <p:nvPr/>
            </p:nvSpPr>
            <p:spPr>
              <a:xfrm>
                <a:off x="4745765" y="440987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8CC1F86B-E7E5-53C5-9453-04E5E491F7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5765" y="4409870"/>
                <a:ext cx="635841" cy="369332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F9F158B6-0EA8-A15A-A4A2-F1C0CB216680}"/>
                  </a:ext>
                </a:extLst>
              </p:cNvPr>
              <p:cNvSpPr txBox="1"/>
              <p:nvPr/>
            </p:nvSpPr>
            <p:spPr>
              <a:xfrm>
                <a:off x="4286512" y="5801905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F9F158B6-0EA8-A15A-A4A2-F1C0CB2166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512" y="5801905"/>
                <a:ext cx="635841" cy="36933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2AABD295-D7E7-53E1-0F39-A5DDB5346638}"/>
                  </a:ext>
                </a:extLst>
              </p:cNvPr>
              <p:cNvSpPr txBox="1"/>
              <p:nvPr/>
            </p:nvSpPr>
            <p:spPr>
              <a:xfrm>
                <a:off x="4745765" y="5818489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2AABD295-D7E7-53E1-0F39-A5DDB53466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5765" y="5818489"/>
                <a:ext cx="635841" cy="36933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3E893BC6-CBB6-E548-58E3-16F9CD622164}"/>
                  </a:ext>
                </a:extLst>
              </p:cNvPr>
              <p:cNvSpPr txBox="1"/>
              <p:nvPr/>
            </p:nvSpPr>
            <p:spPr>
              <a:xfrm>
                <a:off x="5213867" y="387300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3E893BC6-CBB6-E548-58E3-16F9CD622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3867" y="3873000"/>
                <a:ext cx="635841" cy="369332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A327C82D-7672-D5DE-76D4-2A59AF47ED43}"/>
                  </a:ext>
                </a:extLst>
              </p:cNvPr>
              <p:cNvSpPr txBox="1"/>
              <p:nvPr/>
            </p:nvSpPr>
            <p:spPr>
              <a:xfrm>
                <a:off x="5235839" y="442711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A327C82D-7672-D5DE-76D4-2A59AF47E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5839" y="4427111"/>
                <a:ext cx="635841" cy="3693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E4DC2B6A-DB4C-A198-65D9-D41A1D0A3544}"/>
                  </a:ext>
                </a:extLst>
              </p:cNvPr>
              <p:cNvSpPr txBox="1"/>
              <p:nvPr/>
            </p:nvSpPr>
            <p:spPr>
              <a:xfrm>
                <a:off x="5252412" y="5826257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E4DC2B6A-DB4C-A198-65D9-D41A1D0A35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2412" y="5826257"/>
                <a:ext cx="635841" cy="369332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73022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ECE38-181B-369E-8CDB-58818F0FC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221F9-9EDD-9F3F-DA8C-CFE4E30F0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FlashAttention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AD3C0B-2CE9-9F3E-FE92-2687AC2551A6}"/>
              </a:ext>
            </a:extLst>
          </p:cNvPr>
          <p:cNvSpPr/>
          <p:nvPr/>
        </p:nvSpPr>
        <p:spPr>
          <a:xfrm>
            <a:off x="4376443" y="3832627"/>
            <a:ext cx="2915093" cy="2436553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8833CB0-1D9F-84AD-EEFC-22CDEB8649CD}"/>
                  </a:ext>
                </a:extLst>
              </p:cNvPr>
              <p:cNvSpPr txBox="1"/>
              <p:nvPr/>
            </p:nvSpPr>
            <p:spPr>
              <a:xfrm>
                <a:off x="7480263" y="4845625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8833CB0-1D9F-84AD-EEFC-22CDEB8649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0263" y="4845625"/>
                <a:ext cx="3657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FA3DE5E-0B83-A5CA-936D-10B2E98B4676}"/>
                  </a:ext>
                </a:extLst>
              </p:cNvPr>
              <p:cNvSpPr txBox="1"/>
              <p:nvPr/>
            </p:nvSpPr>
            <p:spPr>
              <a:xfrm>
                <a:off x="5701304" y="656921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FA3DE5E-0B83-A5CA-936D-10B2E98B46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304" y="6569214"/>
                <a:ext cx="3657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3A835DD-474C-E985-D3B7-09795E6F9F27}"/>
              </a:ext>
            </a:extLst>
          </p:cNvPr>
          <p:cNvCxnSpPr>
            <a:cxnSpLocks/>
          </p:cNvCxnSpPr>
          <p:nvPr/>
        </p:nvCxnSpPr>
        <p:spPr>
          <a:xfrm flipH="1">
            <a:off x="4376443" y="6452410"/>
            <a:ext cx="291509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61E23A8-FDD6-89E7-1345-534285CCE4B9}"/>
              </a:ext>
            </a:extLst>
          </p:cNvPr>
          <p:cNvCxnSpPr>
            <a:cxnSpLocks/>
          </p:cNvCxnSpPr>
          <p:nvPr/>
        </p:nvCxnSpPr>
        <p:spPr>
          <a:xfrm>
            <a:off x="7480263" y="3845153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A95114F-7C61-F97D-F106-0EBF49437B0E}"/>
                  </a:ext>
                </a:extLst>
              </p:cNvPr>
              <p:cNvSpPr txBox="1"/>
              <p:nvPr/>
            </p:nvSpPr>
            <p:spPr>
              <a:xfrm>
                <a:off x="6566761" y="389745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A95114F-7C61-F97D-F106-0EBF49437B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761" y="3897456"/>
                <a:ext cx="6358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A267BB09-FB42-834F-DC9C-364A8F39F08D}"/>
              </a:ext>
            </a:extLst>
          </p:cNvPr>
          <p:cNvSpPr txBox="1"/>
          <p:nvPr/>
        </p:nvSpPr>
        <p:spPr>
          <a:xfrm>
            <a:off x="5857834" y="3832627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0A4B480-E06B-F987-0E6C-0B22584D2D24}"/>
                  </a:ext>
                </a:extLst>
              </p:cNvPr>
              <p:cNvSpPr txBox="1"/>
              <p:nvPr/>
            </p:nvSpPr>
            <p:spPr>
              <a:xfrm>
                <a:off x="6566761" y="441698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0A4B480-E06B-F987-0E6C-0B22584D2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761" y="4416981"/>
                <a:ext cx="6358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6141EF66-5731-F76A-DB2A-6D755353DB12}"/>
              </a:ext>
            </a:extLst>
          </p:cNvPr>
          <p:cNvSpPr txBox="1"/>
          <p:nvPr/>
        </p:nvSpPr>
        <p:spPr>
          <a:xfrm>
            <a:off x="5857834" y="4352152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F070683-8A9C-8636-D7A9-54601BCAE518}"/>
                  </a:ext>
                </a:extLst>
              </p:cNvPr>
              <p:cNvSpPr txBox="1"/>
              <p:nvPr/>
            </p:nvSpPr>
            <p:spPr>
              <a:xfrm>
                <a:off x="6575611" y="5826257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F070683-8A9C-8636-D7A9-54601BCAE5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611" y="5826257"/>
                <a:ext cx="63584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81DBD9-8139-3FCD-F130-C2903B589F2A}"/>
              </a:ext>
            </a:extLst>
          </p:cNvPr>
          <p:cNvSpPr txBox="1"/>
          <p:nvPr/>
        </p:nvSpPr>
        <p:spPr>
          <a:xfrm>
            <a:off x="5866684" y="5761428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3635F47-0BA3-3C5E-937A-E2367F852C0B}"/>
                  </a:ext>
                </a:extLst>
              </p:cNvPr>
              <p:cNvSpPr txBox="1"/>
              <p:nvPr/>
            </p:nvSpPr>
            <p:spPr>
              <a:xfrm>
                <a:off x="259057" y="1241943"/>
                <a:ext cx="3222162" cy="14773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Ignore </a:t>
                </a:r>
                <a:r>
                  <a:rPr lang="en-US" dirty="0" err="1"/>
                  <a:t>softmax</a:t>
                </a:r>
                <a:r>
                  <a:rPr lang="en-US" dirty="0"/>
                  <a:t> for now</a:t>
                </a:r>
              </a:p>
              <a:p>
                <a:endParaRPr lang="en-US" dirty="0"/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Notice: For outputs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) only partial outputs have been produced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3635F47-0BA3-3C5E-937A-E2367F852C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57" y="1241943"/>
                <a:ext cx="3222162" cy="1477328"/>
              </a:xfrm>
              <a:prstGeom prst="rect">
                <a:avLst/>
              </a:prstGeom>
              <a:blipFill>
                <a:blip r:embed="rId7"/>
                <a:stretch>
                  <a:fillRect l="-1512" t="-2479" r="-945" b="-578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9008764D-7190-EA75-55B6-7B84C2DD50EF}"/>
              </a:ext>
            </a:extLst>
          </p:cNvPr>
          <p:cNvSpPr/>
          <p:nvPr/>
        </p:nvSpPr>
        <p:spPr>
          <a:xfrm>
            <a:off x="560498" y="3837304"/>
            <a:ext cx="2915093" cy="24365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47006C0-A348-2CA5-2194-99811548E159}"/>
              </a:ext>
            </a:extLst>
          </p:cNvPr>
          <p:cNvCxnSpPr/>
          <p:nvPr/>
        </p:nvCxnSpPr>
        <p:spPr>
          <a:xfrm>
            <a:off x="766063" y="5892855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13C8D6C-EF08-57A3-3DBD-0C821003DAB7}"/>
                  </a:ext>
                </a:extLst>
              </p:cNvPr>
              <p:cNvSpPr txBox="1"/>
              <p:nvPr/>
            </p:nvSpPr>
            <p:spPr>
              <a:xfrm>
                <a:off x="1725626" y="5571156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13C8D6C-EF08-57A3-3DBD-0C821003DA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626" y="5571156"/>
                <a:ext cx="428130" cy="338554"/>
              </a:xfrm>
              <a:prstGeom prst="rect">
                <a:avLst/>
              </a:prstGeom>
              <a:blipFill>
                <a:blip r:embed="rId8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7513A827-1A51-02F2-B405-148C959BF171}"/>
              </a:ext>
            </a:extLst>
          </p:cNvPr>
          <p:cNvSpPr/>
          <p:nvPr/>
        </p:nvSpPr>
        <p:spPr>
          <a:xfrm>
            <a:off x="4271567" y="530813"/>
            <a:ext cx="2915093" cy="2436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96971C4-5A05-946D-E58D-EA4D881254F7}"/>
              </a:ext>
            </a:extLst>
          </p:cNvPr>
          <p:cNvCxnSpPr>
            <a:cxnSpLocks/>
          </p:cNvCxnSpPr>
          <p:nvPr/>
        </p:nvCxnSpPr>
        <p:spPr>
          <a:xfrm>
            <a:off x="4506368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2F801B8-D708-E859-1252-E11E313FD5FD}"/>
              </a:ext>
            </a:extLst>
          </p:cNvPr>
          <p:cNvCxnSpPr>
            <a:cxnSpLocks/>
          </p:cNvCxnSpPr>
          <p:nvPr/>
        </p:nvCxnSpPr>
        <p:spPr>
          <a:xfrm>
            <a:off x="4749145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C860986-A686-F72F-C89F-C8DFB4BBCBE0}"/>
              </a:ext>
            </a:extLst>
          </p:cNvPr>
          <p:cNvCxnSpPr>
            <a:cxnSpLocks/>
          </p:cNvCxnSpPr>
          <p:nvPr/>
        </p:nvCxnSpPr>
        <p:spPr>
          <a:xfrm>
            <a:off x="5007871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60526DA-54D9-E2FC-B7F0-66B260522307}"/>
              </a:ext>
            </a:extLst>
          </p:cNvPr>
          <p:cNvCxnSpPr>
            <a:cxnSpLocks/>
          </p:cNvCxnSpPr>
          <p:nvPr/>
        </p:nvCxnSpPr>
        <p:spPr>
          <a:xfrm>
            <a:off x="6335168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04E17F0-D3A6-1239-CB54-55282089E10A}"/>
              </a:ext>
            </a:extLst>
          </p:cNvPr>
          <p:cNvCxnSpPr>
            <a:cxnSpLocks/>
          </p:cNvCxnSpPr>
          <p:nvPr/>
        </p:nvCxnSpPr>
        <p:spPr>
          <a:xfrm>
            <a:off x="6615159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F1C6307-0419-A6BD-C486-E7974F6299D2}"/>
              </a:ext>
            </a:extLst>
          </p:cNvPr>
          <p:cNvCxnSpPr>
            <a:cxnSpLocks/>
          </p:cNvCxnSpPr>
          <p:nvPr/>
        </p:nvCxnSpPr>
        <p:spPr>
          <a:xfrm>
            <a:off x="6905782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E425101-4CF4-CFE8-2C2B-08DCDBF08BA8}"/>
                  </a:ext>
                </a:extLst>
              </p:cNvPr>
              <p:cNvSpPr txBox="1"/>
              <p:nvPr/>
            </p:nvSpPr>
            <p:spPr>
              <a:xfrm>
                <a:off x="4188320" y="1433822"/>
                <a:ext cx="43531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E425101-4CF4-CFE8-2C2B-08DCDBF08B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8320" y="1433822"/>
                <a:ext cx="435311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3D49B76-BBFA-28A1-E816-7524C6E95207}"/>
                  </a:ext>
                </a:extLst>
              </p:cNvPr>
              <p:cNvSpPr txBox="1"/>
              <p:nvPr/>
            </p:nvSpPr>
            <p:spPr>
              <a:xfrm>
                <a:off x="4421429" y="144690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3D49B76-BBFA-28A1-E816-7524C6E952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1429" y="1446908"/>
                <a:ext cx="440056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3F06141-93CB-8804-1E93-B240C744A91C}"/>
                  </a:ext>
                </a:extLst>
              </p:cNvPr>
              <p:cNvSpPr txBox="1"/>
              <p:nvPr/>
            </p:nvSpPr>
            <p:spPr>
              <a:xfrm>
                <a:off x="4688326" y="144690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3F06141-93CB-8804-1E93-B240C744A9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326" y="1446908"/>
                <a:ext cx="440056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F8868F7-E77D-1575-1404-E8DF0AD72EEE}"/>
                  </a:ext>
                </a:extLst>
              </p:cNvPr>
              <p:cNvSpPr txBox="1"/>
              <p:nvPr/>
            </p:nvSpPr>
            <p:spPr>
              <a:xfrm>
                <a:off x="6594046" y="1513032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F8868F7-E77D-1575-1404-E8DF0AD72E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046" y="1513032"/>
                <a:ext cx="440056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 43">
            <a:extLst>
              <a:ext uri="{FF2B5EF4-FFF2-40B4-BE49-F238E27FC236}">
                <a16:creationId xmlns:a16="http://schemas.microsoft.com/office/drawing/2014/main" id="{88891BB0-E6A9-219E-B0C3-6D303D828AC7}"/>
              </a:ext>
            </a:extLst>
          </p:cNvPr>
          <p:cNvSpPr/>
          <p:nvPr/>
        </p:nvSpPr>
        <p:spPr>
          <a:xfrm>
            <a:off x="4298461" y="3838677"/>
            <a:ext cx="1478478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0C7E759-73C5-0BF4-2697-57F6F09D029D}"/>
                  </a:ext>
                </a:extLst>
              </p:cNvPr>
              <p:cNvSpPr txBox="1"/>
              <p:nvPr/>
            </p:nvSpPr>
            <p:spPr>
              <a:xfrm>
                <a:off x="4778294" y="3094546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0C7E759-73C5-0BF4-2697-57F6F09D02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8294" y="3094546"/>
                <a:ext cx="54980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D9951FE-CFB8-C935-8EDA-3D64A9D96C24}"/>
              </a:ext>
            </a:extLst>
          </p:cNvPr>
          <p:cNvCxnSpPr>
            <a:cxnSpLocks/>
          </p:cNvCxnSpPr>
          <p:nvPr/>
        </p:nvCxnSpPr>
        <p:spPr>
          <a:xfrm flipV="1">
            <a:off x="4183405" y="3795736"/>
            <a:ext cx="0" cy="118704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1D6D1E7-5319-605E-E852-7FAC5219F31F}"/>
              </a:ext>
            </a:extLst>
          </p:cNvPr>
          <p:cNvCxnSpPr>
            <a:cxnSpLocks/>
          </p:cNvCxnSpPr>
          <p:nvPr/>
        </p:nvCxnSpPr>
        <p:spPr>
          <a:xfrm flipH="1">
            <a:off x="4257028" y="3767018"/>
            <a:ext cx="156134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0551A3C-9C96-C691-A82E-6EACE7A27938}"/>
                  </a:ext>
                </a:extLst>
              </p:cNvPr>
              <p:cNvSpPr txBox="1"/>
              <p:nvPr/>
            </p:nvSpPr>
            <p:spPr>
              <a:xfrm>
                <a:off x="3727216" y="4191871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0551A3C-9C96-C691-A82E-6EACE7A27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7216" y="4191871"/>
                <a:ext cx="549801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4D77291-F6C8-DA8F-4E60-9B1B6460923B}"/>
                  </a:ext>
                </a:extLst>
              </p:cNvPr>
              <p:cNvSpPr txBox="1"/>
              <p:nvPr/>
            </p:nvSpPr>
            <p:spPr>
              <a:xfrm>
                <a:off x="63600" y="6446760"/>
                <a:ext cx="58205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Memory Needed: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en-US" b="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4D77291-F6C8-DA8F-4E60-9B1B646092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00" y="6446760"/>
                <a:ext cx="5820574" cy="369332"/>
              </a:xfrm>
              <a:prstGeom prst="rect">
                <a:avLst/>
              </a:prstGeom>
              <a:blipFill>
                <a:blip r:embed="rId15"/>
                <a:stretch>
                  <a:fillRect l="-838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D8DAC3D0-0F52-D22F-F5A8-D00ADE763EC8}"/>
              </a:ext>
            </a:extLst>
          </p:cNvPr>
          <p:cNvSpPr/>
          <p:nvPr/>
        </p:nvSpPr>
        <p:spPr>
          <a:xfrm>
            <a:off x="374334" y="3825955"/>
            <a:ext cx="3267450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43FDC8B-827A-872C-86F4-3D34CE603CFB}"/>
              </a:ext>
            </a:extLst>
          </p:cNvPr>
          <p:cNvCxnSpPr>
            <a:cxnSpLocks/>
          </p:cNvCxnSpPr>
          <p:nvPr/>
        </p:nvCxnSpPr>
        <p:spPr>
          <a:xfrm flipV="1">
            <a:off x="3745970" y="3824153"/>
            <a:ext cx="18344" cy="1115689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4707BB1F-195B-3A45-CE6B-DE5FB6089340}"/>
              </a:ext>
            </a:extLst>
          </p:cNvPr>
          <p:cNvSpPr/>
          <p:nvPr/>
        </p:nvSpPr>
        <p:spPr>
          <a:xfrm>
            <a:off x="4199344" y="471473"/>
            <a:ext cx="1478478" cy="255141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62D9ECD-C387-3F4A-DBB2-B25382D6A522}"/>
              </a:ext>
            </a:extLst>
          </p:cNvPr>
          <p:cNvCxnSpPr>
            <a:cxnSpLocks/>
          </p:cNvCxnSpPr>
          <p:nvPr/>
        </p:nvCxnSpPr>
        <p:spPr>
          <a:xfrm flipH="1">
            <a:off x="4170638" y="3094546"/>
            <a:ext cx="156134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C7F5E4C3-5943-1A00-8209-3BCEE055AD95}"/>
              </a:ext>
            </a:extLst>
          </p:cNvPr>
          <p:cNvSpPr/>
          <p:nvPr/>
        </p:nvSpPr>
        <p:spPr>
          <a:xfrm>
            <a:off x="8060796" y="3897456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0C2FA70-BFA6-A301-3237-CBF5231DE9FA}"/>
                  </a:ext>
                </a:extLst>
              </p:cNvPr>
              <p:cNvSpPr txBox="1"/>
              <p:nvPr/>
            </p:nvSpPr>
            <p:spPr>
              <a:xfrm>
                <a:off x="9389242" y="3348013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0C2FA70-BFA6-A301-3237-CBF5231DE9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9242" y="3348013"/>
                <a:ext cx="487698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06F1A84-0ADA-13D2-AB8A-673471E7A973}"/>
              </a:ext>
            </a:extLst>
          </p:cNvPr>
          <p:cNvCxnSpPr/>
          <p:nvPr/>
        </p:nvCxnSpPr>
        <p:spPr>
          <a:xfrm>
            <a:off x="8320613" y="4234817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D64A6F7-174C-AC68-C8B4-81FF501E835A}"/>
              </a:ext>
            </a:extLst>
          </p:cNvPr>
          <p:cNvCxnSpPr/>
          <p:nvPr/>
        </p:nvCxnSpPr>
        <p:spPr>
          <a:xfrm>
            <a:off x="8320613" y="4477594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C8CF853-C578-A1D1-B29D-8BCA21BB0B84}"/>
              </a:ext>
            </a:extLst>
          </p:cNvPr>
          <p:cNvCxnSpPr/>
          <p:nvPr/>
        </p:nvCxnSpPr>
        <p:spPr>
          <a:xfrm>
            <a:off x="8320613" y="4762901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7DA7D8A2-A338-3AF4-6FCE-5C272584E0C8}"/>
              </a:ext>
            </a:extLst>
          </p:cNvPr>
          <p:cNvCxnSpPr/>
          <p:nvPr/>
        </p:nvCxnSpPr>
        <p:spPr>
          <a:xfrm>
            <a:off x="8320613" y="602285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14077A6-F80C-A418-ACFD-EF3C9A95879E}"/>
                  </a:ext>
                </a:extLst>
              </p:cNvPr>
              <p:cNvSpPr txBox="1"/>
              <p:nvPr/>
            </p:nvSpPr>
            <p:spPr>
              <a:xfrm>
                <a:off x="9280176" y="3890769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14077A6-F80C-A418-ACFD-EF3C9A9587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176" y="3890769"/>
                <a:ext cx="428130" cy="3385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5488EA6-C6F6-5516-4826-77F94EC097D5}"/>
                  </a:ext>
                </a:extLst>
              </p:cNvPr>
              <p:cNvSpPr txBox="1"/>
              <p:nvPr/>
            </p:nvSpPr>
            <p:spPr>
              <a:xfrm>
                <a:off x="9280176" y="4170634"/>
                <a:ext cx="43646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5488EA6-C6F6-5516-4826-77F94EC097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176" y="4170634"/>
                <a:ext cx="436465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CA6CB58-449F-70F7-A259-25DB675C7DCB}"/>
                  </a:ext>
                </a:extLst>
              </p:cNvPr>
              <p:cNvSpPr txBox="1"/>
              <p:nvPr/>
            </p:nvSpPr>
            <p:spPr>
              <a:xfrm>
                <a:off x="9277515" y="4431150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CA6CB58-449F-70F7-A259-25DB675C7D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7515" y="4431150"/>
                <a:ext cx="432874" cy="3385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2CFEC8E5-7877-9B84-4AF8-A122FB599BF7}"/>
                  </a:ext>
                </a:extLst>
              </p:cNvPr>
              <p:cNvSpPr txBox="1"/>
              <p:nvPr/>
            </p:nvSpPr>
            <p:spPr>
              <a:xfrm>
                <a:off x="9301905" y="5730423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2CFEC8E5-7877-9B84-4AF8-A122FB599B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1905" y="5730423"/>
                <a:ext cx="432874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0E7D330-A0DE-B990-673A-47331762DF28}"/>
              </a:ext>
            </a:extLst>
          </p:cNvPr>
          <p:cNvCxnSpPr>
            <a:cxnSpLocks/>
          </p:cNvCxnSpPr>
          <p:nvPr/>
        </p:nvCxnSpPr>
        <p:spPr>
          <a:xfrm>
            <a:off x="7932361" y="3897456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6038779-1358-9724-B2C6-CE8EC3B3C511}"/>
              </a:ext>
            </a:extLst>
          </p:cNvPr>
          <p:cNvCxnSpPr>
            <a:cxnSpLocks/>
          </p:cNvCxnSpPr>
          <p:nvPr/>
        </p:nvCxnSpPr>
        <p:spPr>
          <a:xfrm>
            <a:off x="8077066" y="3764638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FC0886F4-046B-EBE1-D0D0-D6F26B10A405}"/>
              </a:ext>
            </a:extLst>
          </p:cNvPr>
          <p:cNvSpPr/>
          <p:nvPr/>
        </p:nvSpPr>
        <p:spPr>
          <a:xfrm>
            <a:off x="7956211" y="495375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A51EEE5-52AA-8B43-FD8A-1A6B87F77B97}"/>
              </a:ext>
            </a:extLst>
          </p:cNvPr>
          <p:cNvCxnSpPr/>
          <p:nvPr/>
        </p:nvCxnSpPr>
        <p:spPr>
          <a:xfrm>
            <a:off x="8216028" y="832736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05BEDE08-AA7F-3644-7AD2-C8D8A85F23E2}"/>
              </a:ext>
            </a:extLst>
          </p:cNvPr>
          <p:cNvCxnSpPr/>
          <p:nvPr/>
        </p:nvCxnSpPr>
        <p:spPr>
          <a:xfrm>
            <a:off x="8216028" y="1075513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7A011CF1-C92D-496F-CFEE-B522EA5158C9}"/>
              </a:ext>
            </a:extLst>
          </p:cNvPr>
          <p:cNvCxnSpPr/>
          <p:nvPr/>
        </p:nvCxnSpPr>
        <p:spPr>
          <a:xfrm>
            <a:off x="8216028" y="136082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8436B826-A85E-3076-ED0E-2682434F8A08}"/>
              </a:ext>
            </a:extLst>
          </p:cNvPr>
          <p:cNvCxnSpPr/>
          <p:nvPr/>
        </p:nvCxnSpPr>
        <p:spPr>
          <a:xfrm>
            <a:off x="8216028" y="2620778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F0E0426E-B1EC-A203-03B9-E19420C8B530}"/>
              </a:ext>
            </a:extLst>
          </p:cNvPr>
          <p:cNvCxnSpPr>
            <a:cxnSpLocks/>
          </p:cNvCxnSpPr>
          <p:nvPr/>
        </p:nvCxnSpPr>
        <p:spPr>
          <a:xfrm>
            <a:off x="7827776" y="495375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8A54E2F6-EBBC-A4A6-3CF7-AAE2515B3DF5}"/>
                  </a:ext>
                </a:extLst>
              </p:cNvPr>
              <p:cNvSpPr txBox="1"/>
              <p:nvPr/>
            </p:nvSpPr>
            <p:spPr>
              <a:xfrm>
                <a:off x="9359872" y="6480067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8A54E2F6-EBBC-A4A6-3CF7-AAE2515B3D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9872" y="6480067"/>
                <a:ext cx="487698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E002219D-7308-41D3-FF26-05D5A29BF066}"/>
              </a:ext>
            </a:extLst>
          </p:cNvPr>
          <p:cNvCxnSpPr>
            <a:cxnSpLocks/>
          </p:cNvCxnSpPr>
          <p:nvPr/>
        </p:nvCxnSpPr>
        <p:spPr>
          <a:xfrm>
            <a:off x="8060795" y="6492875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38DCA66F-9FE1-5B18-BDED-0E82494763EC}"/>
                  </a:ext>
                </a:extLst>
              </p:cNvPr>
              <p:cNvSpPr txBox="1"/>
              <p:nvPr/>
            </p:nvSpPr>
            <p:spPr>
              <a:xfrm>
                <a:off x="7462035" y="156251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38DCA66F-9FE1-5B18-BDED-0E82494763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2035" y="1562514"/>
                <a:ext cx="365741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TextBox 79">
            <a:extLst>
              <a:ext uri="{FF2B5EF4-FFF2-40B4-BE49-F238E27FC236}">
                <a16:creationId xmlns:a16="http://schemas.microsoft.com/office/drawing/2014/main" id="{58F8D45A-CA09-C0ED-C833-B3E5BBD75A53}"/>
              </a:ext>
            </a:extLst>
          </p:cNvPr>
          <p:cNvSpPr txBox="1"/>
          <p:nvPr/>
        </p:nvSpPr>
        <p:spPr>
          <a:xfrm>
            <a:off x="7263785" y="5248756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X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2E983F8-D19F-15BE-203D-901314C4D77F}"/>
              </a:ext>
            </a:extLst>
          </p:cNvPr>
          <p:cNvSpPr txBox="1"/>
          <p:nvPr/>
        </p:nvSpPr>
        <p:spPr>
          <a:xfrm rot="16200000">
            <a:off x="9074852" y="3065432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=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3535B1C-7137-16E9-D2FD-7D3CDAE41477}"/>
              </a:ext>
            </a:extLst>
          </p:cNvPr>
          <p:cNvSpPr/>
          <p:nvPr/>
        </p:nvSpPr>
        <p:spPr>
          <a:xfrm>
            <a:off x="7996469" y="3836442"/>
            <a:ext cx="3267450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2DB2290-386A-CB83-BD1D-EE8F561D6AE7}"/>
              </a:ext>
            </a:extLst>
          </p:cNvPr>
          <p:cNvSpPr/>
          <p:nvPr/>
        </p:nvSpPr>
        <p:spPr>
          <a:xfrm>
            <a:off x="7755517" y="488142"/>
            <a:ext cx="3267450" cy="64894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45B8DCF6-0B76-E13F-4FCE-923416CDF3BD}"/>
                  </a:ext>
                </a:extLst>
              </p:cNvPr>
              <p:cNvSpPr txBox="1"/>
              <p:nvPr/>
            </p:nvSpPr>
            <p:spPr>
              <a:xfrm>
                <a:off x="11419051" y="4210922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45B8DCF6-0B76-E13F-4FCE-923416CDF3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9051" y="4210922"/>
                <a:ext cx="549801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FA6AEE6D-FC46-DDDD-403C-D6A236663239}"/>
              </a:ext>
            </a:extLst>
          </p:cNvPr>
          <p:cNvCxnSpPr>
            <a:cxnSpLocks/>
          </p:cNvCxnSpPr>
          <p:nvPr/>
        </p:nvCxnSpPr>
        <p:spPr>
          <a:xfrm>
            <a:off x="11442188" y="3846914"/>
            <a:ext cx="0" cy="1080206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4AB137D2-AEAB-D68A-66C2-C6EA32B9616C}"/>
                  </a:ext>
                </a:extLst>
              </p:cNvPr>
              <p:cNvSpPr txBox="1"/>
              <p:nvPr/>
            </p:nvSpPr>
            <p:spPr>
              <a:xfrm>
                <a:off x="11216587" y="627947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4AB137D2-AEAB-D68A-66C2-C6EA32B961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6587" y="627947"/>
                <a:ext cx="549801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127DD3FF-A23F-C64C-1310-80E1B6035567}"/>
              </a:ext>
            </a:extLst>
          </p:cNvPr>
          <p:cNvCxnSpPr>
            <a:cxnSpLocks/>
          </p:cNvCxnSpPr>
          <p:nvPr/>
        </p:nvCxnSpPr>
        <p:spPr>
          <a:xfrm>
            <a:off x="11200288" y="482308"/>
            <a:ext cx="16299" cy="75963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E8FFCA9-C75F-FAA1-BA0C-7BFE81DD66B4}"/>
                  </a:ext>
                </a:extLst>
              </p:cNvPr>
              <p:cNvSpPr txBox="1"/>
              <p:nvPr/>
            </p:nvSpPr>
            <p:spPr>
              <a:xfrm>
                <a:off x="8052842" y="487380"/>
                <a:ext cx="273055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E8FFCA9-C75F-FAA1-BA0C-7BFE81DD66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842" y="487380"/>
                <a:ext cx="2730555" cy="33855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654E333B-78A2-9096-DB94-3AE22D145D4C}"/>
                  </a:ext>
                </a:extLst>
              </p:cNvPr>
              <p:cNvSpPr txBox="1"/>
              <p:nvPr/>
            </p:nvSpPr>
            <p:spPr>
              <a:xfrm>
                <a:off x="8060795" y="751434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654E333B-78A2-9096-DB94-3AE22D145D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5" y="751434"/>
                <a:ext cx="2740045" cy="33855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4F750FB6-E347-AD3D-788E-5504EB881780}"/>
                  </a:ext>
                </a:extLst>
              </p:cNvPr>
              <p:cNvSpPr txBox="1"/>
              <p:nvPr/>
            </p:nvSpPr>
            <p:spPr>
              <a:xfrm>
                <a:off x="8060795" y="1031068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31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4F750FB6-E347-AD3D-788E-5504EB8817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5" y="1031068"/>
                <a:ext cx="2740045" cy="33855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E6013991-FD5E-9EDB-4FE9-8D85AF09D5BC}"/>
                  </a:ext>
                </a:extLst>
              </p:cNvPr>
              <p:cNvSpPr txBox="1"/>
              <p:nvPr/>
            </p:nvSpPr>
            <p:spPr>
              <a:xfrm>
                <a:off x="8060794" y="2263984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E6013991-FD5E-9EDB-4FE9-8D85AF09D5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4" y="2263984"/>
                <a:ext cx="2740045" cy="338554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450B5CB7-D3DB-F91E-D945-5321B93352CF}"/>
              </a:ext>
            </a:extLst>
          </p:cNvPr>
          <p:cNvCxnSpPr/>
          <p:nvPr/>
        </p:nvCxnSpPr>
        <p:spPr>
          <a:xfrm>
            <a:off x="696500" y="419136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A55CAB6D-8BAA-EADF-4505-C060C4DC14E9}"/>
              </a:ext>
            </a:extLst>
          </p:cNvPr>
          <p:cNvCxnSpPr/>
          <p:nvPr/>
        </p:nvCxnSpPr>
        <p:spPr>
          <a:xfrm>
            <a:off x="729029" y="457155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AF440F4B-8E29-AEB5-6390-113FE2E799A2}"/>
                  </a:ext>
                </a:extLst>
              </p:cNvPr>
              <p:cNvSpPr txBox="1"/>
              <p:nvPr/>
            </p:nvSpPr>
            <p:spPr>
              <a:xfrm>
                <a:off x="1656063" y="3884400"/>
                <a:ext cx="42813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AF440F4B-8E29-AEB5-6390-113FE2E799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6063" y="3884400"/>
                <a:ext cx="428131" cy="338554"/>
              </a:xfrm>
              <a:prstGeom prst="rect">
                <a:avLst/>
              </a:prstGeom>
              <a:blipFill>
                <a:blip r:embed="rId29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A9B03019-823B-E2CB-0829-50BD9BB27629}"/>
                  </a:ext>
                </a:extLst>
              </p:cNvPr>
              <p:cNvSpPr txBox="1"/>
              <p:nvPr/>
            </p:nvSpPr>
            <p:spPr>
              <a:xfrm>
                <a:off x="1685931" y="4239808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A9B03019-823B-E2CB-0829-50BD9BB276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5931" y="4239808"/>
                <a:ext cx="432874" cy="338554"/>
              </a:xfrm>
              <a:prstGeom prst="rect">
                <a:avLst/>
              </a:prstGeom>
              <a:blipFill>
                <a:blip r:embed="rId30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9B52FF0-1EC0-D53D-0082-8E3E7DA85C0E}"/>
                  </a:ext>
                </a:extLst>
              </p:cNvPr>
              <p:cNvSpPr txBox="1"/>
              <p:nvPr/>
            </p:nvSpPr>
            <p:spPr>
              <a:xfrm>
                <a:off x="4311472" y="391537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9B52FF0-1EC0-D53D-0082-8E3E7DA85C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1472" y="3915370"/>
                <a:ext cx="635841" cy="3693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4EFCFE8-C9BE-1100-5F2F-A448FA83E401}"/>
                  </a:ext>
                </a:extLst>
              </p:cNvPr>
              <p:cNvSpPr txBox="1"/>
              <p:nvPr/>
            </p:nvSpPr>
            <p:spPr>
              <a:xfrm>
                <a:off x="4779575" y="3928818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4EFCFE8-C9BE-1100-5F2F-A448FA83E4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9575" y="3928818"/>
                <a:ext cx="635841" cy="3693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4886A8A-BA9E-9D15-6C93-3DC4D23C1C82}"/>
                  </a:ext>
                </a:extLst>
              </p:cNvPr>
              <p:cNvSpPr txBox="1"/>
              <p:nvPr/>
            </p:nvSpPr>
            <p:spPr>
              <a:xfrm>
                <a:off x="4311472" y="4434895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4886A8A-BA9E-9D15-6C93-3DC4D23C1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1472" y="4434895"/>
                <a:ext cx="635841" cy="369332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4D6AA2D-1D05-6C6D-38CE-8A668FD7E9B9}"/>
                  </a:ext>
                </a:extLst>
              </p:cNvPr>
              <p:cNvSpPr txBox="1"/>
              <p:nvPr/>
            </p:nvSpPr>
            <p:spPr>
              <a:xfrm>
                <a:off x="4779575" y="445213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4D6AA2D-1D05-6C6D-38CE-8A668FD7E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9575" y="4452136"/>
                <a:ext cx="635841" cy="36933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D06E77A-9C64-22EB-813E-B81FB89C2BC6}"/>
                  </a:ext>
                </a:extLst>
              </p:cNvPr>
              <p:cNvSpPr txBox="1"/>
              <p:nvPr/>
            </p:nvSpPr>
            <p:spPr>
              <a:xfrm>
                <a:off x="4320322" y="584417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D06E77A-9C64-22EB-813E-B81FB89C2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0322" y="5844171"/>
                <a:ext cx="635841" cy="36933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666EE930-21F8-6C64-83B6-E97D4E2EC97F}"/>
                  </a:ext>
                </a:extLst>
              </p:cNvPr>
              <p:cNvSpPr txBox="1"/>
              <p:nvPr/>
            </p:nvSpPr>
            <p:spPr>
              <a:xfrm>
                <a:off x="4779575" y="5860755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666EE930-21F8-6C64-83B6-E97D4E2EC9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9575" y="5860755"/>
                <a:ext cx="635841" cy="369332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12FA2C3A-50CF-E7C0-1A7C-63F46E8CB156}"/>
                  </a:ext>
                </a:extLst>
              </p:cNvPr>
              <p:cNvSpPr txBox="1"/>
              <p:nvPr/>
            </p:nvSpPr>
            <p:spPr>
              <a:xfrm>
                <a:off x="5247677" y="391526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12FA2C3A-50CF-E7C0-1A7C-63F46E8CB1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7677" y="3915266"/>
                <a:ext cx="635841" cy="3693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3D975FDE-6463-FEED-2C37-2A045BBCFBC4}"/>
                  </a:ext>
                </a:extLst>
              </p:cNvPr>
              <p:cNvSpPr txBox="1"/>
              <p:nvPr/>
            </p:nvSpPr>
            <p:spPr>
              <a:xfrm>
                <a:off x="5269649" y="4469377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3D975FDE-6463-FEED-2C37-2A045BBCFB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9649" y="4469377"/>
                <a:ext cx="635841" cy="369332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F64BF766-29A5-5312-AFF7-41BA346D95A7}"/>
                  </a:ext>
                </a:extLst>
              </p:cNvPr>
              <p:cNvSpPr txBox="1"/>
              <p:nvPr/>
            </p:nvSpPr>
            <p:spPr>
              <a:xfrm>
                <a:off x="5286222" y="5868523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F64BF766-29A5-5312-AFF7-41BA346D95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222" y="5868523"/>
                <a:ext cx="635841" cy="369332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56977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AE4F3-57B3-013C-DB1D-37F3212D5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41809-0EB2-5860-A773-BBF8A9722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FlashAttention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A8853A-7E4A-6770-D7D7-737F8C95D097}"/>
              </a:ext>
            </a:extLst>
          </p:cNvPr>
          <p:cNvSpPr/>
          <p:nvPr/>
        </p:nvSpPr>
        <p:spPr>
          <a:xfrm>
            <a:off x="4376443" y="3832627"/>
            <a:ext cx="2915093" cy="2436553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2B3DB3A-80C2-2DA0-85DD-071A47A00F40}"/>
                  </a:ext>
                </a:extLst>
              </p:cNvPr>
              <p:cNvSpPr txBox="1"/>
              <p:nvPr/>
            </p:nvSpPr>
            <p:spPr>
              <a:xfrm>
                <a:off x="7480263" y="4845625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2B3DB3A-80C2-2DA0-85DD-071A47A00F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0263" y="4845625"/>
                <a:ext cx="3657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E2CBFFB-6557-4D5F-F247-2AB0ED9B9587}"/>
                  </a:ext>
                </a:extLst>
              </p:cNvPr>
              <p:cNvSpPr txBox="1"/>
              <p:nvPr/>
            </p:nvSpPr>
            <p:spPr>
              <a:xfrm>
                <a:off x="5701304" y="656921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E2CBFFB-6557-4D5F-F247-2AB0ED9B95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304" y="6569214"/>
                <a:ext cx="3657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772A301-5704-8A62-7120-4A49BF9487D7}"/>
              </a:ext>
            </a:extLst>
          </p:cNvPr>
          <p:cNvCxnSpPr>
            <a:cxnSpLocks/>
          </p:cNvCxnSpPr>
          <p:nvPr/>
        </p:nvCxnSpPr>
        <p:spPr>
          <a:xfrm flipH="1">
            <a:off x="4376443" y="6452410"/>
            <a:ext cx="291509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53F1B92-3EBF-5153-B985-D9790800AF9E}"/>
              </a:ext>
            </a:extLst>
          </p:cNvPr>
          <p:cNvCxnSpPr>
            <a:cxnSpLocks/>
          </p:cNvCxnSpPr>
          <p:nvPr/>
        </p:nvCxnSpPr>
        <p:spPr>
          <a:xfrm>
            <a:off x="7480263" y="3845153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26922A3-9A0E-14C2-3A79-F45C61FD534F}"/>
                  </a:ext>
                </a:extLst>
              </p:cNvPr>
              <p:cNvSpPr txBox="1"/>
              <p:nvPr/>
            </p:nvSpPr>
            <p:spPr>
              <a:xfrm>
                <a:off x="6566761" y="389745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26922A3-9A0E-14C2-3A79-F45C61FD53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761" y="3897456"/>
                <a:ext cx="6358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23365E19-4986-5C59-E7AB-0CB4BD1CE09B}"/>
              </a:ext>
            </a:extLst>
          </p:cNvPr>
          <p:cNvSpPr txBox="1"/>
          <p:nvPr/>
        </p:nvSpPr>
        <p:spPr>
          <a:xfrm>
            <a:off x="5857834" y="3832627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BE84508-4239-B92A-88CE-7D5B397FF9AE}"/>
                  </a:ext>
                </a:extLst>
              </p:cNvPr>
              <p:cNvSpPr txBox="1"/>
              <p:nvPr/>
            </p:nvSpPr>
            <p:spPr>
              <a:xfrm>
                <a:off x="6566761" y="441698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BE84508-4239-B92A-88CE-7D5B397FF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761" y="4416981"/>
                <a:ext cx="6358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241EFB7A-A34F-D880-7CCB-4D10C7EE6B26}"/>
              </a:ext>
            </a:extLst>
          </p:cNvPr>
          <p:cNvSpPr txBox="1"/>
          <p:nvPr/>
        </p:nvSpPr>
        <p:spPr>
          <a:xfrm>
            <a:off x="5857834" y="4352152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C5AA3A2-18B7-CAF4-BA54-A6A2C819FA05}"/>
                  </a:ext>
                </a:extLst>
              </p:cNvPr>
              <p:cNvSpPr txBox="1"/>
              <p:nvPr/>
            </p:nvSpPr>
            <p:spPr>
              <a:xfrm>
                <a:off x="6575611" y="5826257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C5AA3A2-18B7-CAF4-BA54-A6A2C819F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611" y="5826257"/>
                <a:ext cx="63584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F16CF1F9-C0BC-032F-EF92-842C8B5C22F0}"/>
              </a:ext>
            </a:extLst>
          </p:cNvPr>
          <p:cNvSpPr txBox="1"/>
          <p:nvPr/>
        </p:nvSpPr>
        <p:spPr>
          <a:xfrm>
            <a:off x="5866684" y="5761428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333C12D-800C-A0E5-BFC3-54A1A0413F42}"/>
                  </a:ext>
                </a:extLst>
              </p:cNvPr>
              <p:cNvSpPr txBox="1"/>
              <p:nvPr/>
            </p:nvSpPr>
            <p:spPr>
              <a:xfrm>
                <a:off x="259057" y="1241943"/>
                <a:ext cx="3222162" cy="1200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Ignore </a:t>
                </a:r>
                <a:r>
                  <a:rPr lang="en-US" dirty="0" err="1"/>
                  <a:t>softmax</a:t>
                </a:r>
                <a:r>
                  <a:rPr lang="en-US" dirty="0"/>
                  <a:t> for now</a:t>
                </a:r>
              </a:p>
              <a:p>
                <a:endParaRPr lang="en-US" dirty="0"/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How to produce the full output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rows of O? 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333C12D-800C-A0E5-BFC3-54A1A0413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57" y="1241943"/>
                <a:ext cx="3222162" cy="1200329"/>
              </a:xfrm>
              <a:prstGeom prst="rect">
                <a:avLst/>
              </a:prstGeom>
              <a:blipFill>
                <a:blip r:embed="rId7"/>
                <a:stretch>
                  <a:fillRect l="-1512" t="-3046" b="-71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BBB4A78E-F776-587D-5BB7-B5BCB2DB7B05}"/>
              </a:ext>
            </a:extLst>
          </p:cNvPr>
          <p:cNvSpPr/>
          <p:nvPr/>
        </p:nvSpPr>
        <p:spPr>
          <a:xfrm>
            <a:off x="560498" y="3837304"/>
            <a:ext cx="2915093" cy="24365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941702F-3527-DEB3-4C35-D039AA67EB53}"/>
              </a:ext>
            </a:extLst>
          </p:cNvPr>
          <p:cNvCxnSpPr/>
          <p:nvPr/>
        </p:nvCxnSpPr>
        <p:spPr>
          <a:xfrm>
            <a:off x="766063" y="5892855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838EDD6-DB02-21D3-2152-093B1D093264}"/>
                  </a:ext>
                </a:extLst>
              </p:cNvPr>
              <p:cNvSpPr txBox="1"/>
              <p:nvPr/>
            </p:nvSpPr>
            <p:spPr>
              <a:xfrm>
                <a:off x="1725626" y="5571156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838EDD6-DB02-21D3-2152-093B1D0932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626" y="5571156"/>
                <a:ext cx="428130" cy="338554"/>
              </a:xfrm>
              <a:prstGeom prst="rect">
                <a:avLst/>
              </a:prstGeom>
              <a:blipFill>
                <a:blip r:embed="rId8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BCA7D184-74BA-BF27-923C-0A86620C5DA8}"/>
              </a:ext>
            </a:extLst>
          </p:cNvPr>
          <p:cNvSpPr/>
          <p:nvPr/>
        </p:nvSpPr>
        <p:spPr>
          <a:xfrm>
            <a:off x="4271567" y="530813"/>
            <a:ext cx="2915093" cy="2436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58120FC-4652-A8BA-8026-A003CBF482FD}"/>
              </a:ext>
            </a:extLst>
          </p:cNvPr>
          <p:cNvCxnSpPr>
            <a:cxnSpLocks/>
          </p:cNvCxnSpPr>
          <p:nvPr/>
        </p:nvCxnSpPr>
        <p:spPr>
          <a:xfrm>
            <a:off x="4506368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C72F567-3EF9-745F-1C88-A0944CEBDA7A}"/>
              </a:ext>
            </a:extLst>
          </p:cNvPr>
          <p:cNvCxnSpPr>
            <a:cxnSpLocks/>
          </p:cNvCxnSpPr>
          <p:nvPr/>
        </p:nvCxnSpPr>
        <p:spPr>
          <a:xfrm>
            <a:off x="4749145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B37C78C-A9FD-2F4A-CDE0-18C44ACF7BDA}"/>
              </a:ext>
            </a:extLst>
          </p:cNvPr>
          <p:cNvCxnSpPr>
            <a:cxnSpLocks/>
          </p:cNvCxnSpPr>
          <p:nvPr/>
        </p:nvCxnSpPr>
        <p:spPr>
          <a:xfrm>
            <a:off x="5007871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026B544-7CD5-E4A1-B0F2-D681A7F41FDB}"/>
              </a:ext>
            </a:extLst>
          </p:cNvPr>
          <p:cNvCxnSpPr>
            <a:cxnSpLocks/>
          </p:cNvCxnSpPr>
          <p:nvPr/>
        </p:nvCxnSpPr>
        <p:spPr>
          <a:xfrm>
            <a:off x="6335168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4A3D016-C445-6890-DC4E-99EEDEFC6A18}"/>
              </a:ext>
            </a:extLst>
          </p:cNvPr>
          <p:cNvCxnSpPr>
            <a:cxnSpLocks/>
          </p:cNvCxnSpPr>
          <p:nvPr/>
        </p:nvCxnSpPr>
        <p:spPr>
          <a:xfrm>
            <a:off x="6615159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BF9C090-7FD1-D811-6B84-CB64038A6423}"/>
              </a:ext>
            </a:extLst>
          </p:cNvPr>
          <p:cNvCxnSpPr>
            <a:cxnSpLocks/>
          </p:cNvCxnSpPr>
          <p:nvPr/>
        </p:nvCxnSpPr>
        <p:spPr>
          <a:xfrm>
            <a:off x="6905782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DB1773A-F0EF-6087-78D5-428951F1E6A6}"/>
                  </a:ext>
                </a:extLst>
              </p:cNvPr>
              <p:cNvSpPr txBox="1"/>
              <p:nvPr/>
            </p:nvSpPr>
            <p:spPr>
              <a:xfrm>
                <a:off x="4188320" y="1433822"/>
                <a:ext cx="43531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DB1773A-F0EF-6087-78D5-428951F1E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8320" y="1433822"/>
                <a:ext cx="435311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5266FDB-F7E6-5DAE-A041-49E3FF27D202}"/>
                  </a:ext>
                </a:extLst>
              </p:cNvPr>
              <p:cNvSpPr txBox="1"/>
              <p:nvPr/>
            </p:nvSpPr>
            <p:spPr>
              <a:xfrm>
                <a:off x="4421429" y="144690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5266FDB-F7E6-5DAE-A041-49E3FF27D2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1429" y="1446908"/>
                <a:ext cx="440056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0778841-3226-82F3-00B9-A204D357E2C1}"/>
                  </a:ext>
                </a:extLst>
              </p:cNvPr>
              <p:cNvSpPr txBox="1"/>
              <p:nvPr/>
            </p:nvSpPr>
            <p:spPr>
              <a:xfrm>
                <a:off x="4688326" y="144690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0778841-3226-82F3-00B9-A204D357E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326" y="1446908"/>
                <a:ext cx="440056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23F8C3A-7A91-ECB6-670A-3CF27C636914}"/>
                  </a:ext>
                </a:extLst>
              </p:cNvPr>
              <p:cNvSpPr txBox="1"/>
              <p:nvPr/>
            </p:nvSpPr>
            <p:spPr>
              <a:xfrm>
                <a:off x="6594046" y="1513032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23F8C3A-7A91-ECB6-670A-3CF27C636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046" y="1513032"/>
                <a:ext cx="440056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 43">
            <a:extLst>
              <a:ext uri="{FF2B5EF4-FFF2-40B4-BE49-F238E27FC236}">
                <a16:creationId xmlns:a16="http://schemas.microsoft.com/office/drawing/2014/main" id="{5690D326-449A-2EAB-2751-B0886D34E706}"/>
              </a:ext>
            </a:extLst>
          </p:cNvPr>
          <p:cNvSpPr/>
          <p:nvPr/>
        </p:nvSpPr>
        <p:spPr>
          <a:xfrm>
            <a:off x="4298461" y="3838677"/>
            <a:ext cx="1478478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5DB9BD9-26E3-B093-C606-8A0FE892E015}"/>
                  </a:ext>
                </a:extLst>
              </p:cNvPr>
              <p:cNvSpPr txBox="1"/>
              <p:nvPr/>
            </p:nvSpPr>
            <p:spPr>
              <a:xfrm>
                <a:off x="4778294" y="3094546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5DB9BD9-26E3-B093-C606-8A0FE892E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8294" y="3094546"/>
                <a:ext cx="54980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1125EA8-6C2D-161F-74DF-3DDA002C7673}"/>
              </a:ext>
            </a:extLst>
          </p:cNvPr>
          <p:cNvCxnSpPr>
            <a:cxnSpLocks/>
          </p:cNvCxnSpPr>
          <p:nvPr/>
        </p:nvCxnSpPr>
        <p:spPr>
          <a:xfrm flipV="1">
            <a:off x="4183405" y="3795736"/>
            <a:ext cx="0" cy="118704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0CE7572-B954-772D-EDFB-025C8241D634}"/>
              </a:ext>
            </a:extLst>
          </p:cNvPr>
          <p:cNvCxnSpPr>
            <a:cxnSpLocks/>
          </p:cNvCxnSpPr>
          <p:nvPr/>
        </p:nvCxnSpPr>
        <p:spPr>
          <a:xfrm flipH="1">
            <a:off x="4257028" y="3767018"/>
            <a:ext cx="156134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CACBE36-67ED-8418-9D03-DF65FDEF32F6}"/>
                  </a:ext>
                </a:extLst>
              </p:cNvPr>
              <p:cNvSpPr txBox="1"/>
              <p:nvPr/>
            </p:nvSpPr>
            <p:spPr>
              <a:xfrm>
                <a:off x="3727216" y="4191871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CACBE36-67ED-8418-9D03-DF65FDEF3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7216" y="4191871"/>
                <a:ext cx="549801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FA7BD44-59C9-6A5D-E270-C0BF4A1D8E29}"/>
                  </a:ext>
                </a:extLst>
              </p:cNvPr>
              <p:cNvSpPr txBox="1"/>
              <p:nvPr/>
            </p:nvSpPr>
            <p:spPr>
              <a:xfrm>
                <a:off x="63600" y="6446760"/>
                <a:ext cx="58205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Memory Needed: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en-US" b="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FA7BD44-59C9-6A5D-E270-C0BF4A1D8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00" y="6446760"/>
                <a:ext cx="5820574" cy="369332"/>
              </a:xfrm>
              <a:prstGeom prst="rect">
                <a:avLst/>
              </a:prstGeom>
              <a:blipFill>
                <a:blip r:embed="rId15"/>
                <a:stretch>
                  <a:fillRect l="-838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6C474DE9-B26F-18CB-9544-20EC71452905}"/>
              </a:ext>
            </a:extLst>
          </p:cNvPr>
          <p:cNvSpPr/>
          <p:nvPr/>
        </p:nvSpPr>
        <p:spPr>
          <a:xfrm>
            <a:off x="374334" y="3825955"/>
            <a:ext cx="3267450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E40625F-0EF6-37DD-0A13-5AE91A83FF8C}"/>
              </a:ext>
            </a:extLst>
          </p:cNvPr>
          <p:cNvCxnSpPr>
            <a:cxnSpLocks/>
          </p:cNvCxnSpPr>
          <p:nvPr/>
        </p:nvCxnSpPr>
        <p:spPr>
          <a:xfrm flipV="1">
            <a:off x="3745970" y="3824153"/>
            <a:ext cx="18344" cy="1115689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A74FA8C9-6624-0310-4066-5E5B38C0DABE}"/>
              </a:ext>
            </a:extLst>
          </p:cNvPr>
          <p:cNvSpPr/>
          <p:nvPr/>
        </p:nvSpPr>
        <p:spPr>
          <a:xfrm>
            <a:off x="4199344" y="471473"/>
            <a:ext cx="1478478" cy="255141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D7252F2-7D91-B4C8-99AE-1B57F00DF961}"/>
              </a:ext>
            </a:extLst>
          </p:cNvPr>
          <p:cNvCxnSpPr>
            <a:cxnSpLocks/>
          </p:cNvCxnSpPr>
          <p:nvPr/>
        </p:nvCxnSpPr>
        <p:spPr>
          <a:xfrm flipH="1">
            <a:off x="4170638" y="3094546"/>
            <a:ext cx="156134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C25EF95E-5E82-DC2F-E83E-CA515A1FDCCD}"/>
              </a:ext>
            </a:extLst>
          </p:cNvPr>
          <p:cNvSpPr/>
          <p:nvPr/>
        </p:nvSpPr>
        <p:spPr>
          <a:xfrm>
            <a:off x="8060796" y="3897456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89AAD43-B9A9-CC5F-3DC7-C086B98B7B21}"/>
                  </a:ext>
                </a:extLst>
              </p:cNvPr>
              <p:cNvSpPr txBox="1"/>
              <p:nvPr/>
            </p:nvSpPr>
            <p:spPr>
              <a:xfrm>
                <a:off x="9389242" y="3348013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89AAD43-B9A9-CC5F-3DC7-C086B98B7B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9242" y="3348013"/>
                <a:ext cx="487698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0AE8F4-AF8D-F0A9-7317-A5446162A828}"/>
              </a:ext>
            </a:extLst>
          </p:cNvPr>
          <p:cNvCxnSpPr/>
          <p:nvPr/>
        </p:nvCxnSpPr>
        <p:spPr>
          <a:xfrm>
            <a:off x="8320613" y="4234817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F8914F8-4EA1-8F23-BCD6-38C8E728F73E}"/>
              </a:ext>
            </a:extLst>
          </p:cNvPr>
          <p:cNvCxnSpPr/>
          <p:nvPr/>
        </p:nvCxnSpPr>
        <p:spPr>
          <a:xfrm>
            <a:off x="8320613" y="4477594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7DDC04B-6AAD-E7AA-DAE5-99404C5D10DE}"/>
              </a:ext>
            </a:extLst>
          </p:cNvPr>
          <p:cNvCxnSpPr/>
          <p:nvPr/>
        </p:nvCxnSpPr>
        <p:spPr>
          <a:xfrm>
            <a:off x="8320613" y="4762901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14A7B5D-5AA8-4B81-5088-443C81BBC881}"/>
              </a:ext>
            </a:extLst>
          </p:cNvPr>
          <p:cNvCxnSpPr/>
          <p:nvPr/>
        </p:nvCxnSpPr>
        <p:spPr>
          <a:xfrm>
            <a:off x="8320613" y="602285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08581F8-6911-2E6B-5EA0-575FBD49BA5D}"/>
                  </a:ext>
                </a:extLst>
              </p:cNvPr>
              <p:cNvSpPr txBox="1"/>
              <p:nvPr/>
            </p:nvSpPr>
            <p:spPr>
              <a:xfrm>
                <a:off x="9280176" y="3890769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08581F8-6911-2E6B-5EA0-575FBD49B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176" y="3890769"/>
                <a:ext cx="428130" cy="3385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8379DC2-5748-FF5D-2D61-CD8A36F212CF}"/>
                  </a:ext>
                </a:extLst>
              </p:cNvPr>
              <p:cNvSpPr txBox="1"/>
              <p:nvPr/>
            </p:nvSpPr>
            <p:spPr>
              <a:xfrm>
                <a:off x="9280176" y="4170634"/>
                <a:ext cx="43646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8379DC2-5748-FF5D-2D61-CD8A36F21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176" y="4170634"/>
                <a:ext cx="436465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9483C77-E709-12C6-BFDE-D3498E9AFF1C}"/>
                  </a:ext>
                </a:extLst>
              </p:cNvPr>
              <p:cNvSpPr txBox="1"/>
              <p:nvPr/>
            </p:nvSpPr>
            <p:spPr>
              <a:xfrm>
                <a:off x="9277515" y="4431150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9483C77-E709-12C6-BFDE-D3498E9AFF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7515" y="4431150"/>
                <a:ext cx="432874" cy="3385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86CC9413-82A1-35E7-BB6D-1CF61B8210C9}"/>
                  </a:ext>
                </a:extLst>
              </p:cNvPr>
              <p:cNvSpPr txBox="1"/>
              <p:nvPr/>
            </p:nvSpPr>
            <p:spPr>
              <a:xfrm>
                <a:off x="9301905" y="5730423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86CC9413-82A1-35E7-BB6D-1CF61B8210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1905" y="5730423"/>
                <a:ext cx="432874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83E84218-1B09-B18D-E3F7-2886A94DD181}"/>
              </a:ext>
            </a:extLst>
          </p:cNvPr>
          <p:cNvCxnSpPr>
            <a:cxnSpLocks/>
          </p:cNvCxnSpPr>
          <p:nvPr/>
        </p:nvCxnSpPr>
        <p:spPr>
          <a:xfrm>
            <a:off x="7932361" y="3897456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CDDFD2D-49DB-7D9E-FA52-7AD02E816C71}"/>
              </a:ext>
            </a:extLst>
          </p:cNvPr>
          <p:cNvCxnSpPr>
            <a:cxnSpLocks/>
          </p:cNvCxnSpPr>
          <p:nvPr/>
        </p:nvCxnSpPr>
        <p:spPr>
          <a:xfrm>
            <a:off x="8077066" y="3764638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05A92DD7-7294-EA6B-9FE0-9FADA8491C6A}"/>
              </a:ext>
            </a:extLst>
          </p:cNvPr>
          <p:cNvSpPr/>
          <p:nvPr/>
        </p:nvSpPr>
        <p:spPr>
          <a:xfrm>
            <a:off x="7956211" y="495375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F3B187C3-BFDF-8F9A-8B23-7AFC5C3731FD}"/>
              </a:ext>
            </a:extLst>
          </p:cNvPr>
          <p:cNvCxnSpPr/>
          <p:nvPr/>
        </p:nvCxnSpPr>
        <p:spPr>
          <a:xfrm>
            <a:off x="8216028" y="832736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F541823C-62F1-50E8-C79A-95C9B4140294}"/>
              </a:ext>
            </a:extLst>
          </p:cNvPr>
          <p:cNvCxnSpPr/>
          <p:nvPr/>
        </p:nvCxnSpPr>
        <p:spPr>
          <a:xfrm>
            <a:off x="8216028" y="1075513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CDA8C2BA-AB4C-8B90-5C86-A16161E5C943}"/>
              </a:ext>
            </a:extLst>
          </p:cNvPr>
          <p:cNvCxnSpPr/>
          <p:nvPr/>
        </p:nvCxnSpPr>
        <p:spPr>
          <a:xfrm>
            <a:off x="8216028" y="136082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437A5F1C-0BDC-42AD-31B3-8009058D54F6}"/>
              </a:ext>
            </a:extLst>
          </p:cNvPr>
          <p:cNvCxnSpPr/>
          <p:nvPr/>
        </p:nvCxnSpPr>
        <p:spPr>
          <a:xfrm>
            <a:off x="8216028" y="2620778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32E72B96-722C-B9C7-185B-6B77BD8F4BCA}"/>
              </a:ext>
            </a:extLst>
          </p:cNvPr>
          <p:cNvCxnSpPr>
            <a:cxnSpLocks/>
          </p:cNvCxnSpPr>
          <p:nvPr/>
        </p:nvCxnSpPr>
        <p:spPr>
          <a:xfrm>
            <a:off x="7827776" y="495375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9B7C470A-FE2F-50B0-0936-B55C7B725393}"/>
                  </a:ext>
                </a:extLst>
              </p:cNvPr>
              <p:cNvSpPr txBox="1"/>
              <p:nvPr/>
            </p:nvSpPr>
            <p:spPr>
              <a:xfrm>
                <a:off x="9359872" y="6480067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9B7C470A-FE2F-50B0-0936-B55C7B7253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9872" y="6480067"/>
                <a:ext cx="487698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DF07E72E-3D83-B79B-951B-6A4CC882CED7}"/>
              </a:ext>
            </a:extLst>
          </p:cNvPr>
          <p:cNvCxnSpPr>
            <a:cxnSpLocks/>
          </p:cNvCxnSpPr>
          <p:nvPr/>
        </p:nvCxnSpPr>
        <p:spPr>
          <a:xfrm>
            <a:off x="8060795" y="6492875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761D254F-CBFB-5AE8-0774-65E79B9DE5AF}"/>
                  </a:ext>
                </a:extLst>
              </p:cNvPr>
              <p:cNvSpPr txBox="1"/>
              <p:nvPr/>
            </p:nvSpPr>
            <p:spPr>
              <a:xfrm>
                <a:off x="7462035" y="156251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761D254F-CBFB-5AE8-0774-65E79B9DE5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2035" y="1562514"/>
                <a:ext cx="365741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TextBox 79">
            <a:extLst>
              <a:ext uri="{FF2B5EF4-FFF2-40B4-BE49-F238E27FC236}">
                <a16:creationId xmlns:a16="http://schemas.microsoft.com/office/drawing/2014/main" id="{4BC2762E-4D02-CB22-3AC6-E7CCE22BD37D}"/>
              </a:ext>
            </a:extLst>
          </p:cNvPr>
          <p:cNvSpPr txBox="1"/>
          <p:nvPr/>
        </p:nvSpPr>
        <p:spPr>
          <a:xfrm>
            <a:off x="7263785" y="5248756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X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F39155C-FC69-DB15-75AA-4193EE982B38}"/>
              </a:ext>
            </a:extLst>
          </p:cNvPr>
          <p:cNvSpPr txBox="1"/>
          <p:nvPr/>
        </p:nvSpPr>
        <p:spPr>
          <a:xfrm rot="16200000">
            <a:off x="9074852" y="3065432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=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262AF99-A785-726B-B88D-1F990E4CFC0C}"/>
              </a:ext>
            </a:extLst>
          </p:cNvPr>
          <p:cNvSpPr/>
          <p:nvPr/>
        </p:nvSpPr>
        <p:spPr>
          <a:xfrm>
            <a:off x="7996469" y="3836442"/>
            <a:ext cx="3267450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AA23705-19C0-E781-CE2B-680D622DCB6A}"/>
              </a:ext>
            </a:extLst>
          </p:cNvPr>
          <p:cNvSpPr/>
          <p:nvPr/>
        </p:nvSpPr>
        <p:spPr>
          <a:xfrm>
            <a:off x="7755517" y="488142"/>
            <a:ext cx="3267450" cy="64894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E9F0685E-0A13-A460-4423-239526B6CB8C}"/>
                  </a:ext>
                </a:extLst>
              </p:cNvPr>
              <p:cNvSpPr txBox="1"/>
              <p:nvPr/>
            </p:nvSpPr>
            <p:spPr>
              <a:xfrm>
                <a:off x="11419051" y="4210922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E9F0685E-0A13-A460-4423-239526B6CB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9051" y="4210922"/>
                <a:ext cx="549801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091071F5-C70E-A830-C4CF-14E15CC43DED}"/>
              </a:ext>
            </a:extLst>
          </p:cNvPr>
          <p:cNvCxnSpPr>
            <a:cxnSpLocks/>
          </p:cNvCxnSpPr>
          <p:nvPr/>
        </p:nvCxnSpPr>
        <p:spPr>
          <a:xfrm>
            <a:off x="11442188" y="3846914"/>
            <a:ext cx="0" cy="1080206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9C3AE626-AA32-7B9A-68F1-BE437F3EE26A}"/>
                  </a:ext>
                </a:extLst>
              </p:cNvPr>
              <p:cNvSpPr txBox="1"/>
              <p:nvPr/>
            </p:nvSpPr>
            <p:spPr>
              <a:xfrm>
                <a:off x="11216587" y="627947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9C3AE626-AA32-7B9A-68F1-BE437F3EE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6587" y="627947"/>
                <a:ext cx="549801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9B3E85D3-759F-A371-E5D7-34B0D3DE8B6D}"/>
              </a:ext>
            </a:extLst>
          </p:cNvPr>
          <p:cNvCxnSpPr>
            <a:cxnSpLocks/>
          </p:cNvCxnSpPr>
          <p:nvPr/>
        </p:nvCxnSpPr>
        <p:spPr>
          <a:xfrm>
            <a:off x="11200288" y="482308"/>
            <a:ext cx="16299" cy="75963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C5C3925C-5426-5E07-EED6-2FFFF6735738}"/>
                  </a:ext>
                </a:extLst>
              </p:cNvPr>
              <p:cNvSpPr txBox="1"/>
              <p:nvPr/>
            </p:nvSpPr>
            <p:spPr>
              <a:xfrm>
                <a:off x="8052842" y="487380"/>
                <a:ext cx="273055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C5C3925C-5426-5E07-EED6-2FFFF67357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842" y="487380"/>
                <a:ext cx="2730555" cy="33855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84E585EC-F0CD-2C12-3FBE-16235A5A56B4}"/>
                  </a:ext>
                </a:extLst>
              </p:cNvPr>
              <p:cNvSpPr txBox="1"/>
              <p:nvPr/>
            </p:nvSpPr>
            <p:spPr>
              <a:xfrm>
                <a:off x="8060795" y="751434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84E585EC-F0CD-2C12-3FBE-16235A5A56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5" y="751434"/>
                <a:ext cx="2740045" cy="33855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8BD7D4F7-33A5-34DD-C726-57F9C5418F2D}"/>
                  </a:ext>
                </a:extLst>
              </p:cNvPr>
              <p:cNvSpPr txBox="1"/>
              <p:nvPr/>
            </p:nvSpPr>
            <p:spPr>
              <a:xfrm>
                <a:off x="8060795" y="1031068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31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8BD7D4F7-33A5-34DD-C726-57F9C5418F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5" y="1031068"/>
                <a:ext cx="2740045" cy="33855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388FC612-D5B6-434F-D778-2F21F195D4DE}"/>
                  </a:ext>
                </a:extLst>
              </p:cNvPr>
              <p:cNvSpPr txBox="1"/>
              <p:nvPr/>
            </p:nvSpPr>
            <p:spPr>
              <a:xfrm>
                <a:off x="8060794" y="2263984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388FC612-D5B6-434F-D778-2F21F195D4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4" y="2263984"/>
                <a:ext cx="2740045" cy="338554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2D1C5790-BBFF-9BC6-83D6-5B6DBD92C5D0}"/>
              </a:ext>
            </a:extLst>
          </p:cNvPr>
          <p:cNvCxnSpPr/>
          <p:nvPr/>
        </p:nvCxnSpPr>
        <p:spPr>
          <a:xfrm>
            <a:off x="696500" y="419136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D0FDB81A-F365-CFED-7CB0-0AC8ECB20D67}"/>
              </a:ext>
            </a:extLst>
          </p:cNvPr>
          <p:cNvCxnSpPr/>
          <p:nvPr/>
        </p:nvCxnSpPr>
        <p:spPr>
          <a:xfrm>
            <a:off x="729029" y="457155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A8828F4A-2997-9685-6C8C-2F2C5875ACD4}"/>
                  </a:ext>
                </a:extLst>
              </p:cNvPr>
              <p:cNvSpPr txBox="1"/>
              <p:nvPr/>
            </p:nvSpPr>
            <p:spPr>
              <a:xfrm>
                <a:off x="1656063" y="3884400"/>
                <a:ext cx="42813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A8828F4A-2997-9685-6C8C-2F2C5875AC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6063" y="3884400"/>
                <a:ext cx="428131" cy="338554"/>
              </a:xfrm>
              <a:prstGeom prst="rect">
                <a:avLst/>
              </a:prstGeom>
              <a:blipFill>
                <a:blip r:embed="rId29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0E66542A-9896-30F1-476F-917D984C3E61}"/>
                  </a:ext>
                </a:extLst>
              </p:cNvPr>
              <p:cNvSpPr txBox="1"/>
              <p:nvPr/>
            </p:nvSpPr>
            <p:spPr>
              <a:xfrm>
                <a:off x="1685931" y="4239808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0E66542A-9896-30F1-476F-917D984C3E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5931" y="4239808"/>
                <a:ext cx="432874" cy="338554"/>
              </a:xfrm>
              <a:prstGeom prst="rect">
                <a:avLst/>
              </a:prstGeom>
              <a:blipFill>
                <a:blip r:embed="rId30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567F344-162C-19CB-ED25-4CAC05DFBC08}"/>
                  </a:ext>
                </a:extLst>
              </p:cNvPr>
              <p:cNvSpPr txBox="1"/>
              <p:nvPr/>
            </p:nvSpPr>
            <p:spPr>
              <a:xfrm>
                <a:off x="4338982" y="3955805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567F344-162C-19CB-ED25-4CAC05DFB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8982" y="3955805"/>
                <a:ext cx="635841" cy="3693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90057B6-F21A-2311-A0CD-FBC09390329F}"/>
                  </a:ext>
                </a:extLst>
              </p:cNvPr>
              <p:cNvSpPr txBox="1"/>
              <p:nvPr/>
            </p:nvSpPr>
            <p:spPr>
              <a:xfrm>
                <a:off x="4807085" y="3969253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90057B6-F21A-2311-A0CD-FBC0939032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85" y="3969253"/>
                <a:ext cx="635841" cy="3693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89CF749-0B94-452E-B0DE-5E713BFF35D6}"/>
                  </a:ext>
                </a:extLst>
              </p:cNvPr>
              <p:cNvSpPr txBox="1"/>
              <p:nvPr/>
            </p:nvSpPr>
            <p:spPr>
              <a:xfrm>
                <a:off x="4338982" y="447533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89CF749-0B94-452E-B0DE-5E713BFF35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8982" y="4475330"/>
                <a:ext cx="635841" cy="369332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6082EF8-0DC5-5DF3-3C12-BF3C36A3F431}"/>
                  </a:ext>
                </a:extLst>
              </p:cNvPr>
              <p:cNvSpPr txBox="1"/>
              <p:nvPr/>
            </p:nvSpPr>
            <p:spPr>
              <a:xfrm>
                <a:off x="4807085" y="449257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6082EF8-0DC5-5DF3-3C12-BF3C36A3F4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85" y="4492571"/>
                <a:ext cx="635841" cy="36933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C1AA464-BEA8-9403-9BC3-5913785FEA7A}"/>
                  </a:ext>
                </a:extLst>
              </p:cNvPr>
              <p:cNvSpPr txBox="1"/>
              <p:nvPr/>
            </p:nvSpPr>
            <p:spPr>
              <a:xfrm>
                <a:off x="4347832" y="588460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C1AA464-BEA8-9403-9BC3-5913785FEA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7832" y="5884606"/>
                <a:ext cx="635841" cy="36933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64590170-5D60-19BD-2938-BF78B9CD56AC}"/>
                  </a:ext>
                </a:extLst>
              </p:cNvPr>
              <p:cNvSpPr txBox="1"/>
              <p:nvPr/>
            </p:nvSpPr>
            <p:spPr>
              <a:xfrm>
                <a:off x="4807085" y="590119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64590170-5D60-19BD-2938-BF78B9CD56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85" y="5901190"/>
                <a:ext cx="635841" cy="369332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A650B2F3-79EC-CC21-9903-9D900C5E314B}"/>
                  </a:ext>
                </a:extLst>
              </p:cNvPr>
              <p:cNvSpPr txBox="1"/>
              <p:nvPr/>
            </p:nvSpPr>
            <p:spPr>
              <a:xfrm>
                <a:off x="5275187" y="395570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A650B2F3-79EC-CC21-9903-9D900C5E3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5187" y="3955701"/>
                <a:ext cx="635841" cy="3693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E91B39F4-A1B8-55F6-24A6-380DB4D836CA}"/>
                  </a:ext>
                </a:extLst>
              </p:cNvPr>
              <p:cNvSpPr txBox="1"/>
              <p:nvPr/>
            </p:nvSpPr>
            <p:spPr>
              <a:xfrm>
                <a:off x="5297159" y="4509812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E91B39F4-A1B8-55F6-24A6-380DB4D83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7159" y="4509812"/>
                <a:ext cx="635841" cy="369332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2E10837B-64FE-C80B-2790-F9A9B8812F8C}"/>
                  </a:ext>
                </a:extLst>
              </p:cNvPr>
              <p:cNvSpPr txBox="1"/>
              <p:nvPr/>
            </p:nvSpPr>
            <p:spPr>
              <a:xfrm>
                <a:off x="5313732" y="5908958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2E10837B-64FE-C80B-2790-F9A9B8812F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3732" y="5908958"/>
                <a:ext cx="635841" cy="369332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15038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2982A-A245-CB48-84C7-68C35FCFA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D9C20-C165-3BAF-4F64-5A5060439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FlashAttention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8E92BE-5A13-33A7-C578-C10F96CADF2A}"/>
              </a:ext>
            </a:extLst>
          </p:cNvPr>
          <p:cNvSpPr/>
          <p:nvPr/>
        </p:nvSpPr>
        <p:spPr>
          <a:xfrm>
            <a:off x="4376443" y="3832627"/>
            <a:ext cx="2915093" cy="2436553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59250D7-E24B-0D47-CA17-D940FD60B59D}"/>
                  </a:ext>
                </a:extLst>
              </p:cNvPr>
              <p:cNvSpPr txBox="1"/>
              <p:nvPr/>
            </p:nvSpPr>
            <p:spPr>
              <a:xfrm>
                <a:off x="7480263" y="4845625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59250D7-E24B-0D47-CA17-D940FD60B5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0263" y="4845625"/>
                <a:ext cx="3657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C5CF343-9E72-729A-672B-05AA81E4A40D}"/>
                  </a:ext>
                </a:extLst>
              </p:cNvPr>
              <p:cNvSpPr txBox="1"/>
              <p:nvPr/>
            </p:nvSpPr>
            <p:spPr>
              <a:xfrm>
                <a:off x="5701304" y="656921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C5CF343-9E72-729A-672B-05AA81E4A4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304" y="6569214"/>
                <a:ext cx="3657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39D2F6A-BE3D-9EE7-ABC7-C4E4E2AD47C6}"/>
              </a:ext>
            </a:extLst>
          </p:cNvPr>
          <p:cNvCxnSpPr>
            <a:cxnSpLocks/>
          </p:cNvCxnSpPr>
          <p:nvPr/>
        </p:nvCxnSpPr>
        <p:spPr>
          <a:xfrm flipH="1">
            <a:off x="4376443" y="6452410"/>
            <a:ext cx="291509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0186A76-796B-2EBA-680F-87D5E0DED00C}"/>
              </a:ext>
            </a:extLst>
          </p:cNvPr>
          <p:cNvCxnSpPr>
            <a:cxnSpLocks/>
          </p:cNvCxnSpPr>
          <p:nvPr/>
        </p:nvCxnSpPr>
        <p:spPr>
          <a:xfrm>
            <a:off x="7480263" y="3845153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12B2C31-225E-F530-7DA4-4AED573C9054}"/>
                  </a:ext>
                </a:extLst>
              </p:cNvPr>
              <p:cNvSpPr txBox="1"/>
              <p:nvPr/>
            </p:nvSpPr>
            <p:spPr>
              <a:xfrm>
                <a:off x="6566761" y="389745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12B2C31-225E-F530-7DA4-4AED573C90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761" y="3897456"/>
                <a:ext cx="6358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0A4D7F8-F6ED-07F5-83B8-A0BA75420A27}"/>
              </a:ext>
            </a:extLst>
          </p:cNvPr>
          <p:cNvSpPr txBox="1"/>
          <p:nvPr/>
        </p:nvSpPr>
        <p:spPr>
          <a:xfrm>
            <a:off x="5857834" y="3832627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88F9F94-CD70-A57E-55D5-D6A769158B12}"/>
                  </a:ext>
                </a:extLst>
              </p:cNvPr>
              <p:cNvSpPr txBox="1"/>
              <p:nvPr/>
            </p:nvSpPr>
            <p:spPr>
              <a:xfrm>
                <a:off x="6566761" y="441698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88F9F94-CD70-A57E-55D5-D6A769158B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761" y="4416981"/>
                <a:ext cx="6358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0041D804-99B0-A9A4-ABEE-C4436830F94D}"/>
              </a:ext>
            </a:extLst>
          </p:cNvPr>
          <p:cNvSpPr txBox="1"/>
          <p:nvPr/>
        </p:nvSpPr>
        <p:spPr>
          <a:xfrm>
            <a:off x="5857834" y="4352152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A41D3C5-906D-D1CF-FB14-2E50B4BE6E1E}"/>
                  </a:ext>
                </a:extLst>
              </p:cNvPr>
              <p:cNvSpPr txBox="1"/>
              <p:nvPr/>
            </p:nvSpPr>
            <p:spPr>
              <a:xfrm>
                <a:off x="6575611" y="5826257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A41D3C5-906D-D1CF-FB14-2E50B4BE6E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611" y="5826257"/>
                <a:ext cx="63584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CEA1BD83-A4A3-5FC6-F4C6-07C302023974}"/>
              </a:ext>
            </a:extLst>
          </p:cNvPr>
          <p:cNvSpPr txBox="1"/>
          <p:nvPr/>
        </p:nvSpPr>
        <p:spPr>
          <a:xfrm>
            <a:off x="5866684" y="5761428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055925B-7094-6B36-0E89-0C58997EA6BA}"/>
                  </a:ext>
                </a:extLst>
              </p:cNvPr>
              <p:cNvSpPr txBox="1"/>
              <p:nvPr/>
            </p:nvSpPr>
            <p:spPr>
              <a:xfrm>
                <a:off x="259057" y="1241943"/>
                <a:ext cx="3222162" cy="14773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Ignore </a:t>
                </a:r>
                <a:r>
                  <a:rPr lang="en-US" dirty="0" err="1"/>
                  <a:t>softmax</a:t>
                </a:r>
                <a:r>
                  <a:rPr lang="en-US" dirty="0"/>
                  <a:t> for now</a:t>
                </a:r>
              </a:p>
              <a:p>
                <a:endParaRPr lang="en-US" dirty="0"/>
              </a:p>
              <a:p>
                <a:r>
                  <a:rPr lang="en-US" dirty="0"/>
                  <a:t>How to produce the full output </a:t>
                </a:r>
                <a:r>
                  <a:rPr lang="en-US" dirty="0">
                    <a:solidFill>
                      <a:schemeClr val="tx1"/>
                    </a:solidFill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rows of O? </a:t>
                </a:r>
                <a:r>
                  <a:rPr lang="en-US" dirty="0">
                    <a:solidFill>
                      <a:srgbClr val="C00000"/>
                    </a:solidFill>
                  </a:rPr>
                  <a:t>Iterate over columns of K 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055925B-7094-6B36-0E89-0C58997EA6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57" y="1241943"/>
                <a:ext cx="3222162" cy="1477328"/>
              </a:xfrm>
              <a:prstGeom prst="rect">
                <a:avLst/>
              </a:prstGeom>
              <a:blipFill>
                <a:blip r:embed="rId7"/>
                <a:stretch>
                  <a:fillRect l="-1512" t="-2479" b="-578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1C52D748-7D97-4456-9777-7708E6837E91}"/>
              </a:ext>
            </a:extLst>
          </p:cNvPr>
          <p:cNvSpPr/>
          <p:nvPr/>
        </p:nvSpPr>
        <p:spPr>
          <a:xfrm>
            <a:off x="560498" y="3837304"/>
            <a:ext cx="2915093" cy="24365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AFEBE4-E41E-BDC5-9763-7419E87F34E0}"/>
              </a:ext>
            </a:extLst>
          </p:cNvPr>
          <p:cNvCxnSpPr/>
          <p:nvPr/>
        </p:nvCxnSpPr>
        <p:spPr>
          <a:xfrm>
            <a:off x="766063" y="5892855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600B81F-FC5D-5291-A527-12FCC3E39DE5}"/>
                  </a:ext>
                </a:extLst>
              </p:cNvPr>
              <p:cNvSpPr txBox="1"/>
              <p:nvPr/>
            </p:nvSpPr>
            <p:spPr>
              <a:xfrm>
                <a:off x="1725626" y="5571156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600B81F-FC5D-5291-A527-12FCC3E39D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626" y="5571156"/>
                <a:ext cx="428130" cy="338554"/>
              </a:xfrm>
              <a:prstGeom prst="rect">
                <a:avLst/>
              </a:prstGeom>
              <a:blipFill>
                <a:blip r:embed="rId8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5AF0178D-08A7-CDDA-6764-C97B399E2DFD}"/>
              </a:ext>
            </a:extLst>
          </p:cNvPr>
          <p:cNvSpPr/>
          <p:nvPr/>
        </p:nvSpPr>
        <p:spPr>
          <a:xfrm>
            <a:off x="4271567" y="530813"/>
            <a:ext cx="2915093" cy="2436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59428DA-BAD4-F0BC-184F-CCBFBA90166E}"/>
              </a:ext>
            </a:extLst>
          </p:cNvPr>
          <p:cNvCxnSpPr>
            <a:cxnSpLocks/>
          </p:cNvCxnSpPr>
          <p:nvPr/>
        </p:nvCxnSpPr>
        <p:spPr>
          <a:xfrm>
            <a:off x="4506368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DCC09BA-FC28-C4AF-18AB-5D11C8A371F2}"/>
              </a:ext>
            </a:extLst>
          </p:cNvPr>
          <p:cNvCxnSpPr>
            <a:cxnSpLocks/>
          </p:cNvCxnSpPr>
          <p:nvPr/>
        </p:nvCxnSpPr>
        <p:spPr>
          <a:xfrm>
            <a:off x="4749145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D408AFA-45C6-8400-9554-5F9D0848C5BA}"/>
              </a:ext>
            </a:extLst>
          </p:cNvPr>
          <p:cNvCxnSpPr>
            <a:cxnSpLocks/>
          </p:cNvCxnSpPr>
          <p:nvPr/>
        </p:nvCxnSpPr>
        <p:spPr>
          <a:xfrm>
            <a:off x="5007871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066514D-6A36-095A-CE79-D31A206C29F2}"/>
              </a:ext>
            </a:extLst>
          </p:cNvPr>
          <p:cNvCxnSpPr>
            <a:cxnSpLocks/>
          </p:cNvCxnSpPr>
          <p:nvPr/>
        </p:nvCxnSpPr>
        <p:spPr>
          <a:xfrm>
            <a:off x="6335168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C197CC5-8D35-6740-F21A-EEE22D2F1696}"/>
              </a:ext>
            </a:extLst>
          </p:cNvPr>
          <p:cNvCxnSpPr>
            <a:cxnSpLocks/>
          </p:cNvCxnSpPr>
          <p:nvPr/>
        </p:nvCxnSpPr>
        <p:spPr>
          <a:xfrm>
            <a:off x="6615159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C449DCB-F865-3E19-2348-A90239C4F533}"/>
              </a:ext>
            </a:extLst>
          </p:cNvPr>
          <p:cNvCxnSpPr>
            <a:cxnSpLocks/>
          </p:cNvCxnSpPr>
          <p:nvPr/>
        </p:nvCxnSpPr>
        <p:spPr>
          <a:xfrm>
            <a:off x="6905782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0A72F0A-D506-6F99-539D-919774AC9C24}"/>
                  </a:ext>
                </a:extLst>
              </p:cNvPr>
              <p:cNvSpPr txBox="1"/>
              <p:nvPr/>
            </p:nvSpPr>
            <p:spPr>
              <a:xfrm>
                <a:off x="4188320" y="1433822"/>
                <a:ext cx="43531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0A72F0A-D506-6F99-539D-919774AC9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8320" y="1433822"/>
                <a:ext cx="435311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D39B7D4-9590-59C7-C216-CA62F9121445}"/>
                  </a:ext>
                </a:extLst>
              </p:cNvPr>
              <p:cNvSpPr txBox="1"/>
              <p:nvPr/>
            </p:nvSpPr>
            <p:spPr>
              <a:xfrm>
                <a:off x="4421429" y="144690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D39B7D4-9590-59C7-C216-CA62F91214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1429" y="1446908"/>
                <a:ext cx="440056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E0C89DE-328B-FA90-91C1-D477C011C9E5}"/>
                  </a:ext>
                </a:extLst>
              </p:cNvPr>
              <p:cNvSpPr txBox="1"/>
              <p:nvPr/>
            </p:nvSpPr>
            <p:spPr>
              <a:xfrm>
                <a:off x="4688326" y="144690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E0C89DE-328B-FA90-91C1-D477C011C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326" y="1446908"/>
                <a:ext cx="440056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29912BF-0BB8-172C-D6E8-B04318C6C361}"/>
                  </a:ext>
                </a:extLst>
              </p:cNvPr>
              <p:cNvSpPr txBox="1"/>
              <p:nvPr/>
            </p:nvSpPr>
            <p:spPr>
              <a:xfrm>
                <a:off x="6594046" y="1513032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29912BF-0BB8-172C-D6E8-B04318C6C3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046" y="1513032"/>
                <a:ext cx="440056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 43">
            <a:extLst>
              <a:ext uri="{FF2B5EF4-FFF2-40B4-BE49-F238E27FC236}">
                <a16:creationId xmlns:a16="http://schemas.microsoft.com/office/drawing/2014/main" id="{4B055349-8C7F-E4BD-AA4E-BC6F9EA7E760}"/>
              </a:ext>
            </a:extLst>
          </p:cNvPr>
          <p:cNvSpPr/>
          <p:nvPr/>
        </p:nvSpPr>
        <p:spPr>
          <a:xfrm>
            <a:off x="4298461" y="3838677"/>
            <a:ext cx="1478478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607204B-FFB2-2715-2FC5-C196643C21DA}"/>
                  </a:ext>
                </a:extLst>
              </p:cNvPr>
              <p:cNvSpPr txBox="1"/>
              <p:nvPr/>
            </p:nvSpPr>
            <p:spPr>
              <a:xfrm>
                <a:off x="4778294" y="3094546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607204B-FFB2-2715-2FC5-C196643C21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8294" y="3094546"/>
                <a:ext cx="54980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156C474-0888-8EED-89BB-638C034FEACE}"/>
              </a:ext>
            </a:extLst>
          </p:cNvPr>
          <p:cNvCxnSpPr>
            <a:cxnSpLocks/>
          </p:cNvCxnSpPr>
          <p:nvPr/>
        </p:nvCxnSpPr>
        <p:spPr>
          <a:xfrm flipV="1">
            <a:off x="4183405" y="3795736"/>
            <a:ext cx="0" cy="118704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EE52E05-81D5-A823-9A13-2056C80AB23D}"/>
              </a:ext>
            </a:extLst>
          </p:cNvPr>
          <p:cNvCxnSpPr>
            <a:cxnSpLocks/>
          </p:cNvCxnSpPr>
          <p:nvPr/>
        </p:nvCxnSpPr>
        <p:spPr>
          <a:xfrm flipH="1">
            <a:off x="4257028" y="3767018"/>
            <a:ext cx="156134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762A3AF-8EA0-72D9-DFAB-3EC78ADC2DFD}"/>
                  </a:ext>
                </a:extLst>
              </p:cNvPr>
              <p:cNvSpPr txBox="1"/>
              <p:nvPr/>
            </p:nvSpPr>
            <p:spPr>
              <a:xfrm>
                <a:off x="3727216" y="4191871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762A3AF-8EA0-72D9-DFAB-3EC78ADC2D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7216" y="4191871"/>
                <a:ext cx="549801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80BAAB7-7789-4C00-37DC-231A845C7597}"/>
                  </a:ext>
                </a:extLst>
              </p:cNvPr>
              <p:cNvSpPr txBox="1"/>
              <p:nvPr/>
            </p:nvSpPr>
            <p:spPr>
              <a:xfrm>
                <a:off x="63600" y="6446760"/>
                <a:ext cx="58205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Memory Needed: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en-US" b="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80BAAB7-7789-4C00-37DC-231A845C75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00" y="6446760"/>
                <a:ext cx="5820574" cy="369332"/>
              </a:xfrm>
              <a:prstGeom prst="rect">
                <a:avLst/>
              </a:prstGeom>
              <a:blipFill>
                <a:blip r:embed="rId15"/>
                <a:stretch>
                  <a:fillRect l="-838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19A69F12-2633-1616-46E1-DB1DB0C8CC54}"/>
              </a:ext>
            </a:extLst>
          </p:cNvPr>
          <p:cNvSpPr/>
          <p:nvPr/>
        </p:nvSpPr>
        <p:spPr>
          <a:xfrm>
            <a:off x="374334" y="3825955"/>
            <a:ext cx="3267450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13A5055-306E-ACBC-A392-B26E154C12DC}"/>
              </a:ext>
            </a:extLst>
          </p:cNvPr>
          <p:cNvCxnSpPr>
            <a:cxnSpLocks/>
          </p:cNvCxnSpPr>
          <p:nvPr/>
        </p:nvCxnSpPr>
        <p:spPr>
          <a:xfrm flipV="1">
            <a:off x="3745970" y="3824153"/>
            <a:ext cx="18344" cy="1115689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DDE06CDE-5A72-69F5-F2C9-C063410EAD39}"/>
              </a:ext>
            </a:extLst>
          </p:cNvPr>
          <p:cNvSpPr/>
          <p:nvPr/>
        </p:nvSpPr>
        <p:spPr>
          <a:xfrm>
            <a:off x="4199344" y="471473"/>
            <a:ext cx="1478478" cy="255141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40380A0-4A6D-A7C2-2F78-A8597A117099}"/>
              </a:ext>
            </a:extLst>
          </p:cNvPr>
          <p:cNvCxnSpPr>
            <a:cxnSpLocks/>
          </p:cNvCxnSpPr>
          <p:nvPr/>
        </p:nvCxnSpPr>
        <p:spPr>
          <a:xfrm flipH="1">
            <a:off x="4170638" y="3094546"/>
            <a:ext cx="156134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77F17300-B821-0ACF-7F44-608CF0E3A53E}"/>
              </a:ext>
            </a:extLst>
          </p:cNvPr>
          <p:cNvSpPr/>
          <p:nvPr/>
        </p:nvSpPr>
        <p:spPr>
          <a:xfrm>
            <a:off x="8060796" y="3897456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2F3633F-968E-FFA7-2C91-B0599545320D}"/>
                  </a:ext>
                </a:extLst>
              </p:cNvPr>
              <p:cNvSpPr txBox="1"/>
              <p:nvPr/>
            </p:nvSpPr>
            <p:spPr>
              <a:xfrm>
                <a:off x="9389242" y="3348013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2F3633F-968E-FFA7-2C91-B05995453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9242" y="3348013"/>
                <a:ext cx="487698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F95930C-A0D7-F415-C3D5-1DC656CD64AE}"/>
              </a:ext>
            </a:extLst>
          </p:cNvPr>
          <p:cNvCxnSpPr/>
          <p:nvPr/>
        </p:nvCxnSpPr>
        <p:spPr>
          <a:xfrm>
            <a:off x="8320613" y="4234817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92BC701-53C9-0B95-D419-836C745C9D77}"/>
              </a:ext>
            </a:extLst>
          </p:cNvPr>
          <p:cNvCxnSpPr/>
          <p:nvPr/>
        </p:nvCxnSpPr>
        <p:spPr>
          <a:xfrm>
            <a:off x="8320613" y="4477594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85AB824-BF2F-0DB0-EE2E-A4AEF7F6C121}"/>
              </a:ext>
            </a:extLst>
          </p:cNvPr>
          <p:cNvCxnSpPr/>
          <p:nvPr/>
        </p:nvCxnSpPr>
        <p:spPr>
          <a:xfrm>
            <a:off x="8320613" y="4762901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D9455ED9-EB67-FCC3-D5F5-9A7B7B0CD313}"/>
              </a:ext>
            </a:extLst>
          </p:cNvPr>
          <p:cNvCxnSpPr/>
          <p:nvPr/>
        </p:nvCxnSpPr>
        <p:spPr>
          <a:xfrm>
            <a:off x="8320613" y="602285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D462785-DF36-D5DB-AB30-22A26A20AF59}"/>
                  </a:ext>
                </a:extLst>
              </p:cNvPr>
              <p:cNvSpPr txBox="1"/>
              <p:nvPr/>
            </p:nvSpPr>
            <p:spPr>
              <a:xfrm>
                <a:off x="9280176" y="3890769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D462785-DF36-D5DB-AB30-22A26A20AF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176" y="3890769"/>
                <a:ext cx="428130" cy="3385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B707D01E-C8A8-4E14-1FA0-283E9B03A093}"/>
                  </a:ext>
                </a:extLst>
              </p:cNvPr>
              <p:cNvSpPr txBox="1"/>
              <p:nvPr/>
            </p:nvSpPr>
            <p:spPr>
              <a:xfrm>
                <a:off x="9280176" y="4170634"/>
                <a:ext cx="43646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B707D01E-C8A8-4E14-1FA0-283E9B03A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176" y="4170634"/>
                <a:ext cx="436465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833CF4C-1A77-20AD-2F79-2757C3354070}"/>
                  </a:ext>
                </a:extLst>
              </p:cNvPr>
              <p:cNvSpPr txBox="1"/>
              <p:nvPr/>
            </p:nvSpPr>
            <p:spPr>
              <a:xfrm>
                <a:off x="9277515" y="4431150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833CF4C-1A77-20AD-2F79-2757C33540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7515" y="4431150"/>
                <a:ext cx="432874" cy="3385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F98FC41-0E65-CACD-250E-F0A44C2AA379}"/>
                  </a:ext>
                </a:extLst>
              </p:cNvPr>
              <p:cNvSpPr txBox="1"/>
              <p:nvPr/>
            </p:nvSpPr>
            <p:spPr>
              <a:xfrm>
                <a:off x="9301905" y="5730423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F98FC41-0E65-CACD-250E-F0A44C2AA3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1905" y="5730423"/>
                <a:ext cx="432874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71095BD-E08B-7CBA-FAC2-E121F6403A8D}"/>
              </a:ext>
            </a:extLst>
          </p:cNvPr>
          <p:cNvCxnSpPr>
            <a:cxnSpLocks/>
          </p:cNvCxnSpPr>
          <p:nvPr/>
        </p:nvCxnSpPr>
        <p:spPr>
          <a:xfrm>
            <a:off x="7932361" y="3897456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214ECC6-5D4E-78DC-18AE-780BA1B13CF0}"/>
              </a:ext>
            </a:extLst>
          </p:cNvPr>
          <p:cNvCxnSpPr>
            <a:cxnSpLocks/>
          </p:cNvCxnSpPr>
          <p:nvPr/>
        </p:nvCxnSpPr>
        <p:spPr>
          <a:xfrm>
            <a:off x="8077066" y="3764638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E87B83F2-9D2F-9651-7C4F-E740BB0230AA}"/>
              </a:ext>
            </a:extLst>
          </p:cNvPr>
          <p:cNvSpPr/>
          <p:nvPr/>
        </p:nvSpPr>
        <p:spPr>
          <a:xfrm>
            <a:off x="7956211" y="495375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BB5B56D9-6CFE-2997-FD36-0DA19619D4DD}"/>
              </a:ext>
            </a:extLst>
          </p:cNvPr>
          <p:cNvCxnSpPr/>
          <p:nvPr/>
        </p:nvCxnSpPr>
        <p:spPr>
          <a:xfrm>
            <a:off x="8216028" y="832736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A7C93616-BF7C-E0D4-622C-543183FF7668}"/>
              </a:ext>
            </a:extLst>
          </p:cNvPr>
          <p:cNvCxnSpPr/>
          <p:nvPr/>
        </p:nvCxnSpPr>
        <p:spPr>
          <a:xfrm>
            <a:off x="8216028" y="1075513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BA56D35B-160D-8C41-B322-1A810F221FEC}"/>
              </a:ext>
            </a:extLst>
          </p:cNvPr>
          <p:cNvCxnSpPr/>
          <p:nvPr/>
        </p:nvCxnSpPr>
        <p:spPr>
          <a:xfrm>
            <a:off x="8216028" y="136082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670E19F4-65F8-8297-0389-9535491E05E9}"/>
              </a:ext>
            </a:extLst>
          </p:cNvPr>
          <p:cNvCxnSpPr/>
          <p:nvPr/>
        </p:nvCxnSpPr>
        <p:spPr>
          <a:xfrm>
            <a:off x="8216028" y="2620778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08512A0-6B1B-1F54-F238-377A9BB8B179}"/>
              </a:ext>
            </a:extLst>
          </p:cNvPr>
          <p:cNvCxnSpPr>
            <a:cxnSpLocks/>
          </p:cNvCxnSpPr>
          <p:nvPr/>
        </p:nvCxnSpPr>
        <p:spPr>
          <a:xfrm>
            <a:off x="7827776" y="495375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17E9A4BF-8FD7-3C7A-E5A9-CAE417C03D8F}"/>
                  </a:ext>
                </a:extLst>
              </p:cNvPr>
              <p:cNvSpPr txBox="1"/>
              <p:nvPr/>
            </p:nvSpPr>
            <p:spPr>
              <a:xfrm>
                <a:off x="9359872" y="6480067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17E9A4BF-8FD7-3C7A-E5A9-CAE417C03D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9872" y="6480067"/>
                <a:ext cx="487698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4663726B-773F-77D9-BCE8-6F6C7E4290D8}"/>
              </a:ext>
            </a:extLst>
          </p:cNvPr>
          <p:cNvCxnSpPr>
            <a:cxnSpLocks/>
          </p:cNvCxnSpPr>
          <p:nvPr/>
        </p:nvCxnSpPr>
        <p:spPr>
          <a:xfrm>
            <a:off x="8060795" y="6492875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3BAACCA8-61DC-701B-212E-CC1951B1B4ED}"/>
                  </a:ext>
                </a:extLst>
              </p:cNvPr>
              <p:cNvSpPr txBox="1"/>
              <p:nvPr/>
            </p:nvSpPr>
            <p:spPr>
              <a:xfrm>
                <a:off x="7462035" y="156251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3BAACCA8-61DC-701B-212E-CC1951B1B4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2035" y="1562514"/>
                <a:ext cx="365741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TextBox 79">
            <a:extLst>
              <a:ext uri="{FF2B5EF4-FFF2-40B4-BE49-F238E27FC236}">
                <a16:creationId xmlns:a16="http://schemas.microsoft.com/office/drawing/2014/main" id="{AD8E74B8-1179-089E-41D6-97914F235DF0}"/>
              </a:ext>
            </a:extLst>
          </p:cNvPr>
          <p:cNvSpPr txBox="1"/>
          <p:nvPr/>
        </p:nvSpPr>
        <p:spPr>
          <a:xfrm>
            <a:off x="7263785" y="5248756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X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71755D9-15FD-06CA-AB57-36C6765A2F93}"/>
              </a:ext>
            </a:extLst>
          </p:cNvPr>
          <p:cNvSpPr txBox="1"/>
          <p:nvPr/>
        </p:nvSpPr>
        <p:spPr>
          <a:xfrm rot="16200000">
            <a:off x="9074852" y="3065432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=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AE12ED1-6E2B-8785-0E0E-ACBA7BA4FDB6}"/>
              </a:ext>
            </a:extLst>
          </p:cNvPr>
          <p:cNvSpPr/>
          <p:nvPr/>
        </p:nvSpPr>
        <p:spPr>
          <a:xfrm>
            <a:off x="7996469" y="3836442"/>
            <a:ext cx="3267450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21157C1-D9DC-FF6D-59BF-F12440ABFF12}"/>
              </a:ext>
            </a:extLst>
          </p:cNvPr>
          <p:cNvSpPr/>
          <p:nvPr/>
        </p:nvSpPr>
        <p:spPr>
          <a:xfrm>
            <a:off x="7755517" y="488142"/>
            <a:ext cx="3267450" cy="64894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1BF1E53C-489C-B0E2-E1E0-658FF05E3505}"/>
                  </a:ext>
                </a:extLst>
              </p:cNvPr>
              <p:cNvSpPr txBox="1"/>
              <p:nvPr/>
            </p:nvSpPr>
            <p:spPr>
              <a:xfrm>
                <a:off x="11419051" y="4210922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1BF1E53C-489C-B0E2-E1E0-658FF05E35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9051" y="4210922"/>
                <a:ext cx="549801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18C0497B-EA27-9DF2-5D72-13358FA66DD0}"/>
              </a:ext>
            </a:extLst>
          </p:cNvPr>
          <p:cNvCxnSpPr>
            <a:cxnSpLocks/>
          </p:cNvCxnSpPr>
          <p:nvPr/>
        </p:nvCxnSpPr>
        <p:spPr>
          <a:xfrm>
            <a:off x="11442188" y="3846914"/>
            <a:ext cx="0" cy="1080206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F47EBA8A-94AD-AFE8-EBDF-6F10359B5794}"/>
                  </a:ext>
                </a:extLst>
              </p:cNvPr>
              <p:cNvSpPr txBox="1"/>
              <p:nvPr/>
            </p:nvSpPr>
            <p:spPr>
              <a:xfrm>
                <a:off x="11216587" y="627947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F47EBA8A-94AD-AFE8-EBDF-6F10359B5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6587" y="627947"/>
                <a:ext cx="549801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B8FB0636-B543-94F7-8208-8558DC928392}"/>
              </a:ext>
            </a:extLst>
          </p:cNvPr>
          <p:cNvCxnSpPr>
            <a:cxnSpLocks/>
          </p:cNvCxnSpPr>
          <p:nvPr/>
        </p:nvCxnSpPr>
        <p:spPr>
          <a:xfrm>
            <a:off x="11200288" y="482308"/>
            <a:ext cx="16299" cy="75963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26566629-014D-9C6A-B2B6-B856B76D1EBD}"/>
                  </a:ext>
                </a:extLst>
              </p:cNvPr>
              <p:cNvSpPr txBox="1"/>
              <p:nvPr/>
            </p:nvSpPr>
            <p:spPr>
              <a:xfrm>
                <a:off x="8052842" y="487380"/>
                <a:ext cx="273055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26566629-014D-9C6A-B2B6-B856B76D1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842" y="487380"/>
                <a:ext cx="2730555" cy="33855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29A4297F-C8BD-C653-CFA3-55064FF7EF4A}"/>
                  </a:ext>
                </a:extLst>
              </p:cNvPr>
              <p:cNvSpPr txBox="1"/>
              <p:nvPr/>
            </p:nvSpPr>
            <p:spPr>
              <a:xfrm>
                <a:off x="8060795" y="751434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29A4297F-C8BD-C653-CFA3-55064FF7EF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5" y="751434"/>
                <a:ext cx="2740045" cy="33855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340CA86F-DBF2-143B-FAEE-73AA0ECEDCC2}"/>
                  </a:ext>
                </a:extLst>
              </p:cNvPr>
              <p:cNvSpPr txBox="1"/>
              <p:nvPr/>
            </p:nvSpPr>
            <p:spPr>
              <a:xfrm>
                <a:off x="8060795" y="1031068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31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340CA86F-DBF2-143B-FAEE-73AA0ECEDC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5" y="1031068"/>
                <a:ext cx="2740045" cy="33855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C23F52B1-C92C-3591-8645-6F52F09A060C}"/>
                  </a:ext>
                </a:extLst>
              </p:cNvPr>
              <p:cNvSpPr txBox="1"/>
              <p:nvPr/>
            </p:nvSpPr>
            <p:spPr>
              <a:xfrm>
                <a:off x="8060794" y="2263984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C23F52B1-C92C-3591-8645-6F52F09A06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4" y="2263984"/>
                <a:ext cx="2740045" cy="338554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528C3F65-CBFB-C4ED-38AE-4C6D95059E82}"/>
              </a:ext>
            </a:extLst>
          </p:cNvPr>
          <p:cNvCxnSpPr/>
          <p:nvPr/>
        </p:nvCxnSpPr>
        <p:spPr>
          <a:xfrm>
            <a:off x="696500" y="419136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4C2E99CB-9F56-8050-ADF8-9EBF5B57C77A}"/>
              </a:ext>
            </a:extLst>
          </p:cNvPr>
          <p:cNvCxnSpPr/>
          <p:nvPr/>
        </p:nvCxnSpPr>
        <p:spPr>
          <a:xfrm>
            <a:off x="729029" y="457155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D8BF02BE-24E3-8028-9C73-73742CE9B424}"/>
                  </a:ext>
                </a:extLst>
              </p:cNvPr>
              <p:cNvSpPr txBox="1"/>
              <p:nvPr/>
            </p:nvSpPr>
            <p:spPr>
              <a:xfrm>
                <a:off x="1656063" y="3884400"/>
                <a:ext cx="42813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D8BF02BE-24E3-8028-9C73-73742CE9B4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6063" y="3884400"/>
                <a:ext cx="428131" cy="338554"/>
              </a:xfrm>
              <a:prstGeom prst="rect">
                <a:avLst/>
              </a:prstGeom>
              <a:blipFill>
                <a:blip r:embed="rId29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002C3621-A0E0-B516-85CC-FBEE8B7D3DDC}"/>
                  </a:ext>
                </a:extLst>
              </p:cNvPr>
              <p:cNvSpPr txBox="1"/>
              <p:nvPr/>
            </p:nvSpPr>
            <p:spPr>
              <a:xfrm>
                <a:off x="1685931" y="4239808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002C3621-A0E0-B516-85CC-FBEE8B7D3D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5931" y="4239808"/>
                <a:ext cx="432874" cy="338554"/>
              </a:xfrm>
              <a:prstGeom prst="rect">
                <a:avLst/>
              </a:prstGeom>
              <a:blipFill>
                <a:blip r:embed="rId30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852C458-B812-BD6A-CEAC-C8F6D934E837}"/>
                  </a:ext>
                </a:extLst>
              </p:cNvPr>
              <p:cNvSpPr txBox="1"/>
              <p:nvPr/>
            </p:nvSpPr>
            <p:spPr>
              <a:xfrm>
                <a:off x="4338982" y="3955805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852C458-B812-BD6A-CEAC-C8F6D934E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8982" y="3955805"/>
                <a:ext cx="635841" cy="3693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5388967-75D8-1B68-870B-E83176E5961B}"/>
                  </a:ext>
                </a:extLst>
              </p:cNvPr>
              <p:cNvSpPr txBox="1"/>
              <p:nvPr/>
            </p:nvSpPr>
            <p:spPr>
              <a:xfrm>
                <a:off x="4807085" y="3969253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5388967-75D8-1B68-870B-E83176E59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85" y="3969253"/>
                <a:ext cx="635841" cy="3693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A4B3390-394D-EFAC-5CDE-D26C432AD1D0}"/>
                  </a:ext>
                </a:extLst>
              </p:cNvPr>
              <p:cNvSpPr txBox="1"/>
              <p:nvPr/>
            </p:nvSpPr>
            <p:spPr>
              <a:xfrm>
                <a:off x="4338982" y="447533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A4B3390-394D-EFAC-5CDE-D26C432AD1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8982" y="4475330"/>
                <a:ext cx="635841" cy="369332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4B8333-2EC1-5C1E-8661-384778AB3F76}"/>
                  </a:ext>
                </a:extLst>
              </p:cNvPr>
              <p:cNvSpPr txBox="1"/>
              <p:nvPr/>
            </p:nvSpPr>
            <p:spPr>
              <a:xfrm>
                <a:off x="4807085" y="449257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4B8333-2EC1-5C1E-8661-384778AB3F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85" y="4492571"/>
                <a:ext cx="635841" cy="36933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5D1429C-FE96-3C4C-D6E6-22D579D3C3B5}"/>
                  </a:ext>
                </a:extLst>
              </p:cNvPr>
              <p:cNvSpPr txBox="1"/>
              <p:nvPr/>
            </p:nvSpPr>
            <p:spPr>
              <a:xfrm>
                <a:off x="4347832" y="588460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5D1429C-FE96-3C4C-D6E6-22D579D3C3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7832" y="5884606"/>
                <a:ext cx="635841" cy="36933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F7AAE52-A105-16E1-B483-89CB07E801C4}"/>
                  </a:ext>
                </a:extLst>
              </p:cNvPr>
              <p:cNvSpPr txBox="1"/>
              <p:nvPr/>
            </p:nvSpPr>
            <p:spPr>
              <a:xfrm>
                <a:off x="4807085" y="590119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F7AAE52-A105-16E1-B483-89CB07E801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85" y="5901190"/>
                <a:ext cx="635841" cy="369332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6161E296-4B09-6353-C44E-8E9BCDBEADB4}"/>
                  </a:ext>
                </a:extLst>
              </p:cNvPr>
              <p:cNvSpPr txBox="1"/>
              <p:nvPr/>
            </p:nvSpPr>
            <p:spPr>
              <a:xfrm>
                <a:off x="5275187" y="395570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6161E296-4B09-6353-C44E-8E9BCDBEAD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5187" y="3955701"/>
                <a:ext cx="635841" cy="3693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FF636900-226F-7B73-B957-AD067BE04DBA}"/>
                  </a:ext>
                </a:extLst>
              </p:cNvPr>
              <p:cNvSpPr txBox="1"/>
              <p:nvPr/>
            </p:nvSpPr>
            <p:spPr>
              <a:xfrm>
                <a:off x="5297159" y="4509812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FF636900-226F-7B73-B957-AD067BE04D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7159" y="4509812"/>
                <a:ext cx="635841" cy="369332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AF65A3BF-CC79-1D25-8460-2204F67EA6E0}"/>
                  </a:ext>
                </a:extLst>
              </p:cNvPr>
              <p:cNvSpPr txBox="1"/>
              <p:nvPr/>
            </p:nvSpPr>
            <p:spPr>
              <a:xfrm>
                <a:off x="5313732" y="5908958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AF65A3BF-CC79-1D25-8460-2204F67EA6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3732" y="5908958"/>
                <a:ext cx="635841" cy="369332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86496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56385-544C-9C21-128C-09FA7240C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D6514-6CFF-2058-286B-D2769D1DB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FlashAttention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FE9204-8699-EA6D-A913-6F555B7C77A3}"/>
              </a:ext>
            </a:extLst>
          </p:cNvPr>
          <p:cNvSpPr/>
          <p:nvPr/>
        </p:nvSpPr>
        <p:spPr>
          <a:xfrm>
            <a:off x="4376443" y="3832627"/>
            <a:ext cx="2915093" cy="2436553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AE1E81-FC7E-0CDF-92AB-AC7196BA0B0F}"/>
                  </a:ext>
                </a:extLst>
              </p:cNvPr>
              <p:cNvSpPr txBox="1"/>
              <p:nvPr/>
            </p:nvSpPr>
            <p:spPr>
              <a:xfrm>
                <a:off x="7480263" y="4845625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AE1E81-FC7E-0CDF-92AB-AC7196BA0B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0263" y="4845625"/>
                <a:ext cx="3657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58E9178-8C1F-D249-FD21-D15C6F0D58D6}"/>
                  </a:ext>
                </a:extLst>
              </p:cNvPr>
              <p:cNvSpPr txBox="1"/>
              <p:nvPr/>
            </p:nvSpPr>
            <p:spPr>
              <a:xfrm>
                <a:off x="5701304" y="656921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58E9178-8C1F-D249-FD21-D15C6F0D58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304" y="6569214"/>
                <a:ext cx="3657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D133B2B-2F03-0C72-F784-44E293A91C43}"/>
              </a:ext>
            </a:extLst>
          </p:cNvPr>
          <p:cNvCxnSpPr>
            <a:cxnSpLocks/>
          </p:cNvCxnSpPr>
          <p:nvPr/>
        </p:nvCxnSpPr>
        <p:spPr>
          <a:xfrm flipH="1">
            <a:off x="4376443" y="6452410"/>
            <a:ext cx="291509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8EC1C14-23AC-1B65-B96E-0DE1B9C02D83}"/>
              </a:ext>
            </a:extLst>
          </p:cNvPr>
          <p:cNvCxnSpPr>
            <a:cxnSpLocks/>
          </p:cNvCxnSpPr>
          <p:nvPr/>
        </p:nvCxnSpPr>
        <p:spPr>
          <a:xfrm>
            <a:off x="7480263" y="3845153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94A77A3-24BD-F5A7-3962-83A0C8984542}"/>
                  </a:ext>
                </a:extLst>
              </p:cNvPr>
              <p:cNvSpPr txBox="1"/>
              <p:nvPr/>
            </p:nvSpPr>
            <p:spPr>
              <a:xfrm>
                <a:off x="6566761" y="389745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94A77A3-24BD-F5A7-3962-83A0C89845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761" y="3897456"/>
                <a:ext cx="6358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E653F6CD-D292-05BF-DE4D-ECDA520EBC67}"/>
              </a:ext>
            </a:extLst>
          </p:cNvPr>
          <p:cNvSpPr txBox="1"/>
          <p:nvPr/>
        </p:nvSpPr>
        <p:spPr>
          <a:xfrm>
            <a:off x="5857834" y="3832627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FD535CE-48EC-CD02-E779-6B0271161707}"/>
                  </a:ext>
                </a:extLst>
              </p:cNvPr>
              <p:cNvSpPr txBox="1"/>
              <p:nvPr/>
            </p:nvSpPr>
            <p:spPr>
              <a:xfrm>
                <a:off x="6566761" y="441698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FD535CE-48EC-CD02-E779-6B02711617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761" y="4416981"/>
                <a:ext cx="6358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47E226B6-71D1-40D6-BE42-06D341B60A2A}"/>
              </a:ext>
            </a:extLst>
          </p:cNvPr>
          <p:cNvSpPr txBox="1"/>
          <p:nvPr/>
        </p:nvSpPr>
        <p:spPr>
          <a:xfrm>
            <a:off x="5857834" y="4352152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6C0102D-D4BA-CCF9-14C4-ACE22A0A5AC6}"/>
                  </a:ext>
                </a:extLst>
              </p:cNvPr>
              <p:cNvSpPr txBox="1"/>
              <p:nvPr/>
            </p:nvSpPr>
            <p:spPr>
              <a:xfrm>
                <a:off x="6575611" y="5826257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6C0102D-D4BA-CCF9-14C4-ACE22A0A5A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611" y="5826257"/>
                <a:ext cx="63584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51DAC169-02E2-DDCF-F441-394C82093170}"/>
              </a:ext>
            </a:extLst>
          </p:cNvPr>
          <p:cNvSpPr txBox="1"/>
          <p:nvPr/>
        </p:nvSpPr>
        <p:spPr>
          <a:xfrm>
            <a:off x="5866684" y="5761428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61834DB-F9DF-B22F-B7C2-BA36C8CC1823}"/>
                  </a:ext>
                </a:extLst>
              </p:cNvPr>
              <p:cNvSpPr txBox="1"/>
              <p:nvPr/>
            </p:nvSpPr>
            <p:spPr>
              <a:xfrm>
                <a:off x="259057" y="1241943"/>
                <a:ext cx="3222162" cy="14773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Ignore </a:t>
                </a:r>
                <a:r>
                  <a:rPr lang="en-US" dirty="0" err="1"/>
                  <a:t>softmax</a:t>
                </a:r>
                <a:r>
                  <a:rPr lang="en-US" dirty="0"/>
                  <a:t> for now</a:t>
                </a:r>
              </a:p>
              <a:p>
                <a:endParaRPr lang="en-US" dirty="0"/>
              </a:p>
              <a:p>
                <a:r>
                  <a:rPr lang="en-US" dirty="0"/>
                  <a:t>How to produce the full output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/>
                  <a:t> rows of O? </a:t>
                </a:r>
                <a:r>
                  <a:rPr lang="en-US" dirty="0">
                    <a:solidFill>
                      <a:srgbClr val="C00000"/>
                    </a:solidFill>
                  </a:rPr>
                  <a:t>Iterate over columns of K 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61834DB-F9DF-B22F-B7C2-BA36C8CC18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57" y="1241943"/>
                <a:ext cx="3222162" cy="1477328"/>
              </a:xfrm>
              <a:prstGeom prst="rect">
                <a:avLst/>
              </a:prstGeom>
              <a:blipFill>
                <a:blip r:embed="rId7"/>
                <a:stretch>
                  <a:fillRect l="-1512" t="-2479" b="-578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6AD29457-0D4D-B8D8-B48B-FD32FD4E5389}"/>
              </a:ext>
            </a:extLst>
          </p:cNvPr>
          <p:cNvSpPr/>
          <p:nvPr/>
        </p:nvSpPr>
        <p:spPr>
          <a:xfrm>
            <a:off x="560498" y="3837304"/>
            <a:ext cx="2915093" cy="24365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89DA283-1287-2004-0F2D-368F4C3FFC5D}"/>
              </a:ext>
            </a:extLst>
          </p:cNvPr>
          <p:cNvCxnSpPr/>
          <p:nvPr/>
        </p:nvCxnSpPr>
        <p:spPr>
          <a:xfrm>
            <a:off x="766063" y="5892855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7E8F71B-5474-AEDF-9548-8A6EFAC1B865}"/>
                  </a:ext>
                </a:extLst>
              </p:cNvPr>
              <p:cNvSpPr txBox="1"/>
              <p:nvPr/>
            </p:nvSpPr>
            <p:spPr>
              <a:xfrm>
                <a:off x="1725626" y="5571156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7E8F71B-5474-AEDF-9548-8A6EFAC1B8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626" y="5571156"/>
                <a:ext cx="428130" cy="338554"/>
              </a:xfrm>
              <a:prstGeom prst="rect">
                <a:avLst/>
              </a:prstGeom>
              <a:blipFill>
                <a:blip r:embed="rId8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6140FDF0-44C6-6F9F-6D55-39E36A56F19A}"/>
              </a:ext>
            </a:extLst>
          </p:cNvPr>
          <p:cNvSpPr/>
          <p:nvPr/>
        </p:nvSpPr>
        <p:spPr>
          <a:xfrm>
            <a:off x="4271567" y="530813"/>
            <a:ext cx="2915093" cy="2436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DC53B9E-6A8F-BB9E-5C40-0EF1FDABD42A}"/>
              </a:ext>
            </a:extLst>
          </p:cNvPr>
          <p:cNvCxnSpPr>
            <a:cxnSpLocks/>
          </p:cNvCxnSpPr>
          <p:nvPr/>
        </p:nvCxnSpPr>
        <p:spPr>
          <a:xfrm>
            <a:off x="4506368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4C1ED6D-7BB1-E7BE-0D8F-7AC04B6EE34B}"/>
              </a:ext>
            </a:extLst>
          </p:cNvPr>
          <p:cNvCxnSpPr>
            <a:cxnSpLocks/>
          </p:cNvCxnSpPr>
          <p:nvPr/>
        </p:nvCxnSpPr>
        <p:spPr>
          <a:xfrm>
            <a:off x="4749145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DF64A92-EC18-5C8E-D76E-01CE64B205F1}"/>
              </a:ext>
            </a:extLst>
          </p:cNvPr>
          <p:cNvCxnSpPr>
            <a:cxnSpLocks/>
          </p:cNvCxnSpPr>
          <p:nvPr/>
        </p:nvCxnSpPr>
        <p:spPr>
          <a:xfrm>
            <a:off x="5007871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146C6E2-9644-5F07-45D5-087BE06FB80F}"/>
              </a:ext>
            </a:extLst>
          </p:cNvPr>
          <p:cNvCxnSpPr>
            <a:cxnSpLocks/>
          </p:cNvCxnSpPr>
          <p:nvPr/>
        </p:nvCxnSpPr>
        <p:spPr>
          <a:xfrm>
            <a:off x="6335168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D9EB66C-640E-7761-4006-446063F4EA92}"/>
              </a:ext>
            </a:extLst>
          </p:cNvPr>
          <p:cNvCxnSpPr>
            <a:cxnSpLocks/>
          </p:cNvCxnSpPr>
          <p:nvPr/>
        </p:nvCxnSpPr>
        <p:spPr>
          <a:xfrm>
            <a:off x="6615159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859EEF8-0633-5B68-6565-5C0B5D3830DD}"/>
              </a:ext>
            </a:extLst>
          </p:cNvPr>
          <p:cNvCxnSpPr>
            <a:cxnSpLocks/>
          </p:cNvCxnSpPr>
          <p:nvPr/>
        </p:nvCxnSpPr>
        <p:spPr>
          <a:xfrm>
            <a:off x="6905782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5CFFD16-A97D-F6D5-AA30-6B37D42529B9}"/>
                  </a:ext>
                </a:extLst>
              </p:cNvPr>
              <p:cNvSpPr txBox="1"/>
              <p:nvPr/>
            </p:nvSpPr>
            <p:spPr>
              <a:xfrm>
                <a:off x="4188320" y="1433822"/>
                <a:ext cx="43531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5CFFD16-A97D-F6D5-AA30-6B37D4252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8320" y="1433822"/>
                <a:ext cx="435311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C0484D3-DA9C-E30B-104F-D2C09660630F}"/>
                  </a:ext>
                </a:extLst>
              </p:cNvPr>
              <p:cNvSpPr txBox="1"/>
              <p:nvPr/>
            </p:nvSpPr>
            <p:spPr>
              <a:xfrm>
                <a:off x="4421429" y="144690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C0484D3-DA9C-E30B-104F-D2C096606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1429" y="1446908"/>
                <a:ext cx="440056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3A5114A-AC19-A929-278A-E3100B3FEAC5}"/>
                  </a:ext>
                </a:extLst>
              </p:cNvPr>
              <p:cNvSpPr txBox="1"/>
              <p:nvPr/>
            </p:nvSpPr>
            <p:spPr>
              <a:xfrm>
                <a:off x="4688326" y="144690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3A5114A-AC19-A929-278A-E3100B3FEA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326" y="1446908"/>
                <a:ext cx="440056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3C94CCB-2361-5138-9BD0-7B6D25490315}"/>
                  </a:ext>
                </a:extLst>
              </p:cNvPr>
              <p:cNvSpPr txBox="1"/>
              <p:nvPr/>
            </p:nvSpPr>
            <p:spPr>
              <a:xfrm>
                <a:off x="6594046" y="1513032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3C94CCB-2361-5138-9BD0-7B6D254903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046" y="1513032"/>
                <a:ext cx="440056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 43">
            <a:extLst>
              <a:ext uri="{FF2B5EF4-FFF2-40B4-BE49-F238E27FC236}">
                <a16:creationId xmlns:a16="http://schemas.microsoft.com/office/drawing/2014/main" id="{7AF73441-38A1-FA6C-E5FB-03C418A1E3B1}"/>
              </a:ext>
            </a:extLst>
          </p:cNvPr>
          <p:cNvSpPr/>
          <p:nvPr/>
        </p:nvSpPr>
        <p:spPr>
          <a:xfrm>
            <a:off x="5810916" y="3764638"/>
            <a:ext cx="848729" cy="125230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2F5772B-9DDE-1313-C892-9FA0C2A43905}"/>
                  </a:ext>
                </a:extLst>
              </p:cNvPr>
              <p:cNvSpPr txBox="1"/>
              <p:nvPr/>
            </p:nvSpPr>
            <p:spPr>
              <a:xfrm>
                <a:off x="5908316" y="3224151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2F5772B-9DDE-1313-C892-9FA0C2A439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8316" y="3224151"/>
                <a:ext cx="54980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57671D0-E507-7DAC-A904-7A9716F9BCC5}"/>
              </a:ext>
            </a:extLst>
          </p:cNvPr>
          <p:cNvCxnSpPr>
            <a:cxnSpLocks/>
          </p:cNvCxnSpPr>
          <p:nvPr/>
        </p:nvCxnSpPr>
        <p:spPr>
          <a:xfrm flipV="1">
            <a:off x="4183405" y="3795736"/>
            <a:ext cx="0" cy="118704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A8D2120-6875-4B57-CD1A-14AC1672B3E2}"/>
              </a:ext>
            </a:extLst>
          </p:cNvPr>
          <p:cNvCxnSpPr>
            <a:cxnSpLocks/>
          </p:cNvCxnSpPr>
          <p:nvPr/>
        </p:nvCxnSpPr>
        <p:spPr>
          <a:xfrm flipH="1">
            <a:off x="5731981" y="3696929"/>
            <a:ext cx="979969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508D35E-3C72-3B2D-097C-3FCE875DDC24}"/>
                  </a:ext>
                </a:extLst>
              </p:cNvPr>
              <p:cNvSpPr txBox="1"/>
              <p:nvPr/>
            </p:nvSpPr>
            <p:spPr>
              <a:xfrm>
                <a:off x="3727216" y="4191871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508D35E-3C72-3B2D-097C-3FCE875DD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7216" y="4191871"/>
                <a:ext cx="549801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3120680-154D-1CF7-D902-17B0CED0C30D}"/>
                  </a:ext>
                </a:extLst>
              </p:cNvPr>
              <p:cNvSpPr txBox="1"/>
              <p:nvPr/>
            </p:nvSpPr>
            <p:spPr>
              <a:xfrm>
                <a:off x="63600" y="6446760"/>
                <a:ext cx="58205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Memory Needed: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en-US" b="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3120680-154D-1CF7-D902-17B0CED0C3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00" y="6446760"/>
                <a:ext cx="5820574" cy="369332"/>
              </a:xfrm>
              <a:prstGeom prst="rect">
                <a:avLst/>
              </a:prstGeom>
              <a:blipFill>
                <a:blip r:embed="rId15"/>
                <a:stretch>
                  <a:fillRect l="-838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9C68D53B-B509-E702-B5A0-A2C8BE7E807B}"/>
              </a:ext>
            </a:extLst>
          </p:cNvPr>
          <p:cNvSpPr/>
          <p:nvPr/>
        </p:nvSpPr>
        <p:spPr>
          <a:xfrm>
            <a:off x="374334" y="3825955"/>
            <a:ext cx="3267450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49F2860-2B45-4447-A3FE-446A898C6860}"/>
              </a:ext>
            </a:extLst>
          </p:cNvPr>
          <p:cNvCxnSpPr>
            <a:cxnSpLocks/>
          </p:cNvCxnSpPr>
          <p:nvPr/>
        </p:nvCxnSpPr>
        <p:spPr>
          <a:xfrm flipV="1">
            <a:off x="3745970" y="3824153"/>
            <a:ext cx="18344" cy="1115689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049351AA-AD97-24BF-A134-420A7750F451}"/>
              </a:ext>
            </a:extLst>
          </p:cNvPr>
          <p:cNvSpPr/>
          <p:nvPr/>
        </p:nvSpPr>
        <p:spPr>
          <a:xfrm>
            <a:off x="5705217" y="550283"/>
            <a:ext cx="1009508" cy="255141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02BB601-9C32-6313-84CE-F58221C5AEEA}"/>
              </a:ext>
            </a:extLst>
          </p:cNvPr>
          <p:cNvCxnSpPr>
            <a:cxnSpLocks/>
          </p:cNvCxnSpPr>
          <p:nvPr/>
        </p:nvCxnSpPr>
        <p:spPr>
          <a:xfrm flipH="1">
            <a:off x="5702442" y="3207197"/>
            <a:ext cx="1009508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5C9B6EE5-5A87-E439-5BE9-7E35B0B6CD68}"/>
              </a:ext>
            </a:extLst>
          </p:cNvPr>
          <p:cNvSpPr/>
          <p:nvPr/>
        </p:nvSpPr>
        <p:spPr>
          <a:xfrm>
            <a:off x="8060796" y="3897456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ED5D0B3-5CDF-5161-71B5-259E70DFCFE1}"/>
                  </a:ext>
                </a:extLst>
              </p:cNvPr>
              <p:cNvSpPr txBox="1"/>
              <p:nvPr/>
            </p:nvSpPr>
            <p:spPr>
              <a:xfrm>
                <a:off x="9389242" y="3348013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ED5D0B3-5CDF-5161-71B5-259E70DFC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9242" y="3348013"/>
                <a:ext cx="487698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B709564-A5FC-7BBD-A77F-894800E4DBA7}"/>
              </a:ext>
            </a:extLst>
          </p:cNvPr>
          <p:cNvCxnSpPr/>
          <p:nvPr/>
        </p:nvCxnSpPr>
        <p:spPr>
          <a:xfrm>
            <a:off x="8320613" y="4234817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26A36B8-3311-C3C6-2BCB-C09EA5C7DA98}"/>
              </a:ext>
            </a:extLst>
          </p:cNvPr>
          <p:cNvCxnSpPr/>
          <p:nvPr/>
        </p:nvCxnSpPr>
        <p:spPr>
          <a:xfrm>
            <a:off x="8320613" y="4477594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4370A17-A609-E5FB-638A-D7169EA6673E}"/>
              </a:ext>
            </a:extLst>
          </p:cNvPr>
          <p:cNvCxnSpPr/>
          <p:nvPr/>
        </p:nvCxnSpPr>
        <p:spPr>
          <a:xfrm>
            <a:off x="8320613" y="4762901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36D8F76C-D855-3528-3DB2-96BD5FCD94D0}"/>
              </a:ext>
            </a:extLst>
          </p:cNvPr>
          <p:cNvCxnSpPr/>
          <p:nvPr/>
        </p:nvCxnSpPr>
        <p:spPr>
          <a:xfrm>
            <a:off x="8320613" y="602285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27EF670-CEE8-3CCA-0FBE-D6C999FF5A79}"/>
                  </a:ext>
                </a:extLst>
              </p:cNvPr>
              <p:cNvSpPr txBox="1"/>
              <p:nvPr/>
            </p:nvSpPr>
            <p:spPr>
              <a:xfrm>
                <a:off x="9280176" y="3890769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27EF670-CEE8-3CCA-0FBE-D6C999FF5A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176" y="3890769"/>
                <a:ext cx="428130" cy="3385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B65D439-D250-4B82-9936-9537BCAFC6AE}"/>
                  </a:ext>
                </a:extLst>
              </p:cNvPr>
              <p:cNvSpPr txBox="1"/>
              <p:nvPr/>
            </p:nvSpPr>
            <p:spPr>
              <a:xfrm>
                <a:off x="9280176" y="4170634"/>
                <a:ext cx="43646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B65D439-D250-4B82-9936-9537BCAFC6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176" y="4170634"/>
                <a:ext cx="436465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B5C01E5-7A14-68AD-0B15-84FAAAB62990}"/>
                  </a:ext>
                </a:extLst>
              </p:cNvPr>
              <p:cNvSpPr txBox="1"/>
              <p:nvPr/>
            </p:nvSpPr>
            <p:spPr>
              <a:xfrm>
                <a:off x="9277515" y="4431150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B5C01E5-7A14-68AD-0B15-84FAAAB629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7515" y="4431150"/>
                <a:ext cx="432874" cy="3385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D554A3E-14E0-CA02-E609-34B8BEB1C9E3}"/>
                  </a:ext>
                </a:extLst>
              </p:cNvPr>
              <p:cNvSpPr txBox="1"/>
              <p:nvPr/>
            </p:nvSpPr>
            <p:spPr>
              <a:xfrm>
                <a:off x="9301905" y="5730423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D554A3E-14E0-CA02-E609-34B8BEB1C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1905" y="5730423"/>
                <a:ext cx="432874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4A63150-6E25-7244-5E62-5A1A76492EA6}"/>
              </a:ext>
            </a:extLst>
          </p:cNvPr>
          <p:cNvCxnSpPr>
            <a:cxnSpLocks/>
          </p:cNvCxnSpPr>
          <p:nvPr/>
        </p:nvCxnSpPr>
        <p:spPr>
          <a:xfrm>
            <a:off x="7932361" y="3897456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D2C76A75-8231-2782-8FE8-363624E7A6D7}"/>
              </a:ext>
            </a:extLst>
          </p:cNvPr>
          <p:cNvCxnSpPr>
            <a:cxnSpLocks/>
          </p:cNvCxnSpPr>
          <p:nvPr/>
        </p:nvCxnSpPr>
        <p:spPr>
          <a:xfrm>
            <a:off x="8077066" y="3764638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39C5A83C-6D07-59FA-2602-C27EAE652E61}"/>
              </a:ext>
            </a:extLst>
          </p:cNvPr>
          <p:cNvSpPr/>
          <p:nvPr/>
        </p:nvSpPr>
        <p:spPr>
          <a:xfrm>
            <a:off x="7956211" y="495375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A3D7E93-2110-CA16-C5B7-64DADABCC713}"/>
              </a:ext>
            </a:extLst>
          </p:cNvPr>
          <p:cNvCxnSpPr/>
          <p:nvPr/>
        </p:nvCxnSpPr>
        <p:spPr>
          <a:xfrm>
            <a:off x="8216028" y="832736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0BAF7571-B4A3-BC95-613C-D80A22B57BBE}"/>
              </a:ext>
            </a:extLst>
          </p:cNvPr>
          <p:cNvCxnSpPr/>
          <p:nvPr/>
        </p:nvCxnSpPr>
        <p:spPr>
          <a:xfrm>
            <a:off x="8216028" y="1075513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807CEBCC-C9CB-E1AD-40DB-C2B250CDFB93}"/>
              </a:ext>
            </a:extLst>
          </p:cNvPr>
          <p:cNvCxnSpPr/>
          <p:nvPr/>
        </p:nvCxnSpPr>
        <p:spPr>
          <a:xfrm>
            <a:off x="8216028" y="136082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01698363-6FD5-FD84-769A-952F001EF1CA}"/>
              </a:ext>
            </a:extLst>
          </p:cNvPr>
          <p:cNvCxnSpPr/>
          <p:nvPr/>
        </p:nvCxnSpPr>
        <p:spPr>
          <a:xfrm>
            <a:off x="8216028" y="2620778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259DF57C-9985-07B5-4D90-78A35E62F260}"/>
              </a:ext>
            </a:extLst>
          </p:cNvPr>
          <p:cNvCxnSpPr>
            <a:cxnSpLocks/>
          </p:cNvCxnSpPr>
          <p:nvPr/>
        </p:nvCxnSpPr>
        <p:spPr>
          <a:xfrm>
            <a:off x="7827776" y="495375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BA8B4E2-D823-F5D1-DA78-B06E819D8698}"/>
                  </a:ext>
                </a:extLst>
              </p:cNvPr>
              <p:cNvSpPr txBox="1"/>
              <p:nvPr/>
            </p:nvSpPr>
            <p:spPr>
              <a:xfrm>
                <a:off x="9359872" y="6480067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BA8B4E2-D823-F5D1-DA78-B06E819D86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9872" y="6480067"/>
                <a:ext cx="487698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E2BCCA78-17B3-070E-38F4-334480E5DDCF}"/>
              </a:ext>
            </a:extLst>
          </p:cNvPr>
          <p:cNvCxnSpPr>
            <a:cxnSpLocks/>
          </p:cNvCxnSpPr>
          <p:nvPr/>
        </p:nvCxnSpPr>
        <p:spPr>
          <a:xfrm>
            <a:off x="8060795" y="6492875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7121FEBA-FFB0-2C15-938B-6862E3658954}"/>
                  </a:ext>
                </a:extLst>
              </p:cNvPr>
              <p:cNvSpPr txBox="1"/>
              <p:nvPr/>
            </p:nvSpPr>
            <p:spPr>
              <a:xfrm>
                <a:off x="7462035" y="156251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7121FEBA-FFB0-2C15-938B-6862E36589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2035" y="1562514"/>
                <a:ext cx="365741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TextBox 79">
            <a:extLst>
              <a:ext uri="{FF2B5EF4-FFF2-40B4-BE49-F238E27FC236}">
                <a16:creationId xmlns:a16="http://schemas.microsoft.com/office/drawing/2014/main" id="{CD33BBDF-721E-CAFF-9985-4160897A5CDE}"/>
              </a:ext>
            </a:extLst>
          </p:cNvPr>
          <p:cNvSpPr txBox="1"/>
          <p:nvPr/>
        </p:nvSpPr>
        <p:spPr>
          <a:xfrm>
            <a:off x="7263785" y="5248756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X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00C8AB3-C814-ABD5-3900-D572F26BD0ED}"/>
              </a:ext>
            </a:extLst>
          </p:cNvPr>
          <p:cNvSpPr txBox="1"/>
          <p:nvPr/>
        </p:nvSpPr>
        <p:spPr>
          <a:xfrm rot="16200000">
            <a:off x="9074852" y="3065432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=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B7F3D3E-BBA0-67A2-7FAF-25BCA5C3071D}"/>
              </a:ext>
            </a:extLst>
          </p:cNvPr>
          <p:cNvSpPr/>
          <p:nvPr/>
        </p:nvSpPr>
        <p:spPr>
          <a:xfrm>
            <a:off x="8034731" y="4808087"/>
            <a:ext cx="3267450" cy="90362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4A4963D-6081-0579-06D6-03D198D3146D}"/>
              </a:ext>
            </a:extLst>
          </p:cNvPr>
          <p:cNvSpPr/>
          <p:nvPr/>
        </p:nvSpPr>
        <p:spPr>
          <a:xfrm>
            <a:off x="7755517" y="488142"/>
            <a:ext cx="3267450" cy="64894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CDA76BA-DED4-5A1F-964C-DF7B6AE54D2C}"/>
                  </a:ext>
                </a:extLst>
              </p:cNvPr>
              <p:cNvSpPr txBox="1"/>
              <p:nvPr/>
            </p:nvSpPr>
            <p:spPr>
              <a:xfrm>
                <a:off x="11404550" y="5085492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CDA76BA-DED4-5A1F-964C-DF7B6AE54D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4550" y="5085492"/>
                <a:ext cx="549801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C744C908-76C1-1CEF-4499-42652DAC4868}"/>
              </a:ext>
            </a:extLst>
          </p:cNvPr>
          <p:cNvCxnSpPr>
            <a:cxnSpLocks/>
          </p:cNvCxnSpPr>
          <p:nvPr/>
        </p:nvCxnSpPr>
        <p:spPr>
          <a:xfrm>
            <a:off x="11427687" y="4721484"/>
            <a:ext cx="0" cy="1080206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C047CA72-EB78-E7D0-FBBB-B0E0AD674B7B}"/>
                  </a:ext>
                </a:extLst>
              </p:cNvPr>
              <p:cNvSpPr txBox="1"/>
              <p:nvPr/>
            </p:nvSpPr>
            <p:spPr>
              <a:xfrm>
                <a:off x="11216587" y="627947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C047CA72-EB78-E7D0-FBBB-B0E0AD674B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6587" y="627947"/>
                <a:ext cx="549801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D4375BF0-E5B4-8640-6FB1-B9C908BCE5CE}"/>
              </a:ext>
            </a:extLst>
          </p:cNvPr>
          <p:cNvCxnSpPr>
            <a:cxnSpLocks/>
          </p:cNvCxnSpPr>
          <p:nvPr/>
        </p:nvCxnSpPr>
        <p:spPr>
          <a:xfrm>
            <a:off x="11200288" y="482308"/>
            <a:ext cx="16299" cy="75963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E293286-F8E8-E981-CEC6-7AEC29AB50CA}"/>
                  </a:ext>
                </a:extLst>
              </p:cNvPr>
              <p:cNvSpPr txBox="1"/>
              <p:nvPr/>
            </p:nvSpPr>
            <p:spPr>
              <a:xfrm>
                <a:off x="8052842" y="487380"/>
                <a:ext cx="273055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E293286-F8E8-E981-CEC6-7AEC29AB50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842" y="487380"/>
                <a:ext cx="2730555" cy="33855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B5950F79-E29B-7F91-3600-5E2D2B430EB5}"/>
                  </a:ext>
                </a:extLst>
              </p:cNvPr>
              <p:cNvSpPr txBox="1"/>
              <p:nvPr/>
            </p:nvSpPr>
            <p:spPr>
              <a:xfrm>
                <a:off x="8060795" y="751434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B5950F79-E29B-7F91-3600-5E2D2B430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5" y="751434"/>
                <a:ext cx="2740045" cy="33855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23AAF372-62DB-EFD1-9781-5CE76DFB2140}"/>
                  </a:ext>
                </a:extLst>
              </p:cNvPr>
              <p:cNvSpPr txBox="1"/>
              <p:nvPr/>
            </p:nvSpPr>
            <p:spPr>
              <a:xfrm>
                <a:off x="8060795" y="1031068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31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23AAF372-62DB-EFD1-9781-5CE76DFB21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5" y="1031068"/>
                <a:ext cx="2740045" cy="33855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3C0D2A78-292B-66F7-C0B7-DF62F669DA91}"/>
                  </a:ext>
                </a:extLst>
              </p:cNvPr>
              <p:cNvSpPr txBox="1"/>
              <p:nvPr/>
            </p:nvSpPr>
            <p:spPr>
              <a:xfrm>
                <a:off x="8060794" y="2263984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3C0D2A78-292B-66F7-C0B7-DF62F669D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4" y="2263984"/>
                <a:ext cx="2740045" cy="338554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F58068F1-732A-60A2-A387-79B92915AF59}"/>
              </a:ext>
            </a:extLst>
          </p:cNvPr>
          <p:cNvCxnSpPr/>
          <p:nvPr/>
        </p:nvCxnSpPr>
        <p:spPr>
          <a:xfrm>
            <a:off x="696500" y="419136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FDE5FEFD-6DCA-D65A-67F4-505BA268D2F2}"/>
              </a:ext>
            </a:extLst>
          </p:cNvPr>
          <p:cNvCxnSpPr/>
          <p:nvPr/>
        </p:nvCxnSpPr>
        <p:spPr>
          <a:xfrm>
            <a:off x="729029" y="457155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F8C951A2-7B11-B66B-9AE4-D38BEC1546CF}"/>
                  </a:ext>
                </a:extLst>
              </p:cNvPr>
              <p:cNvSpPr txBox="1"/>
              <p:nvPr/>
            </p:nvSpPr>
            <p:spPr>
              <a:xfrm>
                <a:off x="1656063" y="3884400"/>
                <a:ext cx="42813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F8C951A2-7B11-B66B-9AE4-D38BEC154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6063" y="3884400"/>
                <a:ext cx="428131" cy="338554"/>
              </a:xfrm>
              <a:prstGeom prst="rect">
                <a:avLst/>
              </a:prstGeom>
              <a:blipFill>
                <a:blip r:embed="rId29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D3E80B77-1583-0AC7-9AB9-F03DED47C59B}"/>
                  </a:ext>
                </a:extLst>
              </p:cNvPr>
              <p:cNvSpPr txBox="1"/>
              <p:nvPr/>
            </p:nvSpPr>
            <p:spPr>
              <a:xfrm>
                <a:off x="1685931" y="4239808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D3E80B77-1583-0AC7-9AB9-F03DED47C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5931" y="4239808"/>
                <a:ext cx="432874" cy="338554"/>
              </a:xfrm>
              <a:prstGeom prst="rect">
                <a:avLst/>
              </a:prstGeom>
              <a:blipFill>
                <a:blip r:embed="rId30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86A6619-A03E-FFD3-4A0C-28CE8DD9A43F}"/>
                  </a:ext>
                </a:extLst>
              </p:cNvPr>
              <p:cNvSpPr txBox="1"/>
              <p:nvPr/>
            </p:nvSpPr>
            <p:spPr>
              <a:xfrm>
                <a:off x="4338982" y="3955805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86A6619-A03E-FFD3-4A0C-28CE8DD9A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8982" y="3955805"/>
                <a:ext cx="635841" cy="3693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2364E32-B2C7-AA28-783A-81D1483D8836}"/>
                  </a:ext>
                </a:extLst>
              </p:cNvPr>
              <p:cNvSpPr txBox="1"/>
              <p:nvPr/>
            </p:nvSpPr>
            <p:spPr>
              <a:xfrm>
                <a:off x="4807085" y="3969253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2364E32-B2C7-AA28-783A-81D1483D8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85" y="3969253"/>
                <a:ext cx="635841" cy="3693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04EC921-ACEC-0747-F7CB-8040B16B113C}"/>
                  </a:ext>
                </a:extLst>
              </p:cNvPr>
              <p:cNvSpPr txBox="1"/>
              <p:nvPr/>
            </p:nvSpPr>
            <p:spPr>
              <a:xfrm>
                <a:off x="4338982" y="447533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04EC921-ACEC-0747-F7CB-8040B16B1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8982" y="4475330"/>
                <a:ext cx="635841" cy="369332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CA79885-E963-B702-F780-B875F914BFD8}"/>
                  </a:ext>
                </a:extLst>
              </p:cNvPr>
              <p:cNvSpPr txBox="1"/>
              <p:nvPr/>
            </p:nvSpPr>
            <p:spPr>
              <a:xfrm>
                <a:off x="4807085" y="449257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CA79885-E963-B702-F780-B875F914BF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85" y="4492571"/>
                <a:ext cx="635841" cy="36933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51C9210-6152-E84F-561C-173975E6618F}"/>
                  </a:ext>
                </a:extLst>
              </p:cNvPr>
              <p:cNvSpPr txBox="1"/>
              <p:nvPr/>
            </p:nvSpPr>
            <p:spPr>
              <a:xfrm>
                <a:off x="4347832" y="588460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51C9210-6152-E84F-561C-173975E66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7832" y="5884606"/>
                <a:ext cx="635841" cy="36933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3B7556C-BD99-5195-B36A-4836A7142DC8}"/>
                  </a:ext>
                </a:extLst>
              </p:cNvPr>
              <p:cNvSpPr txBox="1"/>
              <p:nvPr/>
            </p:nvSpPr>
            <p:spPr>
              <a:xfrm>
                <a:off x="4807085" y="590119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3B7556C-BD99-5195-B36A-4836A7142D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85" y="5901190"/>
                <a:ext cx="635841" cy="369332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2C257230-6478-83E3-42C0-D1576FB82BC3}"/>
                  </a:ext>
                </a:extLst>
              </p:cNvPr>
              <p:cNvSpPr txBox="1"/>
              <p:nvPr/>
            </p:nvSpPr>
            <p:spPr>
              <a:xfrm>
                <a:off x="5275187" y="395570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2C257230-6478-83E3-42C0-D1576FB82B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5187" y="3955701"/>
                <a:ext cx="635841" cy="3693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588D400-E3C2-06D5-38B0-4D1051DFDCBC}"/>
                  </a:ext>
                </a:extLst>
              </p:cNvPr>
              <p:cNvSpPr txBox="1"/>
              <p:nvPr/>
            </p:nvSpPr>
            <p:spPr>
              <a:xfrm>
                <a:off x="5297159" y="4509812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588D400-E3C2-06D5-38B0-4D1051DFDC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7159" y="4509812"/>
                <a:ext cx="635841" cy="369332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B701E590-A938-B51C-93C7-F47B6F4B45B0}"/>
                  </a:ext>
                </a:extLst>
              </p:cNvPr>
              <p:cNvSpPr txBox="1"/>
              <p:nvPr/>
            </p:nvSpPr>
            <p:spPr>
              <a:xfrm>
                <a:off x="5313732" y="5908958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B701E590-A938-B51C-93C7-F47B6F4B4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3732" y="5908958"/>
                <a:ext cx="635841" cy="369332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08817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8B491-A8DC-486A-7F0E-8B48981B3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AC8F3-6E7C-6F25-79BF-2D278ED73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FlashAttention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7F09B6-0951-2753-C0F9-F700C5C4FCE0}"/>
              </a:ext>
            </a:extLst>
          </p:cNvPr>
          <p:cNvSpPr/>
          <p:nvPr/>
        </p:nvSpPr>
        <p:spPr>
          <a:xfrm>
            <a:off x="4376443" y="3832627"/>
            <a:ext cx="2915093" cy="2436553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D64EDE-04AA-E29C-2EA6-6E251DFD04B0}"/>
                  </a:ext>
                </a:extLst>
              </p:cNvPr>
              <p:cNvSpPr txBox="1"/>
              <p:nvPr/>
            </p:nvSpPr>
            <p:spPr>
              <a:xfrm>
                <a:off x="7480263" y="4845625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D64EDE-04AA-E29C-2EA6-6E251DFD0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0263" y="4845625"/>
                <a:ext cx="3657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D3581EA-D1AB-F547-C79A-12B1B857609D}"/>
                  </a:ext>
                </a:extLst>
              </p:cNvPr>
              <p:cNvSpPr txBox="1"/>
              <p:nvPr/>
            </p:nvSpPr>
            <p:spPr>
              <a:xfrm>
                <a:off x="5701304" y="656921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D3581EA-D1AB-F547-C79A-12B1B85760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304" y="6569214"/>
                <a:ext cx="3657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C7E026A-6023-4ABE-1256-88643108FEC9}"/>
              </a:ext>
            </a:extLst>
          </p:cNvPr>
          <p:cNvCxnSpPr>
            <a:cxnSpLocks/>
          </p:cNvCxnSpPr>
          <p:nvPr/>
        </p:nvCxnSpPr>
        <p:spPr>
          <a:xfrm flipH="1">
            <a:off x="4376443" y="6452410"/>
            <a:ext cx="291509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181C896-ADFA-5177-7844-3443EC969C6E}"/>
              </a:ext>
            </a:extLst>
          </p:cNvPr>
          <p:cNvCxnSpPr>
            <a:cxnSpLocks/>
          </p:cNvCxnSpPr>
          <p:nvPr/>
        </p:nvCxnSpPr>
        <p:spPr>
          <a:xfrm>
            <a:off x="7480263" y="3845153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5078452-ECD0-A79C-A01A-6ECE15EA72DC}"/>
                  </a:ext>
                </a:extLst>
              </p:cNvPr>
              <p:cNvSpPr txBox="1"/>
              <p:nvPr/>
            </p:nvSpPr>
            <p:spPr>
              <a:xfrm>
                <a:off x="6566761" y="389745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5078452-ECD0-A79C-A01A-6ECE15EA7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761" y="3897456"/>
                <a:ext cx="6358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7B24C262-C296-90D4-8EC1-D766D1C0BA9E}"/>
              </a:ext>
            </a:extLst>
          </p:cNvPr>
          <p:cNvSpPr txBox="1"/>
          <p:nvPr/>
        </p:nvSpPr>
        <p:spPr>
          <a:xfrm>
            <a:off x="5857834" y="3832627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1639BD1-43E2-1310-4C5C-AA1E57ABFEDE}"/>
                  </a:ext>
                </a:extLst>
              </p:cNvPr>
              <p:cNvSpPr txBox="1"/>
              <p:nvPr/>
            </p:nvSpPr>
            <p:spPr>
              <a:xfrm>
                <a:off x="6566761" y="441698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1639BD1-43E2-1310-4C5C-AA1E57ABFE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761" y="4416981"/>
                <a:ext cx="6358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D253504C-C60F-8C5F-BCC1-B071CE37C80A}"/>
              </a:ext>
            </a:extLst>
          </p:cNvPr>
          <p:cNvSpPr txBox="1"/>
          <p:nvPr/>
        </p:nvSpPr>
        <p:spPr>
          <a:xfrm>
            <a:off x="5857834" y="4352152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24F0D54-988F-CEE3-CBF9-BFB5E6D92C05}"/>
                  </a:ext>
                </a:extLst>
              </p:cNvPr>
              <p:cNvSpPr txBox="1"/>
              <p:nvPr/>
            </p:nvSpPr>
            <p:spPr>
              <a:xfrm>
                <a:off x="6575611" y="5826257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24F0D54-988F-CEE3-CBF9-BFB5E6D92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611" y="5826257"/>
                <a:ext cx="63584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A6267805-0223-7D48-0078-8C4AB061E4DF}"/>
              </a:ext>
            </a:extLst>
          </p:cNvPr>
          <p:cNvSpPr txBox="1"/>
          <p:nvPr/>
        </p:nvSpPr>
        <p:spPr>
          <a:xfrm>
            <a:off x="5866684" y="5761428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9FD1ACE-4CBB-8242-B40E-328BA9450400}"/>
                  </a:ext>
                </a:extLst>
              </p:cNvPr>
              <p:cNvSpPr txBox="1"/>
              <p:nvPr/>
            </p:nvSpPr>
            <p:spPr>
              <a:xfrm>
                <a:off x="259057" y="1241943"/>
                <a:ext cx="3222162" cy="14773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Ignore </a:t>
                </a:r>
                <a:r>
                  <a:rPr lang="en-US" dirty="0" err="1"/>
                  <a:t>softmax</a:t>
                </a:r>
                <a:r>
                  <a:rPr lang="en-US" dirty="0"/>
                  <a:t> for now</a:t>
                </a:r>
              </a:p>
              <a:p>
                <a:endParaRPr lang="en-US" dirty="0"/>
              </a:p>
              <a:p>
                <a:r>
                  <a:rPr lang="en-US" dirty="0"/>
                  <a:t>How to produce the full output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/>
                  <a:t> rows of O? </a:t>
                </a:r>
                <a:r>
                  <a:rPr lang="en-US" dirty="0">
                    <a:solidFill>
                      <a:srgbClr val="C00000"/>
                    </a:solidFill>
                  </a:rPr>
                  <a:t>Iterate over columns of K 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9FD1ACE-4CBB-8242-B40E-328BA94504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57" y="1241943"/>
                <a:ext cx="3222162" cy="1477328"/>
              </a:xfrm>
              <a:prstGeom prst="rect">
                <a:avLst/>
              </a:prstGeom>
              <a:blipFill>
                <a:blip r:embed="rId7"/>
                <a:stretch>
                  <a:fillRect l="-1512" t="-2479" b="-578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7AADFF45-00A5-5B31-94CD-53DA7632B0F3}"/>
              </a:ext>
            </a:extLst>
          </p:cNvPr>
          <p:cNvSpPr/>
          <p:nvPr/>
        </p:nvSpPr>
        <p:spPr>
          <a:xfrm>
            <a:off x="560498" y="3837304"/>
            <a:ext cx="2915093" cy="24365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395DE45-DA4C-D598-E78D-45F6048124C9}"/>
              </a:ext>
            </a:extLst>
          </p:cNvPr>
          <p:cNvCxnSpPr/>
          <p:nvPr/>
        </p:nvCxnSpPr>
        <p:spPr>
          <a:xfrm>
            <a:off x="766063" y="5892855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0FE01FC-D49B-BA9E-F3DC-5A1816CDA937}"/>
                  </a:ext>
                </a:extLst>
              </p:cNvPr>
              <p:cNvSpPr txBox="1"/>
              <p:nvPr/>
            </p:nvSpPr>
            <p:spPr>
              <a:xfrm>
                <a:off x="1725626" y="5571156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0FE01FC-D49B-BA9E-F3DC-5A1816CDA9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626" y="5571156"/>
                <a:ext cx="428130" cy="338554"/>
              </a:xfrm>
              <a:prstGeom prst="rect">
                <a:avLst/>
              </a:prstGeom>
              <a:blipFill>
                <a:blip r:embed="rId8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DB824A4A-321D-8B1F-1110-C72BC1A267D9}"/>
              </a:ext>
            </a:extLst>
          </p:cNvPr>
          <p:cNvSpPr/>
          <p:nvPr/>
        </p:nvSpPr>
        <p:spPr>
          <a:xfrm>
            <a:off x="4271567" y="530813"/>
            <a:ext cx="2915093" cy="2436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93D19C0-8F05-63B2-F343-96A0B6CD121F}"/>
              </a:ext>
            </a:extLst>
          </p:cNvPr>
          <p:cNvCxnSpPr>
            <a:cxnSpLocks/>
          </p:cNvCxnSpPr>
          <p:nvPr/>
        </p:nvCxnSpPr>
        <p:spPr>
          <a:xfrm>
            <a:off x="4506368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E454862-7EE6-A700-C1EF-41B37560270F}"/>
              </a:ext>
            </a:extLst>
          </p:cNvPr>
          <p:cNvCxnSpPr>
            <a:cxnSpLocks/>
          </p:cNvCxnSpPr>
          <p:nvPr/>
        </p:nvCxnSpPr>
        <p:spPr>
          <a:xfrm>
            <a:off x="4749145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E69E35C-AC14-DFAA-EDDD-7745725FD201}"/>
              </a:ext>
            </a:extLst>
          </p:cNvPr>
          <p:cNvCxnSpPr>
            <a:cxnSpLocks/>
          </p:cNvCxnSpPr>
          <p:nvPr/>
        </p:nvCxnSpPr>
        <p:spPr>
          <a:xfrm>
            <a:off x="5007871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5FC6F9B-62D3-8EAC-A0C4-9113604454F3}"/>
              </a:ext>
            </a:extLst>
          </p:cNvPr>
          <p:cNvCxnSpPr>
            <a:cxnSpLocks/>
          </p:cNvCxnSpPr>
          <p:nvPr/>
        </p:nvCxnSpPr>
        <p:spPr>
          <a:xfrm>
            <a:off x="6335168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369AB38-88DB-F695-DCB8-813770A6E568}"/>
              </a:ext>
            </a:extLst>
          </p:cNvPr>
          <p:cNvCxnSpPr>
            <a:cxnSpLocks/>
          </p:cNvCxnSpPr>
          <p:nvPr/>
        </p:nvCxnSpPr>
        <p:spPr>
          <a:xfrm>
            <a:off x="6615159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A062319-0D98-B255-8586-8177BFF51800}"/>
              </a:ext>
            </a:extLst>
          </p:cNvPr>
          <p:cNvCxnSpPr>
            <a:cxnSpLocks/>
          </p:cNvCxnSpPr>
          <p:nvPr/>
        </p:nvCxnSpPr>
        <p:spPr>
          <a:xfrm>
            <a:off x="6905782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CE4CA20-EB84-E09F-5CCE-5E67E150CC3A}"/>
                  </a:ext>
                </a:extLst>
              </p:cNvPr>
              <p:cNvSpPr txBox="1"/>
              <p:nvPr/>
            </p:nvSpPr>
            <p:spPr>
              <a:xfrm>
                <a:off x="4188320" y="1433822"/>
                <a:ext cx="43531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CE4CA20-EB84-E09F-5CCE-5E67E150C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8320" y="1433822"/>
                <a:ext cx="435311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F787CC5-F097-6582-5307-015B9F846307}"/>
                  </a:ext>
                </a:extLst>
              </p:cNvPr>
              <p:cNvSpPr txBox="1"/>
              <p:nvPr/>
            </p:nvSpPr>
            <p:spPr>
              <a:xfrm>
                <a:off x="4421429" y="144690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F787CC5-F097-6582-5307-015B9F8463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1429" y="1446908"/>
                <a:ext cx="440056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9991A34-BA67-084B-E799-DEC251D9F42A}"/>
                  </a:ext>
                </a:extLst>
              </p:cNvPr>
              <p:cNvSpPr txBox="1"/>
              <p:nvPr/>
            </p:nvSpPr>
            <p:spPr>
              <a:xfrm>
                <a:off x="4688326" y="144690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9991A34-BA67-084B-E799-DEC251D9F4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326" y="1446908"/>
                <a:ext cx="440056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121F78D-1B64-42AD-6F25-1240EC92DD53}"/>
                  </a:ext>
                </a:extLst>
              </p:cNvPr>
              <p:cNvSpPr txBox="1"/>
              <p:nvPr/>
            </p:nvSpPr>
            <p:spPr>
              <a:xfrm>
                <a:off x="6594046" y="1513032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121F78D-1B64-42AD-6F25-1240EC92DD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046" y="1513032"/>
                <a:ext cx="440056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 43">
            <a:extLst>
              <a:ext uri="{FF2B5EF4-FFF2-40B4-BE49-F238E27FC236}">
                <a16:creationId xmlns:a16="http://schemas.microsoft.com/office/drawing/2014/main" id="{A2D03DD7-B626-FFBC-0FF0-2EECABF7EA92}"/>
              </a:ext>
            </a:extLst>
          </p:cNvPr>
          <p:cNvSpPr/>
          <p:nvPr/>
        </p:nvSpPr>
        <p:spPr>
          <a:xfrm>
            <a:off x="6258531" y="3769546"/>
            <a:ext cx="1023418" cy="125230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6145ED3-83E9-1F94-B761-9F57343F2343}"/>
                  </a:ext>
                </a:extLst>
              </p:cNvPr>
              <p:cNvSpPr txBox="1"/>
              <p:nvPr/>
            </p:nvSpPr>
            <p:spPr>
              <a:xfrm>
                <a:off x="6389090" y="3212723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6145ED3-83E9-1F94-B761-9F57343F2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9090" y="3212723"/>
                <a:ext cx="54980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E475E05-D9DA-AEE9-A9AD-01C124A46FCD}"/>
              </a:ext>
            </a:extLst>
          </p:cNvPr>
          <p:cNvCxnSpPr>
            <a:cxnSpLocks/>
          </p:cNvCxnSpPr>
          <p:nvPr/>
        </p:nvCxnSpPr>
        <p:spPr>
          <a:xfrm flipV="1">
            <a:off x="4183405" y="3795736"/>
            <a:ext cx="0" cy="118704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B3DD53E-7204-4710-DEF1-0BC7DC76F9D0}"/>
              </a:ext>
            </a:extLst>
          </p:cNvPr>
          <p:cNvCxnSpPr>
            <a:cxnSpLocks/>
          </p:cNvCxnSpPr>
          <p:nvPr/>
        </p:nvCxnSpPr>
        <p:spPr>
          <a:xfrm flipH="1">
            <a:off x="6212755" y="3685501"/>
            <a:ext cx="979969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8D5AA35-47B8-7DDF-0890-126C24A34061}"/>
                  </a:ext>
                </a:extLst>
              </p:cNvPr>
              <p:cNvSpPr txBox="1"/>
              <p:nvPr/>
            </p:nvSpPr>
            <p:spPr>
              <a:xfrm>
                <a:off x="3727216" y="4191871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8D5AA35-47B8-7DDF-0890-126C24A340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7216" y="4191871"/>
                <a:ext cx="549801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FE959CE-A19D-5676-7BAA-56D0B0120CFD}"/>
                  </a:ext>
                </a:extLst>
              </p:cNvPr>
              <p:cNvSpPr txBox="1"/>
              <p:nvPr/>
            </p:nvSpPr>
            <p:spPr>
              <a:xfrm>
                <a:off x="63600" y="6446760"/>
                <a:ext cx="58205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Memory Needed: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en-US" b="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FE959CE-A19D-5676-7BAA-56D0B0120C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00" y="6446760"/>
                <a:ext cx="5820574" cy="369332"/>
              </a:xfrm>
              <a:prstGeom prst="rect">
                <a:avLst/>
              </a:prstGeom>
              <a:blipFill>
                <a:blip r:embed="rId15"/>
                <a:stretch>
                  <a:fillRect l="-838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15250FD6-2017-35FC-46C7-B5D5786E3CB9}"/>
              </a:ext>
            </a:extLst>
          </p:cNvPr>
          <p:cNvSpPr/>
          <p:nvPr/>
        </p:nvSpPr>
        <p:spPr>
          <a:xfrm>
            <a:off x="374334" y="3825955"/>
            <a:ext cx="3267450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2079BFE-5FC0-EDF1-292E-77A50C91CD55}"/>
              </a:ext>
            </a:extLst>
          </p:cNvPr>
          <p:cNvCxnSpPr>
            <a:cxnSpLocks/>
          </p:cNvCxnSpPr>
          <p:nvPr/>
        </p:nvCxnSpPr>
        <p:spPr>
          <a:xfrm flipV="1">
            <a:off x="3745970" y="3824153"/>
            <a:ext cx="18344" cy="1115689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296CC069-1C5B-FCAE-4C69-D31F2AC9B943}"/>
              </a:ext>
            </a:extLst>
          </p:cNvPr>
          <p:cNvSpPr/>
          <p:nvPr/>
        </p:nvSpPr>
        <p:spPr>
          <a:xfrm>
            <a:off x="6183216" y="529403"/>
            <a:ext cx="1009508" cy="255141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9DD8357-7059-E0DD-016B-3ABC09A850C7}"/>
              </a:ext>
            </a:extLst>
          </p:cNvPr>
          <p:cNvCxnSpPr>
            <a:cxnSpLocks/>
          </p:cNvCxnSpPr>
          <p:nvPr/>
        </p:nvCxnSpPr>
        <p:spPr>
          <a:xfrm flipH="1">
            <a:off x="6183216" y="3195769"/>
            <a:ext cx="1009508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390D3B0C-E408-E573-63CB-026612F45F10}"/>
              </a:ext>
            </a:extLst>
          </p:cNvPr>
          <p:cNvSpPr/>
          <p:nvPr/>
        </p:nvSpPr>
        <p:spPr>
          <a:xfrm>
            <a:off x="8060796" y="3897456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7612CD2-9B15-A2C9-FFA7-76712D086B22}"/>
                  </a:ext>
                </a:extLst>
              </p:cNvPr>
              <p:cNvSpPr txBox="1"/>
              <p:nvPr/>
            </p:nvSpPr>
            <p:spPr>
              <a:xfrm>
                <a:off x="9389242" y="3348013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7612CD2-9B15-A2C9-FFA7-76712D086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9242" y="3348013"/>
                <a:ext cx="487698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2156692-D347-875A-CCC3-BE54F95B7120}"/>
              </a:ext>
            </a:extLst>
          </p:cNvPr>
          <p:cNvCxnSpPr/>
          <p:nvPr/>
        </p:nvCxnSpPr>
        <p:spPr>
          <a:xfrm>
            <a:off x="8320613" y="4234817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2879204-9601-1083-7BE3-B051A909B798}"/>
              </a:ext>
            </a:extLst>
          </p:cNvPr>
          <p:cNvCxnSpPr/>
          <p:nvPr/>
        </p:nvCxnSpPr>
        <p:spPr>
          <a:xfrm>
            <a:off x="8320613" y="4477594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3EB6816-E580-60F7-13D0-DD4F7DE4EFFB}"/>
              </a:ext>
            </a:extLst>
          </p:cNvPr>
          <p:cNvCxnSpPr/>
          <p:nvPr/>
        </p:nvCxnSpPr>
        <p:spPr>
          <a:xfrm>
            <a:off x="8320613" y="4762901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7CE9DB54-3201-9E2B-9EC0-B0EF34957C59}"/>
              </a:ext>
            </a:extLst>
          </p:cNvPr>
          <p:cNvCxnSpPr/>
          <p:nvPr/>
        </p:nvCxnSpPr>
        <p:spPr>
          <a:xfrm>
            <a:off x="8320613" y="602285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C26E6FC-87A8-1E05-FD2F-88D3FA662737}"/>
                  </a:ext>
                </a:extLst>
              </p:cNvPr>
              <p:cNvSpPr txBox="1"/>
              <p:nvPr/>
            </p:nvSpPr>
            <p:spPr>
              <a:xfrm>
                <a:off x="9280176" y="3890769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C26E6FC-87A8-1E05-FD2F-88D3FA6627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176" y="3890769"/>
                <a:ext cx="428130" cy="3385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C149010-7B3A-CEB9-8A3B-A267FA3614AA}"/>
                  </a:ext>
                </a:extLst>
              </p:cNvPr>
              <p:cNvSpPr txBox="1"/>
              <p:nvPr/>
            </p:nvSpPr>
            <p:spPr>
              <a:xfrm>
                <a:off x="9280176" y="4170634"/>
                <a:ext cx="43646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C149010-7B3A-CEB9-8A3B-A267FA3614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176" y="4170634"/>
                <a:ext cx="436465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0F54F5A-8426-CCB1-0282-3391A97D2938}"/>
                  </a:ext>
                </a:extLst>
              </p:cNvPr>
              <p:cNvSpPr txBox="1"/>
              <p:nvPr/>
            </p:nvSpPr>
            <p:spPr>
              <a:xfrm>
                <a:off x="9277515" y="4431150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0F54F5A-8426-CCB1-0282-3391A97D2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7515" y="4431150"/>
                <a:ext cx="432874" cy="3385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DCBD473-9741-A0A4-861E-C1F158C59932}"/>
                  </a:ext>
                </a:extLst>
              </p:cNvPr>
              <p:cNvSpPr txBox="1"/>
              <p:nvPr/>
            </p:nvSpPr>
            <p:spPr>
              <a:xfrm>
                <a:off x="9301905" y="5730423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DCBD473-9741-A0A4-861E-C1F158C599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1905" y="5730423"/>
                <a:ext cx="432874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8C45247F-3190-5957-7833-B43DC5D6AD6A}"/>
              </a:ext>
            </a:extLst>
          </p:cNvPr>
          <p:cNvCxnSpPr>
            <a:cxnSpLocks/>
          </p:cNvCxnSpPr>
          <p:nvPr/>
        </p:nvCxnSpPr>
        <p:spPr>
          <a:xfrm>
            <a:off x="7932361" y="3897456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613E94C-6106-D866-5395-C0358537EBA3}"/>
              </a:ext>
            </a:extLst>
          </p:cNvPr>
          <p:cNvCxnSpPr>
            <a:cxnSpLocks/>
          </p:cNvCxnSpPr>
          <p:nvPr/>
        </p:nvCxnSpPr>
        <p:spPr>
          <a:xfrm>
            <a:off x="8077066" y="3764638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2C5B552F-D13A-6DC8-1E2E-23775AFAF0F8}"/>
              </a:ext>
            </a:extLst>
          </p:cNvPr>
          <p:cNvSpPr/>
          <p:nvPr/>
        </p:nvSpPr>
        <p:spPr>
          <a:xfrm>
            <a:off x="7956211" y="495375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B3906AB6-C41E-8978-0792-DAC55997B25B}"/>
              </a:ext>
            </a:extLst>
          </p:cNvPr>
          <p:cNvCxnSpPr/>
          <p:nvPr/>
        </p:nvCxnSpPr>
        <p:spPr>
          <a:xfrm>
            <a:off x="8216028" y="832736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17A75B22-0AA3-9EF5-82E4-30F939B250AC}"/>
              </a:ext>
            </a:extLst>
          </p:cNvPr>
          <p:cNvCxnSpPr/>
          <p:nvPr/>
        </p:nvCxnSpPr>
        <p:spPr>
          <a:xfrm>
            <a:off x="8216028" y="1075513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4170071C-5980-7E49-2EF6-0D990D7C03CB}"/>
              </a:ext>
            </a:extLst>
          </p:cNvPr>
          <p:cNvCxnSpPr/>
          <p:nvPr/>
        </p:nvCxnSpPr>
        <p:spPr>
          <a:xfrm>
            <a:off x="8216028" y="136082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F84010D-90A9-C150-C479-D1EFA34741EC}"/>
              </a:ext>
            </a:extLst>
          </p:cNvPr>
          <p:cNvCxnSpPr/>
          <p:nvPr/>
        </p:nvCxnSpPr>
        <p:spPr>
          <a:xfrm>
            <a:off x="8216028" y="2620778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0A62BFD4-16F7-6814-0AE2-CCCD2C21B111}"/>
              </a:ext>
            </a:extLst>
          </p:cNvPr>
          <p:cNvCxnSpPr>
            <a:cxnSpLocks/>
          </p:cNvCxnSpPr>
          <p:nvPr/>
        </p:nvCxnSpPr>
        <p:spPr>
          <a:xfrm>
            <a:off x="7827776" y="495375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2E66AE39-E693-B976-9992-DE2D9C2186AB}"/>
                  </a:ext>
                </a:extLst>
              </p:cNvPr>
              <p:cNvSpPr txBox="1"/>
              <p:nvPr/>
            </p:nvSpPr>
            <p:spPr>
              <a:xfrm>
                <a:off x="9359872" y="6480067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2E66AE39-E693-B976-9992-DE2D9C218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9872" y="6480067"/>
                <a:ext cx="487698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EE49C7DA-5084-5302-C866-C8DC296DEB78}"/>
              </a:ext>
            </a:extLst>
          </p:cNvPr>
          <p:cNvCxnSpPr>
            <a:cxnSpLocks/>
          </p:cNvCxnSpPr>
          <p:nvPr/>
        </p:nvCxnSpPr>
        <p:spPr>
          <a:xfrm>
            <a:off x="8060795" y="6492875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DD6B4D3F-FC03-0CBF-A385-D710ED927771}"/>
                  </a:ext>
                </a:extLst>
              </p:cNvPr>
              <p:cNvSpPr txBox="1"/>
              <p:nvPr/>
            </p:nvSpPr>
            <p:spPr>
              <a:xfrm>
                <a:off x="7462035" y="156251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DD6B4D3F-FC03-0CBF-A385-D710ED9277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2035" y="1562514"/>
                <a:ext cx="365741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TextBox 79">
            <a:extLst>
              <a:ext uri="{FF2B5EF4-FFF2-40B4-BE49-F238E27FC236}">
                <a16:creationId xmlns:a16="http://schemas.microsoft.com/office/drawing/2014/main" id="{A01F5AAB-41E1-38A4-CD8A-3ACB41470187}"/>
              </a:ext>
            </a:extLst>
          </p:cNvPr>
          <p:cNvSpPr txBox="1"/>
          <p:nvPr/>
        </p:nvSpPr>
        <p:spPr>
          <a:xfrm>
            <a:off x="7263785" y="5248756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X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DFE1944-A22C-730A-7F83-8F9E33B9448F}"/>
              </a:ext>
            </a:extLst>
          </p:cNvPr>
          <p:cNvSpPr txBox="1"/>
          <p:nvPr/>
        </p:nvSpPr>
        <p:spPr>
          <a:xfrm rot="16200000">
            <a:off x="9074852" y="3065432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=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AB754C6-4498-DC57-B8AD-7D27DD4E3279}"/>
              </a:ext>
            </a:extLst>
          </p:cNvPr>
          <p:cNvSpPr/>
          <p:nvPr/>
        </p:nvSpPr>
        <p:spPr>
          <a:xfrm>
            <a:off x="7999366" y="5497180"/>
            <a:ext cx="3267450" cy="80956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FF3BD885-BB86-FAA4-E36D-D7A3502ABAE1}"/>
              </a:ext>
            </a:extLst>
          </p:cNvPr>
          <p:cNvSpPr/>
          <p:nvPr/>
        </p:nvSpPr>
        <p:spPr>
          <a:xfrm>
            <a:off x="7755517" y="488142"/>
            <a:ext cx="3267450" cy="64894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66D0B414-1014-F567-3AC3-201F7069803B}"/>
                  </a:ext>
                </a:extLst>
              </p:cNvPr>
              <p:cNvSpPr txBox="1"/>
              <p:nvPr/>
            </p:nvSpPr>
            <p:spPr>
              <a:xfrm>
                <a:off x="11459965" y="5699204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66D0B414-1014-F567-3AC3-201F706980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59965" y="5699204"/>
                <a:ext cx="549801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CDCFEE4E-CB19-0EC7-68AB-EBFFBC459673}"/>
              </a:ext>
            </a:extLst>
          </p:cNvPr>
          <p:cNvCxnSpPr>
            <a:cxnSpLocks/>
          </p:cNvCxnSpPr>
          <p:nvPr/>
        </p:nvCxnSpPr>
        <p:spPr>
          <a:xfrm>
            <a:off x="11443939" y="5497180"/>
            <a:ext cx="0" cy="824303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719A3F47-C418-3FEC-8CE5-DB4CE0A47232}"/>
                  </a:ext>
                </a:extLst>
              </p:cNvPr>
              <p:cNvSpPr txBox="1"/>
              <p:nvPr/>
            </p:nvSpPr>
            <p:spPr>
              <a:xfrm>
                <a:off x="11216587" y="627947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719A3F47-C418-3FEC-8CE5-DB4CE0A472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6587" y="627947"/>
                <a:ext cx="549801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66BE3591-5376-800C-8F82-44A25A08262C}"/>
              </a:ext>
            </a:extLst>
          </p:cNvPr>
          <p:cNvCxnSpPr>
            <a:cxnSpLocks/>
          </p:cNvCxnSpPr>
          <p:nvPr/>
        </p:nvCxnSpPr>
        <p:spPr>
          <a:xfrm>
            <a:off x="11200288" y="482308"/>
            <a:ext cx="16299" cy="75963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2E477C46-9006-3BB7-DEE2-43B81AC29B49}"/>
                  </a:ext>
                </a:extLst>
              </p:cNvPr>
              <p:cNvSpPr txBox="1"/>
              <p:nvPr/>
            </p:nvSpPr>
            <p:spPr>
              <a:xfrm>
                <a:off x="8052842" y="487380"/>
                <a:ext cx="273055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en-US" sz="16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2E477C46-9006-3BB7-DEE2-43B81AC29B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842" y="487380"/>
                <a:ext cx="2730555" cy="33855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653B1316-9612-6D85-DD3C-9D69381FDF6A}"/>
                  </a:ext>
                </a:extLst>
              </p:cNvPr>
              <p:cNvSpPr txBox="1"/>
              <p:nvPr/>
            </p:nvSpPr>
            <p:spPr>
              <a:xfrm>
                <a:off x="8060795" y="751434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653B1316-9612-6D85-DD3C-9D69381FDF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5" y="751434"/>
                <a:ext cx="2740045" cy="33855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D99E2221-10B8-9227-37C8-2614CCC8E0F4}"/>
                  </a:ext>
                </a:extLst>
              </p:cNvPr>
              <p:cNvSpPr txBox="1"/>
              <p:nvPr/>
            </p:nvSpPr>
            <p:spPr>
              <a:xfrm>
                <a:off x="8060795" y="1031068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31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D99E2221-10B8-9227-37C8-2614CCC8E0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5" y="1031068"/>
                <a:ext cx="2740045" cy="33855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D607F929-597F-703E-7A1A-04D9B4DBB11F}"/>
                  </a:ext>
                </a:extLst>
              </p:cNvPr>
              <p:cNvSpPr txBox="1"/>
              <p:nvPr/>
            </p:nvSpPr>
            <p:spPr>
              <a:xfrm>
                <a:off x="8060794" y="2263984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D607F929-597F-703E-7A1A-04D9B4DBB1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4" y="2263984"/>
                <a:ext cx="2740045" cy="338554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44423BF8-364B-3CA0-4C61-5906D87D7D6E}"/>
              </a:ext>
            </a:extLst>
          </p:cNvPr>
          <p:cNvCxnSpPr/>
          <p:nvPr/>
        </p:nvCxnSpPr>
        <p:spPr>
          <a:xfrm>
            <a:off x="696500" y="419136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A9C43C7F-5636-C664-5F20-7309D99FE46D}"/>
              </a:ext>
            </a:extLst>
          </p:cNvPr>
          <p:cNvCxnSpPr/>
          <p:nvPr/>
        </p:nvCxnSpPr>
        <p:spPr>
          <a:xfrm>
            <a:off x="729029" y="457155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2FD84DBE-F02B-7658-AAF9-F22DD3FDBF58}"/>
                  </a:ext>
                </a:extLst>
              </p:cNvPr>
              <p:cNvSpPr txBox="1"/>
              <p:nvPr/>
            </p:nvSpPr>
            <p:spPr>
              <a:xfrm>
                <a:off x="1656063" y="3884400"/>
                <a:ext cx="42813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2FD84DBE-F02B-7658-AAF9-F22DD3FDB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6063" y="3884400"/>
                <a:ext cx="428131" cy="338554"/>
              </a:xfrm>
              <a:prstGeom prst="rect">
                <a:avLst/>
              </a:prstGeom>
              <a:blipFill>
                <a:blip r:embed="rId29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CAD855FC-FBF3-A5B7-0E8B-3E9F79FCD4A3}"/>
                  </a:ext>
                </a:extLst>
              </p:cNvPr>
              <p:cNvSpPr txBox="1"/>
              <p:nvPr/>
            </p:nvSpPr>
            <p:spPr>
              <a:xfrm>
                <a:off x="1685931" y="4239808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CAD855FC-FBF3-A5B7-0E8B-3E9F79FCD4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5931" y="4239808"/>
                <a:ext cx="432874" cy="338554"/>
              </a:xfrm>
              <a:prstGeom prst="rect">
                <a:avLst/>
              </a:prstGeom>
              <a:blipFill>
                <a:blip r:embed="rId30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B259507-8EB4-6562-091A-173169951688}"/>
                  </a:ext>
                </a:extLst>
              </p:cNvPr>
              <p:cNvSpPr txBox="1"/>
              <p:nvPr/>
            </p:nvSpPr>
            <p:spPr>
              <a:xfrm>
                <a:off x="4338982" y="3955805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B259507-8EB4-6562-091A-1731699516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8982" y="3955805"/>
                <a:ext cx="635841" cy="3693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27E3DD5-F00E-2FAA-021A-9BA0FE7F9FE6}"/>
                  </a:ext>
                </a:extLst>
              </p:cNvPr>
              <p:cNvSpPr txBox="1"/>
              <p:nvPr/>
            </p:nvSpPr>
            <p:spPr>
              <a:xfrm>
                <a:off x="4807085" y="3969253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27E3DD5-F00E-2FAA-021A-9BA0FE7F9F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85" y="3969253"/>
                <a:ext cx="635841" cy="3693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A28744C-55E6-83E0-0182-4B0978863ADF}"/>
                  </a:ext>
                </a:extLst>
              </p:cNvPr>
              <p:cNvSpPr txBox="1"/>
              <p:nvPr/>
            </p:nvSpPr>
            <p:spPr>
              <a:xfrm>
                <a:off x="4338982" y="447533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A28744C-55E6-83E0-0182-4B0978863A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8982" y="4475330"/>
                <a:ext cx="635841" cy="369332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7800C1F-7197-583C-8AEA-A3B8359A4384}"/>
                  </a:ext>
                </a:extLst>
              </p:cNvPr>
              <p:cNvSpPr txBox="1"/>
              <p:nvPr/>
            </p:nvSpPr>
            <p:spPr>
              <a:xfrm>
                <a:off x="4807085" y="449257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7800C1F-7197-583C-8AEA-A3B8359A4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85" y="4492571"/>
                <a:ext cx="635841" cy="36933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41FFF7E-0E37-68FB-EDE3-F5BCEBFCB81D}"/>
                  </a:ext>
                </a:extLst>
              </p:cNvPr>
              <p:cNvSpPr txBox="1"/>
              <p:nvPr/>
            </p:nvSpPr>
            <p:spPr>
              <a:xfrm>
                <a:off x="4347832" y="588460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41FFF7E-0E37-68FB-EDE3-F5BCEBFCB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7832" y="5884606"/>
                <a:ext cx="635841" cy="36933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29B32547-D8EE-BAF4-DBF2-7B4883A15A1A}"/>
                  </a:ext>
                </a:extLst>
              </p:cNvPr>
              <p:cNvSpPr txBox="1"/>
              <p:nvPr/>
            </p:nvSpPr>
            <p:spPr>
              <a:xfrm>
                <a:off x="4807085" y="590119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29B32547-D8EE-BAF4-DBF2-7B4883A15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85" y="5901190"/>
                <a:ext cx="635841" cy="369332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DACF61DA-20DE-C8F8-6EA9-205F79A3383F}"/>
                  </a:ext>
                </a:extLst>
              </p:cNvPr>
              <p:cNvSpPr txBox="1"/>
              <p:nvPr/>
            </p:nvSpPr>
            <p:spPr>
              <a:xfrm>
                <a:off x="5275187" y="395570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DACF61DA-20DE-C8F8-6EA9-205F79A338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5187" y="3955701"/>
                <a:ext cx="635841" cy="3693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0AB19E6-2F8C-A956-70CC-C7430A4840D9}"/>
                  </a:ext>
                </a:extLst>
              </p:cNvPr>
              <p:cNvSpPr txBox="1"/>
              <p:nvPr/>
            </p:nvSpPr>
            <p:spPr>
              <a:xfrm>
                <a:off x="5297159" y="4509812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0AB19E6-2F8C-A956-70CC-C7430A4840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7159" y="4509812"/>
                <a:ext cx="635841" cy="369332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B5D41354-1172-E740-B6CC-B277074B6CBF}"/>
                  </a:ext>
                </a:extLst>
              </p:cNvPr>
              <p:cNvSpPr txBox="1"/>
              <p:nvPr/>
            </p:nvSpPr>
            <p:spPr>
              <a:xfrm>
                <a:off x="5313732" y="5908958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B5D41354-1172-E740-B6CC-B277074B6C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3732" y="5908958"/>
                <a:ext cx="635841" cy="369332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78257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3AB44-BF03-09B8-6CD7-23C736583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4D31B-985C-595C-656F-72BED0675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FlashAttention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68AC5C-D93E-D1F8-AFBB-D8FBE02EE018}"/>
              </a:ext>
            </a:extLst>
          </p:cNvPr>
          <p:cNvSpPr/>
          <p:nvPr/>
        </p:nvSpPr>
        <p:spPr>
          <a:xfrm>
            <a:off x="4376443" y="3832627"/>
            <a:ext cx="2915093" cy="2436553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54E2CA4-CCF8-F8A9-FD5A-A650B37C9AAF}"/>
                  </a:ext>
                </a:extLst>
              </p:cNvPr>
              <p:cNvSpPr txBox="1"/>
              <p:nvPr/>
            </p:nvSpPr>
            <p:spPr>
              <a:xfrm>
                <a:off x="7480263" y="4845625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54E2CA4-CCF8-F8A9-FD5A-A650B37C9A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0263" y="4845625"/>
                <a:ext cx="3657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60C87E-B369-6C54-55D7-C128A3E3DEDD}"/>
                  </a:ext>
                </a:extLst>
              </p:cNvPr>
              <p:cNvSpPr txBox="1"/>
              <p:nvPr/>
            </p:nvSpPr>
            <p:spPr>
              <a:xfrm>
                <a:off x="5701304" y="656921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60C87E-B369-6C54-55D7-C128A3E3DE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304" y="6569214"/>
                <a:ext cx="3657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20BEC58-97C9-6D3C-2941-8030F1F2C1C2}"/>
              </a:ext>
            </a:extLst>
          </p:cNvPr>
          <p:cNvCxnSpPr>
            <a:cxnSpLocks/>
          </p:cNvCxnSpPr>
          <p:nvPr/>
        </p:nvCxnSpPr>
        <p:spPr>
          <a:xfrm flipH="1">
            <a:off x="4376443" y="6452410"/>
            <a:ext cx="291509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56FEE4A-3969-C455-9306-5CA063E8A6DB}"/>
              </a:ext>
            </a:extLst>
          </p:cNvPr>
          <p:cNvCxnSpPr>
            <a:cxnSpLocks/>
          </p:cNvCxnSpPr>
          <p:nvPr/>
        </p:nvCxnSpPr>
        <p:spPr>
          <a:xfrm>
            <a:off x="7480263" y="3845153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E853C77-B261-BD4D-4CD2-6D66EE6089E5}"/>
                  </a:ext>
                </a:extLst>
              </p:cNvPr>
              <p:cNvSpPr txBox="1"/>
              <p:nvPr/>
            </p:nvSpPr>
            <p:spPr>
              <a:xfrm>
                <a:off x="6566761" y="389745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E853C77-B261-BD4D-4CD2-6D66EE608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761" y="3897456"/>
                <a:ext cx="6358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29E767E4-142A-0FAD-A1FF-46166C3FA003}"/>
              </a:ext>
            </a:extLst>
          </p:cNvPr>
          <p:cNvSpPr txBox="1"/>
          <p:nvPr/>
        </p:nvSpPr>
        <p:spPr>
          <a:xfrm>
            <a:off x="5857834" y="3832627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D521099-AF33-2E2B-7572-38A048556DA1}"/>
                  </a:ext>
                </a:extLst>
              </p:cNvPr>
              <p:cNvSpPr txBox="1"/>
              <p:nvPr/>
            </p:nvSpPr>
            <p:spPr>
              <a:xfrm>
                <a:off x="6566761" y="441698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D521099-AF33-2E2B-7572-38A048556D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761" y="4416981"/>
                <a:ext cx="6358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58D91FE0-137E-0440-ACDB-453A78E21F01}"/>
              </a:ext>
            </a:extLst>
          </p:cNvPr>
          <p:cNvSpPr txBox="1"/>
          <p:nvPr/>
        </p:nvSpPr>
        <p:spPr>
          <a:xfrm>
            <a:off x="5857834" y="4352152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4DBE9B1-1D29-8423-BA4C-891392E309A2}"/>
                  </a:ext>
                </a:extLst>
              </p:cNvPr>
              <p:cNvSpPr txBox="1"/>
              <p:nvPr/>
            </p:nvSpPr>
            <p:spPr>
              <a:xfrm>
                <a:off x="6575611" y="5826257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4DBE9B1-1D29-8423-BA4C-891392E309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611" y="5826257"/>
                <a:ext cx="63584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3D5C07FE-6692-C324-B461-BEB6419903F6}"/>
              </a:ext>
            </a:extLst>
          </p:cNvPr>
          <p:cNvSpPr txBox="1"/>
          <p:nvPr/>
        </p:nvSpPr>
        <p:spPr>
          <a:xfrm>
            <a:off x="5866684" y="5761428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E3BD498-2FC1-A75E-D259-E3D51E6FABAC}"/>
                  </a:ext>
                </a:extLst>
              </p:cNvPr>
              <p:cNvSpPr txBox="1"/>
              <p:nvPr/>
            </p:nvSpPr>
            <p:spPr>
              <a:xfrm>
                <a:off x="259057" y="1241943"/>
                <a:ext cx="3222162" cy="1200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Ignore </a:t>
                </a:r>
                <a:r>
                  <a:rPr lang="en-US" dirty="0" err="1"/>
                  <a:t>softmax</a:t>
                </a:r>
                <a:r>
                  <a:rPr lang="en-US" dirty="0"/>
                  <a:t> for now</a:t>
                </a:r>
              </a:p>
              <a:p>
                <a:endParaRPr lang="en-US" dirty="0"/>
              </a:p>
              <a:p>
                <a:r>
                  <a:rPr lang="en-US" dirty="0"/>
                  <a:t>Continue this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times to produce all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rows of the output</a:t>
                </a:r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E3BD498-2FC1-A75E-D259-E3D51E6FAB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57" y="1241943"/>
                <a:ext cx="3222162" cy="1200329"/>
              </a:xfrm>
              <a:prstGeom prst="rect">
                <a:avLst/>
              </a:prstGeom>
              <a:blipFill>
                <a:blip r:embed="rId7"/>
                <a:stretch>
                  <a:fillRect l="-1512" t="-3046" r="-945" b="-71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324C040B-98E0-D649-C2EF-340D3D651649}"/>
              </a:ext>
            </a:extLst>
          </p:cNvPr>
          <p:cNvSpPr/>
          <p:nvPr/>
        </p:nvSpPr>
        <p:spPr>
          <a:xfrm>
            <a:off x="560498" y="3837304"/>
            <a:ext cx="2915093" cy="24365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23DEEF3-513B-4FBD-9926-947303E3421A}"/>
              </a:ext>
            </a:extLst>
          </p:cNvPr>
          <p:cNvCxnSpPr/>
          <p:nvPr/>
        </p:nvCxnSpPr>
        <p:spPr>
          <a:xfrm>
            <a:off x="766063" y="5892855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0DB8DD1-8063-95F0-779A-CF1DF68ABC09}"/>
                  </a:ext>
                </a:extLst>
              </p:cNvPr>
              <p:cNvSpPr txBox="1"/>
              <p:nvPr/>
            </p:nvSpPr>
            <p:spPr>
              <a:xfrm>
                <a:off x="1725626" y="5571156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0DB8DD1-8063-95F0-779A-CF1DF68ABC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626" y="5571156"/>
                <a:ext cx="428130" cy="338554"/>
              </a:xfrm>
              <a:prstGeom prst="rect">
                <a:avLst/>
              </a:prstGeom>
              <a:blipFill>
                <a:blip r:embed="rId8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7A1F5D0B-9FED-CD73-69CA-EB55A7A673CA}"/>
              </a:ext>
            </a:extLst>
          </p:cNvPr>
          <p:cNvSpPr/>
          <p:nvPr/>
        </p:nvSpPr>
        <p:spPr>
          <a:xfrm>
            <a:off x="4271567" y="530813"/>
            <a:ext cx="2915093" cy="2436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07896FA-174F-BE25-D29E-1A54B906A206}"/>
              </a:ext>
            </a:extLst>
          </p:cNvPr>
          <p:cNvCxnSpPr>
            <a:cxnSpLocks/>
          </p:cNvCxnSpPr>
          <p:nvPr/>
        </p:nvCxnSpPr>
        <p:spPr>
          <a:xfrm>
            <a:off x="4506368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5E26AED-BF69-62FD-ED34-E57D9BAAC5D8}"/>
              </a:ext>
            </a:extLst>
          </p:cNvPr>
          <p:cNvCxnSpPr>
            <a:cxnSpLocks/>
          </p:cNvCxnSpPr>
          <p:nvPr/>
        </p:nvCxnSpPr>
        <p:spPr>
          <a:xfrm>
            <a:off x="4749145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F609839-32B3-8E93-A070-1CCD82066167}"/>
              </a:ext>
            </a:extLst>
          </p:cNvPr>
          <p:cNvCxnSpPr>
            <a:cxnSpLocks/>
          </p:cNvCxnSpPr>
          <p:nvPr/>
        </p:nvCxnSpPr>
        <p:spPr>
          <a:xfrm>
            <a:off x="5007871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FD9EAA1-F0C6-B8D1-1675-E13D239213FE}"/>
              </a:ext>
            </a:extLst>
          </p:cNvPr>
          <p:cNvCxnSpPr>
            <a:cxnSpLocks/>
          </p:cNvCxnSpPr>
          <p:nvPr/>
        </p:nvCxnSpPr>
        <p:spPr>
          <a:xfrm>
            <a:off x="6335168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D3EA349-11AE-5611-B906-B3854BDD8207}"/>
              </a:ext>
            </a:extLst>
          </p:cNvPr>
          <p:cNvCxnSpPr>
            <a:cxnSpLocks/>
          </p:cNvCxnSpPr>
          <p:nvPr/>
        </p:nvCxnSpPr>
        <p:spPr>
          <a:xfrm>
            <a:off x="6615159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5FACD0B-CDCE-C967-2313-BDB13DB232C4}"/>
              </a:ext>
            </a:extLst>
          </p:cNvPr>
          <p:cNvCxnSpPr>
            <a:cxnSpLocks/>
          </p:cNvCxnSpPr>
          <p:nvPr/>
        </p:nvCxnSpPr>
        <p:spPr>
          <a:xfrm>
            <a:off x="6905782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A2B9D70-C3E0-309B-10A5-B4FCFDE63C0D}"/>
                  </a:ext>
                </a:extLst>
              </p:cNvPr>
              <p:cNvSpPr txBox="1"/>
              <p:nvPr/>
            </p:nvSpPr>
            <p:spPr>
              <a:xfrm>
                <a:off x="4188320" y="1433822"/>
                <a:ext cx="43531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A2B9D70-C3E0-309B-10A5-B4FCFDE63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8320" y="1433822"/>
                <a:ext cx="435311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B557080-1224-8274-60BC-2440C6790421}"/>
                  </a:ext>
                </a:extLst>
              </p:cNvPr>
              <p:cNvSpPr txBox="1"/>
              <p:nvPr/>
            </p:nvSpPr>
            <p:spPr>
              <a:xfrm>
                <a:off x="4421429" y="144690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B557080-1224-8274-60BC-2440C67904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1429" y="1446908"/>
                <a:ext cx="440056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619EDC9-929F-E9C8-2F38-373EBB957806}"/>
                  </a:ext>
                </a:extLst>
              </p:cNvPr>
              <p:cNvSpPr txBox="1"/>
              <p:nvPr/>
            </p:nvSpPr>
            <p:spPr>
              <a:xfrm>
                <a:off x="4688326" y="144690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619EDC9-929F-E9C8-2F38-373EBB9578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326" y="1446908"/>
                <a:ext cx="440056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17758BA-30A2-6771-F1A4-7060E3A319F3}"/>
                  </a:ext>
                </a:extLst>
              </p:cNvPr>
              <p:cNvSpPr txBox="1"/>
              <p:nvPr/>
            </p:nvSpPr>
            <p:spPr>
              <a:xfrm>
                <a:off x="6594046" y="1513032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17758BA-30A2-6771-F1A4-7060E3A319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046" y="1513032"/>
                <a:ext cx="440056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 43">
            <a:extLst>
              <a:ext uri="{FF2B5EF4-FFF2-40B4-BE49-F238E27FC236}">
                <a16:creationId xmlns:a16="http://schemas.microsoft.com/office/drawing/2014/main" id="{DAA78FF1-49DA-A8A9-694C-AE9FE663EB97}"/>
              </a:ext>
            </a:extLst>
          </p:cNvPr>
          <p:cNvSpPr/>
          <p:nvPr/>
        </p:nvSpPr>
        <p:spPr>
          <a:xfrm>
            <a:off x="6258531" y="3769546"/>
            <a:ext cx="1023418" cy="125230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8C43282-C1E6-DF74-CA2D-65623F85C1D3}"/>
                  </a:ext>
                </a:extLst>
              </p:cNvPr>
              <p:cNvSpPr txBox="1"/>
              <p:nvPr/>
            </p:nvSpPr>
            <p:spPr>
              <a:xfrm>
                <a:off x="6389090" y="3212723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8C43282-C1E6-DF74-CA2D-65623F85C1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9090" y="3212723"/>
                <a:ext cx="54980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B2394DD-8D5A-2164-28F9-7BC822416165}"/>
              </a:ext>
            </a:extLst>
          </p:cNvPr>
          <p:cNvCxnSpPr>
            <a:cxnSpLocks/>
          </p:cNvCxnSpPr>
          <p:nvPr/>
        </p:nvCxnSpPr>
        <p:spPr>
          <a:xfrm flipV="1">
            <a:off x="4183405" y="3795736"/>
            <a:ext cx="0" cy="118704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DB89D9D-69B6-5ED4-24D9-45066E2C7A13}"/>
              </a:ext>
            </a:extLst>
          </p:cNvPr>
          <p:cNvCxnSpPr>
            <a:cxnSpLocks/>
          </p:cNvCxnSpPr>
          <p:nvPr/>
        </p:nvCxnSpPr>
        <p:spPr>
          <a:xfrm flipH="1">
            <a:off x="6212755" y="3685501"/>
            <a:ext cx="979969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A94C3D4-F87D-7592-24C4-6DF87D3A39FF}"/>
                  </a:ext>
                </a:extLst>
              </p:cNvPr>
              <p:cNvSpPr txBox="1"/>
              <p:nvPr/>
            </p:nvSpPr>
            <p:spPr>
              <a:xfrm>
                <a:off x="3727216" y="4191871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A94C3D4-F87D-7592-24C4-6DF87D3A3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7216" y="4191871"/>
                <a:ext cx="549801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CEA4307-62D2-BC78-0B62-D3F71FC450D3}"/>
                  </a:ext>
                </a:extLst>
              </p:cNvPr>
              <p:cNvSpPr txBox="1"/>
              <p:nvPr/>
            </p:nvSpPr>
            <p:spPr>
              <a:xfrm>
                <a:off x="63600" y="6446760"/>
                <a:ext cx="58205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Memory Needed: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en-US" b="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CEA4307-62D2-BC78-0B62-D3F71FC450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00" y="6446760"/>
                <a:ext cx="5820574" cy="369332"/>
              </a:xfrm>
              <a:prstGeom prst="rect">
                <a:avLst/>
              </a:prstGeom>
              <a:blipFill>
                <a:blip r:embed="rId15"/>
                <a:stretch>
                  <a:fillRect l="-838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A6A37E00-ADA7-4026-758F-993D95739DEF}"/>
              </a:ext>
            </a:extLst>
          </p:cNvPr>
          <p:cNvSpPr/>
          <p:nvPr/>
        </p:nvSpPr>
        <p:spPr>
          <a:xfrm>
            <a:off x="374334" y="3825955"/>
            <a:ext cx="3267450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35B033C-BE4D-7396-5D61-E9B5F83E3A0F}"/>
              </a:ext>
            </a:extLst>
          </p:cNvPr>
          <p:cNvCxnSpPr>
            <a:cxnSpLocks/>
          </p:cNvCxnSpPr>
          <p:nvPr/>
        </p:nvCxnSpPr>
        <p:spPr>
          <a:xfrm flipV="1">
            <a:off x="3745970" y="3824153"/>
            <a:ext cx="18344" cy="1115689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D72E7400-CC57-B2D3-0F46-0E286883EB49}"/>
              </a:ext>
            </a:extLst>
          </p:cNvPr>
          <p:cNvSpPr/>
          <p:nvPr/>
        </p:nvSpPr>
        <p:spPr>
          <a:xfrm>
            <a:off x="6183216" y="529403"/>
            <a:ext cx="1009508" cy="255141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DBAB31B-47DC-446A-89A4-7308770BA461}"/>
              </a:ext>
            </a:extLst>
          </p:cNvPr>
          <p:cNvCxnSpPr>
            <a:cxnSpLocks/>
          </p:cNvCxnSpPr>
          <p:nvPr/>
        </p:nvCxnSpPr>
        <p:spPr>
          <a:xfrm flipH="1">
            <a:off x="6183216" y="3195769"/>
            <a:ext cx="1009508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7F6B4BF6-0DEB-4AA8-C1C2-15338E5FB4A8}"/>
              </a:ext>
            </a:extLst>
          </p:cNvPr>
          <p:cNvSpPr/>
          <p:nvPr/>
        </p:nvSpPr>
        <p:spPr>
          <a:xfrm>
            <a:off x="8060796" y="3897456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BE24CEE-BBE0-9B66-0C3E-06CCA3F1957B}"/>
                  </a:ext>
                </a:extLst>
              </p:cNvPr>
              <p:cNvSpPr txBox="1"/>
              <p:nvPr/>
            </p:nvSpPr>
            <p:spPr>
              <a:xfrm>
                <a:off x="9389242" y="3348013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BE24CEE-BBE0-9B66-0C3E-06CCA3F195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9242" y="3348013"/>
                <a:ext cx="487698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8F4367D-20A5-4690-9F97-7A57D8F7CCAC}"/>
              </a:ext>
            </a:extLst>
          </p:cNvPr>
          <p:cNvCxnSpPr/>
          <p:nvPr/>
        </p:nvCxnSpPr>
        <p:spPr>
          <a:xfrm>
            <a:off x="8320613" y="4234817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5114F90-25BB-D462-D772-330ECD1B2A5B}"/>
              </a:ext>
            </a:extLst>
          </p:cNvPr>
          <p:cNvCxnSpPr/>
          <p:nvPr/>
        </p:nvCxnSpPr>
        <p:spPr>
          <a:xfrm>
            <a:off x="8320613" y="4477594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16C3549-FC02-3EDF-6FE7-BD19C04BFEC2}"/>
              </a:ext>
            </a:extLst>
          </p:cNvPr>
          <p:cNvCxnSpPr/>
          <p:nvPr/>
        </p:nvCxnSpPr>
        <p:spPr>
          <a:xfrm>
            <a:off x="8320613" y="4762901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E062361-792A-3742-A0BC-27E504A63ED8}"/>
              </a:ext>
            </a:extLst>
          </p:cNvPr>
          <p:cNvCxnSpPr/>
          <p:nvPr/>
        </p:nvCxnSpPr>
        <p:spPr>
          <a:xfrm>
            <a:off x="8320613" y="602285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5782BC1-66EA-511A-4967-481274BC83D1}"/>
                  </a:ext>
                </a:extLst>
              </p:cNvPr>
              <p:cNvSpPr txBox="1"/>
              <p:nvPr/>
            </p:nvSpPr>
            <p:spPr>
              <a:xfrm>
                <a:off x="9280176" y="3890769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5782BC1-66EA-511A-4967-481274BC83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176" y="3890769"/>
                <a:ext cx="428130" cy="3385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CD3B2E9-F55A-E3FC-A5BC-5554FFB0EC7E}"/>
                  </a:ext>
                </a:extLst>
              </p:cNvPr>
              <p:cNvSpPr txBox="1"/>
              <p:nvPr/>
            </p:nvSpPr>
            <p:spPr>
              <a:xfrm>
                <a:off x="9280176" y="4170634"/>
                <a:ext cx="43646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CD3B2E9-F55A-E3FC-A5BC-5554FFB0E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176" y="4170634"/>
                <a:ext cx="436465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AADC2CC-1EC8-E068-3231-155A562646F7}"/>
                  </a:ext>
                </a:extLst>
              </p:cNvPr>
              <p:cNvSpPr txBox="1"/>
              <p:nvPr/>
            </p:nvSpPr>
            <p:spPr>
              <a:xfrm>
                <a:off x="9277515" y="4431150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AADC2CC-1EC8-E068-3231-155A562646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7515" y="4431150"/>
                <a:ext cx="432874" cy="3385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AD9DCF49-24EC-BA6E-6DCA-CF46050442B9}"/>
                  </a:ext>
                </a:extLst>
              </p:cNvPr>
              <p:cNvSpPr txBox="1"/>
              <p:nvPr/>
            </p:nvSpPr>
            <p:spPr>
              <a:xfrm>
                <a:off x="9301905" y="5730423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AD9DCF49-24EC-BA6E-6DCA-CF46050442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1905" y="5730423"/>
                <a:ext cx="432874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42CAE609-8D4B-13A2-6050-718DBB04025C}"/>
              </a:ext>
            </a:extLst>
          </p:cNvPr>
          <p:cNvCxnSpPr>
            <a:cxnSpLocks/>
          </p:cNvCxnSpPr>
          <p:nvPr/>
        </p:nvCxnSpPr>
        <p:spPr>
          <a:xfrm>
            <a:off x="7932361" y="3897456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5E56742B-46C0-1A63-9889-6E09104B812A}"/>
              </a:ext>
            </a:extLst>
          </p:cNvPr>
          <p:cNvCxnSpPr>
            <a:cxnSpLocks/>
          </p:cNvCxnSpPr>
          <p:nvPr/>
        </p:nvCxnSpPr>
        <p:spPr>
          <a:xfrm>
            <a:off x="8077066" y="3764638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21CA8CD5-E7A3-33C0-712A-080F59B0BE31}"/>
              </a:ext>
            </a:extLst>
          </p:cNvPr>
          <p:cNvSpPr/>
          <p:nvPr/>
        </p:nvSpPr>
        <p:spPr>
          <a:xfrm>
            <a:off x="7956211" y="495375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DDF7C59E-FC6A-391F-976A-C2C9A040EB43}"/>
              </a:ext>
            </a:extLst>
          </p:cNvPr>
          <p:cNvCxnSpPr/>
          <p:nvPr/>
        </p:nvCxnSpPr>
        <p:spPr>
          <a:xfrm>
            <a:off x="8216028" y="832736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6E15C450-2EC5-CAA6-8211-126844A22878}"/>
              </a:ext>
            </a:extLst>
          </p:cNvPr>
          <p:cNvCxnSpPr/>
          <p:nvPr/>
        </p:nvCxnSpPr>
        <p:spPr>
          <a:xfrm>
            <a:off x="8216028" y="1075513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CE800C46-87BE-17F7-6882-0B33F8B0FC39}"/>
              </a:ext>
            </a:extLst>
          </p:cNvPr>
          <p:cNvCxnSpPr/>
          <p:nvPr/>
        </p:nvCxnSpPr>
        <p:spPr>
          <a:xfrm>
            <a:off x="8216028" y="136082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144A531-CEEF-BDF1-5630-D59CA93041E0}"/>
              </a:ext>
            </a:extLst>
          </p:cNvPr>
          <p:cNvCxnSpPr/>
          <p:nvPr/>
        </p:nvCxnSpPr>
        <p:spPr>
          <a:xfrm>
            <a:off x="8216028" y="2620778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B12FF095-DF2E-35F1-D955-BBE5C017F764}"/>
              </a:ext>
            </a:extLst>
          </p:cNvPr>
          <p:cNvCxnSpPr>
            <a:cxnSpLocks/>
          </p:cNvCxnSpPr>
          <p:nvPr/>
        </p:nvCxnSpPr>
        <p:spPr>
          <a:xfrm>
            <a:off x="7827776" y="495375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CBA53544-3232-DB8C-BE82-DFA344165240}"/>
                  </a:ext>
                </a:extLst>
              </p:cNvPr>
              <p:cNvSpPr txBox="1"/>
              <p:nvPr/>
            </p:nvSpPr>
            <p:spPr>
              <a:xfrm>
                <a:off x="9359872" y="6480067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CBA53544-3232-DB8C-BE82-DFA3441652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9872" y="6480067"/>
                <a:ext cx="487698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5B25F12A-A67F-51D1-45F2-07EF355CF984}"/>
              </a:ext>
            </a:extLst>
          </p:cNvPr>
          <p:cNvCxnSpPr>
            <a:cxnSpLocks/>
          </p:cNvCxnSpPr>
          <p:nvPr/>
        </p:nvCxnSpPr>
        <p:spPr>
          <a:xfrm>
            <a:off x="8060795" y="6492875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0971A50C-5A91-4506-022F-C96BA22612F4}"/>
                  </a:ext>
                </a:extLst>
              </p:cNvPr>
              <p:cNvSpPr txBox="1"/>
              <p:nvPr/>
            </p:nvSpPr>
            <p:spPr>
              <a:xfrm>
                <a:off x="7462035" y="156251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0971A50C-5A91-4506-022F-C96BA22612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2035" y="1562514"/>
                <a:ext cx="365741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TextBox 79">
            <a:extLst>
              <a:ext uri="{FF2B5EF4-FFF2-40B4-BE49-F238E27FC236}">
                <a16:creationId xmlns:a16="http://schemas.microsoft.com/office/drawing/2014/main" id="{561B5249-FA27-1D8D-1048-F85899713A8A}"/>
              </a:ext>
            </a:extLst>
          </p:cNvPr>
          <p:cNvSpPr txBox="1"/>
          <p:nvPr/>
        </p:nvSpPr>
        <p:spPr>
          <a:xfrm>
            <a:off x="7263785" y="5248756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X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F6BA829-F474-8F33-D829-F459D8007A90}"/>
              </a:ext>
            </a:extLst>
          </p:cNvPr>
          <p:cNvSpPr txBox="1"/>
          <p:nvPr/>
        </p:nvSpPr>
        <p:spPr>
          <a:xfrm rot="16200000">
            <a:off x="9074852" y="3065432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=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EA7B8B8-FF1A-D3A2-FFAD-0A6A4855CCC6}"/>
              </a:ext>
            </a:extLst>
          </p:cNvPr>
          <p:cNvSpPr/>
          <p:nvPr/>
        </p:nvSpPr>
        <p:spPr>
          <a:xfrm>
            <a:off x="7999366" y="5497180"/>
            <a:ext cx="3267450" cy="80956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E041F00-4FC2-1807-3179-4B912A3796D8}"/>
              </a:ext>
            </a:extLst>
          </p:cNvPr>
          <p:cNvSpPr/>
          <p:nvPr/>
        </p:nvSpPr>
        <p:spPr>
          <a:xfrm>
            <a:off x="7755517" y="488142"/>
            <a:ext cx="3267450" cy="64894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1871AB3C-1A8B-683B-F613-C0919537D9D1}"/>
                  </a:ext>
                </a:extLst>
              </p:cNvPr>
              <p:cNvSpPr txBox="1"/>
              <p:nvPr/>
            </p:nvSpPr>
            <p:spPr>
              <a:xfrm>
                <a:off x="11459965" y="5699204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1871AB3C-1A8B-683B-F613-C0919537D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59965" y="5699204"/>
                <a:ext cx="549801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189960A0-EFE1-1E6C-EDEE-FD18CFE6ED57}"/>
              </a:ext>
            </a:extLst>
          </p:cNvPr>
          <p:cNvCxnSpPr>
            <a:cxnSpLocks/>
          </p:cNvCxnSpPr>
          <p:nvPr/>
        </p:nvCxnSpPr>
        <p:spPr>
          <a:xfrm>
            <a:off x="11443939" y="5497180"/>
            <a:ext cx="0" cy="824303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9D6C4373-717D-1BA7-79FF-4E500D52DFE8}"/>
                  </a:ext>
                </a:extLst>
              </p:cNvPr>
              <p:cNvSpPr txBox="1"/>
              <p:nvPr/>
            </p:nvSpPr>
            <p:spPr>
              <a:xfrm>
                <a:off x="11216587" y="627947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9D6C4373-717D-1BA7-79FF-4E500D52DF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6587" y="627947"/>
                <a:ext cx="549801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809CC9F3-6269-42A3-7F42-9CE5F79A8AEF}"/>
              </a:ext>
            </a:extLst>
          </p:cNvPr>
          <p:cNvCxnSpPr>
            <a:cxnSpLocks/>
          </p:cNvCxnSpPr>
          <p:nvPr/>
        </p:nvCxnSpPr>
        <p:spPr>
          <a:xfrm>
            <a:off x="11200288" y="482308"/>
            <a:ext cx="16299" cy="75963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F9719A7-944D-FCDB-8A73-EC8B70FD93F3}"/>
                  </a:ext>
                </a:extLst>
              </p:cNvPr>
              <p:cNvSpPr txBox="1"/>
              <p:nvPr/>
            </p:nvSpPr>
            <p:spPr>
              <a:xfrm>
                <a:off x="8052842" y="487380"/>
                <a:ext cx="273055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en-US" sz="16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F9719A7-944D-FCDB-8A73-EC8B70FD93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842" y="487380"/>
                <a:ext cx="2730555" cy="33855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2CC9CFAF-3E4F-4613-EDBC-8DAFD9B1C080}"/>
                  </a:ext>
                </a:extLst>
              </p:cNvPr>
              <p:cNvSpPr txBox="1"/>
              <p:nvPr/>
            </p:nvSpPr>
            <p:spPr>
              <a:xfrm>
                <a:off x="8060795" y="751434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2CC9CFAF-3E4F-4613-EDBC-8DAFD9B1C0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5" y="751434"/>
                <a:ext cx="2740045" cy="33855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0A1F863D-33FE-7A1C-94E0-E12F4178BC37}"/>
                  </a:ext>
                </a:extLst>
              </p:cNvPr>
              <p:cNvSpPr txBox="1"/>
              <p:nvPr/>
            </p:nvSpPr>
            <p:spPr>
              <a:xfrm>
                <a:off x="8060795" y="1031068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31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0A1F863D-33FE-7A1C-94E0-E12F4178BC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5" y="1031068"/>
                <a:ext cx="2740045" cy="33855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7D11B49A-4028-87C2-8CA4-9EED601A3E81}"/>
                  </a:ext>
                </a:extLst>
              </p:cNvPr>
              <p:cNvSpPr txBox="1"/>
              <p:nvPr/>
            </p:nvSpPr>
            <p:spPr>
              <a:xfrm>
                <a:off x="8060794" y="2263984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7D11B49A-4028-87C2-8CA4-9EED601A3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4" y="2263984"/>
                <a:ext cx="2740045" cy="338554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500EE0DB-E535-D30D-9F87-4A5D7C90242B}"/>
              </a:ext>
            </a:extLst>
          </p:cNvPr>
          <p:cNvCxnSpPr/>
          <p:nvPr/>
        </p:nvCxnSpPr>
        <p:spPr>
          <a:xfrm>
            <a:off x="696500" y="419136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1F4CC89E-6004-583F-4DCC-F104A66362DD}"/>
              </a:ext>
            </a:extLst>
          </p:cNvPr>
          <p:cNvCxnSpPr/>
          <p:nvPr/>
        </p:nvCxnSpPr>
        <p:spPr>
          <a:xfrm>
            <a:off x="729029" y="457155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35EAC027-3A3F-1642-8ADD-C680F373EBB7}"/>
                  </a:ext>
                </a:extLst>
              </p:cNvPr>
              <p:cNvSpPr txBox="1"/>
              <p:nvPr/>
            </p:nvSpPr>
            <p:spPr>
              <a:xfrm>
                <a:off x="1656063" y="3884400"/>
                <a:ext cx="42813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35EAC027-3A3F-1642-8ADD-C680F373E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6063" y="3884400"/>
                <a:ext cx="428131" cy="338554"/>
              </a:xfrm>
              <a:prstGeom prst="rect">
                <a:avLst/>
              </a:prstGeom>
              <a:blipFill>
                <a:blip r:embed="rId29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3A0CFA21-F7B2-B637-FAF5-6EDBF40432A3}"/>
                  </a:ext>
                </a:extLst>
              </p:cNvPr>
              <p:cNvSpPr txBox="1"/>
              <p:nvPr/>
            </p:nvSpPr>
            <p:spPr>
              <a:xfrm>
                <a:off x="1685931" y="4239808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3A0CFA21-F7B2-B637-FAF5-6EDBF4043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5931" y="4239808"/>
                <a:ext cx="432874" cy="338554"/>
              </a:xfrm>
              <a:prstGeom prst="rect">
                <a:avLst/>
              </a:prstGeom>
              <a:blipFill>
                <a:blip r:embed="rId30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8F18194-4B08-97CD-17F2-F71072AFFB32}"/>
                  </a:ext>
                </a:extLst>
              </p:cNvPr>
              <p:cNvSpPr txBox="1"/>
              <p:nvPr/>
            </p:nvSpPr>
            <p:spPr>
              <a:xfrm>
                <a:off x="4338982" y="3955805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8F18194-4B08-97CD-17F2-F71072AFFB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8982" y="3955805"/>
                <a:ext cx="635841" cy="3693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3A8133B-4D7A-519B-C30C-33B3163ED213}"/>
                  </a:ext>
                </a:extLst>
              </p:cNvPr>
              <p:cNvSpPr txBox="1"/>
              <p:nvPr/>
            </p:nvSpPr>
            <p:spPr>
              <a:xfrm>
                <a:off x="4807085" y="3969253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3A8133B-4D7A-519B-C30C-33B3163ED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85" y="3969253"/>
                <a:ext cx="635841" cy="3693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A7A5736-6A28-AEF6-B039-7C52C7C8DF76}"/>
                  </a:ext>
                </a:extLst>
              </p:cNvPr>
              <p:cNvSpPr txBox="1"/>
              <p:nvPr/>
            </p:nvSpPr>
            <p:spPr>
              <a:xfrm>
                <a:off x="4338982" y="447533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A7A5736-6A28-AEF6-B039-7C52C7C8DF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8982" y="4475330"/>
                <a:ext cx="635841" cy="369332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E3A7BAD-09D4-995E-E56F-5D13ADCE5863}"/>
                  </a:ext>
                </a:extLst>
              </p:cNvPr>
              <p:cNvSpPr txBox="1"/>
              <p:nvPr/>
            </p:nvSpPr>
            <p:spPr>
              <a:xfrm>
                <a:off x="4807085" y="449257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E3A7BAD-09D4-995E-E56F-5D13ADCE5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85" y="4492571"/>
                <a:ext cx="635841" cy="36933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AAB6384-559B-8AF1-9C3F-38BDFEEA56FB}"/>
                  </a:ext>
                </a:extLst>
              </p:cNvPr>
              <p:cNvSpPr txBox="1"/>
              <p:nvPr/>
            </p:nvSpPr>
            <p:spPr>
              <a:xfrm>
                <a:off x="4347832" y="588460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AAB6384-559B-8AF1-9C3F-38BDFEEA5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7832" y="5884606"/>
                <a:ext cx="635841" cy="36933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7A642B38-F0BC-B939-9C7C-8C2D7FD48F48}"/>
                  </a:ext>
                </a:extLst>
              </p:cNvPr>
              <p:cNvSpPr txBox="1"/>
              <p:nvPr/>
            </p:nvSpPr>
            <p:spPr>
              <a:xfrm>
                <a:off x="4807085" y="590119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7A642B38-F0BC-B939-9C7C-8C2D7FD48F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85" y="5901190"/>
                <a:ext cx="635841" cy="369332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B5684FE-2B25-D5E9-CE75-58DFCAACB418}"/>
                  </a:ext>
                </a:extLst>
              </p:cNvPr>
              <p:cNvSpPr txBox="1"/>
              <p:nvPr/>
            </p:nvSpPr>
            <p:spPr>
              <a:xfrm>
                <a:off x="5275187" y="395570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B5684FE-2B25-D5E9-CE75-58DFCAACB4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5187" y="3955701"/>
                <a:ext cx="635841" cy="3693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59D0A36D-BEDC-4E0E-7326-4569C6B06D1E}"/>
                  </a:ext>
                </a:extLst>
              </p:cNvPr>
              <p:cNvSpPr txBox="1"/>
              <p:nvPr/>
            </p:nvSpPr>
            <p:spPr>
              <a:xfrm>
                <a:off x="5297159" y="4509812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59D0A36D-BEDC-4E0E-7326-4569C6B06D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7159" y="4509812"/>
                <a:ext cx="635841" cy="369332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0B633152-DFF7-00BA-B42F-508920D360D6}"/>
                  </a:ext>
                </a:extLst>
              </p:cNvPr>
              <p:cNvSpPr txBox="1"/>
              <p:nvPr/>
            </p:nvSpPr>
            <p:spPr>
              <a:xfrm>
                <a:off x="5313732" y="5908958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0B633152-DFF7-00BA-B42F-508920D360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3732" y="5908958"/>
                <a:ext cx="635841" cy="369332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789561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7D680-7FA4-E784-32A2-B4F590CC8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FlashAttention</a:t>
            </a:r>
            <a:r>
              <a:rPr lang="en-US" dirty="0"/>
              <a:t> - </a:t>
            </a:r>
            <a:r>
              <a:rPr lang="en-US" dirty="0" err="1"/>
              <a:t>PseudoCode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486654-9535-7418-0354-32A5EA7B8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08" y="2085546"/>
            <a:ext cx="10852984" cy="337135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DB36CD9-8A61-E49F-85F9-7C7BA78BC97E}"/>
              </a:ext>
            </a:extLst>
          </p:cNvPr>
          <p:cNvSpPr/>
          <p:nvPr/>
        </p:nvSpPr>
        <p:spPr>
          <a:xfrm>
            <a:off x="1176793" y="1876508"/>
            <a:ext cx="4532244" cy="68381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DCC18C-6664-6425-437B-3A6250541C5C}"/>
              </a:ext>
            </a:extLst>
          </p:cNvPr>
          <p:cNvSpPr/>
          <p:nvPr/>
        </p:nvSpPr>
        <p:spPr>
          <a:xfrm>
            <a:off x="1368949" y="2613272"/>
            <a:ext cx="4952337" cy="81572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CC5503-C891-79F7-9390-50D06DDC5493}"/>
              </a:ext>
            </a:extLst>
          </p:cNvPr>
          <p:cNvSpPr/>
          <p:nvPr/>
        </p:nvSpPr>
        <p:spPr>
          <a:xfrm>
            <a:off x="1569057" y="3469362"/>
            <a:ext cx="9666136" cy="81572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16D8FA-4655-B5AD-F7CF-E7B507ED2AD2}"/>
              </a:ext>
            </a:extLst>
          </p:cNvPr>
          <p:cNvSpPr/>
          <p:nvPr/>
        </p:nvSpPr>
        <p:spPr>
          <a:xfrm>
            <a:off x="2103120" y="4285090"/>
            <a:ext cx="536713" cy="39485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3809909-8E80-7538-D081-40828770D3E8}"/>
                  </a:ext>
                </a:extLst>
              </p:cNvPr>
              <p:cNvSpPr txBox="1"/>
              <p:nvPr/>
            </p:nvSpPr>
            <p:spPr>
              <a:xfrm>
                <a:off x="7370859" y="1508341"/>
                <a:ext cx="42539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For each column block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3809909-8E80-7538-D081-40828770D3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859" y="1508341"/>
                <a:ext cx="4253948" cy="369332"/>
              </a:xfrm>
              <a:prstGeom prst="rect">
                <a:avLst/>
              </a:prstGeom>
              <a:blipFill>
                <a:blip r:embed="rId3"/>
                <a:stretch>
                  <a:fillRect l="-1146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EED20BE-9315-E5D1-9F55-C3DE112E603B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 flipV="1">
            <a:off x="5709037" y="1693007"/>
            <a:ext cx="1661822" cy="5254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C86DB56-027F-36D1-638D-4E5D2BB21CFF}"/>
                  </a:ext>
                </a:extLst>
              </p:cNvPr>
              <p:cNvSpPr txBox="1"/>
              <p:nvPr/>
            </p:nvSpPr>
            <p:spPr>
              <a:xfrm>
                <a:off x="7983108" y="2340976"/>
                <a:ext cx="380884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Iterate through row blocks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to produce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  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C86DB56-027F-36D1-638D-4E5D2BB21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3108" y="2340976"/>
                <a:ext cx="3808842" cy="646331"/>
              </a:xfrm>
              <a:prstGeom prst="rect">
                <a:avLst/>
              </a:prstGeom>
              <a:blipFill>
                <a:blip r:embed="rId4"/>
                <a:stretch>
                  <a:fillRect l="-1442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2904B4B-7394-6FED-6DCE-C5482A5846C8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6321286" y="2664142"/>
            <a:ext cx="1661822" cy="3869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1A0CE82-C31F-2DDF-1A18-3A242573EDBB}"/>
              </a:ext>
            </a:extLst>
          </p:cNvPr>
          <p:cNvCxnSpPr>
            <a:cxnSpLocks/>
          </p:cNvCxnSpPr>
          <p:nvPr/>
        </p:nvCxnSpPr>
        <p:spPr>
          <a:xfrm flipV="1">
            <a:off x="2639833" y="2824591"/>
            <a:ext cx="5343275" cy="16579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9606E70-ABFB-A012-A960-F788BCFBBD98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6402125" y="4285090"/>
            <a:ext cx="2411894" cy="18197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73DBDEE-6359-4067-33B2-3FFB173C2609}"/>
              </a:ext>
            </a:extLst>
          </p:cNvPr>
          <p:cNvSpPr txBox="1"/>
          <p:nvPr/>
        </p:nvSpPr>
        <p:spPr>
          <a:xfrm>
            <a:off x="8811369" y="5569545"/>
            <a:ext cx="28134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Additional bookkeeping to compute </a:t>
            </a:r>
            <a:r>
              <a:rPr lang="en-US" dirty="0" err="1"/>
              <a:t>softmax</a:t>
            </a:r>
            <a:r>
              <a:rPr lang="en-US" dirty="0"/>
              <a:t> that we ignored till now.</a:t>
            </a:r>
          </a:p>
        </p:txBody>
      </p:sp>
    </p:spTree>
    <p:extLst>
      <p:ext uri="{BB962C8B-B14F-4D97-AF65-F5344CB8AC3E}">
        <p14:creationId xmlns:p14="http://schemas.microsoft.com/office/powerpoint/2010/main" val="3197336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547C1-7634-43C8-7C4C-33EA9626D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FlashAttention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0F9C9E-DB5D-61A2-D428-45220C07DA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How do we determine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/>
                  <a:t>?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Typically sizes of {64,128} used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0F9C9E-DB5D-61A2-D428-45220C07DA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208117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C4A10-3907-DACD-6D44-852793915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compute “partial” </a:t>
            </a:r>
            <a:r>
              <a:rPr lang="en-US" dirty="0" err="1"/>
              <a:t>softmaxes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F26E95-D098-D477-0F8D-E19F2929C5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1150" y="1825625"/>
                <a:ext cx="11461750" cy="4351338"/>
              </a:xfrm>
            </p:spPr>
            <p:txBody>
              <a:bodyPr/>
              <a:lstStyle/>
              <a:p>
                <a:r>
                  <a:rPr lang="en-US" dirty="0"/>
                  <a:t>Concept similar to running averages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𝑠𝑜𝑓𝑡𝑚𝑎𝑥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dirty="0"/>
                  <a:t>Assuming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F26E95-D098-D477-0F8D-E19F2929C5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1150" y="1825625"/>
                <a:ext cx="11461750" cy="4351338"/>
              </a:xfrm>
              <a:blipFill>
                <a:blip r:embed="rId2"/>
                <a:stretch>
                  <a:fillRect l="-95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1262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6019A-D0EA-99E7-1D02-1BB385BF0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E9A15-EC70-1546-90DB-BE8884CF9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compute “partial” </a:t>
            </a:r>
            <a:r>
              <a:rPr lang="en-US" dirty="0" err="1"/>
              <a:t>softmaxes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9ED4A0-8F0E-53D9-4503-EDBBBE8AD2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1150" y="1825625"/>
                <a:ext cx="11461750" cy="4351338"/>
              </a:xfrm>
            </p:spPr>
            <p:txBody>
              <a:bodyPr/>
              <a:lstStyle/>
              <a:p>
                <a:r>
                  <a:rPr lang="en-US" dirty="0"/>
                  <a:t>Concept similar to running averages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sSub>
                              <m:sSub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p>
                        </m:sSup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b>
                            </m:sSub>
                          </m:sup>
                        </m:sSup>
                      </m:e>
                    </m:d>
                  </m:oMath>
                </a14:m>
                <a:r>
                  <a:rPr lang="en-US" sz="2400" dirty="0"/>
                  <a:t>/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sSub>
                              <m:sSub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sup>
                        </m:sSup>
                      </m:e>
                    </m:nary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dirty="0"/>
                  <a:t>Assuming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9ED4A0-8F0E-53D9-4503-EDBBBE8AD2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1150" y="1825625"/>
                <a:ext cx="11461750" cy="4351338"/>
              </a:xfrm>
              <a:blipFill>
                <a:blip r:embed="rId2"/>
                <a:stretch>
                  <a:fillRect l="-95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693711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91606-E70D-D664-F978-55154188E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C922C-220E-6F44-7EDC-008187897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compute “partial” </a:t>
            </a:r>
            <a:r>
              <a:rPr lang="en-US" dirty="0" err="1"/>
              <a:t>softmaxes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52208B-5CDA-E6A4-F8CA-A214F111B0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1150" y="1825625"/>
                <a:ext cx="11461750" cy="4351338"/>
              </a:xfrm>
            </p:spPr>
            <p:txBody>
              <a:bodyPr/>
              <a:lstStyle/>
              <a:p>
                <a:r>
                  <a:rPr lang="en-US" dirty="0"/>
                  <a:t>Concept similar to running averages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p>
                        </m:sSup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p>
                        </m:sSup>
                        <m:sSup>
                          <m:sSupPr>
                            <m:ctrlP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sup>
                        </m:sSup>
                      </m:e>
                    </m:d>
                  </m:oMath>
                </a14:m>
                <a:r>
                  <a:rPr lang="en-US" sz="2400" dirty="0"/>
                  <a:t>/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={1,2,3}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sSub>
                              <m:sSub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sup>
                        </m:sSup>
                      </m:e>
                    </m:nary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dirty="0"/>
                  <a:t>Assuming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52208B-5CDA-E6A4-F8CA-A214F111B0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1150" y="1825625"/>
                <a:ext cx="11461750" cy="4351338"/>
              </a:xfrm>
              <a:blipFill>
                <a:blip r:embed="rId2"/>
                <a:stretch>
                  <a:fillRect l="-95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56E17D0F-44AF-6DE3-2CE7-6AFDE0A7BAE1}"/>
              </a:ext>
            </a:extLst>
          </p:cNvPr>
          <p:cNvSpPr/>
          <p:nvPr/>
        </p:nvSpPr>
        <p:spPr>
          <a:xfrm>
            <a:off x="5251450" y="2724150"/>
            <a:ext cx="1854200" cy="70485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7A17605-BCD6-F747-5F34-65ECE45B3CB8}"/>
                  </a:ext>
                </a:extLst>
              </p:cNvPr>
              <p:cNvSpPr txBox="1"/>
              <p:nvPr/>
            </p:nvSpPr>
            <p:spPr>
              <a:xfrm>
                <a:off x="8483600" y="2724150"/>
                <a:ext cx="4762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7A17605-BCD6-F747-5F34-65ECE45B3C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3600" y="2724150"/>
                <a:ext cx="47625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AAE471F-A185-F7E1-2ED2-408D92978DE7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7105650" y="2908816"/>
            <a:ext cx="1377950" cy="16775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531878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41A18-52F4-F3A8-4BFD-2968C82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A106A-08A7-B979-DA33-B7DE0F96C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compute “partial” </a:t>
            </a:r>
            <a:r>
              <a:rPr lang="en-US" dirty="0" err="1"/>
              <a:t>softmaxes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5A9059-2A47-C4E8-AD42-379EB25E33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1150" y="1825625"/>
                <a:ext cx="11461750" cy="4351338"/>
              </a:xfrm>
            </p:spPr>
            <p:txBody>
              <a:bodyPr/>
              <a:lstStyle/>
              <a:p>
                <a:r>
                  <a:rPr lang="en-US" dirty="0"/>
                  <a:t>Concept similar to running averages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sup>
                        </m:sSup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sup>
                        </m:sSup>
                        <m:sSup>
                          <m:sSupPr>
                            <m:ctrlP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b>
                            </m:sSub>
                          </m:sup>
                        </m:sSup>
                      </m:e>
                    </m:d>
                  </m:oMath>
                </a14:m>
                <a:r>
                  <a:rPr lang="en-US" sz="2400" dirty="0"/>
                  <a:t>/(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={4,5,6}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sSub>
                              <m:sSub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sup>
                        </m:s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dirty="0"/>
                  <a:t>Assuming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5A9059-2A47-C4E8-AD42-379EB25E33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1150" y="1825625"/>
                <a:ext cx="11461750" cy="4351338"/>
              </a:xfrm>
              <a:blipFill>
                <a:blip r:embed="rId2"/>
                <a:stretch>
                  <a:fillRect l="-95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564096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A6689-2376-60D2-5514-DB2288F46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18FB8-C459-25A7-8C08-280702496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compute “partial” </a:t>
            </a:r>
            <a:r>
              <a:rPr lang="en-US" dirty="0" err="1"/>
              <a:t>softmaxes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903809-50A2-D80F-E059-165CEF6ADD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1150" y="1825625"/>
                <a:ext cx="11461750" cy="4351338"/>
              </a:xfrm>
            </p:spPr>
            <p:txBody>
              <a:bodyPr/>
              <a:lstStyle/>
              <a:p>
                <a:r>
                  <a:rPr lang="en-US" dirty="0"/>
                  <a:t>Concept similar to running averages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sup>
                        </m:sSup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sup>
                        </m:sSup>
                        <m:sSup>
                          <m:sSupPr>
                            <m:ctrlP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b>
                            </m:sSub>
                          </m:sup>
                        </m:sSup>
                      </m:e>
                    </m:d>
                  </m:oMath>
                </a14:m>
                <a:r>
                  <a:rPr lang="en-US" sz="2400" dirty="0"/>
                  <a:t>/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(</m:t>
                    </m:r>
                    <m:nary>
                      <m:naryPr>
                        <m:chr m:val="∑"/>
                        <m:supHide m:val="on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={4,5,6}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sSub>
                              <m:sSub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sup>
                        </m:s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dirty="0"/>
                  <a:t>Assuming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We need to recompute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rgbClr val="C00000"/>
                    </a:solidFill>
                  </a:rPr>
                  <a:t>Why???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903809-50A2-D80F-E059-165CEF6ADD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1150" y="1825625"/>
                <a:ext cx="11461750" cy="4351338"/>
              </a:xfrm>
              <a:blipFill>
                <a:blip r:embed="rId2"/>
                <a:stretch>
                  <a:fillRect l="-95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61403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9DA8F-C328-B800-062E-09C657FE8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80233-D210-535D-1175-95134F3D8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compute “partial” </a:t>
            </a:r>
            <a:r>
              <a:rPr lang="en-US" dirty="0" err="1"/>
              <a:t>softmaxes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7AB214-9602-1751-BD5B-D1ED2FDBA9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1150" y="1825625"/>
                <a:ext cx="11461750" cy="4351338"/>
              </a:xfrm>
            </p:spPr>
            <p:txBody>
              <a:bodyPr/>
              <a:lstStyle/>
              <a:p>
                <a:r>
                  <a:rPr lang="en-US" dirty="0"/>
                  <a:t>Concept similar to running averages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sup>
                        </m:sSup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sup>
                        </m:sSup>
                        <m:sSup>
                          <m:sSupPr>
                            <m:ctrlP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b>
                            </m:sSub>
                          </m:sup>
                        </m:sSup>
                      </m:e>
                    </m:d>
                  </m:oMath>
                </a14:m>
                <a:r>
                  <a:rPr lang="en-US" sz="2400" dirty="0"/>
                  <a:t>/(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={4,5,6}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sSub>
                              <m:sSub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sup>
                        </m:s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dirty="0"/>
                  <a:t>Assuming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We need to recompute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Why??? </a:t>
                </a:r>
                <a:r>
                  <a:rPr lang="en-US" dirty="0">
                    <a:solidFill>
                      <a:srgbClr val="C00000"/>
                    </a:solidFill>
                  </a:rPr>
                  <a:t>The sum in denominator has changed.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7AB214-9602-1751-BD5B-D1ED2FDBA9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1150" y="1825625"/>
                <a:ext cx="11461750" cy="4351338"/>
              </a:xfrm>
              <a:blipFill>
                <a:blip r:embed="rId2"/>
                <a:stretch>
                  <a:fillRect l="-957" t="-2241" r="-3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C38A657C-2480-4241-F4C9-9627C6271B32}"/>
              </a:ext>
            </a:extLst>
          </p:cNvPr>
          <p:cNvSpPr/>
          <p:nvPr/>
        </p:nvSpPr>
        <p:spPr>
          <a:xfrm>
            <a:off x="5251450" y="2724150"/>
            <a:ext cx="2584450" cy="70485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3EED360-2FB8-E75B-744C-BA99C9A1D93B}"/>
                  </a:ext>
                </a:extLst>
              </p:cNvPr>
              <p:cNvSpPr txBox="1"/>
              <p:nvPr/>
            </p:nvSpPr>
            <p:spPr>
              <a:xfrm>
                <a:off x="8483600" y="2724150"/>
                <a:ext cx="4762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3EED360-2FB8-E75B-744C-BA99C9A1D9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3600" y="2724150"/>
                <a:ext cx="47625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BC5477E-551B-1DF7-FB63-969999E40371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7835900" y="2908816"/>
            <a:ext cx="647700" cy="16775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534004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BAB83-79DA-CBBA-D39C-7F19C3C3D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compute “partial” </a:t>
            </a:r>
            <a:r>
              <a:rPr lang="en-US" dirty="0" err="1"/>
              <a:t>softmaxes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14FECF-5656-983B-3D33-813BD62F44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489325"/>
              </a:xfrm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In practice,</a:t>
                </a:r>
              </a:p>
              <a:p>
                <a:pPr lvl="1"/>
                <a:r>
                  <a:rPr lang="en-US" dirty="0"/>
                  <a:t>Output O is rescaled</a:t>
                </a:r>
              </a:p>
              <a:p>
                <a:pPr lvl="1"/>
                <a:r>
                  <a:rPr lang="en-US" dirty="0"/>
                  <a:t>In </a:t>
                </a:r>
                <a:r>
                  <a:rPr lang="en-US" dirty="0" err="1"/>
                  <a:t>softmax</a:t>
                </a:r>
                <a:r>
                  <a:rPr lang="en-US" dirty="0"/>
                  <a:t> computation, scaling by the maximum value of row is performed to avoid numerical stability issues</a:t>
                </a:r>
              </a:p>
              <a:p>
                <a:r>
                  <a:rPr lang="en-US" dirty="0"/>
                  <a:t>Ungraded HW Assignment: Try to understand this. Will not ask in exam.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14FECF-5656-983B-3D33-813BD62F44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489325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C0534F4-B9C2-0999-B228-2D8D16DE33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07" t="39829" b="17227"/>
          <a:stretch>
            <a:fillRect/>
          </a:stretch>
        </p:blipFill>
        <p:spPr>
          <a:xfrm>
            <a:off x="838200" y="5143500"/>
            <a:ext cx="9973092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30978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40BB7-B6FB-9077-9889-CF4083E0D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Flashattention</a:t>
            </a:r>
            <a:r>
              <a:rPr lang="en-US" dirty="0"/>
              <a:t> – Scheduling on GPUs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F09436-34F8-79D7-F18A-D687E71A40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Each block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/>
                  <a:t> is mapped to a SMP</a:t>
                </a:r>
              </a:p>
              <a:p>
                <a:endParaRPr lang="en-US" dirty="0"/>
              </a:p>
              <a:p>
                <a:r>
                  <a:rPr lang="en-US" dirty="0" err="1"/>
                  <a:t>Flashattention</a:t>
                </a:r>
                <a:r>
                  <a:rPr lang="en-US" dirty="0"/>
                  <a:t> 2 optimizations</a:t>
                </a:r>
              </a:p>
              <a:p>
                <a:pPr lvl="1"/>
                <a:r>
                  <a:rPr lang="en-US" dirty="0"/>
                  <a:t>Improve partitioning of blocks into warps</a:t>
                </a:r>
              </a:p>
              <a:p>
                <a:pPr lvl="1"/>
                <a:r>
                  <a:rPr lang="en-US" dirty="0"/>
                  <a:t>Improve online </a:t>
                </a:r>
                <a:r>
                  <a:rPr lang="en-US" dirty="0" err="1"/>
                  <a:t>softmax</a:t>
                </a:r>
                <a:r>
                  <a:rPr lang="en-US" dirty="0"/>
                  <a:t>/output calculation</a:t>
                </a:r>
              </a:p>
              <a:p>
                <a:endParaRPr lang="en-US" dirty="0"/>
              </a:p>
              <a:p>
                <a:r>
                  <a:rPr lang="en-US" dirty="0" err="1"/>
                  <a:t>Flashattention</a:t>
                </a:r>
                <a:r>
                  <a:rPr lang="en-US" dirty="0"/>
                  <a:t> 3 optimizations</a:t>
                </a:r>
              </a:p>
              <a:p>
                <a:pPr lvl="1"/>
                <a:r>
                  <a:rPr lang="en-US" dirty="0"/>
                  <a:t>Nvidia Hopper specific optimizations – asynchronous scheduling of online </a:t>
                </a:r>
                <a:r>
                  <a:rPr lang="en-US" dirty="0" err="1"/>
                  <a:t>softmax</a:t>
                </a:r>
                <a:r>
                  <a:rPr lang="en-US" dirty="0"/>
                  <a:t>/output calculation and matrix multiplications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F09436-34F8-79D7-F18A-D687E71A40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480741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9B69F-8B63-B3EC-12B0-9B9A60536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F2391-E8AE-9A93-A4FC-0E02B54BC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10/28 Lecture 17</a:t>
            </a:r>
          </a:p>
          <a:p>
            <a:pPr lvl="1"/>
            <a:r>
              <a:rPr lang="en-US" dirty="0"/>
              <a:t>Accelerating Transformer Model: Sparsity </a:t>
            </a:r>
          </a:p>
        </p:txBody>
      </p:sp>
    </p:spTree>
    <p:extLst>
      <p:ext uri="{BB962C8B-B14F-4D97-AF65-F5344CB8AC3E}">
        <p14:creationId xmlns:p14="http://schemas.microsoft.com/office/powerpoint/2010/main" val="129724081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04DE0-9343-6853-D403-04A484E06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5DCD4-6F74-BBCB-9506-55F298D2E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  <a:p>
            <a:endParaRPr lang="en-US" dirty="0"/>
          </a:p>
          <a:p>
            <a:r>
              <a:rPr lang="en-US" dirty="0"/>
              <a:t>Email: </a:t>
            </a:r>
            <a:r>
              <a:rPr lang="en-US" dirty="0">
                <a:hlinkClick r:id="rId2"/>
              </a:rPr>
              <a:t>sanmukh.kuppannagari@case.edu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662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6213</TotalTime>
  <Words>3215</Words>
  <Application>Microsoft Office PowerPoint</Application>
  <PresentationFormat>Widescreen</PresentationFormat>
  <Paragraphs>1212</Paragraphs>
  <Slides>58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3" baseType="lpstr">
      <vt:lpstr>Arial</vt:lpstr>
      <vt:lpstr>Calibri</vt:lpstr>
      <vt:lpstr>Calibri Light</vt:lpstr>
      <vt:lpstr>Cambria Math</vt:lpstr>
      <vt:lpstr>Office Theme</vt:lpstr>
      <vt:lpstr>CSDS 451: Designing High Performant Systems for AI</vt:lpstr>
      <vt:lpstr>Outline</vt:lpstr>
      <vt:lpstr>Outline</vt:lpstr>
      <vt:lpstr>Transformer Models</vt:lpstr>
      <vt:lpstr>Transformer Models</vt:lpstr>
      <vt:lpstr>Recall: Multi-headed Attention</vt:lpstr>
      <vt:lpstr>Recall: Multi-headed Attention</vt:lpstr>
      <vt:lpstr>Recall: Multi-headed attention</vt:lpstr>
      <vt:lpstr>Recall: Multi-headed attention</vt:lpstr>
      <vt:lpstr>Recall: Multi-headed attention</vt:lpstr>
      <vt:lpstr>Zooming into Attention</vt:lpstr>
      <vt:lpstr>Zooming into Attention</vt:lpstr>
      <vt:lpstr>Zooming into Attention</vt:lpstr>
      <vt:lpstr>Zooming into Attention</vt:lpstr>
      <vt:lpstr>Zooming into Attention</vt:lpstr>
      <vt:lpstr>Zooming into Attention</vt:lpstr>
      <vt:lpstr>Problem: Lets Track the Memory Requirements</vt:lpstr>
      <vt:lpstr>Problem: Lets Track the Memory Requirements</vt:lpstr>
      <vt:lpstr>Problem: Lets Track the Memory Requirements</vt:lpstr>
      <vt:lpstr>Problem: Lets Track the Memory Requirements</vt:lpstr>
      <vt:lpstr>Problem: Lets Track the Memory Requirements</vt:lpstr>
      <vt:lpstr>Problem: Lets Track the Memory Requirements</vt:lpstr>
      <vt:lpstr>Recall: Compute Unit</vt:lpstr>
      <vt:lpstr>Problem</vt:lpstr>
      <vt:lpstr>Recall: GPU Modeling</vt:lpstr>
      <vt:lpstr>Recall: GPU Modeling</vt:lpstr>
      <vt:lpstr>FlashAttention: Resources</vt:lpstr>
      <vt:lpstr>FlashAttention</vt:lpstr>
      <vt:lpstr>FlashAttention</vt:lpstr>
      <vt:lpstr>FlashAttention</vt:lpstr>
      <vt:lpstr>FlashAttention</vt:lpstr>
      <vt:lpstr>FlashAttention</vt:lpstr>
      <vt:lpstr>FlashAttention</vt:lpstr>
      <vt:lpstr>FlashAttention</vt:lpstr>
      <vt:lpstr>FlashAttention</vt:lpstr>
      <vt:lpstr>FlashAttention</vt:lpstr>
      <vt:lpstr>FlashAttention</vt:lpstr>
      <vt:lpstr>FlashAttention</vt:lpstr>
      <vt:lpstr>FlashAttention</vt:lpstr>
      <vt:lpstr>FlashAttention</vt:lpstr>
      <vt:lpstr>FlashAttention</vt:lpstr>
      <vt:lpstr>FlashAttention</vt:lpstr>
      <vt:lpstr>FlashAttention</vt:lpstr>
      <vt:lpstr>FlashAttention</vt:lpstr>
      <vt:lpstr>FlashAttention</vt:lpstr>
      <vt:lpstr>FlashAttention</vt:lpstr>
      <vt:lpstr>FlashAttention - PseudoCode</vt:lpstr>
      <vt:lpstr>FlashAttention</vt:lpstr>
      <vt:lpstr>How do we compute “partial” softmaxes</vt:lpstr>
      <vt:lpstr>How do we compute “partial” softmaxes</vt:lpstr>
      <vt:lpstr>How do we compute “partial” softmaxes</vt:lpstr>
      <vt:lpstr>How do we compute “partial” softmaxes</vt:lpstr>
      <vt:lpstr>How do we compute “partial” softmaxes</vt:lpstr>
      <vt:lpstr>How do we compute “partial” softmaxes</vt:lpstr>
      <vt:lpstr>How do we compute “partial” softmaxes</vt:lpstr>
      <vt:lpstr>Flashattention – Scheduling on GPUs </vt:lpstr>
      <vt:lpstr>Next Class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Algorithmic Approach to AI/ML Acceleration</dc:title>
  <dc:creator>Sanmukh Kuppannagari</dc:creator>
  <cp:lastModifiedBy>Sanmukh Kuppannagari</cp:lastModifiedBy>
  <cp:revision>100</cp:revision>
  <dcterms:created xsi:type="dcterms:W3CDTF">2022-08-26T11:47:57Z</dcterms:created>
  <dcterms:modified xsi:type="dcterms:W3CDTF">2026-02-15T20:46:25Z</dcterms:modified>
</cp:coreProperties>
</file>